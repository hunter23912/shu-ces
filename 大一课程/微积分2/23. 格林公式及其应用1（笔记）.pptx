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9"/>
  </p:notesMasterIdLst>
  <p:sldIdLst>
    <p:sldId id="587" r:id="rId3"/>
    <p:sldId id="773" r:id="rId4"/>
    <p:sldId id="909" r:id="rId5"/>
    <p:sldId id="910" r:id="rId6"/>
    <p:sldId id="919" r:id="rId7"/>
    <p:sldId id="729" r:id="rId8"/>
    <p:sldId id="767" r:id="rId9"/>
    <p:sldId id="899" r:id="rId10"/>
    <p:sldId id="900" r:id="rId11"/>
    <p:sldId id="901" r:id="rId12"/>
    <p:sldId id="902" r:id="rId13"/>
    <p:sldId id="903" r:id="rId14"/>
    <p:sldId id="905" r:id="rId15"/>
    <p:sldId id="920" r:id="rId16"/>
    <p:sldId id="885" r:id="rId17"/>
    <p:sldId id="921" r:id="rId18"/>
    <p:sldId id="904" r:id="rId19"/>
    <p:sldId id="922" r:id="rId20"/>
    <p:sldId id="906" r:id="rId21"/>
    <p:sldId id="923" r:id="rId22"/>
    <p:sldId id="907" r:id="rId23"/>
    <p:sldId id="924" r:id="rId24"/>
    <p:sldId id="898" r:id="rId25"/>
    <p:sldId id="925" r:id="rId26"/>
    <p:sldId id="813" r:id="rId27"/>
    <p:sldId id="814" r:id="rId2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0" autoAdjust="0"/>
    <p:restoredTop sz="93673" autoAdjust="0"/>
  </p:normalViewPr>
  <p:slideViewPr>
    <p:cSldViewPr snapToGrid="0" snapToObjects="1">
      <p:cViewPr varScale="1">
        <p:scale>
          <a:sx n="114" d="100"/>
          <a:sy n="114" d="100"/>
        </p:scale>
        <p:origin x="13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1:26.1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16965 5059 690 0,'-2'0'0'0,"0"0"0"0,2 0 0 0,0 0 0 0,0 2 0 0,0 5 0 0,0 4 0 0,0 5 0 0,0 6 149 0,0 7-50 0,0 10-37 16,0 6-1-16,0 4 84 0,0 6-57 0,0-2-27 16,0 4 8-16,0-1-11 0,-2 1-1 0,1-7-24 15,1-4-11-15,0-9 11 16,0 1 8-16,0-6-48 0,0-10 40 0,0-4 0 15,0-4-1-15,0-5-30 0,0-3 7 0,0-4 24 16,0-1 0-16,0-1-39 0,1-1 0 0,1-23 14 16,5-11 50-16,4-9-6 0,1-5-33 0,2-4 5 15,2-2-110-15,-2 1 51 0,2 0 29 0,-3 5-40 16,-2 5 27-16,-1 10 0 0,-1 1 21 16,-2 12-13-16,-3 9 7 0,0 0 7 0,0 6-22 0,-2 4 134 15,1 2-61-15,3 2-26 0,-1 17-14 16,3 12 89-16,0 4-35 0,-1 4-28 15,0 5 107-15,5 1-59 0,-3-8-13 0,4 11-37 16,3-7-5-16,-4-9 0 0,4-1-1 0,0-1-24 16,-2-7 8-16,4 1 16 0,-6-8 1 0,3-3-39 15,-5-3 0-15,2-8 39 0,-3 0 4 0,1-2-31 16,0-2 3-16,-3-14 15 0,2-12 102 0,-1-10-50 16,0 1-17-16,1-16-65 0,0-1 40 0,1-10-3 15,-3 3 7-15,0 0-62 0,-1 8 41 16,2-4-9-16,-3 6 25 0,-1 2-153 15,0 10 67-15,-1 3 37 0,-1 5-149 0,0 5 84 16,0 3 22-16,0 4 28 0,-1 4-141 0,-1 6 75 16,3 2 6-16,-1 3-143 0,0 0 101 0,0 2 50 15,5-1 25-15,4 3-373 0,1 0 203 0,4 15 98 16,3-2 49-16,-10-3-187 0</inkml:trace>
  <inkml:trace contextRef="#ctx0" brushRef="#br0" timeOffset="214.93">17791 5350 903 0,'0'0'0'0,"0"0"0"16,0 0 0-16,0 0 0 0,0 0 0 0,0 0 0 0,2-2 378 0,5 1-177 0,2-1-84 0,5-4-42 0,-1 3 210 15,2-3-127-15,0 1-54 16,2 3-16-16,1-3-28 0,1 2 0 0,1 0-27 15,-2 1-171-15,-1 1 93 0,-1-1 35 0,2 2-361 16,-4 0 202-16,2 0 101 0,-5 0 50 0,0 3-591 16,1 5 293-16</inkml:trace>
  <inkml:trace contextRef="#ctx0" brushRef="#br0" timeOffset="376.07">17881 5520 1060 0,'-15'7'0'0,"4"4"0"0,2-6 0 0,4 2 0 0,3-4 0 0,0-1 0 0,1-2 0 0,1 0 0 0,0 0 324 16,5 0-145-16,9 0-73 0,2 0 101 0,3 0-79 16,6-5-52-16,-3 1 7 0,1-4-25 0,1 2 0 15,1-1-25-15,-3 2-336 0,6-2 164 0,-2 2 86 16,1 2 43-16,1 2-522 0</inkml:trace>
  <inkml:trace contextRef="#ctx0" brushRef="#br0" timeOffset="813.34">18666 4963 874 0,'0'-24'0'0,"0"-1"0"0,0 3 0 0,0-2 0 0,0-2 0 0,0-2 0 0,-2-4 0 0,-3 5 0 0,-1 1 116 0,0 4-42 0,-2 2-20 15,-1 2 124-15,2 2-77 0,-3 5-34 0,1 0 41 16,3 5-38-16,-3 2 0 0,-1 3-29 0,3-1 98 16,-2 2-53-16,-1 0-27 0,-1 13 0 0,0 8 47 15,1-3-28-15,1 10-9 0,0 1 74 0,1 1-55 16,0 4-28-16,3 2 0 0,1-1 77 0,0 2-57 16,4 1-23-16,0-1 22 0,0 3-24 15,0 3 1-15,0-7-15 0,4 9 17 16,3-4-1-16,1 3-24 0,2-1 0 0,-3 0-29 15,0-2 9-15,0 6 20 0,2-3-67 0,-4-1 33 16,1-2 1-16,-3-1 33 0,1-5-89 0,-2 3 37 16,-2-3 6-16,0-1-40 0,0 0 25 0,-2-3 0 15,-9 2 18-15,0-6-24 0,-4 1 22 0,-4-4 11 16,0-4-16-16,-2-1-92 0,5-6 42 0,-3-2 30 16,2-3-208-16,4-4 108 0,2-3 44 0,1-1 30 15,2 0-242-15,3 0 141 0,1-7 65 16,4-4-286-16,0-2 176 0,0-3 88 15,2-1 36-15,11-1-298 0,2-3 176 0</inkml:trace>
  <inkml:trace contextRef="#ctx0" brushRef="#br0" timeOffset="1117.83">18773 5457 895 0,'4'0'0'0,"0"0"0"0,1 0 0 0,-1 0 0 0,-1 3 0 0,1-2 0 0,-2 3 0 0,2 6 309 0,-2 0-138 0,2 7-69 0,-2 6 242 16,0 2-155-16,-1 4-71 0,1 1-46 0,0 2 100 16,-2 0-70-16,0 0-35 0,0-1 1 0,0-6 12 15,0 7-47-15,0-9 0 0,-2 0 0 0,-1-5 13 16,-1-2-13-16,2-7 8 0,0-2-4 0,0-1-4 16,0-5-1-16,2-1 56 0,0 0-27 15,0 0 7-15,0 0-35 0,0 0 21 16,0 0-1-16,4 0-20 0,9 0 0 0,4 0 39 15,0 0-7-15,4 0-33 0,-3 0 10 0,3 0-10 16,0 0 1-16,-1 0 8 0,-1 0-212 0,0-1 97 16,-2-1 52-16,-2 2-457 0,0 0 236 0,-2 0 86 15,0 3 72-15,-4 6-510 0,1 6 282 0,-1 0 139 16</inkml:trace>
  <inkml:trace contextRef="#ctx0" brushRef="#br0" timeOffset="2093.81">19263 4966 483 0,'0'-3'0'0,"-2"-2"0"0,0 1 0 0,0 2 0 0,2-2 0 0,-2 3 0 0,2-1 131 0,-1-2-49 0,1 2-17 16,0 2-7-16,0 0 158 0,0 0-91 0,0 0-46 16,0 0 40-16,3-2-35 0,11 0-29 0,6-1-1 15,3-1 75-15,5-4-49 0,0 2-23 0,4-1 80 16,4-1-56-16,-3-1-24 0,-1 1 0 0,2 3-15 16,-2-1-9-16,-6 5 8 15,4-3-8-15,-7 2-67 0,0 2 33 0,-1 0 0 16,-5 0-141-16,1 0 94 0,-6 0 36 0,-3 0-140 15,1 0 82-15,-2 0 13 0,-3 0-5 0,-1 0-272 16,-1 0 144-16,-1 0 79 0,0-6 39 0,0-5-195 16,1-4 109-16,-3 0 66 0</inkml:trace>
  <inkml:trace contextRef="#ctx0" brushRef="#br0" timeOffset="2314.21">19707 4621 1029 0,'-6'0'0'0,"2"0"0"0,3 0 0 0,1 0 0 0,0 0 0 0,0 0 0 0,0 0 0 0,5 2 0 0,10 3 0 0,2-1 155 16,3 2-61-16,1 0-30 0,0 2 155 0,-1 1-92 16,3 0-40-16,1 5 0 0,-7-5-27 0,4 2 0 15,-2 2-27-15,-3 1-27 0,0-1 9 0,-3 0 18 16,-3 0-1-16,-5-1-75 0,-1 2 37 0,-4 1 1 16,0 1-48-16,0 0 39 0,-14-1 10 0,-4 2-162 15,-1-2 74-15,-1-2 48 16,0-2 0-16,-6 3-121 0,3-5 56 0,0 1 45 15,-2-3-1-15,-1 2-285 0,-1 1 151 0</inkml:trace>
  <inkml:trace contextRef="#ctx0" brushRef="#br0" timeOffset="2507.69">19415 5107 1192 0,'2'3'0'0,"1"0"0"0,0 0 0 0,1-3 0 0,1 0 0 0,3 0 0 0,3 0 0 0,4 0 0 0,2 0 0 0,3 0 190 0,5 0-78 0,1 0 174 15,1-3-127-15,-1 1-63 0,-2 1-23 0,4-2-8 16,-5 3 0-16,0 0-32 0,0 0-1 0,-2 0-63 16,-3 0 40-16,-2 0-8 0,-4 0 32 0,-1 0-275 15,-4 0 137-15,-3 0 78 0,0 0-453 0,-2 0 237 16,-2 0 58-16,0 0-190 0,-8 4 171 0</inkml:trace>
  <inkml:trace contextRef="#ctx0" brushRef="#br0" timeOffset="2701.29">19509 5127 809 0,'-6'4'0'0,"4"1"0"0,2 5 0 0,0-1 0 0,0 4 0 0,0 1 0 0,0 8 0 0,0 2 0 0,0 4 348 0,2 2-162 0,2 7-76 16,1 0-39-16,-2 6 113 0,-1-2-75 16,0-3-31-16,-2 11 72 0,0-9-59 15,0-4-29-15,0 2-145 0,0-2 58 0,0-2 38 16,0-2-9-16,0-9-249 0,0-1 140 0,0-9 68 15,0-2 35-15,0-6-428 0,0-3 210 0,0-2 45 16,0-2 70-16,0-12-205 0</inkml:trace>
  <inkml:trace contextRef="#ctx0" brushRef="#br0" timeOffset="2847.9">19481 5482 18 0,'2'-7'0'0,"0"0"0"0,0 6 0 0,2-1 0 0,-1 2 0 0,3-2 394 0,3 2-181 0,1-2-82 16,3 1 91-16,2 1-95 0,3-3-46 0,1 3 186 15,1-2-117-15,1 2-51 0,0 0-37 0,2 0-112 16,-3 0 41-16,3 0 20 0,0 0 1 0,-3 0-337 16,-1 0 175-16,0 0 91 0,-2-1 46 0</inkml:trace>
  <inkml:trace contextRef="#ctx0" brushRef="#br0" timeOffset="3008.45">19917 5376 550 0,'0'0'0'0,"0"0"0"0,0 4 0 0,2 0 0 0,0-1 0 0,0 3 236 16,-1 0-102-16,1 2 103 0,2-1-95 0,1 0-58 16,2 3-26-16,-2 0 132 0,4 1-79 0,-3-2-39 15,1 0 8-15,3 0-247 0,-3 1 99 0,2-4 51 16,3-1 25-16,1-1-409 0,-2-4 225 0</inkml:trace>
  <inkml:trace contextRef="#ctx0" brushRef="#br0" timeOffset="3236.83">20298 5027 385 0,'2'0'0'0,"-2"-1"0"0,0-2 0 0,3 1 0 0,6-3 0 0,-2 2 0 0,4-3 480 0,3 2-224 0,2-2-111 15,3 2-56-15,3 0 198 0,1 1-118 0,3-1-73 16,-1 2-15-16,1 1-24 0,3-2-1 0,-1 1-195 15,-3 1 93-15,5-1 36 0,-3 1 21 0,-1-2-87 16,-3 2 55-16,-3-2 26 0,1 0 9 0,-2-2-307 16,-6 2 96-16,-1-1 95 0,-3 1-29 0,0-3-174 15,-5-1 127-15,-3-1 78 0</inkml:trace>
  <inkml:trace contextRef="#ctx0" brushRef="#br0" timeOffset="3441.83">20668 4760 632 0,'0'-1'0'0,"0"-1"0"0,0 0 0 0,0 2 0 0,5 0 0 0,6 0 0 0,1 0 0 0,4 0 0 0,2 0 264 0,1 2-116 16,6 5-57-16,-3 1 138 0,0 1-98 0,-1 1-41 15,6 1-33-15,-9-2 51 0,3 3-37 0,-3 0-1 16,0 2-37-16,-6-3 34 0,0 4-9 0,-1-1-25 16,-6-1-57-16,-3 2 28 15,-2-1 1-15,0 3 36 0,-3-2-152 0,-10 2 71 16,-4-2 37-16,-3 0-267 0,-3 1 120 0,2-6 79 15,-7 6 2-15,-1-4-360 0,-3 3 199 0,-7 3 98 16</inkml:trace>
  <inkml:trace contextRef="#ctx0" brushRef="#br0" timeOffset="3806.85">20413 5364 1107 0,'2'6'0'0,"3"-2"0"0,2 4 0 0,7-1 0 0,-3-4 0 0,3 0 0 0,0-3 0 0,4 2 0 0,2-2 0 0,4 0 169 0,1 0-69 0,-2 0-33 0,0-2 107 16,-2 0-70-16,2-4-28 0,-1-1-8 0,-1 1-77 16,-4-1 21-16,0 0-1 0,0-1-113 0,-4 3 76 15,-3-3 25-15,-1-1 0 0,-2 3-61 0,-3-3 47 16,-2-1 24-16,-2-2-186 16,0 1 90-16,0-1 7 0,-6 0 36 0,-5-1-80 15,-1 0 49-15,-2 2 0 0,-4 2 8 0,2 3 59 16,-5 2-25-16,-4 2 0 0,-1 2 93 0,1 4-54 15,-6 12-16-15,3 1 12 0,0 4 59 0,3 2-31 16,4-1-25-16,9 0 205 0,-2 7-105 0,7-3-36 16,5-1-32-16,0 1 194 0,2-3-93 0,0 2-48 15,2 0-29-15,10-4 118 0,2 0-73 0,2-2-37 16,0-3 9-16,7 3-10 16,-3-6-35-16,3 0 0 0,1-1-186 0,-1-5 93 15,-3 1 54-15,5-5-148 0,-2 1 93 0,-1-4 47 16,-2 0 23-16,3 0-550 0,-2-6 256 0,-1-5 94 15,-2-2 79-15</inkml:trace>
  <inkml:trace contextRef="#ctx0" brushRef="#br0" timeOffset="3968.43">20858 5423 1176 0,'0'-2'0'0,"0"1"0"0,0 1 0 0,1-2 0 0,6 0 0 0,2 0 0 0,2-3 0 0,3 1 0 0,2-2 0 0,3 2 176 0,-1-2-72 0,5 1-35 16,-2 1 118-16,-1 0-77 0,3-1-30 0,-2 1-75 15,0-2-107-15,-1 3 68 0,-1-1 33 0,-3 2-143 16,-2 0 97-16,-1 2 35 0,-3 0 23 0,-3 0-431 16,-5 0 170-16,0 0 123 0</inkml:trace>
  <inkml:trace contextRef="#ctx0" brushRef="#br0" timeOffset="4131.99">21055 5387 14 0,'-12'8'0'0,"0"-3"0"0,3 5 0 0,0 1 0 0,4 0 0 0,-1 4 0 0,1-1 370 15,1 4-169-15,1 1-84 0,3 8 179 0,-3-4-132 16,3-1-57-16,0 0 99 0,0 1-87 0,0 0-43 16,8-3-21-16,3-1-17 0,0-2 3 0,5-4-8 15,0-2-1-15,5-3-178 0,5-3 90 16,-1-5 44-16,3 0-324 0,0 0 180 0,1-8 54 16</inkml:trace>
  <inkml:trace contextRef="#ctx0" brushRef="#br0" timeOffset="4685.96">21690 5323 698 0,'-4'0'0'0,"0"-3"0"0,4-1 0 0,0-5 0 0,0 0 0 0,-1-3 0 0,1-3 125 0,-2 0-45 0,2-1-24 0,0-1 118 16,-4 0-74-16,2-3-34 0,-1 2 0 0,-2 2 30 16,0 0-32-16,-3 1 8 0,1 1-39 0,0 5-8 15,-5 2 8-15,3 1 0 0,-2 5-32 0,-3 1 40 16,0 0-9-16,-6 14-66 0,3 9 34 0,1 4-1 16,-2 3 34-16,2 4-49 15,2 1 18-15,5 2-1 0,2 2-1 0,3-2 43 16,4-4 1-16,0-6-33 0,0 7 30 0,2-10-2 15,5-4-23-15,4-2 2 0,1-3-5 0,1-4 18 16,2-3-11-16,-2-5-50 0,3-3 24 0,0 0 6 16,3-7 21-16,-2-12-89 0,-2-6 40 15,1-2 13-15,4-12 1 0,-6 2-121 0,0-4 66 16,-1-5 17-16,0-2 23 0,0-4-104 16,-1-10 55-16,-1 1 16 0,0-1-38 0,1 6 21 15,-1-12 8-15,-4 20-35 0,-2-3 37 0,0 15 0 16,-3 0 36-16,-2 14 119 0,0 1-55 0,0 10-32 15,0 2 0-15,0 4 263 0,0 4-147 0,-2 1-47 16,-5 1 157-16,4 19-91 0,-1 3-59 0,-1 8 5 16,1 3 64-16,-1 11-60 0,0 0-25 0,0 2 101 15,1 2-63-15,0 0-33 0,-1 1 9 0,1-2-18 16,1 2-22-16,3-1 0 16,-2-4-1-16,2-1-124 0,0-6 71 0,0 2 22 15,0-6-282-15,0-3 141 0,5-2 80 0,2-10 16 16,3-3-403-16,0-3 190 0,4-6 112 0,0-7-121 15,2 0 117-15,2 0 58 0</inkml:trace>
  <inkml:trace contextRef="#ctx0" brushRef="#br0" timeOffset="4993.42">22122 5136 21 0,'10'-20'0'0,"-7"-1"0"0,1 2 0 0,0 2 0 0,-3 0 0 0,-1 4 0 0,0 4 395 16,0-1-173-16,-3 3-99 0,-6 3 145 0,-5 2-118 15,-1 2-59-15,-2 0-29 0,-1 10 97 0,-3 4-67 16,0 3-30-16,3 2 25 0,4-1-27 0,3-2 1 16,1 3-21-16,5-2 70 0,3 2-39 0,2-3 0 15,0 0-38-15,2-2 60 0,9 0-21 0,4 1-9 16,2-2-11-16,3 0-19 16,1 0 0-16,2-2 0 0,-5 2-59 0,7 1 26 15,-10 0-1-15,2 2-84 0,-2-1 55 0,-4 2 31 16,-3-3 6-16,-2 4-32 0,-4-3 3 0,-2-2 1 15,0 2-11-15,-14-2 81 0,-4-1-19 0,-7-2-28 16,-1-2 95-16,-2-2-45 0,-1-2-21 0,3-4 1 16,-4 0-36-16,7 0 18 0,3 0 18 0,3-4-353 15,4-4 162-15,7-5 81 0,6-1 36 0,0-3-605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2:13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13246 5842 439 0,'-6'0'0'0,"1"0"0"0,-1-2 0 0,0 1 0 0,2-2 0 0,1 2 0 0,-3-2 0 0,3 2 5 0,-1 1 28 0,0-2-1 16,0 2 35-16,2-2-26 0,2 2-8 0,-2 0-6 15,2 0-10-15,0-2 16 0,0 2-1 0,0 0-42 16,0 0 17-16,0 0 0 0,0 0 26 0,0 0-38 15,0 0 29-15,0 0-9 0,0 0 9 0,0 0 1 16,0 0-4-16,0 0 1 0,0 0-3 0,0 0 4 16,0 0-3-16,0 0-1 0,0 0 15 0,0 0-13 15,0 0 3-15,0 0 34 16,0-2-6-16,0 0-24 0,0 1-2 0,0 1 34 16,0-2-33-16,0 2 9 0,0 0-9 0,0 0 9 15,0-2-6-15,0 2 3 0,0-2-11 0,0 2 19 16,2-2-10-16,1 1-45 0,4-3 21 0,-2 0-2 15,3 1 23-15,-1 0-20 0,1 1-5 0,-1-1 13 16,1 0 7-16,-1 0-28 16,1 1 4-16,-2 0 13 0,1 0 5 0,2 0-10 0,-1 1 9 0,0-2-2 15,1 0-6-15,2 2 5 16,-1-2 1-16,1 0 3 0,-1-1-5 0,4 0 3 16,-1 0 3-16,2 0-14 0,2-1 10 0,2-2-2 15,0-3 2-15,5 0-15 0,-3 3 17 0,7 0-4 16,0-3 1-16,1 2 14 0,1 1-14 0,1 0 2 15,0 1-13-15,0 2 11 0,3 0 0 0,-2 2-1 16,4 1 26-16,-3-2-26 16,5 3 4-16,-2-1-27 0,2 1-1 0,4-2 23 15,-2 0 2-15,5 0-16 0,-4 0 16 0,12 1-4 16,-4-1 2-16,3-2-1 0,-3 0 0 0,2 0-2 16,-1 3-37-16,0-1 36 0,-6 2 1 0,0 0-20 15,-8 0 18-15,1 0-3 0,-3 0 5 0,-1 0-30 16,-3 3 0-16,1 3 24 0,-3-3 2 0,-2 3-24 15,-1-2-1-15,3 1 15 0,-1-1 5 0,-4 0-1 16,0-4 0-16,0 4-4 0,0-2-3 0,-3 0 5 16,-1 2 1-16,-1-3-2 0,-2 1 32 0,-6 0-29 15,2 0 0-15,-4 0 26 16,-1 0-25-16,-2-2 3 0,-3 1-3 0,0-1 18 16,0 0-14-16,-2 0-1 0,0 0-1 0,0 0 45 15,0 0-21-15,0 0 6 0,0 0-24 0,0 0 29 16,0 0 0-16,0 0-22 0,0 0-33 0,0 0 32 15,0 0 1-15,0 0-74 0,-2-1 34 0,-4-7-1 16,1-1 36-16,1-2-605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2:57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5834 9356 482 0,'-11'0'0'0,"4"0"0"0,1 0 0 0,-2 0 0 0,4 0 0 0,-1 0 0 0,0 0 0 0,1 0 60 0,0 0 0 0,2 0-27 0,0 2 0 16,2-2 31-16,0 0-8 0,-1 0-23 0,1 0 27 15,0 0 0-15,0 0-27 0,0 0 8 0,0 0-48 16,0 0 40-16,0 0 0 0,0 0-33 0,0 0 33 15,0 0 8-15,0 0-8 0,0 0-24 0,0 0 0 16,0 2 12-16,0-1 9 0,0-1 16 0,1 4-19 16,6-2-7-16,-2 2 27 0,3-3-22 0,-2 5 1 15,4-3 36-15,1 0-7 0,0 1-21 0,2 0-4 16,0-1 26-16,1 1-23 16,2 0 9-16,3 0-9 0,1 1 18 0,6 1-18 15,-1-3 0-15,4 1-1 0,4-1 46 0,1 0-45 16,8-1-1-16,-1-2 29 0,4 0-28 0,4 0 0 15,5 0 28-15,0 0-28 0,11 0 0 0,-3 0 0 16,6 0 26-16,-6 0-18 0,14 0-8 0,-4 0 0 16,3 0 6-16,0 0-6 0,0-2 0 0,-9-1 8 15,17-4-36-15,-10 4 0 0,-4-2 27 16,-3 2-29-16,0 1-5 0,-8 1 40 16,3-2-14-16,-4 3-28 0,-3 0 24 0,-5 0 6 15,-4 0-41-15,-4 0 43 0,0 0-14 0,-6 3 7 16,-1 0 0-16,-6-1-2 0,-3 2-2 0,-1-2 7 15,-7-1 29-15,-2 1-33 0,-4 1 1 0,0-2 37 16,-3-1-34-16,-4 0 3 0,0 3 0 0,-1-3-3 16,-1 0 4-16,-2 0-4 0,0 0-8 0,0 0 18 15,0 0-9-15,0 0 1 0,0 0-49 16,0 0 23-16,0 0-3 0,0 0 25 16,0 0-147-16,0 0 61 0,0 0 37 0,0 0-374 15,0 0 181-15,0 0 75 0,0 0-239 0,0 0 176 16,2 0 87-16</inkml:trace>
  <inkml:trace contextRef="#ctx0" brushRef="#br0" timeOffset="985.25">11890 9210 328 0,'-23'0'0'0,"8"0"-164"0,8 0 82 0,2 0 41 0,4 0 41 0,1 0 290 0,0 0-108 15,0 0-74-15,0 2-38 0,6 1 2 0,10 3 8 16,5-1-47-16,6 1 106 0,10 0-52 0,4-2-28 16,17 1 1-16,-5-3 79 0,20 0-56 0,3-2-26 15,16 0 33-15,0 0-29 16,4 0 0-16,10 0-20 0,4 0 51 0,2 0-30 16,18 0 0-16,-25 0-29 0,24 6 10 0,-23 3-2 15,4 3-8-15,1 0-1 0,-4 4-57 0,-1-4 28 16,-3 2 0-16,-15-3-46 0,15 2 34 0,-13-4 21 15,-3 1-24-15,-16-3-1 0,6-1 7 0,-11 1-9 16,5-1 73-16,-18-3-14 0,0 1-33 0,-8 0-13 16,-10-3 84-16,-3-1-27 0,-4 0-5 15,-5 0-18-15,-4 0 15 0,-8 0 14 0,-4 0-35 16,-1 0 30-16,-2 0-118 0,-2 0 48 16,0-1-1-16,-2-1-299 0,0-1 159 0,0 0 65 15,0 0-158-15,0-1 92 0</inkml:trace>
  <inkml:trace contextRef="#ctx0" brushRef="#br0" timeOffset="2496.73">6923 13698 327 0,'-17'-9'0'0,"10"5"0"0,4-1 0 0,1 4 0 0,1 1 0 0,-2-2 0 0,3 2 155 0,0 0-61 0,0 0-30 0,0 0-1 16,0 0 7-16,0 0-37 0,0 0 0 0,0 0 0 15,0 0 0-15,0 0 0 0,0 0-44 0,0 0 17 16,0 0 1-16,0 0 24 0,0 0-28 0,0 0-1 15,3 0 34-15,3 0-23 0,1 0 19 0,-1 0-14 16,0 0 6-16,0 0 1 0,-1 0 1 0,2 0-11 16,-1 0 5-16,2 0 5 0,1-2-4 0,0 2 1 15,3 0 11-15,1 0-5 16,1 0-6-16,2 0 9 0,1 0-8 0,3 0 2 16,2 0 5-16,0 0-9 0,0 0-19 0,1 0-2 15,5 0 22-15,-1 0 1 0,-5 0 4 0,7 0-9 16,-4 0 3-16,3 0 1 0,0-2-1 0,-1 2-2 15,0-2 5-15,4 2-5 0,3 0 1 0,1 0 0 16,-3 0 6-16,6 0-6 0,3 0 5 0,2 0-3 16,0 0 26-16,-1 0-24 15,8 0-3-15,0 0 25 0,3-1 6 0,1-1-26 16,3-4-2-16,8-2-2 0,-6 4 3 0,0-3 4 16,-4 4-22-16,3-3-4 0,8 1 22 0,-6 2 1 15,-9 0-45-15,8 1 20 0,-2 0 4 0,7-1 11 16,-4 1-14-16,0 0 9 0,1-2 7 0,2 0-27 15,-9 0 27-15,16-1-12 0,-5 1 7 0,-4 0-26 16,1 0 24-16,4 0-2 0,-6 0 7 0,13 3-6 16,-1-1 0-16,-1-2 2 0,2 2-27 0,1-1 26 15,-11-1 2-15,18 2-4 16,-4-5-6-16,-2 3 4 0,2-2 3 0,2 0-38 16,2 2-1-16,0 0 36 0,-3 3-5 0,1-1-44 15,0 0 22-15,2 2-8 0,2 5-7 0,11 9 2 16,-9-3 20-16,-9-1 6 0,18 1 33 0,-19-6-39 15,6 0 2-15,-2-2 2 0,-2-1 36 0,2 2-1 16,-4-4-30-16,-12 4 12 0,15-3-6 0,-9 1-5 16,-3 0 11-16,-4 0-9 0,-9-2 7 15,5 0-5-15,-3 0-54 0,-2 0 26 16,-2-2-3-16,-6-7 28 0,-1 0-55 0,-7 1 23 16,2-1-7-16,-1-3 31 0,-2 3-30 0,-4 1 25 15,-2 1-8-15,2 1 28 0,-4 1-28 0,-2-1 6 16,2 4-10-16,-3 0 56 0,1 0-21 0,-1 0-4 15,1 0 47-15,-2 0-30 0,-5 2 11 0,2 0-38 16,-5 0 55-16,0 0-24 0,-2-3 11 0,-5 3-33 16,3 0 34-16,-4 0 0 0,-3-2-21 15,-1 2 0-15,0 0-2 0,0 0-2 16,-2 0 4-16,0 0-11 0,-2 0 11 0,0 0 0 16,0 0-37-16,0 0 0 0,0 0 28 0,0 0 4 15,0-2-86-15,0-6 41 0,-2-5 14 0,-8-9 0 16,-1-10-549-16</inkml:trace>
  <inkml:trace contextRef="#ctx0" brushRef="#br0" timeOffset="3974.41">18168 13726 572 0,'-11'-26'0'0,"1"3"0"0,7 8 0 0,1 5 0 0,0 3 0 0,2 5 0 0,0 0 0 0,0 1 0 0,0-2 0 0,0 3 10 0,2 0-1 0,7-2 32 0,3 2-51 16,-1-1 20-16,0-1 1 0,4 0 14 0,0-2 5 16,0 1 7-16,3-4-7 0,-2 3 35 0,-1-2 1 15,2 0-36-15,2 1-44 16,-1-1 124-16,3 0-43 0,4 0-1 0,-1 1-2 16,6-1 0-16,2 3-31 0,6-1 8 0,6 0 0 15,2 2-9-15,4 0 1 0,14 2 12 0,-4 0-12 16,-2 0 8-16,18 0-8 0,0 2-27 0,17 6 27 15,0-3 0-15,13 1-1 0,8-3-10 0,22 1 10 16,-7-4 1-16,8 3-35 0,10-2 0 16,-6 1 26-16,-14 0 11 0,31 4-76 15,-17 1 31-15,-4 1-7 0,-4 0-2 0,-1 0-6 16,-11 2 45-16,24 1-14 0,-11 1-18 0,-2-1 14 16,2 0 9-16,2 2-18 0,-14 0 16 0,24 1-10 15,-14 4 7-15,-2-3-20 0,1 2 19 0,-5-2-1 16,-15-1 2-16,22 4-22 0,-27-4 20 0,11 0 1 15,-7 1-3-15,-7-1 2 0,-13-3 0 0,14 0-3 16,-26-2 22-16,7 2-21 0,-9-3 2 0,-9-1-4 16,4 2 27-16,-16-6-22 15,0 1-1-15,-5-3-11 0,-8 2 12 0,-5-3 4 16,-3 0 0-16,-13 0-116 0,2 0 52 0,-9 0 26 16,-5-3-279-16,-5 2 131 0,-3-1 66 0</inkml:trace>
  <inkml:trace contextRef="#ctx0" brushRef="#br0" timeOffset="11202.99">4249 10553 373 0,'0'0'0'0,"-4"0"0"0,4 0 0 0,-2-1 0 0,2 1 0 0,-3 0 0 0,3 0 158 15,0 0-54-15,0 0-40 0,0-2 0 0,0 2 18 0,0 0-25 16,0 0 8-16,0 0-11 0,0 0-1 0,3-1-20 16,2-2 0-16,3 1 12 0,6 1-4 0,-1-1-8 15,6-2 7-15,-1 0-7 0,2 0 0 0,7 1 0 16,-6 1 20-16,9-2-21 15,3 1 1-15,-2-1 0 0,5-1-18 0,5-2 18 16,-6 2 8-16,11-5 0 0,-3 3-8 0,0-3-1 16,4 3-35-16,-4-1-2 0,-5 3 44 0,3 2-9 15,-4-1-43-15,1 0 18 0,0 2 1 0,-4 0 14 16,-1 2-25-16,-6 0 21 0,-3 0 6 0,-2 0-10 16,-1 0-3-16,-2 0 1 0,-5 0 12 0,0 4 16 15,-4-2-22-15,-1 1-2 16,-2 0 31-16,-1-2 1 0,0 1-23 0,-4-1 2 15,0-1 4-15,1 3-5 0,-3-3-2 0,0 0 4 16,0 0 30-16,0 0-31 0,0 0-1 0,0 0 2 16,0 0-19-16,0 0 18 0,0 0 6 0,0 0-109 15,0 0 49-15,0 0 21 0,0 0-429 0,0 0 206 16,0 0 108-16</inkml:trace>
  <inkml:trace contextRef="#ctx0" brushRef="#br0" timeOffset="12569.3">5370 14515 359 0,'-17'0'0'0,"3"-2"0"0,4 0 0 0,2 2 0 0,1-2 0 0,0 2 180 0,1 0-74 0,2-2-28 0,0 2-9 16,2 0 4-16,-1 0 1 0,3 0-42 0,0 0 9 16,0 0 20-16,-2 0-29 0,2 0 1 0,0 0-21 15,0 0 0-15,0 0 29 0,0 0-9 16,0 0-35-16,0 0 36 15,0 0 0-15,0 0 29 0,0 0 8 0,0 0-37 0,0 0 0 16,0 0 35-16,0 0-35 0,2 0 0 0,3 0 7 16,1 2 18-16,2 2 0 0,1-1-25 0,2 3 28 15,2-3-29-15,3 4 9 0,0-2-35 0,3 1 27 16,-2-3-1-16,3 2 1 0,2-4-22 0,-2 0 30 16,4-1-8-16,2 0 0 0,1 0 15 0,3 0-15 15,3 0-3-15,4-2 30 16,7-8-30-16,-4 1 1 0,4-1 2 0,0 1-3 15,1-3 1-15,-2 2 9 0,10 0-2 0,-1-2-39 16,-1 3 36-16,1-3-2 0,-1 4-34 0,2-4 7 16,0 3 22-16,0 0 3 0,-3-1-52 0,-2 1 24 15,-5 1-10-15,-6 4-4 0,0-2-9 0,1 1 38 16,-6 3-9-16,-2 1-20 0,-7-1 22 0,-1 2 5 16,0 0-10-16,-7 0 6 0,2 0-6 0,-7 0 4 15,-1 0 22-15,-3 0-19 0,0 0-2 0,-4 0 0 16,0 0 38-16,-1 0-1 15,1 0-30-15,-2 0 0 0,0 0 33 0,0 0-34 16,0 0 5-16,0 0-41 0,0 0 2 0,0 0 39 16,0 0-119-16,0 0 54 0,0 0 25 0,0 0 0 15,0 0-596-15,0 3 272 0,11-1 158 0</inkml:trace>
  <inkml:trace contextRef="#ctx0" brushRef="#br0" timeOffset="19971.02">7087 14060 576 0,'-7'0'0'0,"1"0"0"0,3 0 0 0,1 0 0 0,-1 0 0 0,3 0 0 0,0 0 0 0,-2 0 122 0,2 0-45 0,0 0-23 0,0 0 1 16,0 0 44-16,0-2-26 0,0-2-7 0,2 0-11 15,6-1 1-15,1 0-24 0,0-1-11 0,1 1 20 16,3-2-8-16,0 4 0 0,1-1 24 0,-2 3-25 15,3-1 1-15,-2-1 8 0,1 3-58 0,-3 0 25 16,2 0 0-16,-1 0 25 0,-3 0-91 0,2 0 41 16,-1 0 17-16,-1 0-130 0,-1 0 70 0,-1 0 25 15,1 0-201-15,-5 0 101 16,3 0 63-16,-3 0 12 0,1 0-91 0,-2 0 49 16,3 0 35-16,-4-3-9 0,-1-3-76 0</inkml:trace>
  <inkml:trace contextRef="#ctx0" brushRef="#br0" timeOffset="20345.68">7226 13827 609 0,'-6'0'0'0,"0"0"0"0,3 2 0 0,1-1 0 0,-2 5 0 0,4 1 0 0,0-2 117 0,0 4-41 0,0 2-23 16,0-2 59-16,0 5-44 0,2-3 0 0,4 2-35 15,-1 2-47-15,2 1 24 0,-4 1 7 0,1 0 16 16,0 3-66-16,-3-1 33 0,1 0 0 0,-2-3-169 15,0 3 108-15,0-3 3 0,0-4 38 0,0 2-240 16,-3-5 124-16,-2-1 29 0,-6-1-16 0,2-1 48 16,-1 0 21-16,-4-4 0 15,2 1 79-15,0 0-29 0,1-1-8 0,-2 2-21 16,2-1 175-16,0-2-100 0,4 3-37 0,-1-3 125 16,4 2-55-16,0-1-41 0,2-1-22 0,2-1 255 15,0 2-124-15,0 0-29 0,2 0 21 0,8-2-55 16,3 0-24-16,2 0 1 0,5 0 46 0,0 0-35 15,2 0 8-15,-2 0-43 0,2 0-22 0,-3 0 22 16,-1-2 0-16,-1 0-45 0,-1-1 30 16,-2 1-7-16,-1-1 22 0,-2 3-207 0,0 0 85 0,-5 0 56 15,0 0-302-15,-2 0 164 16,-3 0 53-16,1 0 50 0,1 0-177 0,-3 6 106 16,0 0 44-16,-3-1 36 0</inkml:trace>
  <inkml:trace contextRef="#ctx0" brushRef="#br0" timeOffset="20622.24">7296 14202 532 0,'0'0'0'0,"-3"0"0"0,3 0 0 0,0 0 0 0,0 3 0 0,0 3 0 0,0 3 0 0,0 1 0 0,0 4 100 0,0-1-34 0,1 3-1 0,1 1 0 15,1-3-24-15,1 3-8 16,-1-2-1-16,1 0-36 0,1-1-1 0,-3-6 38 16,-1 5-174-16,1-5 83 0,1-1 44 0,-3-2 23 15,0-1-210-15,0-2 102 0,0-2 30 0,0 0 33 16,0 0-37-16,0 0 27 0,-3 0-11 0,0-2 111 15,3-2-44-15,-2 2 0 0,2-1-46 0,0 2 126 16,0-1-47-16,0 1-36 0,2-2 213 0,5 2-108 16,0-1-28-16,3 0-36 0,1 0 120 15,-2 1-60-15,4-4-41 0,-5 3-1 16,3-1-56-16,-4 0 23 0,2 2 0 0,-2-1-124 16,-2 0 57-16,-1 0 34 0,0 2 0 0,-3 0-233 15,-1-1 113-15,0 1 68 0,0 0-122 0,0 0 84 16,-5 0 9-16</inkml:trace>
  <inkml:trace contextRef="#ctx0" brushRef="#br0" timeOffset="20800.75">7193 14334 597 0,'0'8'0'0,"0"1"0"0,-3 5 0 0,1-2 0 0,1 2 0 0,-2 1 0 0,1 0 0 0,-1 0 132 0,1-1-50 0,0 4-17 15,1-3-32-15,1 2 0 0,0-2 0 0,0 2 0 16,0-4-124-16,0-2 70 0,0-2 23 0,0-1 0 16,0-4-301-16</inkml:trace>
  <inkml:trace contextRef="#ctx0" brushRef="#br0" timeOffset="21022.26">7163 14443 498 0,'0'4'0'0,"0"-1"0"0,1 2 0 0,1-2 0 0,4 3 0 0,4-2 253 16,1-1-102-16,5 3-63 0,1-2 160 0,3 2-107 16,5-2-54-16,0 1-28 15,-3 0 67-15,7 1-51 0,-4 0-22 0,2-1 1 16,-1 1 9-16,0 0 0 0,-3 0-22 0,7 1-79 16,-6-2 36-16,1 0-1 0,-3 0-158 0,1 1 97 15,-1-1 56-15,-3 0 17 0,0 0-306 0,-2-2 127 16,-2 1 84-16,-2-3 0 0,-4-1-222 0,3 0 141 15,-5 0 67-15,-1 0 34 0,-2-1-75 0</inkml:trace>
  <inkml:trace contextRef="#ctx0" brushRef="#br0" timeOffset="21413.22">7509 14098 802 0,'0'-8'0'0,"0"2"0"0,0 1 0 0,0-1 0 0,1 1 0 0,4-3 0 0,2 5 0 0,2-4 85 0,0 5-27 0,0 1 1 16,0-1-47-16,1 0-8 0,-3 2 29 0,1 0 0 16,-1 0-115-16,-1 0 58 0,-4 7 36 0,1 6-8 15,-2-3-63-15,-1 4 41 16,0-3 21-16,0 4-86 0,-4-3 28 0,-4 0 29 16,1 2-12-16,-1-6-1 0,1 2 7 0,2-2 20 15,-4-1 68-15,4 0-31 0,1-1 4 0,3-2-38 16,-1-3 56-16,2 4-25 0,0-1 19 0,0 0-42 15,0 1 19-15,0-1-12 0,2 1 16 0,1 2-55 16,3 3 48-16,1 1-6 0,-1 2-41 0,-2 1 38 16,1 0-2-16,-1 4 2 0,-2-3 22 15,1-1 0-15,0 1-28 0,-2-2 4 16,1-3 81-16,-2 1-36 0,0-4-17 0,0 0 83 16,0-3-44-16,3-2-25 0,-3-2 14 0,0 1 2 15,0-1-18-15,0 0-14 0,3 0-60 0,-1 0 31 16,4 0 9-16,-1 0 31 0,2-5-125 0,2-4 55 15,-2 1 21-15,0-4 0 0,3-1-244 0,-1-2 128 16,-1 1 41-16,2-9 40 0,2 0-304 0</inkml:trace>
  <inkml:trace contextRef="#ctx0" brushRef="#br0" timeOffset="21696.46">7851 13810 868 0,'2'0'0'0,"0"0"0"0,0 5 0 0,1 3 0 0,-3 5 0 0,0 2 0 0,1 2 0 0,0-3 90 0,1 2-29 0,0 4 9 16,3-4 12-16,-2 1-24 0,1 0-1 0,0-2-24 16,-1 0-128-16,1-4 73 0,-1 2 23 15,0-5-227-15,-2 0 128 0,1-5 65 16,1-1 31-16,-3 0-226 0,0-2 81 0,0 0 68 16,0-2 11-16,0-5 0 0,0-3 15 0,0 3 12 15,0-3 121-15,0 2-57 0,0 0-28 0,0 2 1 16,0-2 207-16,2 1-96 0,4 1-60 0,0 0-30 15,2 1 173-15,0 0-88 0,1-1-9 0,0 2-18 16,0 0-9-16,1 2-33 0,-1-2 0 0,-1 3-35 16,2-2 0-16,-3 3 43 15,-2 0-204-15,-1 0 82 0,1 0 52 0,-1 3 26 16,-2 4-349-16</inkml:trace>
  <inkml:trace contextRef="#ctx0" brushRef="#br0" timeOffset="22174.18">7898 14148 457 0,'3'5'0'0,"-3"1"0"0,2 0 0 0,-1 0 0 0,-1 0 0 0,2-3 0 0,-2 1 0 0,3-1 32 16,-3 4 9-16,0-4-8 0,1 1-66 0,-1 0 30 16,0-1 0-16,0 0 31 0,0-1-199 0,0-2 86 15,-4 0 44-15,-6 0-58 0,1 0 44 0,0-2 23 16,-1-4-2-16,2-4 77 0,-4 2-26 0,5 1-31 15,-1 0 178-15,2-1-87 0,2 2-43 0,2 0-13 16,2 4 198-16,0-4-91 0,0 0-55 0,2 0-1 16,8 1 13-16,4 1-31 0,0-2 1 0,3 3 17 15,1 1-39-15,1-2-1 0,2 2 9 16,-3 0 0-16,2 2-8 16,-4 0-1-16,1 0-47 0,-2 0 24 0,-3 0 9 0,3 2 14 15,-4 4-97-15,-5-1 38 0,4 1 28 0,-8 3-2 16,2 1-58-16,-1 3 24 0,-3-1 24 0,0 0-104 15,-3-1 58-15,-8 3 12 0,-2-3-1 0,-2-1 7 16,0-3 0-16,-2 0 3 0,1-1 102 0,0 0-43 16,3-3-5-16,0-1-36 15,2 0 210-15,3 0-92 0,2 0-50 0,2-2-12 16,3 0 243-16,1 0-130 0,0 2-52 0,0-2-12 16,0 4-27-16,8-3 1 0,-1 4 4 0,7-3-32 15,0 3-1-15,-3-1 1 0,5-3-37 0,-2 3 0 16,1 0 45-16,0-2-8 0,-2 2-183 0,0-1 92 15,-5-2 42-15,3 2 24 0,-3 0-440 0,0 0 213 16,-5 1 73-16,3 1-152 16,-5 3 132-16,-1 0 59 0</inkml:trace>
  <inkml:trace contextRef="#ctx0" brushRef="#br0" timeOffset="22337.26">7896 14466 942 0,'0'10'0'0,"0"-2"0"0,0 2 0 0,0 1 0 0,0-1 0 0,0 0 0 0,0 2 0 0,0-1 0 0,0-1 295 0,2 1-131 16,4 0-66-16,0-1-24 0,1 4 38 0,-1-4-40 15,2 0 1-15,-1 0-259 0,-3-2 109 0,3-2 63 16,-2 4 20-16,4-7-184 0,-4-1 105 0,2-2 54 16</inkml:trace>
  <inkml:trace contextRef="#ctx0" brushRef="#br0" timeOffset="22490.36">7996 14503 608 0,'2'4'0'0,"1"2"0"0,-2-1 0 0,1-1 0 0,-1-1 0 0,1 4 0 0,-2-2 366 0,0 1-166 0,2-1-84 0,0 3-33 16,3-2 118-16,1 3-84 0,4-1-42 0,-3-1-129 16,-1 0 43-16,1 0 30 0,4-2-8 0,-5-2-364 15,3 0 198-15,3-3 88 0,-3 0-233 0</inkml:trace>
  <inkml:trace contextRef="#ctx0" brushRef="#br0" timeOffset="22630.98">8239 14469 757 0,'3'2'0'0,"-1"0"0"0,0 4 0 0,0-2 0 0,2 3 0 0,-3-1 0 0,3 1 0 0,0 1 203 0,1-1-85 15,0 0-42-15,0 2 41 0,2-2-34 0,1-2-29 16,-1 1 0-16,4 0-327 0,-1-2 154 0</inkml:trace>
  <inkml:trace contextRef="#ctx0" brushRef="#br0" timeOffset="22761.62">8484 14448 1059 0,'3'7'0'0,"0"1"0"0,-3-2 0 0,2 1 0 0,0 0 0 0,2 0 0 0,-3 0 225 0,3 1-96 0,2 2-40 0,2-1-32 16,0 3 93-16,-2-2-58 0,3 3-30 0,3-1-423 15</inkml:trace>
  <inkml:trace contextRef="#ctx0" brushRef="#br0" timeOffset="23756.6">7020 10979 383 0,'0'0'0'0,"-2"0"0"0,2 0 0 0,0 0 0 0,0 1 0 0,0 1 0 0,0 4 0 0,0 3 101 0,0 1-36 0,0 4-26 16,0 4 12-16,0 1-1 0,0 6-26 0,-3 2 0 15,-3-7-19-15,-3 8 19 0,0-3 1 0,0-4-1 16,-1-2 14-16,1 1-15 0,0-3 7 0,2-4 73 15,-4 0-38-15,8-3-10 16,-2-1 36-16,1-3-30 0,3-2 9 0,1-1-37 16,-3-3-8-16,3 2 7 0,0-2 1 0,0 0 0 15,6 0-102-15,6-2 47 0,6-9 27 0,0-6 0 16,3-4-121-16,0 0 56 0,-4 3 45 0,5-7-180 16,-6 11 96-16,-2-3 25 0,-1 4-13 0,-5 5 22 15,1 2-7-15,-3 5 15 0,-2-1 60 0,-3 2-9 16,1 0-27-16,-2 14 0 0,0 7 151 0,0 5-62 15,-3 3-40-15,-3 3 194 0,-1-2-106 16,-1 0-35-16,2-8-32 0,2 2 124 0,0 0-68 16,4-8-11-16,0-5-24 15,0 1 0-15,0-4-17 0,0-3-8 0,0-1-60 0,0-2 30 16,8-2 0-16,4 0 29 0,-1 0-28 0,0-8-8 16,2-5 37-16,3-6-118 0,-2 1 52 0,-2 1 13 15,2 0 4-15,-2 2-214 0,0 1 112 0,-5 5 40 16,2 2-283-16,0 4 163 0,-3 3 75 0</inkml:trace>
  <inkml:trace contextRef="#ctx0" brushRef="#br0" timeOffset="23907.27">7236 11623 782 0,'-11'17'0'0,"-1"-3"0"0,3 0 0 0,3-7 0 0,1 0 0 0,-1-4 0 0,2-2 0 0,3-1 251 0,-2 0-109 0,3 0-54 0,0 0-28 16,0-4 10-16,5-14 9 0,12-5-46 0,-4-1-149 15,5-2 74-15,-2-4 38 16,3-1-385-16,0 0 203 0,-2-6 97 0</inkml:trace>
  <inkml:trace contextRef="#ctx0" brushRef="#br0" timeOffset="24365.38">7450 10929 542 0,'0'12'0'0,"-8"5"0"0,-4 5 0 0,0 1 0 0,-4 2 0 0,2 1 0 0,-3 0 139 0,4-2-45 0,-3 2-34 0,5-5 23 0,0-2-25 0,1-4-1 16,6-7 29-16,-1-1-19 15,3-3-8-15,0-3-27 0,2-1-29 0,0 0 30 16,2 0-1-16,9-3 9 0,3-10-81 0,4-2 36 16,-1 3 0-16,1-1 37 0,3 4-76 0,-5-1 42 15,0 5-4-15,1-1-16 0,-4 5 5 0,-2 1-1 16,-2 0-8-16,-2 0 35 0,1 7-19 0,-5 4 14 15,0 4 25-15,-3 4 0 0,0 5-23 0,0-4 0 16,-9 8 9-16,0-2-7 16,-2-2 0-16,-1-1 0 0,0-1-83 0,3-3 41 15,-5 0-3-15,3-2-136 0,-3-2 77 16,4-4 44-16,-1-1-90 0,0-3 55 0,1-3 19 0,2-4 21 16,-1 0-128-16,-1 0 71 0,5-4 27 0,-1-9 7 15,4-2 3-15,1 0 0 0,1-2 66 0,0 2 0 16,0 2 54-16,0 1-54 0,0 5 0 0,0-1 255 15,1 5-132-15,4 1-75 0,1 1 173 16,3 1-76-16,3 0-67 0,1 0 20 0,3 0 188 0,0 6-126 16,5 0-56-16,5 3-40 15,-4-1 119-15,1 1-75 0,3 1-37 0,0-3-50 16,-9 0 19-16,8 1-7 0,-4 1 0 0,-3 1-280 16,-1-3 140-16,-2 5 70 0,-3-3-414 0,-3 1 204 15,-2 1 122-15,0-1 12 0,-6 2-146 0</inkml:trace>
  <inkml:trace contextRef="#ctx0" brushRef="#br0" timeOffset="24514.29">7504 11532 885 0,'0'8'0'0,"0"-4"0"0,-2 3 0 0,2-3 0 0,-4 0 0 0,2-1 0 0,2 0 0 0,0-1 0 0,0 1 86 0,0-1-27 0,0 2 1 16,2 2-280-16,4 1 123 0,0 0 65 0,-1 4 32 15</inkml:trace>
  <inkml:trace contextRef="#ctx0" brushRef="#br0" timeOffset="24649.96">7502 11673 690 0,'-1'0'0'0,"-4"0"0"0,1 0 0 0,2 2 0 0,-1-2 0 0,1 0 0 0,0 0 213 0,1 1-90 0,1-1-38 0,0 0-29 15,0 3 29-15,0 0-27 0,3 1 1 0,4-1-26 16,3 0-21-16,3-1-9 0,0 2 30 0,1-4-260 15,-2 0 129-15,4 0 74 0,1 0-393 0</inkml:trace>
  <inkml:trace contextRef="#ctx0" brushRef="#br0" timeOffset="24966.25">7788 10783 798 0,'2'0'0'0,"-1"2"0"0,1 9 0 0,0 4 0 0,1 2 0 0,-3 6 0 0,0 1 323 0,1 2-145 0,-1-2-65 16,0 9 30-16,1-5-55 15,2-2-28-15,-2 1 0 0,4-8-211 0,0 3 100 16,1-3 38-16,1-3 23 0,-4-5-382 0,3-3 188 16,-1-4 94-16,-2-2-131 0,0-2 105 0,0 0 50 15,-2-10-43-15,1-5-33 0,0-3 55 16,-2 2 19-16,0 0 89 0,0 0-27 15,2 6 0-15,1-1-27 0,-2-1 272 0,4 3-144 0,1-1-60 16,2 3-34-16,1-1 310 0,3-1-154 16,-1 3-30-16,1-1 50 0,2 1-76 0,0 2-35 15,0-2-54-15,-3 5 21 0,0-1 0 16,-1 0 8-16,1 2-264 0,-2 0 129 0,-1 0 63 0,-2 4 32 16,-2 7-431-16</inkml:trace>
  <inkml:trace contextRef="#ctx0" brushRef="#br0" timeOffset="25371.17">7872 11202 630 0,'-1'9'0'0,"-2"-1"0"0,1-1 0 0,2 1 0 0,0-2 0 0,0-3 0 0,0 0 0 0,0-1 0 0,0 1 59 0,0-1-1 0,0-2-25 0,0 1-50 16,0-1 33-16,2 0-8 0,1 0-192 0,-2 0 104 15,-1 0 50-15,0-1 26 0,0-5-201 0,-1-3 101 16,-6-1 52-16,0-1 25 0,-2-1-35 0,-3 3 62 15,3-2 0-15,0 2 28 0,3 3-24 0,0-2-6 16,0 3-30-16,5 1 303 16,1 0-130-16,0 1-49 0,1-1 24 0,11 0-21 15,3 0-36-15,2 1 1 0,1 2 1 0,2 0-28 16,1 1 0-16,-2 0-1 0,-3 0-54 0,0 1 27 16,-2 5 8-16,-1 4-73 0,-4-3 46 0,-1 1 14 15,-2-1-1-15,-3 3-78 0,-3-2 49 16,0 2 0-16,0 1 8 0,-6-1-18 0,-8-2 39 0,-1 1-20 15,-3-1 126-15,2-3-54 16,0 2-25-16,-2-1 2 0,3 0 196 0,2-1-92 16,5-1-51-16,1 0 141 0,3-2-95 0,0 0-47 15,4 0-23-15,0-1-16 0,0 2 0 0,4 0-8 16,7-1-102-16,3-2 51 0,0 0 25 0,3 0 1 16,1 0-61-16,-4 0 39 0,4 0 23 0,-6 0-1 15,1 0-356-15,-3 0 139 0,-1 2 99 0,0 3-344 16</inkml:trace>
  <inkml:trace contextRef="#ctx0" brushRef="#br0" timeOffset="25564.65">7790 11478 808 0,'-10'11'0'0,"4"-4"0"0,2 7 0 16,2-3 0-16,-1 2 0 0,3-3 0 0,0 5 350 0,0-2-159 0,0 0-79 0,0 0-39 0,5 0 85 0,2 1-54 15,0-3-40-15,0 2 4 0,2-3-35 0,0-1 0 16,-4-2-300-16,4 0 158 16,-3 0 67-16,-1-4 38 0,3-1-393 0,-2-2 214 15,1 0 105-15,-2 0-33 0</inkml:trace>
  <inkml:trace contextRef="#ctx0" brushRef="#br0" timeOffset="25708.5">7878 11551 747 0,'2'-2'0'0,"0"2"0"0,-1 0 0 0,1 0 0 0,0 0 0 0,0 6 0 0,0 0 279 0,-1 1-124 0,3 3-60 0,3-2-32 16,-4 2 92-16,3-1-53 16,1 3-39-16,0 0 29 0,1-3-30 0,-2 0 0 15,1-2-30-15,-1-1-254 0,1 0 123 0,1-3 66 16,-1-3-425-16,1 0 241 0,-4 0 69 0</inkml:trace>
  <inkml:trace contextRef="#ctx0" brushRef="#br0" timeOffset="25847.88">8016 11536 774 0,'2'-2'0'0,"0"0"0"0,3 2 0 0,-4 0 0 0,1 0 0 0,0 0 0 0,0 0 0 0,0 2 246 0,1 6-106 0,1-1-54 0,0 1-26 15,1 3 111-15,2-3-61 0,0 5-43 0,-2-4 0 16,2 3-67-16,-3-5-1 0,3 2 34 0,0-3-299 16,0 0 145-16,4-1 76 0</inkml:trace>
  <inkml:trace contextRef="#ctx0" brushRef="#br0" timeOffset="25981.68">8250 11474 788 0,'3'0'0'0,"-1"0"0"0,4 2 0 0,-2 3 0 0,-1 3 0 0,0 4 0 0,2-3 311 0,-1 4-139 16,1 0-70-16,-1 2-35 0,2 2 93 0,0 1-67 16,-1 1-31-16,3 1 1 0,1-1-352 0,4 6 160 15</inkml:trace>
  <inkml:trace contextRef="#ctx0" brushRef="#br0" timeOffset="37136.44">9158 9372 355 0,'0'0'0'0,"0"0"0"0,0 0 0 0,0 0 0 0,0 0 0 0,0 0 167 0,0 0-67 16,0 0-34-16,0 0 24 0,0 0-33 0,0 0 0 16,0 0-24-16,0 0 94 0,0 0-47 0,0 0-16 15,0 0-8-15,0 0 30 0,0 0-27 0,2 0 0 16,1-1 8-16,2-1-26 0,3-2-8 0,3 2 0 16,2 0 40-16,4-1 0 15,4 1-40-15,3 0 14 0,6-2-14 0,8 0 0 16,3-2-1-16,4 2 26 0,4-6 0 0,3 1-17 15,10-2-8-15,-1-3-16 0,-1 2 16 0,0 3 0 16,-6 0-1-16,5-2-40 0,-2 3 16 0,-2 1 0 16,-2-1-45-16,-4 2 31 0,-6 3-7 0,-6-1 11 15,1 2-19-15,-5 1 39 0,-6 1-25 0,-3 0-16 16,-5 0 11-16,-6 0-1 16,-1 0 3-16,-5 0 3 0,-3 0 5 0,-2 0 5 15,0 0-4-15,-2 0 3 0,0 0-1 0,0 0-29 16,0 0 29-16,0 0 1 0,0 0 0 0,0-5-594 15,0-2 274-15</inkml:trace>
  <inkml:trace contextRef="#ctx0" brushRef="#br0" timeOffset="37862.41">15265 9399 1119 0,'-13'-6'0'0,"11"5"0"0,2-1 0 0,0 2 0 0,0 0 0 0,0 0 0 0,0 0 0 0,5 0 70 0,16 0 7 0,6 0-44 15,15 0 115-15,9 0-58 0,15 0-28 0,-2-9 0 16,-2-5 84-16,23-3-60 0,-14 0-27 0,-4-2 0 15,0 2-58-15,-8 0 31 0,-6 6 9 0,0-1-51 16,-2 2 21-16,-5 1 0 0,-3 3 21 0,-3-2-31 16,-4 1 7-16,-1 2 25 0,-5-1-86 0,-2 0 41 15,-7 2-4-15,-1-2 1 0,-2 3-133 16,-7-3 76-16,-1 2 22 0,-5-1 24 16,-1 1-176-16,-2 0 92 0,-1-2 26 0,-1 1-147 15,0-3 99-15,0 3 50 0,-1 2-368 0</inkml:trace>
  <inkml:trace contextRef="#ctx0" brushRef="#br0" timeOffset="38495.43">13860 14048 661 0,'-21'-23'0'0,"12"4"0"0,3 11 0 0,6 7 0 0,-1-1 0 0,1 2 0 0,0 0 212 0,0-2-89 15,5 0-46-15,12-1-22 0,3 1 7 0,10-4-29 16,10 3 0-16,5 0 88 0,6 1-44 0,17 0-22 15,1-2 9-15,6 1 46 0,6-3-39 0,13-5 1 16,-4-2-11-16,2-5-1 0,-5 5-19 0,19-5-8 16,-6 2 23-16,-4-2-23 0,2 4-1 0,-6 4 1 15,-14 2-111-15,9 0 51 0,-8 3 30 0,-6 2-79 16,-8 2 37-16,-12 1 33 16,0 0-121-16,-5 0 65 0,-7 0 13 0,-2 0 24 15,-4 0-196-15,1 0 100 0,1 0 21 0,7-3 40 16,-3 2-348-16</inkml:trace>
  <inkml:trace contextRef="#ctx0" brushRef="#br0" timeOffset="39585.56">24759 13939 517 0,'-23'-34'0'0,"16"19"0"0,7 9 0 0,0 4 0 0,0 0 0 0,11-1 151 0,17 2-59 0,9 0-21 0,5-5-8 15,5 0-34-15,21-2 3 0,-2 1 1 0,5-1 21 16,4 1 9-16,4-3-30 16,13-4-1-16,-7-1 46 0,1-2-23 0,0 0 0 15,-5 0 150-15,17-2-90 0,-6 2-41 0,7 5-20 16,1-4 78-16,-2 5-49 0,-6 0-17 0,18-1-8 15,-11 4-6-15,-2 1-19 0,-1 1 0 0,-2-2-40 16,-11 4 48-16,18-2-9 0,-9-2 1 0,0 3 23 16,3-3-23-16,-3 0-1 0,-14 3-23 15,18-2 24-15,-24-1 0 0,5 2-1 16,-9-1-58-16,-4 1 28 0,-12 2-5 0,-1 0 30 16,-13 3-34-16,-2-2-1 0,-5 2 26 0,-8 1-37 15,-4 0 18-15,-5 0-5 0,-3 0 4 0,1 0-9 16,-4 0-12-16,2 0 32 0,0 4 64 0,1-3-33 15,5 2 1-15,0-2-31 0,5-1 24 0,-1 2-20 16,4-2 10-16,3 0-9 0,0 0-27 0,-1 0-1 16,0 0 33-16,1-2-43 0,-3-2 44 0,9 0-5 15,-3-1 1-15,2-1-44 16,0 1 15-16,6 1 1 0,2-2 3 0,4 3-15 16,4-1 15-16,3 1 10 0,4-2-14 0,10 2 13 15,-12 1-1-15,20-2 0 0,-6 0-35 0,-1 1 0 16,-4-1 32-16,-9 1-29 0,2-2-4 0,-5 1 32 15,-1 1-7-15,-6-1-14 0,-7 1 11 0,2-2 5 16,-8 4 23-16,0-1 3 0,-9 0-30 0,-2-1 4 16,-3 3 25-16,-3 0-26 0,-4 0 4 0,-2 0-1 15,-4 0-172-15,1 0 82 0,-2 0 42 0,-1 0-468 16,-1 7 249-16,-1 13 121 16</inkml:trace>
  <inkml:trace contextRef="#ctx0" brushRef="#br0" timeOffset="42846.78">10785 10883 648 0,'-5'0'0'0,"-1"-4"0"0,3-2 0 0,-1-1 0 0,-1-3 0 0,2 0 0 0,-3-2 0 0,1-1 0 16,1-1 129-16,-1 1-48 0,-2 4 12 0,2-4-34 0,-1 1-1 0,3 5-25 15,-3 0 12-15,1 0-12 0,-2 4 0 0,4 1-1 16,-3 0 34-16,-1 2-33 16,1 0-1-16,-2 0 1 0,-1 14-15 0,-2 8-9 15,2 6 24-15,-3 10-41 0,3-1 20 16,2 6-11-16,-1-13 65 0,4 8-12 0,2-2-25 0,2-6-8 16,0-5 48-16,0-2-1 0,0-9-30 0,2 1-9 15,3-6-15-15,4-3 20 0,0-2-3 0,2-4 9 16,2 0-56-16,4-8 25 0,-2-13 0 0,3-11-18 15,0-5 0-15,-2-6 26 0,0-4-127 16,-2-4 55-16,0-3 35 0,1-10 6 16,-4 3-96-16,0-2 48 0,-2 5 28 0,0-16 2 15,-4 6 0-15,-3 3-19 0,0 10 37 0,-2 1 18 16,0 17-5-16,0 3-31 0,-4 13 11 0,-1 8 114 16,-2 2-54-16,2 7-25 0,-3 2 151 0,-1 2-75 15,-1 19-43-15,3 11-3 0,0 10 118 0,0 5-59 16,1 5-31-16,3 4-9 0,1 12 13 0,2-6-21 15,0 3-1-15,0 0-21 16,2-8 41-16,3 1-42 0,2-3 1 0,2-6-53 0,0-1 27 16,3-11-1-16,-1 0-205 0,1-1 102 15,-1-4 61-15,3-2 15 0,-3-7-388 0,1 0 180 16,-1-5 101-16,1-4 20 0,-5-7-300 0,4-3 188 16,1-2 93-16,-6-7 48 0</inkml:trace>
  <inkml:trace contextRef="#ctx0" brushRef="#br0" timeOffset="43075.18">10978 10671 1198 0,'3'-14'0'0,"-1"5"0"0,0 4 0 0,-1 1 0 0,1 2 0 0,0 0 0 0,2 2 0 0,3 0 0 0,3 0 186 0,3 0-68 16,1 4-47-16,2 3 193 0,3 2-116 16,-3 3-58-16,4 2 8 0,-4 2-25 0,3 5-8 0,-6-3-33 15,-1 4-78-15,-5 3 39 0,-3 2 1 0,-3-3 46 16,-1 8-127-16,0-2 60 15,0-2-20-15,-7 0 40 0,-5-1-3 0,3-7 6 0,-3 1-124 16,0-4 65-16,-1-5 6 0,4-3 25 16,-1 0-201-16,1-3 97 0,5-5 44 0,0-1 30 15,3 0-211-15,1-6 121 0,1-13 59 0,10-5-247 16,7-4 158-16</inkml:trace>
  <inkml:trace contextRef="#ctx0" brushRef="#br0" timeOffset="43270.51">11307 10648 441 0,'6'-20'0'0,"-4"2"0"0,-1 9 0 0,-1 2 0 0,0 3 214 0,0 0-95 16,-1 2-43-16,-10 2-22 0,2 0 269 16,-2 10-146-16,1 10 23 0,-3 5-88 15,1 3-40-15,5 3 1 0,1 3-40 0,4 1 134 16,2-2-59-16,0 3 14 0,0-3-44 0,4-1-23 0,7-2 0 16,3-3-22-16,0-5-86 0,5 5 39 15,0-9-527-15,0 1 573 0,2-5 1 0,-1 2 0 16,-1-7 8-16,2 1-248 0,-1-2 109 0,1-1 13 0,-2-5-453 15,1-2 252-15</inkml:trace>
  <inkml:trace contextRef="#ctx0" brushRef="#br0" timeOffset="43447.04">11574 10742 1561 0,'0'0'0'0,"-5"0"0"0,3 0 0 0,0 0 0 0,2 0 0 0,0 0 0 0,0 0 0 0,0 0 390 15,4 0-178-15,7 0-82 0,1 0-52 0,6 0-47 16,-4 0 2-16,6-3 0 0,-1 2-1 0,-1-1-179 16,-1 0 86-16,0 0 46 15,-2 2 25-15,-2 0-1 0,-1 0 24 0,-3 0 8 0</inkml:trace>
  <inkml:trace contextRef="#ctx0" brushRef="#br0" timeOffset="43593.68">11659 10892 1038 0,'-8'13'0'0,"1"-1"0"0,-1-1 0 0,5-2 0 0,-3 0 0 0,2-3 0 0,2 0 0 0,2-4 0 0,0 2 392 0,0-1-171 0,0-1-98 0,2 2-45 15,9-2 101-15,0-1-73 0,3 2-292 16,-1-3 117-16,1 0 47 0,2 0 28 0,-2 0-1 0,4 0-217 16,1 0 123-16,3-4-518 0</inkml:trace>
  <inkml:trace contextRef="#ctx0" brushRef="#br0" timeOffset="43993.57">12021 10643 1531 0,'-7'-2'0'0,"-3"2"0"0,5 0 0 0,-5 2 0 0,4 7 0 0,-1 4 0 0,2 2 0 0,1 2 0 0,1 4 136 0,3 4-52 15,0-3-25-15,0 0 163 0,0-2-87 0,9 5-24 16,3-6-40-16,7-2 1 0,4-6-39 0,3-1-1 0,-3-7-60 15,8-1 26-15,-1-2 0 0,1 0-166 16,-1-8 101-16,-4-9 49 0,1-1-185 0,-3-3 82 0,-4-2 68 16,-4-4-11-1,-2 2-110-15,-4-1 78 0,-4 1 2 0,-3-6 24 16,-1 1 0-16,-2 1 37 0,0 1 0 0,-7 2 0 16,-3 3 15-16,-5-3 7 0,2 11 94 15,-2-2-59-15,0 7-27 0,-2 4 234 0,2 5-128 0,-2 1-46 0,2 0-34 16,2 9 6-1,0 12 189-15,1 4-84 0,3 2-47 0,4 5 14 0,1 2-34 16,1 8 0-16,3-1-34 0,0 0 27 16,0-1 9-16,3 7-36 0,4-4-38 0,1 0 1 15,1-1 37-15,-1-1-1 0,-1-3 9 0,2 1-197 16,1 0 94-16,-2-3-349 0,-1 0 207 0,2-3 84 0,-2-6 53 16,4-1-2-16,-4-7-301 0,2-4 169 0,1-8 85 15,1-7-112-15,0 0 89 16,1-20 57-16</inkml:trace>
  <inkml:trace contextRef="#ctx0" brushRef="#br0" timeOffset="44163.31">12518 10205 1143 0,'0'-8'0'0,"0"7"0"0,0-2 0 0,0 3 0 0,0 0 213 0,0 0-81 0,0 0 311 0,0 12-410 16,-1 2 0-16,1 6 0 0,-2 4-1 0,2-2 9 0,0 11-162 15,0-2 76-15,0 3 39 0,0 4-216 16,2-2 127-16,-1 1 72 0,8 0-618 16</inkml:trace>
  <inkml:trace contextRef="#ctx0" brushRef="#br0" timeOffset="44360.68">12711 10560 930 0,'0'-2'0'0,"-4"2"0"0,-2 0 0 0,-2 0 0 0,1 9 0 0,0 6 394 0,-3 8-185 0,2 3-87 0,3 4 175 31,0 2-132-31,3 4-66 0,0 0-25 0,2-1-9 0,0 3 3 16,0-3 0-16,5-1-238 0,4-4 102 0,5-2 58 16,-1-1 17-16,4-5-443 0,0-3 234 0,0-6 118 0,3-2 58 15,1-6 38-15</inkml:trace>
  <inkml:trace contextRef="#ctx0" brushRef="#br0" timeOffset="44552.31">12879 10725 1019 0,'0'1'0'0,"-2"2"0"0,2 0 0 0,0 1 0 0,0-1 0 0,0 1 0 0,0 2 301 0,11-2-125 0,5 0-76 0,1-3-34 16,3 3 199-16,5-4-116 0,0 0-58 0,-3 0-137 15,6 0 36-15,-7 0 21 0,1-2-405 0,-1-3 214 16,-4 1 115-16,0-1 44 0,-2 2-487 16,-2-1 260-16,-2 3 71 0</inkml:trace>
  <inkml:trace contextRef="#ctx0" brushRef="#br0" timeOffset="44722.37">13049 10592 1028 0,'-18'7'0'0,"4"8"0"0,-2 6 0 0,4 1 0 0,2 1 0 0,1 5 0 0,1 2 0 0,5 2 359 0,1-1-163 0,2 2-82 0,0-1 33 16,0-4-57-1,0-4-20-15,9 7-9 0,4-7-28 0,-1-7-234 16,2 1 117-16,3-2-341 0,0-5 238 0,0-2 105 16,2-4 58-16,-1-5 28 0,2 0-305 0</inkml:trace>
  <inkml:trace contextRef="#ctx0" brushRef="#br0" timeOffset="44919.84">13176 10618 726 0,'0'-21'0'0,"0"4"0"0,0 8 0 0,2 1 0 0,6 3 0 0,2 3 0 0,6-1 0 0,-2 3 273 0,6 0-112 0,-1 12-69 16,-1 2-29-16,1 4 156 0,-4 3-93 0,-2 2-46 0,-5-3 1 15,-1 12-49-15,-3-2 1 0,-4 0 0 0,0 4-48 16,-2-2 24-16,-7 0 8 0,-4-3-154 15,-1-1 85-15,0-3 42 0,0-8 21 0,-1 2-391 16,0-4 194-16,2-2 46 0,4-5 65 0,3-5-343 16</inkml:trace>
  <inkml:trace contextRef="#ctx0" brushRef="#br0" timeOffset="45544.23">13614 10736 705 0,'0'-13'0'0,"0"-2"0"0,-11 4 0 0,-1-3 0 0,-2 2 0 0,-2-1 0 0,1 5 71 0,-2 4-8 15,3 1-31-15,-2 3 1 0,3 0 140 16,-2 3-70-16,4 12 52 0,-4 10-66 0,5 1-27 0,1 1-1 16,4 4-28-16,1-1 34 0,2-5 9 0,2 1-44 15,0-4 1-15,4 1 0 16,5-5 0-16,4-4 0 0,2-3-27 0,2-4-9 0,0-3 36 15,2-4-105-15,-1 0 52 16,5-6 27-16,-6-9-2 0,3-9 25 16,-2-2-193-16,-6-4 87 0,2-2-142 0,-3-5 104 0,-4-1 35 15,-1-8 13-15,0 2-7 0,-4-1 17 0,0-2 0 16,-2-5 23-16,0 2 23 0,0-1 7 0,0 2-29 16,-4 3-1-16,0 10 111 0,0 3-56 0,-1 9-35 0,-1 4 349 15,2 11-171-15,1 0-62 0,-3 7-51 0,2 2 16 16,0 2-24-16,-1 22 269 15,1 11-140-15,4 5-70 0,-2 6-36 0,0 7 1 0,2 6-22 16,0 7-14-16,0-14 1 16,0 6 0-16,6-4-34 0,7-4-1 0,0-11 43 15,2-2-8-15,4-3-72 0,0-8 36 0,-1-5-174 16,-2-7 84-16,2-6 58 0,1-5 3 0,0-3-149 16,0-4 77-16,0-19 45 0,-1-8 4 0,-1-1-103 15,2-13 64-15,-4-1 30 0,1-5 1 16,-6-2-4-16,1-2-8 0,-1-11 42 0,-2 8-31 0,-3 5-1 15,1-4 32-15,-3 7 44 16,-1 13-31-16,0-3 9 0,0 16-21 0,-2 7 223 0,0 3-111 16,0 7-55-16,0 5-19 0,-4 2 359 15,-3 9-163-15,0 18-95 0,1 5-14 0,0 9 77 16,4-4-61-16,2 16-42 0,0-4 162 0,0-3-98 16,2 3-49-16,11-4 10 0,0-6-22 0,4 6-7 15,-2-13-31-15,2 3-139 0,2-5 69 0,0-4 36 16,-4-5 8-16,0-2-359 0,2-4 187 0,-4-4 98 15,1-3 8-15,-5-5-547 16,0 0 275-16,-2-3 154 0,-2 0-134 0,-2-3 140 16,-1-8 70-16</inkml:trace>
  <inkml:trace contextRef="#ctx0" brushRef="#br0" timeOffset="45690.87">13717 10423 1122 0,'-30'0'0'0,"15"2"0"0,8-2 0 0,-1 3 0 0,8-2 0 0,0-1 307 0,12 0-137 0,12 0-69 0,10 0-26 0,7-1 202 16,3-8-122-16,6-2-61 16,-1 1-129-16,1 2 34 0,-6 1 8 0,8 2 25 0,-7 1-723 15,-2 2 350-15,1 0 175 0</inkml:trace>
  <inkml:trace contextRef="#ctx0" brushRef="#br0" timeOffset="46798.81">15945 10529 600 0,'0'-9'0'0,"0"-4"0"0,-5 4 0 0,-2 1 0 0,4 1 0 0,-3-3 0 0,1 0 0 0,-1 4 135 0,-2-4-42 0,2 5-35 16,-1-1 1-16,2 2 60 0,-3 1-42 0,2 2-23 16,-1 1 9-16,-1 0-6 0,3 15 0 0,-2 8-24 15,-2 5-21-15,4 6 21 0,1 1 8 0,1 3 48 16,-1 0-28-16,2-3 0 0,2-3-28 0,0-2 37 15,0-9 9-15,0 1-46 0,0-3 0 0,4-2 16 16,1-6-16-16,3-1 0 16,-1-4 8-16,3-2-66 0,-3-4 29 0,4 0-20 15,3-3 24-15,2-14 1 0,3-9 32 0,2-14-132 16,-2-1 50-16,0-7 31 0,-1-4 1 0,-1-2-160 16,-2-3 74-16,-1 2 47 0,-5-2 4 0,1-7-65 15,-7 5 34-15,-1-2 26 0,-2 5-11 0,0-12 4 16,0 20-4-16,-10-2 28 0,3 18 34 15,-2 8-1-15,1 5-42 0,-2 5 204 16,1 6-92-16,0 4-43 0,1 4-22 0,-1 1 214 16,2 19-107-16,-1 12-35 0,0 7-33 0,4 6 155 15,4 7-83-15,0 5-42 0,0 1-13 0,0 1 87 16,2-1-58-16,8-1-29 0,3-5 20 0,1-3-24 16,-2-9 7-16,8 5-68 0,-4-11 0 0,3-2 36 15,-1-3-1-15,0-10-247 0,0 0 119 0,-1-4 64 16,1-8 33-16,-4-2-417 0,2-5 204 0,-4 0 60 15,-1-1 68-15,1-18-230 16,-5-1 140-16,-1-7 71 0,-1-4-47 0,-3 2 50 16,0-4 38-16,-2 3 30 0,0-1-1 0,0 1 1 15,0 8-1-15,-5 1 144 0,1 2-67 0,0 9-39 16,2 3 0-16,1 3 303 0,-1 3-168 0,2-1-43 16,0 2-53-16,0 0 336 0,0 7-173 0,2 6-88 15,5 2 63-15,2 0-67 0,5 2-45 0,-2 0-58 16,4 1 21-16,2 0 0 0,1-1 0 0,-4-4-269 15,2 0 130-15,1 0 69 0,0-2 35 16,-3-1-523-16,2-3 265 0,0-1 68 16,1-5 90-16,1-1-344 0,-6 0 207 0</inkml:trace>
  <inkml:trace contextRef="#ctx0" brushRef="#br0" timeOffset="47007.25">16616 10218 919 0,'0'-17'0'15,"0"6"0"-15,0 5 0 0,0 3 0 0,-3 1 0 0,-2 2 0 0,-3 0 150 0,1 14-63 0,0 11 245 0,-2 5-150 16,-1 11-74-16,-3 4-38 0,-3 8 111 16,2 13-79-16,-2 1-34 0,-1 3-1 0,1 5 103 15,-2 2-68-15,2-2-27 0,-2 0-8 0,2-2 43 16,2-1-39-16,2-5 0 0,1-3-127 0,3-11 53 16,2 1 14-16,1-5-303 0,3-11 162 0,0-1 82 15,2-7 40-15,0-10-482 0,0-4 213 0,0-7 126 16,2-5 42-16,5-4-166 0,4-10 121 0,1-15 52 15</inkml:trace>
  <inkml:trace contextRef="#ctx0" brushRef="#br0" timeOffset="47185.77">16773 10652 1133 0,'6'-4'0'0,"-1"2"0"0,1 2 0 0,1 0 0 0,1 0 0 0,0 0 222 0,1 0-94 0,4 0-40 0,0 0 217 15,5 0-136-15,-2 2-68 0,1-2-35 16,1 2-8-16,0-2-17 0,0 0-8 16,1 0-1-16,-2 0-296 0,-4 0 149 0,2 2 73 15,-6 1-556-15,0 3 303 0</inkml:trace>
  <inkml:trace contextRef="#ctx0" brushRef="#br0" timeOffset="47341.36">16797 10937 1094 0,'-16'13'0'0,"5"1"0"0,4-7 0 0,2 1 0 0,1-5 0 0,4 3 240 16,0-4-103-16,2 0-53 0,12-2-25 0,0 0 173 15,6 0-92-15,3 0-57 0,4-4-26 0,1-5-36 16,2-5 12-16,0 1 0 0,0 0-408 0,-2-1 199 16,4 3 105-16</inkml:trace>
  <inkml:trace contextRef="#ctx0" brushRef="#br0" timeOffset="47767.21">17097 10458 1060 0,'-3'-12'0'0,"-1"4"0"0,4 2 0 0,0-3 0 0,2-6 0 0,11 3 0 0,6-3 184 0,4 4-76 0,3-1-38 0,2 3 1 15,-2 6 105-15,6-1-76 0,-6 4-33 0,1 0-1 16,-5 7 1-16,-3 11-1 0,-4 2-25 0,-2 10-9 15,-5 2 27-15,-4 9-26 0,-2-2-1 0,-1 3 17 16,-1-6-8-16,0 5-8 0,0-3 39 16,0-5 0-16,0-3-39 0,0-7-1 0,4 1 101 15,5-5-54-15,5-4-23 0,2-3 0 0,7-5 0 16,3-7 0-16,4 0-15 0,6-6-8 0,0-12-37 16,3-9-1-16,-1-6 38 0,-1-3-98 0,1-4 57 15,-3-1 17-15,-3 1-375 0,-5 3 188 0,-6 5 65 16,-3-2 57-16,-3 0-448 0,-7 5 240 0,-3 0 116 15,-3 1 57-15,-2 1-373 0</inkml:trace>
  <inkml:trace contextRef="#ctx0" brushRef="#br0" timeOffset="47970.73">17616 10186 938 0,'-2'4'0'0,"-3"-2"0"0,1 3 0 0,2 3 0 0,-1 1 0 0,3 2 0 0,-1 7 0 0,1 0 469 0,0 10-222 15,0 2-107-15,0 4 180 0,0 9-144 0,1 1-72 16,4 4-27-16,-3 3 355 0,1 3-200 0,1 3-100 16,-2 8-49-16,0-4 29 0,0-5-32 0,-2 13-8 15,0-5-39-15,0 0 0 0,0-2 0 0,0-11-990 16,1-7 503-16,1 0 239 0,4-10 37 0,0-13-243 0,3-10 192 16,0-6 98-16</inkml:trace>
  <inkml:trace contextRef="#ctx0" brushRef="#br0" timeOffset="48160.06">18025 9913 1347 0,'-4'-5'0'0,"3"3"0"0,1 2 0 0,0 0 0 0,0 12 0 0,0 1 165 0,0 5-66 0,0 5-33 16,0 5 8-16,-6 6-3 0,3 0 0 0,-3 4-39 15,1 3 1-15,4 2-165 16,-1-5 90-16,2 7 33 0,0-12-584 0</inkml:trace>
  <inkml:trace contextRef="#ctx0" brushRef="#br0" timeOffset="48375.55">18228 10315 816 0,'-7'10'0'0,"-12"-1"0"0,4 6 0 0,2 6 0 0,0 2 0 0,-3 3 205 0,-2 5-91 0,3 9-40 15,0 1 318-15,5 2-180 0,3 1-90 0,3-7 125 16,4 11-112-16,0-8-51 0,0-4-25 0,7-1-146 16,7-3 59-16,4-5 39 0,2 0-8 0,2-7-331 15,0-3 180-15,3-4 90 0,-1-3-527 0,-3-6 253 16,7-4 159-16</inkml:trace>
  <inkml:trace contextRef="#ctx0" brushRef="#br0" timeOffset="48542.34">18299 10681 1086 0,'-1'-1'0'0,"-5"-3"0"0,6 4 0 0,0-3 0 0,0-3 0 0,4 0 0 0,7 0 158 0,6 1-63 16,2-1-23-16,7 1-8 0,-4-1 88 0,3 1-59 15,2 1-31-15,1-1 1 0,-6 1-187 0,8 1 74 16,-9 1 42-16,0 0-424 0,-5 1 233 0,0-1 115 16,-2 2-203-16</inkml:trace>
  <inkml:trace contextRef="#ctx0" brushRef="#br0" timeOffset="48719.87">18459 10473 1285 0,'-18'17'0'0,"0"6"0"0,6 5 0 0,-2 2 0 0,5 2 0 0,-2 4 0 0,1 8 0 0,4-2 0 0,3 0 0 0,3-9 386 0,0 3-181 0,2-4-86 15,8 0-34-15,8-7-27 0,-1-6 9 0,5 2-222 16,1-10 93-16,-4-3 48 0,5-6 23 0,2-2-467 16,-5 0 254-16,7-17 114 0</inkml:trace>
  <inkml:trace contextRef="#ctx0" brushRef="#br0" timeOffset="48895.4">18664 10523 1089 0,'0'-19'0'0,"0"1"0"0,0 7 0 0,4-1 0 0,5 3 0 0,1 4 0 0,1 3 0 0,2 2 0 0,2 0 0 0,4 13 353 16,-4 6-160-16,-2 7 142 0,-2 6-151 0,-2 11-76 16,-7-4-29-16,0 15-24 0,-2-4-22 0,-2 1-1 15,-11 0 1-15,-4-3-93 16,1-4 55-16,-7 4 14 0,0-6 1 0,-3-3-311 15,-2-4 167-15,0-2 83 0,0-7 26 0,-9 4-645 0</inkml:trace>
  <inkml:trace contextRef="#ctx0" brushRef="#br0" timeOffset="49926.64">19344 10780 661 0,'-9'-8'0'0,"0"-7"0"0,-3 4 0 0,3-1 0 0,1 3 0 0,0-3 0 0,1 3 0 0,-2-4 0 0,-3 3 72 0,3 3-39 0,-2 1 0 15,-3 5 31-15,1-1 8 0,-4 2-39 0,3 0 80 16,-6 15-40-16,4 3 0 0,-1 5-40 0,0 5 67 16,4 2-37-16,0 2-1 0,3 3-29 0,3-5 73 15,1 1-37-15,4-9 9 0,2 1-46 0,0-4-18 16,0-4 19-16,0-5 0 0,2-1-47 15,2-2 19-15,3-3 0 0,3-4-14 16,-1 0 21-16,4 0 0 0,1-4 29 0,0-11-164 16,2-6 72-16,0-3 17 0,1-3 23 0,0-2-155 15,-2-3 80-15,0-4 22 0,-1 1 26 0,-2-7-84 16,-2 3 48-16,-1-2 10 0,-3 1 50 0,-1-9 7 16,-3 2-25-16,0 2 33 0,0 9 0 0,1 1-35 15,-3 10-7-15,0 5 200 16,0 8-89-16,-3 3-33 0,-5 5-27 0,1 4 262 15,0 0-129-15,-5 25-42 0,1 8-42 0,2 7 109 16,-1 5-68-16,3 6-34 0,1-1 50 0,4 3-46 16,2-1-1-16,0-3-2 0,0-3 0 0,2-11-34 15,7 1 8-15,3-4-33 0,3-5 1 0,0-7 24 16,2-5-1-16,2-4-136 0,-1-5 77 0,5-5 25 16,1-1 1-16,1-3-221 0,-1-16 96 0,2-10 65 15,-3 1-197-15,3-11 120 0,-3 0 31 0,-1-4-11 16,-1-4 42-16,-4-2 22 15,0-2-9-15,-2-2 51 0,-4 0-21 0,-2-7 1 16,1-3-1-16,-2 5 46 0,-3 5-31 0,0 1 8 16,1 7-23-16,-1 11 75 0,-4 8-38 0,-1 9 0 15,0 3 187-15,0 7-100 0,0 5-30 0,0 2-34 16,-8 25 210-16,-5 14-108 0,4 6-28 0,-4 15 41 16,5 2-55-16,3 3-27 0,1 5 0 0,4 0 125 15,0-11-68-15,0 15-46 0,4-10 0 16,9-4-14-16,-1-9 1 0,4-1-26 15,-1-8-173-15,5 5 83 0,-2-14 45 0,0 0-380 16,1-4 190-16,-2-8 114 0,-2-2 17 0,1-8-459 16,-6-3 249-16,1-7 124 0,-1-1 63 0,-2-1-184 0</inkml:trace>
  <inkml:trace contextRef="#ctx0" brushRef="#br0" timeOffset="50093.13">19409 10633 1325 0,'-37'-4'0'0,"7"-1"0"0,9 3 0 0,8-1 0 0,4 2 0 0,3 1 0 0,6 0 0 0,6 0 161 16,21 0-64-16,14-3 187 0,5 2-126 0,11-1-54 15,12 0-40-15,-1 0 31 0,3 2-32 0,-1 0 1 16,-5 0-31-16,-8 7-377 0,3 7 184 0,-5 1 96 16,-4 8 49-16,-5 3-308 0</inkml:trace>
  <inkml:trace contextRef="#ctx0" brushRef="#br0" timeOffset="50251.33">20353 10971 1329 0,'-8'0'0'0,"7"2"0"0,1-2 0 0,0 2 0 0,0-1 0 0,0 2 536 16,0-2-251-16,0-1-126 0,0 0-63 0,0 2 20 15,0-2-46-15,-2 0 0 0,-3 0-37 0,3-2-173 16,2-5 86-16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4:09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19083 7156 505 0,'2'0'0'0,"-2"-5"0"16,0 0 0-16,0 0 0 0,0 2 0 0,0-1 0 0,0-1 0 0,0 0 0 0,0-4 122 0,0 4-45 0,0-3-22 0,0 2 8 0,0 1 28 15,0-2-29-15,0-1 0 16,0 3-29-16,0-5 5 0,0 2 3 0,2 1-8 15,-2-3-23-15,0 1 23 0,0-2 0 0,0 2-24 16,0-2 8-16,0 1 16 0,0-1-1 0,0 1-25 16,0 1 0-16,0 0 16 0,-2 1 15 0,-2 3-22 15,0-1 10-15,0 0-8 0,-1 2 18 0,1 0-13 16,-1 1 7-16,-1 1-6 0,-2 0 5 0,2 1-4 16,1 1 0-16,0 0-9 0,-3 0 15 0,2 0-2 15,-1 0-4-15,1 0-5 16,1 3 6-16,-1 1-1 0,0 1 7 0,0 1 1 15,1-1-8-15,-1 5-1 0,3-2 31 0,-5 2-29 16,2 0 6-16,1 3-5 0,1 0 22 0,-2 1-20 16,5 3-1-16,-3-1 47 0,2 3-13 0,0 0-3 15,2 2-27-15,0 1 54 0,0 3-26 0,0-5 0 16,0 4-19-16,0 4 44 0,0-3-25 0,2 2-1 16,0-3 4-16,2 0-22 0,1 6-8 0,-1-1 23 15,1-2-23-15,1 0 0 16,-2-1-1-16,2 1-27 0,-1 4-8 0,1 0 36 15,-3-2-1-15,1 2-25 0,2 1 26 0,-2-2 8 16,-2-1-9-16,1 3-38 0,1-4-1 0,-2 1 21 16,0-3-17-16,0-2-1 0,-2 5 25 0,0-5-23 15,0-4 21-15,0 3-4 0,-2-2 3 0,-6-2-17 16,1-1 16-16,-3-1-1 0,-1-3 1 0,0-2-38 16,-2 0-1-16,0-4 36 0,-3-1-1 15,2-3-94-15,-2-2 44 0,0-2 16 16,-1 0-176-16,0 0 86 0,0-3 41 0,2-9-286 15,2-3 161-15,2-2 82 0,3-1 39 0,0-3-178 16,8 0 114-16,0-2 52 0,0 2 27 0,2 1-452 0</inkml:trace>
  <inkml:trace contextRef="#ctx0" brushRef="#br0" timeOffset="898.34">19285 7639 188 0,'-3'-6'0'0,"-3"1"0"0,5 1 0 0,-3 2 0 0,2 1 0 0,0-1 328 0,1 0-147 0,-2 0-75 15,3 0-36-15,-2 2 147 0,2 0-83 0,0 0-56 16,0 0-22-16,0 0 56 0,0 0-40 0,0 0 8 16,0 0-88-16,0 0 0 0,0 2 41 0,0 7 0 15,2 0 55-15,1 5-19 0,0 3-8 0,1 0 2 16,-2 4-1-16,1-1-29 0,-1 6 0 0,0-5 41 16,0 7-8-16,-2-3-33 15,0-1 0-15,0-3 8 0,0 1-8 0,0 1 8 16,0-4-8-16,0-3 8 0,0-3-9 0,-2-1 26 15,0-3-26-15,0-4 9 0,0-1-8 0,2 1 67 16,-1-5-34-16,1 0 0 0,0 0-33 0,0 0 133 16,0 0-71-16,0 0-31 0,0 0 0 0,0 0 21 15,0 0-26-15,0 0 8 0,0 0-125 0,0 0 45 16,7 1 23-16,8-1-27 0,4 2 26 16,3-2 7-16,-1 0 17 0,3 0-56 0,-1 0 28 15,0 0-2-15,-2 0 0 0,-5 0-122 16,1 0 63-16,-6 0 9 0,0 0 24 0,-3 0-67 15,0 0 41-15,-5 0 6 0,1 0 4 0,-2 0-4 16,-2 0 0-16,0 0-32 0,0 0 27 0,0 0-13 16,0 0 26-16,0 0-111 0,0 0 58 0,0 0 25 15,0 0 0-15</inkml:trace>
  <inkml:trace contextRef="#ctx0" brushRef="#br0" timeOffset="2373.15">19659 7146 109 0,'-2'0'0'0,"-1"0"0"0,-1 0 0 0,0 0 0 0,3 0 0 0,-3 0 240 0,0 0-103 0,3-3-53 0,-1 1 54 0,-1 1-56 15,3 1-25-15,-2-2 0 16,2 2 118-16,0 0-72 0,0 0-26 0,0 0 83 15,0 0-64-15,0 0-31 0,0 0-1 0,0 0 8 16,0-2 9-16,10 0-49 0,3 1 1 0,2-3 56 16,2-1-29-16,2 1 1 0,3-2 23 0,4-2-30 15,1 1 1-15,-3-1-23 0,3 1 7 0,-5-1 2 16,6 0-8-16,-4 4-53 16,-3-1 26-16,2 4 1 0,-5-4 26 0,2 4-96 15,-6 1 44-15,0 0 14 0,-5 0 1 0,0 0-164 16,1 0 89-16,-5 0 28 0,1 0 27 0,-2 0-282 15,-1 0 141-15,1 0 49 0,0 0-98 0,-2 0 83 16,2 0 53-16,0 0-266 0,-1-4 156 0</inkml:trace>
  <inkml:trace contextRef="#ctx0" brushRef="#br0" timeOffset="2625.63">20022 6943 694 0,'-2'-2'0'0,"0"-3"0"0,2 4 0 0,0 0 0 0,0 1 0 0,0-2 0 0,0-1 208 0,2 3-87 0,7 0-36 16,5 0 239-16,2 0-146 0,2 0-72 0,-2 0-37 16,5 0 72-16,-2 0-46 0,1 5-36 0,-3-3 51 15,1 5-38-15,-2-2-1 0,-3 1-38 0,-1 0-18 16,-3 1-9-16,0-2 27 0,-1 1 0 0,-4 2-64 16,-1-3 32-16,-1 3 8 15,-2 0-51-15,0 3 38 0,0 2 0 0,-5-2 4 16,-4 3-152-16,-3 1 69 0,-1-2 44 0,-2 2-133 15,2-2 81-15,-4 0 24 0,0 0 26 0,0 0-361 16,0 0 189-16,0 0 90 0,3-1 45 0,-9 1-297 0</inkml:trace>
  <inkml:trace contextRef="#ctx0" brushRef="#br0" timeOffset="2834.27">19811 7322 635 0,'-9'4'0'0,"4"-1"0"0,1 1 0 0,2-2 0 0,1-1 0 0,1-1 0 0,0 3 400 15,1-3-184-15,14 0-91 0,2 0 301 0,7 0-200 16,2 0-97-16,3 0 197 0,2 0-146 0,0-3-74 16,-5 2-28-16,6-1 17 0,-11-2-30 0,2 1-1 15,-3 1-31-15,-1 0-41 0,-3 0 9 0,-2 0 31 16,-1 1-306-16,-3-2 154 0,-3 2 76 16,-2-1 38-16,-3-1-495 0,0 2 251 15,0 1 59-15,-2 0-303 0,0-1 231 0,0-2 115 16,-4 3 50-16,-7 0-139 0</inkml:trace>
  <inkml:trace contextRef="#ctx0" brushRef="#br0" timeOffset="3060.66">19928 7336 18 0,'-13'7'0'0,"0"-3"0"0,3 0 0 0,3 2 0 0,1-2 300 16,-2 2-133-16,5-2-67 0,1 3-34 16,0 1 257-16,2 1-137 0,0 6-81 15,0 0-36-15,0 3 269 0,0 6-153 0,2-2-75 16,0 1 174-16,0 6-129 0,1 0-61 0,1 1-21 15,-2 0-19-15,2 2-1 0,-2 0-12 0,0 0-178 16,0-1 85-16,1 0 42 0,-1-3 21 0,0 0-120 16,0-5 79-16,0-1 27 0,0-2 1 0,1-4-369 15,-1-5 130-15,0-4 112 0,1-1-278 0,-2-4 191 16,1-2 92-16,0 0-167 0,0-12 129 0,0-12 65 16,1-2 24-16,-1-2-82 0</inkml:trace>
  <inkml:trace contextRef="#ctx0" brushRef="#br0" timeOffset="3206.4">19932 7714 20 0,'0'-24'0'0,"-8"2"0"0,3 3 0 0,-1 6 0 0,2 1 0 0,0 5 284 0,2 1-126 16,1 1-63-16,1 3 317 0,0 0-189 0,0 0-88 16,0 0-55-16,1 0 275 0,11 1-162 0,1 1-80 15,3-2-40-15,0 2 225 0,1 0-137 0,1 0-65 16,0 0-62-16,0 0-1 0,1 0-1 0,0 0 9 16,-1 0-348-16,0 0 170 15,-2 0 84-15,2 0-551 0,-4 3 291 0,2 3 96 0</inkml:trace>
  <inkml:trace contextRef="#ctx0" brushRef="#br0" timeOffset="3392.9">20416 7598 1410 0,'-7'0'0'0,"2"0"0"0,2 0 0 0,1 0 0 0,0 0 0 0,2 0 0 0,0 0 121 0,0 0-43 0,0 0 435 15,0 0-239-15,0 2-113 0,0 2-68 0,0 0-92 16,0 1 31-16,2 3 1 0,5-1 0 0,-2-2-491 16,0 3 242-16,5 2 124 0,-3-3-620 0,5-1 363 15</inkml:trace>
  <inkml:trace contextRef="#ctx0" brushRef="#br0" timeOffset="3691.55">20705 7106 1695 0,'-16'-15'0'0,"9"8"0"0,2 5 0 0,5 0 0 0,-2 2 0 0,2 0 0 0,0 0 0 0,0 0 0 0,0 0 0 0,0 0 385 0,2 0-176 0,12-2-89 16,7 2 68-16,1 0-78 0,6 0-30 0,2-2-79 16,0 2-1-16,2-2 33 0,-2 0 0 0,2 2-74 15,-6 0 45-15,8-1-7 0,-8 1 35 0,-3-3-296 16,-1 2 148-16,-1-1 72 0,0 2-34 16,-6-1-520-16,0-2 280 0,-2 1 143 15,-1 1-330-15</inkml:trace>
  <inkml:trace contextRef="#ctx0" brushRef="#br0" timeOffset="3924.55">20987 6899 867 0,'-2'-7'0'0,"2"3"0"0,0 1 0 0,5 1 0 0,2 0 0 0,4 0 105 0,3 2-40 0,0 0 1 0,4 0 339 15,0 4-186-15,1 7-93 0,-1 1-39 0,5 2 158 16,-4 2-107-16,-1 2-52 0,-4-4-27 0,0 4-69 15,0-3 29-15,-5 2-8 0,-1-2-85 0,-3 3 53 16,-2-4 27-16,-3 3-169 0,0 0 107 0,-8 4 39 16,-7-5 6-16,-4 4-203 0,-4-2 80 0,-2 1 61 15,-4 1-14-15,-1-1-52 0,-5 6 50 0,-2-4 28 16,2 0-250-16,5 0 139 0,-2 2 62 16</inkml:trace>
  <inkml:trace contextRef="#ctx0" brushRef="#br0" timeOffset="4305.53">20813 7491 838 0,'4'5'0'0,"-3"1"0"0,1 0 0 0,0 0 0 0,0-3 0 0,0 1 316 15,-1 2-145-15,3-2-70 0,3 1-34 0,2 2 270 16,0-1-152-16,4 1-68 16,2-3-46-16,4 3 43 0,-2-6-41 0,2 3 0 15,0-4-89-15,-3 0 33 0,2 0-9 0,-2 0 25 16,1 0-183-16,-2-5 91 0,-3-4 46 0,-3 0-256 15,0-2 146-15,-4 0 76 0,-3-2-31 0,0 0-128 16,-2-3 57-16,0 2 48 0,-4-3 39 0,-7 1 50 16,-1 2-21-16,-4-2 1 0,2 5 35 0,-6 2-8 15,-1 3-28-15,1 5 0 0,0-2 187 0,-7 3-83 16,2 3-50-16,2 11 245 16,-4 3-133-16,5 6-34 0,-1-1-42 0,5 5 142 15,2 1-84-15,3 1-32 0,5 2-30 0,3-1 71 16,5-2-46-16,0 0-23 0,0 0 40 0,5-5-23 15,11 3-8-15,-2-5 10 0,5 0-21 0,0-4 0 16,1-3-20-16,1 0-53 0,8-3 22 0,-3-4 0 16,2-1 30-16,2-3-295 0,-1-3 147 0,-4 0 57 0,7 0 38 15,-2-7-552-15,0-4 272 0,-3-2 124 16,-1-2-315-16,-5 2 222 16,-1-2 122-16,-1-1-85 0,-8 0 100 0</inkml:trace>
  <inkml:trace contextRef="#ctx0" brushRef="#br0" timeOffset="4451.14">21247 7647 976 0,'-4'-11'0'0,"-3"-3"0"0,-1 5 0 0,2 4 0 0,1-1 0 0,3 2 0 0,0 2 0 0,0 1 0 0,2 1 161 0,0 0-64 0,0 0-32 16,9 0 45-16,7 0-39 0,0 0 8 0,3 0 182 15,3 0-115-15,-1 0-56 0,2 0-29 16,3 0-57-16,-6 0 8 0,3-2 21 16,0-1-1-16,-3 3-390 0,-1-1 196 0,-1 1 97 15,-8 0-515-15,1 0 255 0</inkml:trace>
  <inkml:trace contextRef="#ctx0" brushRef="#br0" timeOffset="4634.64">21365 7600 784 0,'0'4'0'0,"-3"0"0"0,1 3 0 0,2 2 0 0,-3-1 0 0,-1 5 96 16,1 0-32-16,-1 4 1 0,0-1-32 0,3 4 340 15,-3-2-161-15,0 4-94 0,2-4-43 0,2 3 223 0,-1-3-132 16,1-1-67-16,0-2-92 0,0-1 26 15,1-1 0-15,7-3-246 0,4-2 122 0,6-4 62 16,0-1 40-16,8-3-190 0,3 0 106 0,1-7 53 16,3-6-10-16,8-5-591 0</inkml:trace>
  <inkml:trace contextRef="#ctx0" brushRef="#br0" timeOffset="5148.31">21989 7461 615 0,'0'-9'0'0,"-2"-3"0"0,-2 4 0 0,-1 1 0 0,0-4 0 0,1 0 0 0,-1 1 73 0,-2-2-41 0,1-1 1 0,1 5 0 16,-4-1 105-16,4-1-53 0,-2 2-18 0,-1 3 94 15,-2-1-64-15,1 2-32 0,-3 3 0 16,0 1 52-16,-3 0-33 0,0 3-30 0,-4 12 76 15,0 4-48-15,0 5-25 0,3 1 0 0,-2 4 30 16,4 0-31-16,0 1 0 0,7 0-24 0,1-2 21 16,6-5-20-16,0 1 8 0,0-1-47 0,0-4-1 15,8-3 40-15,5 0-112 0,0-5 56 0,4-4 36 16,2-5-8-16,0-2-155 16,5 0 71-16,-2-5 45 0,1-12 3 0,-2-6-145 15,-1-1 70-15,-3-7 45 0,1 1-1 0,-2-3-38 16,0-9 23-16,-4 7 14 0,-1-12-42 0,1-2 37 15,-3-2-1-15,5-13-10 0,-5 2 23 0,0 0-8 16,5-15 31-16,-3 11-29 0,-4 14-1 0,0 0 31 16,-2 15-1-16,-1 9 178 15,-3-2-85-15,-1 16-46 0,0 1-24 0,0 7 159 0,0 2-68 16,0 4-26-16,0 0 312 0,-5 10-143 16,-3 15-97-16,0 7-49 0,-1 8 71 0,1 5-51 15,3 8-36-15,-1 2 91 0,1 10-60 0,3-5-30 16,0 1 0-16,2-9 45 0,0 4-42 0,0 1 1 15,0-7-35-15,0-3-72 0,2-2 36 0,5-9 8 0,2-1-100 16,1 0 64-16,1-8 33 0,3-2-429 16,-3-6 218-16,3-4 71 0,2-5 68 0,2-5-518 15,7-5 278-15</inkml:trace>
  <inkml:trace contextRef="#ctx0" brushRef="#br0" timeOffset="5476.19">22539 7235 1216 0,'4'-14'0'0,"-3"0"0"0,3 2 0 0,-2-4 0 0,-2 1 0 0,0 4 0 0,0-1 0 0,0 4 0 0,-2 0 169 0,-3 3-69 0,-3-1 40 0,-4 4-45 0,-2 2-36 0,-2 0 1 16,-4 5 34-16,-2 11-30 16,1 0-1-16,-3 3-22 0,1 2 62 0,0 1-36 15,4-1 1-15,6-2-35 0,1 1 97 0,3-1-40 16,4-1-33-16,5 0 53 0,0-1-38 15,0 0-1-15,4 1-11 0,9-1 8 0,4 0-35 16,2 0-1-16,2 0-24 0,-1 1 0 0,3-2 25 16,-7-1 8-16,7 4-77 0,-9-4 34 0,0 3 0 15,-2-1 35-15,-5-2-92 0,-3 2 51 16,-2-2-4-16,-2-2-9 0,0 2 9 16,-13 0 0-16,-8-1 50 0,-4-3 2 0,-5-2-38 15,-2-1 5-15,-1-7-38 0,1 1 0 0,-2-2 40 16,9 0 9-16,-5 0-330 0,9-5 147 0,3-7 77 0,6 0 39 15,9-4-613-15</inkml:trace>
  <inkml:trace contextRef="#ctx0" brushRef="#br0" timeOffset="9161.39">23665 7124 383 0,'-5'0'0'0,"-2"0"0"0,1 0 0 0,4 0 0 0,1-3 188 15,1 3-70-15,-2-1-46 0,2 1 109 0,0-3-74 16,0 1-37-16,2-1 0 0,7-1 204 0,5-2-125 16,5 0-57-16,4 1-31 0,0-1 164 0,2 3-97 15,-3-1-39-15,7 0 38 0,-2 1-48 0,-1-1-23 16,1 1 14-16,1-2-37 0,-4 2 8 15,4-2-9-15,-2-2-41 0,-1 1 21 0,-4 3-1 0,-1-3 22 16,-1 2-199-16,-2-1 95 0,0 1 52 16,-4 2-7-16,-3-2-408 0,-1 3 212 15,-2-1 59-15,-2-1-291 0,2 0 211 16,-3 1 105-16,1-4 52 0</inkml:trace>
  <inkml:trace contextRef="#ctx0" brushRef="#br0" timeOffset="9378.27">24141 6847 1080 0,'-7'-8'0'0,"0"3"0"0,6 3 0 0,-1 1 0 0,2 1 0 0,0-3 0 0,0 3 0 0,5 0 0 0,11 0 101 0,1 0-34 0,1 0 1 15,1 3 199-15,1 4-120 0,0 0-58 0,-1 4-28 16,-1 1 124-16,-2 1-77 0,-2 0-29 0,-4 0-1 16,-1 2-23-16,-3-1 0 0,-3 2-22 0,-1 0-53 15,-2 2 34-15,0-1-7 0,-9 0-119 0,-8 1 73 16,-3 2 36-16,-1-4 7 0,-7 3-107 0,3-2 30 15,-3 2 45-15,-1-2-25 0,4 3-352 0,-3-1 155 16,1 2 113-16,-1 1-296 0,3 1 201 16</inkml:trace>
  <inkml:trace contextRef="#ctx0" brushRef="#br0" timeOffset="9752.48">23821 7427 435 0,'-9'8'0'0,"4"-5"0"0,1 3 0 0,0 0 0 0,3-4 0 0,1-2 321 0,0 0-149 15,0 2-69-15,0 1 229 0,1 1-150 0,8 0-75 0,7-1-29 16,0 0 148-16,5 0-96 0,4-1-49 0,-5-2-24 16,3 0 11-16,1 0-27 0,-2 0-8 0,-1 0-69 15,0 0 34-15,0-2 1 16,-3-1-176-16,0-3 113 0,-5 0 44 0,0-1 26 16,-4 1-251-16,-2-2 100 0,-3-1 75 0,0-2-15 15,-4-3-95-15,0 1 74 0,0-1 36 0,-6-2 0 16,-5 2 15-16,-2 0-10 0,-2 1 33 0,-2 4 29 15,-3 1 0-15,1 4-29 0,-8 3-1 16,6 1 153-16,-6 1-73 0,2 13-39 0,-1 6 240 16,3-2-127-16,3 6-40 0,3 3-40 15,4-2 222-15,1 5-117 0,7 2-50 0,1 0-32 16,2 0 129-16,2 0-72 0,0-2-48 0,2 0 54 16,7-1-48-16,3-4-23 0,3 1-44 0,0-6 29 15,7 2-8-15,-1-5 0 0,2-2-235 0,0-6 117 16,4-1 60-16,-4-6 36 0,8-2-504 15,-3 0 248-15,-1 0 79 0,1-10 76 0,-6-3-427 0,5-1 246 16,-5-4 119-16,-2 0-85 0,-9 1 103 0</inkml:trace>
  <inkml:trace contextRef="#ctx0" brushRef="#br0" timeOffset="9912.06">24239 7621 683 0,'1'-10'0'0,"-1"1"0"0,0 0 0 0,0 5 0 0,0 3 0 0,0-4 0 0,1 3 0 0,8-1 216 0,1 0-95 15,4 2-45-15,2-1 109 0,2 0-77 0,3 0-37 16,-2 1 208-16,-1 1-127 0,1 0-60 15,0 0-30-15,0 0 3 0,-2 0-1 0,-2 0-23 0,-5 0-8 16,2 0-290-16,-3 0 145 16,-1 0 73-16,-2 0 35 0,-5 0-460 0,2 0 238 15,-1 0 59-15,-2 0-229 0,0 0 182 0,-10 0 90 16,0 0-19-16</inkml:trace>
  <inkml:trace contextRef="#ctx0" brushRef="#br0" timeOffset="10069.78">24428 7570 17 0,'-14'0'0'0,"4"0"0"0,0 4 0 0,1 0 0 0,2 3 0 0,1-2 0 0,0 5 349 0,3 1-163 0,-1 2-76 0,0 4 163 15,1 0-120-15,1 4-60 0,0-1-22 0,2 3 89 16,0 1-63-16,0-1-32 0,0 0 211 0,0-3-122 16,2-1-52-16,3 0-39 15,3-4 97-15,-1 0-64 0,5-3-32 0,-3-3 1 16,4-4-99-16,2-2 29 0,1-3 0 0,5 0-290 16,2 0 164-16,-1-5 81 0,-1-6 50 0,5-2-698 15,1-4 337-15</inkml:trace>
  <inkml:trace contextRef="#ctx0" brushRef="#br0" timeOffset="10615.76">24787 6936 1109 0,'-7'-8'0'0,"2"2"0"0,5 6 0 0,0 0 0 0,7 0 0 0,2 0 46 0,0 2-20 16,3 3 0-16,-3 0-19 0,2 0 207 0,1 1-91 15,1 0-45-15,1 0 78 0,2 2-54 0,-6 2-38 16,4-2-193-16,-3 0 82 0,-4-2 39 0,2 4 1 15,-2-3-419-15,-2 3 216 0,3-1 107 0</inkml:trace>
  <inkml:trace contextRef="#ctx0" brushRef="#br0" timeOffset="10903.02">25116 6856 977 0,'0'-2'0'0,"1"1"0"0,2 1 0 0,-1 0 0 0,-2 0 0 0,0 0 0 0,0 7 0 0,0 5 0 0,-9 1 100 0,-1 3-38 16,-3 3 32-16,-5 0-31 0,2-1 0 0,-3 3-30 16,2-3-58-16,-5 2 24 0,-1-5 1 0,2 0 33 15,-1 0-52-15,1-4 26 0,2 1 8 0,1 0 18 16,0-2 27-16,2 1 0 0,2-1-54 0,2 1 94 16,0 0-44-16,3 2-6 0,1 0 140 15,1 2-78-15,1 2-40 0,2 0 0 0,2 2 43 0,0 0-45 16,2 2 0-16,0-3-38 0,0 3-53 15,0 0 26-15,0-3 9 0,0 2-242 0,2-2 130 16,0-1 66-16,2-2 32 0,-1-2-417 16,0-3 182-16,3 0 113 0,-3-3 10 0,1-4-141 15,1-1 110-15,3-2 56 0,-4 0-259 0</inkml:trace>
  <inkml:trace contextRef="#ctx0" brushRef="#br0" timeOffset="11184.95">24761 7202 776 0,'-7'-13'0'0,"1"6"0"0,4 0 0 0,2 2 0 0,0-3 0 0,0 3 0 0,8-1 0 0,6 2 208 0,7 3-80 0,7-2-51 16,2 1-23-16,2 1 131 0,4-1-77 15,-1 2-37-15,3 0 9 0,-1 0-8 0,0 0-40 16,-6 0 8-16,0 0-7 0,-10 0 0 0,2 2 8 16,-4 1 5-16,-4 1-13 0,-5 0-1 0,-1 2 1 15,-4-1 0-15,-1 1 8 0,-2 1-8 0,0 1-1 16,-2 2 87-16,0 1-43 0,0 0-22 0,0 0 96 15,0 2-63-15,-2 1-27 0,0-2-33 16,2 4 6-16,0-3 0 0,0 4 8 16,0-2-56-16,0 2 24 0,0-3 0 0,0 4 24 15,0-3-256-15,0-1 118 0,2 2 62 0,0-1-431 16,-1-2 227-16,-1-4 75 0,0 2 70 0,0-1-336 16,0-2 206-16,0 1 100 0</inkml:trace>
  <inkml:trace contextRef="#ctx0" brushRef="#br0" timeOffset="11380.53">24802 7336 1036 0,'-7'0'0'0,"1"0"0"0,6 0 0 0,0 0 0 0,0 0 0 0,9 0 55 0,7 0 7 16,2 0-29-16,7 0 0 0,5 0 365 0,-2-1-182 15,0 1-92-15,2-2 168 0,0 2-133 0,-1 0-64 16,-3 0-204-16,-6 0 71 0,1 0 35 0,-3 0 9 15,-2 0-402-15,-4 6 214 16,-2 0 107-16,-4 1 55 0,-2 1-279 0,-4 0 103 16,0 2 99-16</inkml:trace>
  <inkml:trace contextRef="#ctx0" brushRef="#br0" timeOffset="11538.15">24860 7467 647 0,'-9'0'0'0,"4"4"0"0,1-3 0 0,4-1 0 0,0 0 0 0,0 0 28 0,5 0-25 0,10 0-1 0,4 0 400 15,4 0-185-15,0 0-92 0,0 0 102 0,3 0-97 16,-2 0-40-16,4 0-33 16,-6 0-157-16,0 0 67 0,-2 0 32 0,-2 4 1 15,-6 0-380-15,0 2 202 0,-4 4 105 0,-7 0 53 16</inkml:trace>
  <inkml:trace contextRef="#ctx0" brushRef="#br0" timeOffset="11714.21">24817 7647 965 0,'-17'2'0'0,"6"-2"0"0,4 2 0 0,0-2 0 0,5 0 0 0,2 0 0 0,0 0 0 0,2 0 96 0,12 0-32 0,11 2 266 15,-2-2-148-15,6 0-66 0,2 0-46 0,4 0 85 0,-4 0-60 16,4 1-32-16,-5-1 1 0,-2 0-172 0,2 0 67 16,-8 0 36-16,0 0-281 0,-2 2 159 0,-5 0 80 15,-6 0 48-15,-4-2-232 0,0 0 70 16,-3 0 81-16,-2 0-355 0</inkml:trace>
  <inkml:trace contextRef="#ctx0" brushRef="#br0" timeOffset="11929.78">24909 7224 1393 0,'-1'0'0'0,"1"0"0"0,0 0 0 0,0 8 0 0,0 3 0 0,0 3 0 0,3 4 0 0,6 5 240 0,0 5-95 0,1 0-61 15,0 4 267-15,0 0-159 0,1 2-80 0,-1 0-7 16,1 4-28-16,-2-4-8 0,0 4-37 16,-4-2-150-16,1 0 75 0,-2 0 38 0,-3 3 8 15,2-4-327-15,-3-1 178 0,0-4 90 0,0-5-478 16,0-3 217-16,0-3 104 0,0-7 95 0,0-3-258 16,0-9 172-16</inkml:trace>
  <inkml:trace contextRef="#ctx0" brushRef="#br0" timeOffset="12128.24">25589 7085 1425 0,'2'0'0'0,"2"1"0"0,3 12 0 0,-4-4 0 0,-1 3 0 0,-2 1 0 0,0 3 0 0,-15 5 173 0,-5 4-62 15,-9 4-43-15,-2 4 115 0,-3-2-76 16,0 5-36-16,-1-3-236 0,7-4 107 15,-8 5 41-15,13-11 25 0,0 1-205 0,12-9 115 0,4-2 57 16,0-2 38-16,7-8-503 0,0-3 173 16</inkml:trace>
  <inkml:trace contextRef="#ctx0" brushRef="#br0" timeOffset="12279.84">25375 7378 1298 0,'1'0'0'0,"2"0"0"0,2 10 0 0,0 1 0 0,4 0 0 0,-4 4 0 0,3 3 0 0,-1 4 0 0,-1-1 0 0,0 5 202 0,-3-4-76 15,2 8-51-15,-2 1 174 0,-2-4-109 0,1 4-53 0,0-7-224 0,0 1 80 16,-2-1 45-16,0-2 23 16,0-3-320-16,0-2 171 0,0-6 93 0,0-3 35 15,0-3-238-15,2-5 81 0,1 0 84 0</inkml:trace>
  <inkml:trace contextRef="#ctx0" brushRef="#br0" timeOffset="12571.13">25689 7153 1100 0,'10'0'0'0,"4"0"0"0,-3 0 0 0,1 3 0 0,-5 3 0 0,-1 2 0 0,-3 4 0 0,-1 1 0 0,0 1 105 0,-2 3-36 16,0 2 8-16,-11 6-44 0,-4-4-184 0,0 5 92 16,-3-7 46-16,4-1-165 0,-3-1 100 15,0-4 44-15,0-2 24 0,2-3-162 0,0-3 81 16,5-5 41-16,2 0-21 0,0 0 7 0,2 0 13 0,4 0 18 15,2-1 227-15,0-7-112 16,0 0-64-16,6-1-20 0,7 2 308 0,5-1-152 16,7 1-40-16,0 1 39 0,-1 4-36 15,8-3-47-15,-2 3-11 0,1 0-1 0,-3 0-26 16,-6 2 1-16,-1 0-135 0,1 0 64 0,-5 0 35 0,-5 2 0 16,-3 6-369-16,-4-3 194 0,-3 2 64 0,-2 1 59 15,0-1-357-15</inkml:trace>
  <inkml:trace contextRef="#ctx0" brushRef="#br0" timeOffset="12706.99">25687 7432 776 0,'-27'8'0'0,"7"0"0"0,3 1 0 0,8 1 0 0,2-3 0 0,4 3 0 0,1-1 0 0,2 2 183 0,0 2-76 0,2-1-36 0,4 0 79 16,5 3-63-16,-2-3-26 0,1 1-57 16,-1 1 1-16,0-1 28 0,-1-4 8 0,-2 0-328 15,0 1 160-15,-1-3 80 16,-1-1 39-16</inkml:trace>
  <inkml:trace contextRef="#ctx0" brushRef="#br0" timeOffset="12987.67">25741 7493 776 0,'0'-8'0'0,"2"5"0"0,0 1 0 0,4 0 0 0,-3 2 0 0,1 0 0 0,2 0 0 0,-2 7 187 0,0 4-77 16,-3 5-38-16,-1 1 7 0,0 5 62 0,0 1-55 15,-5 1-68-15,-7 2-87 0,-3 1 51 16,2-7 34-16,-5 6-96 0,-3-4 56 15,2-2 29-15,-3-5 0 0,1-2-117 0,1-3 43 16,-1-3 41-16,0-5-25 0,1-2-43 0,4 0 44 16,3 0-19-16,3 0 206 0,1-2-75 15,2-1-44-15,3-3 279 0,1 2-146 0,3-2-61 16,0 2-9-16,4-1 73 0,13 0-50 0,8 0-35 16,2 2 0-16,4 2 30 0,3-2-24 0,2 3 0 0,-1 0-40 15,1 0-84-15,0 0 42 0,-2 0 21 0,1 0-243 16,-3 0 128-16,0 4 68 0,0-2-429 15,-2-1 206-15,-3-1 122 0,-6 0 8 16,2 0-276-16</inkml:trace>
  <inkml:trace contextRef="#ctx0" brushRef="#br0" timeOffset="13171.1">25967 7386 1103 0,'-2'-4'0'0,"2"0"0"0,2 3 0 0,13-4 0 0,5 1 0 0,-1 3 0 0,4-1 0 0,-1 0 0 0,1 2 0 0,1 0 162 0,-1 0-65 0,-3 0-54 16,-1 0-10-16,-2 0 7 0,-2 2-7 0,-6 0-309 15,-2-1 154-15,0-1 78 0,-3 0 38 0,-3 0-312 16,-1 0 164-16,0-1 84 0,0-12-27 0</inkml:trace>
  <inkml:trace contextRef="#ctx0" brushRef="#br0" timeOffset="13804.3">26158 7067 667 0,'-4'7'0'0,"-4"8"0"0,4 10 0 0,-5 4 0 0,0 7 0 0,0-2 0 0,-4 13 0 0,0-1 150 15,5-1-58-15,-4 1-30 0,5-3 217 0,2-5-114 16,-1 1-71-16,4 0 45 0,1-7-53 0,1-3-27 16,0-8 0-16,0-3-125 0,0-3 46 0,0-5 26 15,1-3 0-15,3-5-54 0,3-2 40 0,2 0 9 16,2-13-199-16,-2-8 74 0,4-5 70 0,-4 0-283 15,1-4 157-15,-1-4 46 0,-1-2 55 16,-3-1-41-16,3-6 43 0,0 3 22 16,1 7 1-16,0-5-16 0,0 4 37 0,0 4 1 15,1 7-1-15,1 1 162 0,3 4-80 0,2 4-50 0,5-1 125 16,4 5-71-16,1 3-42 0,2 0 21 16,1 1 259-16,1 3-103 0,1-1-86 0,-3 1 76 0,0 0-72 15,-1 1-37-15,-3 0 1 0,-2 2 44 0,-1 0-44 16,-2 0-1-16,-4 0-36 15,-5 0 86-15,-1 0-36 0,-3 0-28 0,-5 0-1 16,1 0 29-16,0 0-25 0,-2 0 0 0,0 0 91 16,0 0-61-16,0 0-28 0,0 0 8 0,0 10 1 15,0 4-36-15,0 5 8 0,0 5 17 0,0 3 1 16,0 4-26-16,0 2 0 0,2 5-22 0,0-3 8 16,0 2 14-16,2 1-81 0,-2 0 40 0,0-1 0 15,-2-1 40-15,0-1-85 0,0-2 20 0,0-2 27 16,0-4-213-16,0-5 110 15,-8-1 39-15,-2-3 31 0,-1-4-268 0,-3-6 137 16,-2 1 68-16,-3-8 34 0,1-1-207 0,-3 0 113 16,2 0 69-16,1-11-185 0,-3-7 123 15,4-3 62-15,2-7-58 0,4-7 51 0,-3-5 38 0,9-4 0 16,1-4-130-16,0-1 80 0,4 1 39 0,-1 11 73 16,1 3 0-16,0 7 0 0,0 0 0 0,0 8 0 15,0 8 17-15,0 1-11 0,0 6-15 0,0 3 353 16,0 1-162-16,0 0-101 15,0 9 100-15,0 10-34 0,0 5-63 0,0 3-28 16,-7 3 200-16,0 4-111 0,-2 1-57 0,-2 3-19 16,-5 3 18-16,2-8-28 0,-3 1 1 0,0 1-27 15,-4-4-207-15,0-1 111 0,0-2 44 0,5-6-384 16,3-4 212-16,3-5 106 0,3-5-355 0,3-5 193 16</inkml:trace>
  <inkml:trace contextRef="#ctx0" brushRef="#br0" timeOffset="14136.41">27242 7133 1161 0,'4'0'0'0,"-2"0"0"0,0 0 0 0,-1 0 0 0,-1 0 0 0,0 0 0 0,-19 0 0 0,-5 1 120 0,-4 5-44 0,-3 1-13 15,-2 3-8-15,-1-1-30 16,0 4 7-16,4-3 1 0,10-1 0 0,-1 0-81 0,2-3 36 16,8-1 22-16,0 1 45 0,4-2-23 15,2 2 1-15,2-2 79 0,3 3-49 0,0 2 0 0,0 1-33 16,0 4 157-16,0-1-77 0,5 7-30 0,3 4-9 16,-2 1 37-16,-1 3-37 0,-1 2-1 0,0 2-37 15,-3 2 68-15,-1-1-38 0,0 1 0 0,0 0-144 16,0-2 57-16,-1-2 28 15,-3-6-270-15,0 1 145 0,-1-2 77 0,1-6 22 16,1 0-457-16,-1-9 206 0,3-2 118 0,-1-2 42 16,2-1-347-16,0-3 213 0</inkml:trace>
  <inkml:trace contextRef="#ctx0" brushRef="#br0" timeOffset="14462.54">26912 7333 1106 0,'0'-7'0'0,"0"5"0"0,9 0 0 0,8-2 0 0,5-1 0 0,4-1 0 0,3 2 0 0,1 0 0 0,2 3 0 0,-2-1 132 16,1 0-50-16,-2-1-24 0,-2 2 99 0,2 1-61 15,-9-2-24-15,3 2-8 0,-4 0 14 0,-1-2-23 16,-6 2 1-16,-3 0-24 0,1 0 66 0,-4 0-36 16,-1 0-1-16,-2 0 12 0,0 0-1 0,2 0-31 15,1 0 58-15,2 4-33 0,-1 4 0 16,4 1-33-16,1 1 34 0,-1 2 8 0,2 4-43 15,-2 2 1-15,2 5 31 0,-4 1-31 16,3 4 0-16,-4 5 8 0,-2-2-29 0,-1 5 0 16,-4-2 21-16,2 2-35 0,-3-1 1 15,0-1 42-15,0 0-9 0,0-2-187 0,0-4 75 0,0-2 49 16,0-5-286-16,0-1 153 0,0-4 56 0,0-7 46 16,0-1-318-16,0-2 174 0,0-6 87 0,0 0 35 15,-10 0-268-15,-2 0 159 0,2 0 81 16,-7-14-116-16</inkml:trace>
  <inkml:trace contextRef="#ctx0" brushRef="#br0" timeOffset="14756.77">27026 7495 1096 0,'-2'0'0'0,"2"0"0"0,0 0 0 0,0 1 0 0,0 4 0 0,2-2 0 0,-1 1 132 0,4 3-50 0,-3 2-25 0,-1-2 9 15,1 0 13-15,0 2-22 0,-1 0-1 0,-1-5-201 16,0 0 89-16,0 0 53 0,3-4-120 0,-1 0 78 16,1 0 39-16,6-1-1 0,1-9-96 0,3-1 68 15,1-1-56-15,0 2 43 0,2-2-58 0,0 2 42 16,0 4-15-16,-5 5 272 0,1-1-106 0,-2 0-56 16,0 2 237-16,-3 0-135 0,-2 8-50 0,-5 2-3 15,0 6 49-15,0-1-38 0,0 1-29 0,-11 0 0 16,0 0 0-16,-4-2-9 15,0-1-20-15,0-2 0 0,-2-4-158 0,2-2 80 16,4-5 46-16,-2 0-378 0,2 0 196 0,-2 0 65 16,9 0 60-16</inkml:trace>
  <inkml:trace contextRef="#ctx0" brushRef="#br0" timeOffset="15823.25">27871 7177 883 0,'0'-2'0'0,"0"-1"0"0,0 1 0 0,0 2 0 0,0 0 0 0,0 0 0 0,0 4 0 0,0 7 0 0,0 2 217 0,0 2-91 15,0 2-47-15,0 0-24 0,2 0 103 0,0 0-54 16,1 0-40-16,-1-2-89 0,1-6 29 0,0 2 0 16,0-5 29-16,-3-2-208 0,3 0 99 0,-3-4 55 15,0 0-144-15,0 0 96 0,0 0 26 0,0-4 28 16,0-6-339-16,-3-5 164 0,0 0 58 0,-1-2 49 16,0-1-79-16,1-1 69 0,1 2 30 0,-2-2 56 15,1 1-26-15,-1 0 33 16,1 3 0-16,1 0 79 0,-2 2-61 0,4 3-26 15,0 0 119-15,0 2-73 0,0 3-38 0,0 0 34 16,6 4 278-16,8-1-151 0,2 0-31 0,0 2-54 16,5 0 148-16,4 0-100 0,1 0-45 0,1 0 48 15,1 4-47-15,3-3-23 0,-5 2 7 0,8-1-5 16,-4-1-1-16,-2-1-25 0,-2 0-20 0,-3 0 20 16,-1 0 8-16,-3 0-8 0,-6 0-23 0,-1 0 0 15,-6 0 23-15,1 0 0 0,-6 0 40 0,1 0-40 16,-2 0-1-16,0 0 31 0,0 0-1 15,0 0-29-15,0 4 7 0,0 2 8 16,0 6-15-16,0-2-1 0,0 3 34 0,0 2-33 16,0 0 8-16,0 3-8 0,0 0-92 0,2-1 46 15,-1 2 23-15,5-3 0 0,-3 2-254 0,2-2 113 16,1 2 71-16,-2-6-350 0,1 2 193 0,-1-5 75 16,-1 0 46-16,0 1-241 0,-1-3 152 0,0-1 76 15,-2-2-216-15</inkml:trace>
  <inkml:trace contextRef="#ctx0" brushRef="#br0" timeOffset="16013.8">27912 7200 858 0,'-5'0'0'0,"3"0"0"0,2 2 0 0,0 2 0 0,2-3 0 0,5 1 0 0,7 0 130 0,2 0-49 0,3 2-16 0,4-3 229 16,-2 2-131-16,3 0-66 15,-2-3 14-15,1 2-31 0,-1 2-9 0,-2-4-38 16,-3 2-322-16,-4 1 161 0,-3 0 80 0,-1 0 49 16,-1 3-221-16,-5-2 127 0</inkml:trace>
  <inkml:trace contextRef="#ctx0" brushRef="#br0" timeOffset="16172.37">27959 7328 854 0,'0'1'0'0,"0"3"0"0,0-2 0 0,8 2 0 0,6-4 0 0,-3 0 0 0,3 0 0 0,3 0 0 0,3 2 257 0,1 0-104 16,1 0-64-16,0 0-28 0,0 2 5 0,-1-3 0 15,0 3-33-15,-5 0 8 0,-2 1-358 0,-3 1 176 16,-2 0 86-16,-4-1-201 0</inkml:trace>
  <inkml:trace contextRef="#ctx0" brushRef="#br0" timeOffset="16395.86">27689 7457 914 0,'0'2'0'0,"0"4"0"0,15-3 0 0,10 0 0 0,14-3 0 0,-3 1 0 0,13-1 310 0,5 2-138 0,0 0-70 0,10 0 152 15,-3-2-111-15,-4 2-47 0,10-2-35 0,-11 0-48 16,-1 0 20-16,0 0 0 15,-2 0-214-15,-13 0 115 0,3 0 45 0,-7 2 27 16,-4-2-213-16,-8 2 119 0,-10-2 60 0,0 0 25 16,-9 1-424-16,-3-1 204 0,-2 0 64 0,-10 0-155 15</inkml:trace>
  <inkml:trace contextRef="#ctx0" brushRef="#br0" timeOffset="16557.43">27974 7600 750 0,'-3'9'0'0,"1"-3"0"0,2 5 0 0,0 1 0 0,0-1 0 0,0-4 56 16,2 5 1-16,-1-3-36 0,3 2 285 0,1 0-136 15,-2-1-61-15,1 3-42 0,0-2-24 0,-3 1-11 16,0 0 1-16,2-2-394 0,-1 0 201 0,0-3 91 16,-1-1 47-16</inkml:trace>
  <inkml:trace contextRef="#ctx0" brushRef="#br0" timeOffset="16816.82">27937 7619 862 0,'0'-8'0'0,"0"5"0"0,0-1 0 0,3 2 0 0,13 0 0 0,4 0 0 0,3 2 0 0,5 0 172 0,1 0-70 0,6 0-26 0,0 2-9 16,0 2 41-16,4 1-38 0,-2 1 1 0,-3-2-51 15,-5-1 21-15,3 1-9 0,-10 0 1 0,-2 2-2 16,-4-3 1-1,-7 1 1-15,-2 0-15 0,-6 0-8 0,3-1 23 0,-4 3 0 16,0 2-39-16,-7-1 38 0,-4 3 9 0,1-1-33 16,-2 1 61-16,0 5-47 0,4-2 6 0,-2 0-111 15,1 1 58-15,5 2 20 0,-3-1 0 0,5-2-269 16,-2 0 138-16,1 0 52 0,1 0-283 0,2-3 161 16,-1 1 87-16,1-2 43 0,0-1-109 0</inkml:trace>
  <inkml:trace contextRef="#ctx0" brushRef="#br0" timeOffset="17012.46">27956 7761 1345 0,'0'0'0'0,"0"0"0"0,5 0 0 0,10-2 0 0,3 0 0 0,4 1 0 0,-2-1 0 0,5 2 0 0,5 0 0 0,-3 0 169 0,2 0-68 0,-1 0-34 16,1 0-29-16,-6 0 3 15,2 0-8-15,-5 0 0 0,-7 0-139 0,2 0 69 16,-8 0 35-16,-4 0-368 0,-1 2 196 16,-2 3 102-16,-3 3-261 0,-10-2-3 0</inkml:trace>
  <inkml:trace contextRef="#ctx0" brushRef="#br0" timeOffset="17139.64">28108 7801 672 0,'-14'0'0'0,"5"0"0"0,4 0 0 0,1 0 0 0,4 0 0 0,0 0 0 0,0 0 0 0,0 0 81 0,6 0-24 0,5 0 9 15,1 0 112-15,4 0-72 0,-2 0-36 0,4 2-1 16,-1-1-101-16,0 2 40 0,-2 0-8 0,-4-1 33 16,-1 2-361-16,1 2 181 0</inkml:trace>
  <inkml:trace contextRef="#ctx0" brushRef="#br0" timeOffset="17321.79">28037 7895 820 0,'-1'4'0'0,"1"-4"0"0,0 0 0 0,0 0 0 0,1 0 0 0,8 0 0 0,0 0 0 0,2 0 0 0,5 0 102 16,-4 0-35-16,4 0 0 0,-1 0 81 0,0 0-62 15,-2 0-27-15,-5 0 1 0,5 0-127 0,-4 0 51 16,-4 0 32-16,1 0-265 0,-3 0 141 0,2 0 70 16,-3 0 36-16,-1 0-177 0,-1 0 50 0,0-2 66 15</inkml:trace>
  <inkml:trace contextRef="#ctx0" brushRef="#br0" timeOffset="17621.03">28183 7651 696 0,'0'-4'0'0,"0"2"0"0,0 0 0 0,-2 2 0 0,2 0 0 0,-3 8 0 0,2 5 0 0,-2 2 165 0,1 8-66 0,-3-3-25 0,3 6 165 15,-2 1-103-15,1 1-52 16,0 0-25-16,1-2-67 0,0-3 8 0,-2 1 32 15,0 1-103-15,1-5 51 0,-2-1 27 0,-2-1 0 16,0-2-140-16,-2-3 78 0,-4-2 45 0,5-4-180 16,0-1 97-16,-2-3 5 0,1-2 35 0,1-1 67 15,3 0 0-15,0 0-74 0,2 0 264 16,3 0-109-16,-3 0-60 0,3 0-9 16,0-1 124-16,0-2-49 0,8 2-46 0,12 1 15 0,6 0 153 15,6 0-99-15,9 0-46 0,-1 0-22 16,3 5 66-16,3 3-45 0,-7-1-14 0,14 1-206 15,-8 2 88-15,-3-1 44 0,0 3 22 0,-11 0-486 16,6 1 244-16,-5 1 85 0</inkml:trace>
  <inkml:trace contextRef="#ctx0" brushRef="#br0" timeOffset="17775.62">28733 8154 1212 0,'1'0'0'0,"2"0"0"0,-1 0 0 0,0 0 0 0,-1 0 0 0,1 0 0 0,0 0 0 0,-2 0 0 0,0 0 204 0,0 0-90 0,0 0-40 15,1 0-588-15</inkml:trace>
  <inkml:trace contextRef="#ctx0" brushRef="#br0" timeOffset="31462.86">23985 8434 227 0,'-7'0'0'0,"-1"0"0"0,0 0 0 0,5 0 0 0,-3 0 0 0,3 0 145 0,-1 0-60 0,-1 0-26 0,2 0 0 15,1 0 70-15,2 0-48 0,0 0-16 0,0 0 121 16,0 0-76-16,0 0-39 0,0 0 1 0,0 0 6 15,0 0-13-15,5 0-10 0,11 0-22 0,7 0 79 16,0 0-40-16,8 0 1 16,0 0 49-16,4 0-49 0,1 0 0 0,-3 0-40 15,3 0-43-15,-2 0 21 0,-1 0 9 0,-1 0 13 16,0 0-113-16,-4 0 56 0,1 0 28 0,-7 0-94 16,-2-2 48-16,0-2 31 0,-3 0-341 0,-6 2 171 15,0-1 53-15,-5-1 54 0,0 0-282 0,-3 0 166 16,-1-1 79-16</inkml:trace>
  <inkml:trace contextRef="#ctx0" brushRef="#br0" timeOffset="31670.7">24402 8216 1077 0,'-7'-15'0'0,"3"6"0"0,2 3 0 0,0 2 0 0,0 0 0 0,2 2 0 0,0 1 0 0,0 0 0 0,0 1 112 0,10 0-40 15,7 0 0-15,3 8 165 0,-1 2-94 16,6 2-59-16,-1 4 33 0,-2 0-42 0,-1 4-21 0,-2-4-1 15,-4-1-40-15,0 2-8 0,-2 0 28 0,-2 2-1 16,-6-2-95-16,0 1 47 16,-5 2 33-16,0-1-215 0,-2 3 115 0,-13-1 31 15,0 1 38-15,-4-2-339 0,2-2 139 0,-5 3 62 16,0-3-87-16,8-5 104 0</inkml:trace>
  <inkml:trace contextRef="#ctx0" brushRef="#br0" timeOffset="32035.98">24186 8778 768 0,'-9'7'0'0,"3"4"0"0,4-3 0 0,2 3 0 0,0-4 0 0,0-1 0 0,2-2 0 0,9 2 211 0,6-2-81 0,0-1-53 0,4-2 192 16,5-1-119-16,-3 0-58 0,2 0-30 0,-4 0 53 16,2 0-46-16,-3-3 0 0,-1-2-119 0,-3-3 41 15,-1-1 20-15,-5 3 9 0,1-5-72 0,-4 1 42 16,-2 1 22-16,-3-2-1 0,0 0-211 0,-2-3 79 15,0-1 66-15,-2 2-184 16,-9-2 110-16,-3 4 17 0,0-1 39 0,-7 5 4 16,-4 3 8-16,2 3 28 0,-6 1 94 0,1 3-47 15,-4 12-23-15,0 2-9 0,2 6 213 0,2-1-101 16,3 3-58-16,6 1-5 0,6 2 117 0,6-1-46 16,2 4-48-16,5-1 134 0,0 0-1 0,0-2-76 15,7-1-40-15,2-6 101 0,10 5-74 0,-2-5-32 16,4-5-38-16,0 2 4 15,0-5 1-15,0-4 8 0,8 1-211 0,-5-4 102 16,1-2 50-16,-1-2 26 0,0-2-182 0,-1 0 79 16,3-2 57-16,-3-5-544 0,-5-4 274 0,2-3 138 15,-2-4 68-15,-3 3-255 0,0-7 166 0,-3-3 79 16</inkml:trace>
  <inkml:trace contextRef="#ctx0" brushRef="#br0" timeOffset="32173.6">24554 8956 734 0,'0'-19'0'0,"0"4"0"0,0 4 0 0,0 4 0 0,0 3 0 0,0 1 0 0,0 1 0 0,0 1 0 0,0-1 142 0,2 0-54 0,8 2 142 0,4 0-91 15,2 0-57-15,-2 0-24 0,4 0 126 0,-2 0-75 16,2 0-30-16,0 0-9 16,-1 0-172-16,-1 0 67 0,0 0 34 0,-2 0 0 15,0 0-336-15,-5 2 180 0,0 0 96 0,-4-1-220 16,-3 1 96-16,0-2 89 0,-2 3-39 0</inkml:trace>
  <inkml:trace contextRef="#ctx0" brushRef="#br0" timeOffset="32330.2">24710 8907 660 0,'-15'3'0'0,"1"0"0"0,1 4 0 0,0 3 0 0,2-1 0 0,2 4 0 0,2 0 0 0,-2 4 71 0,2 2 0 0,4 1-30 0,-3 1 209 16,3 2-108-16,3-1-55 0,0 1 221 0,0-1-138 15,0-1-60-15,1-2-43 0,8-2 18 0,0-2-26 16,5-2 0-16,3-2-26 0,0-3-174 0,2-5 83 16,5 0 45-16,0-3-162 0,3 0-116 15,-1-10 161-15,1-3 46 0,-1-4-251 0,-4-4 98 0</inkml:trace>
  <inkml:trace contextRef="#ctx0" brushRef="#br0" timeOffset="32497.88">24989 8650 319 0,'2'-10'0'0,"1"5"0"0,-1 3 0 0,3 0 0 0,1-2 0 0,1 2 403 0,-1-1-185 0,4 1-92 0,-3 0-47 15,4 0 283-15,3 2-169 0,-4 0-80 0,4 0-47 16,1 0-1-16,0 0-32 0,2 0 8 0,-2 2-166 15,0 5 79-15,-3 3 40 16,0-1-425-16,-3 4 232 0,1 2 124 0</inkml:trace>
  <inkml:trace contextRef="#ctx0" brushRef="#br0" timeOffset="32650.18">25025 8877 856 0,'-14'5'0'0,"6"1"0"0,1 1 0 0,2-2 0 0,3-3 0 0,2-1 0 0,0 0 0 0,0-1 0 0,0 3 275 0,12 0-121 0,3-3-60 0,2 0 153 0,6 0-107 0,-1 0-45 16,8 0-268-16,0 0 102 16,0-3 52-16,0 0 26 0,0 2-247 0,-1 1 144 15</inkml:trace>
  <inkml:trace contextRef="#ctx0" brushRef="#br0" timeOffset="33105.53">25711 8458 617 0,'-12'-4'0'0,"0"1"0"0,1 3 0 0,-1 0 0 0,1 0 0 0,-2 2 0 0,-8 14 292 16,0 2-129-16,1 6-65 0,-1 7 198 0,0-2-135 15,3 4-64-15,1 3-33 0,6 1 172 0,1 0-102 16,6 0-43-16,1-1-33 0,3-1 18 0,0 0-22 16,3-2 0-16,7-1-89 0,5 0 42 0,0-1-8 15,4-3-299-15,3-4 166 0,0-4 84 0,3-1 41 16,-2-8-537-16,8 2 267 0,0-8 88 15,-1-4 78-15,3-1-282 0</inkml:trace>
  <inkml:trace contextRef="#ctx0" brushRef="#br0" timeOffset="33886.47">26046 8667 541 0,'0'-17'0'0,"0"4"0"0,0 3 0 0,0 1 0 0,-2 1 0 0,-2 2 111 0,-2 1-43 15,-1 3 188-15,-1 0-112 0,-1 2-56 0,-1 0-27 16,-3 6 76-16,-2 5-57 0,-1 8-23 0,0 2 0 16,2 1 25-16,-2 4-24 0,3 3 7 0,3-4-32 15,3 4 52-15,0-2-27 0,7-5 1 0,0 3-44 16,0-5 26-16,0-2-8 0,3-2-28 0,5-1 1 16,3-6 27-16,2 0-1 0,1-3-79 0,-1-4 36 15,6-2 21-15,-3 0 0 0,1-2-122 0,0-6 65 16,0-7 18-16,-2 1 19 15,0-5-92-15,-2 0 50 0,-1-2 7 0,-1-1-27 16,-1-3 23-16,-1 7 1 0,-2-3 1 0,1 2 27 16,-3 4-12-16,-1 3 5 0,-2 2 54 0,-1 4-24 15,2 4 1-15,-3-2-25 0,0 3 142 0,0 1-69 16,0 0-23-16,0 9 0 0,-4 5 0 16,0 4-1-16,2 0-10 0,0 0 64 0,2 0-37 0,0 1-6 15,0-2 9-15,6-2 1 0,6-2-15 0,-3-2 3 16,6-3-26-16,0-3 13 0,-1-2-1 0,4-3 0 15,1 0-28-15,-3 0 5 16,1-10 21-16,0-3-48 0,-2-4 23 0,-2 0 0 16,-1-1 19-16,-3-3-98 0,-2 0 45 0,-3-2 15 15,-2 3-93-15,0-2 51 0,-2 1 30 0,0 2 3 16,-6 2-31-16,-5 4 14 0,-5 1 0 0,-1 3 4 16,-4 5 16-16,0 3-18 0,-5 1 19 0,5 0-20 15,-2 0 80-15,5 5-32 0,1 4-1 16,8-3 64-16,-1 4-40 0,6-3-14 0,4 3 55 0,0-1-31 15,0-1-1-15,14-2-21 16,7 0-2-16,8-2 6 0,2-4-12 0,12 0 19 16,-11 0 2-16,7 0-8 0,-2-5-9 0,1-5 9 15,-4 1-66-15,-2-2 27 0,-5 1 0 0,-2 1 0 16,-2-3 0-16,-2 1 14 0,-7 4 29 0,-5-1 30 16,0 1-24-16,-6 1-2 0,-2 0 136 0,-1 2-72 15,-1-1-39-15,-12 3-13 0,-4 0 28 0,-4 2-7 16,-6 0-4-16,6 8 9 15,-2 5-17-15,2 0-8 0,7-2-4 0,0 3 30 16,5 3-7-16,3-4-24 0,4 2-22 0,2 0-1 16,0 0 24-16,4-2 8 0,11 2-8 0,-2 0 0 15,3-1-1-15,4 0 1 0,-1-1-17 0,-3 2-11 16,2-1 26-16,-4-2-155 0,0 0 72 0,-4 0 28 16,-4-1 24-16,0 0-127 15,-4-2 65-15,-2 2 21 0,0-2-81 0,-2 1 48 0,-11-2 27 0,-5-1 5 16,1 1-134-16,-4-3 63 0,0-1 41 0,1-1-2 15,-1-2-177-15,2-1 113 16,6 0 53-16,4 0 26 0,-1-6-115 0,7-7 71 16,3-7 27-16,3-3-251 0</inkml:trace>
  <inkml:trace contextRef="#ctx0" brushRef="#br0" timeOffset="34240.99">26850 8406 1124 0,'23'-16'0'0,"-5"7"0"0,4 3 0 0,1 3 0 0,-3-1 0 0,-1 2 0 0,1 2 0 0,-4 0 175 0,0 8-62 0,0 7-45 16,-2 5 194-16,-5 5-115 0,-5 3-57 0,-1 6-28 16,-3 5 99-16,0 5-68 0,0-3-31 0,-11 0 1 15,-3 1 10-15,0-3-1 0,-2-5-31 0,-4 7 37 16,0-12-23-16,0 2 0 0,-4-4-22 0,2-4-71 16,2-7 44-16,1-3-9 0,0-6-108 0,2-3 72 15,1-4 34-15,1 0 0 0,2-4-211 0,4-11 110 16,-1-7 30-16,6-2 35 15,4-6-138-15,0 3 75 0,0-3 16 0,4 2 14 16,4 7 21-16,3 0-1 0,-2 3 55 0,3 5 20 16,-5 5-35-16,4 2 8 0,3 5 212 0,-3 1-117 15,2 0-44-15,2 0-34 0,0 13 283 0,4 2-143 16,0 3-40-16,3 1 86 0,-4 6-82 0,6-3-41 16,-2 3-12-16,0 0-57 0,1-1 27 0,-2 1 1 15,1-5-203-15,1 0 110 0,0-1 42 16,-1-2 26-16,-3-6-526 0,0 2 261 15,-1-4 90-15,1-1 76 0,-1 0-524 0,-5-3 290 16,-5-5 147-16</inkml:trace>
  <inkml:trace contextRef="#ctx0" brushRef="#br0" timeOffset="34389.87">27575 8997 685 0,'3'0'0'0,"0"0"0"0,7 6 0 0,0-1 0 0,-4 1 0 0,-2-1 339 0,1 2-153 15,-3 0 133-15,-2 0-135 0,0 7-80 0,-4 3-35 16,-11-1 220-16,-6 5-129 0,-1 2-63 0,-5 3-24 16,-5 2-426-16,2 2 193 0,-7 2 96 0</inkml:trace>
  <inkml:trace contextRef="#ctx0" brushRef="#br0" timeOffset="35508.03">28083 8582 324 0,'6'-6'0'0,"-1"-1"0"0,-1-1 0 0,1 1 0 0,0-2 0 0,-1-1 0 0,-1 1 0 0,-1 2 32 0,-1-1 1 0,2 1 0 0,-3 2 33 16,0 2-1-16,0-1-24 15,0 2 55-15,0 2-32 0,-9 0 0 0,-4 0-32 16,0 6 34-16,0 9-25 0,-7 6-8 0,1 3 0 16,-2 4 77-16,2 2-39 0,2 0 1 0,4 2-32 15,3 0 49-15,1-2-29 0,4 0 0 0,5-2 9 16,0-2-36-16,0-5 8 0,2 2-9 0,7-4-16 16,1-2 17-16,3-2 0 0,2-6-57 0,0-2 36 15,1-3-7-15,1-4 28 0,2 0-73 0,5 0 36 16,-5-10 2-16,0-4-77 15,5-5 37-15,-5-3 28 0,-2 1 0 0,2-2-79 16,-3-1 39-16,-6 5 25 0,4-3-18 0,-4 1 1 16,-4 4 22-16,0 2 13 0,-3 5-20 0,-1 3 13 15,-2 1-24-15,0 2 24 0,0 3 22 0,-2 1 0 16,-8 0-36-16,1 7 205 0,0 7-83 0,2 1-46 16,2 1-12-16,3 1 51 0,2 2-30 0,0 0-18 15,2-4 16-15,8 3 0 0,3-2-18 0,1-3-13 16,-1-3 8-16,4-3 4 0,1-3-9 15,1-1 1-15,-1-3 3 0,0 0-3 16,1 0-1-16,-3 0-37 0,0-7 15 0,-4-3-2 16,-1-3 22-16,1 0-54 0,-4-4 21 0,-1-2-2 15,-4 1-5-15,-1-3-9 0,-2 1 37 0,0-2 1 16,-2 4-86-16,-9-2 32 0,-5 6 21 0,-3-1-22 16,-2 4 5-16,-4 3 8 0,5 6-2 15,-3-3 7-15,2 5 13 0,3 0-7 0,3 0 5 16,5 0-44-16,2 5-4 0,6 3 41 15,2 3-69-15,0 3 32 0,2-2-1 0,11 3 31 16,7-3-192-16,7 3 99 0,2-4 44 0,7 1 24 16</inkml:trace>
  <inkml:trace contextRef="#ctx0" brushRef="#br0" timeOffset="35781.37">28826 8621 412 0,'7'-17'0'0,"-4"1"0"0,-1 4 0 0,3-1 0 0,-5 1 0 0,0 3 0 0,0-4 0 0,-9 10 69 16,-5-1 9-16,-7 4-45 0,-2 0 59 0,-2 2-29 16,0 9-1-16,1 2-29 0,11 0 72 0,-4 2-41 15,9 1 1-15,3 0-32 0,5 3 20 0,0-2-20 16,5 2 8-16,13 0 15 0,5-2-24 0,1-1 1 16,1-2 0-16,-2-3-39 15,-1-2 47-15,0 0-8 0,-4-3-23 0,-5 0 1 0,-2 0 21 0,-6-4 1 16,0-1-49-16,-3-1 12 15,-2 0 1-15,0 2 17 0,-19-2-18 0,-3 2 16 16,-8 0 14-16,-3 2-50 0,-1 0 0 0,-2-1 33 16,1 1 6-16,3 0-220 0,8 5 103 0,1-1 42 15,6-1-322-15,5 4 164 0,9 3 93 0</inkml:trace>
  <inkml:trace contextRef="#ctx0" brushRef="#br0" timeOffset="36308.5">29029 9429 636 0,'0'4'0'0,"-6"0"0"0,5-1 0 0,1-3 0 0,-4 0 0 0,1 0 0 0,-3 0 0 0,-1-7 323 0,2-2-136 0,-4-5-82 0,1-1 3 15,0-2-37-15,-4-7-1 0,2 2-37 0,4 0-10 16,-7-10 10-16,3-1 0 0,-1 0-104 0,-1-8 53 16,1-1 25-16,4 0 8 0,0-12-50 0,3 0 34 15,4-14 0-15,0 0 33 0,6-5-150 0,12 0 68 16,5-2-2-16,1 9-38 0,3 4 32 0,-1 15 25 16,8-2-18-16,-8 14 70 0,10-3-40 0,-10 13 7 15,3 2 64-15,-2 9-30 0,-7 2 1 16,2 7-35-16,-6 3 42 0,0 2 0 15,-5 0-28-15,-4 6-6 0,-4 9-49 0,-1 2 25 16,-2 1 11-16,0 7-25 0,-12-3 1 0,-1 1 37 16,-5 0-5-16,2-5 9 0,-3 3-18 0,1-6 9 15,2-2 54-15,1-1-27 0,6-3-8 0,0-3-23 16,1-1 118-16,5-1-54 0,2-1-19 0,1 1 1 16,0 3 29-16,0 0-10 0,10 0-3 0,3 4 3 15,9 2 10-15,-2 2-39 0,0 3 15 0,-1-4-41 16,2 7 29-16,-4-2 1 15,-5-2-60-15,0 3 28 0,-6 1-8 0,-2 0 26 16,-3 2-49-16,-1-6 24 0,-1 3-12 0,-11-1 36 16,-7-5-53-16,-3 3 19 0,1-5-1 0,-6-3-61 15,1-1 40-15,-1-3 14 0,5-2-2 0,2-3-172 16,1 0 92-16,9 0 36 0,0 0-75 0,8-7 60 16,2-4 22-16</inkml:trace>
  <inkml:trace contextRef="#ctx0" brushRef="#br0" timeOffset="36538.83">29512 8533 753 0,'0'2'0'0,"5"6"0"0,7 1 0 0,3-1 0 0,1 1 0 0,-2 1 273 0,3 1-121 0,1 6-59 15,-1 3 220-15,-4 3-141 0,0 3-61 0,-4 4-43 16,-2 2 64-16,-4 0-49 15,1 2-25-15,-4 4-1 0,-4-3 20 0,-9-1-9 16,-2-2-36-16,-5 1-37 0,-2-2-1 0,-3-3 39 16,2-2 8-16,-1-4-228 0,2 1 110 0,-1-2 55 15,3-3-476-15,5-3 221 0,2 2 131 0,6-1 17 16</inkml:trace>
  <inkml:trace contextRef="#ctx0" brushRef="#br0" timeOffset="41438.91">20206 8398 411 0,'-11'-2'0'0,"-1"1"0"0,3-1 0 0,2 2 0 0,-2 0 0 0,2 0 0 0,0-3 120 0,2 3-43 16,1 0-23-16,0 0 162 0,4 0-95 0,0 0-45 15,0 0-21-15,0 0 59 0,0 0-40 0,0 0 7 16,2 0-48-16,7 0 72 0,9 0-36 0,0 0-1 15,4 0 129-15,1 0-73 0,7 0-51 0,-1 0 0 16,1 0-1-16,0 0-39 16,-1 0 0-16,4 0-63 0,-1 0 28 0,0 0 0 15,1-1 34-15,-1-5-208 0,0-2 105 0,0 1 51 16,-2-4 22-16,-2 0-240 0,-1-1 122 0,-7 3 5 16,1-2-349-16,-5 1 205 0,-2-1 115 0</inkml:trace>
  <inkml:trace contextRef="#ctx0" brushRef="#br0" timeOffset="41673.91">20642 8122 638 0,'0'-5'0'0,"-2"3"0"0,2 0 0 0,0 0 0 0,0 2 0 0,0 0 190 16,0 0-83-16,3 0-37 0,9 0 0 0,3 4 194 16,2 3-116-16,1 0-49 0,5 3 105 0,-4-3-85 15,1 4-43-15,1-1-22 0,-3-1 3 0,-2 1-16 16,-2-1-8-16,-2-1-64 0,-1 1 32 0,-4-1 0 15,-2-1 32-15,-1 1-142 0,-2 1 67 0,-2 3 37 16,0 1 1-16,-16 1-217 16,0 2 117-16,-2-1 19 0,-3 3-297 0,-2-3 165 15,0 1 92-15,2-2 46 0,3-1-108 0,-7 3 81 16,2-3 37-16,-3 0-154 0,2-3 99 0</inkml:trace>
  <inkml:trace contextRef="#ctx0" brushRef="#br0" timeOffset="41828.5">20523 8492 422 0,'-18'9'0'0,"-1"1"0"0,4-1 0 0,5-2 0 0,3 1 0 0,1-1 0 0,3-3 210 0,3 1-88 0,0-2-45 15,0 1 79-15,0-1-66 16,9-1-29-16,6 2 1 0,7-4 156 0,5 0-92 16,1 0-38-16,2 0 100 0,0 0-77 0,0 0-39 15,-2-2-1-15,-7-2-75 0,3 3 8 0,-1-3 29 16,-4 2-257-16,-5 0 128 0,0 2 64 0,-5 0 33 16,-1 0-430-16,-7 0 189 0,1 0 120 0,-2 0-185 15,0 6 137-15,-9-3 67 0</inkml:trace>
  <inkml:trace contextRef="#ctx0" brushRef="#br0" timeOffset="42002.03">20519 8542 870 0,'-16'3'0'0,"4"3"0"0,1 1 0 0,6 2 0 0,-1 0 0 0,0 3 0 0,4 3 0 0,2 2 0 0,0 5 0 0,0 1 308 16,0-1-129-16,0 11-78 0,0-4-34 0,0 3 203 15,0 4-118-15,0-2-60 0,0 2-26 0,2-1-8 16,1 1-25-16,-1-1-313 0,-1-1 156 15,3-4 78-15,0-5 48 0,1-2-206 0,-1-6 119 16,1-5 59-16,2-4-34 0,-2-3-478 16</inkml:trace>
  <inkml:trace contextRef="#ctx0" brushRef="#br0" timeOffset="42158.05">20512 8845 922 0,'-3'-11'0'0,"1"3"0"0,0 4 0 0,2 1 0 0,0-1 0 0,0 0 0 0,4 0 0 0,6 1 0 0,2-1 324 0,3 0-145 16,2 1-74-16,0-1 80 0,2 0-77 0,2 0-29 16,4 1-8-16,0 1-131 0,-1-2 47 0,-3 2 23 15,1 0-1-15,3 2-434 0,-2 0 224 0</inkml:trace>
  <inkml:trace contextRef="#ctx0" brushRef="#br0" timeOffset="42329.59">20905 8625 846 0,'0'0'0'0,"2"0"0"0,3 0 0 0,1 0 0 0,4-3 0 0,-3 2 181 0,2 0-66 0,2-3-45 0,3 2 191 16,0 0-114-16,2 0-57 0,0 0-29 0,2 2-26 16,1 0-2-16,-1 0 0 0,3 0-333 0,-3 0 166 15,-1 6 84-15,-2 1 49 0</inkml:trace>
  <inkml:trace contextRef="#ctx0" brushRef="#br0" timeOffset="42487.28">21006 8804 884 0,'-13'0'0'0,"5"3"0"0,3-3 0 0,1 0 0 0,4 0 0 0,-2 0 0 0,2 0 0 0,0 0 235 0,4 0-101 0,8 0-50 15,2 0-26-15,2-3 36 0,4 3-35 0,4-2 0 16,1-2-172-16,-5 2 73 0,3 0 37 0,1 1 7 15,-3-2-408-15,-1 3 207 0</inkml:trace>
  <inkml:trace contextRef="#ctx0" brushRef="#br0" timeOffset="42714.7">21558 8377 989 0,'-11'-9'0'0,"1"5"0"0,1 3 0 0,-3 1 0 0,-2 0 0 0,-1 0 0 0,-4 9 143 0,3 6-48 0,-5 5-34 16,2 5 103-16,2 3-65 0,2 2-33 0,2 2 180 15,3 2-99-15,4 2-61 0,5-3-26 0,1 3 62 16,0-4-45-16,0 2-22 0,10-3 9 0,4 1-149 16,2-1 60-16,2-3 28 0,3-5-354 0,-1 2 191 15,1-7 105-15,5 0 31 0,-1-7-266 0,0-1 91 16,-4-6 93-16</inkml:trace>
  <inkml:trace contextRef="#ctx0" brushRef="#br0" timeOffset="42926.32">21682 8470 1059 0,'-3'0'0'0,"1"0"0"0,2 0 0 0,0 1 0 0,0 5 0 0,0 5 0 0,0 4 203 0,0 8-77 0,0 5-51 15,0 6 168-15,0 5-105 16,0 1-52-16,0 3-3 0,0-6-17 0,0 10-7 16,0-5-27-16,0-7-147 0,2 4 74 0,0-5 45 15,1 1-9-15,1-4-269 0,-1-4 153 0,4-8 77 16,-4-1-474-16,1-9 243 0,0 0 97 0</inkml:trace>
  <inkml:trace contextRef="#ctx0" brushRef="#br0" timeOffset="43135.94">21624 8453 603 0,'0'-8'0'0,"9"2"0"0,7 5 0 0,3-3 0 0,3 0-36 16,2 0 29-16,-1 4-1 0,3 0 1 0,-7 0 289 16,3 2-125-16,-2 8-62 0,-4 3 23 0,0 0-34 15,-6 2-30-15,-2 0 0 0,-3 1-44 0,-2 0 0 16,-3 1 23-16,-5 1-50 0,-11 3 22 0,-7-2-1 15,-1 0 28-15,-3-2-91 16,2-2 45-16,0-2 32 0,-3 2-27 0,7-3-277 16,3-1 121-16,-2 0 80 0</inkml:trace>
  <inkml:trace contextRef="#ctx0" brushRef="#br0" timeOffset="43319.33">21981 8853 722 0,'0'1'0'0,"0"6"0"0,-2-2 0 0,1 0 0 0,-6 1 0 0,-2 4 0 0,-2 3 244 0,-3 0-106 0,2 4-53 16,-2-1-7-16,1 3-15 0,1-2-7 0,0 2-108 16,1-1-147-16,2-2 108 0,4-7 59 0,0 1-430 15</inkml:trace>
  <inkml:trace contextRef="#ctx0" brushRef="#br0" timeOffset="43636.68">22291 8513 507 0,'-12'14'0'0,"-2"11"0"0,5 2 0 0,-3-2 0 0,6 0 0 0,-3 6 132 0,2-2-50 15,0 2-25-15,4-2 1 0,3 0 45 16,0-7-26-16,0 2-9 0,3-5-35 0,9-1 31 16,1-7 0-16,3-2-31 0,-4-3-26 0,4-5 26 15,0-1-1-15,2 0-15 0,-4-6-2 0,5-10 17 16,-6-4 9-16,4-2-85 0,-4-2 38 0,-4-4 16 16,1 0-1-16,-2-1-101 0,-5-3 59 0,1 1 10 15,-2-3-1-15,-2-2-107 0,0 2 64 0,0-1 22 16,-2 9-112-16,-7-7 64 0,-2 17 37 15,-3-1-1-15,0 7 1 0,-4 8 8 16,2 2 7-16,-3 0-25 0,-2 13 1 0,4 8 32 16,-4 5 0-16,5-3-94 0</inkml:trace>
  <inkml:trace contextRef="#ctx0" brushRef="#br0" timeOffset="43891.15">22008 9016 1085 0,'0'0'0'0,"0"0"0"0,0-3 0 0,7-18 0 0,8-4 0 0,4-3 0 0,7-7 0 0,2 3 95 0,-1 6-23 0,8-10-8 0,-5 4-32 15,-3 8 1-15,-2 2 0 0,-6 8 0 0,1 0 14 16,-4 5-14-16,-7 6 0 0,1 0-1 0,-3 1 49 16,-1 2-24-16,1 0 8 0,-2 10 1 0,0 3 0 15,3 2-33-15,-1 0-28 0,5 2 0 16,0 2 36-16,8-2-8 0,1-3-48 0,4-2 24 15,1-3 0-15,5-3 24 0,-1-2-286 16,2-4 134-16,-1 0 53 0,-2 0 40 0,-3-2-427 16,-6 0 213-16,1-6 79 0,-2 1-174 0</inkml:trace>
  <inkml:trace contextRef="#ctx0" brushRef="#br0" timeOffset="44093.78">22808 8272 1155 0,'5'0'0'0,"4"2"0"0,4 4 0 0,4 4 0 0,3-1 0 0,-2 4 151 0,5 6-63 0,-2 3-28 15,-1 8 0-15,1 6 251 0,-7 3-139 0,-4-1-62 16,1 11 197-16,-7-1-138 0,-2 1-68 0,-2-2-31 16,-2 2-37-16,-13 0 7 0,-2 0-7 0,-1 0-199 15,-7-1 99-15,0 1 50 0,-3-2 25 0,-2-2-227 16,0-4 122-16,-4 1 65 0</inkml:trace>
  <inkml:trace contextRef="#ctx0" brushRef="#br0" timeOffset="47846.57">10990 15249 202 0,'-4'0'0'0,"-1"0"0"0,-1 0 0 0,4 0 0 0,-2 0 0 0,4 0 0 0,-2-2 136 0,2 0-44 0,0 2-34 0,0 0-37 15,0 0 8-15,0-2 1 0,0 0-1 0,2 2 56 16,4-2-30-16,-3 1 0 0,4 1-22 0,-2-2 41 16,-1 2-20-16,-1 0 8 0,-1 0-3 0,2 0-26 15,-2 0 0-15,-1 0-1 16,-1 0 26-16,0 0 7 0,0 0-32 0,0 0 32 15,0 0 0-15,2 0-32 0,1-3-1 0,-1 3 27 16,2-1-27-16,-1 0 1 0,3-2 0 0,-1 0 25 16,2-3-25-16,3 2 8 0,-2-1-31 0,3-3 23 15,-5 6 0-15,3-3-1 0,-2 2-20 0,1 2 8 16,0-1 13-16,-1-1-31 0,1 3-1 0,1 0 20 16,-1 0 8-16,1 0-35 0,0 0-5 0,3 0 26 15,-1 0 21-15,2 0-18 0,0 0 2 16,2 0 2-16,2 0 38 0,1 0-38 15,3 0-1-15,-1-3 0 0,0 2-35 0,-1-2 41 16,2 1-6-16,-3 1 38 0,1-1-36 0,-3 2 3 16,2 0 4-16,-4 0-40 0,2 0 33 0,-3 0 0 15,-2 0 0-15,0 0-40 0,0 0 43 0,-1 0-10 16,1 0 0-16,1 0 0 0,1 0 2 0,0 0-2 16,0 0 5-16,2 0-3 0,2 0-9 0,-2 2 20 15,4-1-12-15,2 1 1 16,-1-2 5-16,1 0-22 0,0 0 18 0,1 0-2 15,4 0 5-15,-1 0-4 0,-1 0 5 0,8-2-5 16,-3-5-20-16,2 2 20 0,-1-3 0 0,4 2-6 16,0 0 15-16,7-1-10 0,-7 3-1 0,8-1-1 15,-1-1 2-15,0-1 0 0,-3 2 5 0,10 1-11 16,-2-2 5-16,-2 0 1 0,4 0-3 0,-2 3-28 16,-2-1 31-16,6-2-2 0,1 5-36 0,-3-1 1 15,0 0 31-15,1-1 0 0,-8 1-20 16,12 2-3-16,-7 0 16 0,2 0-42 15,-2 0 18-15,2 0-1 0,-6 0 12 0,11 0 0 16,-4 0 1-16,2 0 6 0,0 0-9 0,-1 0 29 16,-5 0-23-16,12 0 1 0,-9 0 17 0,3 0-15 15,-3 0 1-15,4 0-1 0,-1 0 17 0,-3 0-16 16,3 0 4-16,2 5 8 0,-3-1-8 0,3-1-2 16,-2 1 1-16,-1 0 12 0,1-1-12 0,-2 1 0 15,1 2-4-15,1-3 4 0,-1 2 1 16,-2-3-1-16,5 5 22 0,-3-4-22 15,3 1 2-15,0 2-1 0,-2-1 22 0,1-1-21 16,0 2 1-16,1 0-5 0,-1-1 5 0,3 1 0 16,0 1 2-16,-1-1-13 0,10-1 13 0,-6 2-2 15,-8-1-23-15,9 1 23 0,-1 0-1 0,0-3 0 16,8 1-27-16,-4-1 25 0,-2 0-2 0,-5-2 2 16,14 1-6-16,-5 0 5 0,0-2-3 0,-1-1 11 15,-1 1-9-15,-7 2 1 16,11-3-1-16,-6 0 7 0,-7 2-5 0,12-1-2 15,-4-1 31-15,-5 2-29 0,13 0 2 0,-9 0-1 16,2 0 25-16,0 0-24 0,0 3 3 0,-7-5 2 16,13 4-10-16,-7-1 6 0,3-2 2 0,-2-1-44 15,-8 4 0-15,5-1 40 0,-1 3 1 0,-2 0-1 16,0 0-2-16,-1 1-4 0,0 1 2 0,-4-3-4 16,6 3 5-16,-1-1-9 0,-1 1 17 15,2-2-12-15,-1 1 2 0,0 0-3 16,0 1 15-16,8-1-10 0,-6 0-2 0,-5-1 24 15,11 0-22-15,-9-1 5 16,12 4-4-16,-7-3 29 0,0-1-28 0,-8 0 1 0,7 0 18 0,-3 0-16 16,3 2-2-16,-3-4 4 0,1 2-1 0,8 2 1 15,-5-3-3-15,-7 0 7 0,13 0-11 0,-14-1 7 16,6 1-2-16,0-1-2 0,8 1 3 16,-11-1 1-16,10 0-2 0,-3 0 4 0,4 0-4 0,-4 1-1 15,4-3-19-15,-10 3 20 0,12 0 0 16,-4 0 0-16,-2-1-14 0,0 0 13 15,2-1 0-15,-6 1 1 0,15 1-44 0,-7-4 39 16,-3 3 1-16,3 0-10 0,-2-2 10 0,-6 1-4 16,14-2 3-16,-6 2 16 0,3-2-17 0,2 0-1 15,1 0 8-15,-6 0-6 0,12 0 0 0,-4 0 1 16,-1 0 4-16,3-2-3 0,0-1-1 0,5-3 0 16,-1 2 0-16,2-1 2 0,-3-1-2 0,-1 0 20 15,3 2-18-15,-2-1-2 16,2 1 1-16,11 0 24 0,-19 1-23 0,8 0 2 15,2-3-15-15,-3 3 15 0,1-1-2 0,9-1 2 16,-3 1-10-16,-2 0 10 0,-9 1-1 0,20-3-3 16,-10 0 3-16,1 1-1 0,0-3 0 0,6 2-11 15,-12 1 11-15,18-3-3 0,-11 1 2 0,3 1 6 16,-5-2-6-16,6 2 0 0,-7 2-4 0,16-4 4 16,-9 2 0-16,0 1 1 0,2-1-11 0,-2-1 10 15,-2 1 0-15,17-4 0 16,-10 3-5-16,2-1 4 0,-3 0 0 0,-1-1-18 15,-6 2 17-15,16-3 0 0,-8 3 0 0,-3-1-8 16,-2-1 7-16,0 1 0 16,-11 1 2-16,17-2-1 0,-5-1-2 0,-15 3 1 0,4 0 5 0,0 0-5 15,-2 4 0-15,-1 0 0 0,2-1 26 0,-1 1-26 16,-1 0 3-16,-1 1 0 0,2-2 0 0,-3 0-1 16,-3 1 3-16,3-2-17 0,0 4 15 0,-2-2-1 15,-10 0-35-15,8 2 34 0,-9-1-1 16,-9-1 1-16,1 2-32 0,-4-1 30 15,-6 2-4-15,5-2 8 0,-5 2-10 0,-3 0 4 16,-4 0-4-16,-2 0-10 0,-2 0 10 0,-2 0 3 16,-2 0-3-16,-3-2 0 0,1 2 2 0,-7 0 1 15,0 0-54-15,-1-1 26 0,-3 1-2 0,-4 0 26 16,-3-3-60-16,1 3 26 0,-5 0-11 0,-3-1-14 16,-2 1 20-16,0 0-1 15,-1 0 16-15,-1 0-20 0,0-2 7 16,0 0 17-16,-9 0-20 0,-12 2-196 0,-7 0 106 0,-14 0 53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6:21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10785 2970 725 0,'-9'0'0'0,"0"0"0"0,1 0 0 0,0 0 0 0,3 0 0 0,-1 0 0 0,3 0 0 0,-4 0 0 0,6 0 58 0,-1 0 0 0,0 0 33 15,2 0-21-15,0 0-8 0,-2 0-29 0,2 0 112 16,0 0-56-16,0 0-28 0,0 0 81 0,0 0-59 15,0 0-25-15,0 0 25 0,0 0-26 0,0 0 1 16,0 0-17-16,0 0-24 0,0 0 16 0,0 0 0 16,0 0-1-16,2 0 103 0,2 0-43 0,4 0-34 15,-1 0 0-15,0 0 44 16,2 0-35-16,2 0 0 0,-1 0 23 0,1 0-33 16,1 0 0-16,-1 0 0 0,3 0-1 0,-1-3-23 15,-1 2 8-15,2-2 30 0,-1 2 0 0,2-2-38 16,2 1 0-16,-2 1 24 0,2 0 9 0,2-2-33 15,0 1 0-15,-3 2-4 0,5 0 3 0,-1 0 1 16,1-1 16-16,2 1-16 0,0-1-1 0,2-3 5 16,0 3-4-16,-1-1 0 0,1-2 8 0,5 0-22 15,-3-1 14-15,-1-2-1 16,1 2 1-16,0-1-9 0,-1 3 17 0,4-3 124 16,2 3-165-16,-4-1 0 0,-1-2 0 0,1 3 0 15,-3 0 0-15,7 2 0 0,-6-3 0 0,4 2 0 16,-1 0 0-16,1-2 0 0,3 1 0 0,1-3 0 15,1 0 0-15,3-2 0 0,-1 1 0 0,1 0 0 16,0 0 0-16,6-1 0 0,-3 1 0 0,1 2 0 16,-6-1 0-16,7 1 0 0,-10 2 0 15,6-1 0-15,-2 0 0 0,-1-1 0 16,6 3 0-16,-1-3 0 0,-6 0 0 0,10-1 0 16,-5 1 0-16,-5-1 0 0,10-1 0 0,-8 3 0 15,11-4 0-15,-13 3 0 0,5 0 0 0,-2 1 0 16,-1-2 0-16,-3 2 0 0,1 0 0 0,-1 0 0 15,-2 2 0-15,-2 0 0 0,2-1 0 0,-2-1 0 16,2 3 0-16,-2-4 0 0,2 4 0 0,0-4 0 16,2 3 0-16,2-4 0 0,0-1 0 15,1 2 0-15,0-2 0 0,1-1 0 16,0 0 0-16,-4 2 0 0,-1-2 0 0,-2 2 0 16,-1 0 0-16,-4 1 0 0,-1 2 0 0,-2 0 0 15,6-1 0-15,-8 1 0 0,1 0 0 0,-2 2 0 16,1-1 0-16,-1 0-178 0,-4 0 165 0,3 1 4 15,-4 1-9-15,0-2 47 0,-2 0-41 0,-2 2-1 16,1 0 1-16,-3 0-13 0,-2-2 17 0,1 2-1 16,-2 0-20-16,-4 0 17 0,1 0 5 0,-1 0-42 15,0-2-2-15,-2 2 39 16,0 0-5-16,0 0-35 0,0 0-2 0,0 0 37 16,0 0-13-16,0 0-114 0,0 0 51 0,-6-2 24 15,-1 2-395-15,-1 0 216 0,2 0 107 0,1 0-534 16,1-1 322-16,1-3 151 0</inkml:trace>
  <inkml:trace contextRef="#ctx0" brushRef="#br0" timeOffset="223.49">13819 2369 847 0,'-4'0'0'0,"4"0"0"0,0 0 0 0,2 0 0 0,7 0 0 0,9 0 452 15,5 0-213-15,2 2-104 0,5 5-51 0,0 2 127 16,0 2-89-16,0 3-37 0,-2 2 82 0,2 1 7 15,-3 0-71-15,-1 3-14 0,-2 1-21 0,-5 2-7 16,-2-3-28-16,-4 5-25 0,-4-1-1 0,-7 1 26 16,-2 0 8-16,0 4-69 0,-11-1 30 15,-10 2 1-15,-7 2 30 0,0-3-193 16,0-5 100-16,-10 5 10 0,3-2-164 0,-3-2 82 16,-1-2 63-16,-7 4-551 0,0-4 286 0</inkml:trace>
  <inkml:trace contextRef="#ctx0" brushRef="#br0" timeOffset="1306.67">11447 971 399 0,'-4'-9'0'0,"-1"0"0"0,0 3 0 0,1-1 0 0,1 2 0 0,-1-4 0 0,0 2 0 0,1 0 0 0,1-2 33 15,0 2 0-15,-1-3 31 0,2 2-8 0,-1 1-23 16,0 1 0-16,0 3 68 0,0-1-34 0,0 1 9 16,2 0-44-16,-1 2 52 15,1 1-25-15,0-2-1 0,0 2-25 0,0 0 112 16,0 0-60-16,0 0-26 0,0 6 46 0,0 7-36 16,0 2 0-16,1 3 103 0,1 7-74 0,0 1-32 15,0 4 0-15,0 5 66 0,0 4-41 0,-1 10-33 16,2-3-1-16,-1 4 58 0,2 4-41 0,-1 0-21 15,1 4 9-15,1 1 6 0,-1-2 0 0,3 9-35 16,0-3-1-16,-2-2 48 16,1-4-15-16,-1 14 12 0,1-8-22 0,-2-1 1 15,0 3-24-15,-1-3 31 0,-1-8 9 0,2 14-40 16,-2-6 1-16,1-1 23 0,1 0-1 0,-2-8-22 16,1 4 8-16,2 0-1 0,1-3-7 15,-1-2 0-15,-1-3-10 0,1-2 10 0,1-4 7 0,0 11-49 16,-2-6 21-16,1 0 0 0,-3 2 178 15,1-3-190-15,-1-4-165 0,2 8 330 0,-2-8-165 16,0 2 0-16,-1-1 0 0,2-3 0 0,-1-6 0 0,-2 1 0 16,2-1 0-16,0 1 0 15,-1-6 0-15,1 0 0 0,0-7 0 0,0-1 0 16,0-3 0-16,1-1 0 0,-1-2 0 0,0-5 0 0,0 1 0 16,0-3 0-16,-1-2 0 15,1 1 0-15,-2-3 0 0,0 1 0 0,0 0 0 16,0-3-265-16,0-1 208 0,0 2 21 0,0-2-78 0,0-2 37 15,0 2 24-15,0-2-269 0,0 0 144 16,-2 0 73-16,-3-2 36 0,0-15-427 0,1-5 223 16,-2-10 125-16,1-9 57 0,-1-8-506 0,0-4 282 0</inkml:trace>
  <inkml:trace contextRef="#ctx0" brushRef="#br0" timeOffset="1551.03">11371 774 918 0,'-11'0'0'0,"4"0"0"0,-1 0 0 0,4 0 0 0,-1 3 0 0,-1 3 0 0,1 1 68 0,-4 5-8 0,4 1 27 16,-4 1-27-16,0 9 0 0,-5-2-27 0,3 3 8 15,-3 3-9-15,0 0 1 0,1-2 0 0,1 0-145 16,1-6 72-16,1 3 44 0,1-2-7 0,2-6-282 16,0-3 155-16,3-3-278 15</inkml:trace>
  <inkml:trace contextRef="#ctx0" brushRef="#br0" timeOffset="1692.41">11275 849 1313 0,'6'-2'0'0,"-1"2"0"0,2 0 0 0,0 0 0 0,-2 8 0 0,5-1 0 0,0 1 0 16,2 0 240-16,4 0-104 0,2 2-52 0,3-1 110 16,5 3-84-16,3-3-39 0,-1 0 0 0,4 1-198 15,3 1 80-15,3-1 48 0,5 2-9 0</inkml:trace>
  <inkml:trace contextRef="#ctx0" brushRef="#br0" timeOffset="2791.36">12023 2149 142 0,'0'0'0'0,"-2"2"0"0,0-2 0 0,2 1 0 0,-2-1 0 0,2 0 244 0,-2 0-106 0,1 0-44 15,1 0 45-15,-2 0-53 0,0 0-27 0,2 0 54 16,0 0-40-16,-2-3 8 0,2-5-48 0,0-3-1 15,0-1 1-15,0-1 0 0,0 0 0 0,0-1 32 16,0-1-7-16,2 1-25 0,2-3 0 0,-1-2 32 16,1 2 1-16,2-3 0 15,-2 1-34-15,0 0 1 0,1-2 0 0,0 0 31 16,1 1 1-16,-1 1-25 0,2 1-7 0,-2 0 36 16,1 2-36-16,1-2 8 0,1 2-8 0,0 2 24 15,1-2-24-15,0 1 0 0,1-1-9 0,1 2 9 16,0-1 0-16,0 2 23 0,0 0-23 0,1-1 0 15,-1 3 0-15,0 0 13 0,3-1-13 0,-3 1 8 16,0 2-8-16,4 0 16 16,-2-1-16-16,1 2 0 0,-2 1-1 0,0 1 5 15,1-2-4-15,-2 5-1 0,1-1 1 0,-1 2 2 16,1-3-2-16,-2 3 4 0,3 0-4 0,-1 0-1 16,-1 2 1-16,2-2 6 0,-1 2-6 0,-1 0 8 15,4 0-9-15,-4 0 33 0,2 0-32 0,0 0-1 16,-2 0 1-16,-2 0 33 0,3 0-33 0,1 0 0 15,-5 0-11-15,3 0 2 0,0 0 9 0,-1 4-3 16,1 0 3-16,0 1 0 0,3-3-1 16,-3 2-21-16,2-1 22 0,2 3 170 15,-1-4-203-15,2 3 0 0,1-2 0 0,-2 1 0 16,2-1 0-16,0-1 0 0,0 2 0 0,-1-2 0 16,0 0 0-16,0-1 0 0,0-1 0 0,0 3 0 15,1-1 0-15,-2-2 0 0,2 0 0 0,-2 0 0 16,2 0 0-16,0 0 0 0,0 0 0 0,0 0 0 15,0 0 0-15,0 0 0 0,1 0 0 0,1 0 0 16,-1-2 0-16,2-2 0 16,-1 0 0-16,-1-2 0 0,1 1 0 0,0 0 0 15,0-3 0-15,-2 2 0 0,1 0 0 0,-1-1 0 16,0 1 0-16,-2-1-198 0,2 1 184 0,-2-2-34 16,-2 2 13-16,1-1 0 0,-5 4 4 0,-2-3-30 15,1 2 13-15,-2 1 0 0,-3 1 4 0,-1-1-10 16,0 2-20-16,0 0-43 0,-2 1 42 0,0 0 21 15,0 0 0-15,0 0-316 0,0 0 161 0,0 0 92 16,0 0 42-16,0 0-736 16,-9 1 389-16</inkml:trace>
  <inkml:trace contextRef="#ctx0" brushRef="#br0" timeOffset="3502.98">11999 2042 231 0,'-2'0'0'0,"-1"0"0"0,3 0 0 0,-1 0 0 0,1 0 0 0,0 0 257 15,0 0-112-15,0 0-56 0,0 0 110 0,0 0-75 16,0 0-50-16,0 3 46 0,0 1-44 0,0 1-21 16,0 3-1-16,1-1 101 0,2 1-65 0,-1-1-29 15,2 3 1-15,-1-1 55 0,1 0-43 0,-2 3-12 16,1-1-8-16,-1 0 51 0,0 0-36 0,2 3 0 15,-3-1 35-15,2 2-28 0,-3-2-7 0,2 5-3 16,-2-3 1-16,0 0-34 0,2 3-1 16,0-1 55-16,-2 0-31 0,2 1-1 15,-1 0-22-15,1-2-3 0,0 1 3 0,2 0 8 16,-1 1-8-16,-1-2-38 0,2 3 1 0,-2-3 37 16,-1 4-42-16,2-2 29 0,-1 1-8 0,0 0-22 15,0 0 39-15,-2-1-20 0,1 0 16 0,1 0-33 16,2-3-5-16,0 0 19 0,-1-2 10 15,1 1-37-15,2-4-1 0,-2 1 33 0,0-3 1 16,1 0-29-16,-3-2 0 0,1 1 23 16,-1-3-41-16,0 1 19 0,0-1 0 0,0 2-47 15,-2 0 30-15,0-1-5 0,0 2 34 0,0 3-32 16,0-3 29-16,0 3-10 0,-4-1 8 0,0-1-37 16,3-2-12-16,-1-3 43 0,2 1-14 0,0-2-140 15,0-2 64-15,0 1 38 0,0-1-429 0,5 0 236 16,7-3 113-16,4-12-540 0</inkml:trace>
  <inkml:trace contextRef="#ctx0" brushRef="#br0" timeOffset="4427.16">13424 1552 416 0,'0'0'0'0,"0"-3"0"0,0 1 0 0,0 0 0 0,-2 1 0 0,1 1 0 0,-3-3 154 16,4 1-60-16,-2 2-31 0,2 0 0 0,0 0 135 16,0 0-87-16,0 0-39 0,0 0 0 0,0 0 32 15,0 0-36-15,0 0 9 0,0 0 32 0,0 0-37 16,0 0-1-16,0 0 59 0,0 6-48 0,0 1-17 16,0 1-8-16,2 2 70 0,0 0-48 0,0 1-22 15,-1 0-1-15,1 1 66 0,0 4-49 0,0-1 0 16,0 0-41-16,0 2 47 0,-1-2-24 15,1 2 9-15,0 0-31 0,0-1 16 0,1 0-16 0,2 1-24 16,-3-2 24-16,3-3 8 16,-1 4-9-16,0-3-39 0,1 0 40 0,-1 0 0 15,0 0 0-15,0 0 19 0,0-1-19 0,-1 1 0 16,1 0 0-16,-2-1 39 0,1 4-40 0,-1-2 4 16,0-1 11-16,0 2-14 0,0 0-1 0,-1-1-32 15,2 1 33-15,-1 1 8 0,0-2-9 0,0 2-49 16,0 1 24-16,-1-3-2 0,1 4 26 0,0-4-72 15,0 1 30-15,0 3 10 0,-1-2 0 0,1-1-53 16,0 1 34-16,0 0 8 16,0-1-26-16,1-2 16 0,0 0 0 0,-1 1-2 15,2-3 24-15,-3 0-11 0,3 0 9 0,0 0-28 16,-2-1 1-16,-1 1 18 0,3-1 5 0,-2-2 4 16,0 2-5-16,0 1-3 0,0 2 2 0,0-2 63 15,0-2-30-15,0 0 2 0,0 4 20 0,-2-1-20 16,1-1-1-16,-1-1-6 0,0 1-15 0,2-2 12 15,0 0-10-15,-2 1-15 0,2-3 18 0,-2 3 8 16,2-3-7-16,-1 0-31 16,1-1 30-16,0 2-1 0,0-2 1 0,0-1-27 15,-1 1 2-15,2-1 12 0,-1 0-12 0,0 0 15 16,-2-2 3-16,2 1 8 0,0 0-8 0,-1-2-3 16,1 2 2-16,0-3-1 0,-2 2 1 0,2-1 0 15,-2-2-1-15,0 0 34 0,0 0-32 0,0 0 1 16,0 0-1-16,0 0 15 0,0 0-11 0,0 0-26 15,0 0 1-15,0 0 22 0,0 0 1 16,0 0-279-16,0 0 125 0,0 0 70 16,0 0 24-16,0 0-261 0,0 0 141 0,2-8 71 15</inkml:trace>
  <inkml:trace contextRef="#ctx0" brushRef="#br0" timeOffset="5209.18">12272 3267 713 0,'0'0'0'0,"0"0"0"0,0-1 0 0,0-5 0 0,0 0 0 0,0 1 0 0,0 0 0 0,0-3 81 0,0-2-25 0,0 1 1 0,0-1 0 16,0 1-1-16,0 0-15 0,0-3-8 0,0 1-5 15,-1 4 5-15,-3-4 0 16,-2-1 0-16,1 4 36 0,-2 0-36 0,-2-2-1 16,0 4 41-16,0 1-41 0,-3 0 1 0,1 3 47 15,-1-1-9-15,-4 3-38 0,2 0 0 0,-2 0 42 16,0 10-21-16,0 3 9 0,-4 3-31 0,5 5 79 16,-3 1-40-16,4 5 1 0,1-1-39 0,-1 4 103 15,5 1-55-15,4-2 25 0,1 2-37 16,4-3 0-16,0 0-36 0,0-4 71 0,2 2-40 0,7-6 0 15,4-2-31-15,1-2-39 0,0-5 1 0,3-4 46 16,-2-2-9-16,2-5-119 16,0 0 60-16,0 0 30 0,-1-11 0 0,0-4-148 15,1-7 79-15,-2-1-72 0,-4-2 71 0,1-1 7 16,-1 1 27-16,-4 1-137 0,3-5 75 0,-5 10 19 16,1 0 22-16,-4 6 62 0,-1 0-20 0,1 3-8 15,-2 5-13-15,0 1 230 0,2 3-113 0,-2 1-46 16,0 0-37-16,0 0 314 0,0 0-154 0,0 2-2 15,0 12-67-15,0 1-13 0,0-2-14 16,0 5-18-16,0-3-14 0,0 3 0 16,2-1 0-16,3-2-172 0,5-1 94 0,-1 2 35 15,2-3 21-15,5-2-491 0,-2 1 242 0,4-5 81 16,3-1 71-16,-1-5-568 0,6 1 311 0</inkml:trace>
  <inkml:trace contextRef="#ctx0" brushRef="#br0" timeOffset="5787.05">13492 2678 962 0,'0'-3'0'0,"-2"2"0"0,-2 0 0 0,2-2 0 0,-1 1 0 0,3 0 0 0,-4-1 0 0,2 0 174 16,2 2-63-16,0 1 229 0,-2 0-154 0,2 0-76 16,0 0-39-16,0 0 40 0,0 0-31 0,0 0-8 15,6 7-39-15,-1 2 137 0,1 10-68 0,-1 3-35 16,1 6 8-16,-4 5 101 0,-1 9-72 15,2-2-35-15,-3 2 53 0,0-2-37 0,0 9-30 16,0-8 12-16,0-6-34 0,-3 3 0 16,0-2-1-16,1-2-24 0,-2-6 24 0,3-4 1 15,-1-4 0-15,0-2-58 0,0-9 28 0,2-4 9 16,0-1 21-16,-2-1-83 0,2-1 20 0,0-2-12 16,0 0 20-16,0-9 4 0,0-3 10 0,0-3-7 15,6-2 15-15,3 0 5 0,1-2-8 0,3 2 4 16,0 2 0-16,0 0 2 0,4 4 0 0,-2 3-6 15,-1 3 7-15,6 2-1 0,-3 2 4 0,-1 1 8 16,0 0-9-16,0 7-2 16,-2 8-5-16,-1 1 6 0,-2 4-4 0,-1 2-24 15,-3-1 0-15,-3 0 25 0,-1 1-1 0,-1-1-22 16,-2-2-1-16,0 0 21 0,0-2-3 0,-7-3 4 16,-6 0-5-16,-2-3 1 0,-2-2-6 0,-2-4 69 15,2 2-31-15,-3-5 11 16,0-2 2-16,2 0-37 0,1 0 6 0,0 0-126 0,4-2 60 15,2-5 29-15,1-1 3 0,4-5-454 0,1 0 221 16,3-3 114-16,2-2 44 0,0 4-650 16</inkml:trace>
  <inkml:trace contextRef="#ctx0" brushRef="#br0" timeOffset="8834.78">12693 892 458 0,'0'-8'0'0,"0"1"0"0,0 3 0 0,0 1 0 0,0-4 0 0,-1 2 27 0,-1 2 6 0,-2-3 0 15,0-1 94-15,1 2-47 0,1-3-16 0,-3 3-7 16,4-4 15-16,-3 2 1 0,2-5-41 0,0 5-9 16,0-5 18-16,1 1-8 0,-1 0-1 0,0 1-15 15,-2 0 16-15,1 1 0 0,-1 2 8 0,0 0 12 16,-2 0 1-16,2 2-21 15,-1 0 0-15,0 2 25 0,1 2 10 0,-3 0-7 16,2-2 2-16,0 3 0 0,-1 0-30 0,1 0 12 16,-1 5-4-16,-2 6-8 0,2-1-1 0,3 3 29 15,-1 2 0-15,1 3-29 0,1 0 9 0,-2 2 29 16,4 5-1-16,0 0-36 0,0-1-1 0,0 6 25 16,0 2-16-16,0 9-8 0,2 1-29 0,3-1 1 15,3 3 28-15,1-4-113 0,1-1 62 16,1 5 17-16,-2-10-1 0,3 2-111 0,-3-3 57 15,-2-2 35-15,-3-7 2 0,2 4-57 16,-4-5 36-16,-2-2 1 0,0-3 1 0,0 1-11 16,-6-4 4-16,-4-2-9 0,-2-1 8 0,-2-5-8 15,1-1 29-15,-2-3-198 0,0-1 87 0,0-2 56 16,2 0 23-16,2-8-328 0,-1-8 175 0</inkml:trace>
  <inkml:trace contextRef="#ctx0" brushRef="#br0" timeOffset="9010.32">12318 1153 912 0,'-9'0'0'0,"2"2"0"0,6-2 0 0,-1 2 0 0,0-2 0 0,2 0 0 0,2 0 351 0,17 0-163 0,6-2 49 16,3-4-102-16,4-2-51 0,1 3-26 0,3 0 79 16,-4-2-56-16,-2 4-25 0,-2 1 1 0,-1 0-255 15,-6 2 115-15,2 0 66 16,-2 0 21-16,-3 0-422 0,-2 0 225 0,-3 7 77 15,-1 0 68-15</inkml:trace>
  <inkml:trace contextRef="#ctx0" brushRef="#br0" timeOffset="9210.78">12810 907 961 0,'0'2'0'0,"-4"8"0"0,1-3 0 0,-5 4 0 0,2-1 0 0,-1 7 0 0,1-1 408 15,1 0-187-15,3 5-87 0,0 1-54 0,2 1 139 16,0-1-94-16,0-1-46 0,0 0-23 0,2 0-70 16,5-2 20-16,1 0-1 0,-1-3-229 0,3-3 128 15,-3 1 65-15,1-7-370 0,-1 0 213 0,1 0 65 16,-1-5 67-16,1-2-258 0,-1 0 141 0</inkml:trace>
  <inkml:trace contextRef="#ctx0" brushRef="#br0" timeOffset="9421.23">12915 1021 972 0,'8'-13'0'0,"-2"4"0"0,3 0 0 0,2-3 0 0,-3 7 0 0,-1 1 0 0,2 1 0 0,3 1 0 0,-3 2 0 0,4 0 307 0,-1 0-137 0,-1 3-69 16,-2 8 123-16,-1 1-96 0,-1 2-40 0,-1 2 16 16,-4 1-36-16,-1 2 0 0,-1-1-35 0,0 0-17 15,0 3 25-15,-9-2-9 0,-3-2 1 0,0 0-81 16,-1-2 40-16,-3-4 0 15,2 0 49-15,-2-2-230 0,2-5 80 0,-2 2-317 16,4-4 185-16,0 1 110 0,3-2 11 0,1-1-240 16,6 0 163-16,-1 0 83 0</inkml:trace>
  <inkml:trace contextRef="#ctx0" brushRef="#br0" timeOffset="9618.76">13146 917 555 0,'0'-8'0'0,"0"2"0"0,0 4 0 0,0 0 0 0,0 0 246 16,-5 2-107-16,-3 0-53 0,0 2 161 0,-1 11 8 16,2 5-112-16,-3 3 68 0,3 1-89 0,1 1-45 15,4 1-14-15,-1 5-75 0,3-2 22 0,0-2 1 16,0-5 22-16,2 3-226 0,3-3 121 0,4-1 49 16,1-4 27-16,1-1-348 0,-2-4 149 15,3-2 103-15,-3-4-16 0,4-3-149 16,-1-1 99-16</inkml:trace>
  <inkml:trace contextRef="#ctx0" brushRef="#br0" timeOffset="9828.2">13311 821 1249 0,'6'-5'0'0,"2"4"0"0,1 1 0 0,0 0 0 0,1 0 0 0,1 1 0 0,0 7 0 0,3 5 0 0,0 5 396 0,0 0-182 0,-3 3-83 15,2 5-52-15,-3 1 89 0,-3 6-67 0,-3-1-34 16,-3 2 1-16,-1 0 8 0,0-1-43 0,0 1-134 16,-9-1 67-16,-3-4 34 0,0-1-1 0,-5 0-309 15,0-3 167-15,-2-3 82 0,1-3 47 0,-3-2-581 16,-4 2 282-16</inkml:trace>
  <inkml:trace contextRef="#ctx0" brushRef="#br0" timeOffset="70546.39">14758 10594 422 0,'-4'0'0'0,"-3"0"0"0,-1 3 0 0,2 1 0 0,0 0 0 0,1-2 0 0,1 1 88 15,-1-1-27-15,3-2-1 16,-2 2-27-16,4-1 37 0,0-1 8 0,0 0-45 0,0 0 73 0,0 0-37 16,0 0 0-16,0 0-36 15,0 3 30-15,0-2-30 0,0 2 0 0,4 0 88 16,2 3-44-16,-1-2-22 0,0 0 8 0,1 0 31 16,2-1-30-16,-2 1-1 0,-1-2-30 0,2 1 32 15,-1-1 8-15,2-2-40 0,-2 1 55 0,-1 2-27 16,0-3 0-16,1 2-28 0,0-2 41 0,0 2-9 15,1 0-32-15,-1-1 31 0,1 2-1 0,3-1-30 16,-3-1 8-16,2 1 16 16,1-2-1-16,1 4-23 0,0-4 0 0,1 1 23 15,-1-1-15-15,4 0-8 0,-2 0 20 0,2 0-21 16,0 0 1-16,0 0 0 0,2 0 28 0,1 0-29 16,0 0 1-16,1 0 13 0,-1 0-14 0,5 0 1 15,-4 0 8-15,1 0-21 0,1 0 13 0,2 0-1 16,0 0 1-16,-3 0-28 0,2 0 9 0,3 2 16 15,0-2-29-15,-2 0 24 0,2 0 4 0,1 0-8 16,-5 0-14-16,3 0-13 0,4 0 30 16,-3 0-36-16,-1 0 33 0,-1 3 0 0,6-3-1 15,-4 0 13-15,3 0-14 0,1 1-1 0,1-1 1 16,0 0 27-16,2 0-26 0,1 0 2 0,1 0 14 16,1 0-13-16,0 0-1 0,1 0-13 0,-1 0 155 15,3-1-164-15,-3-2 0 0,2 1 0 0,-4 1 0 16,1-3 0-16,2 4 0 15,-4 0 0-15,1 0 0 0,1 0 0 0,1 0 0 0,4 0 0 16,-5 0 0-16,1 0 0 0,-1 0-166 0,1 0 167 16,-1 0 164-16,0 0-165 15,1 0 0-15,2 0 0 0,-4 0 0 0,5 0 0 16,-1 0 0-16,2-2 0 0,3-1 0 0,-1-3 0 0,2-1 0 16,3 4 0-16,-5-2 0 0,-4 3 0 0,8-3 0 15,-9 3 0-15,9 0 0 0,-9 0 0 0,1 0-182 16,1 2 153-16,-1 0 12 0,1 0 10 0,0 0 4 15,-5 0-39-15,3 0 36 16,-1 0-10-16,-1 0-2 0,0 0 30 0,-2-2-20 16,-2 0-6-16,0 0 5 0,-7 1 8 0,1 1-6 15,-1-3-1-15,-5 3 7 0,0 0-4 0,-6 0-2 16,2 0-1-16,-3 0 22 0,-2 0-21 16,1 0 2-16,-4 0 7 0,-1 0-7 0,0 0-2 0,-1 0 1 15,-2 0 29-15,0 0-25 0,-1 0-2 0,2 0 3 16,-3 0-3-16,0 0 4 15,0 0-2-15,0 0-111 0,0 0 53 0,0 0 23 0,0 0-1 16,0-1-430-16,-6-4 218 0,-1 0 109 16,1-1-271-16,-1-1 190 0,0-4 86 0</inkml:trace>
  <inkml:trace contextRef="#ctx0" brushRef="#br0" timeOffset="70796.73">17719 10376 1096 0,'0'0'0'0,"8"3"0"0,10 5 0 0,2-5 0 0,-2 0 0 0,-1 0 293 15,2 3-130-15,-2-1-65 0,0 3 202 16,5 0-126-16,-1 1-74 0,-2 1-34 0,1-2 61 0,-1 4-47 16,-2 1-24-16,-2-2 9 0,-1 3-47 0,-2-1 15 15,-3 0 0-15,-1 0 24 0,-4 0 0 0,-2 4-16 16,-2 0-8-16,0 2-7 0,-6 4 7 15,-9 1-1-15,-6 0-69 0,-3 3 43 16,-12 4-8-16,1 2 35 0,-6-4-170 0,-5 3 64 16,-11 6 46-16,11-10 14 0,-16 6-674 0</inkml:trace>
  <inkml:trace contextRef="#ctx0" brushRef="#br0" timeOffset="71520.73">15293 8774 307 0,'0'-11'0'0,"0"2"0"0,0 6 0 0,0-1 0 0,-1 2 0 0,-2-1 201 0,1 1-84 0,0 0-34 16,0 1-29-16,1-2 109 0,1 3-65 15,0 0-33-15,0 0 49 0,0 0-32 0,0 0-9 0,0 0-69 16,0 8 1-16,0 7 27 16,0 9 1-16,1 5 66 0,3 7-37 0,1 6-1 15,-2 5-28-15,1 3 45 0,0 0-23 0,-1 4 8 16,-1 4-30-16,0 8 65 0,0-1-33 0,-1 1 1 16,-1 6 11-16,0 2-14 0,0 4-8 0,0 1 7 15,0 2 0-15,0-1-30 0,0 5 1 0,-1 3 32 16,-1 12-8-16,-2-5-24 0,2 2 0 0,-1 0-22 15,-1 1 22-15,0-6 8 0,3 21-8 16,-2-10-58-16,3-8 29 0,-2-17 0 16,2-2-33-16,0-12 29 0,0 9-6 0,0-10 57 15,0-13 1-15,0 1-38 0,0-8 1 0,2-2-31 16,1-3-6-16,-2-6 38 0,1-8-1 0,0-2-177 16,-2-4 82-16,0-3 42 0,0-4 17 0,0-3-243 15,0-3 110-15,0-3 72 0,-4-1-220 0,0-1 139 16,-3 0 65-16,-1-1-243 0,3-14 154 0,-1-8 77 15,2-5 30-15,0-13-114 0,1-6 80 16</inkml:trace>
  <inkml:trace contextRef="#ctx0" brushRef="#br0" timeOffset="71763.39">15283 8656 891 0,'-5'-8'0'0,"1"6"0"0,1 2 0 0,-1 0 0 0,-1 0 0 0,-2 0 0 0,0 0 0 0,-4 0 105 0,-1 11-36 0,-2 6-55 15,-2 4 18-15,0 5 1 0,-4 6 8 0,2 8-194 16,1-3 93-16,4-6 46 0,-1 3 24 0,4-2-157 15,4-7 92-15</inkml:trace>
  <inkml:trace contextRef="#ctx0" brushRef="#br0" timeOffset="71921.75">15200 8727 1211 0,'5'-2'0'0,"2"2"0"0,2 0 0 0,3 0 0 0,-1 0 0 0,2 0 0 0,2 4 0 0,0-1 245 0,4 2-99 15,-1 0-60-15,2 0 76 0,4 5-64 0,1 1-33 16,3 4 0-16,0 0-246 16,8 6 103-16,-2 2 55 0,1-1-237 0,4 2 146 0</inkml:trace>
  <inkml:trace contextRef="#ctx0" brushRef="#br0" timeOffset="73307.53">16280 9137 697 0,'-11'-5'0'0,"6"0"0"0,0 3 0 0,1-1 0 0,-3 2 0 0,0-1 0 0,0 1 0 0,0 1 0 0,-1 0 0 0,0 0 84 0,1 0-17 0,0 7-9 16,1 0-1-16,-2 3-1 0,1-1-23 0,-1 4-1 15,-1 0 9-15,1 3-9 0,-3-2 1 0,2 5 20 16,-7 4-20-16,4 0 0 0,-4 2 8 0,2 4 18 15,-2-1 1-15,0 2-28 16,0-1 37-16,3 2-1 0,-2 1-27 0,4 0-9 16,-2 0 55-16,3 0-27 0,1 2 0 0,2-3 8 15,1 3 9-15,5 1-44 0,-4-4 0 0,5 3 39 16,0-2-39-16,0 0-1 0,0 0 9 0,0 0 37 16,2 0-23-16,4-2 0 0,2-2 2 0,-1 0 0 15,0-2-16-15,5 4-8 0,-1-4 24 0,1 1-24 0,2-3-1 16,-1-1-5-16,3-3 14 15,3 3-9-15,-1-4 1 0,3 0-22 0,2-5 22 16,-3-1 7-16,6 3-7 0,1-5-21 0,-3-1-1 16,4-2 21-16,3 0-11 0,-1 0-16 0,0-3-15 15,0-1 36-15,0-2-26 0,-1 0 23 16,1 0-5-16,0-2 10 0,2 0 6 0,1 0-12 0,-4 0-2 16,4 0 21-16,1-6-18 0,-3-3 5 0,3-3-4 15,0 0-15-15,-2-1 16 0,1-3-2 0,-1 1 4 16,0-1-35-16,2 2-7 0,-4-2 36 15,0 0-46-15,-2 1 21 16,-2-1-6-16,1 0-6 0,-4 1-8 0,0-2 35 0,2 1-8 16,-2-2-22-16,-2 1 22 0,-1 1 4 0,4-4-9 15,-1 0 1-15,-5 0 1 0,5 3 3 0,-4-4-9 16,-4 2 9-16,6-1-1 0,-7-1 0 0,2 0-30 16,-5 5 29-16,1-5 0 0,0 0-36 0,-1 0-1 15,-1 1 35-15,-1-5-4 0,-1 5-30 0,-1-5-4 16,-2 7 32-16,2-4-6 0,-4-1 3 0,1-1-2 15,-2 4 3-15,0-1-7 16,-2 1 5-16,0 1-5 0,0 0 5 0,0 0-16 16,-6 1 15-16,-3-1 0 0,-1 3-1 0,-1-4-33 15,2 4-1-15,-3-4 34 0,0 4-41 16,0-1-1-16,1 0 28 0,0 0 8 0,-1 0-29 0,-1 3 0 16,2-4 18-16,-2 2 6 0,2 1-14 0,-3 0 12 15,1-1-10-15,-2 2 15 0,2-2-9 0,-4 1 1 16,2 2 29-16,-2 0 6 0,0 0-29 15,2 2-3-15,-3-1 40 0,0 3-1 16,2-2-34-16,-1 1 0 0,2 1 46 0,-2 0 0 16,0 1-34-16,0-1-5 0,0 2 27 0,0-3 3 15,0 2-18-15,1 0 14 0,-1 3-13 16,-1-3-7-16,0 3 33 0,2-1-28 0,-2 2 3 16,1-1-3-16,1-1 23 0,0 3-1 0,0-4-17 0,2 4-2 15,0-1 24-15,1 0 0 0,-1 1-19 0,1-1 16 16,-2 2-22-16,2 0 5 15,-2-2 4-15,2 2-14 0,-3 1 14 16,2 0-1-16,-2-2-27 0,0 3 25 0,0 0 0 16,0 0 0-16,-1 0-18 0,0 0 17 0,0 0-4 15,-1 0 3-15,-1 0 28 0,1 0-28 0,0 4-2 16,-3 1-7-16,2 1 8 0,-1 1 1 0,1-1 2 16,-1 2-11-16,-5 2 10 0,6-2 0 0,-4 2-41 15,5 0 39-15,-1 1 0 0,1-2 0 0,-2 2-32 16,5 1 1-16,0-3 23 15,0 2 4-15,2-2-98 0,2 3 45 0,-2-1 17 0,2 0-2 16,0 2-191-16,1-2 102 0,1 3 39 16,-1 1-267-16,0 0 163 0,3 4 72 0,0-1-135 15,1 3 112-15</inkml:trace>
  <inkml:trace contextRef="#ctx0" brushRef="#br0" timeOffset="73889.33">16459 9001 392 0,'3'0'0'0,"-1"-2"0"0,-1 0 0 0,-1 0 0 0,0 2 0 0,0 0 146 16,0 0-49-16,0-2-36 0,0 2 149 15,0 0-89-15,0 0-45 0,0 0-21 0,-1 0 55 16,-6 10-43-16,0 3 0 0,0 2-34 0,-4 6 29 16,-1 1-30-16,-1 4 9 0,-1 5 39 0,2 1-24 15,-4 7 0-15,2 1 7 16,-4 0 0-16,0 6-22 0,1 1-8 0,-1 2 3 0,-2 1-3 15,1 1-1-15,1 3 1 0,-1 1-2 16,-2-1 2-16,-1-2-1 0,1 1 1 0,-2 0-18 16,3-2 18-16,5-12 8 0,-3 8-29 0,4-15-1 15,5 0 16-15,1-10-37 0,2 1 15 0,1-4 7 16,3-7 6-16,0-2-78 0,0-3 37 0,2-3 21 16,-2-4-10-16,2 2-127 0,0-2 65 0,0 0 39 15,0 0 8-15,-2 0-219 0,2-7 104 0,0-3 37 16,0-4 41-16,0-2-150 0,0-2 90 0,6-6-218 15,8-3 154-15,2-1 70 0</inkml:trace>
  <inkml:trace contextRef="#ctx0" brushRef="#br0" timeOffset="74238.14">16873 8965 827 0,'0'0'0'0,"-2"0"0"0,2 0 0 0,-2 0 0 0,0 0 0 0,-1 6 0 0,-4 4 172 0,0 2-74 0,0 3-33 0,-2 6 185 15,-3 2-108-15,1 2-55 0,-1 8-19 0,-3 6 98 16,-2 1-66-16,1 1-34 0,-3 7 1 0,-3 2-1 16,-3 6 9-16,-5 10-42 0,2 2 23 15,-2-1-1-15,-2 3-22 0,0-1-21 0,5-9 8 0,-6 12 13 16,8-13 0-16,4-7-31 0,-1 0 0 15,5-3 31-15,4-9 8 0,0-1-53 16,3-2 22-16,3-5-19 0,-3-4 37 0,5-5-84 16,-3-1 43-16,5-5 3 0,-3 0-77 0,1-4 42 15,0-2 25-15,0-1-11 0,-1-3-27 0,3-1 21 16,-1 0 0-16,0-3-160 0,3-3 89 0,-4 2 30 16,5-2 21-16,0 0-240 0,0-5 132 0,3-16 66 15,11-4 33-15,9-8-296 0,-1-6 157 0</inkml:trace>
  <inkml:trace contextRef="#ctx0" brushRef="#br0" timeOffset="74572.25">16987 9200 1120 0,'4'-11'0'0,"1"3"0"0,1 4 0 0,-4 1 0 0,-1 1 0 0,1 2 0 0,-2 0 0 0,0 0 0 0,0 0 0 0,0 2 253 0,0 11-115 0,0 2-52 16,0 5 157-16,0 7-105 0,-3 3-53 0,-7 4 70 16,-3 7-65-16,2 0-28 0,-3 4-1 0,-4 2 8 15,-1 4-36-15,-1 1 8 0,-4 9-8 0,1-5-9 16,0 0 9-16,-1 0 0 0,5-7 0 0,-2 4-35 16,3-4 13-16,1 0 1 0,4-6 20 0,1-7-30 15,1 1-1-15,2-3 40 0,4-4-84 0,-2-10 33 16,4 1 5-16,1-4-52 0,0-6 30 15,0-1 3-15,0-5 25 0,2-1-46 0,0-2 21 16,0-2-1-16,0 0 17 0,-2 0-171 16,1 0 75-16,1-9 45 0,0-4 3 0,0-8-352 15,1-3 187-15,10-2-279 0,3-5 238 0,4-6 114 16,3 1 58-16</inkml:trace>
  <inkml:trace contextRef="#ctx0" brushRef="#br0" timeOffset="74899.38">17299 9260 1031 0,'2'-3'0'0,"1"1"0"0,1 2 0 0,-2 0 0 0,0 0 0 0,-2 0 0 0,1 0 0 0,-1 0 169 0,0 0-68 0,2 3-34 0,-2 8 179 15,0 0-99-15,0 6-60 0,0 3-28 0,-3 3 122 16,-5 4-75-16,-4-1-36 0,3 5 8 0,-3 8 24 15,0-2-35-15,-1 3 1 16,-3 3 57-16,2 0-47 0,-3 2-14 0,0 2-1 16,-2-4 0-16,3 3-30 0,-2-5 0 0,2-2-45 15,4-5 30-15,-1 0-7 0,4-2 21 0,-1-2-84 16,3-4 42-16,3-3 21 0,1-3 9 0,-1-3-128 16,2-3 63-16,2-3 32 0,-2-4-56 0,2-3 38 15,0 0 0-15,0-4-102 0,0 0 61 0,0 0 17 16,0 0 0-16,0 0-158 15,0-4 81-15,0-9 54 0,0-2 23 0,0 0-391 16,0-3 206-16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19:25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12111 1352 457 0,'0'0'0'0,"0"-6"0"0,0 5 0 0,0-4 0 0,0 2 0 0,0 1 0 0,0-3 55 0,-2 1 0 15,2 0-14-15,-2 0-8 0,1 3 89 0,-3-4-44 16,2 5 26-16,0-3-35 0,1-1 8 0,-3 2-45 16,2 1 83-16,-3-2-41 0,4 1-21 0,-3 1 1 15,2 1 64-15,-1-2-47 0,1 0 1 0,-2 2-39 16,0-2 53-16,1 2-18 0,1-2-9 0,-3 0 16 0,0 2-22 15,1-2 0-15,1 2 6 16,-3-1-19-16,3 1-7 0,-3-2 0 16,0 2 23-16,2 0-23 0,-1 0 0 0,-1 0 8 15,2 0-19-15,-1 0 11 0,0 0 0 0,2 0 0 16,-3 0-37-16,1 0 45 0,-1 0-8 0,1 0-1 0,-2 0-28 16,0 0 0-16,2 0-8 0,-3 0 38 15,1 2-11-15,1-1 3 0,0 1-3 0,1 0 2 0,-1 0-5 16,1 0 10-16,0 0-38 0,0-2 30 15,3 2-2-15,-2-2 2 16,3 0-31-16,-1 1 5 0,2-1 22 0,0 0-21 0,-2 0-2 16,2 0 21-16,0 0-40 0,0 0 41 15,0 0-6-15,0 0 3 0,0 0-35 0,0 0 31 16,0 0-5-16,0 0 7 0,0 0-48 0,0 0 22 16,0 0-6-16,0 0 25 0,0 0-160 0,-4 0 74 0,1 0 31 15,-1 0-461-15,-1 0 239 0,4 0 119 16</inkml:trace>
  <inkml:trace contextRef="#ctx0" brushRef="#br0" timeOffset="3318.5">11932 1307 266 0,'0'0'0'0,"0"-2"0"0,0 0 0 0,0 1 0 0,0-2 0 0,0 1 0 0,0-1 67 16,0-1 0-16,0 0 0 0,0 1 8 0,0-2-42 16,0 1-1-16,-1 3 27 0,1-2 0 0,-2-2-27 15,0 2 9-15,0 1 12 0,0-2-21 0,0 0 1 16,1 3 0-16,-1-3 22 0,0 2-14 0,-2-1-8 15,3 1 15-15,-3-1-15 0,-2 1 0 0,0 1-17 16,-1 1 25-16,0 0-9 16,-5 0 1-16,-1 0-30 0,0 0 1 0,-4 8 29 15,-1 1 6-15,0 2-41 0,-5 1-4 0,2 4 34 16,0-1-7-16,-2 0-19 0,-2 3 21 0,1 3 0 16,-2 0-20-16,-2 1 18 0,-4 7-7 0,2-3 34 15,0 0-24-15,-7 6-4 0,2 0-1 0,1 1 28 16,2 0 2-16,-1 3-27 0,6-2 11 0,-7 7 34 15,4-3-19-15,4 1 1 0,-1 1-16 16,6 1 32-16,-2-6-19 0,0 11-15 16,3-7 26-16,3 0-1 0,-3 2-23 0,6-1 34 15,3-5 8-15,-3 10-42 0,5-2 0 0,0-5 5 16,3-4-5-16,4 4 0 0,-2-5 8 0,4 2-35 16,0-5 1-16,0-1 26 0,2-1 0 0,5-1-14 15,3-2 22-15,3 3-9 0,1-4-23 0,2 1-9 16,2-1 29-16,2-1-21 0,1 1 20 0,1 0-10 15,3-1 6-15,0-2 8 0,5 3-8 16,-1-1 7-16,3-2-7 0,4 4 22 16,0-2-21-16,-1-3 1 0,4 1 0 0,-3-4-9 15,8 4 8-15,-5-4 2 0,0-1-7 0,3-1 6 16,-1-1 0-16,-4-3 16 0,13 2-16 0,-8-4-1 16,4-1 0-16,-1-1 8 0,2-1-7 0,1-1 5 15,2-4-5-15,-2 0-31 0,1-1 30 0,0 0 0 16,-2 0-37-16,-4 0 4 0,11-1 31 0,-6-2-3 15,0-6-35-15,1 0 32 0,-2 1 2 16,2-5-34-16,-2 2-4 0,1 0 25 16,-2-2 8-16,-3 0-33 0,0-1 29 0,-5 1-5 15,7-6 3-15,-6 3-16 0,1-1 16 0,-3-2-4 16,2-1 2-16,-7 2 3 0,4 0-3 0,-2-2 1 16,-2-1-9-16,-2 2 9 0,0-1-1 0,-4 2-27 15,1-3 26-15,-5 1 0 0,1-3 0 0,-5 2-26 16,2-2 0-16,-6 2 21 0,2-5 2 15,-4 1-36-15,2-2 0 0,-1 1 29 16,-2 2 3-16,-1 1-28 0,1-5 0 0,-2 2 18 16,1 0-15-16,-1-1 17 0,0 0 1 0,-1 3-18 15,0-5 16-15,-1 0-3 0,-2 2 3 0,1-2-8 16,-2 3 7-16,-2 2-4 0,0-5 4 0,0 3-14 16,-2-1 14-16,0 3-1 0,0-2 1 0,0 5-41 15,-2-7 39-15,-6 3-3 0,-1 3-13 0,1-3 13 16,-4 3 1-16,3 3-3 0,-3-5 3 0,-2 1-2 15,1 3 1-15,-2-3-1 0,0 2 1 0,-2 2-6 16,-3-3 6-16,1 1 23 16,-2 0-22-16,-1 6 1 0,-3-5 35 0,1 1-2 15,-3 4-31-15,-1-1 2 0,0-2 32 0,2 5 3 16,2 0-31-16,-7-2 36 0,5 0-35 0,-2 2 3 16,1-1-2-16,-1 1 13 0,2 0-6 0,-2-1-4 15,2 0 7-15,-1 1-11 0,3 2 5 0,-1-1 4 16,2 3-4-16,-4-2 39 0,1 3-37 0,-1 0 9 15,-1 2-8-15,-2-2 0 16,0 4 1-16,-2-2 37 0,2 3-35 0,0-3-2 16,2 3 4-16,-1 0-5 0,5-2 7 0,-5 3-3 15,4-1 5-15,4 0-17 0,-5 0 14 0,1-1-2 16,3 2 2-16,-4-2-33 0,1 2 28 0,-1-1-47 16,1 0 22-16,0-1 0 0,4 3 20 0,-6-2 22 15,6 1-23-15,-4-1 1 0,4 1-4 0,-2 1 9 16,0-1-10-16,3 0 4 0,-1 2-6 0,0 0-3 15,3 0 7-15,-3 0 1 0,2 0-90 0,-1 0 44 16,1 0 18-16,-2 2-190 16,1 3 96-16,-1 1 51 0,1 1 10 0,2 1-310 15,-1 3 171-15,3 1 85 0,2 3 44 0,0 6-462 0</inkml:trace>
  <inkml:trace contextRef="#ctx0" brushRef="#br0" timeOffset="4202.31">11909 1395 557 0,'0'-1'0'0,"0"-4"0"0,0 3 0 0,0 1 0 0,0 1 0 0,0 0 0 0,0-2 0 0,0 2 74 0,0-2-41 0,0 2 7 0,0 0 62 16,-2 0-34-16,0 0-1 0,-1 0-34 0,-2 0 21 15,-1 2 7-15,-1 9-28 16,-2 1 4-16,-5 7 24 0,-2 1-28 0,-7 11 0 16,-3 5 33-16,-10 11-33 0,1 5 0 0,-7 5-19 15,1 9 19-15,-2 4-1 0,-3 1 9 0,-5 12-38 16,5-9-1-16,7-9 31 0,-3 1 0 0,10-16-38 16,5-7 38-16,-3 6-3 0,12-17 35 0,-3 3 1 15,5-4-42-15,-2-4-24 0,6-4 6 0,-6 1 22 16,4-2 1-16,0-6-53 0,-2 1 25 15,0-1-1-15,0-3 32 0,0-2-57 16,4-2 22-16,-2-1 1 0,5-3 10 0,0-1-134 16,2-2 59-16,4 0 35 0,-1-2-145 0,4 0 82 15,0 0 24-15,0 0-211 0,2-4 117 0,15-11 70 16,11-3 31-16</inkml:trace>
  <inkml:trace contextRef="#ctx0" brushRef="#br0" timeOffset="4552.84">12312 1459 639 0,'0'-15'0'0,"0"8"0"0,0 1 0 0,0 1 0 0,0-4 0 0,0 6 320 0,0-1-143 0,-3 1-73 0,1 1 155 15,-3-1-114-15,2 3-48 0,-3 0-36 0,-1 0-6 16,-7 15-22-16,2 5 0 0,-9 7-1 0,-1 5-12 15,-8 11 13-15,-4 9 0 16,-3 2-1-16,-3 4-2 0,-12 16 3 0,8-9 10 16,-13 16-11-16,3-5 1 0,-5 6 0 0,6-4-36 15,-4 3 35-15,11-11 8 0,-5 13-26 0,10-22-22 16,2 5-1-16,4-8 35 0,6-10 3 0,1-1-25 16,5-4 18-16,5-10 2 0,1 1-64 0,4-7 29 15,1-6-7-15,3-3-37 0,4-5 27 16,1-4 1-16,2-3 25 0,2-2-143 0,-2-4 65 15,2 0 36-15,0 0 9 0,2-4-214 16,11-19 102-16,10-5 58 0,5-5 20 0,6-5-130 16,10-11 87-16,-2 3 40 0,3-2-289 0</inkml:trace>
  <inkml:trace contextRef="#ctx0" brushRef="#br0" timeOffset="4863.16">12677 1523 806 0,'13'-17'0'0,"-6"7"0"0,1 3 0 0,-4 1 0 0,-2 3 0 0,0 0 0 0,-2 2 0 0,0 1 286 0,0 0-126 0,0 0-64 15,0 0-31-15,-2 9 105 0,-10 10-72 0,-5 7-33 16,-4 6 48-16,-5 6-40 0,-8 13 0 0,4-4 33 16,-9 17-41-16,-2-5 0 0,-3 9-32 0,-10 11 55 15,5-14-19-15,-14 24-8 0,1-5-29 0,0 4 22 16,0-4-1-16,2-3-20 0,12-16 8 15,2 4-45-15,4-5 0 0,6-5 37 16,8-11-66-16,1 1 32 0,7-10 10 0,1 2-29 16,5-8 26-16,2-3-3 0,3-9 0 0,2-3-116 15,1-4 63-15,1-5 14 0,4-3 0 0,1-5-135 16,0 1 80-16,0-2 25 0,0 0 20 0,0-13-206 16,10-10 109-16,10-9 55 0,6-6-296 0,13-12 176 15,1 2 80-15,12-18-119 0</inkml:trace>
  <inkml:trace contextRef="#ctx0" brushRef="#br0" timeOffset="5129.2">12929 1663 573 0,'9'-7'0'0,"0"4"0"0,-1 1 0 0,-3 2 0 0,-3 0 0 0,-2 5 269 0,-3 12-118 0,-9 6-59 15,-3 7-21-15,-6 8 267 0,-3 3-153 0,-2 5-76 16,-6 11 140-16,0-2-107 0,2-5-47 15,-8 15 29-15,-1-2-45 0,-4 2-24 16,-4 4 1-16,-5 9-22 0,8-14 7 0,-5 6-9 16,4-2 1-16,-1-7-72 0,7-3 36 0,9-11-1 15,6-5 45-15,0 5-151 0,7-16 71 0,6-1 36 16,1-8-254-16,6-5 112 0,2-7 44 0,2-2-234 16,0-5 152-16,0-3 73 0,4 0 38 0,11-17-59 15,3-7 42-15,7-10 31 0,5-2 1 0,4-6-184 16,8-8 103-16,1 2 53 0</inkml:trace>
  <inkml:trace contextRef="#ctx0" brushRef="#br0" timeOffset="5398.53">13306 1784 1328 0,'11'-9'0'0,"-3"5"0"0,-3 0 0 0,-1 2 0 0,-2 2 0 0,0 0 0 0,0 0 0 0,-2 4 0 0,0 13 183 0,-4 5-75 0,-9 9-38 0,-4 2 148 0,-10 12-97 0,-3 9-44 15,0 2-23-15,-2-1 198 16,0 5-110-16,2-4-46 0,-9 14-36 0,4-1 128 16,-3 1-77-16,-2 0-39 0,-1 2 10 0,0-1-16 15,1 0-9-15,1-3-24 0,3-4-54 0,4-2 27 16,8-14 0-16,-3 1-92 0,6-6 55 16,9-11 32-16,1-2 0 0,3-10-45 0,2-3 8 0,2-5 33 15,4-6-33-15,-1-3-211 0,1-3 90 0,0 0 70 16,0-9-235-16,1-11 136 0,9-7 81 15,0-1-411-15,0-3 242 0,4-14 120 0</inkml:trace>
  <inkml:trace contextRef="#ctx0" brushRef="#br0" timeOffset="6228.11">12297 644 786 0,'0'-5'0'0,"0"1"0"0,0 2 0 0,2 0 0 0,-2 0 0 0,2 0 0 0,-1 2 0 0,4 0 0 0,0 0 148 0,3 12-57 16,-1 3-30-16,3 5 57 0,-3 4-47 15,1 2 1-15,-1 5 43 0,-3 1-41 0,0-3-20 16,-2 4 7-16,0-4-6 0,0 2 0 0,-2-5-22 16,0 3 0-16,0-6-39 0,0 0 8 0,0 0 30 15,0 0 1-15,0-5-92 0,-2 0 46 0,-2-2 23 16,1-5-67-16,0 1 19 0,-1-4 31 0,2-6-229 16,0 1 117-16,1-1 35 0,-3-2 36 0,0 0-141 15,1-2 79-15,1-11 33 0,0-5 22 16,0-4-128-16,2 0 66 0,0-10 47 15,0-3-1-15,-3-1-47 0,3-9 42 0,-1 13 21 16,-1-6-15-16,-2 2 70 0,1 2 0 0,-3 4 0 16,1 3 0-16,-1 8 0 0,0-4 0 0,0 4 17 15,3 2-18-15,-1 4 0 0,2 0-32 0,0-1 293 16,2 4-138-16,0 0-32 0,2 0-45 0,9 0 243 16,10-1-128-16,0 2-54 0,6 0 82 0,3 1-78 15,5 3-38-15,1 1 22 16,1 3-30-16,0-1 8 0,-1 2-39 0,2 0 70 15,-4 3-35-15,-2 8 1 0,-2 3-37 0,-8 1 36 16,2 6-9-16,-6 0-26 0,-6 4-1 0,-2 2 39 16,-2 3 0-16,-6-1-30 0,-1 3 24 0,-1 0-33 15,0-1 1-15,0-2 24 0,-7 4-24 0,-5-4 8 16,0-1-9-16,-8 3 11 16,-1-2-11-16,-4 5 1 0,-2-6 0 0,-1-3-21 15,-7 6-8-15,1-8 29 0,-3 2-1 0,2-2-71 0,-1-5 31 0,5-4 7 16,-3-1-81-16,2-1 50 15,2-5 16-15,2-2 0 0,7-1-26 0,1-2 24 16,2-2-18-16,4 0 30 0,2 0-9 0,3 0 12 16,1 0-17-16,3 0 39 0,0-2-29 0,4-5 4 15,-1 5-2-15,0-5 1 0,2-2 4 0,0 1-4 16,0-2-164-16,0-2 79 0,5 1 36 0,5-2-374 16,0 2 198-16,-1 1 92 0,3 1 57 0,0 1-212 15</inkml:trace>
  <inkml:trace contextRef="#ctx0" brushRef="#br0" timeOffset="19887.71">16790 1249 294 0,'-4'0'0'0,"1"0"0"0,1 0 0 0,0 0 0 0,0-2 0 0,-2 0 0 0,1-1 0 0,-2 1 0 0,2-3 116 0,-1 3-33 0,0-3-30 0,-1 1 1 16,1 1 22-16,-1-2-22 0,-2 2 1 0,2-1 16 15,-1 1-8-15,-1-2-31 0,0 4 39 16,-1-3-39-16,-1 2 1 0,-1 0 8 0,-1 0 5 16,1 2-13-16,-2 0-1 0,0 0 1 0,1 0 12 15,2 0-4-15,-5 0-8 0,3 0 0 0,-1 0-1 16,0 0 1-16,1 0 0 0,-1 2 30 0,-3 0-30 15,2 2 0-15,-2-2-16 0,-1 1 16 0,2 3 8 16,-5-2-8-16,2 2-16 0,-2-1 16 16,0 1-1-16,1-1 1 0,-3 2-20 15,0 2 15-15,1-2 3 0,-1 3-27 0,0-4 25 16,3 3-3-16,-1-2 10 0,2 0-22 0,-2 1 13 16,3-1-3-16,-2 1-16 0,1-1 17 0,1 1 7 15,-4 2-8-15,4-2-17 0,-3 3 17 0,1-2 1 16,-3 2-2-16,2 1 1 0,-3 2-1 0,1-1 0 15,0 1-38-15,3 0 37 0,-3-1-1 0,1 0 6 16,2 5-22-16,-3-1 16 0,4-4-4 16,-1 3-31-16,0 0 32 0,2 0 5 15,-1-1-9-15,-1 4-10 0,0-1 12 0,1-1 0 16,0 1-4-16,2-1 4 0,-1 2-3 0,-2 0 1 16,4-1-1-16,-2 1 7 0,2 2-5 0,0-2 3 15,-1 1-11-15,3 1 7 0,-2 0 1 0,1 0-9 16,-2-1 9-16,4 0 3 0,-5 3-6 0,2-2 7 15,0 1-5-15,-1-1 0 0,3 2-1 0,-2-3 11 16,-1 4-10-16,2 1 0 0,0-3-1 16,1 0-3-16,3-3 5 0,0 4 4 15,-1-1-36-15,4 0 31 0,1-1-1 0,1-3-37 16,1 2 35-16,1-1 0 0,0 2 0 0,2-2-22 16,0-1 19-16,0 3 1 0,0-3-4 0,0 3 16 15,0 0-14-15,0 0-1 0,0 1 1 0,0-1 31 16,0 2-30-16,0-1 42 0,2-1-39 0,1 1 2 15,5-1-2-15,-1 2 5 0,3-3-4 0,1 3 8 16,3-1-6-16,0 1-20 0,-1-3 20 0,3 1 0 16,-2 2 0-16,0-5-25 15,4 7 23-15,-3-5-2 0,2 1 1 0,0 2-5 16,-1-5 7-16,4 5-10 0,-1-3 6 0,-1 1-1 16,5 0 1-16,0-2 5 0,1 0-2 0,3-3-3 15,-2 2 0-15,3-2 6 0,1-1-5 0,-1 0 0 16,2-2 2-16,-2 1-4 0,4-3 2 0,-2 3 0 15,2-2 0-15,0 2 4 0,2-2-1 0,-1 2-2 16,1-3-28-16,6 2 25 0,-6-4 1 16,9 3-10-16,-8-5 11 0,13 1-3 15,-5-1 1-15,0-1-11 0,-2-2 10 0,0 1-1 16,-5-1 3-16,4 0-35 0,-1-1 32 0,4 2-3 16,-3-4 3-16,1 3-6 0,-5-2 6 0,9 0-3 15,-2 1 4-15,1 1-4 0,2-4 1 0,2 2-18 16,-8-2 18-16,13 0-2 0,-5 0 1 0,2 0-9 15,-2 0 8-15,3 0 0 0,-2-2 1 0,-2-2-13 16,0-3 12-16,1 2-1 0,2-1-7 16,-4-1 6-16,-2 1 1 0,6-1-2 15,-5-1 6-15,-2-2-6 0,1 2 1 0,-1 0 0 16,-6-2 1-16,11-1-1 0,-7-3 1 0,-2 3-39 16,5-2 1-16,-2-2 34 0,-1 1 0 0,7-4-51 15,-5 3 24-15,0-2-6 0,-2-2 29 0,1 0-38 16,-6 2 31-16,7-1-6 0,-6-3 36 0,0 3-32 15,-6-1 2-15,1 0-6 0,-2-2 15 0,0 2-11 16,-4-2 1-16,0 1 8 16,-1 1-6-16,-4 0 5 0,-3 5-7 0,-1-4-8 15,2 2 11-15,-4-1 3 0,-2 0-2 0,2 0-33 16,-2 0 25-16,3-2 6 0,-4 3-17 0,4-7 15 16,-1 4 0-16,-4 0-22 0,4-5 19 0,-2 3 2 15,0-1-4-15,-2 0-1 0,1-1 4 0,-1 5-6 16,0-4 3-16,1 0-16 0,-5 2 17 0,2-1 0 15,1 0 1-15,-2-2-35 0,-1 2 2 0,-2-1 30 16,1-1-32-16,0 3-1 0,-2 0 27 16,-2-2-8-16,1 4 5 0,-1-2 3 15,-2 4-7-15,0-1 43 0,0 0-40 0,0 3-4 16,0-2 5-16,-5 1 45 0,1 0-19 0,0 0 1 16,-2 0 39-16,1 0-32 0,-3-3 13 0,3 4-34 15,-2-2 46-15,-2-2 0 16,2 0-30-16,0 1 17 0,-3 0-19 0,1-2-3 0,1 2 8 15,-1 0-11-15,-3-2 12 0,3 3-7 0,2-1 7 0,-5-2-15 16,3 2 9-16,0-2 1 16,-1 2-3-16,1 3 35 0,0-4-34 0,-3 3 2 15,1 0 28-15,0 0 0 0,-3 0-24 0,1 2 35 16,0-2-32-16,-2 3-2 0,0-4 5 0,0 2 34 16,-2-1-31-16,0 3-2 0,2-2 7 0,-1 4 6 15,-2-4-9-15,4 2-2 0,-4-1 3 16,4 3-23-16,-4-2 19 0,4 1-17 0,-4 0 16 0,2-1 0 15,1 3 2-15,0-2-10 0,0 2 6 0,-2-2 2 16,3 2-4-16,-2 0 28 16,1-1-28-16,0 3 4 0,-2-2-3 0,2 1 11 15,-2 1-7-15,0 0-1 0,-2 1 3 0,0-2 23 16,-1 2-23-16,-1 1-14 0,0-1 14 0,1-2-1 16,-3 3 2-16,2-3 11 0,-3 3-12 0,4-1-1 15,-3-1-1-15,-2 0 10 0,5 3-9 0,-3-4 3 16,1 2-1-16,1-1-15 0,1 0 15 0,-3 0-2 15,2 2-4-15,1-1 1 0,-1 1 2 0,0-1 1 16,1 2-23-16,-1-2 1 0,-2 4 22 0,-2-1-41 16,2-1-3-16,0 2 38 15,-2-1-6-15,-1 1-16 0,4 0 17 0,-8-2 1 16,2 3-4-16,0-1 4 0,-4 0-6 0,2-1 5 16,-2 2 10-16,0 1-11 0,0 0-2 0,0 0 8 15,-2 0-6-15,1 0 1 0,2 0 1 0,0 0-11 16,0 0 10-16,3 0 0 0,-2 0 1 0,2 0-15 15,3 0 13-15,-5 0 0 0,0 0 0 16,2 0-27-16,0 0 26 0,-2 0 0 16,0-2-18-16,0 0 15 0,-2 0 1 0,0 0-2 15,2 0-22-15,0 0 23 0,4 1-4 0,-4-1-22 16,3 0 0-16,2 0 19 0,2 0 4 0,0 0-73 16,0 0 30-16,5 2-1 0,1 0 37 0,0 0-208 15,4 0 96-15,2 0 40 0,3 0-157 0,0 0 110 16,6 6 50-16,1 3-423 0,1 2 237 15</inkml:trace>
  <inkml:trace contextRef="#ctx0" brushRef="#br0" timeOffset="21455.73">16953 2122 396 0,'0'0'0'0,"0"-2"0"0,0 0 0 0,-2 0 0 0,2 1 0 0,-2-2 0 0,0 1 62 0,-1-1-8 16,-1-1-21-16,1 1 0 0,-1 1 69 0,0-2-34 15,-1 0 8-15,-2 1 1 0,0 0-22 0,0 0 0 16,-5 0-22-16,3 2-1 15,0-1 40-15,-7 0-9 0,4 2-31 0,-1 0 26 0,-1 0 0 0,1 0 11 16,1 0-26-16,-2 0-11 0,-2 0 1 16,4 4 0-16,-4 0 0 0,3 2 12 15,-1-1-4-15,0 1-8 0,0 1 7 0,-2 3-7 16,2-1 0-16,-2 2-11 0,3 0 19 0,-2 2-8 16,2 3 0-16,1-1-1 0,1 0 17 0,2 1-37 15,-1 2 28-15,3-2-7 0,0 2 0 0,3-2 0 16,-2 1-25-16,5 0 24 0,-1-2 5 0,-1 2-39 15,3-2-1-15,0-2 31 0,0 2-3 16,0-1 3-16,0 0-19 0,0 1-12 16,0-2 13-16,3 0 13 0,2-2-4 0,1 4 2 15,-1-3 0-15,2 1 21 0,4-3 0 0,-2 5 2 16,1-3-22-16,2-1 0 0,1 0 9 0,1-3-3 16,0 2-22-16,1-2 21 0,2 1-2 0,1-3-15 15,0 0 20-15,1-3-5 0,-1 2 0 0,3-2 16 0,-2-1-17 16,1-2 5-16,1 2-23 0,2-2 16 15,-3 0 2-15,3 0-3 0,0 0-30 16,-2 0 36-16,0 0-6 0,0 0-28 16,2 0 28-16,-3 0 0 0,1 0 0 0,-2 0-38 15,-3 0-5-15,3 0 34 0,-4-2 4 0,2 0-41 16,-2-1-1-16,0-1 32 0,2 2 3 0,2-4-25 16,0 0-1-16,1 0 24 0,5-1-3 0,-4-1-1 15,5 0 0-15,-4 0-3 0,-1 2-3 0,0-2 4 0,-1 2 1 16,-3-1-22-16,0 1-1 0,-2 3 22 0,0-3-38 15,-2-1-1 1,-2 5 36-16,-2-4-4 0,5-2 3 0,-5 3 17 16,3-4-19-16,-3 1 22 0,2-1 19 0,-1-1-42 15,-1 1 2-15,2 0 23 0,-1-3 1 0,-2 2-20 16,1-1-1-16,-4 1 8 0,2-2-6 0,0 2 9 16,-4 0-19-16,1 1 15 0,-2-1-2 0,0 0 6 0,0 0-18 15,-1 1 12-15,-1 2 0 0,0-2-13 16,0 1 12-16,0-2-2 0,0 3 1 15,0-2-2-15,0 2-6 0,0-3 7 0,-1 2 0 16,-5 1-1-16,1-1 1 16,-4 1 0-16,2 0 0 0,0 1-10 0,-2-2 10 0,1 2-1 15,-2 2 1-15,0 0-43 0,2-2 41 0,-4-1-6 16,3 4 5-16,0-1-2 0,-3-1 2 0,1 1-3 0,-1 0 9 16,0 1-8-16,1-2 8 0,-3 2-9 15,1 0 2-15,-2-2-1 0,2 1 0 0,-1 3 7 16,0-2-6-16,1 2 1 0,-2-3-1 15,2 2 21-15,1 1-20 0,1-1 3 0,-3 0 25 0,7-2 2 0,-4 0-27 16,2 2 6 0,-1-2-5-16,1 2 2 0,2-1 2 0,-2 1-51 15,0 0 23-15,2-1 0 0,0 1 24 0,-3 0-32 16,-1 2-4-16,2 0 33 0,-1 0-8 0,-3 0-60 16,4 0 25-16,-1 0 6 0,-1 0-9 0,2 0 31 15,-1 0-12-15,1 0 9 0,-1 0 32 0,0 0 0 0,-1 0-39 16,1-2 7-16,-2 0 49 0,1 0-22 15,0 0 5-15,-3 1-1 16,0-4-18-16,-2 4-3 0,2-2 14 0,-5 2-44 16,1-1 6-16,-1 2 27 0,-1 0-149 0,2 0 72 15,-1 0 30-15,4 0-358 0,0 2 189 0,6 2 95 16,2 2 39-16,0 1-472 0</inkml:trace>
  <inkml:trace contextRef="#ctx0" brushRef="#br0" timeOffset="22393.57">16248 1472 644 0,'0'0'0'0,"0"0"0"0,0 0 0 0,0 0 0 0,1 0 0 0,1 0 0 0,0 0 0 0,0 5 0 0,0 7 127 0,-2 2-39 16,0 2-32-16,0 9 58 0,0-1-41 0,-9 8 0 0,-1 2-19 15,-1 5 8-15,-7 12-29 0,2-2-1 16,-3 4 20-16,-6 9-19 0,2-2-1 0,-2-4 9 16,-7 17-13-16,2-4 5 0,-7 16 0 0,0-2 0 15,0 1-43-15,1-7 29 0,-8 21-7 0,5-14 20 16,9-16-77-16,0 0 36 0,8-17 8 0,5-7-36 16,2-1 19-16,3-7 1 0,7-12-19 15,3-3 23-15,0-8-8 0,2-6 29 0,0-2-103 16,2-5 47-16,5-2 17 0,11-21 0 15,2-11-229-15,4-3 100 0,3-8 71 0</inkml:trace>
  <inkml:trace contextRef="#ctx0" brushRef="#br0" timeOffset="22730.68">16824 1357 1196 0,'0'-15'0'0,"0"6"0"0,-2 3 0 0,2 3 0 0,-2-1 0 0,0 1 0 0,0 1 0 0,-1-1 0 0,-1 3 0 0,2 0 142 15,-3 0-55-15,-2 3-18 0,-2 13 30 0,0 6-33 16,-6 12 0-16,-2 2-3 0,-2 8 0 0,-4 2-22 16,-5 13-8-16,-2 2 25 0,1 5-25 0,-11 17 0 15,2-1 0-15,1-2 12 0,-10 21-12 0,0-8-1 16,2 6-32-16,-2-2-1 0,1 0 34 15,9-16 8-15,-7 17-97 0,7-17 42 16,7-13 14-16,3 1-97 0,6-15 51 0,1 1 34 16,2-7 0-16,5-6-86 0,2-8 42 0,3-3 27 15,0-7 0-15,5-6-63 0,-1-4 28 0,4-3 24 16,0-4-6-16,0-3-198 0,0-4 106 0,0 0 44 16,7-1-183-16,7-15 122 0,0-5 61 0</inkml:trace>
  <inkml:trace contextRef="#ctx0" brushRef="#br0" timeOffset="23053.72">17411 1240 765 0,'0'-3'0'0,"0"0"0"0,0 2 0 0,0 1 0 0,0 0 0 0,-2 0 0 0,-2 2 0 0,-3 14 224 0,-2 3-88 0,-3 7-55 16,1 4-25-16,-6 6 131 0,1 1-77 0,-2 1-39 15,2 0 8-15,-5 10-6 0,0-3 0 0,1 1-40 16,-1 2-1-16,2 0-53 0,-1 0 35 0,1-5-66 15,-1-2 43-15,6-8 21 16,-1 0 0-16,0-5-244 0,6-5 136 0,-1-2 23 16,4-3 43-16,4-7-414 0,2 0 207 0</inkml:trace>
  <inkml:trace contextRef="#ctx0" brushRef="#br0" timeOffset="23427.24">16772 2885 617 0,'-2'0'0'0,"2"0"0"0,0 0 0 0,0 0 0 0,0 0 0 0,0 0 131 16,0 0-49-16,0 0 55 0,-3 3-43 0,1 7-36 16,-3 2 1-16,-1 6 81 0,-3 4-54 0,-1 3-27 15,-1 0 9-15,-1 5-36 0,-4-1 1 0,1 1 0 16,0 2-78-16,0-2 47 15,2 0-8-15,0-1-159 0,1-3 98 0,5-3 51 16,-1-4 24-16,5-4-157 0,1-2 79 0,2-5 5 16,0-3 33-16,2-5-302 0,9 0 150 0</inkml:trace>
  <inkml:trace contextRef="#ctx0" brushRef="#br0" timeOffset="23786.68">18071 1517 929 0,'-2'0'0'0,"0"0"0"0,2 0 0 0,0 0 0 0,-2 2 0 0,-2 5 0 0,-2 3 80 0,-3 6-23 0,-2 5 180 0,-3 6-106 15,-4 8-49-15,-3 3-25 0,-1 6 53 0,-5 4-39 16,-3 5 9-16,-4 11-47 0,1-1 52 0,-3 5-26 16,-5 13 0-16,1 0 24 0,3-3-16 0,-8 22-10 15,7-15-92-15,10-18 34 0,-2 5-1 0,11-18 35 16,-2 2-157-16,7-7 75 0,0-4 40 0,3-3 6 16,2-9-219-16,-1 1 99 0,2-6 61 0,1 3 5 15,-2-9-91-15,3-2 37 16,-3 1 42-16,1-3-145 0,3-3 83 0,-3-1 52 15,6-2-104-15,-2-3 76 0,2-3 36 16,2-3 1-16,0-3-129 0,4 0 88 0</inkml:trace>
  <inkml:trace contextRef="#ctx0" brushRef="#br0" timeOffset="24130.05">18533 1648 1054 0,'-4'1'0'0,"4"8"0"0,0 2 0 0,0 1 0 0,0-1 0 0,-5 2 0 0,4 4 0 0,-5 3 0 0,-1 7 99 15,0 2-33-15,-5 0 0 0,-1 11 167 0,-1-1-100 16,-2-1-42-16,-5 14 105 15,-1-3-82-15,-6 9-41 0,1-2 1 0,-1 6 69 16,-4 5-48-16,-5 14-34 0,0-7-1 0,4-7-52 16,-5 11 1-16,-1-6 24 0,4 0 8 0,3-6-90 15,5-5 41-15,6-11 0 0,1 3-144 0,1-4 85 16,4-9 55-16,2 1-202 0,2-10 106 0,5-9 23 16,0-1 37-16,3-10-163 0,1-3 81 0,0-3 53 15,2-2 22-15,0-3-157 0,0 0 90 0,2-9 45 16,9-9 13-16,4-6-223 0</inkml:trace>
  <inkml:trace contextRef="#ctx0" brushRef="#br0" timeOffset="24431.41">18743 2045 532 0,'0'-3'0'0,"0"1"0"0,0-1 0 0,0 1 0 0,0 0 247 0,0 1-99 0,0 1-61 0,0 0 95 15,0 0-74-15,0 8-38 0,-6 6 0 0,-1 5 174 16,-4 10-109-16,-5 6-52 0,-2 3-25 0,-1 5 115 16,-2 3-70-16,-1 7-27 0,-6 11 69 0,3-6-56 15,-1 5-29-15,-1-2-4 0,1 2-51 0,4-11 36 16,-3 6-8-16,6-5-64 15,1-9 32-15,1 0-1 0,4-11 33 0,-1 1-252 16,1-1 122-16,2-5 42 0,-2-2 40 0,0-4-474 16,-1-2 234-16,4-4 74 0,-2-3 78 0,1-5-340 0</inkml:trace>
  <inkml:trace contextRef="#ctx0" brushRef="#br0" timeOffset="25421.66">15170 897 785 0,'-3'-1'0'0,"1"-1"0"0,0 0 0 0,2 2 0 0,-2 0 0 0,2 0 0 0,0 5 71 16,-2 15-1-16,2 0 104 0,0 9-75 0,0-1-33 16,0 2 0-16,2 5 70 0,2 3-51 0,2-3-18 15,0 1-8-15,-1-3-32 16,1-1 6-16,-1-5 0 0,-1-4 0 0,0 1-68 16,0-4 29-16,-2 1 1 0,2-5-47 0,-3-4 42 15,1-2 21-15,0-2-254 0,-2-3 126 0,0-3 34 16,0-1 42-16,0-1-266 0,0 0 138 0,0-6 57 15,0-8 44-15,0-3-97 0,0-6 66 0,0-2 33 16,-2-4 0-16,-3-1-34 0,-1-4 100 0,0-1 0 16,0-3 0-16,-1 2 0 0,3 1 0 0,-1 3 0 15,1 1 0-15,0 9 0 0,2 0 0 16,0 2 17-16,2 6-6 0,0 1-17 16,0 2 6-16,0 1 297 0,4 1-146 0,9-1-38 15,4 1-48-15,4 2 203 0,5-1-121 0,2 3 99 16,3 0-106-16,0 4-54 0,1 1-26 0,2 0 50 15,0 1-43-15,-2 15 0 0,0 0-34 0,-4 5 33 16,0 4-1-16,-5 1-24 0,-3 4-8 0,-3 1 5 16,-4 1-5-16,-7 4 0 0,-4 2 0 15,-2-1 7-15,0 6-7 0,-17-4-1 16,-4-3 3-16,-1-2-2 0,-6-1 0 0,3-7-28 16,-10 4 27-16,8-10 1 0,-5 1 0 0,0-4-30 15,1-4 0-15,-1-5 32 0,3-3-5 0,3-1-119 16,0-4 56-16,7 0 20 0,-2 0 1 0,6 0-126 15,2-4 71-15,6-1 23 0,1 0-199 0,5-3 102 16,1 0 60-16,0 0-442 16,9 1 249-16,7 2 121 0</inkml:trace>
  <inkml:trace contextRef="#ctx0" brushRef="#br0" timeOffset="36075.11">17051 1708 213 0,'0'0'0'0,"0"0"0"0,2 0 0 0,0 0 0 0,-1 0 0 0,1-3 46 0,0 0-1 16,-2 0-22-16,2 0 51 0,0-1-12 0,-1 0-9 15,1 0-20-15,0 1 7 0,0-1-7 0,0 3 0 16,-2-2 8-16,2 1 21 0,-2 2-29 0,0 0-1 16,0 0 50-16,0 0-25 0,0 0 9 0,0 0 14 15,0 0-23-15,0-2-1 0,0 2-23 0,0 0 33 16,0 0 8-16,-4 0-41 15,-2 0-1-15,3 0 38 0,-4 0-38 0,1 0 1 16,-2 0 8-16,1 0 0 0,-1 0-9 0,-1 0 1 16,-1 0 0-16,1 2 23 0,0 0-15 0,-1 2-8 15,-3-3 18-15,5 2-18 0,-4-1 0 0,-1-1 37 16,4-1-29-16,-3 2-8 0,1-2 0 0,1 0 28 16,1 0-28-16,-2 0 0 0,-1 0 8 15,3 0-11-15,0 0 3 0,-3 0 0 0,1 0-36 16,0 0 35-16,1 0 9 0,-3 0-40 15,2 2 1-15,0 0 25 0,0 0 4 0,-3 0-33 16,5-2 6-16,-4 2 13 0,1 0 7 0,0-1-11 16,2-1 8-16,0 3-4 0,1-3 9 0,0 1 19 15,-3-1-24-15,3 0 0 0,-2 2-6 0,-1 1 8 16,3-2 4-16,-3 0-34 0,0 4-1 0,3-2 31 16,-2 1-2-16,-1-2-37 0,3 1 40 0,-5 3-10 15,3-2 4-15,2 0 11 0,-3-1-12 0,1 4-6 16,2-5 9-16,-5 4 17 15,3 0-21-15,-1 0 0 0,-2 1 16 0,1-1-8 16,0 2-7-16,-2-1-19 0,1 2 20 0,0-2 4 16,-2 4-3-16,0-2-7 0,0 0 6 0,0 2-1 15,0-2 1-15,0 3-35 0,-1 0 33 0,2-2 1 16,0 2-2-16,0-1-10 0,1 0 9 0,2 1-2 16,1-3-3-16,-1 2 6 0,3-2-2 0,0 3 41 15,-3-1-40-15,5 0-1 0,-3 2 1 16,0-1-27-16,1 1-3 0,2-2 30 0,-3 2-1 15,1 2-17-15,2-1 17 0,-3-2 1 16,2 4-2-16,-1-1-14 0,2 1 13 0,0 0-3 16,0-1-20-16,0-1 0 0,1 4 20 0,1-3-7 15,0 2 6-15,-2-1-6 0,3 2 5 0,1-2-7 16,-1 1 7-16,1 2 0 0,-1-2-1 0,0-1 14 16,2 0-13-16,1 1-1 0,-4-2 0 0,3-1 37 15,0-1-36-15,1 3 1 0,-1-3 36 0,0 2-30 16,2-2-4-16,-2 0 16 15,2-1-14-15,0 3 2 0,0-2-2 0,0 0 4 16,0 0-3-16,0-2 4 0,0 2-3 0,0 1-15 16,0-3 15-16,0 0 2 0,2 2-2 0,0-1-6 15,1-1 5-15,-1-2-2 0,2 2-2 0,0-1 5 16,0-1-1-16,0 1-5 0,-1-3 4 0,3 3 160 16,-3-1-171-16,3-2 0 15,0 3 0-15,2-2 0 0,-1 3 0 0,0-4 0 0,1 2 0 0,0-1 0 16,-1 2 0-16,2-2 0 15,-3-1 0-15,4 0 0 0,-3 0 0 0,0 1 0 16,3-1 0-16,-1 1 0 0,0-1 0 0,1-1 0 16,0 2 0-16,-1-1 0 0,3 0 0 0,-2 1 0 15,0 0 0-15,1-3 0 0,-1 3 0 0,0 1 0 16,1-5 0-16,-1 3 0 0,-1 0 0 0,3 0 0 16,-3-2 0-16,2 0 0 0,3 2 0 0,-3 1 0 15,3-6 0-15,-2 4 0 0,1 0 0 0,3 0 0 16,-4 0 0-16,4-3 0 0,-3 2 0 0,0 1 0 15,0-2 0-15,1 2 0 16,-1-3 0-16,-1 1 0 0,0 2 0 0,-1-1 0 16,0-3 0-16,3 3 0 0,-3-2 0 0,1 1 0 15,0-1 0-15,4 0 0 0,-2 0 0 0,2 0 0 16,-2-1 0-16,6-2 0 0,-4 1 0 0,3-1 0 16,-3 0 0-16,4 0 0 15,-1 0 0-15,-3 0 0 0,3 0 0 0,-2 0 0 0,-2 0 0 0,2 0 0 16,-4 0 0-16,2 0 0 0,0 0 0 15,0 0 0-15,-1 0 0 0,0 0 0 16,2 0 0-16,-2 0 0 0,4 0 0 0,-2 0 0 16,1 0 0-16,1 0 0 0,1 0 0 0,-1 0 0 15,2 0 0-15,-3 0 0 0,1 0 0 0,1 0 0 16,-2 0 0-16,2 0 0 0,0-1 0 0,-3-1 0 16,2-1 0-16,-2 1 0 0,3 1 0 0,-2-2 0 15,-2 1 0-15,1-1 0 0,2-1 0 0,1 1 0 16,-3-2 0-16,2 0 0 15,-2-1 0-15,1 0 0 0,0 2 0 0,0-3 0 16,-2 1 0-16,2 1 0 0,-3-1 0 0,4 1 0 16,-4 1 0-16,2-2 0 0,1 0 0 0,-2 4 0 15,2-3 0-15,0 0 0 0,-2 0 0 0,0 2 0 16,0 0 0-16,0-3 0 0,0 2 0 0,0-1 0 16,0-1 0-16,0 0 0 0,0-1 0 0,0 1 0 15,-2-3 0-15,2 2 0 0,-2 2 0 0,2-2 0 16,-2-1 0-16,1 1 0 15,-1 0 0-15,-3 1 0 0,2-2 0 0,-1 1 0 16,1 1 0-16,-5 0 0 0,3-2 0 0,-3 3 0 16,3-3 0-16,-3 3 0 0,-1 0 0 0,1-2 0 15,1 1 0-15,-1-2 0 0,-1 0 0 0,1 1 0 16,0-3 0-16,2 3 0 0,-2 0 0 0,-2-1 0 16,3-2 0-16,0 1 0 0,-1 0 0 0,-3 2 0 15,3-1 0-15,-1 0 0 0,0-1 0 0,-2 1 0 16,-1 1 0-16,1-3 0 15,1 3 0-15,-3-1 0 0,2 1 0 0,-1-2 0 16,0 1 0-16,-1-2 0 0,0 3 0 0,0-2 0 16,0 2 0-16,-1-3 0 0,1 2 0 0,0-1 0 15,0 1 0-15,-2 0 0 0,0-1 0 0,0 2 0 16,0-1 0-16,0-1 0 0,2-1 0 0,-2 3 0 16,0 0 0-16,0-3 0 0,0 0 0 0,0 3 0 15,0-2 0-15,0 1 0 0,0 0 0 0,0 0 0 16,0 1 0-16,-2-1 0 0,0 1 0 15,0-4 0-15,-1 4 0 0,1-3 0 16,-2 3 0-16,-1-3 0 0,4 2 0 0,-5-2 0 16,3 1 0-16,-3-1 0 0,1-1 0 0,-1 2 0 15,0-3 0-15,0 4 0 0,-1-6 0 0,2 2 0 16,-1-1 0-16,0 3 0 0,0 0 0 0,1 1 0 16,-1-2 0-16,1 2 0 0,-3 2 0 0,0 0 0 15,3-1 0-15,-2 2 0 16,-3 1 0-16,2-1 0 0,-1 3 0 0,2-4 0 15,-3 4 0-15,3 0 0 0,-3-2 0 0,3 1 0 16,-1 0 0-16,1 3 0 0,-1-3 0 0,3 1 0 16,-3-1 0-16,0 0 0 0,3 0 0 0,-2 1 0 15,1-3 0-15,-2 2 0 0,3-1 0 0,-3 1 0 16,1-2 0-16,1 0 0 0,-2 0 0 0,1 1 0 16,0 0 0-16,-2-3 0 0,2 1 0 15,0 2 0-15,0-2 0 0,-1-1 0 16,-2 2 0-16,3-1 0 0,-2 0 0 0,-1 1 0 15,3 1 0-15,-3-3 0 0,0 2 0 0,3 3 0 16,-2-2 0-16,0-2 0 0,-1 4 0 0,1-1 0 16,0-2 0-16,-1 3 0 0,1-1 0 0,-1 0 0 15,1-1 0-15,-1 0 0 0,1-1 0 0,0 3 0 16,-1-2 0-16,1-1 0 0,2 2 0 0,-3-1 0 16,0-1 0-16,3 0 0 0,-2 3 0 0,-1-3 0 15,3 0 0-15,-2 3 0 0,0-1 0 0,0-2 0 16,2 3 0-16,-2-1 0 15,1 0 0-15,0 0 0 0,-1 0 0 0,2 1 0 16,-1-1 0-16,1 1 0 0,-1-1 0 0,1 0 0 16,-1 1 0-16,0-1 0 0,1-1 0 0,-2 4 0 15,1-4 0-15,1 2 0 0,-1-1 0 0,3 3 0 16,-3-4 0-16,0 4 0 0,1-2 0 0,2-3 0 16,-1 6 0-16,0-5 0 0,0 4 0 15,1-3 0-15,1 2 0 0,-1 0 0 16,-1-1 0-16,0 1 0 0,0 0 0 0,1 0 0 15,-1 0 0-15,-1 0 0 0,-1 1 0 0,2-1 0 16,-1-1 0-16,0 2 0 0,-1 0 0 0,0-3 0 16,1 3 0-16,0 0 0 0,0-1 0 0,0-1 0 15,2 1 0-15,-1 0 0 0,1 1 0 0,-1-2 0 16,0 2 0-16,2-1 0 0,-1 0 0 0,1 0 0 16,-1 2 0-16,1-1 0 0,-1-2 0 0,0 2 0 15,1 1 0-15,1-2 0 16,-1 2 0-16,-1-2 0 0,1 2 0 0,-1-2 0 15,4 2 0-15,-3 0 0 0,2-2 0 0,-2 2 0 16,3 0 0-16,-1-1 0 0,0 1 0 0,0-2 0 16,1 2 0-16,-1 0 0 0,0-3 0 0,-1 3 0 15,1 0 0-15,-1 0-186 0,1 0 148 0,0 0 0 16,0 0 31-16,-1 0-90 0,1 0 43 0,0 0 15 16,0 0 0-16,1 0-31 0,-1 0 18 0,0 0-22 15,2 0 48-15,0 0-27 0,0 0 21 0,0 0-9 16,0 0 40-16,0 0-10 15,0 0-21-15,0 0 40 0,0 0 0 0,0 0-32 16,0 0-4-16,0 0-45 0,-2 0 8 0,0-2 44 16,2 1-4-16,0 0-257 0,0-4 126 0,0 4 52 15,0-2 41-15,0 2-425 0,2-1 228 0,7 2 113 16</inkml:trace>
  <inkml:trace contextRef="#ctx0" brushRef="#br0" timeOffset="72769.55">21006 1160 283 0,'0'-5'0'0,"-2"1"0"0,2 0 0 0,-2 3 0 0,1-1 0 0,-1-2 0 0,0 3 135 15,0-4-51-15,0 3-25 0,1 1 20 0,1-2-9 16,-2 3-37-16,2-2 0 0,-3 2 44 0,3-2-22 16,-2 2 8-16,0 0-3 0,0 0-27 0,-1 0 0 15,-1 0 0-15,1 0 33 0,-1 0-25 0,-2 0-9 16,0 0 1-16,1 0 38 0,-3 0-39 0,1 0 1 15,-3 0 8-15,-1 2 17 16,-2 3-26-16,0 0 1 0,-2 0 26 0,0 3-26 16,-2 2 8-16,-2-1 8 0,3 1-16 0,-4-1-1 15,1 2 1-15,1 0 21 0,-1 2-13 0,-4 2-9 16,3-1 1-16,-1 3 11 0,-2-2-12 0,2 4 1 16,-4-1 16-16,2 0-16 0,-1 6-1 0,2-4 42 15,-1 0-41-15,2 4-1 0,3-6 9 0,-3 5 26 16,3-1-34-16,2 1-1 0,-1 1 1 15,0 0-11-15,2 3 19 0,-2-1-9 16,2 1 1-16,0 1 7 0,0 0-7 0,0 0 0 16,2 1 8-16,-2 2-8 0,-1-3 0 0,2 2 10 15,0 0-10-15,1 1 8 0,3-2-9 0,-2 2-12 16,1-2 13-16,4-1 0 0,-2 1 0 0,6-5 8 16,-1 5-9-16,2-3 1 0,2-2 0 0,0 1-21 15,0-3 20-15,0 0 6 0,2 5-18 0,3-2 11 16,4 0 0-16,-4 0-2 0,2 0-4 0,1-3 11 15,2 6-6-15,-1-3-4 16,0-2 3-16,2 2 1 0,1 0-1 0,-1-5-9 16,6 7 9-16,-2-4-1 0,2-4 1 0,1 4-12 15,5-3 11-15,-2 1 160 0,4 0-188 0,-2-2 0 16,2 2 0-16,1-3 0 0,2 2 0 0,3-4 0 16,-3 3 0-16,2 0 0 0,0-2 0 0,0 2 0 15,0-1 0-15,2-1 0 0,-2 3 0 0,2-3 0 16,0 1 0-16,0-2 0 0,1 2 0 0,1-5 0 15,2 0 0-15,1-1 0 16,0 0 0-16,5-3 0 0,-2 1 0 0,-2-4 0 16,8 2 0-16,-3-5 0 0,1 2 0 0,-1-1 0 15,-1-2 0-15,-5-2 0 0,8 2 0 0,-3-2 0 16,-1 0 0-16,0 0 0 0,1 0 0 0,-5 0 0 16,11-2 0-16,-2-2-172 0,-2-3 136 0,2-1-22 15,-3 3 22-15,-8-3-8 0,4 1 22 0,-6-1-20 16,1 1 16-16,-2 0 6 0,-2-3-13 0,0-1 30 15,-3 0-1-15,1 0-18 16,-3-3-5-16,0 1 13 0,-2-2-8 0,-4 2-5 16,5-5 14-16,-4 2-8 0,3-1 4 0,-1 0 19 15,-1-2 2-15,0 2-27 0,4-2 8 0,-5 1 21 16,3-2-22-16,-4 4 0 0,-1-3 0 0,-1 2 0 16,1-3 2-16,0 1-2 0,-4-1 7 0,0 4 2 15,1-3-6-15,0-3 0 0,0 1 4 0,0 2-21 16,-2-2 18-16,2 4-1 0,-2-1-16 0,1-1 15 15,-1 1-3-15,-3-1 24 16,2-1 1-16,-1 4-22 0,-3-1-2 0,2-1 3 16,-3-2 1-16,0 4-1 0,-1-2 2 0,2 0 5 15,-4 1-8-15,1-2 2 0,0 0 7 0,-1 3-6 16,2-4 3-16,-3 4 0 0,2-2-4 0,-2-2 2 16,-1 1-1-16,0-1-22 0,0-1-1 0,-2 3 22 15,0-3-4-15,0 1-29 0,0-1 30 0,-6 0 2 16,-2 2-4-16,1 0-38 0,0 0 11 0,1 1 5 15,-4 0 47-15,3 1-1 0,0 1-30 0,1 2 51 16,-1-4-26-16,-1 4 4 16,0-4-21-16,1 2 61 0,0-2-26 0,-2 3 1 15,2-1-22-15,-2-1 31 0,2 0 8 0,-5 1-39 16,3 0 15-16,-2 0-10 0,1 0 11 0,-1 1-10 16,-1 0 8-16,1 0-7 0,0 0 2 0,-1 2 21 15,1-1-20-15,1-1-2 0,-2 3 1 0,3-2 24 16,-2 2-24-16,-1-1 0 0,3 3 2 15,-2-3 14-15,-1 2-14 0,1-4-1 16,-1 5 5-16,-1-1-17 0,2-3 19 0,-2 3-2 16,0 0-43-16,-1-1 39 0,2 3-1 0,-1-2-22 15,-1 2 0-15,1-1 16 0,0 0 4 0,0 1-35 16,-1 2 32-16,0-3 0 0,1 2-5 0,-1 0-34 16,2 0 36-16,-2 1-4 0,-1 0 3 0,2 1-1 15,0-2-1-15,-1 2-1 0,1 1 5 0,2-2-5 16,-2 2 1-16,0-1-3 0,4 1 3 0,-3 1 0 15,1 1 0-15,-1-3-3 16,1 2 3-16,0 0 1 0,0 0-1 0,-2 1 5 16,2-1-5-16,-1 2 0 0,-1-2 1 0,1 3-29 15,0-4 27-15,-4 3 0 0,3-1 1 0,1-1-2 16,-2 3 1-16,1-4 12 0,-1 3-12 0,4-1-1 16,-3 1 1-16,-1-2 14 0,1 2-13 0,0-1-2 15,0 1 2-15,-1 0 12 0,0 1-12 0,-2-1 2 16,0 0-2-16,-2 2-31 0,0-3 31 15,1 3 2-15,-1 0-26 0,0 0 22 16,1 0 2-16,1 0-7 0,-2 0 5 0,4 0-3 16,-2 0 2-16,2 0 20 0,0 0-20 0,-1 0-3 15,3 0 3-15,-2 0 26 0,0 0-25 0,-4 0 2 16,4 0-2-16,-4 0 40 0,2 0-37 16,-1 0 5-16,-1 0-2 0,2 3 0 0,0-3-1 0,0 2 3 15,2-2-13-15,0 2 11 0,0-1-1 16,1-1-33-16,2 2 32 0,1-2-1 15,-2 2 1-15,1 0-3 0,-1-2 2 0,1 1-2 16,-3 1 1-16,1 0 3 0,2 0-3 0,-2 0-1 16,0 0 3-16,1-2-2 0,1 1 0 0,2-1-7 15,-1 2 7-15,1-2 2 0,0 2-2 0,2-2 7 16,-2 3-7-16,2-3 1 0,2 1-1 0,-3 1 7 16,2-2-7-16,0 2 1 0,1 1-1 0,1-2 7 15,-3 0-6-15,2 2 1 0,-2-1 0 0,0-1 0 16,1 1-1-16,-1 2 4 0,2-2-3 15,0 0-1-15,1 0 1 0,1-1 3 16,-1-1-3-16,2 2 0 0,1-2 0 0,-1 2 32 16,0-2-30-16,0 0-1 0,2 0 1 0,0 0 12 15,-2 0-11-15,2 0 0 0,0 0-11 0,0 0 11 16,0 0 2-16,0 0-40 0,0 0-2 0,0 0 38 16,0 0-1-16,0 0-45 0,0 0 17 0,0 0 1 15,0 0 13-15,0 0-164 0,0 0 71 0,0 0 44 16,0-2 1-16,8-1-423 15,6-3 226-15,7 2 113 0</inkml:trace>
  <inkml:trace contextRef="#ctx0" brushRef="#br0" timeOffset="76182.32">21339 2059 310 0,'0'0'0'0,"0"0"0"0,0 0 0 0,0 0 0 0,0 0 0 0,2 0 0 0,-2 0 2 0,0 0 38 0,0 0-7 15,0 0-1-15,0 0 52 0,0 0-26 0,0 0 1 16,0 0 45-16,0 0-40 0,0 0 0 0,0 0-9 16,0 0 0-16,0 0-23 0,0 0 9 0,0 0 55 15,0 0-32-15,0 0 1 0,0 0-33 0,0 0 40 16,0 0-9-16,0 0-30 0,0 0 0 0,0 0 34 16,0 0-34-16,0 0 8 0,0 0-39 0,0 0 31 15,0 0 0-15,0 0-56 16,0 0 28-16,0 3 8 0,0 0 20 0,0 1 9 15,0 2-10-15,0 0-17 0,0-3 14 0,0 3-21 16,0-2-16-16,0 0 31 0,0 0 0 0,0-3-29 16,0 1 1-16,0 0 23 0,0 0-23 0,1-2-1 15,-1 0 22-15,0 0-7 0,0 0 6 0,2 0 3 16,-2 0-5-16,0 0 33 0,2 0-37 0,-2 0 4 16,2 0 1-16,-2 0 40 15,2-2-37-15,-2 0-1 0,0 0 5 0,0-1 15 16,1 1-13-16,-1 0 0 0,0 0 25 0,0 0 0 15,0 0-22-15,0 0 21 0,0 2-22 0,0 0 6 16,0 0-6-16,0 0-21 0,0 0 21 0,0 0 0 16,0 0 1-16,0 0-47 0,0 0 19 0,0 0 0 15,0 0 22-15,0 0-47 0,0 2 17 0,-1-2 4 16,1 2-21-16,0-2 0 0,0 0 26 0,0 2-32 16,0-2 34-16,0 0 3 0,0 0-7 0,5 0 32 15,2 0-2-15,-2-2-24 0,0-2 0 0,1 0-4 16,-4 1 6-16,1 0-1 15,-1 2 2-15,0-1 4 0,-2 0-4 0,0 0-1 16,0 2 30-16,0 0-1 0,0 0-23 0,-2 0-33 16,-5 0 31-16,0 0 1 0,1 0 0 0,1 2-15 15,-2 2 12-15,2 0 0 0,1-1 0 0,2 1-2 16,1-2 3-16,1 0 0 0,0 0-2 0,-2 0-22 16,2-2 19-16,0 0 3 0,0 0-17 0,0 0 5 15,0 0 6-15,0 0-23 16,0 0 26-16,0 0-1 0,0 0 0 0,0 0 3 15,0 0-5-15,0 0 1 0,0 0-3 0,2 0 1 16,-1-2 1-16,1 0 0 0,0 0-1 0,-2 0 5 16,2 2-4-16,-2 0 0 0,0-1 60 0,0 1-28 15,0 0 4-15,0 0-31 0,0 0 40 0,0 0-1 16,0 0-28-16,0 0-42 16,0 0 2-16,0 0 35 0,0 0 8 0,0 0-97 0,0 0 42 0,0 0 20 15,0 0-3-15,2 1-19 0,-2 1 29 0,0 0 10 16,0-2-84-16,0 2 37 15,0-2 6-15,0 0-87 0,0 0 41 0,0 0 24 16,0 0 1-16,1 0-123 0,1 0 76 0,5 0 38 16,0 0-9-16,0 0-296 0,1 4 171 0</inkml:trace>
  <inkml:trace contextRef="#ctx0" brushRef="#br0" timeOffset="79894.85">20501 515 401 0,'-2'-3'0'0,"2"0"0"0,0 0 0 0,0 3 0 0,0 0 0 0,0-3 0 0,0 3 68 0,0 0-35 0,0 0 0 0,0 0 56 0,0 0-32 16,0 0 0-16,0 3 7 15,2 3 0-15,2 2-31 0,0 3 8 0,-1 4 50 16,3 1-29-16,-3 3 0 0,1 2-29 0,2 6 38 15,-4-5 9-15,2 11-48 0,-1-4 1 0,1-1 33 16,0 3-33-16,-1-6 0 0,-1 0-28 0,0 2-7 16,1-5 34-16,-1 1-30 0,-1-5-1 0,-1 1 32 15,0-4 8-15,0 1-88 0,0-4 36 16,0-2 8-16,0-2-1 0,0-5-116 16,0 1 67-16,0-2 16 0,0-2 22 0,0 0-109 15,0 0 57-15,-1-2 17 0,-1-5-110 0,-1-9 63 16,3 0 36-16,0-4-50 0,0-3 39 0,0-2 0 15,0 4 31-15,5-8-96 0,0 0 52 0,1 1 26 16,-1 2 0-16,-1 0-20 0,-1 1 17 0,4-4 62 16,-6 6 0-16,1-4 0 0,0 7 0 0,-2-1 0 15,0 0 12-15,0 1-11 0,0 6-34 0,0 0 209 16,-4 1-112-16,3 3-28 16,-4 2-31-16,1 0 123 0,3 2-63 0,-1 3-3 15,2 2-27-15,-2-2 194 0,2 1-90 0,0 2-57 16,0 0-25-16,4 0 47 0,7 0-36 0,2 0 0 15,5 0 48-15,0 0-45 0,1 2-1 0,1 4 6 16,6 1-22-16,-6-1 1 0,2 2-15 0,0 1 7 16,-1 0-15-16,-2-1 1 0,-1 1 0 0,0 2-15 15,-4 2 23-15,0 0-8 0,-1-1 0 0,-1 4-31 16,-1-1 1-16,-4-1 30 0,0 4-35 16,0-2 14-16,-6 1-17 0,1 1 3 15,-2 2-5-15,0-1 34 0,-2 3-16 0,-8-1-4 16,-4 0 8-16,-4 0 2 0,-2 0-4 0,-2 0 11 15,-7 1-11-15,1-1 3 0,-2-1-2 0,-4 1-31 16,2-1-1-16,-1-4 35 0,3 0-53 0,1-3 23 16,3-4-4-16,5-4-6 0,1 1-5 0,3-2 34 15,0-2-11-15,7-2 39 0,-1 0-36 0,2 0 3 16,4 0-7-16,-2 0 24 0,4-2-21 16,1 1 3-16,0-5 1 0,2 3 28 15,0-1 6-15,0 1-30 0,0-1-51 0,0-2 24 16,0 3 5-16,0-3-253 0,2 3 126 0,3-3 62 15,4 2 26-15,0 2-512 0</inkml:trace>
  <inkml:trace contextRef="#ctx0" brushRef="#br0" timeOffset="88801.89">21252 1741 336 0,'0'0'0'0,"0"0"0"0,0 0 0 0,0 0 0 0,0 0 0 0,0 0 0 0,0 0 0 0,0 0 32 16,-2-3 1-16,2 2-1 0,-1-1 15 0,-1 0-14 15,2 0 0-15,-2 2-2 0,2-1 2 16,0 1-1-16,-2-3 9 0,2 3-18 16,-2-1 10-16,0 1-1 0,1-2 1 0,-1 2-10 15,-3 0 15-15,0 0-6 0,-1 0-1 0,-1 0-24 16,-3 0-1-16,-1 0 24 0,2 0-19 0,-7 0 17 16,5 2-4-16,-1 2-12 0,-2 1 12 0,3 2 2 15,-3 2 4-15,4-2-13 0,-3 0 6 0,1 1 1 16,-1 1-3-16,1-1 5 0,0 1 3 0,-1 0-5 15,-3 1 0-15,2 2 20 0,-4-1-19 0,1-1 0 16,3 3 30-16,1 0-29 16,-1 1 0-16,3-1 0 0,1 2 13 0,3-1-12 15,0 2 9-15,3 1-40 0,0 0 31 0,1-1 0 16,1 2 1-16,-1-2-26 0,3 2 30 0,-2-1-6 16,2-1-3-16,0 2-14 0,0-2 13 0,0 1 1 15,0 0-10-15,0 0 9 0,0-2-4 0,0 2-2 16,0-3 4-16,2 2 1 0,3 1 5 0,2-2 17 15,2 0-21-15,0-2 0 0,1 2-1 16,1 0 28-16,3-2-20 0,-3 1-6 0,1-2 1 16,2-1 6-16,-3 3-4 0,0-3-2 15,1 0-24-15,-1 1 24 0,-1-3 2 0,-1 1-39 16,2-2-1-16,-2 0 36 0,3 0 3 0,1-1-24 16,0-1 16-16,2-3 1 0,0 3-7 0,2-3-2 15,2 0 8-15,-3 0-1 0,2-3-6 0,-2 1-2 16,1-1 3-16,1 2 5 0,-4-2-27 0,2 2 1 15,-4-2 22-15,3 2-29 0,-1-2-1 16,-2 2 28-16,2-2 0 0,-1 0-38 16,2 0 1-16,-2 0 26 0,1 0 5 0,0 0-23 15,2 0 20-15,-2 0-5 0,4 0 4 0,-4 0-5 16,2 0 4-16,0-2-4 0,2 0 17 0,-2-2-14 16,3 0 1-16,-3-2 14 0,0 3-14 0,-1-3 2 15,-2 2-1-15,0 0 16 0,-1-1-15 0,-1 2 2 16,0-2-2-16,-4 0-4 0,3-1 4 0,-3 1 1 15,2-1 0-15,-2 0-8 0,0 0 7 16,0-1 1-16,2-1-4 0,0 1 3 16,0-3 0-16,-2 3-14 0,2-3 14 0,-1 2-2 15,2-2 1-15,-3-1-3 0,0 1 3 0,0 1-2 16,-2-2 2-16,0 3 1 0,-1-2-1 0,0-1-1 16,-1 3 0-16,-1-4 2 0,3 2-1 0,-3 3-1 15,-1-2-1-15,3-1 2 0,-2 3-1 0,0-3-8 16,0 2 8-16,-2 1 0 0,0 0 1 0,0-1 2 15,0 1-3-15,0-2-1 16,0 1 1-16,0 1-38 0,0-1 37 0,-6 0-1 16,2 1 0-16,-2-1-33 0,1 0 31 0,-1 1-2 15,-1 0-4-15,1-1 4 0,1 1 1 0,-2-1 1 16,2-2-2-16,0 3-4 0,-1 0 4 0,-1-1 13 16,0-1-13-16,2 2 0 0,-4-1 0 0,3 0 19 15,-2-2-18-15,1 5 3 0,-2-4-2 16,1 4 13-16,0-4-12 0,1 4 1 0,-2-2 12 0,2 1-12 15,-2 1 0-15,2-1 8 16,0 2-8-16,0-2 1 0,-2 4-1 0,2-3 13 16,2-1-12-16,-3 2 2 0,0 1-2 0,3-1 16 15,-3-1-15-15,1 0 2 0,0 2-2 0,-3-1 16 16,2-2-13-16,-1 3-1 0,-1-2-3 0,3 3 4 16,-2-3-1-16,2-1-2 0,-2 2 3 0,2 1-1 15,2 0 0-15,-1-2-2 16,1 2 2-16,-4-1 0 0,6 1 0 0,-3-1 14 0,3 0-14 0,-3 0 0 15,1 0 0-15,0 1 42 0,0-2-40 0,-1 4 1 16,1-3 15-16,1 1-13 16,-1 1-2-16,-2-1-14 0,2 2 17 0,-1-2 0 15,1 0-2-15,-2 0-11 0,0 3 11 0,2-2 1 16,-1-1 0-16,-1 3-28 0,0-1 24 0,0-1 2 16,2 0-7-16,-1 2-3 0,1-2 5 0,1 0 2 15,1 1 36-15,-4-1-35 0,4 2 0 0,-3-2-2 16,3 0 3-16,-3 0 0 0,2 0 2 0,-2 0-9 15,1 2 9-15,-1-1-2 0,2 1 4 0,-1-2-34 16,0 2 30-16,1 0 0 16,-3 0-1-16,2 0-26 0,0 0-3 0,-1 0 27 15,1 0-17-15,-2 0 15 0,2 0-5 0,-1 0-14 16,1 0 15-16,1 0 2 0,-1 0-3 0,0 0 8 16,1 0-8-16,3 0 2 0,-3 0-3 0,2 0 28 15,-1 0-24-15,1 0 0 0,-2 0 2 0,2 0 18 16,-1 0-18-16,1 0-1 0,-1 0 0 0,1 0 1 15,2 0 1-15,0 0-75 0,-2 0 34 16,2 0 1-16,-1 0 33 0,-1 0-422 16,-2 9 193-16,0 4 102 0</inkml:trace>
  <inkml:trace contextRef="#ctx0" brushRef="#br0" timeOffset="107746.04">6251 13264 380 0,'-3'0'0'0,"1"0"0"0,2 0 0 0,-1 0 0 0,1 0 0 0,0 0 0 0,-3 0 187 0,1 0-78 15,2-2-38-15,0 0 13 0,0 0-26 0,0 2 9 16,0-1-34-16,0 1 22 0,0-3 0 0,2 1-23 15,2 2 1-15,0-1-7 16,1 0 7-16,3-2-1 0,-1 1 1 0,1 0 31 16,-1 0-1-16,2-2-22 0,1 1 16 0,-1-2 0 15,0 0-24-15,1 4 8 0,0-3-8 0,-2 3 8 16,3-2-8-16,-2 2-5 0,0-1 4 0,0 2 1 16,5 0 0-16,-4 0-7 0,4 0 7 0,-3 0-32 15,2 0 32-15,3 0-1 0,-2 2 1 16,5-2 41-16,0 1-43 0,1-1 1 15,8 0-5-15,-5 0 22 0,6 0-19 0,1 0 9 16,0 0 19-16,2-1-1 0,0-1-25 16,1-1 1-16,3 2 9 0,1-1-1 0,1-1-8 15,5 3 0-15,-4 0 1 0,3-1-1 0,1 1 0 16,-2-2 8-16,12 0 21 0,-2-3 0 0,1-3-29 16,4-1 21-16,-1-5 1 0,4 3-14 0,6-2 21 15,-5 3 0-15,2 3-30 0,-9 1-20 16,9 3 8-16,9-1 13 0,-11 2 0 0,2 0-1 0,0 1 1 15,4-2 0-15,-3-2 8 0,13 1-8 16,-8-3-12-16,4-2 12 0,2-1-26 16,-4 0-1-16,-8 1 30 0,13-2-6 0,-10 1-28 15,-3 2-1-15,-2 2 21 0,-7-1 5 0,2 0 5 16,-1 3-5-16,-2-1-13 0,-1 0-44 0,-1 2 16 0,-6 0 0 16,-6 1 18-16,8-2-11 0,-11-2-5 15,2 1 24-15,-3-1-4 0,-1-1-38 0,-2-1 41 16,-3 1-2-16,-4-1-55 0,-1 0 25 0,-3 1 0 15,-2-1-8-15,-6 5-3 0,1-3 34 0,-5 4-9 16,-2-2-44-16,-3 3 19 0,-1-1-1 16,0 2 10-16,-2 0 14 0,0 0-10 15,0 0 6-15,0 0 27 0,0 0-1 0,0 0-32 16,0 0 4-16,0 0 0 0,0 0-92 0,0 0 46 16,0 0-137-16,-2 0 78 0,-3 0 51 0,-1 2 18 15,1 3-491-15,-1-1 254 0,3 0 128 0,-4-1 56 16</inkml:trace>
  <inkml:trace contextRef="#ctx0" brushRef="#br0" timeOffset="108045.93">9450 12556 1206 0,'-2'0'0'0,"-3"0"0"15,5 0 0-15,0 0 0 0,0 0 73 0,2 0 1 0,7 0-33 0,2 0-8 0,4 6-1 0,1-1 315 16,9 3-157-16,0-1 168 16,5 1-154-16,0 2-90 0,4-1-40 0,-3 0 17 15,1 2-29-15,-3 3 0 0,-7-2-7 16,7 5-22-16,-9 1 0 0,-1 2 0 0,-5-2-1 0,-1 2 6 16,-5 1 3-16,-4 4 25 0,-4-1-33 0,0 3 0 15,-5 0 0-15,-13 1-35 0,-4-2 8 0,-10 3 26 16,1-2 1-16,-6 0 0 0,-4-1-332 15,-4-4 157-15,-6 3-603 16,-7 1 360-16,0-4 176 0,-4 5-1043 0,-4-5 1165 0,-3 1 27 16</inkml:trace>
  <inkml:trace contextRef="#ctx0" brushRef="#br0" timeOffset="108696.95">7750 11331 384 0,'-6'-5'28'0,"3"3"0"16,0 0 223-16,3 0-190 0,-1 0-28 0,1 2 0 0,-2 0 231 15,2-1-203-15,0 1-28 0,0 0 40 16,0 0-41-16,0 3 1 0,0 15 0 0,0 6 8 16,0 4 55-16,0 5-32 15,2 11 0-15,2 1 52 0,-1 4-42 0,3 5-12 0,-1 13-9 16,-1 1-20-16,0 8 74 0,1 17-37 15,-1-2-1-15,1-5-28 0,0 30 22 0,1 14 16 0,1 1-23 16,2 5 0-16,-1-3 8 0,-2-17-23 16,5 22-8-16,-6-37-14 0,3 5 14 0,1-4-1 15,0-5 36-15,-5-4 13 0,4 18-7 0,0-10-41 16,-3-3-24-16,1-19 24 0,-1 2-1 16,2-16-60-16,-1 10 27 0,0-11-1 0,2-6 1 15,0-8-3-15,-1 4 36 0,-1-13-1 0,-1 1-125 16,-1-8 52-16,0-1-265 0,-1-9 308 0,0-1 1 0,0-6-19 15,-3-4-160-15,0-5 74 16,0 0 41-16,0-5 9 0,0 0-447 16,-6-3 451-16,-2 0 16 0,0-6-560 15,-3-16 488-15,1-6 37 0,2-12-1 0,3-6-128 0,1-15 87 0,1-5 38 16</inkml:trace>
  <inkml:trace contextRef="#ctx0" brushRef="#br0" timeOffset="108962.01">7729 11292 612 0,'-3'-13'0'0,"-1"5"0"0,2 6 0 0,0 1 0 0,1-1 0 0,-2 2 187 0,-1 0-77 16,-3 0-39-16,0 7 0 0,-4 16 0 0,-5 7 8 16,-1 11-46-16,-1 6-1 0,0 4-67 0,3 3 34 0,1-1 0 15,6-15 42-15,4-10-89 0,3-5 41 16,1-9-1-16,0 0-261 0,3-14 147 0,10 0 27 0</inkml:trace>
  <inkml:trace contextRef="#ctx0" brushRef="#br0" timeOffset="109124.61">7698 11386 1177 0,'3'6'0'0,"3"1"0"0,5 3 0 0,2-5 0 0,6 3 0 0,-1-1 0 0,4 1 0 0,4 3 0 0,-1 2 156 0,-2 2-61 0,-2 1-23 0,7 2-110 16,-5-2 35-16,-1 2 1 0,1 5 34 0,-2-4-168 15,-1 6 92-15,-3 2 34 16,-1 1-427-16</inkml:trace>
  <inkml:trace contextRef="#ctx0" brushRef="#br0" timeOffset="110128.93">7741 12255 229 0,'-3'-8'0'0,"2"1"0"0,-1 2 0 0,-2-1 0 0,1-1 97 0,-1-1-32 0,0 1-1 0,1 1 39 0,-4 1-35 15,4-1 7-15,-3 0-42 0,3 2 69 0,-2 1-34 0,-1-1-1 16,1 0 0-16,-1 0-35 0,1 3 1 0,-2-1 0 0,1-3 20 16,0 4-20-16,-1-1 8 15,1 1-8-15,-1-2 0 0,1 1-1 0,-2 2 1 0,-1 0-30 31,2 0 9-31,-2 0 20 0,-1 0 1 0,1 0-31 0,-2 0-1 16,1 0 26-16,1 2-14 0,-4 4-6 0,1-2 19 0,2 1-9 0,-3 1-26 16,0 0 26-16,2 1 2 0,-4 0 0 0,2 0 4 15,-2 2-5-15,2 0 0 0,-1 1-1 16,2 1 6-16,-1-1-6 0,-1 2 2 0,1 1-16 16,0 1 15-16,0 1 0 0,-1-1 5 0,1 3 19 15,1-1-23-15,-2-2 0 0,1 3 14 16,0-2-14-16,0 2 4 0,-1-2-4 0,1 0 9 15,2 1-8-15,0 0 1 0,2-1-1 0,-1 1-19 16,0-4-6-16,3 1 25 0,0 1-43 16,1-1 18-16,-2 0 1 0,3 0 21 0,-3 2-42 15,3-1 34-15,-2 3 2 0,0-2-7 0,0 1 13 16,2-2-13-16,0 4 4 16,-1-1 16-16,1 0-16 0,-1 0-3 0,1 0 2 0,1 0 35 15,1 1-33-15,-3 2 4 0,3-2-4 16,-2 1 43-16,4 2-40 0,-3-1 8 0,3-1-6 0,-2 2-4 15,1 0 4-15,0-1 1 0,2 3-5 0,-1-2 7 16,1 2-3-16,0-1 5 0,0 1-5 0,0 0 2 16,0-3-2-16,0 6 9 0,0-1-8 15,0-2-1-15,1 4 25 0,1-4-25 16,3 3 1-16,0-4 5 0,1 2-3 0,-1 3 0 0,2-1 0 16,1-2 28-16,-1 1-27 0,4-1 5 0,-1 4-5 0,1-4 3 15,3 3-3-15,0-3 2 0,0-3-2 16,4 5 1-1,3-3 0-15,2 1 1 0,0-3 36 0,0 1-36 16,2-1 5-16,1-2-4 0,1-2-26 0,-1 0 25 0,2-4 0 16,2 1-36-16,4-3 40 0,2 2-6 0,5-5 0 0,-2 2-25 15,5-4 0-15,1-2 21 0,-6-1 7 0,15-3-239 16,-1 0 110-16,0 0 46 0,0 0-351 16,-2-3 180-16,1-7 92 0,1-3 58 0,-2-5-355 15,-1 0 203-15,-4-5 101 0,0-1-277 16,-11 0 181-16</inkml:trace>
  <inkml:trace contextRef="#ctx0" brushRef="#br0" timeOffset="111087.46">7593 12177 382 0,'-5'0'0'0,"4"0"0"0,-2 0 0 0,3 0 0 0,-1 0 0 0,1 0 0 0,0 0 100 15,0 0-34-15,0 0 1 0,0 0 2 0,0 0 9 16,0 0-45-16,4 0 0 0,5 0 46 0,-1-2-23 0,2-2 0 16,-1 0 19-16,4 1-8 0,-3-4-34 0,2 4 31 0,1-1-31 15,1 1 0-15,-1-1 8 0,1 0 20 16,3 0 1-16,1 2-30 0,0-2 1 0,1 3 36 16,1-1-28-16,1 0-9 0,1 2 1 0,-3 0 35 15,2 0 0-15,2 0-36 0,-2 0 52 16,-3 0-30-16,3 0-1 0,2 2-20 0,-5 1 32 15,5 3-33-15,0 0 9 0,-3 1 10 16,1 1-18-16,3 1 0 0,-5-1 0 0,1 1 5 16,3 0 3-16,2 3-9 0,-3-3 33 0,-3-2-32 15,5 6 0-15,-5-5-1 0,2 1-10 0,-2 3 11 16,1-1 0-16,-1 1-32 0,-3-2 31 16,2 2 1-16,1-1 8 0,-5 2-18 0,2 3 7 15,-2-3-16-15,-1 0 15 0,1 2 1 0,-1 2 1 16,-2-3-2-16,0 4 21 0,0-1-22 15,-1 1-1-15,-1-1 0 0,0 2 33 0,3 0-31 16,-6-1 4-16,1 0-3 0,1 4 2 16,0-3-1-16,-2 2 11 0,-1-1-38 0,0-2 28 15,0 4-1-15,1-3 1 0,0 0-38 0,-4 3 11 0,2-1 1 16,-1-1-23-16,-1 1 0 16,0 0 33-16,2 2 10 0,-2-4-37 0,0 4 0 15,-2-3 19-15,1 2-4 0,-1-1 6 0,0 3 6 0,0-2-9 16,0-1 11-16,0 0-9 0,0-2 2 15,0 1-10-15,0 1 12 0,0-1-1 0,0 3-1 0,0-3-33 16,-1 3 32-16,-3-3 0 0,0 3 3 0,-1-1-43 16,1-1 1-16,0 5 32 15,-4-5-44-15,3 2 19 0,-3 0 1 0,-1 2 15 0,1 0-5 16,-1 0 5-16,-2 0 2 0,-3-2-11 16,0 4 9-16,-2-1-6 0,-1 0 6 0,-3 0-20 15,-1 2 18-15,-3-2-1 0,0 3-1 0,-1-3-45 16,-1-1 23-16,1-3-1 0,3-3-76 15,-2-2 44-15,5-8 19 0,-2 1-6 0,0-2-112 16,2-7 61-16,-1-1 35 0,1 0-88 16,0 0 53-16,-1 0 40 0,1 0-1 0,2-1-233 0,-4-4 131 15,2 2 68-15,3 1 23 0,1-1-339 0,5 3 191 16,-3-1 94-16</inkml:trace>
  <inkml:trace contextRef="#ctx0" brushRef="#br0" timeOffset="111605.89">7687 12107 539 0,'0'-11'0'0,"0"2"0"0,0 5 0 0,0 0 0 0,0 2 0 0,0 0 78 0,0 2-22 0,-2 0 0 0,2 0 100 16,-3 0-62-16,0 12-22 0,-1 8-8 0,-4 8 69 16,-3 10-50-16,0 3-25 0,-4 7 10 15,-4 9-27-15,-4 11-8 0,1-1 0 16,-4 5-5-16,-1 3 5 0,-6 14 0 15,3-18-21-15,-4 19 20 0,4-9 1 0,5-10 0 0,0 3-35 16,-1-11 0-16,10-13 43 0,-2 1-123 16,8-14 44-16,-1-1 30 15,4-7-393-15,3-7 402 0,-1-3-5 0,3-7 4 16,2-6-258-16,0 1 117 0,0-7 48 0,0 0 31 0,4-2-182 16,11-21 109-16,4-7 52 0,0-8-62 15</inkml:trace>
  <inkml:trace contextRef="#ctx0" brushRef="#br0" timeOffset="111861.2">8043 12211 763 0,'7'-6'0'0,"0"4"0"0,-1 2 0 0,-3 0 0 0,-3 2 0 0,0 11 285 16,-8 9-126-16,-4 10-63 0,0 2-23 0,-8 15 150 15,-4 11-94-15,0 0-49 0,-2 8 136 31,-4 3-177-31,0 8 2 0,-8 15-8 0,0-1-31 0,-1 9 1 0,0 3 30 16,0-2-121-16,8-14 69 0,-7 14 21 0,16-34 1 0,-2 1-127 16,8-21 79-16,4-7 38 0,1-4 9 0,3-8-212 15,2-9 107-15,2-4 32 0,1-5-366 16,3-7 369-16,0-3 27 0,0-2 9 0,0 0-106 16,0-4 53-16,9-16 26 0,6-3-163 15,3-9 86-15,5-7 56 0</inkml:trace>
  <inkml:trace contextRef="#ctx0" brushRef="#br0" timeOffset="112109.59">8282 12383 779 0,'3'-17'0'0,"1"6"0"0,-2 4 0 0,0 1 0 0,-2 4 0 0,0 0 0 0,0 2 270 15,0 2-123-15,0 20-57 0,-2 7-29 0,-7 12 195 16,-5 7-112-1,-1 9-47-15,-7 15 27 0,0-1-46 0,-5 2-23 0,-5 15 1 16,2-1 1-16,-2-6 9 0,-6 22-34 0,3-12 1 0,3 0-62 16,1-5 31-16,5-16 8 0,3-1-160 15,5-16 91-15,4-2 46 0,4-17 23 0,6-8-284 16,0-4 117-16,4-9 43 0,0-4 51 0,0-6-161 16,2-3 96-16,11-3 47 15,4-17-224-15,2-10 140 0,1-4 66 0</inkml:trace>
  <inkml:trace contextRef="#ctx0" brushRef="#br0" timeOffset="112333.23">8445 12740 954 0,'2'0'0'0,"0"2"0"0,-2 4 0 0,0-1 0 0,0 7 0 0,0 2 162 0,-10 7-65 16,1 6-32-16,-5 8 130 0,-2 12-86 15,-1 2-38-15,-3 15 0 0,-1-4 172 0,-2 6-105 16,0 4-45-16,1 1 11 0,-6 1-36 0,2-3 0 16,1 1-35-16,2-9-171 0,7-14 93 0,2-10 35 15,1-2 21-15,8-10-419 0,1-3 221 0,4-6 64 16,0-6-272-16</inkml:trace>
  <inkml:trace contextRef="#ctx0" brushRef="#br0" timeOffset="114571.37">11296 13155 448 0,'-3'0'0'0,"-4"0"0"0,4 0 0 0,1 0 0 0,-2 0 33 0,2 0 71 0,1 0-27 0,1 0-8 0,-2 0 2 16,2 0 0-16,0 0-39 0,0 0 1 15,0 0 49-15,0 0-29 0,0 0 1 0,0 0-21 0,0 0-40 16,0 0 40-16,0 0 8 0,2 0 38 16,5 2-23-16,1 0 1 0,-1 0-25 0,2-2 54 0,1 1-19 15,-2-1-8-15,-1 0-26 0,-1 0 24 16,-1 0 1-16,0 0 24 0,0 0-16 0,-1 0-8 16,1 0-26-16,-1 0 1 0,-2 0 20 0,1 0-20 0,1 0 7 15,1 0-7-15,2 0-34 16,0 0 34-16,0 0-26 15,1 0 25-15,0 0 9 0,-1 0-8 0,2 0 0 0,0 0-40 16,1 0 37-16,-2 0-9 0,1 0 11 0,1 0-3 16,-3 0-11-16,2 0-1 0,3 0 7 0,-1 0 1 15,2 0 7-15,0 0 24 0,0 0-2 0,3 0-26 16,0-1 28-16,1 1-27 0,0 0 9 16,2-2-8-16,4 0 2 0,0 0 30 0,2 1-27 0,0-3-3 0,-3 0 23 15,7-2-22-15,-6 2 0 16,2 2-19-16,-4-2 19 0,4 2 8 0,-1 1-8 15,-2 1-32-15,1-2 32 0,0 2 0 0,3 0-1 16,-4 0-28-16,6 0-8 0,-1 0 28 0,-1 0 4 16,2 0-22-16,0 0 20 0,-3 0-1 0,7 2-11 15,-4-2 5-15,1 1 3 0,1 1-4 0,0 1-20 16,1-2 27-16,-1 3-4 0,2-1-2 0,2 2-26 16,-4-1 0-16,2 0 26 0,2-3 4 15,0 1-23-15,-1-2 12 0,5 0 35 16,-3 0-32-16,1 0 1 0,0 0 2 0,0-2 18 15,-2 1-19-15,1-3 0 0,1 2 3 0,-1 0 171 16,-1 0-191-16,0-1 0 0,2 3 0 0,-2 0 0 16,-1 0 0-16,1 0 0 0,0 0 0 0,1 0 0 15,3 0 0-15,0 0 0 0,-1 0 0 0,1 0 0 16,-1 0 0-16,-1-1 0 0,4-3 0 0,-5 1 0 16,3-3 0-16,-3 2 0 0,3-4 0 15,0 3 0-15,-3-1 0 0,1 2 0 16,0-1 0-16,-1 0 0 0,2 0 0 0,-2 2 0 15,-1 0 0-15,0 1 0 0,-3 0 0 0,3-1 0 16,-2 2 0-16,0-1 0 0,0-1 0 0,2-1 0 16,-3 0 0-16,3 0 0 0,-2-2 0 0,0 1 0 15,-2 0 0-15,-2 0 0 0,0 0 0 0,-1-1 0 16,-6 4 0-16,1-2 0 0,1 2 0 0,-6 0 0 16,-1 1 0-16,0-1 0 0,-7 2 0 0,0 0 0 15,-1 0 0-15,-2 0 0 16,-3 0 0-16,-1 0 0 0,0 0 0 0,0 0 0 15,-2 0 0-15,0 0 0 0,0 0 0 0,0 0 0 16,0 0 0-16,0 0 0 0,-9 0 0 0,-5 0-483 16,-2 0 224-16,0 0 112 0,0 0 51 0,4 0-760 15,1 0 411-15,4 0 207 0</inkml:trace>
  <inkml:trace contextRef="#ctx0" brushRef="#br0" timeOffset="114827.73">14375 12624 1546 0,'-2'0'0'0,"2"0"0"0,0 0 0 0,2 0 0 0,7 5 0 0,2 1 0 0,4 2 0 0,2 1 122 0,4 1-37 16,2 1-30-16,3 7 299 0,4-1-160 16,0 0 11-16,2 2-87 15,0 2-34-15,0-3-29 0,-2 3-1 0,-2-2-61 16,-1-3 1-16,-4 3 39 0,-4-4 7 0,1 2-18 15,-6 0 11-15,-5 0 0 0,-2 1-30 0,-7 5 1 16,0 2 37-16,-16 5-49 0,-9 2 0 0,-8 3 41 16,-5 1-32-16,-9 7-316 0,4-9 151 0,-15 7 82 0,0-2 30 15,-4-3-647-15,1 0 333 16,-2-4 166-16</inkml:trace>
  <inkml:trace contextRef="#ctx0" brushRef="#br0" timeOffset="115540.64">12743 11214 175 0,'1'-9'0'0,"-1"2"0"0,0 2 0 0,0-2 0 0,0 4 81 0,0-1-28 0,0 1-1 16,0-1-21-16,0 2 110 0,0 0-54 0,0 0-27 15,0 2 50-15,0 0-39 0,0 0 9 0,0 0-48 16,0 0-9-16,0 10 10 0,0 7 0 0,0 4-1 16,0 5 109-16,2 5-59 0,0 9-24 0,0 1 62 15,2 6-44-15,-3 3-21 0,1 7 8 0,0 13 13 16,0-3-22-16,-2 10 1 0,0 15-22 0,0-1 67 16,0-9-26-16,0 25-7 15,0-6-8-15,-4 7 1 0,-1 21-27 0,-1-12 8 16,-1 30 15-16,1-7-1 0,-4 6-22 0,3 2-35 15,0-1 35-15,-3-21 8 0,1 28-8 0,0-19 12 16,-1-7-12-16,2-21 0 0,1 6-1 0,0-19 54 16,-1 14-31-16,0-12 0 0,1-6-16 0,2-13-6 15,-3 4 0-15,2-2-52 0,-1-4 21 0,1-3 1 16,2-6 30-16,1-11-141 0,1 1 65 0,0-9 39 16,-1 6 3-16,3-15-201 15,-1 0 92-15,1-6 56 0,-2-4 6 0,0-8-88 16,-2-1 38-16,1-4 37 0,-1-5-205 0,-3-4 116 15,-3-6 59-15,-1 0-249 0,-2-6 158 0,-3-17 74 16,2-13 38-16,2-6-296 0,-1-15 167 0</inkml:trace>
  <inkml:trace contextRef="#ctx0" brushRef="#br0" timeOffset="115805.33">12881 11289 719 0,'0'-18'0'0,"0"5"0"0,0 6 0 0,0 2 0 0,0-1 0 0,0 1 0 0,0 2 74 0,-4 1-1 0,-1 0 32 15,0 2-36-15,-3 0-1 0,-4 4-27 0,2 12-64 16,-6 4 28-16,1 4 0 0,-2 4-201 16,-1 2 117-16,1-1 49 0,0-3-168 0,2 0 103 0</inkml:trace>
  <inkml:trace contextRef="#ctx0" brushRef="#br0" timeOffset="115997.7">12752 11186 1390 0,'0'0'0'0,"0"0"0"0,2 7 0 0,5-2 0 0,1 2 0 0,3 2 0 0,2-2 0 0,4 2 210 0,2 1-92 0,3-2-43 0,6 4-21 0,2-1 34 0,2 4-27 0,4-2 7 0,0 3-150 16,0 0 58-16,-2 3 28 15,3 6-484-15,-3-1 256 0,-6 0 136 0</inkml:trace>
  <inkml:trace contextRef="#ctx0" brushRef="#br0" timeOffset="117047.23">12727 12687 400 0,'0'-3'0'0,"0"-4"0"0,-4 1 0 0,1 0 0 0,-1 0 0 0,1 0 0 0,-3-1 0 0,-2 1 0 0,1 1 85 15,1-1-26-15,-1 2 9 0,-1-1 4 16,0 1 0-16,-1 2-40 0,2-1 16 15,-3 1-15-15,1 0 8 0,0-1-8 0,-3 3 3 16,1 0-3-16,0 0 0 0,-3 0-22 0,0 0 30 16,-2 8-8-16,0 2 0 0,-3 1-4 0,-2 2 4 0,1 2 0 15,1-3 8-15,-6 8-8 0,3-1 35 0,-1 1-35 16,0 1 0-16,1 3-1 16,2 1 28-16,-1 0-27 0,3 0-1 0,2 2 1 0,0-1 24 15,4 2-16-15,1 1-9 0,-1 2 1 16,5 1 0-16,-1 1 0 0,3 2-1 0,1-1-19 15,1 0 20-15,3-2 0 0,0-1-39 0,0-1 38 16,7 1-4-16,6-4 4 0,-1 2-3 16,4-1 0-16,3-1 22 0,-1-1 1 0,5 2-24 0,3-2 34 15,-1-2-32-15,2 2 0 16,2-2 2-16,-1 1 25 0,2-2-24 0,-2 0 8 0,0-3-8 16,1 1 0-16,-3-3 0 0,2 0 19 15,3-1-19-15,-1-2 8 0,0-2 19 0,0-3 0 16,2 2 2-16,0-2-29 0,-2-5 0 0,2 1 13 15,-1-4-13-15,1-1-1 0,0-1 1 16,0 0-9-16,0 0 9 0,-2 0 8 0,2-3-8 0,-4-4-1 16,2-3 1-16,-1-1-39 0,-3-2 0 0,2-5 47 15,-2 0-103-15,-2-2 43 16,1-4 15-16,-4-1 0 0,-3 0-97 0,-1-3 58 0,-2 0 15 16,-1-1-79-16,-5-1 45 0,-2 1 29 0,1-5-22 15,-6 2 18-15,0-2-19 0,0-3-2 16,-2-5 12-16,0 2-1 0,-6 0 9 0,-6-7-56 15,0-3 31-15,-6 1 0 0,2-1-39 16,-5-4 35-16,-2 4-1 0,-1 2-27 16,-2 1 62-16,0 6 0 0,-1 0 1 0,-1 6-1 15,-2 1 0-15,3 12 28 0,-4 0 8 0,-3 4-9 0,0 5 1 0,0 2-28 16,-3 6 0-16,2 1-8 16,3 2 57-16,1 2-24 0,1 0 19 0,-1 0-40 15,6 0 58-15,0 4-29 0,-1 3 6 0,1 3-96 16,3-3 40-16,3 3 0 0,-2-1 35 0,3-1-172 15,1 1 79-15,2-2 39 0,5 1-67 16,1-3 52-16,2 3 17 0,3-3-166 0,4 2 101 16,0 2 49-16</inkml:trace>
  <inkml:trace contextRef="#ctx0" brushRef="#br0" timeOffset="119220.8">12727 11894 328 0,'2'-1'0'0,"0"-5"0"0,-2 3-164 0,0 1 82 0,0-2 41 0,0 2 41 0,0-3 154 16,0 0-32-16,0 4-49 0,0-3 49 16,0 2-45-16,0-2-22 0,0 3 0 0,0-1 39 15,0-3-35-15,-4 2 0 0,2 0-9 0,-1-1-17 16,-1 0-1-16,-1 0 23 0,1 1-22 15,-4-1 0-15,0 0 0 0,-1 0 4 0,0 0-4 0,-1 0 8 16,-1 3-31-16,0-1 1 0,-2 0 21 0,0 0-28 16,-1 2-1-16,1 0 34 15,0 0-48-15,-2 0 38 0,0 0-3 0,-2 0 2 0,0 2-24 16,-1 3 27-16,0 1-9 0,0 0 2 0,-1-1-7 16,2 1 5-16,-1-2-2 0,0 2 14 15,2-1-12-15,0-2 0 0,0 4 2 0,0-2-23 16,0 1 21-16,2 0 6 0,0-1-7 0,-2 1-13 15,5 1 13-15,-4-2 0 0,2 4 15 16,-1-3-10-16,3 0-6 0,-1 2 1 0,-2-1 11 0,1-1-11 16,0 2-1-16,0-1 12 0,0-1-10 0,1-1-1 15,-2 3-12-15,0-2 13 0,-1 0 1 0,2-1 4 0,0 0-36 16,-3 3 0-16,2-3 29 16,-2 2 1-16,2 0-3 15,1 0-36-15,-2 0-6 0,2 3 39 0,-3-2-37 0,2 1-1 0,0 0 30 16,0 1 4-16,0 1-25 0,-1 0 21 15,2 2-8-15,0-1-5 0,0-2 7 0,-1 2 2 16,3 0-5-16,-2-1 4 16,4 0 24-16,-2 0 0 0,-1-1-23 0,3 1 1 0,0-1 22 15,-1 1 0-15,1 0-17 0,-2 2-10 16,1 0 10-16,-1 2 0 0,0 0 3 0,1 0-13 0,-1 0 12 16,2 3-3-16,-3-2 0 0,3 1 0 15,-2 0 0-15,1 0 0 0,1 0 5 0,-1 0-6 16,-1-1 0-16,1 4 14 0,1-2-13 0,-2 1-1 0,1 0 29 15,0 0-27-15,-2 3 3 0,1 3-2 16,0-6 13-16,-1 5-12 0,3-5 2 0,-2 4 9 16,3-3-6-16,-1 1-4 0,1 1-14 15,-1 3 14-15,1-3 1 0,1 1-1 0,1 0-37 16,1 2 37-16,-2-2-1 0,4 1-26 16,-1-4 0-16,0 3 24 0,1 0-1 0,1 0-25 15,-2-1 22-15,2 0 1 0,1 0-10 16,-1 1 8-16,0 0-2 0,2 2-2 0,-3-5 6 0,3 7-4 15,0-3-1-15,0 2 1 16,0-3 0-16,0 3-1 0,0 0 1 0,0-5 3 0,0 7-3 16,0-4 0-16,0-3 1 0,0 2 24 0,0-2 0 0,0 3-23 0,3-2 29 15,-1 0-28-15,0 2 2 0,1-4 0 16,1-1 35-16,0 1 2 0,-1 0-35 16,3 1 6-16,0-3 26 15,0 0 1-15,1 1-28 0,-2 0 8 0,3 0 22 0,0-2-23 0,-1 0 2 16,0 0-23-16,2-1 20 0,2 3 2 15,-2-2-2-15,2 0 2 0,-1 0-20 0,1 0-5 16,-1-2 22-16,1 2-2 0,-1-2-11 0,1 1 8 16,3-1 6-16,-3 3-1 0,1-3-4 15,1 2-2-15,-1-1 1 0,2 0 34 16,-1 0-29-16,2 0-4 0,0-2 15 16,0 1-12-16,2 0-1 0,2 0 3 0,-2-2 0 0,1 0 2 15,0 3-4-15,0-4 6 0,3 6-39 0,-2-2 1 16,-3-4 35-16,5 1-53 0,-2 1 22 0,3 1-4 15,-2-3 0-15,-4 0-2 0,5-1 24 16,0 0 5-16,-3 1-7 0,3-1-5 0,0-2 3 16,-1 0 29-16,5 3-1 0,-6-4-28 0,1 1 12 15,3-1-9-15,1-1-1 0,-3-3 7 16,5 3-5-16,-2-3 3 0,3 0-2 0,-1-1-29 0,-1 1 29 16,-2-1 3-16,6 2-2 15,-3-2-26-15,1 3 1 0,-3-2 21 0,3-1-35 0,-6 3 33 16,8 0 0-16,-5 0-4 0,3-1 3 0,-3-2-5 0,3 3 3 15,-3-4-2-15,7 2 2 16,-4-2 1-16,-1 0-2 0,3-2-2 0,-3 0 12 16,-1 0-11-16,5 0 2 0,-2 0 14 0,0 0-14 15,2-2 1-15,-2-2 0 0,-4 0 2 16,8-2-2-16,-6 3 1 0,1-2-26 0,-1 0 24 16,-1 0 1-16,-5 2 0 0,3-4-9 0,0 1 8 15,1-2 0-15,-2-2-7 0,3 1 7 16,-4-2-2-16,5-4-11 0,-4-1 12 0,1-1-2 15,0-1 1-15,1-2-9 0,-2-3 8 0,1 2-1 0,1-4 2 16,-1 3-2-16,1 0 1 0,-1-2-3 0,-1 2 2 16,-1 0 0-16,1 0 1 15,-3 1 1-15,2 1-2 0,-4-4 1 0,-2 7-4 0,3-5 1 16,-2 4 2-16,-1-3-1 0,-2 0 17 16,0 2-12-16,-2-1-4 0,3 0 1 0,-3-3 1 15,0 2 0-15,0-2-1 0,0-1-6 0,-1 0 5 16,1-3 0-16,-2 1-3 0,3-3 4 0,-3 2-1 15,0-4-10-15,-1 3 9 16,2-2 1-16,-5 0 0 0,2 0-30 0,1 2 0 0,-4 0 26 0,2 1-38 16,-1-4 36-16,-1 2 1 0,0 1-3 15,-1 2 25-15,-1 3-27 0,0-5 3 0,0 8 51 16,0-5-25-16,-2 1 1 0,0 1-24 16,0 1 24-16,0-2 1 0,0 0-17 0,0 4-4 0,0-3 43 15,0 1 0-15,0 0-26 16,-2 1-9-16,-2 0 7 0,0-1-5 0,1 1-25 15,-3 0 26-15,-1 0 4 0,2 1-3 0,-2-1-51 16,0 0 23-16,0-1-3 0,-1 1 27 0,0 0-43 16,1 0 38-16,-2 2-4 0,1-3 7 15,-2 2-9-15,3-1 3 0,-2 0-8 0,-1 1 13 0,1-1-8 16,0 3 1-16,-1-3 8 0,1 2-7 16,-2 0-3-16,2 0 2 0,-2 2-7 15,1 1 7-15,-2-1 3 0,1 2-2 0,-2 1 9 16,-1 0-9-16,0-1 1 0,0 2 11 0,-1-1-11 0,0 3-1 15,0-2 23-15,-2 0-22 0,1 2 1 0,-3-3 12 16,0 1-11-16,-2 0-1 0,2 1 1 0,-1 2-22 16,-4-5 22-16,3 3 0 0,-2-1 2 0,1 1-34 15,3-1 31-15,-6-1 0 0,9 2 0 16,-9-1 7-16,6 2-8 0,1-2 1 0,-3 1 16 16,2 0-17-16,1 0-1 0,-2 1 1 15,4 0 23-15,-3 0 1 0,0-1-24 0,2 3 3 16,-4-3 13-16,3 2-7 0,-1 2-3 15,0-2-2-15,-1 1-32 0,1 0 35 0,-1-1-2 16,2 1-32-16,-1-1 1 0,1 1 29 16,-1 1-2-16,-2-1-18 0,3 2 18 0,-2-2-5 0,2 2 4 0,-1 0 0 15,0 1 11-15,-1 1-18 0,1-1 4 0,-2 1-6 0,3-2 48 16,-3 4-41 0,0-1 24-16,1 1-21 0,-1 1-1 15,1-2 5-15,0 2-25 0,1 0 1 0,3 0 20 16,-3 1-18-16,1 1 18 0,4 0-1 0,-1 0 1 0,0 0-47 15,0 0 22-15,2 0-5 0,0 0 24 0,1 0-59 16,1 0 26-16,0 1-12 0,1 1 38 0,-1 0-78 0,2 2 36 16,-1-2 11-16,1 2 0 0,0-3-110 15,-3 3 67-15,3-1 29 0,-2 4-225 16,4-4 127-16,0 2 63 0,2 0 25 16,1 2-127-16,0 2 83 0,1-2 42 0</inkml:trace>
  <inkml:trace contextRef="#ctx0" brushRef="#br0" timeOffset="119579.84">12251 11964 369 0,'0'0'0'0,"0"0"0"0,0-2 0 0,0 1 0 0,0-1 171 0,-2 0-69 0,-2 2-35 16,-2-2 0-16,2 2 87 0,-1 0-52 0,-1 0-39 16,-1 0 8-16,-3 9-16 0,-3 9 0 0,-3 8-22 0,-4 7-9 0,-4 14 9 15,-10 12-1-15,-1 5 1 0,-11 16 0 16,0 5 3-16,-4 8 5 16,-3 5-8-16,3 4-37 0,-1-5 37 0,5-1-1 15,4-3 1-15,6-13-16 0,-1 13-23 16,9-23-51-16,1 0 41 0,3-8 15 0,7-13-1 0,2-2-103 15,2-11 54-15,4-3 31 0,3-7-1 16,0-6-62-16,4-6 29 0,0-1 25 0,2-6-175 0,0-3 90 16,0-1 28-16,0-3 29 0,0 0-135 0,0 0 83 15,0 0 38-15,2-8 1 16,7-9-62-16,3-2 49 0</inkml:trace>
  <inkml:trace contextRef="#ctx0" brushRef="#br0" timeOffset="119927.95">12397 12029 517 0,'11'-17'0'0,"-4"9"0"0,-1 2 0 0,-2 2 0 0,-3 2 0 0,2 1 110 15,-3 1-43-15,0 0 0 0,0 0 47 0,0 1-41 0,0 17 84 16,-8 4-53-16,1 6-40 0,-8 13 0 0,0 5-32 0,-8 12 11 16,-1 2-11-16,-4 7 9 0,-6 18-57 15,2 2 24-15,-6 5 0 16,-3 9 25-16,-10 20-64 0,4-15 40 0,-11 27-8 16,5-16-54-16,9-19 41 0,-4 3 6 0,7-13 0 0,9-20-16 15,0-1-3-15,10-13 6 0,-1-3-47 16,5-5 27-16,4-11 1 0,3-1 23 15,4-10-148-15,3-3 69 16,1-5 38-16,3-3 9 16,0-5-161-16,0-2 80 0,0-2 51 0,3-2-101 0,4-2 72 0</inkml:trace>
  <inkml:trace contextRef="#ctx0" brushRef="#br0" timeOffset="120222.2">12261 13761 889 0,'0'0'0'0,"0"0"0"0,0 4 0 0,0-1 0 0,0 4 0 0,0 0 0 0,0 5 0 0,-1 4 0 0,-7 4 159 0,1 11-68 0,-3 9-28 15,-3 3 31-15,0 8-30 0,-4 12 0 0,0-8-23 0,-3 16-18 16,1-7 10-16,1-11 0 0,0 1-26 16,3-5 26-16,4-13 8 0,2-3-8 15,0-9-141-15,4 1 70 16,1-8 36-16,2-5-268 0,2-7 128 0,0-2 73 16,0-3-273-16,2 0 157 0,12-8 69 0,1-15 42 0</inkml:trace>
  <inkml:trace contextRef="#ctx0" brushRef="#br0" timeOffset="120535.58">13253 12274 818 0,'0'-12'0'16,"0"3"0"-16,0 8 0 0,0-2 0 0,0 1 0 0,0 1 0 0,0 1 0 0,0 0 87 0,-4 0-28 0,-1 3 1 0,-1 9-4 0,-1 5-23 0,-5 6-1 15,3 1-56 1,-2 6 29-16,-1 4-1 0,1 0 37 0,-2 2-79 0,2-1 35 0,-2-1 0 15,1-2-170-15,3 1 100 0,0-2 10 0,1-2 35 0</inkml:trace>
  <inkml:trace contextRef="#ctx0" brushRef="#br0" timeOffset="120846.35">13781 12577 581 0,'-6'3'0'0,"3"3"0"0,1 4 0 0,0 1 0 0,2 2 0 0,-4 2 148 0,1 7-57 16,-1 6-21-16,-4 9 54 0,-1 3-46 15,-6 6-22-15,0 4 0 0,-4 6 12 0,-5 16-35 0,3-4 0 16,-4 5-62-16,0 2 30 0,2-2 1 16,-4 0 39-16,3-7-116 0,3-12 54 15,1-3 26-15,2-5-93 0,6-11 50 16,0 2 35-16,3-3-13 0,1-2-254 0,5-3 116 16,1-3 71-16,2-4 7 0</inkml:trace>
  <inkml:trace contextRef="#ctx0" brushRef="#br0" timeOffset="121277.29">13302 13873 594 0,'-3'0'0'0,"-8"0"0"0,6 0 0 0,-2 0 0 0,-1 0 0 0,3 0 0 0,-1 2 0 0,0-1 72 0,2 0-40 0,1 4 1 0,1 0 57 15,-2 3-28-15,1 2-1 0,-1 4-20 0,-2 7 31 16,-2 2-39-16,1 1 0 0,-2 5 22 0,-3 3-22 16,1 4 8-16,-2 0-8 0,0 0 6 15,2-1-6-15,-3 0 0 0,3-6 0 0,2-7-30 0,1 3-7 16,2-6 36-16,1-6-134 15,3-2 65-15,0-3 22 0,1-2-120 0,1-2-117 0,0-1 125 16,0-1 43-16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21:47.7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11157 1839 665 0,'-2'0'0'0,"-3"0"0"0,1 0 0 0,2 0 0 0,0 0 0 0,1 0 0 0,1 0 0 0,-2 0 72 16,0 0-39-16,0-2 65 0,-1 2-32 0,1-2 8 15,1 0-41-15,-1 2 36 0,0-2 0 0,-2 1-36 16,3 1-1-16,-1 0 36 0,-2-3-9 0,0 3-26 16,-1 0 34-16,0 0-35 0,0 0 1 0,-1 0 2 15,-1 0-2-15,2 0 0 0,-5 0-1 0,1 4 32 16,-1 2-31-16,-1-1 8 16,-2 2-9-16,2 1 22 0,-3 2 0 0,0-2-21 15,-2 0-1-15,2 3 31 0,-4-2-31 0,2 0 1 16,-1 2 25-16,-3-2-25 0,4 1 0 0,-1-1 34 15,2 0-35-15,-2 1 1 0,2 0 0 0,-2 2 33 16,2 0 0-16,0 1-25 0,-2 0-8 0,-2 5 33 16,1-1-33-16,-1 2 0 0,0 0-1 0,2 0 12 15,-5 3-11-15,1-1 0 16,1 2 0-16,0-3-4 0,1 2 4 0,3-4-4 16,-3 4 4-16,2-1 0 0,0-2-1 0,4-1 6 15,-2 2-5-15,2 1 8 0,1-3-9 0,-1 0-27 16,1 5-1-16,0 0 27 0,1-1-4 0,0-1-16 15,-1 5-8-15,1 0 25 0,-1-1-31 0,0 3 29 16,1-1-7-16,-1 0-16 0,1 1 16 0,0 1 3 16,-1-1-7-16,-1 0 29 0,3 2-21 15,-1-1-3-15,2-2-2 16,-1-1 35-16,3 2-32 0,1-6-4 0,1 2 10 16,0 4-5-16,-1-2 1 0,1 0-17 0,0-1 18 15,1-1-1-15,1-1 7 0,-1 5-30 0,0-3 22 0,1 2 0 16,-2-4-3-16,0 2-25 0,1-1 1 15,0 5 21-15,1-1 175 0,-1-2-191 0,2 1 0 16,1 0 0-16,0-4 0 16,-2 5 0-16,3-1 0 0,0-3 0 0,0 0 0 0,0-3 0 15,0 3 0-15,0-1 0 0,0 0 0 0,0 3 0 0,3-6 0 16,-1 3 0-16,4-3 0 16,-1 2 0-16,1-1 0 0,4 3 0 0,-3-6 0 15,2 3 0-15,0-3 0 0,1 1 0 16,-1 0 0-16,4 4 0 0,-1-5 0 15,1 3 0-15,-1-2 0 0,0 3 0 0,1 1 0 16,1-2 0-16,-1 1 0 0,2-2 0 0,0-1 0 0,2 4 0 0,-1-3 0 0,4 2 0 16,-1-2 0-1,-1 0 0-15,5 1 0 0,-1-2 0 0,3 2 0 16,-1 0 0-16,0-3 0 0,3 1 0 0,1-1 0 16,0 0 0-16,-1 1 0 0,1-5 0 0,2 4 0 15,-1-4 0-15,4 1 0 0,1 0 0 0,-1 0 0 16,1 1 0-16,2-4 0 0,-1 5 0 0,-1-3 0 15,1 0 0-15,-1 1 0 0,1-1 0 16,-1-1 0-16,-1 0 0 0,1 0 0 0,0 0 0 0,-1 1 0 16,1-3 0-16,-2 0 0 15,2 1 0-15,1-4 0 0,4 4 0 0,2-3 0 0,-8-2 0 0,11-2 0 16,-8-2 0-16,3 1 0 16,5-2 0-16,-3-2 0 0,-6 0 0 0,4 0 0 15,-1 0 0-15,0 0 0 0,-1 0 0 0,-3 0 0 16,0 0 0-16,1 0 0 0,1 0 0 15,-2-2 0-15,2 0 0 0,0-3 0 0,1 1 0 0,0-2 0 16,-1 1 0-16,2-3 0 0,5-2 0 0,-9 3 0 16,8-4 0-16,-3 0 0 15,-4 1 0-15,8-5 0 0,-3 2 0 0,1 0 0 16,2-2 0-16,1 0 0 0,-7 3 0 0,10-4 0 16,-7 2 0-16,-1-2 0 0,0 1 0 0,-2-1 0 15,-2 3 0-15,4-6 0 0,-1 4 0 16,-8-1 0-16,5-2 0 0,-1 1 0 0,0-3 0 0,-1 1 0 0,6-3 0 15,-6 1 0-15,-2 4 0 0,0-4 0 16,1 3-166-16,-2-1 130 0,-1 0 28 0,-1 0-5 0,0 1 7 16,-1-2-11-1,2 0 30-15,-1 2-29 0,0-5 3 0,-1 2-7 16,-1 1 6-16,1-5 28 0,-1 1-4 0,0-2-23 0,0 1-5 16,0-3 8-16,3 2-1 0,-3 0-35 15,0-2 33-15,1 0 6 0,-1 0-2 0,0 1 1 16,-2 0-22-16,-3 1 16 0,-4 4 0 0,4-5-5 15,-4 5 6-15,-6-3-6 0,2 5 27 0,-5-1-2 0,-1-2-23 16,1 3 1 0,-5-2 31-16,3-5 1 0,-2 5-28 0,-2-4-15 0,2 6 15 0,-1-8 5 0,1 4-1 15,1 0 4 1,1-1-33-16,0-4 2 0,0 7 23 0,1-7-35 16,0 0 37-16,2 3-5 0,-4-2 5 0,2 2-6 15,-3 1-2-15,1-4-3 0,1 3 50 0,-2 2-22 16,-2 4 0-16,0-3-21 0,0 2 76 0,-2 1-31 15,0-3 118-15,0 4-148 0,0-2 0 0,0 3 9 16,0-3-6-16,0 2 18 0,0 1-1 0,-2-2 4 16,-2 4-46-16,2-3 42 15,-2 2-7-15,0 0-39 0,1 0-1 0,1 3 38 16,-2-1 0-16,-1-1-3 0,1 1-28 0,1 0 0 16,-4 3 26-16,4-3-6 0,-3 5 2 0,2-3-3 15,-1 1-3-15,1-2 21 0,-2 2-17 0,0-1-2 0,1-1 35 16,0 4-29-16,-3-2 1 15,0-1-3-15,1 1 8 0,-1 0-10 0,-1 1 4 0,1-4 5 0,-1 6-25 16,0-1 20-16,-1-1 1 0,-1 0 0 0,2-1-40 16,-1 2 39-16,1-1-16 15,0 1 13-15,-2-1-2 0,2 1 2 0,0-3-4 16,0 2 27-16,-1 2-26 0,1-1 2 0,0-5-2 16,-3 5 24-16,1-2 2 0,0 1-22 0,-1 0 20 15,0 2-19-15,0-2 3 0,1 1-2 16,-2 0-7-16,1 1 10 0,1-1 1 0,2 1-2 0,-3 2-17 15,3-1 16-15,0-2-1 0,-1 5-8 16,-1-5 5-16,2 3 3 0,-1 0-18 0,-1 0 16 0,0 0-1 16,1 0 2-16,-3 2 27 0,1-4-28 0,2 2-1 15,-3 2 1-15,1-3 7 16,-1 2-6-16,-1-1 2 0,2 2-2 0,1-3-17 16,-3 0 17-16,1 1 1 0,3 2-19 0,-4-4 17 15,1 2 1-15,1 0-9 0,-1 1 8 0,0-1-2 16,2-1 2-16,-4 2 9 0,0-1-10 0,2 1-3 15,-4-2 3-15,2 3-7 0,0 0 7 0,-2-3 0 16,2 3-1-16,0-1 14 0,-2 0-13 0,-1 3 1 16,4-3-7-16,-1 0 7 0,0 0-1 0,0 0 1 15,0 1 0-15,0 0-1 16,2 1 1-16,-2-2-12 0,1 1 10 0,0-1 1 16,0 2 0-16,-1 1-8 0,0-1 7 0,0 0 0 15,0 0 0-15,2 1-34 0,-2 0 33 0,0 1-1 16,0-2-32-16,2 3 31 0,0 0 0 0,-1-1-7 15,2-1 6-15,0 1-4 0,-1 0 4 0,0 1 12 16,0-3-13-16,2 2-2 16,-3-2 1-16,1 0 23 0,-2 1-1 0,2 1-19 0,0-2-1 15,-4 1 17-15,2 0-15 0,-2 1 3 16,-2 0-33-16,2-1 1 0,-2 1 28 0,1 1-36 16,1-2 36-16,-2 2-4 0,0-3 0 0,0 2-17 15,3 0 14-15,-3-2 2 0,1 2 1 0,4 1-3 16,-4-1-4-16,6-1 4 0,-3 2-6 0,1 0 30 15,0-2 0-15,0-1-25 0,2 3 8 0,-4-2-5 16,1 1 5-16,0 1-1 0,0-1-2 0,-2 0-1 16,2 0 3-16,-2 2-2 15,3 0 1-15,-4 0 0 0,2 0-1 0,-2 0-3 16,2 0 2-16,-1 0 1 0,2 0-3 0,0 0 1 16,-3 0 0-16,2 0 0 0,0 0 27 0,0 0-25 15,1 0 3-15,0 0 24 0,-2 0 1 0,2 0-26 16,-2 0 2-16,0 0 18 0,0 0-15 0,1 2-3 15,-3 0 6-15,-1 0-2 0,4 1 3 0,-3 0-4 16,2-2 7-16,-2 3-26 0,3-1 21 0,0-2-1 16,0 0-14-16,1 2 13 0,0-1-2 15,-1-1-6-15,4 1 6 0,-4 0 1 16,3 0-4-16,0 0 3 0,0 0 0 0,-1 0-1 16,3 0 1-16,-1 2 1 0,-2-3-2 0,3 1 1 15,0 1 0-15,-3-2 0 0,4 0 0 0,-2 1 0 16,1 1 0-16,0-1 0 0,-1-1 0 0,-1 1 0 15,1 2 0-15,0-1 0 0,1 1 0 0,-3 0-1 16,3 2 1-16,-3-3 0 0,5 2 0 0,-3-1-5 16,0 1 5-16,1 1-1 15,0-3 1-15,-3 1-23 0,5 0 20 0,-5 1 2 16,5-1 1-16,-2-1-2 0,-1 2-1 0,1 1 10 16,2-5-10-16,-4 5 1 0,2-3 0 0,2 1 39 15,-1-1-37-15,-1 2-1 0,2-2 2 0,-1 1 25 16,0-1-23-16,3 0-1 0,-2 1 4 0,1-2-7 15,1 0 8-15,-3 1-4 0,3-1-13 0,-3 1 13 16,3 2 2-16,0-2-18 0,-2 0 17 0,0 1-1 16,2 1-1-16,0-2-15 0,-3 1 13 0,2 2 1 15,1-3-2-15,2 1-3 16,-4 1 4-16,4-4-1 0,1 2 0 0,-1 0 2 16,1-1-2-16,1-1 1 0,-1 1 0 0,-1 0 1 15,2 0-2-15,-3 0-6 0,3-1 6 0,-1 1 1 16,0 0-1-16,1 0 3 0,1-2-3 0,-2 2 0 15,1-2 1-15,2 2 16 0,-1 0-17 0,0-2 1 16,0 0 0-16,2 1 4 0,-2-1-4 0,2 0 2 16,0 0-3-16,0 0 3 15,0 0-1-15,0 0-25 0,0 0 0 0,0 0 24 16,0 0 0-16,0 0-126 0,-3 0 59 0,-1 0 25 16,-1 0-2-16,-4 0-482 0,4 0 246 0,-1 4 124 15,-1 8 62-15</inkml:trace>
  <inkml:trace contextRef="#ctx0" brushRef="#br0" timeOffset="2276.56">9471 2288 767 0,'-6'-10'0'0,"0"0"0"0,2 5 0 0,1 2 0 0,1 2 0 0,0-3 0 0,0 2 0 0,1 1 0 0,-1-2 190 0,2 3-78 0,0 0-40 16,0 0 0-16,0 0 62 0,0 0-55 0,0 0-23 15,0 0-4-15,0 0-19 0,0 11 0 0,0 2 49 16,0 2-29-16,0 3 0 0,0 8-20 0,0 2 60 15,-2 5-30-15,-4-1 7 0,-2 3-37 0,-1 1 27 16,-1 1-27-16,2 1 0 0,-2-1-1 0,1-3-29 16,0-1 30-16,4 0 0 15,-2-5-1-15,1-1-38 0,4-9 38 0,-6 5-17 16,3-7 18-16,-1 2-2 0,1-5 2 0,1-4 22 16,1-2 1-16,-1-1-27 0,-1-2-1 0,3-3 99 15,1 2-48-15,-1-3-23 0,2 0 0 0,0 0 89 16,0 0-60-16,0 0-27 0,0 0 9 0,0 0-3 15,0 0-31-15,0 0-16 0,0 0-9 0,0 0 25 16,0 0 0-16,5 0-50 16,7 0 24-16,5 0 9 0,0 0 17 0,4 0 26 15,4 0 1-15,0 0-27 0,3-3-1 0,1-2-22 16,2-5-8-16,3 3 11 0,0 0-24 0,1-1 8 16,-8 2 6-16,6 2-10 0,-4-2-1 0,-6 4 31 15,-2-1-2-15,-3 2-75 0,-3-1 37 0,0 1 7 16,-5 1 0-16,-3 0-18 0,0-3-1 0,-3 3 20 15,0-3 10-15,-2 3 82 0,1 0-39 0,0-3-2 16,-1 1-39-16,0 1 304 0,-2-1-307 16,1-2 0-16,-1 2 0 0,3-1 0 15,-3 1 0-15,1 0 0 0,-1 0 0 0,0 0 0 16,0-2 0-16,0 1 0 0,0 2 0 0,0-2 0 16,0-1 0-16,0 0 0 0,0-2 0 0,0 3-165 15,0-3-243-15,0 3 177 0,0-1 94 0,0-2-615 16,0 2 359-16,0 0 181 0,4 1 89 0</inkml:trace>
  <inkml:trace contextRef="#ctx0" brushRef="#br0" timeOffset="12390.44">11458 1658 491 0,'0'-3'0'0,"0"-1"0"0,0 1 0 0,0 0 0 0,0 0 0 0,0 2 0 0,0-3 0 0,0 2 0 0,-2 1 59 15,2 0 0-15,0-2-3 0,-2 1 0 0,2 2-15 16,0-1-9-16,0 1 44 0,0-2-21 0,0-1-1 16,0 1-21-16,0 1-9 15,0-1 9-15,0 2-1 0,2 0 1 0,0-3-20 16,-1 3 20-16,1 0 8 0,-2 0-34 0,2 0 0 15,0 0 26-15,-2 0 1 0,2 0-1 0,0 3-3 16,-1 2 0-16,2 1 7 0,-1 1-8 0,0 0-5 16,0 2 3-16,-1 0 21 0,1 2-19 0,0 1-2 15,0-1 2-15,0 3 32 0,0-4-31 0,-1 2 12 16,1 2-23-16,0 0 15 0,0-1-3 16,0 0-23-16,-1-2 24 0,1 1 6 15,1-1-7-15,-1-2-23 0,-2 1 0 0,2-5 17 16,-2 1 4-16,2-3-25 0,-2 0-7 0,0-2 24 15,0-1 3-15,0 0-5 0,0 0 9 0,0 0-11 16,0-7 43-16,0-4 0 0,0-3-35 0,0-2-53 16,0-1 31-16,-2-2-4 0,0 0 24 0,0 2-29 15,-3 0 0-15,4 1 26 0,-1 4 4 0,-2-1-58 16,2 1 25-16,1 3-9 0,-1 2 31 0,0 3-4 16,2 0-12-16,0 3 9 15,0-2 45-15,0 3-22 0,0 0 0 0,0 0-65 16,0 0 26-16,0 11-3 0,0-1 27 0,2 3 23 15,0 2-28-15,1 1 6 0,3 0 2 0,-3 3 18 16,2-3 0-16,0 2-23 0,-1-2-4 0,0-2 23 16,-1-3-18-16,1 0-7 0,-2-1 6 0,1-2 0 15,0-3 4-15,-1-2-3 0,0 2-17 0,-2-5-4 16,0 0 24-16,0 0-30 16,0 0 21-16,0 0 4 0,0 0-5 0,0-8 80 15,0-1-38-15,0-7 1 0,0 2-35 0,0-3-109 16,-2-2 53-16,0 0 25 0,-1 0-95 0,2 4 56 15,-1 0 23-15,2 6-7 0,-2-2-9 0,0 5 40 16,2 0-14-16,0 4 59 0,-2 1-28 0,2 1 0 16,0 0-43-16,0 0 43 0,0 0-4 0,0 5-20 15,0 5 25-15,0 1 9 0,0-2 11 0,0 5-35 16,0-1 26-16,0-6-22 0,0 5 11 0,0-4-164 16,0-1 71-16,0-4 40 15,0 1 14-15,0 0-362 0,0-2 177 0,0-1 91 16,0-1 38-16,0 2-217 0</inkml:trace>
  <inkml:trace contextRef="#ctx0" brushRef="#br0" timeOffset="44062.31">10461 2007 196 0,'0'0'0'0,"0"0"0"0,0 0 0 0,0 0 0 0,0 0 0 0,0-1 55 15,0-6-35-15,0 4 40 0,0-1 1 0,0 0-32 16,0 1 0-16,0 1-21 0,0-1 19 0,0 1 0 15,0 0 0-15,0-1-12 0,0 3 18 0,0-2-7 16,0 2 0-16,0-1 37 0,0 1-36 0,0-2 0 16,0 2 25-16,0 0-24 0,0 0 0 0,0-2 29 15,0 2 0-15,0 0-23 0,0 0 5 0,0 0 31 16,0 0-37-16,0 0 0 16,0 0 0-16,0 0 5 0,0 0 3 0,0 0-8 15,0 0 0-15,0 0-38 0,0 0 38 0,0 0-1 16,0 0 9-16,0 0-43 0,0 0 0 0,0 0 28 15,0 0-23-15,0 0-8 0,0 0 38 0,0 0-19 16,0 0-39-16,0 0 17 0,0 0 0 0,0 0 38 16,0 4-11-16,0 2-10 0,0-1 5 0,0 1 36 15,-2 1 0-15,2 1-35 0,-2 2 5 0,-1-2 26 16,0 4 0-16,1-2-19 0,0 4 4 0,0-1-1 16,-2 5 0-16,3-2-12 15,-3 1 8-15,2 1 5 0,-1 1-4 0,-1 1-27 16,1 1 7-16,0-1 12 0,1 1 5 0,0-1-28 15,-2 1-1-15,2 1 20 0,-1-1 10 0,1 1-40 16,0-1 32-16,0 0-6 0,1-1 5 0,-3-1-4 16,2 1 7-16,-1 0-7 0,1-4 2 0,-1 4-1 15,1-6 1-15,0 3 15 0,0-4-11 0,-1 3-2 16,1-9-2-16,0 2-38 16,0-2 0-16,0 3 37 0,2-2 57 0,-1-3-29 15,1-1 1-15,0-2-26 0,0 0 13 0,0-2-12 16,0 2 4-16,0-2-19 0,0 0 15 0,0 0 2 15,0 0-2-15,0 0 36 0,0 0 5 0,0 0-35 16,0 0-3-16,1 0 38 0,10-4-35 0,3-4 5 16,1 0-9-16,6-6-4 0,0 3 8 0,6-5 8 15,1 0-55-15,4-1 29 0,5-5-7 16,-2 1-11-16,1-1 1 0,-8 2 28 16,6-2 3-16,-4 1-102 0,-4 3 37 0,-2 0 26 15,-5 6 3-15,-3 1-71 0,0-1 42 0,-7 4 6 16,3 1 2-16,-7 3-49 0,1 0 27 0,-5 0 0 15,1 2-77-15,0 1 46 0,0-3 27 0,0 1-306 16,-2-4 168-16,2 2 85 0,-1-1 42 0,4-1-193 16,0-4 122-16</inkml:trace>
  <inkml:trace contextRef="#ctx0" brushRef="#br0" timeOffset="63272.44">18444 1359 287 0,'-3'0'0'0,"-3"0"0"0,2 0 0 0,0 0 0 0,-1-1 0 0,1 0 0 0,-2-5 77 0,3 1-23 0,-3 1 23 16,2 0-8-16,-2 1-36 0,1-1 0 0,-1 3 29 16,1-3 0-16,-2 2-21 0,2 0-8 0,0 0 15 15,-3 0-15-15,1 2 0 0,-3 0-1 0,1 0 22 16,-2 0-21-16,-1 0-1 16,-1 0 14-16,0 0-14 0,-2 0 1 0,-2 4 40 15,2 0-40-15,-2 0 0 0,-1-3-1 0,0 3 29 16,2-1-1-16,-1 1-19 0,0 0-8 0,0 1 23 15,1 1 0-15,-2-4-23 0,-1 4 8 0,1 2 0 16,-3-3-8-16,-2 4 0 0,-1 0 33 0,-4 3-33 16,-2 1 7-16,0-1 29 0,-10 4-36 0,4 2 0 15,-3-2-1-15,-2 4 39 0,3-4-30 0,-9 6-8 16,4-1-1-16,0 2 12 16,2-2-11-16,-1 1-1 0,8-1 9 0,-5 7-23 15,11-7 15-15,-2-1-1 0,0 4-26 0,3-1-1 16,5-1 36-16,-1 3-53 0,1-2 20 0,1 1-7 15,3 0 26-15,-3 3-38 0,1-1 36 0,0 2-13 16,-1-1 9-16,-1 1-3 0,0 2 1 0,1-2-4 16,-2 0 8-16,3 2 3 0,-1 0-8 0,0 0 2 15,3 2-4-15,-3 0 5 0,2 3 4 0,-3 1-1 16,7-6-11-16,-3 4 6 0,0 3 1 16,1-5 11-16,1 3-6 0,0-2-7 15,2 2 2-15,-4 0 16 0,4-1-16 0,-2-1 0 16,5 3 6-16,-2-2-11 0,3-1 6 0,1 1 1 15,0 2-1-15,1 0-10 0,2 1 15 0,1 5-43 16,0-7 37-16,1 9-2 0,0-11 2 0,2 6-28 16,1-1 30-16,1 1-9 0,0-4 3 0,0 0-26 15,0 1 1-15,0 0 18 0,1 0 8 16,3-2-46-16,5 5 40 0,-2-3-3 0,4-1-26 0,-1 1 25 16,3-3 3-16,-1 2-14 15,1-4 11-15,2 1-3 0,0 1 2 0,0-5 7 16,2 1-5-16,2-3-5 0,1 1 3 0,3-1 40 15,3-2-39-15,1-1 0 0,3-2 1 0,2-1 26 16,-1-1-1-16,8 0-20 0,-2-2 37 0,-2-4 8 16,12 5-45-16,-5-5 41 0,4 0-38 0,0-1 8 15,4 1-6-15,-7-3-9 0,11 4 11 0,-1-3 6 16,0-1-5-16,-1 2-27 0,-1-2 0 0,-6-1 30 16,9 2-4-16,-6 1-37 15,-2-5 1-15,0 2 27 0,0-4-29 0,-6 1-3 16,9 0 32-16,-2-2-24 0,1-2 21 0,2 0-9 15,0-2 7-15,1 0-19 0,2 0 16 0,-3 0 1 16,2-2 0-16,1-1-21 0,2-6 20 0,-3 0-1 16,-1-1-2-16,4 3-10 0,-2-3 12 0,-2 1-1 15,1 0-36-15,-1-3 0 0,-3 3 31 16,1-2-27-16,-1 0-3 0,0-1 28 16,-2 1 1-16,-4 0-20 0,6-2 13 15,0 0 4-15,-4 0-9 0,2-1-12 0,-1 1 13 0,-6 1 1 16,8-4-5-16,-8 1 34 0,-5 2-1 0,0-2-25 15,-2 2 34-15,-2-3-34 0,-2 2 8 0,-1-2 12 16,-1 1-13-16,0-1-2 0,1-3 3 0,-1 2 11 16,0-1-10-16,4-1-1 0,-2-1 4 0,2-1-8 15,0 1 6-15,0-2-3 0,0 1 1 0,-1 0-34 16,-1 0 32-16,0-3 1 0,-1 1-17 16,-3 0 15-16,0 0-1 0,-1-4 5 15,1 3-3-15,-1-2-2 0,-1-1 0 0,1 1-27 16,0 2 26-16,-2-2 0 0,-1 2-1 0,1-1 17 15,0-2-15-15,-3 4-3 0,1-2 4 0,-3-1 13 16,0 2-14-16,0-3 0 0,0 1-13 0,-2-1 11 16,0 1 3-16,-1-2-3 0,2-2 1 0,-2 2 1 15,2-1 1-15,-2-5-11 0,0 5 10 0,1-4 0 16,-2 4-2-16,2-3 20 0,-1 1-22 16,-3 1 3-16,1 1-1 0,-4 1 2 15,0 0 1-15,0-1-1 0,-4 3-26 0,1-5 25 16,-2 5 1-16,0 0-29 0,-1-3-1 0,-1 5 27 15,0 1-4-15,0-6-27 0,0 5 27 0,0-3 2 16,0 2-6-16,-5 5 1 0,0-3-7 0,-4 3 9 16,4-1-7-16,-4 0 38 0,1 2-1 0,-2 1-30 15,3 1 24-15,-2-1 2 0,-1-1-18 0,1-1 9 16,0 2-8-16,-3-3-3 16,3 1 4-16,-2-1 33 0,-1 3-32 0,1-3-2 15,0 1 4-15,-3-2-19 0,4 3 15 0,-6-1 1 16,3 1-11-16,2 0 11 0,-4 2-2 0,2-1 2 15,-2 1 38-15,0-1-36 0,-1 2-2 0,0 1 43 16,-1 1-40-16,0-2 0 0,0 1 0 0,-2 1 41 16,3 0-39-16,-4 0 0 0,0 3 4 0,1-2-1 15,0 2 2-15,1-1 3 0,-1 2-4 0,1-3-4 16,-2 5 4-16,1-4 0 0,-1 3-15 0,-1 0 13 16,2-1 1-16,-1 1-25 15,-1-1 23-15,0 1-1 0,-1-3 1 0,1 3-22 16,0 0 20-16,1-1-1 0,-1 1 2 0,2 0 0 15,1-1-1-15,-1 2-2 0,1 0 2 0,-2-2 10 16,1 3-10-16,-1 0-1 0,1-2 6 0,0 3-5 16,1 1 0-16,-3 2-7 0,0-3 7 0,1 1 2 15,1 3-2-15,-1-3-12 0,-3 2 12 0,4-1 0 16,-4 2 0-16,5 0-6 16,-3 0 5-16,-2 0-1 0,3 1 1 0,-1-1-3 15,0 0 3-15,3 0-2 0,-5 0 1 0,2 1 0 16,1 1 1-16,-3 0 15 0,0 0-15 0,2 0 0 15,-4 0 0-15,2 0 10 0,0 0-9 0,-3 0 0 16,0 0 0-16,4 0 10 0,-10 0-10 0,3 0 2 16,-1 0 4-16,0 0-4 0,2 0-1 15,-2 0 2-15,0 0-1 0,2 0 1 16,-1 0-2-16,3 0 3 0,0 0-3 0,4 0 1 16,-3 0 0-16,2 0-7 0,0 0 7 0,2 0 0 15,-2 0-1-15,0 0-23 0,3 0 23 0,-1 0-1 16,0 0 1-16,1 0 3 0,-1 0-4 0,0 0-2 15,1 0 3-15,1 0-2 0,0 0 1 0,2 0 4 16,0 0-4-16,2 0-1 0,0 0 1 0,0 0 11 16,2 0-11-16,4 0 2 0,-1 1-1 0,1 1 7 15,1 0-7-15,1 2 2 0,3-4-2 0,-1 1-39 16,3 1 38-16,0 0 0 16,0-2 0-16,2 0 1 0,-1 0 0 0,1 0-243 15,0 0 114-15,0 0 42 0,0 2 22 0,0 2-347 16,0 1 190-16,1 2 96 0,8 5 46 0,4 3-360 0</inkml:trace>
  <inkml:trace contextRef="#ctx0" brushRef="#br0" timeOffset="64618.87">18547 2388 531 0,'-2'-1'0'0,"1"-1"0"0,-1-2 0 0,0 1 0 0,-2 1 0 0,3-3 0 0,-3 3 33 0,-3-3 59 0,4 1-22 0,-3 1-8 15,1-1-29-15,-2 2 59 0,-1 0-30 0,0 1 26 16,1-2-20-16,-6 3-8 0,1 0-27 0,0 0 22 16,-2 0 1-16,-1 0-24 0,-2 8 9 0,-1 2 41 15,-1-2-25-15,-4 6 0 16,5-1 12-16,-2-1 8 0,-4 4-44 0,4-1 66 16,-1 3-32-16,2-4-1 0,-1 3-33 0,0 0 8 15,-2 4-8-15,4 1 39 0,-3-1 0 0,2 1-40 0,0 3 27 16,4-4-18-16,-2 7-8 0,2-1 28 15,0-1-29-15,4-1 1 0,-1 4-19 0,1-1 27 16,2 1-8-16,-1-1 0 0,3-2 0 0,2 2 18 0,1-2-19 16,2-3 9-16,0 0-8 15,1 3 20-15,1-5-20 0,0 0 0 0,0 0-7 16,0 0 15-16,5-2-8 0,2-1-14 16,2-1 14-16,1 0-27 0,1-2 0 15,0 0 34-15,1-1-8 0,3 0-2 0,-2-2 2 0,4-2-26 16,0 3 1-16,1-5 22 0,5 2 4 0,0-5-9 15,0 0 1-15,6-4 24 0,-1-1 0 0,0 0-17 16,4 0-9-16,-2 0 4 0,0 0 0 0,2-3 3 16,-2-5-17-16,0 0 23 0,0 1-7 15,-1-1 2-15,-1 0-2 0,-2 0-30 0,1 1 0 16,-5-1 34-16,6-2-42 0,-3 2-4 16,-1 1 36-16,1-2-48 0,-1-2 22 0,-4 3-2 0,3-1-14 15,-2-1-2-15,-1-1 33 0,1-1-5 16,-2 1 4-16,0-2-7 0,-2 1-18 0,-1-2 14 0,0 2-20 15,-4-3-3-15,2 2 26 0,-1-1-14 16,-2 1 10-16,1-3 1 16,-1 3 0-16,1-2-1 0,-3 3 0 0,0-4-1 0,0 1 0 15,1-2 1-15,-3 3 9 0,0-4-9 0,1 3 0 0,0-1 8 16,-4 0-7-16,1 1 0 16,-3 0 9-16,0 2-8 0,0-1 0 0,-1 3 7 15,-1-1-7-15,0 0 0 0,0 1-2 0,0 0 2 16,0-1 1-16,0 1 0 0,-5 1 0 0,-1-1-1 15,1 0-15-15,-3 0 15 0,0 0 0 0,-1 1-22 16,0-1 20-16,-3 1 2 0,3 2-22 0,-3-2 20 16,0 2-3-16,-1 1-5 0,-1 0 5 0,3-2 1 15,-1 1-2-15,-2 2 1 0,1-2-15 16,-1 1 15-16,2-1-2 0,0 0 2 0,-1 1-15 16,0-2 14-16,0 1-1 0,2 1-14 15,-3-1 14-15,1 2 2 0,1-1-3 0,-2 1 0 16,1 3-3-16,-2-3 4 0,0 4-2 0,-2-2 1 15,2 0-1-15,0 2 1 16,-2 1 31-16,2 0-30 0,2-2 1 0,-3 1 33 0,2 1 2 0,0-1-33 16,3-1 32-16,-4 2 1 0,4-1-27 0,-2 2 0 15,-1-1 2-15,2 1-1 0,2-3 5 16,-3 3-5-16,4 0 11 0,-1-1-36 16,2 1 30-16,-1 0-2 0,2 0-37 0,1 0 35 15,2 0-25-15,-1 0-1 0,3 0 21 0,-2 0 1 16,2 0-5-16,2 0-22 0,-2 0-4 0,2 0 27 15,-1 0-4-15,1 0-54 0,0 0 23 0,0 0 2 0,-2 0-6 16,2 0 0 0,0 0-14-16,-2 0 1 0,2 0 27 0,-2 0 9 0,2 0-11 0,0 0-27 15,0 0-57-15,0 0 42 0,0 0 5 0,0 0-211 16,0 0 122-16,0 1 62 0,0 5-510 16,0 3 285-16,2 4 135 0,5 6-204 15</inkml:trace>
  <inkml:trace contextRef="#ctx0" brushRef="#br0" timeOffset="68999.12">17659 1278 437 0,'2'0'0'0,"-2"-1"0"0,0-2 0 0,0 2 0 0,0-1 0 0,0 1 0 0,0-1 0 0,0-1 79 0,0 1-23 0,0 1 0 16,0 1-2-16,0 0 8 0,0 0-29 16,0 0 0-16,0 0-40 0,0 0 40 15,0 0-1-15,0 0-31 0,0 0-9 0,0 0 41 16,0 0-1-16,0 0-21 0,0 0 12 0,0 0 15 16,0 0-32-16,0 0 19 0,0-2-10 0,0 2 8 15,0 0 6-15,-2 0-1 0,0 0-10 0,0 0 4 16,2 0 22-16,-2 0 1 0,2 0-9 0,0 0 12 15,0 0 4-15,-2 0-24 0,2 0 4 0,0 0 20 16,0 0-12-16,-1 0-9 0,1 0 2 0,0-2-17 16,0 2 17-16,0 0-2 15,0 0 13-15,0 0-45 0,-2 0 1 0,2 0 30 16,-2 0-34-16,-2 0-1 0,1 0 34 0,-1 0-35 16,-1 0-5-16,2 0 33 0,-3 0-9 0,3 2 18 15,-3 1-10-15,1 2-3 0,-2-2-4 0,4 0 18 16,-4 4-15-16,1-2 0 0,1 1 5 0,-5 4 26 15,2 0 3-15,-3-2 10 0,-1 5-36 0,0 0-2 16,-1 3 12-16,-4 2-11 0,0 1 21 16,0-1-19-16,-2 4 6 0,1-2-32 15,2 1 7-15,-4 3 19 0,3-2 1 0,0 1-32 16,0 1-2-16,1-1 31 0,2 0-28 0,-2 0 19 16,5-3 5-16,1 1 0 0,-2-2-41 0,3-1 38 15,-1-1-4-15,0-2 16 0,1 0-15 0,0-2 0 16,0-1-2-16,1 1 13 0,1-6-7 0,-2 4-2 15,1-3-1-15,0-2 39 16,1 1-36-16,1-2-2 0,-1 1 28 0,1-2-23 16,0 0-3-16,2 0 5 0,1-2 21 0,1-1-21 15,0-1 3-15,0 2 3 0,2-2-7 0,0 0 3 16,0 0-2-16,0 0-25 0,0 0 5 0,0 0 19 16,0 0 0-16,0 0-39 0,0 0 0 0,0 0 31 15,0 0-34-15,0 0 29 0,0 3 6 0,0-2-33 16,0 0 0-16,0 2 20 0,0 0 9 0,0-1 29 15,2 2 0-15,4 1-35 0,-1-3 3 0,2 3 58 16,2-2-24-16,0 1 1 0,2 0-30 16,2-1 38-16,2-1 0 0,2 0-18 15,4 0-12-15,3-2 30 0,2 0 1 0,3 0-40 16,-1 0 15-16,2-2 13 0,2-2-12 0,0-1-48 16,0-2 23-16,-1-1-4 0,1 1 26 0,-5 1-59 15,5 0 24-15,-6 0-8 0,-5 5 35 0,-1-4-92 16,-1 4 43-16,-4-2 13 0,-1 2-50 0,-4 1 28 15,0 0 0-15,0 0 3 16,-5 0 31-16,1 0-16 0,-3 0 12 0,1 0 11 16,-1 0-13-16,0 0-7 0,-1 0 5 0,0 0 37 15,-2 0-35-15,0 0 0 0,0 0-1 0,0 0-4 16,0 0 6-16,0 0 5 0,0 0-122 0,0 0 56 16,0 0 29-16,0 0-5 0,0-2-511 0,0-1 255 15,2-3 141-15,1 4-258 0</inkml:trace>
  <inkml:trace contextRef="#ctx0" brushRef="#br0" timeOffset="69906.9">16568 1348 620 0,'0'0'0'0,"0"-2"0"0,0 2 0 0,0 0 0 0,0 0 0 0,0 0 0 0,0 0 0 0,0 0 171 16,-1 6-69-16,-1 4-35 0,2-1 9 0,-2 2 4 15,2 2-24-15,0 2 1 0,0 3-24 0,0-2 50 16,0 3-29-16,0 0 0 0,0 2 11 0,2 6-32 15,0-4 0-15,-2 0 8 0,0 7 28 0,0-3-36 16,0 0 0-16,0-1 4 0,0 0-4 16,-4-3 8-16,-1 0-8 0,-2-1 3 15,2-3-3-15,-1 0 0 0,1-4-1 0,1-2 30 16,-1 0-29-16,0-3 0 0,3-4 6 0,0-1-6 16,1-2 0-16,1-1 34 0,-2-2-8 0,2 0-26 15,0 0 0-15,0 0 23 0,0 0 0 0,2 0-15 16,8 0-8-16,2 0 24 0,8 0-1 0,1 0-23 15,4 0-1-15,-2 0-23 16,5-2-9-16,-2-1 32 0,1-1-60 0,-7 3 30 16,5-2 1-16,-3 3-8 0,-4 0-6 0,2 0 25 15,-4 0 10-15,-2 0-78 0,-2 0 35 0,-1 3 10 16,-2-1-3-16,-2 3-49 0,-2-2 32 0,-1 0 5 16,-1-2 0-16,-1-1-27 0,-1 2 22 0,-1-2-8 15,0 0-27-15,0 0 22 0,0 0 1 0,0 0-54 16,2 0 40-16,2-8 10 0,1-3 0 0,4-2-423 15,2 0 217-15</inkml:trace>
  <inkml:trace contextRef="#ctx0" brushRef="#br0" timeOffset="92576.25">18091 2242 127 0,'-2'0'0'15,"-2"0"0"-15,2-2 0 0,1 1 0 0,-3-1 0 0,2 0 127 0,-1-2-48 0,1 3-22 16,0-2-1-16,0 2 1 0,0-1-16 0,-1 2-8 16,2 0-1-16,-1-3 34 0,0 3-1 0,0 0-32 15,2 0 34-15,-2 0-7 0,2 0-28 0,0 0 42 16,0 0-1-16,0 0-40 0,0 0 8 0,0 0 63 16,0 0-35-16,0 0 0 0,0 0-37 0,0 0 67 15,0 0-26-15,0 0-7 0,0 0-8 0,0 0-1 16,0 0-24-16,0 0 0 15,0 0 37-15,0 0-8 0,0 0-29 0,0 0 24 16,0 0 0-16,0 0-25 0,0 0 9 0,0 0 29 16,0 0-37-16,0 0 0 0,0 0-1 0,0 0 1 15,0 0 8-15,0 0-8 0,0 0 0 0,0 0-32 16,0 0 32-16,0 3-1 0,2-1 31 0,2-1-8 16,-2 2-22-16,2-3 11 0,0 1-11 0,-2 1-1 15,1 0 9-15,1 0-19 0,0 0 10 0,-3-2 1 16,3 1 0-16,0 1-8 0,2 1 16 0,-2-3-8 15,1 1 0-15,-1 1-12 16,1-2 11-16,1 1-5 0,0 2-11 0,0-2 12 16,-1 1 3-16,1-2-24 0,-3 2 0 0,3 0 18 15,-2-1 10-15,2 2-41 0,-1-3 32 0,-1 1-3 16,3 2 2-16,-1-3-26 0,0 1 30 0,-1-1-10 16,3 2-1-16,-1 1 3 0,3-3 0 0,-3 2-2 15,2-1 6-15,2 1-5 0,-2 1 0 0,2-1-28 16,-2 3 28-16,1-2 4 15,2 2-4-15,0 0-26 0,1-2 24 0,0 3-1 16,0-2 1-16,2-1 21 0,1 1-21 0,-2 0-2 16,2-1 1-16,-2 1-35 0,0 1 34 0,-3-4 3 15,4 3-39-15,-6-1 34 0,1 1 1 0,-1 0-40 16,1 0 0-16,-5-2 36 0,1-1 0 0,-1 3-47 16,-1-2 21-16,-3-2-8 0,4 3 28 0,-3-3-31 15,0 0 27-15,0 1-9 0,-2-1 7 0,0 0 24 16,1 0 1-16,-1 0 14 0,0 0-1 0,0 0-33 15,0 0-1-15,0 0 29 16,0 0-27-16,0 0 9 0,0 0-7 0,0 0 13 16,0 0-11-16,0 0 169 0,0 0-178 0,0 0-168 15,0 0 336-15,0 0-168 0,0 0 0 0,0 0 0 16,0 0-168-16,0 0 336 0,0 0-360 0,0 0 197 16,0 0-6-16,0 0-4 0,0 0 8 0,0 0-4 15,0 0-1-15,0 0 3 0,0 0-1 0,0 0 1 16,0 0 0-16,0 0-4 0,0 0 3 0,0 0 0 15,0 0-1-15,0 0 1 16,0 1 1-16,0 4-1 0,0-3 193 0,0 1-193 16,0 3 0-16,0 0 0 0,0 0 0 0,0 5 0 15,-5-1 0-15,-3 2 0 0,2 1 0 0,-3 2 0 16,2 0 0-16,-1 3 0 0,-1-2 0 0,1 3 0 16,1-1 0-16,-1-1 0 0,2 0 0 0,-1 1 0 15,3-2 0-15,-1-2 0 0,1 3 0 0,2-5 0 16,-2 1 0-16,0 0 0 0,2 0 0 0,-1 1 0 15,-1-3 0-15,0 0 0 0,1 1 0 16,1-1 0-16,-2-2 0 0,3-2 0 16,-4 0 0-16,3 0 0 0,2-1 0 0,-2-4 0 15,2-1 0-15,0 1 0 0,0-2 0 0,0 0 0 16,0 0 0-16,0 0 0 0,0 0 0 0,0 0 0 16,0 0 0-16,0 0 0 0,0 0 0 0,0 0 0 15,0 0 0-15,0 0 0 0,0 0 0 16,0 0 0-16,0 0 0 0,0 0 0 15,0 0 0-15,0 0 0 0,0 0 0 0,0 0 0 16,0 0 0-16,0 0 0 0,0 0 0 0,0 0 0 16,0-7 0-16,0-6 0 0,2-3 0 0,6 1-656 15,-2 0 316-15,-1 1 154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24:10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9997 2159 270 0,'0'0'-28'0,"0"0"-1"0,0 0 29 0,0 0 41 15,0 0 1-15,0 0-25 0,0 0-4 0,0 0 99 16,0 0-40-16,0 0 0 0,0 0-39 0,0 0 11 15,0 0-12-15,0 0 1 0,0 0 0 0,0 0-8 16,0 0 8-16,0 0 6 0,0 0-6 0,0-2-1 16,0 2 1-16,0-1-24 0,0 1 23 0,0-2 9 15,0 2-8-15,0 0-39 16,0-2 37-16,0 2-8 0,0 0 9 0,0 0-26 16,0-1 21-16,0 1-2 0,-2 0-8 0,2 0 8 15,0 0 6-15,0 0-30 0,0-2 22 0,0 2 1 16,-3 0 1-16,3-3-33 0,-2 3 36 0,1 0-5 15,-1-2-2-15,-2 2-4 0,2-2 2 0,-1 2 3 16,1-1 1-16,-2 1-19 0,2-3 13 0,1 3 3 16,-3-1-1-16,-1 1 0 0,3-2 3 0,-1 2 0 15,1-2-4-15,-2 2 1 16,1-2 0-16,-1 2-26 0,0-1 30 0,1 1-5 16,-2-2 0-16,2 2-24 0,-3 0 22 0,1-2 1 15,-1 2 3-15,-1 0-30 0,1 0-3 0,-2 0 27 16,1 0-24-16,0 0 21 0,-2 0-1 0,4 0 10 15,-2 0-12-15,2 0 2 0,-3 0-2 0,0 0 37 16,0 0-31-16,3 0-4 0,-1 0 2 0,-4 0 19 16,3 0-17-16,0 2-1 0,0 0 6 0,-2-1-8 15,0 1 5-15,2 0-1 16,0 0 3-16,-1-1-25 0,0 3 3 0,1 0-13 16,-2-1-2-16,1 0 29 0,-2 1-2 0,4-1-12 15,-5 2 12-15,4-2 0 0,-4 1-6 0,2 0 26 16,-1-2-23-16,1 1 2 0,1 1-3 0,-3 0 12 15,1-2-10-15,1 0 0 0,-1 1-12 0,1 0 13 16,0 0 4-16,-1-2-28 0,2 2 25 0,-2 0-2 16,-1 1 2-16,-1-1-16 0,1 2 14 0,-3 1 0 15,2-1-4-15,-4 3 19 0,2-2-18 16,-2 1 2-16,2 0-2 0,-2 1 27 16,1-2-25-16,3 1 0 0,-4 1 33 0,3-2-29 15,0 1 2-15,0-2-4 0,-1 3 0 0,2-1 2 16,1-2 3-16,-1 3-21 0,-1 0 19 0,1-2-1 15,1 1 1-15,-1 1-38 0,0-1 34 0,1 1 4 16,3 1-6-16,-5-2-28 0,2 3 26 0,0-2 3 16,-1 0-14-16,3 0 10 0,-3 2 2 15,3-3-4-15,-2 2 1 0,-1-1 2 16,1 1-3-16,0 1 9 0,-1-1-7 0,0 3 0 16,-4-4 1-16,2 6 21 0,-4-3-21 0,2 3 2 15,-1 0-2-15,0 0 40 0,-2 0-38 0,3 1 0 16,-2 0 2-16,4 1 19 0,-2-4-19 0,2 2 4 15,0 1-1-15,1-2 1 0,2-2-3 0,-1 3-10 16,3-3 11-16,-4 0 1 0,4 0-1 0,-1 0-19 16,0-1 18-16,1 1 1 0,2 1-1 15,-3-1-12-15,2 2 11 0,-2 1-3 16,-1 0-12-16,1 1 14 0,1 2-1 0,-2 2-1 16,-1-2-4-16,1 1 5 0,-1 3-1 0,1-2-2 15,0 1 2-15,0 1-1 0,1-2 1 0,-1 1 20 16,-1 0-20-16,2-2 2 0,1-1-2 0,-3 0 35 15,3 0-34-15,1-2 4 0,-2 0 7 0,3-1-6 16,0-2-2-16,1 2 10 0,-2-1-9 0,2 0 2 16,1-3-2-16,0 4-16 0,0-1 16 0,-1 1 1 15,1-1 0-15,0 0-39 16,1 0 36-16,0 2 0 0,1-1 0 0,-1 0-33 16,0 1 31-16,4 0-3 0,-6 0 3 0,4 1-19 15,0 0 17-15,0-1-4 0,1 0 6 0,0 2-7 16,-4-3 4-16,5 2 22 0,-2 1 0 0,1-2-21 15,1-1 0-15,-2 1 33 0,2-1-30 0,0-1 2 16,0 0-3-16,0 2 14 0,0-3-12 0,0 1 4 16,0-2 3-16,0 2 8 0,0-2-13 0,2 1 12 15,-1 1-11-15,3 0 0 16,0-2 2-16,-1 3 15 0,4-1-17 0,-2 0 1 16,1-2-1-16,-1 2-3 0,-1-3 8 0,3 3-4 15,-1-2 1-15,2-1-20 0,-1 0 19 0,-2 1 0 16,4-4-19-16,-2 2 18 0,0-2-2 0,1 0 6 15,0 0-5-15,0 0 0 0,-2 1-1 0,2-3 21 16,0 1-22-16,-1 2 2 0,-1-4 0 0,2 1 31 16,-2-1-25-16,2 2-4 0,-2-2 4 15,1 0 15-15,-1 1-15 0,2 0-2 16,0 0 28-16,2 0-26 0,-3 0 1 0,3 1 8 16,-1-1-7-16,3 1-1 0,-3-2 5 0,2 4 1 15,2-3-5-15,-1 0 0 0,0 1 1 0,2-1 11 16,-4 1-6-16,2 0-5 0,2-1 2 0,-2 1-33 15,-1 0 30-15,1-1 0 0,-2-1-38 0,1 0 36 16,0 0-2-16,-2-2-17 16,3 2 16-16,-1-3 1 0,-2 1 0 0,3 2 27 0,-1-2-29 0,0-1 1 15,1 1-3-15,1 0 5 0,-1 0 0 16,0-1-2-16,1 4 2 0,1-4 3 16,-2 4-2-16,4-3-2 0,-1 0 5 0,-2-1-5 15,2 1 3-15,0 0-25 0,1 0 22 0,-2 0 1 16,3-2 1-16,-2 0-20 0,0 0 16 0,0 0 1 15,-2 0-3-15,4 0-10 0,-4 0 13 0,1 0-2 16,0 0-2-16,-1 0-27 0,1 0 25 0,1 0 3 16,-2 0-26-16,0 0 24 0,1 0-3 0,-4 0 8 15,3 0-7-15,-1 0 2 16,-1 0-2-16,3 0 5 0,-3 0-5 0,0 0 1 16,0-2-2-16,0 0 17 0,2 0-14 0,1 0-1 15,-3 1 1-15,2-1-1 0,0 0 2 0,-4-1 0 16,5 1-9-16,-3 1 8 0,3-2 1 0,-4 3-6 15,3-2 4-15,1 1 2 0,-1 1 160 0,2-2-167 16,-2 0 0-16,2 0 0 0,0 1 0 0,1-1 0 16,0-2 0-16,-1 1 0 15,2-1 0-15,0-2-175 0,-2 2 177 0,2 0 0 16,-2 1-49-16,0-1 21 0,0 2 0 0,0 0-11 16,-2-2-4-16,1 2 25 0,-2 1 8 0,2-1-12 15,-1-2 9-15,0 0 0 0,0 0-7 0,2 1 35 16,0-3-30-16,0 2-1 0,0-1 2 0,0 1 17 15,-1-2-16-15,-3 5 2 0,1-4-14 0,0 4 16 16,-3 0-2-16,0-1-26 0,0-1 26 0,-4 3-3 16,0 0 2-16,-1 0 12 15,-2 0-12-15,0 0-3 0,0 0 2 0,-1 0 22 16,1 0 2-16,-2 0-23 0,0 0 0 0,0 0 53 16,0 0-24-16,0 0 5 0,0 0 12 0,0 0-13 15,0 0 0-15,0 0-10 0,0 0-8 0,0 0 11 16,0 0-9-16,0 0-74 0,0 0 36 0,0-2 1 15,-5 2 36-15,-3 0-592 0,1 0 283 0,0 0 123 16,1 0 74-16,4 2-723 0</inkml:trace>
  <inkml:trace contextRef="#ctx0" brushRef="#br0" timeOffset="1733.89">10102 2201 328 0,'-2'0'0'0,"0"0"0"0,-2 0 0 0,2 0-164 0,-1 0 82 0,1 0 41 0,2 0 41 0,-3 0-13 0,3 0 40 0,-2 0-23 16,2 0 26-16,0 0 0 0,0 0-21 0,0 0 6 16,0 0-6-16,0 0 1 0,0 0 0 0,0 0-7 15,0 0 7-15,0 0 2 0,0 0-3 0,0 0-16 16,0 0 19-16,0 0-3 0,0 0 2 0,0 0-26 15,0 0 19-15,0 0 4 0,0 0 23 0,0 0-1 16,0-2-24-16,0 1 47 0,0 1-3 0,0-3-39 16,0 3 4-16,0-2 57 0,0 2-24 0,0 0 3 15,0 0-23-15,-1 0 24 16,1 0-19-16,0 0-9 0,0 0 19 0,0 0 31 16,0 0-36-16,0 0-7 0,0 0 37 0,0 0-35 15,0 0-1-15,0 0 44 0,0 0-8 0,0 0-35 16,0 0-1-16,0 0 30 0,0 0 0 0,0 0-21 15,0 0-8-15,-2 0 57 0,2 2-28 0,-2 1 0 16,0 0-29-16,2-2 33 0,-2 3-7 0,0 0-27 16,-1-2 43-16,1 1-21 15,0 2-1-15,0-1 11 0,1-2-8 0,-1 2-24 16,0-3 1-16,-1 1 22 0,3 0-22 0,-2 0 8 16,1 0-8-16,1-1-11 0,-2 4 11 0,0-4-1 15,0 2 1-15,0 3 1 0,0-2-2 0,1 0-22 16,-1 1 0-16,0 2 23 0,2-2 0 0,-2 1-48 15,2 2 18-15,-2-4-8 0,2 4 31 0,0-2-51 16,-1 1 22-16,1-1-2 0,0-1 23 0,0 2-35 16,0 0-1-16,0-2 23 15,0 1 10-15,0 2-32 0,0-1 26 0,0-1-6 16,0 3 2-16,0-1-2 0,0-2 5 0,0 5 23 16,0-2-24-16,-2-2 0 0,2 2 0 0,0 1 29 15,0-1-25-15,0 0 0 0,0 1-2 0,-2-1 13 16,2 2-12-16,0-2 3 0,0-2 0 0,0 2-27 15,0 1 25-15,0-1-9 0,0 0 8 16,0 1 1-16,0 0 1 0,0 1-18 0,-2-3 15 16,2 2-3-16,0 1 3 0,0 1 2 15,-3-3-1-15,3 1-4 0,0 1 1 0,-2-2 11 16,2 2-10-16,0-1 0 0,0 1 2 0,0 1 2 16,0-1-3-16,-1 0 7 0,1 0-7 0,0 3 1 15,0-3 2-15,0 1 1 0,-2 2-3 0,2-1 0 16,0-1 0-16,0 1-17 0,0-3 19 0,0 3-3 15,0 0 0-15,0-1-23 0,0-1 22 0,0 3 0 16,0-4-21-16,0 2 19 0,0-2 1 0,0 5-20 16,0-3 19-16,0-1-3 15,0 0 3-15,0 0 3 0,0 1-5 0,0 0-1 16,0 0 1-16,0-1 32 0,0 0-30 0,0 0-1 16,2 0 0-16,-2-1 29 0,1 4-27 0,-1-6 2 15,2 4-14-15,1-3 14 0,-1 2-1 0,0-1-32 16,0 1 31-16,-2-2 0 0,1 3 3 0,1-2-21 15,0 1 18-15,-2-3-4 0,0 2 3 0,2 1-8 16,-2-1 7-16,2 0-5 0,-2 0 4 0,0-2 27 16,0 1-28-16,0 1 0 0,1-1 1 15,-1 1 3-15,2 1-2 0,-2-1 1 16,0 0 28-16,2 0-24 0,-2-1-4 0,2 3-20 16,0-5 21-16,-2 2 0 0,2 1 0 0,-1-2-14 15,-1 2 13-15,2 0 0 0,1-2-2 0,-3 0-11 16,0 2 12-16,2-2 0 0,0 1-2 15,-2 0-7-15,1-1 6 0,-1 0 0 16,2 1 2-16,-2 0-2 0,2 1-1 0,-2-1 5 16,2 0-3-16,-2 1 0 0,0-1 0 0,0 1 2 15,0 0-1-15,2-1-1 0,-2 0 0 0,0 0-5 16,0 0 5-16,0-1 1 0,0 2-15 0,1-3 14 16,-1 2-1-16,0-2-14 0,0 3 13 0,0 0 2 15,2-1-3-15,-2 3-18 0,0-1 17 0,0 0 2 16,0-1-3-16,0 0-12 0,0 3 11 0,0-2 2 15,0-1-3-15,0 0-22 0,0-1-3 0,0 0 25 16,0-1-25-16,2-1 0 0,0-1 19 0,0 1-9 16,0-1 9-16,-2 1-1 0,1-1-2 0,-1 0 41 15,2 1-39-15,-2 1 2 16,0-1-2-16,0 4 27 0,0-4 3 0,0 1-26 16,0 0 4-16,0 2 27 0,0-3-25 0,0 3-4 15,0-3 29-15,0 2-1 0,0 0-17 0,0 0 10 16,0-2-11-16,0 2-2 0,0-1 5 0,0 2-21 15,0-3 18-15,0 0-1 0,0 2 1 0,0-3-27 16,0 2 25-16,0-3 0 0,3 1-2 16,-3 0-6-16,0-3 4 0,0-1 3 15,0 2-5-15,0-2 7 0,0-2-6 0,0 0 15 16,0 2-12-16,0-2-1 0,0 0 1 0,0 0-2 16,0 0 2-16,0 0 0 0,0 0 1 0,0 0-76 15,0 0 36-15,0 0-1 0,0 0 35 16,0 0-368-16,0-4 161 0,0-9-223 0,0-6 201 0,0-7 100 15,0-5 50-15,2-11-520 0</inkml:trace>
  <inkml:trace contextRef="#ctx0" brushRef="#br0" timeOffset="2500.66">10032 2214 44 0,'0'0'0'0,"0"0"0"0,-1 0 0 0,1 0 0 0,-2 0 132 0,2-2-45 0,-4 0-32 0,1 0 10 0,1 2-32 16,1-2 8-16,-1 2-8 0,-2 0 0 15,2 0 0-15,1 0 0 0,1-1-1 0,-2 1-31 16,0 0 32-16,2 0 0 0,0 0-1 0,0 0-7 16,0 0 6-16,0 0 8 0,0 0 13 0,0 0-21 15,0 0 0-15,0 0 36 0,0 0-36 0,-2 0 8 16,2 0-5-16,0 0 41 0,0 0-21 0,0 0 0 15,0 0-21-15,0 0 40 0,0 0-8 0,0 0-32 16,0 0-1-16,0 0-37 0,0 0 38 0,0 0-55 16,0 0 23-16,0 0 0 15,0 0 32-15,0 0-36 0,0 0 10 0,0 0 8 16,0 0-11-16,0 0-26 0,0 0 9 0,2 1 0 16,0 1 2-16,0 0 20 0,-1 0-9 0,-1-2 8 15,2 2 0-15,0-1-1 0,-2-1 0 0,2 0-28 16,-2 3 28-16,0-3 0 0,0 0 2 0,2 0-34 15,-2 0 31-15,0 0 1 0,0 0-4 0,0 0-4 16,0 0 4-16,0 0 1 16,0 0-6-16,0 0 42 0,0 0-1 0,0 0-35 15,0 0 0-15,0 0 63 0,0 0-26 0,0 0 3 16,0 0-8-16,0 0-22 0,0 0 10 0,0-3-38 16,0 2 34-16,0 1 2 0,0 0 1 0,0 0-11 15,0 0 7-15,0 0 0 0,0 0-6 0,0 0-29 16,0 0-11-16,0 0 41 0,0 0-144 0,0 0 67 15,0 0 26-15,1 0-331 0,1 0 166 0,5 0 89 16,0 0 28-16</inkml:trace>
  <inkml:trace contextRef="#ctx0" brushRef="#br0" timeOffset="3663.31">10068 2208 358 0,'0'-2'0'0,"0"-2"0"0,0 3 0 0,0-1 0 0,0 1 0 0,0-2 85 0,-2 1-26 0,0-1 0 15,2 1 25-15,-2-1-29 0,1 2-1 0,1-1-21 16,-2 0 34-16,2 0 0 0,-2 1-26 0,2 1-8 15,0 0-13-15,0 0 13 0,0 0 0 16,0 0-26-16,0 0 26 0,0 0 0 16,0 0-48-16,0 0 24 0,0 0 0 15,0 0 29-15,0 0-43 0,0 0-9 0,0 0 38 16,0-2-13-16,0 2 22 0,0 0-15 0,0 0 1 16,0 0-9-16,0 0 58 0,0 0-24 0,0 0 0 15,0 0 21-15,0 0-6 0,0 0-28 0,0 0-13 16,0 0 14-16,-3-2-3 0,3 2 17 0,-2-2-78 15,2 2 30-15,0 0 1 0,0-2 28 0,-1 2-24 16,1 0 0-16,0 0 21 16,0 0-17-16,0 0-13 0,0 0-12 0,0 0 33 15,0 0-21-15,0 0-4 0,0 0 13 0,0 0-33 16,0 0 36-16,0 0 1 0,0 0 1 0,0 0-34 16,0 0 0-16,0 0 31 0,0 0-2 0,0 0-40 15,0 0 36-15,0 0 2 0,0-2-6 0,0 2 4 16,0 0-6-16,0 0 5 0,0 0 21 0,0 0 0 15,0 0-23-15,0 0 47 0,0 0-20 0,0 0 0 16,0 0-16-16,0 0 0 0,0 0 2 0,0 0-4 16,0 0 9-16,0-2-170 15,0 1 78-15,0-1 39 0,0 2 17 0</inkml:trace>
  <inkml:trace contextRef="#ctx0" brushRef="#br0" timeOffset="4669.54">10079 4009 85 0,'0'0'0'0,"0"0"0"0,0 0 0 0,0 0 0 0,0 0 93 0,0 0-32 0,0 0 0 0,0 0-25 0,0 0 20 0,0 0 0 15,0 0-23-15,0 0-1 0,0 0-31 0,0 0 39 16,0 0-8-16,0 0-20 15,0 0 18-15,0 0 1 0,0 0-26 0,0 0 31 16,-2 0-7-16,2 0 0 0,0 2-29 0,0-2 26 0,-2 0 1 16,2 3 1-16,0-3-18 0,0 2 11 15,0-2 3-15,0 0-2 0,0 1-39 0,0 0 43 16,-2 2-26-16,2-1-2 0,0 1 22 0,0 1-4 16,0 0-28-16,0-2 32 0,0 1-3 0,0 0-5 15,0-2-23-15,0-1 24 0,0 2 1 0,0-2-2 16,0 0-3-16,0 0 0 15,0 0 3-15,0 0-3 0,0 0-38 0,0 0 41 16,0 0-2-16,0 0-9 0,0 0 7 0,0 0-1 0,0 0 19 16,0-2-16-16,0 2-2 15,0 0-1-15,0 0 40 0,0 0 0 0,0 0-36 16,0 0 5-16,0 0 16 0,0 0-15 0,0 0-4 16,0 3 11-16,0 0-48 0,0-2 47 0,0 1-7 15,0-2-30-15,0 0 1 0,0 0 27 0,0 0-34 16,0 0 0-16,0 0 30 0,0 0-7 0,0 0-24 15,0 0-4-15,0 0 30 0,0 0-9 0,0 0 9 16,0 0-6-16,0 0 2 16,-2 0-3-16,2 0 8 0,0 0-8 0,-1 0 2 15,-1 0 23-15,2 0 1 0,-2 0-20 0,2 4-275 16,0-2 129-16,0 0 66 0</inkml:trace>
  <inkml:trace contextRef="#ctx0" brushRef="#br0" timeOffset="5144.87">10045 2144 629 0,'0'0'0'0,"-2"2"0"0,0 1 0 0,2-1 0 0,-1-2 0 15,-1 1 0-15,2 1 0 0,-2-2 0 0,2 2 83 0,0-2-17 0,0 0-10 0,0 0-1 0,0 0-22 16,0 0 0-16,0 0-108 16,0 0 62-16,0 0 18 0,0 0 1 0</inkml:trace>
  <inkml:trace contextRef="#ctx0" brushRef="#br0" timeOffset="33027.58">16476 8051 322 0,'4'-8'0'0,"0"3"0"0,-3 0 0 0,1 4 0 0,-2-1 0 0,0 0 0 0,0 2 0 0,0 0 0 0,0 0 53 0,0 0 15 16,0 0 7-16,0 0-47 0,0 0 0 15,0 0 37-15,0 0 0 0,0 0-32 0,0 0 8 16,0 0-8-16,0 0 2 0,0 0-2 0,0 0-21 15,0 0 21-15,0 0 8 0,0 0-8 0,0 0-8 16,0 0 7-16,0 0 1 0,0 0 0 0,0 0 8 0,0 0-4 16,0 0-5-16,0 0 1 0,0 0 0 15,0 0-3-15,0 0 9 0,0 0-8 16,0 0 1-16,0 0-1 0,0 0-6 0,0 0 7 0,0 0 10 16,0 0-10-1,0 0 1-15,0 0-35 0,0 0 32 0,0 0 1 0,0 0-16 16,0 0-7-16,0 0 17 0,0 0 3 0,0 0-34 15,0 0 32-15,0 0 2 0,0 0-33 0,0 0 26 16,0 0 2-16,0 0-40 0,0 0 0 0,2 0 40 0,0 0-4 16,1 0-34-16,0 0 31 15,-1 0-3-15,2 0 3 0,1 0-4 0,-1 0 9 16,0 0-11-16,-1 2 3 0,2 0 5 0,0-2-6 0,-1 1 0 16,0 2 23-16,1-3-22 15,-1 2-1-15,1-2 21 0,2 0-19 0,-4 0 5 16,3 1-4-16,-3-1 2 0,3 0-2 0,-1 3 3 15,2-3-9-15,-2 1 3 0,0-1 3 0,1 2 2 16,-1 0-1-16,4-2 0 0,-4 2-32 0,2-2 33 16,-1 2-2-16,1 0-30 0,0-2 28 15,0 1-4-15,0-1 3 0,0 3 15 0,2-3-16 0,-4 0-1 16,2 1-3-16,1-1 4 0,-3 0 3 16,2 2-14-16,-2-2 11 0,0 0-1 15,1 0-32-15,-1 3 32 0,2-2 2 0,-2-1-2 16,1 2-1-16,-1-2 8 0,2 0-8 0,0 0-2 0,-2 0 12 15,3 2-11-15,-1-2 0 0,-2 0 11 16,4 0-11-16,-2 0 2 0,0 0 1 0,0 0-1 16,3 0 12-16,0 0-9 0,0 0-3 0,2 0 17 15,1-2-12-15,1 2-2 0,-1-2-29 0,-1 1 27 16,2-2 1-16,-1 1-30 0,-1 1 31 0,0 1-4 16,-1 0 1-16,2 0-2 0,-2 0-5 15,1 0 5-15,-3 0 2 0,4 0-10 16,-1 0 7-16,-1 0-3 0,0 0-5 0,1 0 7 15,-1 0 0-15,-1 0-6 0,4 0 6 0,-3 0 0 0,3 0 0 16,-3 0 1-16,0 0 1 0,2 1 1 16,-2 1-3-16,1 1-2 0,1-3 2 0,-2 1-1 15,-1-1 1-15,1 2-1 0,0-2 1 0,1 0-8 16,-3 2 7-16,0-2 1 16,1 0 1-16,-1 0-1 0,-2 2-1 0,3-1-21 0,-2 2 21 15,1-1-1-15,-2-2 1 0,5 1-2 16,-3 1 0-16,4 2 30 0,0-4 1 0,4 2-29 0,0-2 57 15,4 0-28-15,3 0 2 0,0 0-26 16,3 0 26-16,-1-2-23 0,-1-2 10 0,5-1-8 16,-4 1 13-16,0 0-39 0,0-2 7 0,1 3 21 0,-5-1-28 15,1-2-4-15,1 2 30 0,-1 0-27 16,-1 1-3-16,-2 0 27 0,0 0-23 16,-1 1-3-16,-1 0 17 0,1 0 9 0,-4 0-10 15,2 1 2-15,-2-3-3 0,0 2 2 16,1 0 0-16,0 0 24 0,3 2-22 15,-1-2 0-15,2 2 20 0,1 0-19 0,0-2 0 0,2 2 0 0,0 0-24 16,-1 0 25-16,1 0 1 0,3 0-33 16,-5 0 30-16,5 0 0 0,-2 0-21 15,-1 0 20-15,5 0-2 0,-1 0-6 0,-1 0 4 0,0 0 2 0,-2 0-4 16,-1 0 3-16,0 0 18 0,1 0-19 16,-2 0 0-16,1 0 1 15,-2 0 27-15,1 0-25 0,-1 0 1 0,0 0-12 16,-1 0 12-16,1 0-1 0,-2 0-4 15,1 0 5-15,-1 0-1 0,-2 0 9 0,2 0-8 0,0 0-1 0,-3 0 0 16,1 0 1-16,0 0 25 0,0 0 1 16,-2 0-26-16,0 0 1 0,0 0-6 15,0 2 8-15,0 2 2 0,0 0-36 0,0 1 1 16,0-1 31-16,0-2-36 0,2 2 35 16,0 0-3-16,2-1-6 0,0 0 6 15,-1-2-1-15,3 1 22 0,-2 0-23 0,1-2-3 0,1 0 3 16,0 0-5-16,-1 0 3 0,3 0 45 15,0 0 0-15,-1 0-36 0,2 0-5 0,-1 0 43 0,0 0-39 16,2 0 9-16,-4 0-33 0,2 0 27 0,2 0 0 0,-2 0-34 16,-3 2 33-16,2 0 0 0,1-2-15 15,-1 0 13-15,5 0 1 0,-6 2-24 16,5-2 21-16,-6 0-3 0,5 0-1 0,1 0 2 16,-1 0 21-16,-1 0-21 0,3 0 0 15,-4 0 37-15,2 0-34 0,5 0-1 0,0 0 1 16,2 0 14-16,0 0-12 0,0-2-1 0,0 0 5 0,0 0-11 15,-1 0 10-15,0-1-2 16,0-1-26-16,0-1 26 0,-1 4 0 0,1-3 2 0,0 0-4 16,2 2 0-16,-1-1 4 0,0 1-2 0,3 0-3 15,-2 0-15-15,1 0 13 0,2 0 2 0,-1 2 0 0,1 0 1 16,-1 0 0-16,2 0-19 16,-3 0 17-16,-3 0 1 0,1 0-9 0,0 0 9 15,0 0-2-15,0 0-12 0,2 0 11 0,-2-2 1 16,1 1-4-16,1-1 35 0,0 0-32 0,-1-2 0 15,3 1 1-15,1-2-1 0,-2 1 26 16,1 1 1-16,-1 1-22 0,-1 1 9 0,0-4-7 16,-3 4-15-16,1-1 15 0,-5 0 0 15,5 0 2-15,-4 2-3 0,0 0-32 0,0 0 32 16,-1 0-1-16,-3 0 2 0,5 0-27 0,-6 0-1 16,4 0 20-16,-3 2-11 0,3 0 10 15,-3 0 2-15,7-2 23 0,-3 1-24 0,-1 1-1 16,3-2 1-16,0 3 23 0,-3-2 0 15,5 1-20-15,-2 0-1 0,0-1 18 0,0 2-16 0,2 1 3 16,0-2-7-16,1 1 7 0,4 0-1 16,-3-2-24-16,3 3 24 0,-2-1 0 0,5 1 1 0,3 0 0 15,-2 0-1-15,0-3-20 0,3 5 18 0,-3-2-3 16,-4 0 3-16,9-1-3 16,-5 1 16-16,1 0-16 0,1 0 2 0,-2 2 25 15,-1-3-23-15,6 3-1 0,-3-2 0 0,3 0 2 16,0-1-1-16,2 3-7 0,-7-3 9 0,10 3 0 0,-7-2 5 15,2 1-5-15,-1 1-2 0,0-2 21 16,-6 2-18-16,12 1-1 0,-6-2 157 0,1 1-164 16,0 1 0-16,1-3 0 0,-4 2 0 15,10-1 0-15,-5 1 0 0,-2 2 0 0,-1-3 0 16,-5 1 0-16,8 0 0 0,-4-1 0 0,-1 2 0 0,-2-3 0 16,1 0 0-16,-5 0 0 0,9 0 0 15,-2 1 0-15,-3-1 0 0,1 0 0 16,-3 0 0-16,-3-1 0 0,3 3 0 0,-3-2 0 0,2-1 0 15,-4-1 0-15,-1 3 0 0,-1-2 0 16,0 1 0-16,-4-2 0 16,1 2 0-16,-4-4 0 0,-4 2 0 0,4-2 0 0,-6 0 0 0,1 1 0 15,-1-1 0-15,-5 0 0 0,0 0 0 16,-3 2 0-16,0-2 0 0,-1 0 0 16,-4 2 0-16,-1-2 0 0,-1 0 0 0,-3 0 0 0,1 0 0 15,1 0 0-15,-1 0 0 0,-2 0 0 16,0 0 0-16,0 0 0 0,0 0 0 0,0 0 0 0,0 0 0 15,0 0 0-15,0 0 0 0,0 0 0 16,0 0-373-16,0 0 253 0,0 0 47 0,0 0 26 0,0 0-227 16,0 0 112-16,0 0 69 15,-12 0-740-15,-6-5 400 0</inkml:trace>
  <inkml:trace contextRef="#ctx0" brushRef="#br0" timeOffset="64364.56">5242 15258 412 0,'-13'0'0'0,"-4"0"0"0,5 0 0 0,3 0 0 0,3 0 0 0,1 0 0 0,2 0 0 0,1 0-5 15,2 0 38-15,0 0-26 0,0 0 8 0,0 0 18 16,2 3 0-16,3 0-107 0,4 2 46 0,-4 1 23 15,2 1 5-15,-1 0-28 0,0 1 20 0,1 0-1 16,0 0 52-16,-1-2-29 0,-1-2-27 0,3 1 19 16,-2-1 93-16,1 0-44 0,-1-3-19 0,1-1 2 15,-1 2 40-15,0-2-29 0,0 2 0 0,-1-2 70 16,0 0-40-16,0 0-15 0,0 0-8 0,1 0 16 16,2 0 0-16,0 0-40 15,0 0 29-15,3 0 8 0,-1 0-36 0,3-2 0 16,0-3 24-16,2-1-24 0,0 0 0 0,0-1-21 15,2 1-7-15,-1 1 28 0,0-2-1 0,0 4-20 16,0-3-1-16,-1 2 30 0,0 1-8 0,0-1-56 16,0 2 18-16,-2 0 0 0,0 0 11 0,1 0 20 15,0 1-16-15,-4 1 9 0,3 0 26 0,-1 0-26 16,-2 0-4-16,0 0 7 16,2 0 19-16,1 0 1 0,-2 0-16 0,0 1 11 15,3 3-9-15,-1 0 1 0,1 0 5 0,2-1-34 16,-3 1 2-16,4-3 23 0,-3 4-1 0,4-2-30 15,-2 2-9-15,1-3 36 0,0 1-26 0,3-1 0 16,-2 2 17-16,2-1 8 0,1 1-30 0,1 2 24 16,-1-2-7-16,-1 0 0 0,4 1 3 0,1 0 5 15,-1 1-5-15,0 2-8 0,-2-3 9 0,3 4 0 16,-1-3 0-16,-2 2-16 0,6-1 15 16,-3 1 0-16,0 0-22 0,-1 1 0 15,3-1 19-15,-6-1 3 0,6 3-29 0,-2-3 25 16,-1 1-4-16,0-1 23 0,0 1-21 0,-1-3 2 15,6 3-3-15,-2-1 25 0,-2-1-23 0,1 2 0 16,2-2 31-16,0 3 3 0,5-2-27 0,-3 0-4 16,-1 1 41-16,5-2 0 0,-2 1-30 15,3 0-27-15,-2-1-4 0,1 0 27 0,2 0 3 0,-1-4-47 16,-1 5 24-16,-1-3-5 0,5 0 21 16,-2-3-39-16,2 1 37 0,-1 0-1 15,3-1-24-15,1 1-9 0,-5-2 28 0,7 0-12 16,0 0 37-16,-3 0-34 0,-3 0 6 0,10 0 20 15,-6-2-19-15,1-3 3 0,-1 2-2 0,0-2 20 16,-3 0-18-16,11 0 3 0,-6-1-3 0,0 0 24 16,0-1-23-16,0-1 3 0,-3 3 12 0,8-3-12 15,-2 0-1-15,-1 1 0 0,-2-1 9 0,2 2-8 16,-6 1 2-16,12-1-7 16,-5 1 5-16,0-1 2 0,2 1-1 0,-4 1-26 15,-3-2 27-15,12 3-3 0,-5-4 0 0,-4 4-23 16,4-2 22-16,-4 1-3 0,-3 0 0 0,9-2-1 15,-6 1 3-15,0 3-4 0,1-1 10 0,-2 2-8 16,-3-3 1-16,7 2 24 0,-6 1-24 0,2 1 1 16,1 0 0-16,-4 0 24 0,-2 0 2 0,7 0-22 15,-4 0-1-15,0 0-4 0,1-2 4 0,1 2 4 16,-2 0-39-16,7-2 36 16,-6-1-1-16,2 2 1 0,-1-1-22 0,1 0 19 15,-5-1 3-15,7-1-38 0,-4 1 33 0,1-2-4 16,1 1 4-16,-3-2 7 0,-4 3-7 0,11-1-6 15,-2 0 4-15,1 1 28 0,-2-3-27 0,1 2 0 16,-5 1 33-16,12-1 1 0,-7-2-31 16,3 3 5-16,-4-2-18 0,2 2 19 0,-6 1-1 0,10-1-29 15,-2 1 1-15,0-2 26 0,-3 2-1 0,4-3-29 16,-9 4 1-16,11-1 20 16,-4-2 4-16,-2 3-24 0,0-1 21 0,0 0-7 15,-6 2 6-15,9-2-5 0,-5 0 3 0,4 2 0 16,1-2 5-16,-6 1-5 0,10-1 1 0,-5 0-16 15,-1-4 16-15,4 0 1 0,-2 0-1 0,2 1-28 16,-1-3 0-16,-1 1 24 0,-2-1 2 0,4 3-25 16,-2-3 22-16,-4 3-5 0,7 0 28 0,-3-1-25 15,-2 1 1-15,1 1-3 16,0 0 28-16,-7 2-3 0,12-2-19 0,-8 2 34 16,2 0-34-16,-2 0 5 0,4 1-4 0,-2 1 21 15,1-2-13-15,1 2-4 0,0 0 7 0,0 0-15 16,2-2 8-16,-3-1 5 0,2 3-39 0,-2-1 34 15,1-1 0-15,-3-1 0 0,2 3-27 0,1-3 24 16,-1 2-3-16,0-4-2 0,-2 4 2 0,0-1 2 16,0-1-3-16,-7 2 16 0,11-1-14 0,-9 0 1 15,2 2-2-15,-2 0 24 0,-5 0-21 0,4 0-1 16,3 0 30-16,-2 0-28 16,-1 0 3-16,-1 0-3 0,0 0 37 0,-1 0-34 15,2 0 3-15,5 0 2 0,-6 0-2 0,3 0-2 16,-1 0 4-16,-4 0-15 0,10 0 14 0,-6 0-2 15,0 0 2-15,1 0-23 0,1 0 20 0,-4 0 2 16,7 0-3-16,-5 0 0 0,1 0-1 0,-1 0 1 16,0 0 24-16,-3 0-23 0,5 2-1 0,-2 0 31 15,-1 2-28-15,1-2-1 0,-2-1 3 0,0 1 15 16,7 1-13-16,0-2-3 0,-4 2 6 16,3 0-5-16,1-1 8 0,-7-1-5 15,12 2-27-15,-8-1 0 0,2 0 23 0,0 1 0 16,-2-1-32-16,-3 0 32 0,6-1-5 0,-2 2-15 15,-1-1 15-15,3-1 1 16,-4 1-3-16,-4-1-2 0,9 3 1 0,-6-4 3 0,2 3-4 0,-1 0 28 16,-7-1-24-16,8 1 0 0,-1-1 35 0,-3 3-33 15,-3-2 1-15,1 1-1 0,3 0 20 16,3 1-19-16,-2-3 3 0,1 3 17 16,-1-2-16-16,0 1-2 0,-1-1 5 0,7 1-28 15,-3-2 24-15,-2 2 0 0,3-3 0 0,1 1-17 16,-5-2 16-16,8 3 0 0,-3-3-24 0,2 1 23 15,-2-1-3-15,1 0 2 0,-6 0-20 0,10 0 18 16,-6 1-3-16,-2-1-6 0,0 0 7 16,-1 0 1-16,-4 0-2 0,6 0-1 15,-4 0 2-15,-4 4 0 0,8-4 1 0,-4 0 1 0,-2 1-2 0,5 0 0 16,-2 1 17-16,-5-2-16 16,3 3 0-16,4-1-1 0,-7 0 15 0,8-1-13 15,-9 1 0-15,2 0 0 0,7 0 0 0,-8 0 0 16,1-2 3-16,2 2-24 0,5-1 21 0,-5-1 0 15,-3 3-8-15,3-3 6 0,-1 0 2 0,0 0-4 16,-3 0-2-16,3 1 3 0,-3-1 1 0,3 0-3 16,-2 0 4-16,-1 0-3 0,1 0 2 0,-1 0 39 15,-1 0-39-15,0 0 1 0,2 0 0 0,2 0 32 16,-1 0-31-16,-1 0 4 0,3-1 19 16,5-2 3-16,-11 0-21 0,6 1 2 15,5-2 23-15,-8 1-20 0,3-1-4 0,-2-1 7 16,-1 3-43-16,0-2 39 15,-2 2-2-15,-2-1-42 0,-2 1 41 0,0 1-2 0,-3-3 3 16,3 2-17-16,-7 0 14 0,-2 0-4 0,0 0 3 0,-1 1 37 16,-2-1 2-16,-2 0-40 0,-1 0 25 0,-2 1-20 15,-1-2-2-15,-1 3 11 0,-2 0 21 16,1-2-22-16,-3 2-5 0,1 0-23 16,-1 0-1-16,-1 0 32 0,-2 0-7 0,0 0-99 15,-2 0 46-15,-1 0 19 0,1 0 0 0,0 0-163 16,-2 0 89-16,0 0 30 0,0 0-285 0,0 0 159 15,0 0 79-15,-7-2 31 0</inkml:trace>
  <inkml:trace contextRef="#ctx0" brushRef="#br0" timeOffset="111231.9">2330 8488 167 0,'0'-3'0'0,"0"-1"0"0,-2 0 0 0,2-1 0 0,-1 2 124 16,-2-4-45-16,0 2-15 0,1-1 51 0,-3-2-42 15,4 1 1-15,-3-3 5 0,3-1-23 0,-4-2 8 16,3 0-31-16,1-1-12 0,-3-1 12 0,-1 1 0 16,3-3 0-16,-3 2-13 0,0 1 12 0,-1 1 1 15,1 0 0-15,-4 4-7 0,1 1 7 0,0 2 8 16,0 4-5-16,-3-3-3 0,3 3 0 0,-5 2-5 15,2 0 3-15,-2 0 6 0,4 2-7 16,-2 5-15-16,-1 4 16 0,2-2 2 16,1 3-2-16,3 4 24 0,-2 3-24 0,-1 5 2 15,2 0-2-15,2 3 36 0,-1 1 0 0,3 2-26 16,0 0 18-16,0 2 0 0,3 1-26 0,0 0 51 16,0 0-26-16,0 3 9 0,0-2-34 0,0 2 37 15,3-1 1-15,0 2-38 0,0 1-1 0,2 2 3 16,-4-4-2-16,1 3 0 15,1-1-1-15,-1-1-34 0,0 1 7 0,-2-2 28 16,0-3-30-16,0-1 0 0,0 0 30 0,0-4-80 16,0-3 42-16,-4-1 1 0,-1-3 1 0,-1-2-48 15,0-5 32-15,0-5 5 0,-2-1 3 0,-4-2-72 16,3-5 42-16,-2-1 13 0,1 0-1 0,-2 0-179 16,2 0 90-16,2-4-65 0,1-3 77 0,0 0 29 15,2-1 22-15,5 0-199 0,0-5 102 0,0 3 64 16,5-2 28-16,9 3-259 0,7-4 143 15,1 2 72-15</inkml:trace>
  <inkml:trace contextRef="#ctx0" brushRef="#br0" timeOffset="111662.89">2470 9153 555 0,'3'0'0'0,"-1"2"0"0,5-2 0 0,-5 0 0 0,1 0 0 0,-3-10 144 0,0-1-55 0,0-4-28 0,0-1 24 15,0-2-18-15,-3 1-8 16,0-1-26-16,-3-1-23 0,1 2 23 0,0 2 0 16,-1 4 8-16,-1-2-79 0,0 5 36 0,-2 2 0 15,0 3 35-15,1 1-70 0,-3 2 41 0,0 0-8 16,0 4-10-16,0 11 34 0,-2 3 0 0,2 3 56 16,3 2-28-16,-2 5-5 0,4-1-28 0,0-7 49 15,4 2-22-15,2-1 10 0,0-8-1 0,0 4 27 16,0-8-20-16,2-1 0 0,4-3-25 0,5 0-66 15,-3-5 41-15,8 0-72 16,-3 0 46-16,1-8 24 0,-2-7-11 0,1-2-90 16,-2 0 53-16,0 0 25 0,-2 0 1 0,0 2-29 15,-4 6 9-15,1-1-1 0,-3 5-2 0,-1 0 27 16,3 4-12-16,-5 1 11 0,3 0 102 0,0 4-52 16,-2 9-22-16,1 2 201 0,1-1-100 0,-3 2-54 15,2-1-14-15,1-2 27 0,0 0-18 0,2-2 1 16,3-4-10-16,-2 2-81 0,4-3 33 0,-2-1 9 15,2-5 23-15,-1 0-239 16,2 0 110-16,0 0 60 0,-3-7 9 0,1-9-322 16,0-1 138-16,0-5-146 0,-4-2 164 0,-1-2 80 15,-2-3 40-15,-2-3-147 0,0-9 98 0</inkml:trace>
  <inkml:trace contextRef="#ctx0" brushRef="#br0" timeOffset="112015.95">2487 7977 639 0,'2'-3'0'0,"1"1"0"0,-1 2 0 0,-2 0 0 0,1 3 17 0,-1 12-14 0,0 1 0 15,2 6-1-15,-1 1 326 0,3 7-152 0,-1 4-9 16,0 7-67-16,1-2-34 0,-2 5 0 0,0-6-72 16,-1 14 14-16,1-9-132 15,-2-6 154-15,0-1 3 0,0-11 0 0,0-1 8 0,-2-11-8 16,-1 0-40-16,0-6 1 0,-3-2 38 15,-1-5-7-15,3 0 5 0,-1-3-38 16,0-7 26-16,3-2-9 0,2-1-46 16,0 0 51-16,0 1 4 0,2 0-3 0,3 0-1 0,4 3 8 15,1 1-43-15,1 4 2 0,-1 2 36 16,-2 1-41-16,6 1-1 0,-6 0 31 0,1 1-18 0,-1 9 12 16,-3 3-7-16,0 0 31 0,-4 1-25 0,1 4 2 15,-2-4-1-15,0 2 5 0,-3-3-3 16,-7 0-1-16,1-3 1 0,-3-3 0 15,1-1-137-15,-1-4 62 0,2-1 32 0,-1-1-238 16,0 0 121-16,5 0 66 0,-1-1-108 0,7-10 75 0,0-3 51 16</inkml:trace>
  <inkml:trace contextRef="#ctx0" brushRef="#br0" timeOffset="112382.23">2986 8383 450 0,'6'-9'0'0,"1"-1"0"0,0-7 0 0,-2-1 0 0,-5-3 0 0,2 0 138 0,1 1-53 0,-3-3-26 0,0 3 0 15,0 0-2-15,0 4-24 0,0 2 0 0,-3 1-1 16,1 4 15-16,-7 2-14 0,1 4 8 0,1 0 22 16,-2 0 1-16,-1 3-32 0,1 0 1 0,-1 6 58 15,1 4-21-15,1 3-8 0,1 3-29 0,1 3 102 16,-1 2-52-16,2 4-25 15,5 0 116-15,-2 8-75 0,2 1-33 0,0 2 38 16,0 5-36-16,0 1 0 0,0-3-27 0,2 10 58 16,5-2-32-16,0 1-1 0,1 5-62 15,0 1 0-15,-1 1 37 0,0-3-8 0,1 1-81 16,-3-4 40-16,4-4 0 0,-6-2-65 16,0-10 62-16,2 4 7 0,-3-8 0 0,-2-4-112 15,0-4 62-15,0-6 18 0,0-4-55 16,0-4 30-16,-7-3 25 0,1-4-5 0,-7 0-213 0,4 0 97 15,1-9 66-15,-6-11-315 0,4-3 187 16,-2-6 93-16,0-10 46 0,-1 1-304 0</inkml:trace>
  <inkml:trace contextRef="#ctx0" brushRef="#br0" timeOffset="112522.86">2718 8817 1283 0,'-15'-7'0'0,"6"1"0"0,-1 6 0 0,5-2 0 0,2 0 0 0,0 0 0 0,3 0 0 0,0 0 0 0,3-3 163 0,7-1-65 0,9 1-33 0,4-3 183 16,0 1-107-16,-1 1-46 0,7 0-36 15,-4 4-108-15,0 0 41 16,1 2 20-16,1 0-156 0,-5 0 96 0,8 0 36 0,-9 0 23 16,0 0 0-16,1 4-441 0,-2-1 170 0</inkml:trace>
  <inkml:trace contextRef="#ctx0" brushRef="#br0" timeOffset="112708.36">3094 8524 1193 0,'0'8'0'0,"-3"3"0"0,-4 0 0 0,1 4 0 0,-2 6 0 0,-1 1 0 0,2 5 228 0,4 3-98 0,0 4-49 0,3 0 116 15,0 1-86-15,0-3-40 0,0 3 1 0,3-5-18 16,7 1 1-16,2-9-14 0,4 4-8 0,-2-9-248 16,1 0 125-16,2-6-386 0,1-3 254 0,-1-6 136 15,-3-2-1-15,-3 0-423 0</inkml:trace>
  <inkml:trace contextRef="#ctx0" brushRef="#br0" timeOffset="112914.93">3183 8712 892 0,'0'-12'0'0,"0"5"0"0,0-1 0 0,1-1 0 0,1 2 0 0,2 3 0 0,3 0 0 0,2 0 290 0,4 3-129 0,0 1-64 16,0 0-32-16,-1 5 58 0,3 8-37 0,-1 8-31 15,-5 2 96-15,-4 1-60 0,0 4-29 0,-3 2 4 16,-2 2 8-16,0-2-42 15,-2 0 1-15,-8-4-94 0,1-7 46 0,-2 2 24 16,-2-4 9-16,-3-6-220 0,2-2 117 0,-3-1 60 16,4-4-6-16,0-4-345 0,2 0 154 0,3 0 67 15,0-2-63-15,6-10 93 0,2 0 46 0</inkml:trace>
  <inkml:trace contextRef="#ctx0" brushRef="#br0" timeOffset="113106.14">3367 8672 496 0,'2'-1'0'0,"-2"1"0"0,0 0 0 0,-5 0 0 0,-3 0 0 0,-4 5 428 16,2 6-198-16,1 2-99 0,3 2-40 0,-3 4 224 15,6 0-141-15,-2 2-70 0,5-1-36 0,0 1 71 16,0-2-45-16,6 0-34 0,5-1-67 0,4-1 40 16,5-1-1-16,-5-3-217 0,7-3 116 0,-2 0 48 15,-1-3 26-15,2-1-402 0,-2-4 209 0,-1-2 46 16,-1 0 71-16,1 0-413 0,-6-8 226 15</inkml:trace>
  <inkml:trace contextRef="#ctx0" brushRef="#br0" timeOffset="113328.05">3494 8588 1168 0,'-3'-9'0'0,"0"2"0"0,3 2 0 0,0-1 0 0,0 1 0 0,3 3 0 0,8-1 0 0,0 0 0 0,3 3 287 16,2 0-128-16,1 8 89 0,1 8-112 0,-2 5-51 15,-2 4-27-15,0 5 177 0,-3 4-102 0,-2-1-42 16,-5-1-33-16,1 2 3 0,-4-2-1 0,-1-2-27 16,0-2 0-16,0-7-165 0,-10 0 79 15,0-4 42-15,-4-3-275 0,-1-2 159 16,-3-5 80-16,3-1 0 0,-1-4-397 0,2-1 182 0,4-1 114 0,3 0-107 16,2 0 111-16,5 0 48 0,0-3-253 15</inkml:trace>
  <inkml:trace contextRef="#ctx0" brushRef="#br0" timeOffset="113830.73">4051 8785 463 0,'-5'0'0'0,"4"0"0"0,-2-2 0 0,-1-5 0 0,1-1 0 0,1-2 0 0,1-1 294 15,1-2-131-15,0-1-65 0,0-2-33 0,-3-1 37 16,3 2-39-16,0 0 0 0,-2 0-78 0,-3 2 24 16,-1 0 0-16,0 4-9 0,-1 1-8 0,-2 4 41 15,-2 2 0-15,0 2 29 0,-1 0 1 0,0 10-22 16,-1 9-16-16,1 7 40 0,0 3-58 0,3 6 19 16,-1 0-14-16,4 5 115 15,1-3-48-15,3 1-24 16,2-5 44-16,0-1-33 0,2-5 0 0,5-9-25 0,3 2-49 15,2-7 0-15,1-4 41 0,-1-4-93 0,1-5 54 16,3 0 16-16,-2-1-1 0,2-18-42 0,-2-8 19 16,0-8 0-16,-3 0-146 0,1-13 83 0,-5 1 19 15,0 0-149-15,-2-1 82 0,-2-4 51 0,-1-1-3 0,-1-11-42 16,1 2 43-16,-2-2 22 0,0 0-17 16,0 11 0-16,0 7 30 15,0-1 8-15,0 9 55 0,0 14-27 0,0 1 0 16,0 14 239-16,0 0-140 0,-2 6-59 0,1 3-14 0,-1 6 255 15,0 16-117-15,-1 5-75 0,3 7 200 16,-3 11-129-16,3 3-62 0,0 6-30 0,0 2 110 16,0 9-71-16,0-12-26 0,0 7-35 15,0-2-9-15,0 0 1 0,0-1-121 0,3-3 61 16,0-9 38-16,4 9-9 0,1-8-402 0,3-4 216 16,-3-9 92-16,3-3-1127 0,0-10 1174 0,0-5 13 15,1-6-1-15,0-9 0 0</inkml:trace>
  <inkml:trace contextRef="#ctx0" brushRef="#br0" timeOffset="114072.2">4194 8650 993 0,'2'-8'0'0,"4"5"0"0,2-3 0 0,-2 2 0 0,2 2 0 0,4 0 0 0,1 2 68 16,0 0 229-16,3 0-133 0,-2 12-65 0,4 1 131 0,-4 8-103 15,-1 0-47-15,-4 1-23 0,1 2 17 0,-4 4-21 16,-4-4 9-16,-2 8-63 15,0-3 0-15,0-1 34 0,-8-3 0 0,-7-2-58 0,2-4 37 16,-8 2-8-16,-2-7-117 0,1-3 72 16,-2-2 38-16,2-3 3 0,-5 0-287 0,7-6 126 0,2 0 77 15,1 0-106 1,9-3 82-16,3-6 17 0,5-6 33 0,0-6-252 0,3-1 138 0,13-3 70 0,5 1-159 16,1-1 107-16,1-1 64 0</inkml:trace>
  <inkml:trace contextRef="#ctx0" brushRef="#br0" timeOffset="114247.26">4403 8671 904 0,'18'-21'0'0,"-4"6"0"0,-1-2 0 0,-1 0 0 0,-7-2 0 0,-1 2 0 0,-4 3 0 0,0 1 181 0,0 2-66 0,-4 3 556 0,-7 2-604 15,-1 4-35-15,-1 2 1 0,0 0 0 0,-1 8 194 0,-2 15-101 16,3 2-47-16,4 7 301 0,1 2-333 0,5 10-14 0,3-7 8 16,0 9-9-16,9-2 49 0,7-5-24 15,8-1 0-15,3-2-24 0,-2-9-58 0,5 1 25 16,2-7 0-16,0-4 33 15,3-3-483-15,-4-7 241 0,0-5 127 0,-1-2-735 0,1 0 385 16</inkml:trace>
  <inkml:trace contextRef="#ctx0" brushRef="#br0" timeOffset="114908.74">4850 8612 981 0,'-2'0'0'15,"-1"0"0"-15,3 0 0 0,0 2 0 0,0 0 0 0,0 0 0 0,0 1 0 0,5-2 0 0,9 4 288 0,2-3-120 0,3-2-71 16,5 0-33-16,1 0 90 0,2 0-60 0,0 0-23 15,3-2 78-15,-1-5-58 0,-4 1-29 0,2-1-109 16,-6 1 40-16,0 0 8 0,-1 4 32 0,-4 1-299 16,-5-1 149-16,-1 2 75 0,-1 0 38 0,-4 3-564 15,-2 8 277-15,-3 3 98 0</inkml:trace>
  <inkml:trace contextRef="#ctx0" brushRef="#br0" timeOffset="115073.84">4978 8819 1010 0,'-2'3'0'0,"2"1"0"0,0 0 0 0,0-2 0 0,0 0 0 0,2 0 0 0,8 0 127 16,1-1-47-16,5 3 267 0,1-4-157 0,2 2-70 15,2-1-48-15,1 2 64 0,2-1-51 16,0 0-27-16,-2-1 1 16,0-1-293-16,1 3 129 0,-1-3 69 0,1 0-497 0,1 0 282 15,-1 0 140-15</inkml:trace>
  <inkml:trace contextRef="#ctx0" brushRef="#br0" timeOffset="115315.32">5592 8283 883 0,'-10'-1'0'0,"8"-1"0"0,2 2 0 0,0 0 0 0,0-3 0 0,8 3 321 0,4 0-143 0,0-1-65 15,6-1 173-15,2 0-127 0,7-1-63 0,-3-3 19 16,2 0-41-16,0 0-13 0,1 1-7 0,-6 1-58 16,1-2 0-16,0 3 37 0,-4-1 8 0,-1 0-167 15,-3 0 79-15,0 1 40 0,-7 1 0 0,-2 0-291 16,1 0 114-16,-3 0 95 0,-2 2-400 0,-1 0 222 16,0 0 118-16</inkml:trace>
  <inkml:trace contextRef="#ctx0" brushRef="#br0" timeOffset="115637.07">5686 8308 911 0,'-6'0'0'0,"3"4"0"0,-3-2 0 0,0-1 0 0,2-1 0 0,-3 3 0 0,3-1 0 0,-2-1 144 0,4 2-60 15,-1-3-25-15,1 1 75 0,2 1-51 0,-2 2-25 16,2 2 8-16,0 3 93 0,0 2-63 0,0 2-31 16,0 4 37-16,2 5 22 0,0-1-37 0,3 11 52 15,-1 0-53-15,0 1-27 0,0 11 1 0,-2-5-38 16,1 1 19-16,-2 9-9 0,1-4 1 0,-1-2-33 16,-1 2-1-16,0-5 34 0,0-5 8 0,0 2-142 15,0-5 67-15,0-7 33 16,0-2 7-16,0-5-196 0,0-4 75 0,0-5-222 15,0-3 142-15,0-5 84 0,0-1 23 0,0 0-297 16,2-5 169-16,0-14 95 0,1-5 44 0,-1-5-290 16</inkml:trace>
  <inkml:trace contextRef="#ctx0" brushRef="#br0" timeOffset="115785.68">5647 8742 829 0,'0'-10'0'0,"0"5"0"0,0 0 0 0,0 1 0 0,1-2 0 0,3 0 0 0,2 0 367 0,3 1-167 16,2-3-76-16,4 3-49 0,2-3 126 15,2 1-85-15,0 1-41 0,-1 1 140 0,4-1-83 16,-6 2-54-16,3 2-255 0,-4 0 105 0,0 0 52 16,0 2 27-16,0 0-464 0,-2 0 240 0,0 0 125 15,1 0 63-15</inkml:trace>
  <inkml:trace contextRef="#ctx0" brushRef="#br0" timeOffset="116027.03">6150 8370 901 0,'0'-6'0'0,"-8"5"0"0,2-2 0 0,-3 1 0 0,-2 2 0 0,-1 0 0 0,-1 10 327 16,-7 5-151-16,7 6-72 0,-1 3-35 0,2 2 147 16,0 5-91-16,6 1-38 0,4-3-32 0,2 4 88 15,0-4-55-15,0 2-27 16,6-3-32-16,6-6 12 0,5 7-8 0,-1-9-99 15,4-1 50-15,-2-2 24 0,-1-4 0 0,1-2-272 16,1 1 144-16,-2-5 44 0,0-3 48 0,1-4-469 16,-4 0 233-16,3 0 101 0,-4-8 70 0,-1-9-277 15</inkml:trace>
  <inkml:trace contextRef="#ctx0" brushRef="#br0" timeOffset="116373.11">6278 8154 1058 0,'0'-11'0'0,"0"4"0"0,2 3 0 0,-1 1 0 0,3 3 0 0,1 0 0 0,-1 4 122 0,4 17-45 16,0 3-13-16,-1 6 231 0,2 12-132 0,-1 3-64 15,-2 0-34-15,-1 4 72 0,0-8-44 0,-3 11-34 16,1-7 0-16,-2-7-111 0,-1 0 42 16,0-4 22-16,0-11 8 0,0-1-92 0,0-11 53 15,0-1-51-15,-1-5 52 0,-4-5 17 0,2 0 8 16,-2-5-34-16,3-13 40 0,2-2-32 15,0-1 0-15,0-1-7 0,0 4 22 0,5 0-8 16,5 1 7-16,4 6 45 0,-1-1 1 0,1 8-31 16,2 0 18-16,-2 4-23 0,-1 0 1 0,2 0 10 15,-2 8-11-15,-1 7 4 0,-3 3 2 16,-1 2-7-16,-3 2 3 0,-3 1 0 16,-2 0 1-16,0-3-29 0,0 3 27 0,-11-4 0 15,-2-4-3-15,-2-2-65 0,-2-4 29 0,1-3 0 16,-3-4 28-16,1-2-156 0,1 0 68 0,2-2-250 15,3-10 154-15,2-4 78 0,2-13 32 0,6-3-144 16,2-11 95-16</inkml:trace>
  <inkml:trace contextRef="#ctx0" brushRef="#br0" timeOffset="116557.25">6546 8269 779 0,'13'-4'0'0,"5"4"0"0,-4 0 0 0,2 0 0 0,-2 7 0 0,1 3 0 0,0 3 0 0,6 4 393 16,-6 0-171-16,8 5-99 0,-5 1-45 0,-1 1 246 15,-1 4-145-15,-3 0-74 0,-3 3-27 0,-4 1 24 16,-3-3-34-16,-3 1-76 0,0 1 0 0,-3-3 49 16,-12 0-8-16,-2-2-255 0,-5-3 128 0,-1-4 63 15,-3-3 32-15,3-6-206 0,-1-3 55 0,4-3 81 16,1-4-43-16,6 0-370 0,3-4 225 0</inkml:trace>
  <inkml:trace contextRef="#ctx0" brushRef="#br0" timeOffset="116708.84">6828 8527 1033 0,'16'2'0'0,"2"1"0"0,-5-3 0 0,0 0 0 0,0 0 0 0,1-5 205 0,-1 0-78 0,1 0-51 0,5-1 157 16,0-2-100-16,-1 2-51 0,4 3-24 0,-2-3-155 16,-1 5 61-16,2-1 34 0,-3-1 0 0,-1 3-211 15,0 0 122-15,0 0 71 16</inkml:trace>
  <inkml:trace contextRef="#ctx0" brushRef="#br0" timeOffset="116936.24">7244 8079 1037 0,'0'-22'0'0,"6"10"0"0,13 0 0 0,2-2 0 0,-1 1 0 0,1 3 329 16,0 3-152-16,1-1-72 0,2 2-37 0,3 3 157 15,1-1-96-15,-1 0-41 0,3 2 21 0,-1 2-38 16,-2 0 0-16,-6 0-70 0,1 0 32 0,-1 0 8 16,-5 0-159-16,-4 0 76 0,-1 0 37 15,-4 0 0-15,-3 0-315 0,-2 2 165 16,-2-2 85-16,0 0-448 0,-3 2 243 0,-9-2 121 16,-3 2 52-16,-1-2-144 0</inkml:trace>
  <inkml:trace contextRef="#ctx0" brushRef="#br0" timeOffset="117139.58">7312 8030 1027 0,'5'6'0'0,"1"0"0"0,0-3 0 0,1 3 0 0,-2 3 0 0,-2 5 0 0,3 4 0 0,0 9 486 0,-3 4-227 0,1 14-113 16,0 2 239-16,-3 6-181 0,3 10-86 0,-2-2-42 15,3 1 21-15,-4-1-32 0,4-8 8 0,-4 4-40 16,4-3-215-16,-1-6 108 15,1-9 53-15,1-4 27 0,-2-9-161 0,2-3 90 0,-2-12 49 0,-1-4-474 16,1-5 246-16,-2-2 41 0,-1-7-305 16,2-17 242-16,-3-3 116 0</inkml:trace>
  <inkml:trace contextRef="#ctx0" brushRef="#br0" timeOffset="117271.76">7323 8400 850 0,'1'-4'0'0,"1"1"0"0,9 0 0 0,0-4 0 0,2 1 0 0,0-1 165 0,4 3-66 15,2 1-25-15,7-2-8 0,-2 4 94 16,-1 1-63-16,4 0-32 0,-1 0-255 0,-4 3 119 0,7 9 49 16,-5-3-234-16,-1 3 144 0</inkml:trace>
  <inkml:trace contextRef="#ctx0" brushRef="#br0" timeOffset="117484.39">7857 8096 1323 0,'-23'-10'0'0,"9"5"0"0,-2 1 0 0,-2 3 0 0,1 1 0 0,-5 0 0 0,-1 14 0 0,2 7 148 0,5 4-57 0,0 4-30 0,3 3 30 16,5 2-29-16,3 2 7 0,5-1-36 0,0 0-27 16,1-2 27-16,11 1 0 15,3-2 0-15,5-2-77 0,-1 0 35 0,6-4 20 16,-1 0-205-16,3-3 113 15,-3-1 31-15,-2-5-431 0,5 2 209 0,-8-8 124 0</inkml:trace>
  <inkml:trace contextRef="#ctx0" brushRef="#br0" timeOffset="117858.6">8128 8249 857 0,'0'-28'0'0,"0"8"0"0,-4 0 0 0,-8-7 0 0,1 8 0 0,-2 3 0 0,-2 4 0 0,-1 4 0 0,-2 6 119 16,-1 2-43-16,1 2-61 0,-3 16-9 0,6 4 26 16,-4 4 1-16,8 2-41 0,-1 0 20 0,7 0 8 15,-1 3 13-15,6-1 36 0,0-3 1 0,0-1-38 16,2-3 1-16,9-3 31 0,3-4-31 0,0 0-1 16,4-5 17-16,-2-3-16 0,3-5-11 0,0-3-47 15,0 0 24-15,0 0 0 16,-3-7 43-16,0-8-151 0,-4-2 64 0,0-2 33 15,-3-2-4-15,-3 3-84 0,-2-2 44 0,-2 2 31 16,-2 3-6-16,0 0-9 0,-6 3 0 0,-3 5-6 16,0 0 84-16,-1 3-25 0,2 2-19 0,1 2 182 15,0 0-90-15,-1 0-37 0,2 13-25 0,4 4 124 16,0 4-60-16,2 5-19 0,0-2-22 0,0 2 17 16,4 1 1-16,7-2-27 0,1-3 3 15,2 2-76-15,-2-8 34 0,3 2 0 16,0-2-266-16,0-8 130 0,2 0 80 0,-6-6-458 15,2-2 242-15</inkml:trace>
  <inkml:trace contextRef="#ctx0" brushRef="#br0" timeOffset="118053.08">8306 8013 1373 0,'3'-18'0'0,"3"3"0"0,5 1 0 0,1 7 0 0,-1-1 0 0,5 6 0 0,-2 2 0 0,5 0 0 0,3 17 364 15,-3 7-166-15,-1 5-83 0,1 10 92 0,-5 7-87 16,-6 4-35-16,-3 14-31 0,-5-2 139 16,0 1-80-16,0 0-40 0,-13 0-131 15,-6-10 53-15,-9 13 15 0,-6-8-417 0,-7-1 221 16,-4 0 109-16,-7 0 54 0</inkml:trace>
  <inkml:trace contextRef="#ctx0" brushRef="#br0" timeOffset="119189.77">2887 9729 495 0,'-5'0'0'0,"4"0"0"0,-2 3 0 0,3-2 0 0,0 1 0 0,0-2 258 0,0 0-112 0,3 0-49 16,3 0-36-16,9 0 221 15,2 0-125-15,7 0-62 0,0 0-31 0,-4-2 164 16,10 1-101-16,-4-2-48 0,-4 2 36 0,2 1-41 15,0 0-21-15,-2 0-49 0,-3 0 29 0,2 0 0 16,-1 0-1-16,-2 0-24 0,-4 0-1 0,-1 0 34 16,-1 0-8-16,-2 0-143 0,-4 0 71 0,1 0 36 15,-6 0 0-15,0 0-392 0,3 0 197 0,-4 0 61 16,0 0 61-16,0 0-365 16,-6 0 204-16,-6 0-194 0</inkml:trace>
  <inkml:trace contextRef="#ctx0" brushRef="#br0" timeOffset="119403.71">3004 9703 848 0,'-13'0'0'0,"1"0"0"0,6 0 0 0,-5 0 0 15,5 3 0-15,-1-2 0 0,1 5 0 0,1 1 192 0,4 6-79 0,1 4-32 0,0 6-9 0,0 3 259 16,0 3-149-16,3 4-75 16,3 9-37-16,-1-5 241 0,1 13-144 0,-1-3-66 15,0 1-35-15,2 0 25 0,-2 0-30 0,0-1 9 16,2 5-216-16,-1-7 89 0,-4-9 46 0,7 1-281 15,-4-3 162-15,3-8 90 0,0 1 19 0,-2-7-205 16,0-8 57-16,-1-5 78 0,0-3-38 0,0-4-217 16,0-2 160-16,-1-17 77 0,-1-5 38 0,-3-5-238 15</inkml:trace>
  <inkml:trace contextRef="#ctx0" brushRef="#br0" timeOffset="119553.84">2994 10092 1297 0,'-2'-10'0'0,"1"6"0"0,1 1 0 0,0 1 0 0,0-2 0 0,0 3 0 0,0-1 0 0,3-1 217 0,9 2-93 16,1-1-45-16,4 0 170 0,-1 1-101 0,5-1-61 16,-3 2-27-16,2 0-228 0,1 0 101 0,1 0 49 15,-1-2 34-15,1 0-205 16,0 0 111-16,-4 0 55 0,-1 1-511 0,-3-2 274 0</inkml:trace>
  <inkml:trace contextRef="#ctx0" brushRef="#br0" timeOffset="119744.33">3502 9403 1170 0,'0'-8'0'0,"0"5"0"0,0 1 0 0,-2 0 0 0,0 2 0 0,-2 0 0 0,-2 4 268 0,2 11-117 0,3 6-60 15,-4 5-29-15,0 5 106 0,0 6-59 0,-1 7-43 16,3-3-169-16,-2 3 68 0,3-1 33 0,2 0-423 15,0-5 225-15,0 9 107 0,0-2 55 0</inkml:trace>
  <inkml:trace contextRef="#ctx0" brushRef="#br0" timeOffset="120119.7">3719 9850 1382 0,'0'-7'0'0,"0"1"0"0,-9 4 0 0,1 0 0 0,0 0 0 0,-2 0 0 0,-2 2 0 0,-1 0 33 16,2 2 7-16,0 10 75 0,1 5-41 0,-4 5-20 0,4 2 116 15,-1 8-69-15,3 2-25 0,-1 7-9 16,5-7 27-16,0 4-30 0,4-5 0 0,0 1-104 16,0-7 73-16,9 4 0 0,4-6-1 0,0-3-392 15,3-1 378-15,1-3 14 0,0-8 9 0,3 3-170 16,-1-6 65-16,3 1 45 0,-3-6-13 0,0-2-448 15,2 0 198-15,-2 0 129 0,0-4 60 0</inkml:trace>
  <inkml:trace contextRef="#ctx0" brushRef="#br0" timeOffset="120360.18">3821 10036 838 0,'1'-8'0'0,"-1"5"0"0,2 1 0 0,0-2 0 0,4 0 0 0,0 0 351 0,4 1-159 15,0 2-79-15,5 0 328 0,-2 1-380 0,6 0 0 16,-1 1-28-16,-1 9 29 0,2 3 8 0,-3 3-37 0,-1 1 0 0,-2 1-50 16,-1 2 25-16,-5 3 1 0,0-1 32 0,-7 1-83 15,0 4 38 1,0-9 0-16,0 5-93 0,-9-4 64 0,-4-1 42 0,-2-3-9 0,-1-3-201 31,-1-3 104-31,-1-4 33 0,0-1 30 0,0-2-147 0,-1-2 82 0,6 0 16 16,-4 0-226-16,10 0 138 0,-2-3 69 0,5-7 27 15,4-1-221-15,0-1 132 0</inkml:trace>
  <inkml:trace contextRef="#ctx0" brushRef="#br0" timeOffset="120601.58">4162 9949 769 0,'0'-13'0'0,"0"6"0"0,0-1 0 0,-6-3 0 0,1 6 0 0,-6 1 253 15,3 0-114-15,0 2-53 0,0 2-27 0,-1 0 33 16,1 6-30-16,0 11 8 0,1 7 20 16,0 2-28-16,2 4-1 0,2 4-28 15,3 0 52-15,0-1-18 0,0 0-8 0,1-3-26 0,11-4 29 16,3-4 0-16,1-1-29 0,1-8-168 16,6 0 80-16,0-3 44 0,-3-6 22 0,3-1-360 15,1-3 181-15,-5 0 77 0,2 0 48 0,-2-1-239 16,-3-8 130-16,-4 1-315 0</inkml:trace>
  <inkml:trace contextRef="#ctx0" brushRef="#br0" timeOffset="120841.09">4330 9746 1985 0,'0'0'0'16,"0"-2"0"-16,0 1 0 0,2-2 0 0,3 3 0 0,-1 0 0 0,3 0 0 0,1 0 0 0,3 10 201 0,-1 3-84 0,3 3-34 0,0 2 360 0,0 4-206 0,0 3-101 16,-2 3 116-16,-3 6-109 0,-2 2-47 0,-1 9-36 15,-5 0-50-15,0 1 0 16,-3 0 23-16,-7-1-263 0,-1-6 139 0,-6 7 58 16,4-15 33-16,-2 2-426 0,-2-4 195 15,0-4 122-15,2-7-297 0,0-1 191 0,2-5 91 0,5-5 46 16,1-4 22-16</inkml:trace>
  <inkml:trace contextRef="#ctx0" brushRef="#br0" timeOffset="121326.67">4794 9885 1477 0,'-8'0'0'0,"4"0"0"0,2 0 0 0,2 0 0 0,0 0 0 0,0 0 0 0,0 0 0 0,2 0 0 16,10 2 153-16,1-2-60 0,2 0-22 0,0 0 274 0,4 0-156 0,-1 0-79 0,-1 0-38 0,2-2 92 16,-2 0-58-16,0-1-40 0,-2 1-106 15,1 0 36-15,-3 0 1 16,0 0 35-16,-1 2-358 0,-2 0 176 16,-1 0 91-16,-1 0-266 0,0 0 109 0,-3 8 109 0,-3 1-50 0</inkml:trace>
  <inkml:trace contextRef="#ctx0" brushRef="#br0" timeOffset="121479.26">4842 10099 1428 0,'-3'0'0'0,"3"0"0"0,0 2 0 0,0-2 0 0,0 2 0 0,0 1 0 0,0-3 239 15,8 0-94-15,4 0-61 0,-1 0-68 0,10 0 17 0,-4 0 0 16,4 0-217-16,3 0 104 0,3 0 57 0,-1 0 27 15,2 0-672-15</inkml:trace>
  <inkml:trace contextRef="#ctx0" brushRef="#br0" timeOffset="121813.37">5596 9631 992 0,'0'-25'0'0,"0"2"0"0,0-3 0 0,-2 0 0 0,-6 0 94 0,-1-5-34 0,1 1-1 0,-5 4 21 0,4 1-24 16,-1 10 0-16,-3-2-15 0,2 6 78 0,2 7-43 0,-2 1-21 15,-1 3 48-15,1 0-68 16,3 7 6-16,-1 10-8 0,3 6 123 16,4 3-61-16,-3 4-32 0,5 5 1 0,0 2 138 15,0 8-89-15,0-1-40 0,0 4 34 0,5 0-37 16,1 4 0-16,1 4-29 0,2 5-22 0,-1 1 14 15,-2-1 0-15,1 4-1 0,-1-1-222 0,0-7 119 0,-2 12 48 16,-1-18-259-16,-2 1 148 0,1-5 80 0,-1-11 17 0,-1-6-286 16,0 4 152-16,0-16 62 15,0-3 38-15,0-5-261 16,-1-7 150-16,-5-3 66 0,-4 0-114 0,4-9 99 16,-5-15 49-16,4-4 25 0,-5-11-197 0</inkml:trace>
  <inkml:trace contextRef="#ctx0" brushRef="#br0" timeOffset="121939.29">5309 9923 966 0,'-10'-20'0'0,"3"-1"0"0,7 7 0 0,0 3 0 0,0-2 0 16,0 4 329-16,1-1-153 0,7 3-71 0,7 0-37 0,3 1 246 15,5 0-141-15,0 4-62 0,5 0-234 16,1 2 78-16,1 0 39 0,-1 4-1 0,1 8-643 16,0 1 349-16,-1 0 163 0</inkml:trace>
  <inkml:trace contextRef="#ctx0" brushRef="#br0" timeOffset="122133.02">5804 9711 1606 0,'-13'0'0'0,"5"-1"0"0,-3 1 0 0,2 0 0 0,-1 0 0 0,-3 7 0 0,4 8 151 0,2 3-50 0,-1 8-39 0,2 5 294 15,5 2-162-15,-2 3-80 0,3 3-41 0,0-1-67 16,3-1 26-16,6-1 1 0,2-2-423 15,5-2 212-15,-2-6 105 0,3-5 61 16,3 2-248-16,-1-10 146 0,-2-4 74 0,2-7 36 0</inkml:trace>
  <inkml:trace contextRef="#ctx0" brushRef="#br0" timeOffset="122353.6">5896 9882 1489 0,'0'-8'0'0,"0"2"0"0,6 5 0 0,1-3 0 0,1 2 0 0,5 2 0 0,-1 0 0 0,2 0 0 0,2 10 226 0,-3 1-97 0,2 2-48 0,-3 4 82 0,0-1-65 16,-2 1-25-16,-5 2-141 0,-2 0 50 0,-1 2 25 0,-2 0 1 15,0 0-70-15,-7-4 56 0,-8 5 15 0,-2-6 0 0,-3 0-205 16,-1-4 115 0,-1-1 38-16,-7-1-247 0,4-4 135 0,5-2 32 15,-1-2 45-15,6-2-84 0,6 0 56 16,2-2 41-16,6-8-210 0,1-3 121 0,0-3-67 15</inkml:trace>
  <inkml:trace contextRef="#ctx0" brushRef="#br0" timeOffset="122548.29">6112 9797 1412 0,'0'-4'0'0,"0"3"0"0,0 1 0 0,-6 0 0 0,-4 0 0 0,-3 0 0 0,-1 11 246 0,1 2-111 16,1 4-51-16,3 4 235 0,0 3-143 0,3 1-71 0,6-3-9 15,0 6-70-15,0-3 7 0,8-1-1 16,6-1-447-16,0-2 422 0,4-5 8 0,4 3-194 16,-2-6 106-16,3-1 52 0,-4-3 28 15,1-3-565-15,0-4 280 16,1-2 87-16,-3 0 84 0,-4-2-345 0</inkml:trace>
  <inkml:trace contextRef="#ctx0" brushRef="#br0" timeOffset="122728.81">6270 9694 1999 0,'10'-7'0'0,"3"1"0"0,1 0 0 0,-1 2 0 0,3 2 0 0,0 2 0 0,2 0 0 0,3 10 37 0,-3 9 4 0,-3 5-9 16,0 8 221-16,-1 6-110 0,-5 3-56 0,-4 2-26 0,-3-1-54 16,-2 8-7-16,0-5 33 15,-11-1-219-15,-3-2 110 0,2-8 54 0,-3 2 36 0,-3-2-548 16,-2-4 283-16,-3-5 142 0,1-3-668 15</inkml:trace>
  <inkml:trace contextRef="#ctx0" brushRef="#br0" timeOffset="136800.71">10197 13071 401 0,'-7'0'0'0,"2"0"0"0,-1 0 0 0,1 0 0 0,0 0 0 0,1 0 0 0,-1 0 0 0,2 0 80 15,-1-2-8-15,0 2-39 0,1 0 25 0,1-3 1 16,2 3-26-16,0 0 8 0,0 0 39 0,0 0-23 16,0 0 0-16,0 0-52 0,0 0 0 0,0 0 36 15,0 3-9-15,0 3 46 0,2-2-23 0,5 2 1 16,-2 0-24-16,1 0 34 0,-1 0-10 0,0-3-23 16,4 1 0-16,-2 0 20 0,-2 0-20 0,3-3 8 15,0 1 18-15,-1 2 0 16,-1-2-26-16,1-1-10 0,0 1 10 0,1 1 8 15,2-2-9-15,-3-1 28 0,0 2-28 0,1-2 1 16,1 0 0-16,-1 0 0 0,2 0 0 0,1 0 0 16,-2 0-17-16,3 0 17 0,-1 0-1 0,-2 0 9 15,4 0-27-15,-5 0 15 0,3 0 3 0,1 0-23 16,-3 0 21-16,2 2 6 0,0 0-6 0,2-1-28 16,-1 2 0-16,1-1 21 15,-1-2 4-15,0 0-37 0,3 0 34 0,0 0-5 16,0 0-25-16,1 0 26 0,-2 0 1 0,0-2 3 15,0-1-20-15,2 0 12 0,-3-1 4 0,-1 3-25 16,2-2 23-16,-3 1-1 0,3 1 0 0,-2 1-20 16,4 0 19-16,-3 0-3 0,4 0 2 0,-2 0 39 15,2-2-3-15,1 0-34 0,-1 0 12 0,2 0-9 16,-2 1-2-16,2-2 8 0,-3 0-9 0,0 1 4 16,0 0-1-16,-2 2-1 0,1 0 1 0,-3 0 10 15,4 0-9-15,-3 0-20 16,-2 0 20-16,2 0-3 0,-1 0 0 0,3 0 5 15,-3 0-8-15,2 2 4 0,1-2-19 0,0 2 17 16,2-2 6-16,-2 0-5 0,1 2-12 0,2-2 11 16,1 0 0-16,-3 0-3 0,3 0 6 0,1 0-3 15,0 0-2-15,1 1-12 0,-3-1 13 0,3 3-2 16,-2-2 3-16,-1 1-28 0,1 2 23 0,-1-2 2 16,3 1-15-16,-1 0 14 0,-2-2 2 15,5 1-2-15,-4 2-27 0,-1-3 26 16,3 2-3-16,-2-1-6 0,1 0 7 0,-1 0 0 15,1-2-3-15,-1 1-10 0,2-1 11 0,-2 3 0 16,2-3 1-16,0 0-3 0,-1 0 1 0,2 0 1 16,-1 0 21-16,2 0-20 0,-1 0 1 0,3 0-2 15,-1 0 3-15,-3 0-2 0,1 0 1 16,4 0-12-16,-3 0 14 0,6 0-3 0,-5 0 2 0,3 0-30 16,0 0 26-16,1 0 1 0,-3 0 1 15,3 0-3-15,-2 0-1 0,1-3 2 0,-5 3 7 16,2-1-8-16,1 1 1 0,1-2 0 15,-6 2 24-15,7-2-24 0,-6 2 2 0,2-2 0 16,-2 2 2-16,2-3-2 0,-2 3 2 0,0 0-5 16,-1 0 4-16,1 0 0 0,-3 0 2 0,3 0-5 15,-1 0 3-15,-2 0-1 0,1 0-1 0,2 0-3 16,-3 5 5-16,1-3-1 0,2 1-20 0,-4 0 19 16,2-2-2-16,-3 1-7 15,3 0 9-15,-2 0 0 0,0-2-2 0,0 0-14 16,2 0 13-16,-4 1 1 0,3-1 0 0,0 0-29 15,0 0 25-15,-1 3 2 0,2-2-14 0,-1 1 1 16,2-1 10-16,-4 2 1 0,3 1-19 0,0-2 18 16,-2-1-3-16,2 2 1 0,-1-3-1 0,1 0 3 15,0 0-2-15,0 0 0 16,2 0 2-16,-3 0-2 0,3 0 1 0,-2 0-1 0,1 0 6 16,-1 0-6-16,2 0 1 0,-1-3 0 15,-3 2 12-15,2 1-11 0,-2 0-1 0,0 0 1 16,-2 0 25-16,2 0 162 0,-2 0-188 15,2 0 0-15,-1 0 0 16,0-2 0-16,0 0 0 0,3 0 0 0,-2-4 0 0,0 1 0 16,1 1 0-16,-4-2 0 0,1 1 0 0,-2 0 0 15,2 2 0-15,-3-1 0 0,0 3 0 0,0-2 0 0,-1 1 0 16,0 1 0-16,3-1 0 0,-3 0 0 0,3 0 0 0,-4 2 0 16,3 0 0-16,-1 0 0 15,3 0 0-15,-2 0 0 16,0-2 0-16,0 2 0 0,2 0 0 0,-4 0 0 0,5 0 0 0,-4 0 0 15,2 0 0-15,-1 0 0 0,0 0 0 16,2 0 0-16,-4 0 0 0,3 0 0 0,-1 0 0 16,-2 0 0-16,2 2 0 0,-4 0 0 15,5 0 0-15,-5 0 0 0,2-1 0 0,-1 1 0 16,-1-2 0-16,-2 0 0 0,1 0 0 0,0 0 0 16,-3 0 0-16,1 0 0 0,-3 0 0 0,-1 0 0 0,0 0 0 15,0 0 0 1,0 0 0-16,-2 0 0 0,0 0 0 15,0 0 0-15,0 0 0 0,0 0 0 0,0 0 0 0,0 0 0 0,0 0 0 16,0 0 0-16,0 0 0 16,0 0 0-16,0 0 0 0,0 3 0 0,0 0 0 0,-6 2 0 0,-3 2-166 0,0 0 159 15,-5 0-842-15,3 3 407 0,-2 3 205 0</inkml:trace>
  <inkml:trace contextRef="#ctx0" brushRef="#br0" timeOffset="139117.65">20664 13022 415 0,'0'0'0'0,"0"0"0"0,0 0 0 0,0 0 0 0,0 0 0 0,0 0 0 0,0 0 0 0,2 0 0 0,-2 0 50 0,2 2-25 0,0-1 1 0,1 3 37 15,1-3-35-15,3-1 7 0,-2 3-7 0,-1-3 47 16,1 2-22-16,-1-2 1 0,1 0-21 0,0 0 36 15,-3 2-8-15,1-2-28 0,1 0 44 0,-2 1-23 16,0-1 1-16,1 2-14 0,-1-2 43 0,0 0-26 16,1 3 0-16,1-3 30 0,1 0-27 0,0 0 8 15,-1 0-36-15,1 0 26 0,1 2 0 0,-1-2-26 16,2 0 0-16,0 1 70 0,-2 1-40 0,3-2 1 16,0 0-10-16,-1 0-21 15,0 2-1-15,2-2 9 0,2 0 61 0,-1 0-34 16,1 0-1-16,1 0-12 0,-3 0-22 0,0 0 8 15,3 0-9-15,-1 0-4 0,-2 0 5 0,3 0 0 16,-3 0 11-16,2 0-3 0,1 0-9 0,-1 0 1 16,3 0 1-16,-3 0-1 0,0 0 0 0,0 0 8 15,4 0-17-15,1 2 9 0,-4-2 0 0,6 0-22 16,-2 2-2-16,1-2 31 0,1 0-10 16,5 0 35-16,-2 1-1 0,1-1-31 15,1 0-1-15,0 0-5 0,0 0 5 0,-2 2 0 16,0-1-23-16,2 2-1 0,-1-2 31 0,-1 3-7 15,2 1-29-15,-2 1 0 0,2-1 24 0,-2-2-29 16,2 5 4-16,4-1 17 0,-9-3 6 0,5 2-28 16,1 2-8-16,1-3 30 0,-5 2-1 0,6-1-25 15,-3-1 23-15,3 2-5 0,1-4-26 0,-3 1-3 16,-2-2 33-16,1 0-18 16,2 1 13-16,-3 0-4 0,0-2 4 0,1 2 32 15,-3 0 4-15,3 1-34 0,-2-2-1 0,2-1 9 16,-3 2-7-16,3 0 1 0,-1-3 162 0,5 2-176 15,-4 0 0-15,2-2 0 0,2 0 0 0,-1 0 0 16,-1 0 0-16,5 0 0 0,-2 0 0 0,-1 0 0 16,3 0 0-16,-1 0 0 0,-5 0 0 0,6 0 0 15,-1 0 0-15,-3 0 0 0,-1 0 0 0,1 0 0 16,-6 0 0-16,6 0 0 0,-1 0 0 0,0 0 0 16,0 0 0-16,0 0 0 15,1 0 0-15,4-2 0 0,2 0 0 0,0-1 0 16,0 0 0-16,0 0 0 0,0-1 0 0,1 1 0 15,-1 0 0-15,3 2 0 0,-3-2 0 0,2 2 0 16,-4-1 0-16,2 0 0 0,-2 0 0 16,0 1 0-16,-2-2 0 0,4 2 0 0,-2-1 0 0,4 0 0 15,-1 0 0-15,5-1 0 0,-3 2 0 0,3-3 0 16,2 2 0-16,4 1 0 0,-3-2 0 16,3 1 0-16,-3 2 0 0,0 0 0 15,-4 0 0-15,2 0 0 0,-4 0 0 0,1 0 0 16,-2 0 0-16,-2 0 0 0,-2 0 0 0,1 0 0 15,-2 0 0-15,1 0 0 0,0 0 0 0,0 0 0 16,2 0 0-16,0 0 0 0,1 0 0 16,2 0 0-16,-3 0 0 0,2 0 0 0,0 0 0 0,-3 0 0 15,-1 0 0-15,1 0 0 0,-1 2 0 0,0 1 0 16,0-2 0-16,0 1 0 0,0-2 0 0,-1 2 0 16,2 0 0-16,1-1 0 15,-3 2 0-15,4 1 0 0,1-2 0 0,-1-1 0 16,5 3 0-16,-3-2 0 0,3 2 0 0,0 0 0 15,-3-3 0-15,1 1 0 0,-2-1 0 0,-2 4 0 16,-1-3 0-16,0 0 0 16,-4-1 0-16,-2 2 0 0,-2-3 0 0,-1 1 0 0,-1-1 0 0,-5 2 0 15,2-2 0-15,-6 0 0 0,0 0 0 0,-3 0 0 16,-1 0 0-16,0 0 0 0,-3 0 0 0,-1 0 0 16,0 0 0-16,-2 0 0 15,1-2 0-15,-1 1 0 0,0-2 0 0,-2 2 0 16,0-1 0-16,0 0-209 0,0 0 97 0,0-1 51 15,-7 3 17-15,-6 0-841 0,-9 5 427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27:50.0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7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3T06:33:06.114"/>
    </inkml:context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10921 1166 508 0,'0'0'0'15,"0"0"0"-15,0-2 0 0,0 0 0 0,0 0 0 0,0-1 0 0,0-1 140 0,0-2-57 0,0-1-26 0,0-1 34 16,0-3-30-16,0 0 1 0,0-2-21 15,0-2 32-15,0 2 1 0,0-2-42 0,0 0-5 16,0-1 6-16,0 0 8 0,-2 1-8 0,-3-1-25 16,0 2 0-16,0-2 25 0,-3 3 0 0,1 0-40 15,-5 2 16-15,3 3 1 16,-2 1 6-16,-1-1 14 0,-1 6-20 0,2 1 22 0,-4-2 1 16,4 3-10-16,-1 0-9 0,3 0 50 0,0 0-2 15,-1 0-32-15,3 6 55 0,1 2-27 0,1 3 4 16,0 1-31-16,3 1 53 15,1 4-18-15,1 3-8 0,0 5-25 0,0 0 57 16,0 4-28-16,1-1-1 0,4 3-20 0,4 3-2 16,-2-1-6-16,2 1 0 0,0 0-1 0,0 3-15 15,0-2-8-15,-1 1 23 0,-2-2-55 0,-1-1 28 16,0 1-1-16,-3 0-12 0,0-2 9 0,0 2 0 16,-2-3 7-16,0-2-19 0,0-1 22 0,-2-5 9 15,-5 5-18-15,-2-8 8 0,-1-1-4 16,1 0 5-16,-2-3-7 0,-3-1-25 0,1-5-1 15,0-2 31-15,2-2-149 0,-4-2 70 16,1-2 31-16,5-2-229 0,-4 0 119 0,3 0 63 16,1 0 16-16,4-8-220 0,3-4 128 0,2-2 57 15,0-6 40-15,4-2-133 0,10-1 83 0,4-4 41 16,8-6 21-16</inkml:trace>
  <inkml:trace contextRef="#ctx0" brushRef="#br0" timeOffset="352.3">11100 1023 760 0,'3'-22'0'0,"-1"5"0"0,-2 0 0 0,0 2 0 0,-5 2 0 0,-4 1 0 0,4 6 0 0,-8 0 196 16,1 3-82-16,3-2-32 0,0 3-9 0,-5 0 64 16,3 2-52-16,-2 0-26 0,2 0-1 0,0 4 16 15,-1 4-8-15,3-2-33 0,0 6 0 0,1 0 98 16,0 3-49-16,5-1 92 15,-1 4-75-15,2 0-33 0,2 3 0 0,0-1 79 16,0 6-57-16,0-6-19 0,2 6-8 0,3-3 49 16,3 1-39-16,2 0 0 0,-3 1-38 0,2-2 6 15,0 6-6-15,1-3 0 0,-1 3 0 0,-1-2-32 16,-2 2 1-16,0-3-38 0,-1 5 31 0,-3-1-1 16,0-4 39-16,-1 2-106 0,-1-6 44 0,0 6 3 15,0-7 22-15,-1 2-93 0,-7-5 38 0,1 0 31 16,-3-3-5-16,-1-2-178 15,2-2 94-15,-3-4 49 0,-1 2 10 0,0-2-146 16,2 0 77-16,-2 1-292 0,1-1 193 0,1 2 96 16,1 3 49-16,3 1-319 0,-2 0 175 0</inkml:trace>
  <inkml:trace contextRef="#ctx0" brushRef="#br0" timeOffset="647.67">10771 1945 1463 0,'-6'0'0'0,"1"3"0"0,4 0 0 0,-1 1 0 0,0 1 0 0,2 5 0 0,-2 1 133 0,2 2-42 0,0 2 74 15,0 4-66-15,0-2-33 0,2 3-1 0,0-1 61 16,3 2-39-16,0 0-31 0,-1-1 0 0,-1 1-120 16,1-4 49-16,-1 0 23 0,1 0 9 0,0-2-262 15,-2-2 138-15,-1-2-337 0,2-1 227 0,-3-2 77 16,0-3 63-16,0-4-289 0,0 1 167 0,0-2 83 16,0 0 42-16,0 0-81 0</inkml:trace>
  <inkml:trace contextRef="#ctx0" brushRef="#br0" timeOffset="872.41">10723 2071 608 0,'-2'-17'0'0,"2"4"0"0,0 0 0 0,0 2 0 0,6 0 0 0,6 1 0 0,4 1 146 0,3 3-57 0,2 1 230 15,1 2-143-15,4 1-72 0,-5 2-27 0,4 0 107 16,-3 10-75-16,-3 5-38 0,0 1 0 0,-4 2-16 16,-4 1 9-16,0 5-32 0,-5 1 1 0,-4-1-38 15,-2 0-1-15,0 1 39 0,-4-3 8 0,-11 5-36 16,-2-5 1-16,-2-4 27 15,-1 0-61-15,-3-2 30 0,4-8 1 0,-6 0-149 16,5-3 79-16,-2-3 40 0,1-2 1 0,1 0-256 16,2 0 118-16,6 0 59 0,0-2 41 0,6-9-266 15,4 1 149-15,2-6 74 0,0-2 29 0</inkml:trace>
  <inkml:trace contextRef="#ctx0" brushRef="#br0" timeOffset="1169.98">11480 1085 903 0,'-15'-9'0'0,"0"5"0"0,3 2 0 0,2 2 0 0,-5 0 0 0,-1 0 110 0,2 10-31 0,-7 7 261 0,4 5-154 15,0 6-77-15,0 3 167 0,1 7-122 0,5-2-52 16,1 14-39-16,4-4 71 0,2 1-51 0,3 0-25 16,1-7 9-16,0 9-39 0,1-8 5 0,7-7-1 15,4 2 1-15,2-2-159 0,3-5 88 0,0-3 31 16,2-4-132-16,-1 0 87 0,3-7 42 0,-4-4-422 16,4-2 183-16,-2-5 119 0,1-4 8 0,-3 0-262 15,-1 0 176-15,0-12 88 16,-5-4 35-16</inkml:trace>
  <inkml:trace contextRef="#ctx0" brushRef="#br0" timeOffset="1352.07">11497 1408 1407 0,'0'2'0'0,"0"0"0"0,0 1 0 0,2-3 0 0,1 2 0 0,6-2 303 0,1 0-135 0,4 3-67 0,1-3 152 0,4 1-114 16,-1-1-54-16,3 2 68 15,0-2-60-15,-1 3-30 0,3-1 8 0,0 0-365 16,-3-1 163-16,1 1 82 0,0 0 41 0,-1-2-556 16,-1 2 296-16,2-2 141 0,-3 0 73 0</inkml:trace>
  <inkml:trace contextRef="#ctx0" brushRef="#br0" timeOffset="1595.14">12036 960 1426 0,'-9'-9'0'0,"5"4"0"0,2 4 0 0,2 1 0 0,0 0 0 0,0 0 0 0,0 0 0 0,0 0 445 0,0 11-198 0,0 2-112 16,2 4-50-16,-1-1 104 0,6 9-77 0,-3-4-32 16,-1 8-147-16,1-1 50 0,-2-2 25 0,-1 0 0 15,1 0-108-15,0-3 75 16,-2-1 25-16,0 1-343 0,0-3 189 0,0-3 49 15,0-6 61-15,0-1-418 0,0-4 219 0,0-3 105 16,0-3 53-16,-5 0-166 0,-1-6 109 0,1-9 47 16,-5-8-124-16,2 0 94 0</inkml:trace>
  <inkml:trace contextRef="#ctx0" brushRef="#br0" timeOffset="1796.11">11879 909 538 0,'-10'-19'0'0,"8"6"0"0,2 1 0 0,0 4 0 0,6-2 0 0,12 3 0 0,5-1 335 0,4 0-151 0,5 5 113 15,3-2-132-15,2 4-57 0,-3 1-43 0,0 0 18 16,-4 0-25-16,-4 9 0 0,-5 1-25 0,-1 1-41 16,-4 2 16-16,-3 2 0 0,-5 1 25 0,-6 0-67 15,-2 0 34-15,0 3-43 0,-6 3 33 0,-9-6 22 16,-3 0 0-16,-2-2-78 0,-1-2 43 16,0-5 7-16,0 3-4 0,-2-5-74 0,2-1 48 15,3-1 9-15,2-1 0 0,7 1-332 16,4-3 174-16,5 0-287 0</inkml:trace>
  <inkml:trace contextRef="#ctx0" brushRef="#br0" timeOffset="2543.77">11689 1048 939 0,'-10'-7'0'0,"3"1"0"0,1 2 0 0,3 3 0 0,-1-5 0 0,1 5 0 0,3-2 0 0,0 0 0 0,5 0 121 0,9 1-48 0,9 0 42 16,0 2-41-16,2 0-20 0,0 0-1 0,-4 6 35 15,7 8-32-15,-8-2 0 0,0 5-23 16,-5-2-22-16,0 3 21 0,-4 2 9 0,-1 0-8 0,-5 1-38 16,-1 2-1-16,-3-3 39 15,-1-2 0-15,0 2 8 0,-1-3-9 0,-10-3-111 16,-1-1 52-16,-3-3 10 0,0-4 0 0,0-3-16 15,0-3 21-15,0 0-13 0,0 0 33 0,4-9-44 16,0-5 40-16,1-2-8 0,4-2-9 0,3-1 12 16,3-2 1-16,0 1 9 0,0 0-8 0,1 1-1 15,5 2 0-15,6 5 3 0,-1 1-2 0,1 1-1 16,2 3 0-16,-3 3-35 0,5 1 34 0,-4 2 1 16,4 1 0-16,-3 0-207 0,2 0 97 15,0 6 40-15,0 2 30 0,2 0-370 16,0 2 188-16</inkml:trace>
  <inkml:trace contextRef="#ctx0" brushRef="#br0" timeOffset="2768.55">11875 1322 492 0,'-19'8'0'0,"8"-5"0"0,1 2 0 0,4-3 0 0,3 0 0 0,3-2 455 0,0 0-211 0,3 0-97 15,15 0-62-15,5 0 230 0,2 0-142 0,5-4-70 16,2-1-35-16,4-1 59 0,0 1-51 0,0 0-21 16,-3 0-137-16,-1 2 58 0,-4 1-103 0,-5 0-83 15,1 0 118-15,-5 2 62 0,0 0 31 0,-4 0-196 0,-4 0 52 16,-1 0 71-16,-5 0-46 0,-1 6-266 16,-2 3 176-16</inkml:trace>
  <inkml:trace contextRef="#ctx0" brushRef="#br0" timeOffset="3129.44">11939 1523 706 0,'-4'0'0'0,"1"0"0"0,2 0 0 0,-1 0 0 0,2 0 114 0,0 0-33 0,0 0-7 0,0 0 241 0,0 0-142 0,0 0-69 16,3 0-36-16,7 2 111 0,0 3-78 0,0 1-33 15,2 3-1-15,1 3-56 0,-1-1 1 0,-1 2 29 16,0 2-9-16,-1 1-80 0,-3 2 40 0,-1 1-42 16,-3 0 42-16,-1-1 29 0,-2 4-9 0,0-3-120 15,-2 3 65-15,-9-2-3 0,-4-2 28 0,2-3-53 16,-6-2 34-16,3-1-2 0,-4-4 0 0,2-4 82 16,-1-4-27-16,0 0-8 0,3 0-21 0,-2-4 93 15,4-10-42-15,2 1 35 16,3-3-35-16,1 1 12 0,5-3-43 0,3 3 19 15,0 1 19-15,0-1-6 0,5-1-1 0,8 3-21 16,1 3 4-16,2-1 8 0,1 1-6 0,0 3-150 16,0 0 72-16,2 1 31 0,-1 4-2 0,2-3-302 15,0 4 158-15,-1-1 62 0,0-1-382 16,1 3 220-16</inkml:trace>
  <inkml:trace contextRef="#ctx0" brushRef="#br0" timeOffset="3289.39">12173 1557 1374 0,'0'0'0'0,"0"-2"0"0,0 0 0 0,2 1 0 0,-2 1 0 0,0-3 0 0,2 3 176 0,-1-2-72 15,6 2-35-15,0 0 208 0,0 0-122 0,1 0-52 16,4 0-40-16,-3 5-242 0,0 2 105 0,-1 0 54 16,1 3 27-16,-2-1-480 15,1 2 250-15,0 0 127 0,-3-4-445 0,1-1 270 0</inkml:trace>
  <inkml:trace contextRef="#ctx0" brushRef="#br0" timeOffset="3468.91">12353 1469 1200 0,'2'-14'0'0,"-2"8"0"0,0 1 0 0,0 3 0 0,0 1 0 0,0 1 0 0,0 0 240 0,0 0-104 0,0 7-51 0,0 9 144 16,-5 8-99-16,-2 1-40 15,-7 14-32-15,3 0 258 0,-5 3-141 0,2 2-71 16,-3 1-36-16,2-3-70 0,-4 8 13 0,4-5 0 15,0-1 22-15,0-5-344 0,4-5 172 0,-1-1 94 16,3-2-501-16,2-9 246 0,2-2 152 0,4-8-220 16,1-3 167-16</inkml:trace>
  <inkml:trace contextRef="#ctx0" brushRef="#br0" timeOffset="3743.21">12545 1031 1373 0,'0'-19'0'0,"0"11"0"0,0 6 0 0,6 1 0 0,3-1 0 0,-1 2 233 0,3 0-100 0,2 2-50 16,2 11-17-16,2 4 336 15,2 3-186-15,1 5-91 0,-1 5-46 0,1 8 129 16,-6-6-80-16,-1 13-52 0,-5-6-64 0,-4 0-1 15,-2 2 22-15,-2 1-137 0,0-7 77 0,-16 11 25 16,0-8 1-16,-5-1-106 0,-2-3 70 0,1-6 35 16,-4-1 8-16,-1-3-440 0,1-4 212 0,1-3 50 15,5-6 73-15,-1-1-407 0,7-7 228 0</inkml:trace>
  <inkml:trace contextRef="#ctx0" brushRef="#br0" timeOffset="4368.46">13101 1333 710 0,'-9'0'0'0,"3"-7"0"0,3 1 0 0,-1-2 0 0,-3-5 0 0,4 2 0 0,-3-3 147 0,1 3-56 16,1 3-22-16,-1-5-7 0,1 4-37 0,0-2 8 15,-2 3-35-15,2 3 34 0,-1 2 9 0,0 0-8 16,-3 1 0-16,0 2 7 0,-1 0-8 0,0 12 1 15,-3 5 47-15,-1 8-9 0,0 1-38 0,0 2 0 16,2 3-1-16,-1 2 59 0,3-1-22 0,2-2 68 16,3-2-53-16,2-2-25 0,-1-5-1 15,3 0-6-15,0-5-11 0,0-3-9 0,3-1 1 16,3-4-47-16,1-3 23 0,2-3 1 16,3-2-47-16,1 0 31 0,0-4 1 15,2-11 37-15,-1-6-166 0,0-1 69 0,1-7 48 16,-2 0-7-16,0-3-178 0,3-9 83 0,-5 0 54 15,-1 0 3-15,1 0-96 0,-2-11 63 0,0-3 32 16,1-6-10-16,-3 2-1 0,0 9 42 0,-3 3-2 16,0 3 1-16,-3 6 0 0,2 15 0 0,-3 0 200 15,0 10-99-15,0 2-59 0,0 5-17 0,0 4 331 16,0 2-149-16,0 0-89 0,-4 10 187 16,2 8-113-16,-2 7-63 15,1 0 64-15,-1 7-64 0,2 4-31 0,0 9 0 0,0-7-24 0,2 12 129 16,0-3-68-16,0 0-8 0,0 1-31 15,0-4 1-15,0-4-23 0,6 6-9 0,1-10-243 16,0 0 122-16,4-2 61 0,-2-6-430 0,0-4 222 16,3-1 122-16,-1-4-211 0,2-2 120 0,-2-6 87 15,-2-1 37-15,1-6 16 0,3-4-368 0,-4 0 200 16</inkml:trace>
  <inkml:trace contextRef="#ctx0" brushRef="#br0" timeOffset="4684.66">13291 1189 866 0,'-8'0'0'0,"1"0"0"0,5-2 0 0,2-2 0 0,0 1 59 0,0-4 45 0,2 2-35 0,5-1-1 15,7-1 256-15,0 1-138 0,4 1-80 0,-2 1 118 16,3 0-95-16,0 2-48 0,0 2-25 15,0 0 9-15,-5 0 10 0,0 7-22 0,-1 7-28 16,-4 1 7-16,-1 4 1 0,-4 1 8 0,-3 1-72 16,-1 5 32-16,0-1 0 0,0-1 32 0,-9 1-47 15,-3-4 33-15,-4 4-10 0,-1-5-130 0,-2-1 57 16,0-1 40-16,-2-2-2 16,3-3 4-16,-3-5-208 0,0 2 109 0,1-5 35 0,1-1-218 0,2-4 136 15,8 0-495 1,0 0 625-16,3 0 6 0,4-1-1 0,2-5 0 0,0-4 0 0,6 1-133 15</inkml:trace>
  <inkml:trace contextRef="#ctx0" brushRef="#br0" timeOffset="4897.82">13651 1110 1392 0,'4'-20'0'0,"-1"2"0"0,0 3 0 0,-3 0 0 0,0 3 0 0,0 2 0 0,-3 2 0 0,-6 3 0 0,-3 2 204 0,-2 3-85 0,-2 0-35 15,-4 16-30-15,0 5 152 0,-1 7-87 16,2 4-43-16,3 1 84 0,0 3-68 0,7 2-29 0,6 1 53 16,3-3-41-16,0-1-22 15,7-1 9-15,12-4-29 0,3-4-3 0,4-1 3 0,3-7-281 16,1 0 141-16,2-5 78 0,-1-6 27 16,0 0-689-16,-1-2 319 0,-2-3 176 0</inkml:trace>
  <inkml:trace contextRef="#ctx0" brushRef="#br0" timeOffset="6878.83">14005 1296 165 0,'2'0'0'0,"-1"0"0"0,1 1 0 0,-2-1 0 0,0 0 0 0,0 0 162 0,0 0-57 0,0 0 19 16,0 0-45-16,0 0-23 16,0 0-1-16,0-1 21 0,0-1-13 0,0-4-9 15,0 2-21-15,2-2-16 0,-2 1 15 0,0-3 1 16,0 3 8-16,0-3-39 0,0 3-1 0,0-2 32 15,0 0 0-15,0 1-43 0,0-2 30 0,0 1-58 16,-4-2 32-16,1 2-12 0,-3 1 40 0,0 1-31 16,0 1 26-16,-1 1-12 0,0-2 9 0,-3 4-21 15,-1 1 18-15,2 0 0 0,-5 0-1 0,3 0 10 16,-1 0-9-16,-2 8-3 16,3-3 2-16,-3 4 54 0,3 0-27 0,0 2 42 15,-1 3-30-15,3 0 3 0,2 6-32 0,-1-1 32 16,2 3-5-16,3 2-14 0,-1 2-8 0,4-1 53 15,0 2-23-15,0-4 15 0,0 0-37 0,2 1-8 16,7-7 8-16,1 3-1 0,3-6 1 0,1-1-32 16,-2-3-8-16,1-2 40 15,1-5-93-15,-2-1 41 0,2-2 23 0,-1 0-52 0,-2-5 31 0,3-13 8 16,-2-2 0-16,0-4-110 0,-3-4 60 0,0-4 16 16,1-2 1-16,-2-8-76 15,-1 1 51-15,0-3 11 0,-1-3-1 0,0-7-57 16,0 0 45-16,-3 0-37 0,1 3 37 0,-2 3 0 15,-1 9 36-15,-1 2 51 0,0 12-21 0,0 0 0 16,0 7-30-16,0 8 92 0,-3 0-46 0,-1 4-31 16,1 5 9-16,-1-2 239 0,2 3-121 0,-2 0-41 15,4 4-38-15,-2 9 186 0,2 5-74 0,0 0-56 16,0 8 104-16,0 0-79 16,0 4-39-16,0 5 59 0,4-2-54 0,0 5-22 15,3 5 0-15,-3-9 4 0,3 5-26 0,0-1 7 16,0-3-7-16,2-1-37 0,-2-2-1 0,3-5 38 15,-2-5 0-15,1 0-97 0,-2-3 44 0,-1-2 26 16,0-4-204-16,-3-4 107 0,1 0 30 0,-2-4-256 16,0-3 136-16,0 0 79 0,-2-2 14 0,0 0-104 15,0 0 79-15,0 0 32 0,0-5 9 0,0-5-242 16,1-2 141-16,1-1 70 0</inkml:trace>
  <inkml:trace contextRef="#ctx0" brushRef="#br0" timeOffset="7095.76">14191 1128 888 0,'0'-2'0'0,"0"0"0"0,0 1 0 0,0-1 0 0,0 2 0 0,0 0 0 0,0-2 374 0,0 2-170 0,0 0-86 16,0 0-42-16,3 0 189 0,1 2-108 0,1 5-67 16,3 1-28-16,0 2 46 0,-1 1-38 0,1 0 1 15,1 1-30-15,-3-2-15 0,1 1 7 16,1 1-166-16,-3-1 84 0,-1-1 40 0,2-2 30 15,0 1-349-15,-3-4 170 0,-1 1 92 0,2-3-8 16,-1 0-392-16,1-3 201 0,1 0 121 0,0 0 55 16,1 0-235-16</inkml:trace>
  <inkml:trace contextRef="#ctx0" brushRef="#br0" timeOffset="7477.28">14465 903 888 0,'0'-9'0'0,"0"5"0"0,0 0 0 0,0 2 0 0,0 1 0 0,0-2 0 0,-2 1 212 0,0 1-89 0,1-2-46 0,-2 3 237 15,3 0-133-15,-4 0-78 0,1 0-35 0,-1 0 87 16,-2 10-61-16,1 2-30 0,-3 1 7 0,0 4-3 16,-1-1-1-16,-2 9 26 15,0-2-31-15,-2 4 1 0,1 4-22 0,-1 1 17 16,-4 7-26-16,2 2 1 0,0 2 0 0,-2 5-4 15,2-2 4-15,0 3-1 0,0 4 1 0,0-1-21 16,-2 3 0-16,2-1 29 0,-2 3-9 0,4-3-67 16,-2 1 33-16,2-4-28 0,2-5 28 0,-1-6-10 15,3-2 33-15,2-3-18 0,-3-5-10 16,4-8 12-16,1 2 8 0,1-6 13 16,1-3-14-16,1-6-7 0,-2-1 6 0,4-2-37 15,-2-3 0-15,2 1 36 0,0-4-2 0,0 0-79 16,0 2 36-16,0-2-31 0,0 0 33 0,0 0-10 15,0 0 41-15,0 0-127 0,0 0 57 0,0 0 15 16,0 0 1-16,0 0-248 0,0-2 140 0,0-4 66 16,0-1 32-16,0 1-455 0,2-2 243 0</inkml:trace>
  <inkml:trace contextRef="#ctx0" brushRef="#br0" timeOffset="8138.89">14630 1233 494 0,'0'0'0'0,"-5"0"0"0,1 0 0 0,2-3 0 0,2 1 0 0,0 2 0 0,0 0 341 15,0 0-154-15,0 0 215 0,2 5-184 0,7-1-93 16,7 4-38-16,0-2 238 0,5-1-146 0,3 1-73 15,0 0-37-15,3-3 59 0,-6-1-39 16,7-1-32-16,-5 2-1 16,-2-2 27-16,0 2-25 0,0-3-149 0,-2 0 70 0,-2 0 22 15,-3 0 1-15,2 0-356 0,-5 0 193 16,-2 0 79-16,1 0 49 0,-4 0-620 0,-5 0 300 16,1 0 160-16</inkml:trace>
  <inkml:trace contextRef="#ctx0" brushRef="#br0" timeOffset="8326.69">14653 1564 1346 0,'-4'8'0'0,"2"0"0"0,2-3 0 0,0-3 0 0,0-1 0 0,0 2 0 0,0-3 271 0,8 0-120 16,3 1-58-16,4 1 368 0,3-2-214 0,1 0-99 15,2 0-61-15,-1 0 111 0,3 0-82 0,-2 0-42 16,-1 0-20-16,-1 0-314 0,1 0 142 0,-2 0 75 15,1 0 39-15,-1 0-259 0,1 0 148 0,0 0-741 16</inkml:trace>
  <inkml:trace contextRef="#ctx0" brushRef="#br0" timeOffset="8853.09">15458 1190 193 0,'-1'-12'0'0,"-7"-2"0"0,2 7 0 0,-1-1 0 0,-1 0 0 0,1 3 0 0,-5 0 165 0,3 0-58 16,-4 3-41-16,1 2-1 0,0 0 159 0,-4 0-97 0,2 15-46 16,-2-1-17-16,0 9 89 0,2 1-60 15,-1 3-31-15,2 2 1 0,4 1 61 0,1 1-38 0,5 0-30 16,3-3 53-16,0 1-38 0,0-1 0 16,3-2-25-16,7-5-5 0,7 3-8 0,-1-5 0 15,5-3-21-15,2-3 0 0,2-5 20 0,-2-2 9 16,9-4-68-16,0-2 30 0,0 0-1 0,-2-8 31 15,-2-7-134-15,-1 0 51 0,-3-7-103 0,-1 2 70 0,-5-5 42 16,0-1 21 0,-4-1-36-16,-6 3 8 0,2-9 2 0,-7 4 0 15,-1-1 42-15,-2-2-16 0,0 0-19 0,-7 0-10 16,-7 2 35-16,-1 3-16 0,-2 3 4 0,-3 5 2 16,-1 5 48-16,0 4-24 0,-4 5 27 0,-2 2-19 15,3 3 0-15,-1 0-16 0,6 4-45 0,1 8-1 16,-1 3 39-16,4 1 3 0,3 2-66 0,1 0 30 15,4 3 0-15,3-2 25 0,2 0-250 0,2 0 121 16,0-4 60-16,0 1-203 0,6-3 132 16,7-3 70-16,2-3 93 0,2-3 0 0</inkml:trace>
  <inkml:trace contextRef="#ctx0" brushRef="#br0" timeOffset="9179.44">15669 990 328 0,'2'-26'0'0,"-2"-1"0"0,0 5-164 0,0 1 82 0,0 0 41 0,-6 3 41 0,-4 3 47 0,1 2 7 0,-2 7 5 16,-2-2-40-16,0 7 218 0,-1 1-103 0,0 0-50 15,-2 0-26-15,1 12 156 0,-4 6-94 16,3 5-44-16,0 2 141 0,2 5-91 16,0 2-47-16,3 3 154 0,2 8-104 0,4-3-48 15,0 3-25-15,3 3 131 0,2 1-77 0,0-6-30 16,0 11-9-16,0-5 9 0,2 1-24 0,3-1 1 15,0 0 30-15,-1-3-19 0,-1 9-8 0,-1-3-68 16,-2 3 20-16,0 0 0 0,0-2 21 0,0-10-120 16,-2 8 56-16,-3-14 32 0,-5 3-1 0,1-5-113 15,-4-2 52-15,-1-9 43 0,-2 2-13 16,-3-5-61-16,2-5 20 0,0-5 32 16,-2-1-229-16,3-5 112 0,0-3 60 0,1 0-253 15,6 0 159-15,-1 0 79 0,5-6 40 0,1-3-355 16,4-4 201-16,0 0 97 0,0-2 48 0,8-2-92 0</inkml:trace>
  <inkml:trace contextRef="#ctx0" brushRef="#br0" timeOffset="9479.65">15706 1720 656 0,'4'-8'0'0,"0"4"0"0,-1-1 0 0,-1 4 0 0,0-2 0 0,1 2 0 0,-2 1 0 0,-1 0 168 0,0 0-67 0,0 7-34 15,0 6 241-15,0 4-141 0,0 5-68 0,0 1-32 16,0 2 73-16,0 1-54 16,-4-3-18-16,-2 6-8 0,-1-4-29 0,2-1 2 0,-1-3 0 15,1-1 17-15,-2-2-9 16,2-3-9-16,1-7 24 0,2 3-23 0,1-6 0 16,-1-3 8-16,2-1 37 0,0-1-22 0,0 0-1 15,0 0-22-15,0 0 74 0,7 0-29 0,7 0-8 16,2 0-38-16,1-1 92 0,2-1-45 0,2-1-24 15,1 1-93-15,-2-3 31 0,0 4 0 0,-1-1 39 16,-5-1-130-16,1 2 65 0,-5 0 41 0,-1 1-560 16,-2 0 275-16,0 0 104 15,-5 0 80-15</inkml:trace>
  <inkml:trace contextRef="#ctx0" brushRef="#br0" timeOffset="10564.26">16032 1219 494 0,'-5'0'0'0,"0"0"0"0,1-3 0 0,2 3 0 0,2 0 77 0,-2 0-8 15,2 0-36-15,-2 0 146 0,2 11-73 0,0 4-37 16,0 3 8-16,0 8 99 0,4 0-72 0,2 7-36 16,1 0 1-16,-1 4 39 0,-2 2-29 15,1 5-9-15,-3-1-23 0,0 1-15 16,-2 5 1-16,0 1-33 0,0 3 7 0,-4 0 26 16,-3-4 0-16,-1-12-174 0,1 0 88 0,-1-5 42 15,5-11 31-15,-1-2-274 0,2-8 131 0,0-5 32 16,1-6 43-16,1 0-253 0,0-8 127 0,0-18 74 15,0-6-167-15,0-9 117 0</inkml:trace>
  <inkml:trace contextRef="#ctx0" brushRef="#br0" timeOffset="10789.8">15951 1240 821 0,'0'-21'0'0,"0"5"0"0,1 5 0 0,7 4 0 0,2-2 0 0,2-1 0 0,6 3 291 15,4-1-133-15,4 6-63 0,0 2-31 0,3 0 73 16,-1 2-52-16,-8 7-18 0,6 11-8 0,-5-2 48 15,-3 5-37-15,-4-2 0 0,-6 7-37 0,-3-6-29 16,-2 8 29-16,-3-4 0 0,0 2 0 0,-14-2-39 16,-2 0 1-16,0-6-40 0,-8 2 35 0,2-4 21 15,-3-5 1-15,1-4-60 16,4-4 36-16,-1-1-2 0,1-2-11 0,1-2-225 16,8 0 106-16,2 0 66 0,1 0 11 0,6 0-275 15,2 0 159-15,0 0 76 0,12 0-229 0,10-2 152 0</inkml:trace>
  <inkml:trace contextRef="#ctx0" brushRef="#br0" timeOffset="11246.95">16448 1513 834 0,'19'0'0'0,"-8"0"0"0,2 0 0 0,-1 0 0 0,-5-9 0 0,-1-3 0 0,-3 0 0 0,-1-4 138 16,1 0-53-16,-1-1 71 0,-2 0-61 0,0-1-24 15,0 4-7-15,-5 1 3 0,-2 3-34 0,-4 3 0 16,-1 3 0-16,-3 4 30 0,1 0-30 0,-7 9 0 15,2 8-8-15,-1 8 8 0,0 6-1 0,1 2 63 16,-1 10-35-16,7-2-1 0,2-1-26 0,7-5 88 16,2 1-44-16,2-2-14 15,0-4-8-15,4-3 12 0,5-9-35 0,7 1 1 16,-2-6 0-16,3-2-42 0,0-7 17 0,0-3 1 16,-1-1-90-16,5-1 57 0,-3-15 28 0,0-7-149 15,-1-3 69-15,2-6 47 0,-2-8-2 0,-3 3-167 16,-2 0 75-16,1-7 55 0,-4-2 1 0,1-3-71 15,1-3 53-15,-2-9 26 0,1 2-8 16,1-14-2-16,-2 5 0 0,1 4 37 0,-4 14-77 0,-3 9 39 16,-1 11-9-16,-2 1 174 15,0 16-64-15,0 1-31 0,0 7-1 0,0 5 230 16,-5 0-124-16,-2 14-62 0,-2 12-11 0,6 1 296 16,-3 3-138-16,3 10-85 0,-1-2 3 0,0 14 54 15,1-1-64-15,1-1 122 0,-3 3-94 0,3-3-46 16,1 1-16-16,-1-1 42 0,2-4-36 0,0-1-1 15,0-11-36-15,0 5-150 0,0-1 83 0,0-6 30 16,0-2-1-16,3-2-322 0,1-8 180 0,2-2 90 16,0-7 4-16,1-4-521 15,-1-2 271-15,4-5 135 0,1 0-127 0,0-5 131 16,-1-9 58-16</inkml:trace>
  <inkml:trace contextRef="#ctx0" brushRef="#br0" timeOffset="11481.07">16721 1451 1009 0,'-4'-5'0'0,"4"3"0"0,0 0 0 0,0 1 0 0,0-1 0 0,4 0 0 0,8 0 0 0,2 2 361 0,2 0-156 0,2 2-90 15,-2 5-41-15,1 4 158 0,1 4-99 0,-4 0-51 16,2 3-16-16,-5-2 4 0,0 3-1 0,-4 0-36 16,-1 2-25-16,-4-3 0 0,-2 5 33 0,0 0-76 15,-5-2 33-15,-13 2 1 0,-1 0 34 0,-3-2-91 16,3-7 54-16,-9 4 3 0,3-7 0 0,4-2-192 15,0-4 99-15,-2 0 25 0,5-2 33 0,0-3-283 16,9 0 144-16,-1 0-172 0,6 0 157 0,4-3 71 16,0-9 47-16,6-3-120 15,13 1 79-15</inkml:trace>
  <inkml:trace contextRef="#ctx0" brushRef="#br0" timeOffset="11696.67">17168 1342 1228 0,'0'-5'0'0,"0"1"0"0,0 2 0 0,-10 1 0 0,-5-2 0 0,-2 3 0 0,-4 0 0 0,-3 11 0 0,1 9 346 0,0 2-156 15,2 6-78-15,1 3 76 0,5 2 44 0,4 3-104 16,6 0 39-16,5 1-67 0,0-1-34 0,3-2 0 16,14-4 95-16,4-1-68 0,5-2-30 0,2-5 0 15,2-1-101-15,4-3 35 0,-2-6 9 0,0-1 26 16,0-1-371-16,-2-4 186 0,-4-2 92 0,-3-1-628 15,-1-1 291-15,-1 1 180 0</inkml:trace>
  <inkml:trace contextRef="#ctx0" brushRef="#br0" timeOffset="15399.52">17738 2049 420 0,'2'0'0'0,"0"0"0"0,-2 5 0 0,2 3 0 0,-2-2 0 0,0 1 0 15,0-1 0-15,0 1 184 0,0 5-76 0,0-3-37 16,-6 4 0-16,-1-2-44 0,-1 2 14 0,0 3-8 16,-1-1 0-16,-2 1-190 0,-2 5 90 0</inkml:trace>
  <inkml:trace contextRef="#ctx0" brushRef="#br0" timeOffset="16158.13">18512 1249 668 0,'0'-14'0'0,"0"3"0"0,2 1 0 0,-1-3 0 0,3 1 0 0,-2-4 0 0,0 0 0 0,-1-1 76 0,-1 0-22 0,3 0 0 0,-3-2 24 15,0 1-8-15,0 0-37 0,0 2 0 0,0-2 24 16,0 2-24-16,-6 1 8 0,0 2 14 0,-1 0 0 15,0 0-22-15,-3 6 0 16,-1 0 37-16,2 4 8 0,-3 0-45 0,-1 2-4 16,0 1 4-16,-2 0 0 0,2 0-1 0,-2 9 23 15,2 2-22-15,-1 5 0 0,3 0-1 0,0 7 23 16,5 0 0-16,1 1-14 0,3 5 45 16,2 2-27-16,0 1 1 0,0 1-27 0,0 3 50 0,2 2-29 15,7 5 0-15,1-3 9 0,-1 1-30 0,0 0 0 16,-1-2 8-16,3 11-50 0,-4-6 21 15,2 2-1-15,-6 0 22 0,1 0-79 16,-2-7 48-16,-1 10-9 0,-1-13 25 0,0 1-36 16,0-1 8-16,-7-4 0 0,-3-8-50 0,-1-1 21 15,0-4 22-15,-4-6-71 0,2-5 36 0,-2-1 24 16,0-7-20-16,1 0-165 0,2 0 95 0,0-8 38 16,3-7 28-16,5-4-334 0,4-3 168 0,0-8 97 15,7 1 44-15,11-3-166 0</inkml:trace>
  <inkml:trace contextRef="#ctx0" brushRef="#br0" timeOffset="16448.68">18767 1212 508 0,'8'-31'0'0,"-2"-1"0"0,1 2 0 15,-5 1 0-15,0 1 0 0,-2 7 0 0,0-3 158 0,0 6-62 0,-4 3-32 0,-5 4 0 16,-3 2 79-16,-1 3-46 0,0 4-37 0,-2 2 0 15,0 0 68-15,0 0-47 0,0 10-25 0,2 2 40 0,2 5-36 16,1 0 0-16,2 8 84 16,3 0-56-16,1 3-28 0,1 5 9 0,-1 3 64 15,-1 5-51-15,0 1-24 0,-1-1 0 0,3 2 47 16,-1-4-28-16,1 10-8 0,-1-4-36 0,2 2-59 16,0-1 30-16,2 0-98 0,-2-7 72 0,2 12 23 15,0-8 0-15,-2-1-350 0,0-8 181 0,0 3 59 16,-2-4 56-16,-1 2-440 0,-2-8 231 15,-5 2 114-15,1-3 58 0,-2-6-253 16,-6 6 160-16</inkml:trace>
  <inkml:trace contextRef="#ctx0" brushRef="#br0" timeOffset="16841.88">18326 2100 687 0,'0'0'0'0,"-2"0"0"0,2 0 0 0,-2 0 0 0,0 0 0 0,1 0 0 0,1 0 0 0,-2 0 311 0,2 0-140 0,0 7 226 16,0 6-187-16,0 0-89 15,0 5-43-15,0-4 80 0,0 5-62 0,2-2-24 16,-1 2-8-16,1 0-45 0,-2-1 14 0,0 0-1 16,0-2 1-16,0-3-239 0,0 0 115 0,0-2 62 15,0-5-376-15,0-1 203 0,0-2 113 0,0-1-9 16,0-2-315-16,0 0 190 0,0-6 95 0,0-9-32 16,0-4 63-16,0-4 24 0,-3-5 9 0,-3-1-54 15,3-2 58-15,-4 2 60 0,2 2 0 0,1 5 0 16,-1-1 0-16,-1 2 0 0,2 4 80 0,0 3-60 15,4-1-27-15,0 4 375 16,0 1-164-16,0 0-104 0,6 3-9 0,9 0 146 16,2 3-93-16,3-1-47 0,1 4-37 0,2 1 205 15,2 0-116-15,-5 11-59 0,1 2-28 0,-7 5 103 16,3 2-70-16,-4 2-31 0,-5 2-8 0,-2 1-23 16,-4-4-1-16,-2 4-115 0,0 3 54 0,-10-6 31 15,-7 3 0-15,-2-4-161 0,-1-3 96 0,1-5 56 16,-6 2-22-16,5-5-130 0,-3-3 44 15,3-3 55-15,-3-2-23 0,5-2-245 16,2 0 152-16,1-2 72 0,6-9 35 0,3-7-187 16,4-5 104-16</inkml:trace>
  <inkml:trace contextRef="#ctx0" brushRef="#br0" timeOffset="17277.9">19038 1007 913 0,'3'-11'0'0,"1"5"0"0,2 2 0 0,2 2 0 0,1-2 0 0,0 2 0 0,1 0 0 0,1 2 0 0,2 0 227 0,0 4-90 16,5 10-55-16,-4 2-25 0,2 4 86 0,-4 4-55 15,-1 2-28-15,-2 6 9 0,-4 2-65 0,-1 0 29 16,-3 0 0-16,-1 1-31 0,0-3 1 0,-1-1 38 16,-11-1-73-16,-3-3 32 0,-2-1 0 15,-5-4 33-15,-1-2-89 0,-3-6 48 16,-1-2-8-16,-1-6 1 0,0-5-43 0,2-1 32 15,2 0 3-15,3-1 1 0,0-11-14 0,4-1 33 16,2-1-6-16,4-1 7 0,4 1-6 16,3-1 2-16,4 2 65 0,0-2-31 0,2 2 2 15,11-5-32-15,6 6 26 0,5-1 1 0,2-1-13 16,2 3-7-16,2-1-188 0,2 3 91 0,-2 0 43 16,2 2 23-16,-2 0-412 0,0-2 202 0,0 4 102 15</inkml:trace>
  <inkml:trace contextRef="#ctx0" brushRef="#br0" timeOffset="17559.24">19436 1035 635 0,'0'-2'0'0,"0"2"0"0,0 0 0 0,0 0 0 0,-6 11 0 0,-1 4 73 0,-5 3-1 0,3 8-39 0,2-5 263 16,0 10-136-16,2-5-63 0,3 2-33 0,2-2 139 15,0 1-86-15,2-6-33 0,8 3-30 0,1-7-9 16,5-1-12-16,0-3-1 15,1-1-55-15,1-4 36 0,0-3-9 0,0-5-23 16,1 0 26-16,-2 0 0 0,0-4 26 0,-2-8-129 16,-4-4 59-16,0-3-4 0,-1-1 30 0,-4-1-155 15,-4-5 81-15,-1 1 14 0,-1-4 31 0,0-4-89 16,0 1 52-16,-5 1 12 0,-2 1-23 0,-3 4 20 16,-5-4 7-16,3 13 82 0,-4 0-27 0,-2 5 0 15,2 5-27-15,-3 3 22 0,2 3-21 0,0 1-1 16,4 0 0-16,0 12-102 0,0 4 51 0,3 2 18 15</inkml:trace>
  <inkml:trace contextRef="#ctx0" brushRef="#br0" timeOffset="17824.58">19195 1396 874 0,'-5'0'0'0,"3"0"0"0,2-4 0 0,0-12 0 0,2-3 0 0,12-3 0 0,2 5 0 0,7-9 114 0,3 5-41 0,1 2 1 16,3 1-41-16,-3 0 110 0,-4 10-47 0,1 0-36 16,-1 4 0-16,-3 2 38 0,-3 2-33 0,0 0 0 15,-3 14 20-15,-4 0-30 0,2 6 0 0,-3-2 40 16,1 3-31-16,0 0-1 0,1-1-22 0,1-2-7 16,6 4-1-16,-2-6 0 0,1-2 0 0,6 1-46 15,-5-7 31-15,3 3-9 0,2-6 24 0,-3 1-217 16,1-2 93-16,2-4 58 15,-5 0-438-15,-1 0 230 0,0 0 79 0,-4 1-313 16,-3 1 221-16</inkml:trace>
  <inkml:trace contextRef="#ctx0" brushRef="#br0" timeOffset="18059.02">18867 1690 1445 0,'-10'0'0'0,"7"0"0"0,3 0 0 0,0 0 0 0,7 0 0 0,16 0 0 0,5 0 0 0,15 0 228 0,4-2-98 15,6-5-40-15,13-3 178 0,-3-1-118 0,3 2-58 16,3-2-30-16,0-1 10 0,-14 3-31 0,3-1-9 16,-5 3 1-16,-6 1-88 0,-11 2 43 0,0 3 23 15,-10-2-326-15,-2 3 170 0,-7 0 89 0,-4 0 45 16,-5 0-564-16,-6 6 278 15,-2 3 90-15,0 2-240 0</inkml:trace>
  <inkml:trace contextRef="#ctx0" brushRef="#br0" timeOffset="18359.25">19105 1848 615 0,'-4'0'0'0,"4"0"0"0,6 1 0 0,11-1 0 0,6 0 0 0,-1 0 325 0,4 0-142 0,3 0-67 15,1 6 65-15,-4 3-74 0,0 3-37 0,-3 1 107 16,-3 4-73-16,-6 2-27 0,1 5-8 0,-8 0-87 16,-4 1 26-16,-3 2-1 0,0-1 26 0,-9 1-114 15,-7 0 53-15,-7-1 31 0,-1-1-1 0,-3-3-112 16,1-2 72-16,4-10-1 0,-8 2-36 0,2-6 7 16,-1-5 33-16,1-1-41 0,0 0 30 0,5-6-9 15,-2-9 6-15,4-1 54 0,3-3 0 0,7 2-30 16,0-4 1-16,5 3 92 15,2-1-40-15,4 1-17 0,0 3 1 0,0 1 65 16,4 0-41-16,10 2-10 0,-2 2-95 0,6-1 38 16,2 3 0-16,4 1 40 0,-1 1-152 0,0 3 68 15,5-2 35-15,-1 2-411 0</inkml:trace>
  <inkml:trace contextRef="#ctx0" brushRef="#br0" timeOffset="18575.22">19503 1933 921 0,'14'0'0'0,"2"0"0"0,4-1 0 0,-2-5 0 0,-1-1 0 0,2 1 0 0,-1 3 0 0,-2 1 287 0,0 2-127 0,0 0-55 15,-5 0 26-15,-2 9-49 0,-1 4-25 0,-6 2-50 16,0 4 34-16,-2 2-8 0,-8 1 0 0,-11 3-120 16,-2 2 60-16,-5-4 30 0,0 2 9 0,-4-1-150 15,0-1 86-15,-2-2 22 0,4-4 29 0,0-4-297 16,9-8 141-16,4-1 35 0,3-4-128 0,5 0 109 15,5-2 53-15,2-9-136 16,2-10 87-16</inkml:trace>
  <inkml:trace contextRef="#ctx0" brushRef="#br0" timeOffset="18743.5">19783 1842 460 0,'2'0'0'0,"-2"0"0"0,0 4 0 0,-4 7 0 0,-7 2 180 0,-4 5-73 16,0 0-37-16,4 2 7 0,-4 5 227 0,6-3-136 15,3-3-67-15,3 3-35 0,3-1 98 0,0 0-58 16,1-2-40-16,16 0-193 0,0-4 79 16,5 0 41-16,4-4 0 0,3-4-345 0,4-3 188 15,3-1 98-15</inkml:trace>
  <inkml:trace contextRef="#ctx0" brushRef="#br0" timeOffset="19158.16">20227 1544 803 0,'-17'-10'0'0,"0"7"0"0,0 3 0 0,1 0 0 0,-4 0 0 0,-2 10 0 0,7 6 119 0,-6 7-48 0,8 0 1 0,0 4 78 16,2-1-59-16,2 4-29 0,2-6 8 0,3 7-21 15,4-10-16-15,0 1-1 0,0-5 1 0,2-3-65 16,7 1 28-16,0-6 0 15,2-4-89-15,2-3 62 0,0-2 32 0,1 0-205 16,-2-2 90-16,1-9 63 0,1-8-3 0,-3-3-187 16,1-1 90-16,-7 0 54 0,2-8 27 0,-1 0-63 15,-2 0 49-15,-1-3 27 0,-1-7-1 0,4 2-20 16,-2-9 78-16,1-1 0 0,3-1 0 0,1-4 0 16,-1 0 0-16,-1 3 0 0,-1 3 0 0,-4 12 0 15,1 8 0-15,-1 4 178 0,-2 11-87 0,0 1-60 16,0 5 5-16,0 5 240 0,0 2-110 0,-4 11-72 15,-1 13-6-15,0 4 15 16,1 5-39-16,0 8 1 0,1 1 150 0,0 4-91 16,1 1-45-16,2-4 83 0,0 10-68 0,0-7-31 15,0 0 0-15,0-1-109 0,0-4 39 0,0-5 8 16,2 2 32-16,2-4-292 0,2-5 145 0,1-6 74 16,-1 0 36-16,1-7-248 0,-1-6 129 0,2-1 64 15,-1-6-407-15</inkml:trace>
  <inkml:trace contextRef="#ctx0" brushRef="#br0" timeOffset="19376.59">20330 1504 717 0,'0'-9'0'16,"2"3"0"-16,3 2 0 0,5 2 0 0,-1 1 0 0,0 1 0 0,3 0 0 0,1 3 184 0,1 10-75 0,-3 1-31 0,1 4-7 0,-2-1 83 15,0 8-60-15,-3-1-31 0,-4 0 0 0,-1-3 7 16,-2 7-7-16,0-3-31 15,-5-1-24-15,-8-4 0 0,-1 1 25 0,0-3 8 16,-4-3-109-16,2 0 50 0,-5-4 26 0,2-3-216 16,-1-1 122-16,1-5 22 0,2 0 38 0,2-2-342 15,8 0 172-15,-1-2 60 16,7-12 43-16</inkml:trace>
  <inkml:trace contextRef="#ctx0" brushRef="#br0" timeOffset="19950.05">20574 1464 663 0,'0'-5'0'0,"0"1"0"0,0 0 0 0,-2 2 0 0,-9 2 105 0,-4 0-35 0,-3 2-1 0,-3 11-36 15,2 6 199-15,0 4-91 0,2 3-59 0,2 1-24 16,4 2 123-16,5 2-74 0,4 1-37 0,2-2 8 16,0-2-51-16,4-2 6 0,10-2 0 0,4-1-55 15,5-4 28-15,3-2 8 0,2-5-31 16,4-5 24-16,0-3 1 0,0-4 25 15,0 0-146-15,-2 0 79 0,-2-10-8 16,1-6 31-16,-6 0-127 0,-2-5 68 0,0-4 10 16,-3-1-6-16,-2-3 18 0,-2-4 0 0,0 1 10 15,-7-5-12-15,-1 3 19 0,-3 6-7 0,-3-3 90 16,0 8-37-16,-3 2 1 0,-8 3-39 0,-3 7 70 16,0 1-30-16,-6 7 3 0,4 3-19 0,-9 0 100 15,6 11-52-15,-1 3-15 0,5 6-1 16,-3 7 42-16,4-1-19 0,5 3 0 15,3-1 23-15,5 2-19 0,1-5-1 16,0 6-32-16,0-6 7 0,3-5-2 0,8 1 2 0,0-3-39 16,1-2 7-16,1-5 28 0,0-3-2 0,0-5-105 15,1-3 46-15,-2 0 31 0,3-2-18 0,-1-9-105 16,0-10 53-16,0 1-37 0,-5-4-33 0,2-2 60 16,-1-8 16-16,-3-1-89 0,2-8 57 0,0 0 32 15,-2-3-1-15,2-6-19 0,2-9 29 0,1 1 1 16,-1-2 21-16,-4 9-97 15,1-2 49-15,-2 14 16 0,-3 4 8 0,-1 10 73 16,-2 4-25-16,0 13 271 0,0 2-147 0,0 4-82 16,0 4-25-16,-2 4 264 0,-3 20-120 0,-1 3-73 15,0 6-2-15,2 7 197 0,-1 10-125 0,1 2-58 16,3-1-29-16,-1 1 27 0,2-2-29 0,0-7 9 16,0 11-36-16,0-12-88 0,2-1 43 0,3-5 23 15,4-3-288-15,1-5 164 0,1 3 68 16,0-12-428-16,1-2 209 0,-1-6 124 15,2-4 15-15,0-7-206 0,0 0 153 0,1-1 72 16,-2-13 37-16</inkml:trace>
  <inkml:trace contextRef="#ctx0" brushRef="#br0" timeOffset="20058.3">21121 1570 841 0,'0'-17'0'0,"0"5"0"0,0 3 0 0,0 2 0 0,0 3 0 0,0 0 0 0,0 2 0 0,0 2 152 16,0 0-63-16,4 6-29 0,1 5 1 0,2 2-86 15,2 2 30-15,-2 1 7 0,2-1 21 0,3 1-122 16,-3-3 61-16,2 1 30 15,1-6-405-15</inkml:trace>
  <inkml:trace contextRef="#ctx0" brushRef="#br0" timeOffset="20232.49">21427 1208 996 0,'2'-10'0'0,"0"4"0"0,0 6 0 0,-2 0 0 0,0 17 0 0,-8 11 0 0,-7 12 0 0,-3 14 378 15,-3-3-164-15,-8 18-95 0,1-1-43 0,-4 5 106 16,-7 13-75-16,-3 0-37 0,-1-8 98 0,-15 24-72 16,0-5-32-16,-15 16-373 0,7-10 171 0,1 0 85 15,10-14 51-15</inkml:trace>
  <inkml:trace contextRef="#ctx0" brushRef="#br0" timeOffset="20966.57">21698 1489 868 0,'-3'-17'0'0,"1"-1"0"0,2 10 0 0,0 4 0 0,0 3 0 0,2-3 0 0,3 2 0 0,2 0 0 0,-2 0 98 0,3 2-33 0,4 0 66 0,0 0-49 0,4 0-16 15,0 0-9-15,3 0 0 16,0 0 0-16,2 2-24 0,0-2 0 0,-2 0-30 15,1 0-8-15,1 0 38 0,-5 0-171 0,1 0 85 16,0 0 43-16,-5-2 30 0,-1 1-377 0,-6 1 179 16,-1 0 60-16</inkml:trace>
  <inkml:trace contextRef="#ctx0" brushRef="#br0" timeOffset="21125.15">21679 1640 948 0,'-25'5'0'0,"7"-1"0"0,8 3 0 0,3 0 0 0,1-2 0 0,6-2 0 0,0 2 0 0,0-4 202 0,6 0-85 0,8 4-42 16,5-4-13-16,8-1 177 0,3 0-104 0,2 2-50 16,3-2-27-16,1 0-49 0,-1 0 32 0,2 0-9 15,-5 0-344-15,1 0 172 0,-3 0 86 0,1 0-470 16,-8 0 262-16</inkml:trace>
  <inkml:trace contextRef="#ctx0" brushRef="#br0" timeOffset="21477.36">22403 1352 1025 0,'-7'0'0'0,"-4"0"0"16,2 0 0-16,-3 5 0 0,-1 0 0 0,-2 2 0 0,-2 4 0 0,-2 4 0 0,3 4 111 0,-2 2-39 0,8 1 121 0,1-2-72 0,4 4-48 15,3 5 0-15,2-6 19 16,0 0-30-16,12-1 1 0,1-6-22 0,8 4-30 15,-1-6-1-15,2-4 23 0,5-3-30 0,1-3 0 16,-3-4 38-16,8 0-42 0,-2 0 1 0,-3-9 32 16,-3-6 1-16,2-2-120 0,-4-4 61 0,-2-3 3 15,-5 1 0-15,-2-3-76 0,-5 0 52 0,-4 0 13 16,-3 1-1-16,0-4-31 0,-2 2 27 0,-2 0 5 16,-11 4-9-16,-2 3-14 0,-10 1 38 15,0 6 34-15,-5 6-36 0,-2 1-5 16,-5 6 4-16,2 0 35 0,-3 0 4 0,5 11-31 15,1 4-4-15,3-3-39 0,10-1-1 0,5 2 40 16,3 1 2-16,4-2-180 0,7 1 85 0,0 1 37 16,2-1-200-16,15-1 112 0,8-1 69 0</inkml:trace>
  <inkml:trace contextRef="#ctx0" brushRef="#br0" timeOffset="21767.15">22527 901 1022 0,'0'-24'0'0,"0"9"0"0,0 4 0 0,-2 2 0 0,-5 7 0 0,2-1 0 0,-6 3 0 0,-1 0 0 0,-1 18 117 16,-3 7-47-16,2 10 178 0,-2 3-108 0,4 10-53 16,1 2-28-16,1 7 84 15,4 8-59-15,6-11-26 0,0 5 0 0,0 1 65 16,2 6-45-16,7-14-14 0,3 7-9 0,-1 5-55 15,-4-11 33-15,1 5 0 0,-2-4-129 0,-2-7 73 16,-1 5 24-16,-1-7 0 0,-2-8-117 0,0 3 73 16,-2-6 4-16,-9-1-157 0,-4-5 79 0,-2-2 54 15,-4-4 0-15,0-5-65 0,0-1 32 0,1-8 24 16,-1 0 8-16,1-4-148 0,1-2 90 0,3-2 44 16,2 0-231-16</inkml:trace>
  <inkml:trace contextRef="#ctx0" brushRef="#br0" timeOffset="22727.62">23065 1258 449 0,'0'-2'0'0,"0"-2"0"0,0 1 0 0,0 1 0 0,0 0 0 0,0-1 0 0,0-2 70 0,0 2 1 16,-2 2-38-16,2-2 34 0,0 1 9 16,-2 1-43-16,0 1 77 0,1 0-38 0,-6 6-1 15,0 10-38-15,0 3 45 0,-4 7-46 0,-3 2 1 16,3 3 0-16,-1 2 78 0,3 1-40 16,2-3 9-16,3 1-20 0,1 0 0 15,3-2-27-15,0 1 17 0,0-7-17 0,3-2 8 16,12 4-8-16,-2-11 16 0,4 0-16 0,4 1 0 15,2-7 0-15,-3-3-16 0,2-3-7 0,1-3 22 16,0 0 1-16,2 0-69 0,-5-4 34 0,1-10 14 16,-1-3-64-16,-3-4 31 0,-1 0 0 0,0-5 25 15,-3-2-33-15,-2-1 17 0,0-4-3 0,-5-3-17 16,-1-5 37-16,-2 1-13 0,-1 7-3 0,-2-5-45 16,0 3 23-16,-12 1 0 15,-3 6 28-15,-4 3-15 0,3 6 5 0,-11 2 7 16,3 6 16-16,-1 2-18 0,1 5-2 0,-3 2-20 15,7 2-26-15,-3 0 24 0,2 0-3 0,3 10-41 16,1 3 28-16,0 6 0 0,4-5 25 0,0 11-247 16,4-2 119-16,1-1 61 0,4 2 29 0</inkml:trace>
  <inkml:trace contextRef="#ctx0" brushRef="#br0" timeOffset="24153.55">22762 1805 508 0,'-5'0'0'0,"1"-3"0"0,2 2 0 0,1-2 0 0,-3-3 0 0,1 0 0 0,1-2 114 15,0 1-40-15,1-2 0 0,1-2 79 0,0-2-52 16,0-1-38-16,1-1 46 0,8-4-38 0,3-2-1 16,6 0-37-16,-2 0 29 0,5-3-8 0,2 2-21 15,-1 1 0-15,2 0 32 0,1 3-32 0,-4 5 8 16,4-4-9-16,-5 8 23 0,-1-1-1 16,-3 5-31-16,0 1 10 0,-4 3 8 15,4 1-8-15,-5 0-44 0,2 7 22 0,-2 6 1 16,2 1 20-16,1 5-22 0,0 5-14 0,2-3 34 15,-1 4-12-15,2-4-9 0,1 1 9 0,1-5 11 16,1 3-17-16,-2-4 9 0,1-3-6 0,-1 1 4 16,1-4-31-16,-3-1 5 0,0-1 22 0,-1-2-127 15,0-3 60-15,0-1 31 0,0 1-6 0,0-3-262 16,2 0 131-16,-2 0 73 16,2-3 16-16,2-6-288 0,-1-1 162 0,1 0 73 15,0-8 49-15,0 0-89 0</inkml:trace>
  <inkml:trace contextRef="#ctx0" brushRef="#br0" timeOffset="24727.07">23779 942 677 0,'5'-11'0'0,"-3"1"0"0,-1 4 0 0,4 0 0 0,-3 0 0 0,0 0 0 0,0 5 0 0,-2-1 164 0,0 0-57 0,1 2-42 16,-1 0 66-16,2 2-49 0,0 9-25 0,0 5 1 16,0 8 53-16,-1 2-44 15,1 4 1-15,0 2 46 0,0 4-41 0,0 1 1 16,0 3-33-16,-1 4 78 0,1-1-43 0,-2-2-21 15,0 2-1-15,0-2-12 0,0-5-1 0,0 3-8 16,0-3-37-16,0-4 1 0,0-3 36 0,0-7-1 16,0-2-16-16,0-1-9 0,3-8 26 0,-1 0-83 15,0-5 41-15,-2-3 3 0,1 0 6 0,-1-3-75 16,0 0 43-16,0 0 8 16,0-3 0-16,0-6 66 0,-5-1 2 0,-3-1-47 15,-1-1-63-15,0 0 32 0,-2-1-1 0,2-3 32 16,0 7-103-16,-1-6 48 0,1 3 24 0,2 0-36 15,0 3 28-15,-2-1-10 0,2 2 33 0,0 3-26 16,0 0 0-16,-4 2-2 0,1 1 19 0,-3 2 56 16,-1 0-36-16,0 0 2 0,-4 10-24 0,4 1 105 15,-2 2-48-15,3 5 124 0,0-4-73 0,5 5-40 16,3-1 0-16,1 2 40 0,4-1-36 0,0-1 0 16,0 1 9-16,2 1 49 15,7-5-37-15,3 0-6 0,1-1 1 0,0-1-66 16,2-3 9-16,0-3 32 0,2 1-174 0,-2-5 83 15,2 1 42-15,-1-4 13 0,2 0-363 0,1 0 181 16,-3 0 64-16,3 0-269 0,-2 0 179 0,-2-2 80 16,2-3 54-16,0-3-97 0,-3-2 70 0</inkml:trace>
  <inkml:trace contextRef="#ctx0" brushRef="#br0" timeOffset="24947.51">24005 1353 1115 0,'-2'0'0'0,"1"0"0"0,1 0 0 0,-2 0 0 0,0 0 0 0,2 0 0 0,0 0 0 0,0 0 145 0,0 0-56 0,4 11-28 16,8-2 0-16,-3 2 91 0,3 1-64 0,2 2-27 15,1-1-1-15,0 1-105 0,0-3 39 0,-2 0-214 16,0 0 122-16,1-1 66 0,-3-1 32 0,-2-2-366 15,-1 1 163-15,-1-2 99 0,1-1 5 0,-3-3-237 0</inkml:trace>
  <inkml:trace contextRef="#ctx0" brushRef="#br0" timeOffset="25195.32">24366 1149 826 0,'2'-8'0'0,"-2"6"0"0,0-1 0 0,0 3 0 0,0 0 0 0,0 4 0 0,-11 13 197 0,-3 4-82 16,2 4-42-16,-6 7 246 0,-2 6-143 0,1-2-63 16,-5 8-45-16,0 4 201 0,-3 0-118 0,-3 11-60 15,0-7-28-15,2 0 50 0,-6 13-44 16,2-7-1-16,1-1-35 0,0-1-4 16,7-9 12-16,-3 3-119 0,3-4 55 0,4-5 28 15,2-10 0-15,4 2-133 0,0-9 88 0,5-2 23 16,0-7 23-16,3-3-261 0,0-3 103 0,2-5 74 15,3-1-7-15,-1-3-373 0,-2 0 213 0,2 0 106 0</inkml:trace>
  <inkml:trace contextRef="#ctx0" brushRef="#br0" timeOffset="26193.93">22787 1992 466 0,'-4'0'0'0,"2"-1"0"0,1-2 0 0,-1 3 0 0,0-1 0 0,2-1 0 0,-3 2 154 0,3-2-65 16,0 2 84-16,0 0-70 0,0 0-35 15,0 0 0-15,0 0 80 0,0 9-62 0,0 3-26 16,0 1-1-16,0 2 29 0,-2 4-28 0,-1-1 8 15,-3 7-35-15,1-3 110 0,-2 4-55 0,0-3-28 16,0-3 30-16,1 5-26 0,1-4 0 0,-2-3-31 16,3 1 4-16,-2-4-4 0,2-4 8 0,2-3 31 15,-2 0-39-15,4-4 0 0,-1-3-1 0,1-1 42 16,0 2 8-16,-2-2-49 0,2 0-1 0,0 0 50 16,0 0-24-16,0 0-1 15,0 0-16-15,0 0 25 0,2 0 0 0,10-2-101 16,4 1 33-16,2-1 1 0,5 0 42 0,2 0-95 15,-5 0 43-15,4 0 22 0,-1 0-4 0,-2 1-124 16,0 1 62-16,-3 0 33 0,-1 0-3 0,-4 0-24 16,-1 0 4-16,-3 0 20 0,-2 0-52 0,-1 0 34 15,-4 0 2-15,0 0 16 0,-1 0 1 0,1 0 4 16,-2 0-14-16,0 0 71 16,0 0-27-16,0 0-1 0,0 0-22 0,0 0 67 15,0 0-30-15,0 0-10 0,0 0 0 0,0 0-7 16,-3 0-1-16,-1 0-9 0,0 0-255 0,2 0 123 15,1 0 60-15,-1-3-500 0,2 3 271 0</inkml:trace>
  <inkml:trace contextRef="#ctx0" brushRef="#br0" timeOffset="57456.16">7547 5245 488 0,'-5'-5'0'0,"-1"0"0"0,4 4 0 0,-1-1 0 0,0 0 0 0,3 2 334 0,-2 0-155 0,2-2-73 15,0 2-36-15,0 0 108 16,0 0-73-16,7 0-27 0,7 0 83 0,7 0-64 16,4 0-32-16,2-4 120 0,2 0-77 0,2-4-29 15,-1 2-8-15,2-1-13 0,-2-1 1 0,-2-1-26 16,-1 5-1-16,-4-2-59 0,-2 2 25 0,-3-2 0 16,-1 4 35-16,-1-1-172 0,-7 1 86 0,0 2 51 15,-2 0-158-15,-2 0 56 0,-3 0 57 16,1 0-361-16,-3 0 189 0,0 0 81 0,0 5 57 15,-3 3-235-15,-7-1 142 0,0 0-113 16,-2 2 119-16,-4-1 72 0</inkml:trace>
  <inkml:trace contextRef="#ctx0" brushRef="#br0" timeOffset="57637.67">7777 5240 994 0,'-12'0'0'0,"5"0"0"0,-1 0 0 0,5 0 0 0,-2 0 0 0,1 3 0 0,4 1 0 0,0 3 0 0,0 5 301 0,0 3-134 0,0 3-67 0,4 6-34 16,4 1 255-16,-3 1-136 0,-2 5-80 0,2 0 58 15,1 0-65-15,-5 0-33 0,3 3-47 0,-1 0 23 16,0 0-8-16,-1 1 0 0,0 0-162 0,-2-2 81 16,0 0 40-16,0-9 8 0,0 2-290 0,0-5 162 15,0-7 32-15,0-3 57 0,0-4-453 16,0-6 222-16,2-1 122 0,0-4-268 0</inkml:trace>
  <inkml:trace contextRef="#ctx0" brushRef="#br0" timeOffset="57795.25">7803 5542 1155 0,'-5'0'0'0,"2"0"0"0,3 0 0 0,-2 0 0 0,2 0 0 0,0 1 261 0,0 2-115 0,2-1-48 15,6 0-37-15,3 1 1 0,0 1 234 0,0 1-131 16,3-1-66-16,-3 4-186 0,2-3 56 0,-2 2 32 0,0 1 0 0,-1 0-378 16,-3 2 204-16,2-2 112 0,-5 2-451 15,3-2 265-15,-4-1 68 16</inkml:trace>
  <inkml:trace contextRef="#ctx0" brushRef="#br0" timeOffset="58150.3">8009 5166 1398 0,'9'-13'0'0,"5"4"0"0,-1-1 0 0,-3-1 0 0,-1 5 0 0,-2 0 0 0,0 2 0 0,2 1 140 0,0 2-46 0,-2 1-34 0,7 0-138 15,-5 1 56-15,2 8 27 0,1 5 0 0,-3 3-258 16,-2-1 132-16,0 5 68 0,-3 0-87 0,-1 1 69 16,0 1 34-16,-3-2 0 0,0-3-74 0,0 1 46 0,0 0-13 15,0-4 22-15,0 0 83 0,0-5-38 16,0 0 8-16,0 0 112 0,0-2-70 0,0 0-36 0,0 1 172 16,0 0-98-1,0-1-26-15,2 1-28 0,2 0 14 0,3 2 92 16,-2 2-42-16,4 1-25 0,-4 2 29 0,-1 3-30 15,-1 2 1-15,-1 6-29 0,-2-7-1 0,0 0 50 16,0 3-28-16,0-1 2 0,0-2-23 0,0-2 0 16,-3-4-54-16,3-6 35 0,-2 0-8 0,2-4 27 15,-1-3 0-15,1-1-216 0,0 0 98 0,0-3 59 0,4-15-128 16,6-7 80-16,1-3 19 0,4-9 28 0,2-1-427 16,-8 0 203-16,6-14 113 0</inkml:trace>
  <inkml:trace contextRef="#ctx0" brushRef="#br0" timeOffset="58468.45">8360 5243 746 0,'3'-19'0'0,"-3"8"0"0,0 4 0 0,0 0 0 0,0 2 0 0,0 3 416 0,2 1-191 0,-1-2-96 0,7 1 112 16,-1 1-96-16,7-2-60 0,0 2 227 0,5-2-140 15,0-1-69-15,3-2-36 0,1 2-58 0,-3-1 24 16,3 1-1-16,-2 1 1 0,-1-1-313 0,-3 2 157 16,1 0 86-16,-4 0 30 15,-7 0-445-15,5 2 206 0,-8 0 131 0,-2 0-21 16,0 0-180-16,-2 10 142 0,0-3 71 0,-8 2-195 15,-6 0 133-15,1-2 57 0,-1-1-2 16,1-2 55-16,5 1 55 0,-5-3 0 0,2-2-18 16,4 0 18-16,-2 0 0 0,2 0 0 0,3 0 295 15,3 0-177-15,-1 0-76 0,0 0-45 0,2 0 309 16,0 0-149-16,0 5 7 0,0 4-67 0,2 5 224 16,3 4-136-16,1 5-80 0,-1-1 255 0,0 4-164 15,-2 1-82-15,1 1 2 0,0-2-33 16,-3 6-29-16,3-1-1 0,0-3-289 15,-1-3 134-15,1 2 67 0,2-7 42 0,-2 1-478 16,1-3 249-16,1-10 67 0,0 0-220 0,0-8 145 16,-1 0 90-16,-2-3-233 0</inkml:trace>
  <inkml:trace contextRef="#ctx0" brushRef="#br0" timeOffset="58614.07">8622 5504 817 0,'-2'-16'0'0,"-4"3"0"0,1 3 0 15,0 0 0-15,2 3 0 0,-1 1 246 0,2 2-107 0,2 1 140 0,0 0-123 0,0 0-61 16,2 1 214-16,10 1-143 0,1-2-66 0,1 1-22 0,0 1-22 15,1 1-1-15,-4 0-14 0,6 0-8 16,-5 0 0-16,-2 0-333 0,0 3 167 16,-2 3 83-16,-3 1-421 0,-1 4 222 0,-2-3 134 0,-2 5-11 0,0-2-365 15</inkml:trace>
  <inkml:trace contextRef="#ctx0" brushRef="#br0" timeOffset="58979.62">8452 5361 1386 0,'-5'3'0'0,"1"0"0"0,0 3 0 0,2-1 0 0,1 3 0 0,1 3 0 0,0 2 0 0,0 3 0 0,0 0 197 0,0 3-82 0,0 4-47 0,0 3-8 16,1 0-27-16,1-2-203 0,-2 2 102 0,0-3 50 0,0 0 33 0,0-1-110 16,0-1 63-16,-2-2 33 0,-3-3-1 15,1 0-242-15,-8-4 126 0,3-5 61 16,-2-2-26-16,-2-1 36 0,-2-4-56 15,2 0 35-15,-2 0-9 0,-1 0 222 16,4 0-89-16,3-2-46 0,1-2 403 0,0 3-214 0,4-3-89 16,3 2 323-16,1 0-201 0,0 2-101 0,1 0 74 15,12 0-88-15,8 0-34 16,11 0-31-16,2 0 1 0,8 0 276 0,-3 0-149 0,4 0-74 0,-6 0-30 16,10 4 85-16,-6 0 92 0,1-1-255 0,-6 1 0 0,0 2 0 15,-3-1 0-15,-3 2 0 16,-6-1-183-16,-2 2 136 0,-6-2 39 0,-5-1-82 15,-3 1 69-15,-2-2 23 0,-2 0-354 16,-4-3 149-16,0 1 96 16,-2 2-142-16,-6-2-215 0,-6-1 220 0,0 1 106 0,2 2 52 15</inkml:trace>
  <inkml:trace contextRef="#ctx0" brushRef="#br0" timeOffset="60107.28">9695 5305 361 0,'0'-3'0'0,"1"0"0"0,1 0 0 0,0-3 0 0,-1 0 0 15,3-1 241-15,-1-4-105 0,0-1-51 0,-2 1 15 0,3 0-34 16,1 2 9-16,-2-7-42 0,-1 6 60 0,0-2-31 16,0-1 1-16,0 1-30 0,-2 2 38 0,0-2-9 15,0-1-29-15,0 4 39 0,0-3 1 0,-6 1-40 16,1 3 36-16,-4-2-8 16,0 2-28-16,1-2 0 0,-5 5 30 0,1-1 1 15,3 2-23-15,-7 0-8 0,3 2 21 0,0 2 1 16,0 0-22-16,-1 0 0 0,3 10 53 0,0 1-31 15,3 5 0-15,1 0-22 0,3 2 36 0,2 3 8 16,2 6-12-16,0-1 0 0,0 2-32 0,2 3 0 16,4-1 28-16,4 3 9 0,1 3-37 0,1 5-1 15,-2-3 28-15,1 1-28 16,-2 1 1-16,-2-6 8 0,0 3-21 0,0 0 13 16,-1-1 0-16,-4 0-52 0,-1-6 26 0,1-1 8 15,-2 0 18-15,0-2-79 0,0-7 37 0,-3 0 9 16,-6-2-1-16,-1-5-140 0,-3-2 73 15,-2-5 26-15,0-1-103 0,-2-5 54 16,2 0 42-16,1 0-353 0,-1 0 189 0,5-5 91 0,2-7 44 0,6-4-366 16,2-1 206-16,0-6 95 0,10-3-356 15</inkml:trace>
  <inkml:trace contextRef="#ctx0" brushRef="#br0" timeOffset="60432.7">10061 5250 883 0,'3'-23'0'0,"1"-2"0"0,-2-3 0 0,-1 2 0 0,-1-1 0 0,0 3 0 0,0 3 100 15,0 0-38-15,0 1 87 0,-5 3-50 0,0 2-37 16,-2 5-1-16,2 1 66 0,-3 4-51 0,-2 2-22 0,-2 3 1 16,1 0-23-16,-5 8 1 0,3 10 85 15,-1 1-46-15,0 2-1 0,3 1 115 16,1 3-77-16,5-1-38 0,1 1 176 0,-1 5-112 15,5-1-51-15,0 1 63 0,0-1-57 0,0 1-28 16,0 0 106-16,1 2-72 0,3-2-31 0,2 2-1 16,0-1-31-16,-1 1 5 0,-1-3-5 0,2 3-119 15,-3-1 59-15,-1-2 30 0,0 2 0 0,0-6 38 0,-1 6-233 16,-1-10 108-16,0 0 57 16,0 3-193-16,0-6 112 15,-1-1 16-15,-5 0-428 0,1-2 244 0,-4 0 121 0,0 0 62 0,2 1-482 16,-2 0 263-16,0 1 144 0</inkml:trace>
  <inkml:trace contextRef="#ctx0" brushRef="#br0" timeOffset="60652.14">9728 6025 532 0,'0'0'0'0,"0"0"0"0,0 0 0 0,0 0 0 0,0 0 0 15,0 0 521-15,0 0-245 0,2 0-121 16,0 5 283-16,1 4-194 0,3 5-110 0,-1 1-50 0,2 5 128 15,-4 2-89-15,3 2-45 0,-5-1 111 16,1 6-82-16,0-3-140 0,0-2 33 16,-2 3-1-16,0-6 34 0,0 1 8 0,0-1-305 15,0-2 149-15,0-2 74 0,0-7 36 0,0 0-471 16,0-4 199-16,0-3 135 0,-2 0-6 0,-2-3-130 0,1 0 122 0,1-10 62 16,-2-7-318-16,-4-8 193 15</inkml:trace>
  <inkml:trace contextRef="#ctx0" brushRef="#br0" timeOffset="60865.57">9684 6081 1340 0,'0'-11'0'0,"0"1"0"0,0 3 0 0,0-1 0 0,7 1 0 0,2-1 0 0,3 0 163 0,6 3-69 0,3-1-31 0,2 2 336 15,2 2-183-15,0 2-92 0,-3 0 153 16,5 8-127-16,-5 7-58 16,-1 2-19-16,-2 4-1 0,-6 1-31 0,-1 3-8 0,-2 0-68 15,-4-1 34-15,-4 2 0 0,-2 0-2 16,0-1 8-16,-8 3 27 0,-7-6 1 15,-3 0-132-15,-2-2 66 0,-2-8 33 0,2-2-4 0,-9 0-6 16,8-7-15-16,-3-1-230 16,2-2 100-16,-1 0 69 0,4 0-364 0,3-8 213 0,3-6 102 15,6-5-440-15,4-6 271 0</inkml:trace>
  <inkml:trace contextRef="#ctx0" brushRef="#br0" timeOffset="61309.39">10482 5220 1269 0,'-5'-14'0'0,"1"5"0"0,-3-2 0 0,0 3 0 0,-1 0 0 0,0 2 0 0,1 4 0 0,-5 0 0 16,1 2 125-16,0 0-50 0,-4 18 202 0,2 6-122 0,-2 11-61 0,2 5-30 15,-3 6 222-15,5 2-130 0,0 2-62 0,1 5-30 16,5 0 100-16,3-1-66 16,2-1-24-16,0-3 144 0,0-7-92 0,0-2-47 0,4-6 20 15,6 0-18-15,1-4-15 0,1-6-9 0,2 0-133 16,-1-8 55-16,2-2 26 0,0-4 1 16,1-4-285-16,0-4 152 0,1-3 69 15,3 0 43-15,-1-8-300 0,1-10 152 0,-2-3 3 16,1-3-366-16,0-1 247 0,-3 0 122 0,0-1 63 15,-1 2-400-15</inkml:trace>
  <inkml:trace contextRef="#ctx0" brushRef="#br0" timeOffset="61518.01">10578 5502 1687 0,'-7'0'0'0,"1"0"0"0,3 0 0 0,-3 0 0 0,3 0 0 0,1 0 0 0,0 0 0 0,2 0 0 0,0 0 535 0,0 2-252 15,4 2-116-15,10-1 81 0,4-1-107 16,0 1-54-16,3-3 110 0,5 0-82 0,-6 0-33 16,5 0-29-16,-1 0-203 0,-1 0 91 0,-3 0 46 15,1 0 23-15,-3 0-466 0,-4 0 240 0,0 0 124 16,-5 0 63-16,0 0-673 0,-2 0 335 0,0-3 159 16,-2 1-145-16</inkml:trace>
  <inkml:trace contextRef="#ctx0" brushRef="#br0" timeOffset="61875.5">11161 4958 1327 0,'0'-3'0'0,"0"2"0"0,6-1 0 0,1-5 0 0,2 3 0 0,2 0 0 0,5 2 0 0,1-1 501 0,3 2-226 0,5 1-125 16,-2 0 96-16,-3 6-107 0,2 9-53 0,-1 3-24 15,-1 4-21-15,-2 0-8 0,-6 5 0 0,2-1-73 16,-7 2 36-16,-3 2 0 0,-2 0 45 0,-2 1-91 16,-2 3 42-16,-13-4 20 0,-7 9 0 0,2-12-66 15,-3 2 50-15,-4-3-35 0,-1-4-44 0,-2-1 29 16,0-6 27-16,0-6-54 0,3-3 33 16,-4-6-3-16,10 0 40 0,-1 0 13 15,4-8-15-15,4-5-5 0,2-1-6 0,7-3 77 16,5-2-32-16,0 0-1 0,0 1-32 0,10-6 136 15,4 10-58-15,7-5-33 0,-1 2 75 0,3 4-47 16,2 1-12-16,-4 3 1 0,0 4-44 0,4-1-6 16,-2 2 40-16,-3 3-173 0,-1 1 78 0,0 0 38 15,-1 0 20-15,0 0-623 0,-2 8 271 16,1-4 159-16,2 2 75 0</inkml:trace>
  <inkml:trace contextRef="#ctx0" brushRef="#br0" timeOffset="62086.93">11642 4941 2015 0,'2'-2'0'0,"-1"2"0"0,1 0 0 0,-2 0 0 0,0 0 0 0,0 0 0 0,0 8 0 0,2 5 193 0,0 7-80 0,0 4 176 16,-1 4-128-16,1 4-56 0,1 2-40 0,-1 0 208 16,-2 4-119-16,0-2-61 15,0-1-31-15,0 3-117 0,0-5 39 0,0 0-380 16,0-5 214-16,0-6 108 0,0-1-512 15,0-6 311-15,0-4 86 0,0-5 91 0,0-2-415 16,0-4 241-16,0 0 119 0,0-14-113 0,-2-8 120 0</inkml:trace>
  <inkml:trace contextRef="#ctx0" brushRef="#br0" timeOffset="62285.73">11585 4824 1162 0,'9'-10'0'0,"7"0"0"0,3 2 0 0,3-2 0 0,-1 4 0 0,3 0 208 0,1 2-88 0,-3 4-35 15,1 0-31-15,-1 0 239 0,-2 4-130 0,0 8-65 16,-3 2-33-16,-4 3 77 0,-2 1-59 16,-3 3-25-16,-4 0-1 0,-3 0-52 0,-1 1-1 0,0 1 37 15,-3 1-8-15,-11-4-110 0,-1 0 55 16,0-6 28-16,-1 1-127 16,-4-2 86-16,4-3 29 0,-3-2 1 0,1-2-493 0,2-1 242 0,-1-1 73 0,2-2-413 15</inkml:trace>
  <inkml:trace contextRef="#ctx0" brushRef="#br0" timeOffset="62568.34">11091 5532 1418 0,'-14'0'0'0,"4"0"0"0,4 0 0 0,1 0 0 0,3 0 0 0,2 0 316 15,0 0-142-15,0 0 238 0,9 0-190 16,17 0-94-16,5 0-40 0,8 0 213 0,4 0-135 0,4 0-66 0,4-5-34 16,2-2 0-16,1-2 23 0,0 0-32 15,-3 4 0-15,-2-1-24 16,-11 0-35-16,3 3 0 0,-6 0 43 0,-4 2-226 16,-7 1 109-16,-1 0 54 0,-5 0 28 0,-2 0-368 15,-7 0 193-15,-2 0 30 0,-3 0-426 0,-1 0 266 16,-3 0 133-16,0 1-392 15,-2 5 255-15,-12 0 139 0,-7 0 66 0</inkml:trace>
  <inkml:trace contextRef="#ctx0" brushRef="#br0" timeOffset="62873.67">11174 5736 891 0,'-5'3'0'0,"3"-1"0"0,2 0 0 0,2-2 0 0,5 0 0 0,8 0 61 0,2 0 171 0,2 0-100 16,1 4-50-16,-1 1 360 0,1 3-197 0,-1 3 71 15,1 0-141-15,-6 4-72 0,2 2-28 0,-5 1-44 16,-2 3 10-16,-3 4-8 0,-4 1 0 0,-2 1 0 16,0 1-65-16,-10-1 32 0,-7 4 9 0,-2-3-6 15,-3 0 0-15,-2-4-35 0,-3 0 33 16,-1-6-1-16,0-3 7 0,-2-6-19 0,0-2 1 16,2-5 4-16,5-2 18 0,1 0-8 0,5-1 3 15,2-13-1-15,3 0 0 0,5-1 1 16,3-3-23-16,4 2 24 0,0-1 3 0,0 0 59 15,6 2-29-15,6 0 1 0,2 2 5 16,2 1-30-16,2 2 1 0,1 0-35 0,1 2 2 16,-1 1 31-16,2 0-387 0,-3 1 183 0,3 2 88 0,-3 1 47 0,3 3 13 15,2 0-694-15,-3 0 350 0,3 0 169 16</inkml:trace>
  <inkml:trace contextRef="#ctx0" brushRef="#br0" timeOffset="63028.25">11532 5839 1622 0,'3'-7'0'0,"-1"6"0"0,0-1 0 0,0 0 0 0,-1 0 0 0,1 2 0 0,2 0 71 0,3 0 304 0,3 0-175 15,1 0 164-15,2 0-166 0,2 6-83 0,0 3-40 0,0 1-14 0,0 1-353 16,-1 2 162 0,-2 1-587-16,2-2 374 0,1 1 188 0,-3 3 103 0,0-5-653 15</inkml:trace>
  <inkml:trace contextRef="#ctx0" brushRef="#br0" timeOffset="63194.82">11861 5604 444 0,'0'-5'59'0,"0"3"-30"0,0 2 1095 16,0 0-1057-16,-1 15 7 0,-9 7-41 16,-3 10 362-16,-4 7-182 0,-7 13-90 0,-3 5-45 0,1-3-14 15,-11 20-9-15,3-5 472 0,-2 4-247 0,1 3-124 0,-4-3-149 16,4 4 34-16,-4 10-8 0,5-9-691 15,6-10 345-15,-2 3 173 0,5-7-972 0</inkml:trace>
  <inkml:trace contextRef="#ctx0" brushRef="#br0" timeOffset="63788.24">12162 5159 658 0,'-9'-7'0'0,"3"3"0"0,4 2 0 0,0 2 0 0,0-2 0 0,2 2 344 15,0 0-155-15,2 0-78 0,13 4-39 0,5 3 192 16,5 4-119-16,2 4-57 0,1 1 102 0,-2 2-79 15,-1 2-39-15,-3 3-2 0,-5 1-15 0,-6 4 1 16,-3 1-24-16,-6 5 10 0,-2 0-9 0,-2 3 8 16,-17 4-8-16,-2-3-27 0,-4-1 1 0,0 0 25 15,-3-6 1-15,3-6-72 0,-1-1 32 16,-3-5 0-16,5-6-230 0,6-4 111 16,-3-1 68-16,8-5 14 0,-1-3-398 0,9 0 204 15,3 0 103-15,2 0-104 0,2-7 103 0,17-5 43 0</inkml:trace>
  <inkml:trace contextRef="#ctx0" brushRef="#br0" timeOffset="64212.63">12695 5470 1161 0,'4'-5'0'0,"-1"-3"0"0,0 0 0 0,-1-5 0 0,-2 0 0 0,0-1 0 0,0-2 0 0,0 1 0 0,0 1 129 0,-8 0-49 0,1 1 45 16,-1 1-50-16,-1 5-22 0,-3 4 1 0,0 0-8 15,-4 3-13-15,0 4 8 0,-2 16-8 0,2 4-37 16,0 3 0-16,6 6 37 0,-2-1 0 0,6 0 60 16,3 0-33-16,3-2-1 0,0-6 80 0,0-2-54 15,0-1-25-15,5-4 7 0,5-4-13 0,1-2 0 16,2-3-21-16,2-4-93 16,0-4 46-16,0 0 32 0,2-2-9 0,4-13-52 15,-2-6 38-15,-3-5-1 0,0-5 39 0,0-4-282 16,1-6 103-16,-2 0 75 0,-1-3-8 0,-3-1-197 15,0 0 112-15,0-4 58 0,-3 1 15 0,-1-5 29 16,-2-1 0-16,2-3 31 0,-3 2-10 0,-3 6 8 16,1 16 1-16,-2 9 129 0,0 8-65 0,0 4-32 15,0 4-8-15,-2 6 129 0,-5 2-50 0,1 13-47 16,-2 13 330-16,3 0-169 0,1 7-46 16,1 2 203-16,1 10-155 0,2-1-77 15,0 2-39-15,0 4 147 0,0-1-85 0,0 1-54 16,0 1-23-16,0-3-58 0,0-1 1 0,0 0 34 15,0-9 8-15,0 2-215 0,3-3 104 0,5-5 52 16,-1-6 25-16,3-7-690 0,3-4 287 0,-1-10 196 16</inkml:trace>
  <inkml:trace contextRef="#ctx0" brushRef="#br0" timeOffset="64409.61">13000 5324 659 0,'9'-12'0'0,"-1"5"0"0,5 4 0 0,-1-3 0 0,0 2 0 0,3 2 0 0,-1 2 464 0,0 0-220 0,2 3-106 0,-4 13 162 16,2-1-133-16,-3 8-68 0,-6-3-24 0,1 10 33 16,-4-1-38-16,-2-1 0 0,0 3-37 0,-2 0-38 15,-11-4 7-15,-1 1 31 0,-2-2-126 0,-5-6 62 16,1-2 32-16,-1-3-206 16,0-5 127-16,-1 0 10 0,1-5 42 0,2-3-461 15,3-2 228-15,2 0 109 0,5 0 50 0</inkml:trace>
  <inkml:trace contextRef="#ctx0" brushRef="#br0" timeOffset="64987.09">13334 5232 638 0,'0'-9'0'0,"0"3"0"0,-7 2 0 0,-7 3 0 0,0-2 234 0,-7 3-101 15,-2 3-50-15,5 9 375 0,-7 11-216 0,8 3-105 16,0 4-52-16,6 3 205 0,3 1-128 0,4 1-57 15,4 1-40-15,0-1 22 0,2-3-27 0,12-2 0 16,4-2-133-16,7-3 61 0,1-4 19 0,2-5-103 16,4-3 64-16,2-5 32 0,0-4 1 0,-2-4-227 15,0 0 123-15,-1 0 6 0,0-10 52 0,-5-3-188 16,0-4 102-16,-7 4 33 0,2-8 37 16,-2 1-3-16,-7-1 1 0,0-1 30 15,-4-1 1-15,-5 0 51 0,-1-3-22 0,-2 2 0 16,0-1 16-16,-11 4-23 0,-3 5 0 0,0-1 109 15,-5 6-59-15,0 5-10 0,-1 5-23 0,-5 1 227 16,4 1-114-16,3 12-31 0,-3 10-40 0,3 1 159 16,6 2-87-16,3 2-45 0,3 1 14 0,4-5-21 15,2 8-8-15,0-7-85 0,0-5 28 0,4 1 0 16,7-5 29-16,2 0-60 16,0-5 25-16,0-2 1 0,3-5 33 0,-2-2-187 15,2-2 89-15,-2 0 24 0,4-9-7 0,-2-8-133 16,0-5 87-16,-4-6 14 0,4-1-108 0,-4-3 65 15,2-10 49-15,-3 3-88 0,0-4 64 0,1-6 34 16,-3-6 0-16,0-3-38 0,1-9 39 0,-1-1 0 16,0 0 31-16,-1 2-97 0,-4 18 49 15,0 11 15-15,-4 10 9 0,0 1 151 0,0 15-64 16,0 1-31-16,0 8 408 0,-6 2-225 16,-4 15-72-16,1 13 290 0,0 10-166 0,1 4-101 15,4 7-42-15,1 1 191 0,3 4-125 0,0 4-63 16,0 11-30-16,0-10 75 0,1-6-45 0,5 3-35 15,2-3 1-15,-1-6 25 0,1-10-25 0,1 1-1 16,1-10-359-16,1 3 163 0,-4-10 84 16,3-6 43-16,-1-3-609 0,-1-6 312 0,1-5 89 0,2-1-216 15,0-4 200-15,1-16 101 0</inkml:trace>
  <inkml:trace contextRef="#ctx0" brushRef="#br0" timeOffset="65126.71">13871 5323 511 0,'0'-13'0'0,"0"8"0"0,0 2 0 0,-2 0 0 0,2 2 438 0,0 1-203 15,0 0-101-15,0 0-50 0,4 4 118 0,8 4-76 16,-2 5-51-16,2 0-21 0,1 1 123 0,2 1-72 16,-2 2-36-16,-2-2-325 0,3 1 140 15,-3-3 74-15,0-1 38 16,1-2-525-16,0-4 272 0</inkml:trace>
  <inkml:trace contextRef="#ctx0" brushRef="#br0" timeOffset="65296.25">14217 5044 1002 0,'2'-9'0'0,"0"3"0"0,-2 3 0 0,0 3 0 0,0 1 0 0,0 21 0 0,-6 13 600 0,-9 8-276 0,-8 15-149 15,-2 6-71-15,-16 17 264 16,4-4-168-16,-8 5-83 0,3-6 355 0,-14 23-224 0,4-3-108 16,-4 4-203-16,5 3 48 0,2-4 23 15,9-19 9-15,3-1-744 0,7-11 380 0,9-15 190 16,1 0 94-16,1-10-849 0</inkml:trace>
  <inkml:trace contextRef="#ctx0" brushRef="#br0" timeOffset="65912.09">14313 5350 1094 0,'0'0'0'0,"0"0"0"0,0 2 0 0,0 0 0 0,2 2 0 0,1-2 0 0,1 2 0 0,1-1 0 0,5 1 378 0,3-1-164 0,2-1-95 0,4-2 124 0,6 0-105 15,1 0-53-15,2 0-95 16,-4 0 29-16,6-2-7 0,-7 1 21 0,0-5-125 16,-2 3 62-16,-3 0 32 0,-6 2 8 0,-1 1-379 15,-6 0 178-15,-1 0 107 0,-4 13-38 0</inkml:trace>
  <inkml:trace contextRef="#ctx0" brushRef="#br0" timeOffset="66072.7">14386 5671 1595 0,'-9'6'0'0,"3"5"0"0,3-7 0 0,3 0 0 0,0-2 0 0,0-2 0 0,0 0 0 0,10 0 235 0,5 0-94 0,4 0 337 15,4-6-427-15,2-2-19 0,-2 3 1 0,-2-1-39 16,2 1 7-16,-1 1 32 0,-1 0 0 0,0 2-1 15,-3 0-467-15,-1 2 233 0,3 0 126 16,-4 0 50-16</inkml:trace>
  <inkml:trace contextRef="#ctx0" brushRef="#br0" timeOffset="66460.66">15037 5316 1488 0,'-18'-6'0'0,"4"3"0"0,5 3 0 0,2 0 0 0,-1 0 0 0,1 0 0 0,-3 3 187 0,1 7-76 0,-1 4-40 0,1 0 1 0,0 5-31 0,-1 6 129 16,3-1-68-16,3 2-35 0,4 2 27 16,0-1-31-16,0-3 9 0,7 5-60 0,9-4 0 15,2-1 20-15,3-3-32 0,4-3-1 16,1-3 42-16,2-2-8 0,1-6-127 0,0-1 63 15,1-6 32-15,-2 0-151 0,-3 0 73 0,5-11 41 16,-6-7-2-16,-1-2-101 0,-3-5 64 0,-1-2 17 0,-4-3-40 16,-1-2 38-16,-5 0-8 0,-4-3 35 0,-3 4 13 15,-2 0-13-15,0 2-8 16,0-1 37-16,-11 1 1 0,-6 5-30 0,-1 3 1 0,-2 4 59 16,0 10-35-16,-6 0 8 0,0 7 3 15,-1 0 0-15,-1 5-20 0,1 10-4 16,3 4-70-16,2 1 37 0,1 0 4 0,8-4 31 0,-2 3-162 15,6-1 75-15,1 0 27 16,4-5 8-16,2 0-77 0,2-3 58 0,0-1 28 0,2-1 1 0</inkml:trace>
  <inkml:trace contextRef="#ctx0" brushRef="#br0" timeOffset="66826.67">15325 4811 906 0,'-10'-5'0'0,"1"3"0"0,0 0 0 0,-1 2 0 0,1 0 0 0,-4 0 0 0,0 5 101 0,0 9-39 0,-3 7 199 15,4 3-115-15,1 2-56 0,-3 6-29 0,5 5 197 0,-3 9-116 16,3-1-55-16,2 3 135 0,1 4-94 0,1 0-48 15,0 4 55-15,3 0-55 0,2 2-24 0,0 0 0 0,0 8 46 16,0-5-35-16,0-8 8 0,0 6-81 16,0-1-1-16,0 2 40 0,0-3 0 15,0-5-128-15,0-8 73 0,0 6 22 0,0-12-81 16,-5 0 56-16,-3-3 29 0,-2-4-61 16,-2-5 26-16,-1-2 19 0,-3-8-14 0,2 2-149 15,-3-7 82-15,0-4 26 16,2-4-280-16,-2-3 161 0,4 0 77 0,2 0 38 15,3-4 0-15,2-8-388 0,4-2 205 0,2-3 115 16,0-3 53-16</inkml:trace>
  <inkml:trace contextRef="#ctx0" brushRef="#br0" timeOffset="67126.98">15448 5741 1823 0,'0'-7'0'0,"0"4"0"0,0 1 0 0,0 1 0 0,0-1 0 0,0 2 0 0,0 0 0 16,0 0 234-16,0 8-92 0,0 6-59 0,0 5 80 0,0 6-65 0,0 1-33 0,0-2 9 15,0 10-42-15,0-6-32 0,-7 0 33 16,2-1 0-16,-1-7-1 0,3 3 53 16,-3-4-31-16,1-2 1 0,-2-2-22 0,4-6 25 15,-1-1 1-15,2-5-18 0,0-1 77 0,2 0-42 16,0 0-21-16,0-2 44 0,0 0-33 15,0 0 8-15,4 0-42 0,7-2 46 0,6-5-23 16,1-1 0-16,0 0-162 0,1-1 78 0,-1 2 26 0,-1-1 1 0,3 3-127 16,-4-2 80-16,1 6 33 0,-2-1-715 15,2 0 334 1,0 2 184-16,0 0 80 0</inkml:trace>
  <inkml:trace contextRef="#ctx0" brushRef="#br0" timeOffset="67819.67">15871 5168 699 0,'0'-8'0'0,"0"7"0"0,0-1 0 0,0 0 0 0,0 2 0 0,0 0 326 0,0 0-146 0,-2 0-74 16,1 9-37-16,-1 5 306 0,2 5-163 15,-2 7-94-15,0 1 230 0,2 5-157 16,0 6-79-16,0 6 38 0,0-11-50 0,0 8-38 0,0-1-8 16,0-1-22-16,0-1 1 0,0-2 0 15,0-1-194-15,0-3 92 0,0-2 52 0,0-2 24 16,-4-1-269-16,-1-6 147 0,0-3 82 15,-2-3-24-15,3-7-400 0,1-2 196 0,-3-5 114 0,1-1 57 0,0 0-94 16,0-12 79-16,3-14 36 0,0-3-245 16,2-13 141-16,-2-1 69 15,2-5 28-15,-1-5-162 0,-1-4 103 0,0 4 51 16,2 3 84-16,0 3 0 0,0 11 0 0,0-1 0 16,0 5 76-16,0 8-42 0,0 1-34 0,2 4 1 15,0 4 429-15,-1 1-199 0,5 2-124 0,4-1 243 16,3 3-162-16,4 0-60 15,5 1 211-15,4 2-157 0,3 1-75 0,1 5-37 0,0-1 82 16,-2 2-59-16,-3 0-22 0,5 9-104 0,-9 4 33 0,-3 6 0 16,-3 0-184-16,-6 3 203 15,-5-1 22-15,-4 9-65 0,0-2 28 16,-9 0 0-16,-10 3 29 0,-9 1-53 0,3-6-23 0,-5-2 5 0,1-1 23 16,-1-4-23-16,0-3-50 0,1-4 27 15,5-5 19-15,-1-1-16 0,2-5-147 0,9-1 83 16,5 0 46-16,-1 0 8 0,8 0-317 15,2-1 177-15,0-5 87 0,5 0-150 0</inkml:trace>
  <inkml:trace contextRef="#ctx0" brushRef="#br0" timeOffset="68326.2">16362 5529 613 0,'5'0'0'0,"-2"-2"0"0,0-8 0 0,1-3 0 0,-4-3 0 0,0-2 334 0,0 2-150 0,0-3-76 0,-4 2 197 16,-2-1-136-16,-3 2-59 15,0 2-44-15,-3-1 73 0,-1 7-54 0,-1 0 17 16,-2 5-35-16,-3 3 8 0,1 0-42 0,-3 7 41 16,3 11-20-16,-2 7 0 0,5 5-21 0,0 2 90 15,4 4-49-15,1 1-21 0,5-1 1 0,1-1 88 16,4-2-54-16,0-8-19 0,0 6-9 0,2-10-22 15,5-1-5-15,5-3 0 0,1-6-88 16,1-1 52-16,0-5-171 0,2-5 103 0,2 0 52 16,3-1 26-16,-3-15-242 15,3-4 123-15,-2-6 42 0,-1-3 34 0,2-3-216 16,-4-5 111-16,1-2 52 0,-6 1-221 0,5-13 264 0,-5 1 13 16,2-11-53-16,-4 1 27 0,-1-5-1 0,-1 4 20 0,3-18-61 15,-1 5 34-15,0-4 1 0,1 5 33 16,-2 15 0-16,-5 11 96 0,-1 8-44 15,-2 15-26-15,0 10 1 0,0 1 356 0,0 10-179 16,0 3-106-16,-9 10-10 0,-3 16 270 0,-1 14-128 16,2 1-85-16,1 8-21 0,1 6 99 15,0 10-78-15,6-5-40 0,1 4 175 0,-1 4-107 16,3-6-45-16,0 14 85 0,0-8-74 0,0-2-36 16,0-11-92-16,0 5 28 0,0-5 7 15,0-3-343-15,0-5 181 0,0-2 91 0,0-9 45 0,0-4-1216 16,3-9 1214-16,-1-3 6 15,3-11-378-15,-1-3 177 0,5-6 89 0,1 0 44 0</inkml:trace>
  <inkml:trace contextRef="#ctx0" brushRef="#br0" timeOffset="68552.2">16593 5371 1148 0,'9'-10'0'0,"2"3"0"0,5 1 0 0,0 1 0 0,-1-1 0 0,3 5 0 0,-2 1 327 16,2 0-139-16,-2 3-82 0,1 10 180 0,-4 5-127 15,1 4-63-15,-5 2 60 0,-4 1-54 0,-1 4-38 0,-2 1-12 16,-2-1-19 0,0-1 0-16,-4 0-1 0,-7-1-19 0,-4-1-9 15,-4-2 29-15,-2-5 0 0,-1-1 0 0,0-4-174 0,-1-5 95 16,-7-2 35-16,2-5-294 0,-1-2 138 16,3 0 85-16,0 0 6 15,9-3-247-15,-2-7 150 0,6 1 70 0,5-2 35 0,6-3-276 0,2 0 156 16,2-2 70-16,15-4-115 0</inkml:trace>
  <inkml:trace contextRef="#ctx0" brushRef="#br0" timeOffset="68770.64">17051 5204 947 0,'2'-18'0'0,"0"4"0"0,-2 2 0 0,0 2 0 0,-2 0 0 0,-10 2 0 0,-3 7 381 0,-2 1-174 0,-3 0-78 0,-4 11 228 16,-1 11-161-16,-3 11-82 0,3-2-41 15,5 7 1-15,5-2 138 0,2 9-21 16,8-5 7-16,3 0-83 0,2 0-41 0,3-3-21 16,10-5 36-16,6 2-32 0,3-4-1 15,5-2-23-15,1-6-128 0,1 1 64 16,2-6 40-16,0-2-474 0,-1-4 248 0,1-5 126 16,-1-5-818-16,0 2 438 0,-7-3 212 0</inkml:trace>
  <inkml:trace contextRef="#ctx0" brushRef="#br0" timeOffset="79071.14">6358 6588 953 0,'-3'-4'0'0,"0"0"0"0,1 2 0 0,2 1 0 0,-3-2 0 0,3 0 0 0,-4 0 90 0,4 2-28 0,0-1 0 0,-1 2-21 0,1 0-8 0,0 0-1 15,0 0 188-15,0 0-94 0,0 0-46 0,0 0-16 16,0 0-8-1,0 0 9-15,1 9 6 0,1 5 1 0,3 1-39 0,-3 3 8 0,4 8 56 16,-2 1-32-16,-2 3 0 0,0 2-2 16,1 0-1-16,-2 0-21 0,0 2 27 15,1-4 1-15,-2 0-37 0,0-2 1 0,0-3-25 16,0 5 25-16,2-4 0 0,-2-5-1 0,0 1-57 16,0 0 28-16,0-4 9 0,0 0-156 15,0-7 77-15,0-1 44 0,0-4 6 0,0-3-142 16,0-1 61-16,-2-2 49 0,-1 0-7 0,3-9-351 15,0-10 188-15,0-5 92 0,0-2-394 16</inkml:trace>
  <inkml:trace contextRef="#ctx0" brushRef="#br0" timeOffset="79305.72">6464 6604 1029 0,'3'-5'0'0,"6"3"0"0,3-4 0 0,3 1 0 0,0-1 0 0,3 3 0 0,4 0 70 0,2 3 363 0,1 0-201 15,-4 4-99-15,1 9 214 0,-3 3-148 0,2 6-3 16,-3 5-82-16,-6-1-41 0,2 3 1 0,-6 6-41 16,-3 2 108-16,-3 6-58 0,-2-1-26 0,0-1 16 15,0 1-41-15,-10-2 1 0,-3-4-99 0,-1 2 45 16,-4-4 26-16,2-4 1 0,-2-2 27 0,0-6-298 16,1-5 147-16,-6 2-462 0,7-6 278 0,-4-3 139 15,4-3 51-15,2-1-178 16,2-4 121-16,3-1 72 0,3-1 32 0</inkml:trace>
  <inkml:trace contextRef="#ctx0" brushRef="#br0" timeOffset="81162.28">7231 6424 749 0,'-5'-6'0'0,"4"5"0"0,-1-1 0 0,-1 0 0 0,3 0 0 0,0 2 0 0,0 0 232 16,0 0-91-16,3 0-58 0,2 10 199 16,4 1-124-16,0 2-63 0,1 2-31 0,0 2 8 0,0 2-39 15,-1 0 145-15,0 1-73 16,-4 1-36-16,2 1 47 0,-5 3-33 15,2 1-30-15,-1-2-5 0,-3 2-15 0,0 1-1 0,0 1 9 0,-3 0-72 16,-6 0 32-16,0 3 0 0,-3-5-89 16,1-1 60-16,0-5 39 0,-4 4-216 15,4-6 111-15,-3-4 36 0,1-1-531 0,7-6 531 16,-5 0 28-16,5-4-20 0,4-3-124 0,-1 0 71 0,3 0 35 16,0-11 0-16,5-9-308 15,9-5 175-15,1-1 85 0</inkml:trace>
  <inkml:trace contextRef="#ctx0" brushRef="#br0" timeOffset="81330.84">7315 6653 1362 0,'5'-3'0'0,"3"0"0"0,-3 2 0 0,0 0 0 0,4-2 0 0,-1 3 0 0,2 0 107 0,2 0-37 0,4 0 0 0,3 0 368 16,2 0-194-16,3 0-110 0,1 0 230 0,-5-2-165 0,3 2-83 16,-1 0-45-16,-1 0 8 0,-2 0-46 0,-1 0 0 0,0 0-327 15,-5 0 163 1,-3 0 82-16,0 0-217 0,-4 0 145 0,-1 0 77 15,-1 0-597-15,-2 0 315 0,0 0 112 0,-2 0 83 0,0 0-331 16,0-2 214-16</inkml:trace>
  <inkml:trace contextRef="#ctx0" brushRef="#br0" timeOffset="81676.8">7504 6350 1500 0,'-6'-7'0'0,"3"6"0"0,-1-1 0 0,3 0 0 0,-2 2 0 0,3 0 0 0,0 0 0 0,0 5 0 0,0 8 117 0,0 1-41 0,0 4-14 16,0 1 52-16,3 8-41 0,-2-1 1 0,0 2-122 16,2 2 40-16,-3 2 9 0,0-2 32 0,0-1-269 15,0 0 134-15,0-2 68 16,-4-4-235-16,-4 4 110 0,2-8 86 0,-7 0-88 16,2-4 67-16,0-1 22 0,-4-6-8 0,4 0 244 15,-1-2-99-15,-1-4-49 0,4 2 153 16,1-4-101-16,1 0-59 0,1 0-15 0,3 0 452 0,1 0-193 15,2 0-117-15,0 0 164 16,0 1-126-16,3 1-74 0,12 0-34 0,4-2 209 0,4 2-121 16,3-1-60-16,-4-1-23 0,9 0 6 0,-1 0-21 15,-2 0-1-15,0 0-410 0,-2 0 365 16,-5-1 9-16,0-1-205 0,-3 0 109 0,-3 0 55 16,-4 1 27-16,-1-2 0 0,-5 2 36 0,-1 1-703 15,-2 0 318-15,1 0 137 0,-3 0-310 0,0 5 241 0,-9 2 114 16,0 1-218-16</inkml:trace>
  <inkml:trace contextRef="#ctx0" brushRef="#br0" timeOffset="81848.4">7496 6795 576 0,'-6'0'0'0,"-1"3"0"0,2 3 0 0,-1 1 0 0,0 5 0 0,2-1 449 0,2 4-208 16,-1 1-105-16,3 5 239 0,-2 2-164 0,0 3-92 15,0-1-65-15,1 1 0 0,-1 0-21 0,1 0 0 0,1-5-128 16,0 0 59-16,0-2 35 15,0-4-385-15,0-5 209 0,0-3 105 0,1-4-397 0,2-3 233 16,6 0 77-16,0-5 66 0,0-16 33 16,0-2-106-16,-4-1-20 0</inkml:trace>
  <inkml:trace contextRef="#ctx0" brushRef="#br0" timeOffset="82027">7519 6943 1430 0,'2'-19'0'0,"-1"9"0"0,2 2 0 0,-2 1 0 0,-1 5 0 0,0 1 0 0,2 1 0 0,1 0 0 0,-1 10 0 0,-1 4 0 0,4 5 0 0,-2 2 0 0,2 5 330 0,1 0-149 0,1 0 126 15,-1 3-137-15,3-3-68 0,-1-5 14 0,2 1-45 16,1-2 0-16,0-4-54 0,2-2 16 0,0-2-1 0,1-4 9 0,-2-3-8 16,1-1-99-16,1-4 49 0,-1 0 25 15,0 0 0-15,0-9 33 0,1-4-208 16,-2-3 100-16,1-2 25 0,1-3-425 0,-2-2 202 16,-1 4 116-16,1-9 37 0,0 0-173 15,-3-3 126-15</inkml:trace>
  <inkml:trace contextRef="#ctx0" brushRef="#br0" timeOffset="82210.5">7876 6503 1397 0,'0'-3'0'0,"0"3"0"0,2 0 0 0,2-3 0 0,1 2 0 0,4-1 0 0,1-4 253 16,3 2-111-16,2-1-54 0,4 1 265 0,-2 1-164 15,3-3-79-15,-1 2-38 0,2 1-102 0,-1 0 31 0,1 0 9 0,0 0-355 16,-5 2 188-16,4-1 95 0,-4 0-195 15,-2 0 144-15,-2 0 81 0,0 2-547 16,-4 0 279-16,-1 0 114 0,-4-2 77 0</inkml:trace>
  <inkml:trace contextRef="#ctx0" brushRef="#br0" timeOffset="82546.61">8049 6188 1026 0,'0'7'0'0,"0"2"0"0,1 7 0 0,4-7 0 0,-3 2 0 0,1 2 0 0,3 2 138 16,-3 1-52-16,4 2-27 0,-5 3 0 0,0 2-115 0,0 2 41 16,1 4 23-16,-3-3 1 0,0 2-100 0,0-1 61 15,0-2 40-15,-9 3-330 16,-1-8 161-16,-1 0 79 0,-3-1 41 0,-1-3-135 0,0-4 72 16,-1-2 11-16,-2-3 125 0,4 0-33 15,-4-5-1-15,4 1 287 0,2-1-168 16,2-2-69-16,-1 0 737 0,5 0-730 0,1 0-22 0,3 0 16 0,2 0 6 15,0 0 100-15,0 0-62 0,4 0-31 16,13 0 0-16,5 0 184 0,3 0-99 16,7 0-63-16,-1 0-26 0,2-2 136 0,0-1-82 15,2 1-40-15,-2-1 8 0,-1-1-130 0,0 4 41 0,-5-3-1 0,-6 1-279 16,4 0 160-16,-3 0 88 16,-5 0-215-16,-1 0 141 15,0 0 22-15,-2-1-518 0,-3-3 289 0,-1 2 135 0,-5-3 80 0,1-5-313 16</inkml:trace>
  <inkml:trace contextRef="#ctx0" brushRef="#br0" timeOffset="83121.81">8322 6327 585 0,'-8'-2'0'0,"4"2"0"0,0 0 0 0,-1 0 0 0,0 0 0 0,0 11 426 0,-1 2-197 0,1 4-98 0,-4 6 202 15,-2 5-151-15,-3 2-66 0,-5 9-40 16,1-2-22-16,-3 3 1 0,1 0-97 0,-1-1 37 15,2-5 8-15,-3 7-229 0,4-9 129 16,-3 2 65-16,3-2 32 0,-1-2-351 0,4-5 191 0,2-3 49 16,1-3-231-16,7-8 151 0,-1-1 80 0,4-3 30 15,2-5 9-15,0-2-110 0,2 0 75 0,4 0 51 16,5-6 56-16,2-5 0 0,3 1 0 16,-4 3 0-16,-3-1 0 0,2 3 0 15,-2 1 0-15,-2 0 0 0,-2 3 167 0,-1-1-104 16,1 0-48-16,-4 2-23 0,1 0 406 0,-2 0-163 15,0 7-64-15,0 2 125 0,0 5-132 0,-3-1-66 16,-6 2 12-16,4 0-31 0,-1-2-8 0,2 0 4 16,-1-3-22-16,4-1 1 0,-1-1-21 15,2-1-14-15,0-1-8 0,0-2 21 16,0-3-49-16,8-1 25 0,5 0 0 16,1 0 33-16,4 0-8 0,3 0-62 0,5-4 29 0,-7 3 0 15,4-1 2-15,0 0 29 0,-4 2-76 0,-1 0 30 0,-1 0-6 16,-6 9-1-16,-1 2 19 0,-2 4 11 15,-5 1 19-15,0 1 0 0,-3 1-23 0,0 4 1 0,-5-5 50 16,-6 3-21-16,-4-4 0 0,-1 0-94 16,-2-3 36-16,-1-2-1 15,-2-4 39-15,3-1-248 0,0-2 113 0,-3-4 57 0,2 0-142 16,-1 0 93-16,4-4 29 0,0-11-259 0,-3-4 159 16,5-5 76-16,3-7 37 0,4 2-202 15,2-3 120-15,3 5 52 0,2-6 103 16,0 12-35-16,0 0 0 0,0 4 660 0,0 4-610 15,2 6-33-15,6-2 8 0,3 1-25 0,0 2 234 0,3-1-117 0,2 3-26 16,5-2-46-16,4 1 78 0,1-3 386 16,4 5-221-16,-3-3-111 15,3 2 1-15,-1 2-48 0,1 1-36 0,2 1-586 16,1 0 279-16,-1 0 139 0</inkml:trace>
  <inkml:trace contextRef="#ctx0" brushRef="#br0" timeOffset="83314.3">8765 6143 1696 0,'0'0'0'0,"0"0"0"0,0 2 0 0,0 3 0 0,0 7 0 0,0 0 0 0,0 7 269 15,0 4-119-15,-2 1-50 0,-1 4-60 0,-1 0-8 0,3 1 1 16,1-1-475-16,0 0 228 0,0-3 119 0,0 4-579 15,0-8 321-15</inkml:trace>
  <inkml:trace contextRef="#ctx0" brushRef="#br0" timeOffset="83485.17">8755 6388 865 0,'-4'-3'0'0,"4"1"0"0,0 0 0 0,0-2 0 0,2 0 35 16,10 2 459-16,7-3-230 0,3 2-116 0,-1-1-50 0,7 1 219 0,-3-3-142 15,0 5-71-15,-2 1-197 16,5 0 63-16,-8 0 40 0,1 0-9 0,0 0 32 0,-5 0-412 16,0 0 206-16,-7 4 103 15,-2 2-264-15,0 3 173 0,-7 2 87 0</inkml:trace>
  <inkml:trace contextRef="#ctx0" brushRef="#br0" timeOffset="83839.98">8763 6574 1081 0,'-33'10'0'0,"15"-4"0"0,4-3 0 0,3 0 0 0,4-3 0 0,3 0 128 0,4 0-47 0,4 0-16 16,17-3 190-16,4-2-111 0,4 0-56 0,4-1-28 0,1 1 82 16,3 4-46-16,-4-2-36 0,0 3-68 15,-4 0 1-15,-2 0 40 0,-7 4-313 16,-1 7 289-16,-3-1 24 0,-6 0 0 0,-4 4-134 16,-4 0 67-16,-2 1 33 0,0 2 10 15,-13 2-320-15,-5-2 126 0,-1-1 85 16,-1-2-7-16,-3-2 38 0,4-2-177 0,-6 0 111 0,0-3 50 15,-1-4 27-15,-2-3-157 0,-1 0 92 0,1 0 36 16,-2-3-12-16,2-8 99 0,3-3 0 0,1 0 15 16,7 2-7-16,1 1-8 0,5 5 133 15,-1 1-83-15,5 1-41 0,0 4-21 0,4 0 435 16,1 8-187-16,2 13-117 0,0 5 344 0,0 5-215 16,0 3-107-16,0 9-54 0,2-5 198 15,0 9-130-15,1-3-61 0,0-9-30 16,0 5-139-16,2-5 55 0,-4 1 34 0,3-4-8 0,-3-4 26 0,3-6-214 15,-1 1 108-15,1-6 53 0,0-6-521 16,2-3 217-16,-2-8 164 16,-2 0-431-16</inkml:trace>
  <inkml:trace contextRef="#ctx0" brushRef="#br0" timeOffset="84003.55">8666 6885 1040 0,'7'-12'0'0,"4"1"0"0,1 5 0 0,4-1 0 0,-2 3 0 0,6 0 0 0,2 2 405 0,5-2-190 0,-3 3-91 15,2-2-46-15,-2 0 100 0,-1 1-73 16,-1 0-28-16,2 2-8 0,-4 0-134 0,-2-1 49 0,-2-1 25 16,-4-1 8-16,0 3-350 0,-3-1 184 0,-1-1 90 15,-3 0-469-15,-2 0 264 0,-3 1 59 16,0-5-145-16,0-2 160 0</inkml:trace>
  <inkml:trace contextRef="#ctx0" brushRef="#br0" timeOffset="84180.08">8900 6627 1027 0,'-10'0'0'0,"2"0"0"0,3 2 0 0,1 7 0 0,0 5 0 0,4 1 0 0,0 6 383 0,0 2-175 0,0 0-80 0,0 7-51 0,0-2-23 15,2 1 1-15,4-5 223 0,-1-4-123 16,3 1-53-16,2-1-25 0,-1-6-23 0,3 1 1 16,-2-5-182-16,1-1 81 0,1-3-418 15,1-1 244-15,-4-3 127 0,2 2 63 0,-3-4 31 0,-2 1-596 16,-1-1 252-16,-2 3 159 0</inkml:trace>
  <inkml:trace contextRef="#ctx0" brushRef="#br0" timeOffset="84334.71">8887 7014 667 0,'-18'7'0'0,"8"1"0"0,-1 1 0 0,2 1 0 0,0 3 0 0,1 0 33 0,3 2 276 0,1 2-138 16,-2 2-69-16,5-1-26 0,-3 1 137 15,2 1-90-15,0-2-45 0,2-1-22 0,0 0-53 16,0 0 37-16,0-4-7 0,0-3-327 0,6-3 163 15,1-2 82-15,1-3-403 0,1-2 239 16,1 0 57-16,-1-9-165 0</inkml:trace>
  <inkml:trace contextRef="#ctx0" brushRef="#br0" timeOffset="84584.16">8869 7195 815 0,'0'-10'0'0,"0"4"0"0,0 2 0 0,0 3 0 0,-1-1 124 0,1 2-46 0,0 0-23 0,0 5 280 16,0 8-144-16,1 3-83 0,9 2-37 15,3 3 122-15,2-2 17 0,3 2-88 16,-3-7-37-16,8 4-30 0,1-6-55 0,-7-2 0 0,6-2 33 15,-2-4-245-15,-3-3 131 0,1-1 52 0,-1 0 32 16,-5-1-141-16,-2-7 85 0,-2-6 43 0,-1-1-5 0,-6-1-358 16,-1-1 120-16,-1 0 111 0,0-2-64 15,0-2 86-15,-7-1 36 16,-6-1 8-16,3 5 21 0,-2 0 1 0,-1 4 21 0,0 2 147 16,-2 3-82-16,3 5-28 0,-2 2 120 15,3 2-78-15,2 0-39 0,4 8 0 0,-2 3 212 16,3 4-111-16,4 0-17 0,0 2-111 15,0 0 28-15,0 0 18 0,9-2-430 16,2 2 206-16,0-4 104 0,0-2 52 0</inkml:trace>
  <inkml:trace contextRef="#ctx0" brushRef="#br0" timeOffset="84706.34">9195 7221 787 0,'3'0'0'0,"-1"0"0"0,2 0 0 0,-2 0 0 0,0 0 365 0,-2 0-166 16,0 0-75-16,1 0-50 0,1 0-6 0,2 0 0 0,3 0-36 15,4 0 1-15,-5 3-167 0,7 3 79 16,1-2 44-16,-1-3 22 0</inkml:trace>
  <inkml:trace contextRef="#ctx0" brushRef="#br0" timeOffset="84915.48">9606 6725 1611 0,'0'0'0'0,"0"0"0"0,0 0 0 0,0 11 0 0,0 9 0 0,2 1 343 0,-1 12-156 0,1 4 209 16,0 8-186-16,0-1-89 0,0 3-44 0,0-3-6 15,-1 0-38-15,1-9 8 0,1 5-303 16,-3-7 147-16,2-1 74 0,-2-9 37 0,0-3-449 16,0-6 251-16,2-4 113 0,-2-7-520 15,0-3 293-15,0 0 131 0,0-11 75 0,0-12-260 0,0-9 187 16</inkml:trace>
  <inkml:trace contextRef="#ctx0" brushRef="#br0" timeOffset="85117.93">9604 6749 957 0,'0'-20'0'0,"5"2"0"0,6 7 0 0,5 2 0 0,2 6 0 0,3 1 0 0,7 0 66 16,4 2 356-16,0 0-195 0,2 7-97 0,0 8-49 0,-3 4 144 16,6 5-100-16,-7 4-46 0,-5 2 176 15,-5 1-110-15,-1 3-26 0,-8 3-34 16,-6 1-31-16,-3 5 1 0,-2-4-23 0,-11 0-54 0,-8 1 27 15,-1-8 8-15,-10 5-119 0,3-12 70 16,-8 3 34-16,5-9 0 0,-7-4-275 0,0-4 123 16,0-5 80-16,3-2-207 0,2-4 129 0,11 0 35 0,3-4 42 0,4-15-373 15,9-8 211-15</inkml:trace>
  <inkml:trace contextRef="#ctx0" brushRef="#br0" timeOffset="85270.04">10190 6623 1561 0,'15'2'0'0,"-2"4"0"0,-2 1 0 0,-2-3 0 0,-2 1 0 0,-2 4 275 0,1 2-122 0,-3 0 193 0,1 0-314 15,-1 4 9-15,1-2-8 0,-1 3-377 16,2-1 189-16,1-2 94 0,1 1-315 0,0 0 196 16,3-3 93-16,-2-1 48 0</inkml:trace>
  <inkml:trace contextRef="#ctx0" brushRef="#br0" timeOffset="85579.22">10190 6870 1426 0,'-17'3'0'0,"8"-1"0"0,3 2 0 0,1-2 0 0,5-2 0 0,0 0 0 0,4 0 0 0,20 0 0 0,6-8 242 0,7-1-105 0,2-2-52 0,-5 1 113 16,14-1-87-16,-15 2-38 0,12-3-90 15,-11 4 26-15,4-3-1 0,-4 4 33 0,-4 1-61 0,-2 4 27 16,-6 0-2-16,-1 2 28 0,-5 0-1 15,-4 2 9-15,-1 10-8 0,-7 2 87 0,-3 0-44 16,-1 3-16-16,0 2 157 0,0-2-84 0,-1-1-54 0,-3 4-23 16,0-4 38-16,3 5-31 0,1-3 0 15,0 1-22-15,0 2-8 0,0-1-120 16,0-1 60-16,1 0 30 0,1 2-63 0,2-5 55 16,-1 2 14-16,-1-5 1 0,-2 1-220 0,0-2 81 0,0-1-186 15,0 0 119-15,-9-1 87 0,-4 0 25 0,-2-3-162 16,-1-2 106-16,-5-3 54 0,0-2 18 0,-3 0-274 15,1-13 155-15,2-9 77 0,-3-12-157 16,4-7 117-16</inkml:trace>
  <inkml:trace contextRef="#ctx0" brushRef="#br0" timeOffset="85741.78">10470 6327 1300 0,'5'-4'0'0,"4"2"0"0,7 2 0 0,-5 10 0 0,-6 7 0 0,0 8 116 0,-5 13-42 0,0 5-20 0,0 10 379 15,-8 12-205-15,-7-4-97 0,-2 1 71 0,-2-4-84 16,0-7-43-16,-3 5-13 0,0-3-304 0,-3-3 138 16,-1-1 68-16,1-3-1149 0,7-13 1218 0,0-7 8 15,4-3-9-15,4-12-359 0,3-6 125 0</inkml:trace>
  <inkml:trace contextRef="#ctx0" brushRef="#br0" timeOffset="85845.51">10321 6967 1491 0,'16'-11'0'0,"2"6"0"0,7 1 0 0,-1 2 0 0,-4 2 0 0,3 0 0 0,0 0 288 15,-2 2-127-15,-1 3-64 0,-3 3-54 16,-1-3-2-16,-2 2-8 0,-1-1-544 16,-1 0 272-16,-1 1 136 0</inkml:trace>
  <inkml:trace contextRef="#ctx0" brushRef="#br0" timeOffset="86610.37">10956 6835 768 0,'0'-12'0'0,"0"-1"0"0,0 1 0 0,4 2 0 0,5-3 0 0,3 2 51 0,3 0 237 0,4 1-132 0,6 3 69 0,3 5-97 0,3 2-47 0,-1 0-16 16,0 4 8-16,2 9 1 15,-4 6-41-15,0 3 0 0,-5 3-5 16,-2-1 13-16,-5 5-8 0,-4-2-26 0,-5 4 1 16,-3-2 25-16,-4 4-22 0,0-3 8 0,-4-2 14 0,-9-2 0 15,-5-4 0 1,-3-1-61-16,-2-5 22 0,1-8-54 0,-8 2 31 0,2-8 23 0,1-2-16 15,1 0-180-15,5 0 95 0,1-2 52 16,1-9 13-16,4-2-265 0,3 0 128 0,5-2 73 0,5-2 37 16,2 0-8-16,0-2-235 15,11 0 140-15</inkml:trace>
  <inkml:trace contextRef="#ctx0" brushRef="#br0" timeOffset="86827.93">11480 6768 1069 0,'2'-7'0'0,"-2"2"0"0,0-2 0 0,-3-1 0 0,-11 5 0 0,-1 1 0 0,-2 0 175 0,-1 2-71 0,-5 0 69 16,2 15-70-16,1 4-27 0,-1 5-8 0,-2 10 74 15,7 2 35-15,0 1-73 0,9-4-35 16,3 2 8-16,4 1 111 0,0-4-77 0,10 0-25 16,9-4-26-16,4-2-1 0,7-4-18 0,11-1-192 15,-4-3 92-15,0-7 46 0,-1-2-140 0,2-4 93 16,-1-1 55-16,-1-4-493 0,-4 0 221 0,-2 0 131 15,-2-2 20-15,1-7-427 0,-10-5 252 0</inkml:trace>
  <inkml:trace contextRef="#ctx0" brushRef="#br0" timeOffset="87018.43">11771 6418 1492 0,'-7'0'0'0,"5"0"0"0,2 0 0 0,0 0 0 0,5 0 0 0,6 0 0 0,9 0 67 0,1 0 211 16,5 0-122-16,2-1-54 0,0-1 98 0,2-2-83 0,1 0-43 15,0 3-234-15,-1-1 97 16,-8 0 56-16,5 2 15 0,-4 0-446 0,-3 0 235 0,-3 0 118 16,-4 0 59-16,-3 0-596 0</inkml:trace>
  <inkml:trace contextRef="#ctx0" brushRef="#br0" timeOffset="87207.93">11746 6617 1073 0,'-19'10'0'0,"1"3"0"0,9-3 0 0,4-2 0 0,5-1 0 0,0-2 133 0,3 1-51 0,20-3 292 0,4 2-170 16,3-3-78-16,5 0-50 0,2-2 101 15,1 0-72-15,-1 0-36 0,-1 0 0 0,0 0-263 16,-4 0 109-16,-5 0 59 0,-4-2 30 0,0 0-387 15,-7 2 208-15,-4 0 112 0,-3 0-246 16,-5 0 159-16,-2 0 0 0,-2 0-293 0</inkml:trace>
  <inkml:trace contextRef="#ctx0" brushRef="#br0" timeOffset="87410.58">11856 6441 649 0,'-7'0'0'0,"1"2"0"0,2 5 0 0,2 3 0 0,2 3 439 0,0 2-207 16,0 6-99-16,0 4-51 0,0-2-24 0,2 6 305 0,-1 2-156 0,2-1-92 0,-1 2 18 16,0 3-50-16,-2-3-25 0,0-3-103 15,2-4 47-15,-1 1-9 16,1-1-314-16,0-4 177 0,0-3 89 0,2-7 43 16,1-3 31-16,-1-3-561 0,2-3 268 15,1-2 135-15,2-2-20 0</inkml:trace>
  <inkml:trace contextRef="#ctx0" brushRef="#br0" timeOffset="87585.11">11957 6532 876 0,'0'-10'0'0,"-2"6"0"0,0 2 0 0,2 1 0 0,0 1 0 0,0 0 413 16,0 1-191-16,0 11-94 0,0 1-48 0,4 6-23 16,0 1 294-16,-1 9-164 0,2-3-76 0,-3 2-40 0,0 0 64 15,-1 1-52-15,-1-6-16 16,0 2-131-16,0 2 49 0,2-5 24 0,0-1-358 0,0-3 192 15,0-4 102-15,-1-1-515 0,1-6 292 0,2-3 102 16,0-2-713-16,4-2 815 0,-1-4 12 0</inkml:trace>
  <inkml:trace contextRef="#ctx0" brushRef="#br0" timeOffset="87757.49">12130 6466 825 0,'4'-2'0'0,"1"0"0"15,1 2 0-15,-3 0 0 0,4 0 116 0,-4 8-33 0,1 5 357 0,-2 0-204 0,0 4-102 0,0-1 121 16,-2 4-112-16,0 2-46 16,0 0-37-16,0-1 1 0,0 3-207 0,0-6 89 15,0 0 45-15,0 1 31 0,0-2-414 16,0-4 215-16,0-3 106 0,1-3 53 0,5-4-535 0,2-3 223 0</inkml:trace>
  <inkml:trace contextRef="#ctx0" brushRef="#br0" timeOffset="87944.06">12314 6316 489 0,'4'-8'0'0,"-2"6"0"0,3 2 0 0,-3 0 0 0,2 2 0 0,-3 11 429 0,2 4-203 0,-1 4-96 16,0 3 278-16,0 3-188 0,0 2-93 0,-2 2-39 0,0 2 92 16,0 3-74-16,0-3-36 0,0 2-268 15,0-4 115-15,0 1 66 0,0-2-458 16,0 1 254-16,-2-3 127 0,-2 1-220 0,-4-6 168 15,-1 0 37-15,-4 2-24 0</inkml:trace>
  <inkml:trace contextRef="#ctx0" brushRef="#br0" timeOffset="88116.59">12031 6972 1354 0,'-19'0'0'15,"6"0"0"-15,3 0 0 0,3 0 0 0,1 0 0 0,3 0 0 0,3 0 0 0,0 0 249 0,1 0-108 0,14 0 196 0,8 0-157 16,3-1-73-16,2-3-37 0,-1 2 25 0,1-2-31 0,-8 3 8 15,5-2-40-15,-2 3-272 0,-5 0 137 0,1 0 67 0,-5 0-211 16,0 0 149-16,-3 0 61 16,-4 0-526-16,0 0 236 0,-4 4 152 15,-1-2 41-15,-2 0 54 0</inkml:trace>
  <inkml:trace contextRef="#ctx0" brushRef="#br0" timeOffset="88442.72">12130 6818 815 0,'-7'-7'0'0,"0"2"0"0,4 2 0 0,-1 0 0 0,1 1 0 0,1 2 0 0,2 0 261 16,0 0-115-16,0 5-48 0,0 5-36 0,0 3 132 0,0 4-80 0,0 0-41 16,0 4 0-1,2 1-140-15,-2 4 46 0,0-1 27 16,0-1 0-16,0 2 27 0,0-1-115 0,0-3 66 0,-4-1 20 0,-3-2-219 16,-2 0 124-16,-1-4 22 0,-3-2-82 15,-1-4 42-15,0 0 49 16,0-4 108-16,-1-4-37 0,0 1-19 0,2-2 259 15,2 0-138-15,-1 0-57 0,3 0-35 0,0 0 174 0,1 0-93 0,4-2-47 0,2 1 305 16,0 1-167-16,1-2-81 0,1 2-39 16,0 0 144-1,1 0-92-15,13 0-38 0,6 0-32 0,7 0 1 0,3 0 198 0,3 0-110 16,1 0-56-16,2 0-20 0,0 0-19 16,-2 2-16-16,-2 1 0 15,-2-1-377-15,2 2 188 0,-6-2 103 0,6-2-243 16,-5 0 165-16,3 0 40 0,-1 0 54 0,1 0-712 0,0-2 350 0,0-7 187 15</inkml:trace>
  <inkml:trace contextRef="#ctx0" brushRef="#br0" timeOffset="88657.15">12669 6515 1911 0,'-8'-9'0'0,"8"6"0"0,0 3 0 0,4-3 0 0,10 0 0 0,2-4 299 0,5 1-134 16,4-3 116-16,3 0-117 0,6-3-69 0,0 3 106 0,-1-1-84 16,3 1-42-16,-3 4-21 0,-6-1-288 15,7 2 129-15,-8 0 69 0,-3 3 35 0,-1-1-400 16,-1 2 216-16,-2 0 118 0,-5 0 45 16,0 0-629-16,-3 7 317 0,-4 3 127 0,-1 1 87 0,-4-2 35 0,0 4-154 15</inkml:trace>
  <inkml:trace contextRef="#ctx0" brushRef="#br0" timeOffset="88820.71">13090 6494 867 0,'-11'0'0'0,"1"2"0"0,3-1 0 0,3 2 0 0,-3 4 0 0,-2 1 65 0,2 3 279 0,0 4-155 16,0 4-78-16,-3 4-40 0,0 3 207 0,-2 3-126 0,-2 0-60 0,-1 4-30 16,0 3 0-16,-1-2-79 0,-2 2 33 15,2-1-8-15,-2 1 25 0,2-2-273 0,1 0 136 16,0-4 68-16,3-8 43 0,3-1-554 15,4-12 277-15,1-1 138 0,-2-8-233 0</inkml:trace>
  <inkml:trace contextRef="#ctx0" brushRef="#br0" timeOffset="88994.25">12785 6731 1289 0,'0'-4'0'0,"2"2"0"0,0 2 0 0,4 0 0 0,2 0 0 0,-1 0 0 0,4 0 0 0,3 2 210 0,0 2-89 0,4 1-45 0,0 0 300 16,-1 3-163-16,-1 2-94 0,2-1-65 15,-1 2 0-15,-2 0-22 0,-3 2-305 16,0-5 148-16,-1 4 79 0,1-3 40 0,-3 2-444 16,-2-1 241-16,-1-1 113 0,-1-1-209 15,-2-3 108-15,-3 1 87 0,0-1 19 0</inkml:trace>
  <inkml:trace contextRef="#ctx0" brushRef="#br0" timeOffset="89307.53">12744 6554 865 0,'-7'0'0'0,"3"0"0"0,2 3 0 0,2 8 0 0,-2 5 0 0,0 3 0 0,2 5 242 0,0 5-105 0,0 3-53 0,0 1-25 0,0 3 102 16,-2 2-68-16,0-1-30 0,-1 3-43 16,-1-1 13-16,-1-2 0 0,-4-1-120 15,2-6 56-15,0-2 31 0,1-9 1 0,-1 0-25 0,1-8 28 16,2-3 9-16,-1-3 12 0,1-3-22 0,2-2 18 15,-1 0 153-15,1 0-77 0,2 0-39 0,0 0-5 0,0 0 176 16,0 0-97-16,0-2-51 16,7 0 56-16,8 1-45 15,6-1-33-15,3-1-1 0,3 3 91 0,1 0-59 0,2 0-28 0,0 0-107 16,0 0 35-16,0 5 22 0,0 0-324 16,-2-1 173-16,0 1 86 0,-4 1 51 15,8 0-530-15,-3-2 252 0,-3-1 135 16,0-1-209-16,3-2 161 0,-7 0 71 0,8 0 50 0</inkml:trace>
  <inkml:trace contextRef="#ctx0" brushRef="#br0" timeOffset="89537.09">13247 6635 1131 0,'-3'0'0'0,"3"-2"0"0,0-2 0 0,15 0 0 0,4-3 0 0,-2 3 0 0,1 0 355 0,1 3-161 0,-1-1-81 15,5-1-40-15,0 3 113 0,-2 0-80 0,-1 0-37 16,-3 0 0-16,0 5-58 0,-2 0-1 16,-4 1 31-16,1-3-8 0,-3 3 0 0,-2 0-110 15,-1-3 56-15,0 1 26 0,-2-1-297 16,0-2 159-16,-3-1 75 0,3 0-428 16,-2 0 200-16,0 0 127 0,0-4 51 0,-1-7-187 0,1-2 131 15,-2-2 66-15,0-2-44 0</inkml:trace>
  <inkml:trace contextRef="#ctx0" brushRef="#br0" timeOffset="89802.73">13497 6377 1006 0,'-3'-6'0'0,"-1"3"0"0,2 1 0 0,2 1 0 0,-2 1 0 0,2 0 60 0,0 0-27 0,0 5 117 16,0 8-63-16,0 2-27 0,0 2 1 0,0 7 102 16,0 3-65-16,0 4-24 0,0 4-9 0,-2 7-32 15,-3-2 0-15,-1 4-40 0,-4-2-1 16,5-2 49-16,-4 9-160 0,-1-7 76 0,3-9 38 0,-1 2-1 0,1-5-62 15,1-5 56-15,0-2 18 0,1-3-38 16,-1-5 23-16,4-3-26 16,-1-5 0-16,1-3 93 0,2-1-30 0,0-3-19 15,0 0 161-15,0 0-78 0,0 0-43 0,0 0 113 16,0-11-72-16,5-4-17 0,8-4 0 0,-1 1-196 16,1-3 85-16,6-5 32 15,-3 1-144-15,3 1 89 0,1-4 45 0,1 0 17 0,0 0-550 0,0-5 268 16,1-2 96-16</inkml:trace>
  <inkml:trace contextRef="#ctx0" brushRef="#br0" timeOffset="89975.34">13736 6445 1066 0,'0'0'0'0,"0"4"0"0,2-3 0 0,0-1 0 0,-1 0 0 0,3 0 0 0,4 0 0 0,1 0 73 0,4 0 362 0,1 0-201 15,2-1-100-15,2-3-51 16,-2 0 223-16,3 1-141 0,0 0-66 0,-1 0-33 0,0-1-172 15,-4 2 70-15,2 0 43 0,-2 0-181 0,0 1 104 16,-5 1 51-16,0 0 26 0,-3 0-534 16,-3 0 219-16,-2 10 157 0,-1-2-424 0</inkml:trace>
  <inkml:trace contextRef="#ctx0" brushRef="#br0" timeOffset="90206.8">13753 6633 803 0,'-15'12'0'0,"4"1"0"0,3-4 0 0,2-2 0 0,3-3 0 0,3 0 125 0,-2 0-38 0,2-4-31 0,0 0 147 0,0 0-85 16,0 0-42-16,0 0-22 0,0 0 8 0,0 0 78 0,0 0-54 16,0 0-27-1,0 0 1-15,0 0-19 0,0 0 0 0,0-2-9 16,0 0-28-16,0-2 1 0,2 0 27 0,7-2-73 16,1 1 44-16,1 1-7 0,2-2 37 0,-4 3-101 15,2-1 42-15,-1 3 27 0,-1-2-260 16,-3 1 131-16,-1 2 49 0,-1 0-148 0,-2 0 88 15,-2 7 52-15,0 9-299 0,-2 3 177 0,-7 1 88 16,-2 3 44-16</inkml:trace>
  <inkml:trace contextRef="#ctx0" brushRef="#br0" timeOffset="90646.62">13693 6906 852 0,'-6'7'0'0,"2"-2"0"0,2-3 0 0,0 0 0 0,2-2 0 0,-1 0 0 0,1 0 0 0,0 0 93 0,0 0-30 0,0-6 9 0,1-3 93 0,3-2-65 16,4-2-34-16,1 0-67 0,-1-3 1 0,1 0 41 15,1-4-229-15,-1 2 110 0,2-7 56 0,-1 6 27 0,-1-4-231 16,-2 0 121-16,3-8 57 0,-1 2-76 16,-1-3 57-16,1-8-14 15,-1 0 20-15,-1-2-7 0,1-9 35 0,-3 4 87 16,2-1-43-16,-4 6-22 0,-1 8 0 0,0 6-30 16,0 0 326-16,-2 7-142 15,0 8-80-15,0 6-15 0,0 1-28 0,0 5 26 0,0 1-21 16,0 0 47-16,-2 20 400 0,-4 6-220 0,2 4-110 0,2 8-46 0,2 11 214 15,0 1-139-15,0 5-69 0,2 10 158 16,6-5-114-16,3-5-48 16,4 3-37-16,0-1-52 0,4-5-1 0,-1-5 25 15,3-2-151-15,-4-8 83 0,5 5 30 0,-6-12 0 0,2-2-210 16,0-4 123-16,-6-4 63 16,2-6-158-16,-3-4 95 0,0-6-5 15,-3-1-115-15,-1-3 90 0,-1 0 45 0,-3-3 13 0,1-7 67 16,-4-5 0-16,0-2-36 0,0 0 96 15,0 0-48-15,-5 0-32 0,-4 2 8 0,1 2 181 0,-4 2-101 0,3 0-35 16,-3 4 86-16,-2 3-49 16,1 1-38-16,-6 3 15 0,0 0 10 0,-5 0-3 15,3 10 7-15,-7 3-250 16,1 0 104-16,1 0 58 0,1 0 25 0,5-3-433 0,-1-1 212 16,7-3 96-16,2-4 56 0,3 0-484 0,3-2 259 0</inkml:trace>
  <inkml:trace contextRef="#ctx0" brushRef="#br0" timeOffset="90807.19">13998 6163 1849 0,'12'0'0'0,"11"9"0"0,4 7 0 0,-7-4 0 0,-1 2 0 0,-5 3 0 0,0-1 288 0,-3 4-128 0,-2-3-64 15,1 1 43-15,-3 3-57 0,-3 2-25 16,0 1 0-16,-3 1-24 0,1 1-693 0</inkml:trace>
  <inkml:trace contextRef="#ctx0" brushRef="#br0" timeOffset="94505.04">1211 8135 816 0,'-3'0'0'0,"-4"0"0"0,4 0 0 0,-2 0 0 0,2 0 0 0,0 0 0 0,0 0 0 0,0 0 0 0,3 0 109 0,0 0-38 0,0 0 0 0,0 0 12 15,0 0-25-15,0 0 8 0,0 0-33 0,0 0 65 16,0 0-33-16,0 0 81 0,0-2-56 0,0 2-21 0,0 0 57 16,0 0-47-16,0 0-23 0,0 0 97 15,0 0-92-15,0 0-20 0,0 0-9 16,3 0 1-16,0 0 33 0,-2 0 0 0,3 0-33 0,-3 2 8 16,4-2-8-16,-3 1 24 0,1 2-24 15,0-3 22-15,2 3 0 0,-5-3-14 0,2 1-8 0,3-1 0 0,-1 2 38 16,-1-1-38-16,2 1 0 0,0-2 5 15,1 2-6-15,-1 0 1 16,1-2 8-16,-1 2-8 0,3-2 7 0,-3 2-7 16,1-2 0-16,0 0 0 0,-1 0-1 0,1 0 11 15,1 0-2-15,-2 0-8 0,2 0 3 16,-2 0-3-16,2 0 0 0,-1 0-1 0,2 0-44 0,0 0 18 16,0 0-1-16,-2 0-2 0,1 0-8 0,2 0 0 15,0 0 34-15,1 0-5 0,-2 0-6 16,0 0-23-16,3 0 18 15,0 0 7-15,-3 0-11 0,2 0 10 0,1 0-11 0,0 0 7 0,-2 0 20 16,5 0-20-16,-4 0-2 0,3 0 23 16,-1 0-18-16,1 0-3 0,1 0-26 15,-1 0 28-15,-3 0 160 0,7 0-177 16,-7 0 0-16,4 0 0 0,-1 0 0 0,-2 0 0 0,0 0 0 0,2 1 0 0,-1 1 0 16,-1 0 0-16,1 0 0 0,-2 2 0 15,0-2 0-15,0 0 0 0,1 1 0 16,0-2 0-16,-3 0 0 0,1-1 0 0,-2 2 0 15,2 1 0-15,-2-3 0 0,5 0 0 16,-4 0 0-16,-1 1 0 0,3-1 0 0,-1 2 0 16,-1-2 0-16,3 2 0 0,-4 0 0 0,3 0 0 0,0 0 0 15,-1 1 0-15,2-1 0 16,-1 1 0-16,-1-2 0 0,1 1 0 0,-2-1 0 0,6 2 0 0,-3-2 0 16,1-1 0-16,0 0 0 0,1 0 0 15,1 0 0-15,-1 0 0 0,1 0 0 0,-3 0 0 16,2 0 0-16,-1 0 0 0,-2 0 0 15,3 0 0-15,-2 2 0 0,2 0 0 16,-1 0 0-16,-1 0 0 0,1 0 0 16,0 0 0-16,-1-1 0 0,2 2 0 0,-2-3 0 0,-1 1 0 0,2-1 0 15,1 0 0-15,0 0 0 16,-2 0 0-16,2 0 0 0,-1 0 0 0,1 0 0 0,-3 0 0 0,2 0 0 16,1 0 0-16,1 0 0 15,-4 0 0-15,1 0 0 0,-2 0 0 16,2 0 0-16,-2 0 0 0,3 0 0 0,-2 0 0 0,-2 0 0 15,2 0 0-15,-1 0 0 0,0 0 0 0,1 0 0 16,1 0 0-16,-2 0 0 0,1 0 0 16,1 0 0-16,0 0 0 0,1 0 0 0,-3 0 0 15,4 0 0-15,-1 0 0 0,1 0 0 0,1 0 0 16,-4 0 0-16,1 0 0 0,3 0 0 16,-1 0 0-16,-2 0 0 0,3 0 0 0,-4 0 0 0,2 0 0 0,1 0 0 15,0 0 0-15,1 0 0 0,-1 0 0 16,1 0 0-16,-4 0 0 0,5 0 0 15,-2-1 0-15,0-2 0 0,1 3 0 16,1-1 0-16,-3-1 0 0,3 0 0 0,0 0 0 16,0 0 0-16,2 0 0 0,-1 0 0 0,0 1 0 0,1-2 0 15,-1 2 0-15,-1-1 0 0,-1 1 0 16,2-2 0-16,-2 1 0 16,2 0 0-16,-2 1 0 0,2-1 0 0,-2 0 0 0,-1 0 0 0,1 2 0 15,1 0 0-15,0 0 0 0,0 0 0 16,-1 0 0-16,0 0 0 0,2-2 0 15,-3 2 0-15,1 0 0 0,2-2 0 0,-1 2 0 0,2-1 0 16,-3 1 0-16,3-3 0 16,-2 3 0-16,2-2 0 0,-1 2 0 0,0-1 0 15,0 1 0-15,-2-1 0 0,3 1 0 0,-2 0 0 0,2 0 0 16,-1 0 0-16,2 0 0 0,1 0 0 16,0 0 0-16,0-3 0 0,-2 1 0 0,4 0 0 0,-2 0 0 15,0 0 0-15,0 0 0 0,2-2 0 0,-2 3 0 16,1-3 0-16,-2 0 0 15,4 2 0-15,-2-1 0 0,-2 2 0 0,3-2 0 16,-2 3 0-16,2 0 0 0,-1 0 0 16,-1 0 0-16,2 0 0 0,1 0 0 0,-3 0 0 0,2 0 0 15,1 0 0-15,-3 0 0 0,3 0 0 0,-1 0 0 16,0 0 0-16,1-3 0 0,0 2 0 0,-2 1 0 16,0 0 0-16,2 0 0 0,-2 0 0 15,-2 0 0-15,3 0 0 0,-5 0 0 0,3 0 0 0,-2 0 0 16,-1 0 0-16,1 1 0 15,-1 5 0-15,2-5 0 0,1 1 0 0,0-1 0 0,0 1 0 16,0-2 0-16,2 0 0 0,0 0 0 16,1 0 0-16,1 0 0 0,1 0 0 0,-3 0 0 15,0 0 0-15,0 0 0 0,-1 0 0 0,-1 0 0 16,3 0 0-16,-4 0 0 0,-1 0 0 0,-1 0 0 16,1 0 0-16,0 0 0 0,1 0 0 0,-2 0 0 15,0 0 0-15,0 0 0 0,-2 0 0 16,2 0-177-16,-2 0 138 0,0 0 4 15,1 0-55-15,-1 0 37 0,-1 0-6 16,0-2 40-16,1 1-17 0,-3-1-40 0,0 1 19 0,2-2 0 16,-5 0 12-16,2 2 12 0,-1 1-7 0,2 0 45 15,-3 0 1-15,0 0-39 0,1 0 0 0,1 0 75 16,-3 0-42-16,2 0 7 0,0 0-29 16,1-2 68-16,1 2-28 0,0 0 0 0,0-1 1 15,2-2-30-15,-5 3 9 0,6 0-43 0,-5 0 44 16,3 0-5-16,-3 0 8 0,0 0-6 15,-2 0 4-15,4 0-46 0,-3 0 17 0,-2 0-1 0,3 0 32 16,-1 0-13-16,4 0-8 0,-2 0 52 16,2 0-23-16,-1 0-2 0,2 0 10 0,0-2 0 15,0 1-22-15,4-1 17 0,-7-2-16 0,2 3-1 0,-2-3 8 16,1 2-5 0,-3-2-39-16,-2 2 39 0,-1-1 6 0,-1 3-59 0,0 0 24 15,-1 0 0-15,-3 0 22 0,2 0 1 0,-2 0-5 0,0 0-8 16,0 0 77-16,0 0-32 15,0 0-2-15,0 0-30 0,0 0-2 0,0 0 39 16,0 0 1-16,0 0-25 0,0 0-2 0,0 0-3 16,0 0 14-16,0-3-120 0,0 3 53 0,0 0 28 0,0 0-380 15,0 0 190-15,0 0 87 0,0 0 25 16,0 0 39-16,0 0-652 0</inkml:trace>
  <inkml:trace contextRef="#ctx0" brushRef="#br0" timeOffset="94752.38">5485 7778 971 0,'-2'-1'0'0,"0"-1"0"0,2 1 0 0,0 1 0 0,0 0 69 0,0 0-21 0,7 0 0 0,4 8-20 0,1 5 348 16,3 0-163-16,6 4 189 0,1 2-184 15,1 0-93-15,3 1-46 0,-2-1 44 0,-2-1-37 16,5 2-30-16,-8-1 30 15,-2-6-27-15,1 5 0 0,-5-2-26 0,-2 0 8 16,-4 1-1-16,-3 2-7 0,-4 0-16 0,0 3 16 16,-5 1 0-16,-15 1 8 0,-1 1-152 0,-9 4 72 15,-7-2 36-15,-4 3-585 0,-5 5 293 0,-16 5 127 16,5 2 79-16,-19 6-841 0</inkml:trace>
  <inkml:trace contextRef="#ctx0" brushRef="#br0" timeOffset="96008.95">1792 5347 403 0,'0'-16'0'15,"0"3"0"-15,-2 2 0 0,1 0 0 0,-3-1 0 0,-2-1 0 0,3 0 66 0,0 4 0 0,-3 0-33 0,4-1-1 0,-3 4 102 0,4-1-56 16,-3 3-22-16,4 0 77 0,-1 2-51 15,1 1-24-15,0-1 8 0,0 2 0 0,0 0 1 16,0 0-35-16,0 0-40 0,0 0 49 0,0 3-8 0,0 7 40 16,1 1 0-16,1 2-40 0,1 4 0 15,-1 2 8-15,1 2 48 0,-1 4-27 0,-2-1-1 16,0 3-28-16,0 2 47 0,0 4-15 0,0 1-9 0,0 7 3 16,0 1-1-16,0-1-25 0,3 5 38 15,-3-5-30-15,3 12-9 0,-2-3 29 16,-1 5-28-16,2 1-1 0,-1 8 1 0,-1-10 8 15,0 14 16-15,0-7-1 0,0-10-23 16,0 8 0-16,0-3 35 0,0 4 8 0,0 4-43 0,0-2 45 16,-1 0-23-16,-2 0 1 0,0 4 36 15,0-9-21-15,3 17-9 0,0-6 11 0,0 5 0 16,0 2-41-16,0 2 1 0,0 1 58 0,0 0-33 0,0 3 0 16,0-2-25-16,0-2 0 0,0-3 177 15,0-10-210-15,0 16 0 0,0-11 0 16,0-1 0-16,0-3 0 0,0 0 0 15,0-4 0-15,0 12 0 0,0-1 0 0,0-2 0 0,0-1 0 16,0 0 0-16,0-9 0 0,0 13 0 16,0-11 0-16,0 0 0 0,0 1 0 15,0-4 0-15,0-6 0 0,0 5 0 0,0-2 0 0,0 1 0 16,0-3 0-16,0-1 0 0,0-8 0 16,0 6 0-16,0-6 0 0,0-2 0 0,0-1 0 15,0-7 0-15,0 1 0 0,0-3 0 0,0-1 0 16,3-4 0-16,0 0 0 0,-3-7 0 15,0 0 0-15,1-1 0 0,-1-3 0 0,0-2 0 16,0 0-170-16,0-3-14 0,0-1 82 0,0-2 40 16,-1 0 23-16,-5-5-17 0,4 1-321 0,-3-5 164 0,4 0-129 15,-1-2 154-15,0-20 78 0,2-13 38 16,0-10 1-16,0-10-555 0,0-25 301 0</inkml:trace>
  <inkml:trace contextRef="#ctx0" brushRef="#br0" timeOffset="96371.98">1708 5264 222 0,'-5'-10'0'0,"0"5"0"0,0-1 0 0,2 3 0 0,-3-3 0 0,2 2 99 0,-1 1-33 0,0 0 1 16,2 2 84-16,1-1-59 0,2 2-21 15,-2 0-9-15,1 0 52 0,-4 0-40 0,3 9-1 16,-7 11-10-1,-2 9 8-15,-2 7-38 0,-3 3 3 0,0 4-3 0,-1 1 0 0,1 0 0 16,0-8 8-16,0 3-96 0,0 0 44 16,3-8 22-16,3-3 0 0,2-9-264 0,3-4 143 15,1-4 35-15,4-4-362 0,0-4 186 0</inkml:trace>
  <inkml:trace contextRef="#ctx0" brushRef="#br0" timeOffset="96525.57">1695 5284 722 0,'0'0'0'0,"2"0"0"0,1 0 0 0,5 0 0 0,3 6 0 0,5 6 0 0,4-2 133 0,4 3-42 0,3 3 366 15,0 1-212-15,-1-2-106 0,1 1-53 0,0 2 135 16,1-2-86-16,1 2-55 0,-4 1-24 0,2-1-424 16,0 4 200-16,-3 5 101 15,1-1-711-15</inkml:trace>
  <inkml:trace contextRef="#ctx0" brushRef="#br0" timeOffset="97203.43">2525 6365 456 0,'0'-2'0'0,"0"-1"0"0,0 3 0 0,0 0 0 0,0 0 0 0,2 0 0 0,-2 0 270 0,0 0-123 15,0 6-56-15,2 1 57 0,-1 3-57 16,1 2-29-16,1 0-53 0,-1 3-9 0,-2 2 33 15,0 3 0-15,3 2-262 0,-3 4 128 0,2-4 73 16,-2 11 24-16,0-4-226 0</inkml:trace>
  <inkml:trace contextRef="#ctx0" brushRef="#br0" timeOffset="97358.01">2549 6957 571 0,'0'8'0'0,"2"4"0"0,-2-3 0 0,0-2 0 0,0 1 0 0,0-2 0 0,0-1 33 0,0 1 210 15,0 1-106-15,-2 3-39 16,2 3-37-16,0-2 0 0,0 4-28 0,0 2-1 0,0 4-274 16,0 0 145-16,0 2 61 0,2-2-365 0,1 0 197 15</inkml:trace>
  <inkml:trace contextRef="#ctx0" brushRef="#br0" timeOffset="97734.73">2573 7395 669 0,'0'12'0'0,"0"-3"0"0,0 0 0 0,-3-2 0 0,0 4 0 0,-2-4 87 0,2 2-31 16,1-1 0-16,-1 3-23 0,3 0 39 0,0 2-39 16,0 2-189-16,0 2 89 0,1 2 48 0,3 0 23 15,1 2 1-15,4-3-303 0,-3 1 143 0,2 2 75 0,-5-2-53 16,1-3 66 0,1 2 67-16,-1 3 0 0,-3-3 0 0,1-2 0 0,-2 0 0 15,0 1 0-15,0-1-13 0,0 0 13 16,0-2 204-16,0 2-102 0,0-1-59 0,-2-2-1 15,-3 0-25-15,5 1 204 0,-2 1-70 0,2-3-49 0,-3 1-24 16,3 0-22-16,0 0-1 0,0 1-22 16,0-2-124-16,0 0 57 0,0 1 34 0,0 0-103 15,3 1 68-15,3-1 34 0,-1 0 8 0,3-2-13 0,-2 3-245 16,1-3 94-16,-1 0 9 0,0-4 38 16,-1 3 42-16,-2-3 0 0,-1 0 125 0,1-1-45 15,-1 0-23-15,-2 1-7 0,0-1 205 16,0 2-102-16,0-3-56 0,-7 4 108 15,-1 1-73-15,3-3-7 0,-2 1-27 16,2-2 129-16,0 1-66 0,2-3-16 0,-2-1-22 0,3-2-47 16,2 0-8-16,-1-1 33 0,1 0-240 0,0 0 117 0,0 0 62 15</inkml:trace>
  <inkml:trace contextRef="#ctx0" brushRef="#br0" timeOffset="98306.52">4500 6310 596 0,'0'-2'0'0,"0"0"0"0,0 2 0 0,0-2 0 0,0 2 0 0,0 0 259 0,0 0-114 0,0 0-55 16,-1 0-29-16,1 0 39 0,0 0-25 0,0 7-13 16,0 3 1-16,0 2-31 0,0 3 1 0,0 0 0 0,0 1-185 15,0 5 88 1,1 3-339-16,3 2 213 0,0 3 106 0,-2-1 53 15</inkml:trace>
  <inkml:trace contextRef="#ctx0" brushRef="#br0" timeOffset="98439.31">4529 6828 763 0,'0'11'0'0,"0"9"0"0,0-9 0 0,0 0 0 0,0-2 0 0,0 0 0 0,-3 1 0 0,0 1 80 0,1 1-15 0,2 1-9 16,0 3-44-16,0 1-1 0,0 2 22 0,2 2-332 15,2 1 171-15</inkml:trace>
  <inkml:trace contextRef="#ctx0" brushRef="#br0" timeOffset="98576.09">4566 7345 889 0,'-5'12'0'0,"0"9"0"0,1-6 0 0,0-5 0 0,0-1 0 0,-1 1 0 0,0-1 0 0,3-2 130 0,1 3-49 16,1-1-24-16,0 2-1 0,0 3-23 0,0 0-171 15,0 2 80-15,1 3 46 0,7-1-199 0,0 3 115 16</inkml:trace>
  <inkml:trace contextRef="#ctx0" brushRef="#br0" timeOffset="98719.87">4608 7867 773 0,'-2'10'0'0,"2"-4"0"0,-1 4 0 0,-2-4 0 0,1-1 0 0,2 0 0 0,-1 0 0 0,1-1 0 0,0 2 0 0,0-1 78 0,0 5-22 16,0-2 0-16,0 2-64 0,0 3 17 0,0-2-1 16,1 3 25-16,1-3-342 0</inkml:trace>
  <inkml:trace contextRef="#ctx0" brushRef="#br0" timeOffset="99885.01">2532 6494 169 0,'0'0'0'0,"0"0"0"0,0 0 0 0,0 0 0 0,-2 0 0 0,1 0 0 0,-1 0 165 0,0 0-66 0,1 0 36 0,1-3-50 16,0 2-27-16,0-5 9 0,0 1 6 0,0-2 1 0,0-3-42 0,0-2 21 16,1 1-21-1,1-2 9-15,3 0-8 0,3 0 0 0,1-4 6 16,-3 0-7-16,3 0-10 0,3-1 11 0,-1 1 0 0,1-2 0 15,-2 0-1-15,3-1-38 0,1 0 7 16,-1 2 32-16,0 0-27 0,1 2-6 0,1-1 28 16,-3 2-11-16,3 2-4 0,2-3 7 0,1 3 3 0,-1 0 0 15,5 0-2-15,-1 0-2 16,-1 2 23-16,6-2-22 0,-1 0 1 0,-2 1 2 16,5-1-1-16,-3 2 1 15,-1 2 5-15,3-4-2 0,-2 3-14 0,-2 1 11 0,-1-1-1 16,2 3 0-16,-6-1 17 0,5 3-17 0,4-2 41 15,-6 3-39-15,0-2-1 0,1 1 2 0,0 2 23 16,0 1-23-16,-3-2 0 0,5 3 2 0,-4-1-2 0,3 0-21 16,-3 0 32-1,1 1-44-15,-3-2 1 0,4 2 32 0,-2-1-1 0,-2 2 0 0,4-2-21 16,-3 2-5-16,-1 0 23 16,2 0-19-16,-5 0 16 0,2 0-4 0,-1 0 2 0,-2 0-26 0,1 2 25 15,-1 1-3-15,0 3 2 0,0-2-21 16,-1 1 24-16,3-1-4 0,-2 2-41 15,2-3 39-15,0 4 1 0,3-4-27 0,-1 1 0 16,4 0 23-16,-4 0-4 0,2-1 3 0,-1 1-36 16,0 1 33-16,0-2-36 0,0 2 34 15,-3 0-2-15,3 0 1 0,-6 0-3 0,4 2 1 0,-4 0-2 16,4 0 2-16,-6 0 1 0,3 0-1 16,-1 1 0-16,2 0 33 0,-1-1-33 15,-1 0 1-15,1 1 0 0,-1-1-1 0,4-1 34 16,-4 2-31-16,4-1 3 0,-6 1 7 0,5 1-7 15,-3-1 5-15,0 1-4 0,-2 1-1 0,2-2 3 16,-1 3-3-16,-1-2 4 0,-1 0 28 0,1 1-29 16,0-1 12-16,0 2-11 0,2-1-1 0,-5 1 0 15,3-2 0-15,0 2 0 0,-1-1 3 0,-1-1 15 16,2 2-17-16,-3-1 1 16,2 1 0-16,-3-1 23 0,0-1-20 0,1 2-2 15,0-1 0-15,-1 1 0 0,1-1 1 16,-3-2 0-16,0 2 1 0,-1-3-24 0,2 1 0 0,-4-3-4 15,2 1-1-15,-1 0 24 0,-1-3 3 0,-2-2-5 16,3 1-29-16,-3-1-3 0,0-1 30 0,0 0-9 16,0 0 7-16,0 0-4 0,0 0 2 0,0 0-16 0,0 0 16 15,-3 0-5-15,-2 0 3 16,-1 0-464-16,0 0 221 0,1 0 95 0,-4 6-549 0</inkml:trace>
  <inkml:trace contextRef="#ctx0" brushRef="#br0" timeOffset="101058.6">2554 7435 589 0,'0'0'0'16,"0"-3"0"-16,0 2 0 0,0-1 0 0,0 0 0 0,0 0 0 0,0 2 0 0,0-1 0 0,0 1 78 0,0 0-9 0,0 0 27 0,0 0-32 15,0 0 1-15,0 0-32 0,0 0-20 0,0 0-8 16,5 0 55-16,0 0-27 0,4 0 0 0,-1 7 0 16,1 0 8-16,0 5 27 0,3-1 0 15,1 2 11-15,1-1-24 0,0 3 1 0,2-1-15 16,-1 2-9-16,2-1 36 0,-1-3-1 0,0 4-10 15,0-1 8-15,1 0-33 0,1-2 1 0,-1 2 31 16,-3-2 0-16,5 2-31 0,-2-1 8 0,0-2-9 16,2 1 20-16,2 2-19 0,-1-3-1 0,2-2 33 15,-3 0-24-15,4 0-8 16,-1-1 17-16,0 0-17 0,-1-2 0 0,2 0-1 0,-2-1 9 16,0 1-31-16,-1-1 23 0,1-1 0 0,0 1-40 15,-1 0 40-15,-1-1 1 0,2 1-3 0,-1-3 2 16,-1 1-7-16,1-2 5 0,2-2-8 0,0 0-2 15,-1 0 2-15,4 0 5 0,-1 0-2 16,3-4 1-16,-4-5-2 0,5 2-15 0,1-5-6 16,1 3 21-16,-3-2 1 0,1 1-42 15,1-1-1-15,-4 1 45 0,2-3-35 0,0 4 1 0,-5-2 18 16,2 2 6-16,1-3-48 16,-2 2 25-16,2-1-14 0,-2 2 30 0,2 0-32 15,0-1 0-15,-1 3 19 0,-2-1-28 0,7 1 29 16,-10-1 2-16,6 2-5 0,-6-1-30 0,4 0 31 15,-1 1 1-15,-3-1 7 0,1-3-8 0,1 3-1 16,-3-4-1-16,0 1 1 0,1-1 0 0,-2-3 0 16,3 2-7-16,-5-2 7 0,2-1 0 0,5-2-1 15,-6 4 0-15,-1-2-15 0,2 0 16 16,-2 2-30-16,-2-1 28 0,0 3 0 16,0 2-1-16,-5 0 7 0,0 1-6 0,-2 2-2 15,-1 1 1-15,-2 1-2 0,2 0 16 0,-4 3-14 16,1-1 40-16,0 0 1 0,-1 0-38 0,4 0 62 15,-2-1-29-15,1 0 4 0,3-1-31 0,-2 1 9 16,0-3-7-16,3 0 38 0,-3 0-3 0,4 1-65 16,-5 0 37-16,1 1 5 0,2 0-28 0,-4 0 5 15,0 3 19-15,-2-1 2 0,1 0-2 0,-2 2-67 0,0-2 30 16,0 2-8 0,0 0 7-16,0 0 25 0,0 0 0 0,0 0-45 15,0 0 20-15,0-1-7 0,0-2 22 0,0 2 4 16,0-5-398-16,0 0 181 0,0 2 96 0,0 0-533 15,0 3 318-15</inkml:trace>
  <inkml:trace contextRef="#ctx0" brushRef="#br0" timeOffset="105839.78">2111 7299 602 0,'0'0'0'0,"0"-1"0"0,0-1 0 0,0 0 0 0,0-1 0 0,-3 2 0 0,3-1 0 0,0 0 0 0,-3 1 79 0,3-1-22 0,0 0-1 0,0 2 75 0,0 0-49 15,0 0-16-15,0 0 32 16,0 0-32-16,0 0 0 0,0 0-33 0,0 0 29 16,-5 5 8-16,2 8-38 0,-2 1 1 0,-3 2 68 15,-1 7-34-15,-3 2 0 0,1 2 6 0,-3 1-4 16,1 5-1-16,-4 1-35 0,2 1-9 0,0 1 9 15,2 0 8-15,2-3-8 0,0 2-24 0,1-5 24 16,1-1-1-16,4-1-52 0,-1-7 35 0,2 0-55 16,1-2 36-16,0-5 10 0,1-1 0 15,1-3 2-15,1-2-34 0,0-3 12 16,0 0 1-16,0-2-17 0,0-3 39 0,0 0-10 0,0 2-25 16,0-2 26-16,0 0 3 0,0 0-6 15,0 0 5-15,0 0-55 0,0 0 25 0,-2 0-4 0,0 0-190 16,2-5 100-16,0-5 52 0,0 0-303 15,0-3 161-15,0 0 94 0,2-2 43 0,1 0 21 0,5 0-130 16,-3-2 76 0</inkml:trace>
  <inkml:trace contextRef="#ctx0" brushRef="#br0" timeOffset="106201.95">2000 7347 1115 0,'1'-12'0'0,"-1"5"0"0,0 1 0 0,0 1 0 0,0-1 0 0,0 2 0 0,0 3 0 0,0-2 0 0,0 1 161 0,0 2 183 0,0 0-302 0,0 0-9 0,2 0 0 16,1 0 0-16,2 2-1 0,0 3 77 15,1 1-30-15,-3 2-6 0,4-1 0 16,-3 0-41-16,3 2 1 0,-1-2-5 0,-1 1 13 0,1-1-8 16,-3 1 0-16,2-1-1 0,2 1 12 15,-1-1-11-15,-3 3 27 0,5 1-27 0,-3 0 0 0,3 4 0 16,1 0-1-16,-1 4 8 0,0 2 1 15,3 4-8-15,-3 0-13 0,2 4 13 0,1-1-35 16,-2-1 35-16,2 4 7 16,2-4-7-16,-2 2 0 0,-3-3-1 0,5-1-37 0,-7-6-6 15,4-1 47-15,-2-1-50 0,-2-2 0 16,-1-3-17-16,-2-3 25 0,2-3-5 0,-4-1 33 16,1-3-13-16,-2 1 6 0,0-3-125 0,0 0-4 15,0 0 53-15,0 0 28 0,0 0 7 0,-5 0-363 16,-3 0 170-16,2 0 94 0,0 0 46 0,2 0 15 15,-1 0-386-15,4 0 209 0,-4-3 104 0,3-8-296 16</inkml:trace>
  <inkml:trace contextRef="#ctx0" brushRef="#br0" timeOffset="106486.26">1970 7677 1013 0,'-12'0'0'0,"2"2"0"0,1 0 0 0,1-2 0 0,4 0 158 16,-2 1-62-16,6-1-32 0,-2 0 289 0,2 0-160 16,0 3-80-16,11-2-40 0,10 1 0 0,-2 0 145 15,6-1-97-15,2 2 13 16,-3-3-51-16,-2 2-25 0,3-2 0 0,-1 1-17 0,0-1-37 0,-6 0-1 16,-1 0 30-16,-1 0-27 0,-4 0 0 15,0 0 35-15,-4 0-80 0,0 0 36 0,-4 0 1 0,-2 0 34 16,-1 0 1-16,1 0-81 0,0 0 32 15,-2 0-5-15,0 0 65 0,0 0-9 0,0 0-25 16,0 0-83-16,0 0 39 0,-2 0 20 0,-1-1 0 16,0-1-194-16,0-2 102 15,0 2 47-15,3 0-677 0,0 1 352 0</inkml:trace>
  <inkml:trace contextRef="#ctx0" brushRef="#br0" timeOffset="107131.53">4822 7175 969 0,'-6'-5'0'0,"5"3"0"0,1-2 0 0,-5 2 0 0,5 1 0 0,0-1 123 0,0 0-38 15,-3 2-29-15,3 0 255 0,0 0-139 0,0 0-70 16,0 0-34-16,0 5 121 0,3 7-83 0,2 4 68 16,-2 3-71-16,1 7-36 0,0-1 1 0,-1 0 34 15,-1 8-39-15,1-3 1 0,-2 0-32 0,1 2-20 16,0-2 21-16,-1 2 8 0,1-3-103 0,1 1 48 0,-3-3 23 15,0-6 0 1,0 4-173-16,0-7 98 0,0-1 43 0,0-5-291 16,0-3 155-16,0-3 57 0,0-2 44 0,0-4-262 0,0 0 148 15,-5 0 70-15,4-6-151 0,1-11 111 16,0-8 54-16,0-1 20 0,0-6 8 0</inkml:trace>
  <inkml:trace contextRef="#ctx0" brushRef="#br0" timeOffset="107516.07">4788 7115 950 0,'-8'-14'0'0,"3"-1"0"0,3 9 0 0,1-2 0 0,-2 1 0 0,3 0 124 0,0 0-46 0,3 0-22 16,11 1 8-16,7 1 282 15,3 3-156-15,1 0-79 0,2 0 153 0,-2 2-115 0,-2 0-51 16,3 8-47-16,-7 3-18 0,4 2-1 16,-7 0 1-16,0 4-42 0,-2 0 28 0,-4 1-7 0,-4-1-146 15,-3 3 83-15,0-2 43 0,-3 3-88 16,0 0 51-16,-16 1 30 0,-1-1-24 0,-2-4 22 0,3-4 39 15,-3 1-30-15,-2-4-36 0,4 0 258 16,1-5-108-16,3-2-53 0,2 2 216 0,3-5-123 16,2 0-41-16,4 0-42 15,0 0-8-15,2 0 62 0,0 0-43 0,2 0-91 16,9 0 32-16,5 0-7 0,2 0 25 0,4 0-80 16,-3 2 40-16,8 6 0 0,-8-2 48 0,5 5-9 15,-4 3-95-15,-2-1 47 0,-4 4 4 0,2 2-59 16,-6 0 28-16,-1 2 24 0,-6 1 47 0,-1 0-1 0,-2 1-40 15,0-1 8 1,-8-1 90-16,-3-2-43 0,-4 0-13 0,0-5-1 0,-3 0 141 0,-7-1-75 16,6-5-16-16,-3-2-83 0,-4-1 14 0,4-3 23 15,0-2 3-15,-1 0-459 0,6 0 220 16,-2 0 106-16,7-11-695 16,0-5 380-16,6-8 190 0,6-2 95 0</inkml:trace>
  <inkml:trace contextRef="#ctx0" brushRef="#br0" timeOffset="108374.22">4713 5662 713 0,'-2'-6'0'0,"2"4"0"0,0 1 0 0,0-2 0 0,0 2 0 0,0-1 0 0,-1 0 89 0,1 2-28 0,0 0 0 15,0 0 117-15,0 0-73 0,0 8-28 0,1 5 162 16,3 0-103-16,-1 4-52 0,-1 2 55 0,1 2-54 16,-2 0-17-16,1 4 75 0,-2 2-55 0,0-1-27 0,0 2-1 15,0 0-27-15,0 1 14 0,0 1-15 16,0 1 1-16,0-3-75 0,0 1 38 0,0-9-1 15,0 1 46-15,3-1-69 0,-2-3 31 16,1-5-1-16,-2-1-176 0,2-4 96 0,-2-3 24 16,0-2 30-16,0-2-374 0,0 0 185 15,3 0 76-15,-3 0 52 0,3-6-285 0,-2-6 172 16,3-7-200-16</inkml:trace>
  <inkml:trace contextRef="#ctx0" brushRef="#br0" timeOffset="108767.83">4649 5664 936 0,'-4'-8'0'0,"-1"1"0"0,3 1 0 0,2-2 0 0,0-1 0 0,5 0 0 0,13-3 169 0,4 4-68 0,2-3 116 15,6 4-84-15,-3 3-55 0,1 3-22 0,1 1 16 16,-3 0 0-16,-3 1-39 0,-2 9 8 0,-5 4-53 16,-1 2 23-16,-5 1-1 0,-2 4 23 0,-2-1-91 15,-4 3 54-15,-2 4-71 0,0-2 54 0,-12 1 27 16,-3 0 0-16,-5-1 32 15,-1-3-15-15,0-2-29 0,-3-3 82 0,-1-6-40 16,5-2 1-16,-1-3-38 0,0-3 11 0,7 0 187 16,4-3-86-16,2 0 89 0,5 0-84 15,1 0-41-15,2 0-13 0,0 0-8 0,13 0-94 16,10 0 36-16,3-3 0 0,0 3-31 16,1 0 41-16,6 0-7 0,-4 0 34 0,-3 10 0 15,0 2-33-15,-2 3 0 0,-5 0 41 0,-3 1-92 0,-2 5 35 0,-6-1-5 16,-3 1 38-16,-5 0-21 0,0 3-2 15,-3-2 9-15,-10-1 120 0,-4 0-56 0,-4-3-27 16,-1-2 6-16,1-5 11 16,-7 3-34-16,1-5 13 0,1-2-10 0,2-1-287 15,5-3 138-15,0 0-183 0,8-3 151 0,3 0 62 0,3 0-473 16,3 0 267-16,2 0 133 16,7-3 58-16,12-4 42 0</inkml:trace>
  <inkml:trace contextRef="#ctx0" brushRef="#br0" timeOffset="108947.49">5169 6025 1168 0,'6'-7'0'0,"-1"6"0"0,0-3 0 0,-4 0 0 0,1 2 272 0,-2 0-124 0,3 1-57 0,-2 1-30 16,1 0 311-16,3 0-169 0,-1 0-77 0,3 11 74 16,-1 2-83-16,0 4-43 0,1 2-20 0,-2 1 0 0,-2 3 33 15,0 4-31 1,1-4-182-16,0 2 80 0,-2-4 39 0,2 1-449 0,0 0 252 0,-1-1 115 0,-3-3 60 15,3-2 6-15,-2 0-796 0</inkml:trace>
  <inkml:trace contextRef="#ctx0" brushRef="#br0" timeOffset="109580.07">2070 5682 746 0,'0'-3'0'0,"0"1"0"0,0 0 0 0,0 0 0 0,0 2 0 0,0 0 0 0,0 0 138 0,0 0-57 0,0 0 186 0,0 0-219 0,0 0-15 0,0 6 0 16,0 9 8-16,0 4-9 0,0 6 66 0,0 1-33 0,0 3-1 0,-2 5 29 16,1 2-22-1,-3 6-8-15,-2 3-11 0,1-3-19 0,-1 1-1 16,-4 3-51-16,6-9 34 0,-6 2-8 16,1-1 26-16,4-2 0 0,-2-6-95 0,1-2 47 15,3-6-50-15,-1 0 32 0,3-6 28 0,1-5-6 0,0-1-1 0,-4-4-236 16,4-5 119-16,0 1 39 0,0-2-208 15,0 0 133-15,0-11 66 0,4-8-196 16,2-1 123-16,2-10 74 0</inkml:trace>
  <inkml:trace contextRef="#ctx0" brushRef="#br0" timeOffset="109830.43">2050 5745 980 0,'0'-16'0'0,"0"5"0"0,0 2 0 15,0-1 0-15,0 5 0 0,0 1 0 0,0 2 99 0,2 2-34 0,3 0 0 16,5 0 33-16,1 10-37 0,4 10 0 0,-3 5 160 16,5 3-94-16,-2 4-48 0,2 4 84 0,2 3-70 15,-6-7-30-15,4 5 0 0,-3 0-30 0,1-3-3 0,0-2 11 16,-3 1-9-16,5-3-102 0,-7-1 51 16,4-4 26-16,-5-2-193 0,1-2 117 0,-2-3 44 0,-2-2 28 15,1-5-18-15,-4-1-128 16,-2-6 43-16,1 0 46 0,0-2-283 0,-2 0 152 0,0-2 76 0,-2 0-189 15,-6 0 132 1,-3 0 59-16,-2-2 41 0</inkml:trace>
  <inkml:trace contextRef="#ctx0" brushRef="#br0" timeOffset="109998.06">2062 6088 775 0,'-7'2'0'0,"2"0"0"0,1-2 0 0,1 2 0 0,0-2 0 0,1 0 33 0,2 0 263 0,0 0-135 0,0 0-64 0,7 0-33 0,5-2 42 15,4 0-36 1,0 0 51-16,0-2-49 0,4 1 1 0,-1 1-40 16,-3 0-253-16,3 2 126 0,-1 0 72 0,-1 0 23 15,-2 0 0-15,-1 0-373 0,-1 4 198 0,1-1-282 16,-5 1 205-16</inkml:trace>
  <inkml:trace contextRef="#ctx0" brushRef="#br0" timeOffset="110267.43">2408 5888 818 0,'0'-6'0'0,"0"2"0"0,0 2 0 0,0 0 0 0,0 2 0 0,0 0 126 15,0 0-46-15,0 0-24 0,0 0 0 0,0 0 249 16,2 6-139-16,4 7-67 0,0 4 182 0,2 5-124 16,-3 1 190-16,0-1-302 0,4 8-12 0,-3-3 0 15,1-1-1-15,-2-2 1 0,-2-1 33 0,2-1-25 16,1-1-8-16,-5 0-14 0,4-4 14 0,-5-5-33 15,2 0 0-15,1-4 41 16,-1-1-8-16,-2-3-1 0,1-2 1 0,-1-2-81 16,0 2 40-16,0-2 21 0,0 0-81 0,0 0 42 15,0 0-88-15,0-2 61 0,0-6 29 0,0 1-10 16,-1-4 23-16,-6 1 11 0,2-1-404 0,-2-1 188 16,5 0 94-16,-3 0-235 0</inkml:trace>
  <inkml:trace contextRef="#ctx0" brushRef="#br0" timeOffset="118835.58">3527 7600 764 0,'-4'0'0'0,"2"0"0"0,-1 0 0 0,1 0 0 0,-1 0 0 0,1 0 0 0,1 0 0 0,1 0 0 0,-2 0 65 16,2 0 7-16,0 0-2 0,-3 0 0 0,3 0-37 15,0 0 0-15,0 0 46 0,0 0-14 0,0 0-9 16,0 0-24-16,0 0 33 0,0 0-1 0,0 0-31 16,-3 0 0-16,3 0-22 0,-2 0 0 0,0 0 22 15,1 0-62-15,-2-2 31 0,1 0 8 0,2 2-4 16,-1 0 0-16,1 0 4 0,-3 0 19 0,3-1-45 16,0 1 14-16,0 0-5 0,0 0 0 0,0 0 55 15,0 0 0-15,0 0-42 16,0 0 68-16,0 0-30 0,0 0 7 0,0 0 19 15,0 0-19-15,0 0-1 0,-2 0-5 0,2 0 25 16,0 0 1-16,0 0-38 0,0 0 0 0,0 0 34 16,0 0-26-16,0 0-8 0,0 0-1 0,0 0 48 15,0 0-24-15,0 0 8 0,0 0 32 0,0 0-32 16,0 0 0-16,0 0 1 0,0 0 1 0,0 0-25 16,0 0-9-16,0 0-9 15,0 0 10-15,0 0 0 0,0 0 0 0,0 0-19 16,0 0 19-16,0 0 0 0,0 0 0 0,0 0-42 15,0 0 22-15,0 0 7 0,0 0-37 0,0-2 22 16,0 2-16-16,0 0 60 0,0 0-32 0,0 0 9 16,2 0-14-16,1-3 3 0,0 3 3 0,1 0 1 15,3 0 0-15,-1 0 3 0,1 0 0 0,5 0-3 16,-1 0 7-16,1 0 28 0,0 0 4 0,1 0-29 16,1 0 27-16,0 0 0 15,0 0-26-15,1 0-13 0,1 0 12 0,-2 0 151 16,-1 0-180-16,3 6 0 0,-2 0 0 0,-1 0 0 15,3 1 0-15,-2-1 0 0,-1 1 0 0,1 1 0 16,0-3 0-16,0 1 0 0,-1 0 0 0,-3-3 0 16,1 1 0-16,-2 0 0 0,0-2 0 0,0 0 0 15,-1 0 0-15,-4-2 0 0,1 1 0 0,-1-1 0 16,-1 0 0-16,-2 0 0 0,1 0 0 0,1 0 0 16,-2 0 0-16,-1 0 0 15,0 0 0-15,0 0 0 0,0 0 0 0,0 0 0 16,0 0 0-16,0 0 0 0,0 0 0 0,0 0 0 15,0 0 0-15,0 0 0 0,0 0 0 0,0 0 0 16,0 0 0-16,0 0 0 0,0 0 0 0,0 3 0 16,0-3 0-16,0 3 0 0,0 1 0 0,0 3 0 15,0 1 0-15,0 3 0 0,0 1 0 0,-6 2 0 16,0 4 0-16,-2 0 0 0,-3 5 0 16,0-3 0-16,-2 4 0 0,2-1 0 0,0 0 0 15,-2-3 0-15,4 2 0 0,-1-4 0 16,2-1 0-16,1-6 0 0,3-1 0 0,1-4-521 15,0-2 305-15,3-1 84 0,0-3-122 0,0 0 111 16,0 0 55-16,0 0-464 0,0 0 252 0,0-4 138 0</inkml:trace>
  <inkml:trace contextRef="#ctx0" brushRef="#br0" timeOffset="120196.59">3627 5640 226 0,'2'0'0'0,"1"0"0"0,-3-2 0 0,0-1 0 0,1 3 0 0,-1-1 190 0,0 1-78 0,0 0-40 16,0 0 87-16,0 0-67 16,0 0-30-16,0 0 1 0,0 0 66 0,0 0-48 15,0 0-16-15,0 0 18 0,0 0-25 16,0 0 0-16,0 0-25 0,0 0 107 0,0 0-44 0,0 0-37 15,0 0 1-15,0 0 75 0,0 0-51 16,0-2-26-16,0 2 46 0,0 0-40 0,-6 0 0 16,1 0-32-16,-2 0-8 0,-5 0 17 0,-1 6-8 15,-1 1 0-15,0 2-25 0,-3 1 1 0,-1 1 23 16,-1-2 9-16,-1 3-42 0,0-1 33 0,0 0 1 16,1-1-49-16,1-2 23 0,-1-1 4 15,3 0-8-15,-1-1 12 0,2-1 6 16,1 1-8-16,3-3 56 0,-1-1-18 0,0 3-7 15,3-4-22-15,-1 3 68 0,2-2-29 0,-1 0 0 16,4 0-15-16,-3 2 11 0,5-3 0 0,-3 1-24 16,2-2-1-16,3 2 16 0,-2-2-7 0,1 2-27 15,2-2 19-15,0 0 0 0,0 0-1 0,0 0-37 16,0 0 9-16,0 0 28 16,0 0 1-16,0 0-71 0,0 0 28 0,0 0-1 15,0 0 29-15,0 0-35 0,0 0 1 0,0 0 16 16,0 0-21-16,0 0 1 0,0 0 20 0,0 0 33 15,0 1-9-15,0-1-22 0,0 0 4 0,0 3 41 16,0-3 4-16,0 2-39 0,0-2-2 0,0 2 27 16,0 0 0-16,0 0-23 0,0-1 14 0,0 1-26 15,2 0 15-15,1 2 6 0,-2-3-34 0,1 3 30 16,0-2 3-16,1 2-25 0,0-3 18 0,-1 3-2 16,1-1 2-16,0-2-31 15,-2 1 32-15,1 0-7 0,1 0 3 0,-3 2 158 16,2-2-170-16,1 1 0 0,-2-1 0 0,3 2 0 15,-3 0 0-15,3-1 0 0,0 3 0 0,1-2 0 16,-2 2 0-16,2-1 0 0,0-1 0 0,0 1 0 16,1 1 0-16,-1 0 0 0,4 1 0 0,-4-1 0 15,3 2 0-15,3-1 0 0,-3 2 0 0,5 1 0 16,1-1 0-16,0 2 0 0,5 3 0 16,-1-3 0-16,2 4 0 0,-1-4 0 15,5 2 0-15,-2 0 0 0,1-1 0 0,-4-1 0 16,1 0 0-16,-2-3 0 0,-2-1 0 0,-2 0 0 15,-5-1 0-15,0-1 0 0,0-3 0 0,-6 1 0 16,2-1 0-16,-5-1 0 0,3-1 0 0,-3 0 0 16,0 0 0-16,0 0 0 0,0 0 0 0,0 0 0 15,0 0 0-15,0 0 0 0,0 0 0 0,0 0 0 16,0 0 0-16,0 0 0 0,0 0 0 0,0 0 0 16,0 0 0-16,0 0 0 15,0 0 0-15,0 0 0 0,0 0 0 0,0 0 0 16,0 0 0-16,0 0 0 0,0 0 0 0,0 0 0 15,0 0-205-15,0 0 164 0,0 0-1 0,0 0-1016 0</inkml:trace>
  <inkml:trace contextRef="#ctx0" brushRef="#br0" timeOffset="125138.55">3132 6221 425 0,'0'0'0'0,"0"-3"0"0,0-1 0 0,0 1 0 0,0-4 0 0,0 0 0 0,0-4 0 0,0 3 0 0,0 0 33 15,3 0 8-15,-3 0 5 0,0 0-13 0,3 4 0 0,-3-3-1 0,0 3 1 0,0 2 42 16,0-1-42 0,0 0 39-16,0 3 1 0,0 0-40 0,0 0 0 0,0 0 8 0,-3 0 1 15,-4 5-9-15,-3 9-1 0,-3 4-30 16,-1 2 39-16,-4 9-8 0,-4 8-37 16,-3 1 1-16,1 1 36 0,-2 6 0 0,-1 0 8 0,-1 2-35 15,1 2-11-15,1-2-1 0,1-3-5 16,1 2 33-16,0-8-6 0,-1 9 4 0,-1-8-28 15,3-2 25-15,5-5-5 0,-4-1-32 0,6-5 36 16,-3 0-118-16,5-7 93 0,1-3 19 16,0-2-3-16,6-5 3 15,-2-3-74-15,6-2 34 0,2-3-8 0,1-1 40 0,0 0-208 0,0 0 96 16,13-7 28-16,9-10 33 0,5-2-221 16</inkml:trace>
  <inkml:trace contextRef="#ctx0" brushRef="#br0" timeOffset="125446.4">3351 6276 782 0,'3'-8'0'0,"-1"7"0"0,-2 0 0 0,0-2 0 0,0 3 0 0,0 0 0 0,-5 0 101 0,-3 0 88 15,-3 3-83-15,3 9-36 0,-4 3 0 16,-3 6-37-16,0 1 60 0,-4 8-22 0,-1 6-8 0,-3 0-30 0,0 3-26 15,1 2 26-15,-2 4 0 0,0 1-30 16,0 1 29-16,-6 1 1 16,5 1-38-16,-4 1 38 0,-1-4 0 0,1-1-55 15,4-3 23-15,1-1-8 0,2-4 37 0,5-7-96 16,2 2 43-16,3-7 17 0,-1 3-4 0,3-10 9 16,2 3-109-16,2-6 51 0,3-3 30 0,0-1 4 0,1-6-160 15,2 1 83-15,0-2 42 0,0-1-175 16,6-3 93-16,10 0-5 0,5-6 57 15,4-8 29-15,9-13-1 0,4-1 29 0</inkml:trace>
  <inkml:trace contextRef="#ctx0" brushRef="#br0" timeOffset="125723.86">3610 6418 882 0,'10'-18'0'0,"-3"6"0"0,-1-3 0 0,-2 7 0 0,-3 2 0 0,1 3 0 0,-2 0 0 0,0 0 0 0,0 3 239 0,0 0-104 15,0 0-51-15,0 13 70 0,-5 3-52 16,-6 11-39-16,0 2 0 0,-8 11 2 0,-2 1 0 0,-2 5-32 0,-3 2 42 16,0 1-42-16,-4 12 0 0,0-8-25 15,-2 6 24 1,0 1 1-16,1-5 8 0,-7 10-44 0,3-6 0 0,8-13 36 16,-3 3-70-16,6-6 35 0,2-9 1 0,6-2-245 15,0-4 237-15,4-7 23 0,3-2-12 0,3-6-76 16,1-4 30-16,5-3 22 15,-3-2-213-15,3-4 107 0,0 0 42 0,0 0 30 0,3 0-173 16,7-10 102-16,7-7 47 0,4-7-434 0,8-6 444 16,4-2 37-16</inkml:trace>
  <inkml:trace contextRef="#ctx0" brushRef="#br0" timeOffset="125982.82">3935 6363 853 0,'0'-4'0'0,"2"2"0"0,1 1 0 0,-3 1 0 0,0 0 0 0,-3 0 94 0,-2 9-22 0,-4 7-9 0,-1 7 139 0,-1 4-85 15,-7 8-42-15,2 5 81 16,-4 3-53-16,-4 1-40 0,2 5-10 16,-6 9-20-16,0-2-1 0,3-1 1 0,-2-4-44 0,-5 11 18 0,3-3 0 15,1-4-13-15,3-7 1 0,-1 2 37 0,7-9 9 0,-5 6-135 16,10-17 64-16,-2 2 16 15,5-5-181-15,2-7 95 0,2-5 38 0,4-3 29 16,3-4-4-16,0-1-223 0,0-5 116 0,3-2 50 16,13 0 22-16,6-12 8 0,9-10-205 15</inkml:trace>
  <inkml:trace contextRef="#ctx0" brushRef="#br0" timeOffset="126199.21">4108 6748 485 0,'5'1'0'0,"-4"3"0"0,3 0 0 0,-1 1 0 0,-3 1 0 0,0 3 190 0,0 4-82 0,0 3-38 0,-8 6 180 15,-5 3-108-15,-3 10-55 0,-3-3 161 16,-8 15-112-16,-3 6-52 0,-2-1-26 0,-1 3 105 16,-2 1-65-16,2-7-24 15,-12 10-18-15,15-15 0 0,-1 3-24 0,5-7 1 0,7-10-115 16,3-6 66-16,7-1 20 0,4-8-365 15,0-2 197-15,5-6 99 0,0-1 48 0,2-3-617 0,9-3 307 16</inkml:trace>
  <inkml:trace contextRef="#ctx0" brushRef="#br0" timeOffset="128867.56">5296 5380 783 0,'-5'0'0'0,"2"-2"0"0,1 0 0 0,2 2 0 0,-2-2 0 0,2 2 0 0,-1 0 141 0,1-1-54 0,0 1-19 0,0 0-8 16,0 0 80-16,0 0-54 0,0 1-26 0,5 9 94 16,4-1-53-16,1 3-38 0,-1-1 44 15,2 0-37-15,1 0-1 0,-1 0-36 0,0 1 8 0,0 0-48 0,1-6 40 16,0 4 0-1,-6-2-34-15,2-1 1 0,0-1 41 0,-3 1-142 0,-2-3 67 0,-1 2 34 0,1-4-1 16,-2 1-270-16,1 1 125 16,-2-2 74-16,0 0 5 0,0 0-303 15,0-2 169-15,0 1 84 0,0-1-198 0,0 0 146 0</inkml:trace>
  <inkml:trace contextRef="#ctx0" brushRef="#br0" timeOffset="129128.89">5569 5213 937 0,'1'-1'0'0,"1"1"0"0,-1 0 0 0,-1 0 0 0,0 3 0 0,0 10 0 0,0 4 223 0,0 2-99 16,-1 7 236-16,-1-1-164 0,-2 3-81 0,-2 3-41 0,1 2 7 16,0 1 148-16,-3 1-98 0,0 2-49 0,0 0 53 15,-1 2-51-15,0-2-18 0,1 1-48 16,-2 0 15-16,3-1 0 0,0-4-84 15,-1 2 42-15,2-10 29 0,0 6-8 0,3-9 21 16,0-3 0-16,0-6-197 0,1-1 89 16,-1-5 59-16,3-3-358 0,-2-2 182 0,2-2 53 0,0 0-296 15,0 0 202-15,0-2-739 16,2-11 905-16,7-5-1 0</inkml:trace>
  <inkml:trace contextRef="#ctx0" brushRef="#br0" timeOffset="129300.43">5630 5508 645 0,'5'0'0'0,"-1"0"0"0,-1 0 0 0,-1 0 0 0,2 0 0 0,-2 2 385 15,4-2-176-15,0 0-80 0,1 0 205 0,1 0-151 16,1 0-76-16,2 0-72 0,-2 0-3 0,1 0 9 16,0 1-8-16,-2-1 0 0,3 2 0 0,-2 1-320 15,-2-2 160-15,-2 3-504 0,1 0 317 16,-2 3 160-16</inkml:trace>
  <inkml:trace contextRef="#ctx0" brushRef="#br0" timeOffset="129463.02">5580 5767 1047 0,'0'3'0'0,"0"-1"0"0,0-2 0 0,0 0 0 0,0 0 0 0,0 0 0 0,0 0 65 0,0 0 1 0,0 0 289 0,2 0-166 0,10 0-77 0,1-1-16 16,1-5-32-16,2 1 0 15,1-1-384-15,0 2 172 0,3 1 91 0,-2-1-220 16,2 0 150-16,-1 3 74 0,2-1-462 0</inkml:trace>
  <inkml:trace contextRef="#ctx0" brushRef="#br0" timeOffset="129892.89">5920 5465 1215 0,'-7'0'0'0,"2"0"0"0,4 0 0 0,-6 0 0 0,3 0 0 0,1 2 0 0,-2 7 0 0,2 0 0 0,3 3 152 0,0 1-60 0,0 2 50 15,0 0-55-15,3 2-19 0,5-3-8 0,5 1-28 0,2-1-21 16,3-2 22-16,0-3 0 0,2-4-30 16,4 1-7-16,-4-6 36 0,0 0-62 0,-1 0 31 0,1 0 0 15,-4-2-42-15,1-7 33 0,-4-3 4 0,0 0 0 16,-2-4-79-16,-3 0 46 15,-1-3 14-15,1 0 0 0,-4 0 7 0,0-1-26 0,-2 0 11 0,0 0 0 16,-2 1-24-16,0 0 4 0,0-2 24 16,-2 5 48-16,-4-3-42 0,-3 4 2 0,1 1 88 15,-2 4-40-15,-1 2-22 0,0 4 1 16,0 3 145-16,0-2-77 0,-1 3-31 0,-1 3-22 16,3 10 25-16,-3 3 101 0,0 5-53 0,4 1-35 15,4-1 45-15,-5 7-40 0,8-2-1 0,-2 1 5 16,4-1 1-16,0 3-39 15,0-5-5-15,0 7 5 0,0 0 1 0,0-3 0 0,0 2-109 16,0-2 55-16,2-2 35 0,0 5-8 16,-2-5 27-16,2-5-205 0,-2-1 85 0,2-1 52 15,0-4-110-15,0-2 73 0,0-3 10 0,0-3-335 16,-1-3 182-16,3-1 91 0,-1-1-162 0,3-2-65 16,0 0 160-16</inkml:trace>
  <inkml:trace contextRef="#ctx0" brushRef="#br0" timeOffset="130234.2">6142 5739 1321 0,'3'-1'0'0,"0"-1"0"0,3-3 0 0,-2 2 0 0,1-2 0 0,0 2 0 0,5 1 133 0,0 0-42 0,4 2 68 15,-1 0-63-15,0 0-31 0,-1 4-1 16,-1 5-31-16,-2 3 8 0,1 1-63 0,-3 3 28 15,-4-2-124-15,-2 1 76 0,1 2 37 0,-2-1 8 0,0 2-132 16,-5-1 79 0,-7-2 39-16,1-2-70 0,-4-3 44 0,3 1-19 0,-4-4 71 15,0-1-45-15,4-3 13 0,-1 1-26 16,3-2 19-16,2 0 221 0,0 0-103 16,2-2-42-16,3 1-30 0,0-1 268 0,3 0-134 0,0 0-36 0,0 3-38 15,0-2-25-15,7 2 0 0,7-3-2 16,0 3-22-16,4-1 8 15,3-2-86-15,0 2 39 0,1-2 1 0,0 0 37 0,-1 0 1 0,-1 0-350 16,1 0 167-16,-3-2 56 16,1-3 52-16,1 1-468 0,-4-4 239 0,0 1 110 0,0-3-246 15,-2-1 187-15</inkml:trace>
  <inkml:trace contextRef="#ctx0" brushRef="#br0" timeOffset="130444.15">6531 5378 1368 0,'-11'-4'0'0,"1"3"0"0,3 1 0 0,-2 0 0 0,0 1 0 0,-2 11 0 0,1 5 134 0,0 7-55 0,0 3-23 0,1 4 1 0,5 4 231 16,-3-2-119-16,3 3-72 0,4-2 28 0,0-1-46 16,0-1-23-16,0-4-130 0,4-3 61 0,6 4 19 15,0-7 0-15,0-3 27 0,2-1-351 16,1-1 176-16,-2-3 95 0,0-4-223 0,3-2 142 0,-4-4 0 0,3-2-385 15,-1-2 240-15</inkml:trace>
  <inkml:trace contextRef="#ctx0" brushRef="#br0" timeOffset="130684.54">6554 5602 965 0,'-4'-2'0'0,"2"1"0"0,2 1 0 0,0 0 0 0,0 0 0 0,2 0 218 0,9 0-96 0,5 0-45 0,-2 0-22 15,3 0 175-15,-2 3-99 0,2 4-41 0,-4 4-5 16,3 1-26-16,-5 1 0 0,-1 0-79 16,-1 0 26-16,-4 4 9 0,-2-3 17 15,-2 2 1-15,-1 2-79 0,0-2 39 0,-7 2 0 0,-7-2-58 16,-1 1 44-16,-4-4 1 0,-4 0-119 16,8-3 57-16,-9-3-335 0,1-1 365 15,3-3 5-15,-1 2 10 0,0-5 11 0,5 0-22 0,2 0-78 16,7 0 39-16,2-3 31 15,3-8-196-15,2-3 109 0</inkml:trace>
  <inkml:trace contextRef="#ctx0" brushRef="#br0" timeOffset="130892.98">6774 5540 1320 0,'1'0'0'0,"1"0"0"0,-2 0 0 0,0 0 0 0,-2 0 0 0,-7 0 0 0,-5 2 0 0,5 4 164 0,0 5-66 0,0 1-33 0,4 6 0 0,-2-2 41 0,6 5-41 16,1-2 0-16,0 4-23 0,0-3-10 0,5-1 1 0,4 0-122 16,5-2 57-16,-2 0 32 0,5-5-275 15,-4 2 153-15,-1-5 78 0,-1-1 46 16,1-2-422-16,2-4 203 16,-6-2 66-16,3 0 60 0,-6 0-234 0</inkml:trace>
  <inkml:trace contextRef="#ctx0" brushRef="#br0" timeOffset="131090.44">6875 5431 1893 0,'7'-4'0'0,"5"3"0"0,-3 1 0 0,4 0 0 0,0 0 0 0,0 0 0 0,3 3 0 0,-2 9 0 0,5 7 0 0,-3-1 152 0,-2 6-51 0,-2 5-39 0,-1 2 243 15,-4 4-137-15,-3-2-67 0,-2 5-34 0,-2-1 30 16,0 1-36-16,-6 3 0 0,-6-2-357 15,-4 1 165-15,-3-1 81 0,3-3-220 0,-9 10 147 16,0-4 78-16,-3 3 39 0,-7 7-811 0</inkml:trace>
  <inkml:trace contextRef="#ctx0" brushRef="#br0" timeOffset="131838.46">5450 7348 820 0,'0'0'0'0,"0"0"0"0,-3-1 0 0,2-1 0 0,0 0 0 0,-4 0 0 0,3 2 0 0,-2-2 143 0,4 2-55 0,-2 0 201 15,2 0-120-15,0 0-72 0,0 0-33 0,0 0 1 0,0 0 104 16,0 0-68-16,0 0-26 0,0 0 35 16,2 0-38-16,2 2-1 0,4 5-38 0,-1 2 123 0,1 2-53 15,-1 2-39-15,0-1-1 0,-1 2 19 16,1 1-25-16,1-2 0 0,0 0-63 16,-2 0 15-16,1-2 0 0,-1-3 23 15,0-2-179-15,-3 1 90 0,2-1 53 0,-3-3-118 16,1-1 74-16,-2-2 8 0,1 0-365 0,0 0 172 15,-2 0 98-15,3 0 36 0,-3 0-311 0,0-2 189 16,2-5 94-16,2-3 47 0,-2 1-329 0</inkml:trace>
  <inkml:trace contextRef="#ctx0" brushRef="#br0" timeOffset="132094.88">5669 7217 1186 0,'2'-6'0'0,"-1"4"0"0,1 0 0 0,-2 1 0 0,0-1 0 0,0 2 139 15,0 0-44-15,0 0-36 0,0 0 247 0,-3 13-136 16,-1 4-69-16,-5 6 78 0,1 3-65 0,-3 4-44 0,1 4 75 16,-3 1-56-1,1 1-28-15,-4 5 0 0,5-9-20 0,-2 6-24 0,1-3 15 16,-1-1 1-16,0 0-61 0,0-2 30 16,4-6-65-16,-5 3 44 0,5-12 26 0,0 4 0 15,1-4 26-15,2-5 8 0,1-1-101 0,-1-1 39 0,4-5-92 16,-1 1 58-16,1-4 28 0,2 0-155 15,0-2 79-15,0 0 43 0,0 0 10 0,0 0-378 16,0 0 198-16,2 0 90 0,7-6 58 0,7-9 25 0,0-4-432 16</inkml:trace>
  <inkml:trace contextRef="#ctx0" brushRef="#br0" timeOffset="132284.38">5671 7484 1395 0,'1'0'0'16,"4"0"0"-16,-2 0 0 0,0 0 0 0,-2 0 0 0,3 0 0 0,1 0 173 0,3 0-70 0,1 0-27 0,4 0 265 0,-2 1-154 16,5 0-77-16,-3 2-39 0,2-1 58 15,-2 2-40-15,0-3-32 0,-1 2-193 16,-2-1 84-16,1-1 43 0,-2 1 21 0,-2 0-391 0,-2 0 202 16,0 2 104-16,-2-1 54 0,1 6-325 15,-2-1 94-15</inkml:trace>
  <inkml:trace contextRef="#ctx0" brushRef="#br0" timeOffset="132442.96">5746 7735 1174 0,'-6'7'0'0,"2"-4"0"0,2 0 0 0,2-3 0 0,-3 3 0 0,3-3 263 0,0 0-106 0,0 0-75 16,0 0 270-16,3 0-160 15,9 0-79-15,0 0-40 0,-1 0 14 0,4-3-32 0,-3 0 1 0,4-3-444 16,-2 0 211-16,5 1 104 0,-6 2 61 15,7-3 19-15,-4 1-273 0,3 2 149 0</inkml:trace>
  <inkml:trace contextRef="#ctx0" brushRef="#br0" timeOffset="132869.06">6042 7446 1469 0,'0'0'0'0,"0"6"0"0,-5-1 0 0,-2 3 0 0,1 3 0 0,0-1 0 0,2 5 0 0,2-1 67 0,2 2 215 16,0 0-116-16,0 1-70 0,2-2 29 0,10 1-46 0,4-3-80 16,0-2 33-16,4-4 9 0,1-1-8 15,6-2 0-15,-3-4 0 0,0 0-127 0,3 0 63 16,-7-6-133-16,1-7 94 16,-3 0 52-16,2-2-156 0,-7 0 79 0,-2-2 49 0,-2-2-7 15,-2 2-11-15,-2 0 20 0,-2-1-23 16,-1 0 24-16,-2 0 37 0,0-1-9 0,0-2-17 15,-4 2-1-15,-2-1 65 0,-4 3-32 0,0 4-1 16,0 1-29-16,0 3 189 0,0 3-87 0,0 5-30 16,0-1 200-16,0 2-106 0,-2 0-58 0,5 6 100 15,-2 6-73-15,1 4-36 16,2 0 1-16,-1 5-38 0,4 4 43 0,-3 3-8 0,2 2-35 16,0 1 72-16,1 5-36 0,0 6 0 0,1-8 29 15,-1 11-36-15,1-4 0 0,0-7-28 16,1 3 0-16,1-3-61 0,0-8 39 0,0 3-9 15,0-6-199-15,0-1 114 16,1-6-613-16,1 0 647 0,0-5 23 0,1-2-27 0,2-1 41 0,-4-5-35 0,1 1-188 16,2-2 102-16,0 0-368 0,2-2 238 15,-1 0 116-15,0 0 56 0</inkml:trace>
  <inkml:trace contextRef="#ctx0" brushRef="#br0" timeOffset="133051.57">6350 7790 978 0,'2'0'0'0,"1"0"0"0,-2 0 0 0,-1 0 0 0,0 2 0 0,0 5 224 0,0 6-96 0,0 0 275 0,0 2-189 15,0 2-91-15,0 3-45 0,0-2-23 0,0 1 75 0,0-1-41 16,0-1-165-16,0-2 54 16,0-2 27-16,0-1-338 0,0-3 183 0,0-1 100 0,0-1 37 15,2-3 23-15,2-2-511 0,0-2 215 16,1 0 139-16,1-2-284 0</inkml:trace>
  <inkml:trace contextRef="#ctx0" brushRef="#br0" timeOffset="133253.73">6533 7568 889 0,'0'-6'0'0,"-2"4"0"0,-2 0 0 0,2 2 0 0,-3 0 117 0,0 2-43 0,0 8-20 16,1 8 0-16,1-2 387 0,1 10-208 0,0-2 159 15,2 4-181-15,0 3-88 0,0-2-46 0,0-8-83 16,0 10 15-16,4-11 1 0,3 1 22 0,6-2 1 0,-5-2-387 16,6-5 201-16,-3 0-468 15,-1-5 321-15,1-3 124 0,0-4-166 16,-1 0 148-16,0 0 72 0</inkml:trace>
  <inkml:trace contextRef="#ctx0" brushRef="#br0" timeOffset="133483.78">6604 7664 905 0,'0'-10'0'0,"0"3"0"0,0-1 0 0,3-1 0 0,5 1 0 0,-2 5 0 0,3-3 207 0,3 2-79 0,1 3 189 0,1 1-142 0,-2 0-71 15,-1 0 85-15,4 5-78 0,-5 8-31 16,-1 2-8-16,-3 2-39 0,1 4-32 16,-6-1 0-16,-1 7 31 0,0-7-24 0,-6 9-9 15,-6-3 33-15,-3-2 1 0,-2 1-123 0,-3-4 61 16,1-6 39-16,-4 7-8 0,-1-6-172 0,2-4 93 15,-1-1-195-15,4-4 129 0,-1 3 40 0,5-6 43 16,4-2-7-16,2-2-170 0,3 0 102 0,1 0 51 0,5-2-254 16,0-7 157-16,5-7 75 15,12-3 36-15</inkml:trace>
  <inkml:trace contextRef="#ctx0" brushRef="#br0" timeOffset="133682.31">6766 7632 736 0,'6'-10'0'0,"1"5"0"0,-4-1 0 0,-1 4 0 0,1 1 0 0,-3-1 83 0,0 2-17 0,0 0 313 16,0 0-173-16,-8 5-87 0,3 6-43 0,-3 6-21 0,3 2 173 16,-1 5-102-1,2 1 33-15,2 0-63 0,2 0-32 0,0-4-66 16,0 2 41-16,3-2-6 0,9-1 0 0,-1-3-1 0,2 1-106 16,1-6 54-16,1 0-330 0,-1-5 179 15,-1 0 100-15,1-2 49 0,-3-4-23 0,2-1-460 16,-5 0 219-16,3-1 130 0,-6-10-266 0</inkml:trace>
  <inkml:trace contextRef="#ctx0" brushRef="#br0" timeOffset="133868.84">6894 7493 1895 0,'7'-8'0'0,"2"7"0"0,4-1 0 0,-3 2 0 0,1 0 0 0,3 0 0 0,2 13 0 0,3 6 186 0,-2 5-80 16,-2 5 145-16,0 4-109 0,-4 8-54 15,-2 3-28-15,-6-3 246 0,-3 14-141 0,0-5-65 0,-6 1-94 16,-11-1 27 0,-3-2-1-16,-2-2 9 0,-5-4-8 0,-2-3-411 0,-3-1 205 0,1-5-701 15,-4-3 444-15,4-3 167 0</inkml:trace>
  <inkml:trace contextRef="#ctx0" brushRef="#br0" timeOffset="143214.23">15195 6549 702 0,'0'0'0'0,"0"0"0"0,0 0 0 0,0 0 0 0,0 0 0 0,0 3 103 16,0 7-26-16,0 0-9 0,0 4-36 0,2-1 220 16,2 0-110-16,0 4-54 0,0 1 152 0,-1 2-108 15,3 4-49-15,-4 0 83 0,-1 2-67 0,1 3-32 16,0 4 7-16,-2-1-19 0,0 3-1 0,0 2-21 16,0 1 0-16,0 0-71 0,0-3 43 0,2-1-7 15,-2-2 35-15,0-4-69 0,0-6 34 16,0 1 0-16,0-5-146 0,0-4 83 15,0-5 13-15,0-3-336 0,0-4 166 0,0-2 100 16,-2-2 12-16,-2-12-296 0,1-10 187 0,1-4 93 16</inkml:trace>
  <inkml:trace contextRef="#ctx0" brushRef="#br0" timeOffset="143490.53">15150 6567 1208 0,'0'-13'0'0,"0"5"0"0,0 5 0 0,0 1 0 0,0-4 0 0,8 3 0 0,5 0 0 0,7 2 0 0,7-1 244 0,-1 2-106 0,8 0-44 16,0 0 260-16,9 0-161 0,-5 9-80 0,-6 5 97 16,5 0-88-16,-3 6-37 0,-4 0-30 0,-4 4-8 15,-1 2-14-15,-7 0 0 0,-2 6 0 0,-7 0-15 16,-4 2 15-16,-3 4-1 0,-2 6 1 0,-5-4 38 16,-12 4-38-16,-4 1 7 0,-5-2 17 0,-3 0-1 15,-1-3-23-15,-3-1 20 0,-1-7-20 16,4-6 7-16,-4-3-7 0,0-3-147 15,1-6 72-15,1-3 35 0,0-5 0 0,6-5-276 16,-6-1 143-16,11 0 57 0,1 0 41 0,2-3-377 16,7-9 193-16,5-2 89 0,4-5-125 0,2-4 115 15,4-3 57-15,11-2-433 0</inkml:trace>
  <inkml:trace contextRef="#ctx0" brushRef="#br0" timeOffset="143680.06">15843 6658 1466 0,'8'3'0'0,"1"4"0"0,0-3 0 0,-5 0 0 0,1-1 0 0,-4 0 285 16,1-1-125-16,0-2 267 0,0 2-201 0,0 0-96 0,1-1-49 16,1 3-24-16,0-1 5 0,1 1-9 0,0 0-467 15,-2 2 224-15,1 1 111 0,-2 5-710 16,0-1 392-16,-2 5 197 0</inkml:trace>
  <inkml:trace contextRef="#ctx0" brushRef="#br0" timeOffset="143818.22">15825 7027 2287 0,'0'6'0'0,"0"3"0"0,-2-3 0 0,2-2 0 0,-2 0 0 0,0-2 0 0,2-1 0 0,0 1 0 0,0 1 281 0,0-2-124 0,0 1-63 0,0-1-30 0,2-1-110 16,2 3 35-16,1-3-309 15,1 0 176-15,4 0 89 0,-5 0-927 0</inkml:trace>
  <inkml:trace contextRef="#ctx0" brushRef="#br0" timeOffset="146046.46">17355 6617 495 0,'-6'-10'0'0,"2"2"0"0,1 0 0 0,-1 1 0 0,2 0 0 0,0 1 365 0,2 2-166 0,0 0 115 16,0 1-132-16,0-1-79 0,11 0-35 0,10 2 0 16,4 1 47-16,1 1-41 0,2 0-12 0,0 0 47 15,2 5-38-15,-4 6 0 0,1 4-38 16,-3 2 32-16,-5 0-24 15,3 4-9-15,-6 0 1 0,-2 2-48 0,-4 6 24 16,-4-1-55-16,-2 4 47 0,-4 0-8 0,0 0 40 0,-2 1 0 16,-12-1-50-16,-2 0 3 0,-3-1 6 0,-1-5-67 15,0-5 42-15,-2-3 8 0,2-7 1 0,-1-1 0 0,0-4-80 16,-2-2 39-16,3-4 27 16,1 0-265-16,2 0 136 0,2-4 61 0,8-4-242 0,-1-7 162 15,8-2 76-15,0-4 39 16,8-2 0-16</inkml:trace>
  <inkml:trace contextRef="#ctx0" brushRef="#br0" timeOffset="146252.91">17819 6593 435 0,'7'-9'54'0,"-3"2"-27"16,-2 2 0-16,0 1-27 0,-2 3 220 0,0-1-94 16,-2 0 304-16,-9 2-191 0,-1 0-107 0,-1 9-49 15,-2 10-26-15,0 0 231 16,2 6-128-16,0 1-56 0,4 2 167 0,1 0-119 0,6 1 94 15,2-2-213-15,0 0 0 16,2-4 8-16,11 5-8 0,5-6-1 0,2-1-223 0,2-2 112 16,1 0-157-16,-5-6 142 0,9 2 59 0,-6-4 35 15,-1-4-547-15,-1 1 234 0,0-4 147 0,-8-3 23 16,2 4-355-16,-1-4 233 0</inkml:trace>
  <inkml:trace contextRef="#ctx0" brushRef="#br0" timeOffset="146618.1">17158 6761 1171 0,'-10'-12'0'0,"5"6"0"0,-1 4 0 0,4-1 0 0,-2 1 0 0,2 0 0 0,-1 1 56 0,-1 1 204 15,-1 0-114-15,1 1-76 16,-4 11 9-16,0 1-46 0,1 1 0 0,-7 8-1 0,5-6-33 16,-3 4-1-16,0-2 43 0,-1-2-106 0,-3 0 50 15,4-5 23-15,-1 0-2 0,-1-1 1 0,2-1 34 16,0-3-47-16,3-2 30 0,4-2 138 0,-1-1-70 16,4 0 159-1,1-1-102-15,1 0-61 0,0 3-28 0,0-1 0 0,5 0 9 16,8 0-28-16,2 0-8 0,1-1 95 0,5-1-47 15,0 3-24-15,1-2-1 0,-1 1-15 0,2 0-40 16,-3-1-1-16,2 3 33 0,-2-2-250 0,0 2 125 16,-3 0-524-16,0 2 306 0,-4 0 128 0,0 1 81 15,-1 0-527-15,-3 3 297 0,-4 3 141 0</inkml:trace>
  <inkml:trace contextRef="#ctx0" brushRef="#br0" timeOffset="146802.6">16901 7209 1811 0,'-15'2'0'0,"7"0"0"0,1 2 0 0,3-3 0 0,3-1 0 0,-1 0 0 0,2 3 0 0,0-3 0 0,7 0 269 15,8 0-118-15,4 0 118 16,2 0-122-16,0 0-57 0,0 0-29 0,2 0 1 0,-5 0-328 16,1-3 157-16,-3 2 68 0,0 1 36 15,-1 0-204-15,-5 0 120 0,1 0-481 16,-4 0 246-16,1 0 164 0,-6 0-10 0</inkml:trace>
  <inkml:trace contextRef="#ctx0" brushRef="#br0" timeOffset="147198.64">16627 6860 504 0,'-21'-11'0'0,"1"3"0"0,-1 6 0 0,2 2 0 0,0 0 125 0,2 2-51 0,-4 11-20 16,7 8 0-16,3 3 198 0,1 5-102 0,4 3-62 16,4 4-28-16,2-1 192 0,0 2-110 0,0 1-54 15,4-4 36-15,5-2-50 0,5-6-21 0,-3 0-35 16,2-9 15-16,2 0-1 0,2-4 9 16,-2-3-42-16,0-3-1 0,0-4 35 15,0-3-1-15,-2 0-109 0,3 0 63 0,0-12 19 16,0-9-3-16,-4-3-153 0,1-4 57 0,1-4 48 15,-5-1-149-15,1-2 91 0,-3 0 27 0,-1-1-35 16,-3 0 36-16,1 4 21 0,-2 6-7 0,0 1 94 16,-2 8-32-16,0 6 0 0,0 4-33 0,0 3 107 15,-4 4-62-15,-3 0-18 0,1 9 5 0,-1 11 294 16,-1 3-128-16,4 0-83 0,0 0 221 0,3 5-139 16,1 0-66-16,0-1-32 0,0-1-33 15,0-2 0-15,5-3 8 0,4 1-301 16,5 2 146-16,0-4 73 0,6-2 38 0,-1-1-224 15,2-2 100-15,8-2 68 0,3-3-22 0,1-3-478 16</inkml:trace>
  <inkml:trace contextRef="#ctx0" brushRef="#br0" timeOffset="147516.75">18289 6617 1482 0,'0'-8'0'0,"0"-1"0"0,0 8 0 0,0 1 0 0,0 0 0 0,-4-2 0 0,-4 2 0 0,-1 0 127 0,-2 0-47 0,-3 3 25 16,-1 7-36-16,-4 1 8 0,-3 6-44 0,1-3-38 16,-1 2 0-16,1-2 37 0,-1 0 1 0,4-4 37 15,0 1-37-15,5-3 0 16,3-2 0-16,3-1 84 0,3-1-42 0,0-3-13 15,4 1 103-15,0 3-66 0,0-4-33 0,0 3 78 16,10 0-56-16,3-2-20 0,2 1-7 0,2-1-23 16,4 0-5-16,-1 2 0 0,1-1 0 0,-2-1-227 15,1 2 110-15,-1 0 58 0,-2 2 29 0,-2 0-553 16,0 2 251-16,-4-1 101 0,-3 4-221 0,-3 2 193 16</inkml:trace>
  <inkml:trace contextRef="#ctx0" brushRef="#br0" timeOffset="147691.31">18065 7012 1017 0,'-17'0'0'0,"6"2"0"0,1 2 0 0,4-4 0 0,3 0 0 0,1 0 0 0,2 0 375 0,0 2-171 0,0-1-85 16,5 3-44-16,11 0 336 0,-1 0-193 0,6 1-93 16,1 1-46-16,2-2 7 0,-5 1-27 15,4 1 9-15,-1-1-227 0,-1-1 96 16,-2 4 48-16,-1 0 24 0,-2-1-502 0,-2 3 271 15,-2-3 123-15,-5-3-643 0</inkml:trace>
  <inkml:trace contextRef="#ctx0" brushRef="#br0" timeOffset="148088.22">18429 6311 1235 0,'2'-7'0'0,"0"5"0"0,4 2 0 0,-1 0 0 0,1 6 0 0,-3 9 0 0,3 10 0 0,0 6 239 0,2 11-107 0,-3 1-50 0,-1 6 185 16,-2 3-117-16,-1 12-59 0,-1-9-21 0,0 10-24 15,0-11-13-15,-3-1-1 0,-3-3 1 0,4-13-136 16,-1 0 77-16,1-5 24 16,-2-9-58-16,3-2 45 0,-4-9 25 0,3-2-31 15,0-4 32-15,0-6-25 0,1 0 0 0,1-6 72 16,0-11-26-16,0-8-28 0,1 7-4 0,13-9 84 15,-1 4-37-15,6 3-8 0,-1 1 0 0,1 4 57 16,2 4-16-16,-1 2-29 0,0 3 14 0,-2 4 2 16,1 2-34-16,-4 0-34 0,0 4 42 0,-4 12-8 15,-1 0-1-15,-3 7 19 0,-3 0-19 0,-4 2 1 16,0-2 8-16,0 7 3 0,-13-4-11 0,-2-2-1 16,-4 0 1-16,2-4-36 15,0-7 4-15,-3 0 30 0,-1-4-150 0,-6-1 70 16,9-5 31-16,-5-3-318 0,2 0 158 0,3 0 87 15,1-3 24-15,6-6-190 0,3-4 104 0,6-2 60 16,2 0 22-16,0-2-422 0,12 2 230 0</inkml:trace>
  <inkml:trace contextRef="#ctx0" brushRef="#br0" timeOffset="148247.79">18993 7064 1544 0,'7'0'0'0,"4"1"0"0,1 1 0 0,-6-1 0 0,-3-1 0 0,-1 3 0 0,-2-2 0 0,0 3 248 0,0 4-108 0,-2 3-54 0,-7 2 142 16,-6 6-97-16,2-3-42 0,-6 9-32 0,2-3-134 15,2 3 55-15,0 1 28 0,-4 3-297 0</inkml:trace>
  <inkml:trace contextRef="#ctx0" brushRef="#br0" timeOffset="149873.9">19583 6481 596 0,'0'-11'0'0,"-6"3"0"0,3 2 0 0,-4 3 0 0,3-3 0 0,-1 2 0 0,1 0 0 0,-3 0 151 15,2 3-59-15,-2-1-30 0,4 2 102 0,-3 0-70 16,2 0-31-16,1 3 71 0,-1 9-51 0,4 1-25 15,-2 2 8-15,2 6 16 0,0 1-24 0,0 3-1 16,4-1-24-16,7 2 66 0,0-5-25 0,6 7-8 16,1-7-28-16,0 2-5 0,3-5 0 0,0-1 0 15,-1-2-14-15,8 0 14 0,-2-4 0 0,1-3-29 16,1-3 0-16,2-1 29 0,-6-4 8 16,9 0-104-16,-4 0 47 0,-3-9 11 15,1-5 0-15,-3-6-120 0,-1 1 70 0,-3-3 18 16,-1-3 21-16,-4 0-106 0,-2-3 57 0,-2-3 15 15,-2 1-17-15,-4 0 12 0,-3-2 1 0,0 2-29 16,-2 0 26-16,0 0-10 0,-6 7 26 0,-6-1 33 16,0 5-25-16,-4 4 0 0,2 6 1 0,-2 1 138 15,2 6-74-15,-4 2-21 0,4 0 232 0,-2 6-116 16,2 11-67-16,3 4 98 16,1 1-70-16,0 10-17 0,3 0-25 0,4 2 192 15,0 4-103-15,3-1-51 0,0 3-17 0,0 4 92 16,0-4-63-16,6-1-31 0,0-4-1 0,1 3-52 15,-2-2 8-15,1-2 13 0,0-2-231 0,0-2 115 16,-3-2 58-16,1-6-132 0,-2 3 103 0,0-4 10 16,-1-4 33-16,1-3-439 0,-2-4 213 0,0 0 75 15,0-4 69-15,0-2-345 0,2 0 203 0,0-4 101 16</inkml:trace>
  <inkml:trace contextRef="#ctx0" brushRef="#br0" timeOffset="150057.68">20121 6864 1005 0,'4'1'0'0,"0"6"0"0,0 0 0 0,2 2 0 0,-5-3 0 0,3 1 0 0,-2 1 385 0,0 3-176 0,-1-2-88 0,1 3 104 16,0-1-97-16,0-2-39 0,1 5-32 16,-1-3 43-16,-1 2-34 0,1-3 1 15,-2 1-35-15,0-4-314 0,2 1 153 0,0-1 81 16,-2-1-441-16,2-1 260 0,-1-2 131 0,1-3-303 15</inkml:trace>
  <inkml:trace contextRef="#ctx0" brushRef="#br0" timeOffset="150274.67">20456 6418 1630 0,'-9'-5'0'0,"-1"5"0"0,2 0 0 0,-1 4 0 0,-2 10 0 0,1 0 0 0,-4 11 0 0,5-1 0 0,-3 4 259 16,3 2-112-16,3 1 191 0,2-2-157 0,4 1-74 16,0 0-37-16,2-2-106 0,9 1 34 0,0-7 8 15,6 6 27-15,-4-4-175 0,3-4 88 16,-4-2 43-16,2 0 22 0,-1-5-418 16,-1 0 200-16,-1-6 117 0,-4-2-589 0,2-1 323 0</inkml:trace>
  <inkml:trace contextRef="#ctx0" brushRef="#br0" timeOffset="150505.07">20535 6538 838 0,'2'-10'0'0,"1"4"0"16,7 5 0-16,1-2 0 0,2 3 0 0,0 0 269 0,4 0-111 0,1 5-66 0,-2 7-30 0,1 3 176 16,0 0-103-16,-2 6-51 15,-4-4-17-15,3 7 16 0,-5-5-26 0,-4 2 1 16,-1 0-71-16,-2-1 31 0,-2 3-1 0,0 2-63 15,-6-6 39-15,-8 4 0 0,-5-4 39 0,-2-1-166 16,-4 0 91-16,0-3 4 0,-4-4 31 0,-1 0-271 16,2-5 135-16,2-1 39 0,5-5 36 0,2 0-130 15,4 0 83-15,9 0 41 0,1-11-184 16,5-6 114-16,2-5 47 0</inkml:trace>
  <inkml:trace contextRef="#ctx0" brushRef="#br0" timeOffset="150692.71">20824 6483 606 0,'7'-8'0'0,"-2"5"0"0,-3 1 0 0,-1 0 0 0,-1 2 0 0,-1 0 398 0,-11 5-174 0,-5 8-100 15,2 7-46-15,-2 0 297 16,2 3-171-16,0 0-85 0,5-2-35 0,-1 7 219 16,8-7-135-16,3 4-68 0,0-4-33 0,0-1-33 15,2-1 7-15,10-3-8 0,7 2-278 0,-1-8 139 16,2 2 70-16,1-6-507 0,-3 0 283 0,3-5 83 15,-2-1 94-15,-1 0-541 0</inkml:trace>
  <inkml:trace contextRef="#ctx0" brushRef="#br0" timeOffset="150902.15">20978 6438 1154 0,'0'-7'0'0,"3"2"0"0,8 5 0 0,-1 0 0 0,5 0 0 0,1 0 0 0,0 12 188 0,5 3-82 0,-4 2 114 15,0 3-94-15,-2 5-47 0,-4 1-23 0,-2 1 174 16,-1 5-103-16,-6 1-47 0,-2-1-24 0,0 2-44 16,-3-2 20-16,-13-1 9 15,-2 2-8-15,-3-4-120 0,-2-2 60 0,0-5 30 0,0-3-306 16,3-4 177-16,-4-4 75 0,4-1-246 16,-1-4 147-16,4-5 16 0,6-1 56 0,0 0-382 15</inkml:trace>
  <inkml:trace contextRef="#ctx0" brushRef="#br0" timeOffset="151193.38">21528 6376 1235 0,'0'-6'0'0,"0"4"0"0,0 2 0 0,0 0 0 0,0 0 0 0,-7 0 0 0,-12 9 141 0,-1 9-54 16,-3 0-27-16,-5 3 28 0,-2 1-32 0,0 1 0 15,0 1-23-15,0-4 26 0,5 2-1 0,7-10-17 16,2-1-8-16,9-2 69 0,0-3-35 0,5-3 0 16,2 2 108-16,0 0-76 0,2-4-33 0,9 2 105 15,6 0-69-15,1-2-35 0,3 2 8 0,2-3 10 16,2 3-26-16,-6-1 0 16,4 0-26-16,-3 2-33 0,1-1 8 0,-2 3 25 15,-2-2 0-15,0 3-200 0,-4-3 100 0,2 1 50 16,-6 0-535-16,1 2 275 0,-5 1 99 0,0 3-483 15,-4 0 314-15,-1 0 157 0</inkml:trace>
  <inkml:trace contextRef="#ctx0" brushRef="#br0" timeOffset="151365.09">21199 6789 1355 0,'-16'0'0'0,"7"0"0"0,2 0 0 0,6 0 0 0,-1 0 0 0,2 0 0 0,0 0 0 0,10 0 311 16,8 0-131-16,8 0-77 0,3 0-36 0,-1 6 405 15,4 2-219-15,2 0-111 0,-1 2 56 0,-1 0-87 16,-2-2-39-16,0 2-359 0,-3 0 160 0,-1-1 79 16,-6-2 49-16,5 1-600 0,-4-1 315 0,-5 0 159 15,0-1 34-15</inkml:trace>
  <inkml:trace contextRef="#ctx0" brushRef="#br0" timeOffset="151555.62">21673 6449 1360 0,'0'-6'0'0,"0"4"0"0,4 2 0 0,9 0 0 0,0 0 0 0,2 0 265 0,0 4-117 0,2 4-49 0,2 3 221 16,2 0-143-16,1 2-73 16,-3-1-35-16,-3 4-157 0,5 2 56 0,-3-6 33 15,-2 4-1-15,1-4-212 0,-2 0 122 0,0-1 69 16,0-1-568-16,0 0 297 0,-2-7 147 0</inkml:trace>
  <inkml:trace contextRef="#ctx0" brushRef="#br0" timeOffset="151750.76">22135 6257 1144 0,'-3'-11'0'0,"-2"7"0"0,3 1 0 0,0 0 0 0,1 3 0 0,-3 4 0 16,0 15 0-16,-1 8 0 0,-4 4 505 0,-3 15-241 0,-5 4-115 0,-2 14-58 0,-2 0 261 15,0 2-159-15,-6 3-72 0,1 3-13 0,-4-2-38 16,-1 2 1-16,0-2-213 0,1-3 87 0,3-10 52 16,-3 10 14-16,9-14-450 0,-1 0 236 15,1-4 118-15,7-7 59 0,0-8-616 0,5-4 309 0,3-10 150 16</inkml:trace>
  <inkml:trace contextRef="#ctx0" brushRef="#br0" timeOffset="152131.5">22571 6359 1017 0,'0'-17'0'0,"2"11"0"0,3 5 0 0,1 1 0 0,-5 0 0 0,-1 0 0 0,0 0 0 0,-3 1 33 0,-10 12 0 0,-4 3-28 0,-5 4 226 16,-5 1-98-16,-6 7-51 0,3-2-24 0,0-5-16 15,-2-2-1-15,2 2-8 0,1-4 52 0,8-6-26 16,0-3 0-16,7 0 131 16,5-2-71-16,1-5-47 0,4 1 0 0,2-2 25 15,0 3-33-15,2-3 1 0,0 0-24 0,0 0 153 16,4 1-80-16,10 4-41 0,4-2 0 0,5 2 67 15,-2 1-46-15,9 1-34 0,-2 1-60 0,-1 1-1 16,1 1 34-16,-3-1-255 0,-2 1 136 0,0-1 55 16,-3 2 31-16,-3-2-209 0,-2 3 85 0,-4-1 68 15,-1 2-22-15,-3-1-509 0,-4 2 277 0,-1 1 139 16,-2-3 69-16</inkml:trace>
  <inkml:trace contextRef="#ctx0" brushRef="#br0" timeOffset="152297.06">22157 6838 1446 0,'-7'0'0'0,"3"0"0"0,4 0 0 0,0 0 0 0,2 0 0 0,7 0 0 0,5 0 0 0,2 0 518 0,5 0-243 0,4 0-121 16,-1 1-53-16,6 3 62 0,1 0-66 0,-1 2-31 15,0 0-1-15,0-1-281 0,-8 3 133 0,2 1 53 16,-1 0-681-16</inkml:trace>
  <inkml:trace contextRef="#ctx0" brushRef="#br0" timeOffset="152900.79">22739 6340 1129 0,'-12'-11'0'0,"4"9"0"0,8 2 0 0,0 0 0 0,0 6 0 0,0 3 0 0,4 2 72 0,0 4 0 16,3 2-31-16,5 5 193 0,-1 2-100 15,2-2-51-15,4 0-25 0,4 0 19 0,-3-3-14 0,7 3-49 16,1-8 19-16,-1-1 0 0,3-1 0 15,2-6-1-15,2-3-16 0,0-3 17 0,-2 0-1 0,0 0-137 16,-3-9 68-16,-2-5 35 0,-4 0 9 0,2-7 25 0,-7-1-182 16,0-1 80-16,-6-4 14 15,0 2-68-15,-4 0 43 0,-2-8 35 16,-3 3-6-16,-1 1 0 0,0 1 7 0,-13-1 11 0,-2 3 38 16,-2 6 0-16,0 4-42 0,-3 3 6 0,-3 5 129 15,1 6-65-15,-1 2-16 0,2 0 0 0,0 5 140 16,1 13-79-16,5 3-25 0,4-1 193 0,0 11-103 15,4-2-59-15,4 8-9 0,3 6 71 0,0 2-56 16,0-4-20-16,0 13 125 0,2-5-81 0,-1 3-40 16,1-4 0-16,1 1-101 0,-1-10 39 0,0 11-9 15,-1-15 31-15,1 4-316 16,0-5 157-16,0-2 80 0,0-8-444 0,-1-1 216 16,1-4 132-16,0-8 9 0,4-2-360 0,-3-3 230 15</inkml:trace>
  <inkml:trace contextRef="#ctx0" brushRef="#br0" timeOffset="153207.97">23205 6710 1582 0,'12'-4'0'0,"4"2"0"0,5 0 0 0,-1 0 0 0,-4 2 0 0,-1 0 0 0,-2 0 0 0,-1 0 0 0,-1 8 0 0,-2 1 142 0,-3 5-46 0,-5-2-28 15,-1 6 0-15,0-2-35 0,-5 3-1 0,-10 0-95 16,-4-3 56-16,-5 0 15 0,2-1 1 0,4-4-65 16,-3-1 44-16,3-3 23 0,4-3 8 0,2-1-74 15,3-1 2-15,-1-2 33 16,6 0 130-16,2 0-51 0,0 0-13 0,2 0-41 16,0 0 184-16,4 0-84 0,10-2-26 0,4 1 14 15,3-3-34-15,3 2 0 0,-4 0-26 0,3 0-90 16,2 2 45-16,-2 0 31 0,-1 0-370 0,-2 0 188 15,0 0 80-15,-2 2 50 0,-1 2-569 0,0 0 277 16,0-3 150-16</inkml:trace>
  <inkml:trace contextRef="#ctx0" brushRef="#br0" timeOffset="153451.31">23759 6233 1548 0,'0'-6'0'0,"-2"2"0"0,-1 4 0 0,-3 0 0 0,-1 0 0 0,-10 10 0 0,-1 7 0 0,-5 7 152 0,0 10-59 16,1 0-30-16,7 0 200 0,-6 8-119 0,8 2-56 16,4 0-28-16,2-4 35 0,4-3-31 0,3 0 8 15,0-4-113-15,0 0 38 0,3-5-1 0,11-2 37 16,2-5-292-16,0-9 155 0,5 0 64 0,-1-7-644 15,6 0 306-15,-6-5 181 0,-4 0 43 0</inkml:trace>
  <inkml:trace contextRef="#ctx0" brushRef="#br0" timeOffset="153659.81">23775 6560 1404 0,'3'-6'0'0,"6"1"0"0,7-1 0 0,0-2 0 0,2 1 0 0,-4 2 0 0,4 3 0 0,1-1 0 0,-3 3 90 0,2 0-29 0,-4 8 0 0,0 7 169 0,-7 1-90 16,-2 4-58-16,-3 3-23 0,-2 2-26 0,-3 0 0 16,-17-1 8-16,1 2-70 0,-5-1 31 0,-4 1 0 15,-2-2 31-15,0-3-201 16,-2-2 109-16,2-3 42 0,2-8 24 0,8-2-221 16,-1-2 110-16,4-4-5 0,6 0-263 0,4 0 173 15,5-6 84-15,2-9-258 0</inkml:trace>
  <inkml:trace contextRef="#ctx0" brushRef="#br0" timeOffset="153876.76">24104 6456 739 0,'3'-15'0'0,"-1"6"0"0,-2-1 0 0,0 1 0 0,-13 3 0 0,-4 5 0 0,-2 1 0 0,-7 0 282 0,2 5-117 0,-1 12-70 15,2 2 285-15,7 4-174 0,1 4-87 0,6 4-42 16,5 1 145-16,4 1-98 0,0-1-46 0,13-1 148 15,6-1-97-15,4-5-48 0,2 2-16 0,1-6 1 16,1-5-34-16,-2-1 1 0,1-5 0 16,-6-4-326-16,3-5 171 0,-2-1 74 0,-3 0 40 15,-3 0-515-15,-4-4 265 0,-3-9 63 16,-5-2-186-16,-3-1 179 0</inkml:trace>
  <inkml:trace contextRef="#ctx0" brushRef="#br0" timeOffset="154067.37">24342 6263 1084 0,'13'-6'0'0,"0"5"0"0,6 1 0 0,-1 0 0 0,2 0 0 0,-5 11 0 0,1 6 322 0,2 3-144 0,-6 7-73 15,2 2-36-15,-7 8 379 16,-3 5-211-16,-2 3-103 0,-2 3-50 0,0-2 178 16,-12 1-115-16,1-7-49 0,-7 9-41 0,1-7 1 15,-3-2-25-15,0-1-63 0,-1-1 32 0,-1-4 7 16,-7 6 24-16,-1-7-443 0,0-3 222 0,7-7 110 15,-2-3 56-15,6-5-824 0</inkml:trace>
  <inkml:trace contextRef="#ctx0" brushRef="#br0" timeOffset="154214.97">24586 6986 1122 0,'0'2'0'0,"0"6"0"0,3 0 0 0,0-2 0 0,-3-4 0 0,0 2 0 0,0-4 263 16,0 0-116-16,0 0-56 0,0-2-30 0</inkml:trace>
  <inkml:trace contextRef="#ctx0" brushRef="#br0" timeOffset="158283.29">8049 8122 774 0,'0'2'0'0,"0"1"0"0,0 3 0 0,0-3 0 0,0 0 0 0,0-3 0 0,0 0 267 0,0 3-121 16,0-3-56-16,0 0 59 0,0 0-58 0,0 1-29 15,6-1 8-15,3 0-38 0,-2 0 192 0,7 0-96 0,-1 2-48 16,3-2-23-16,5 3 74 0,4-1-53 0,1 2-23 15,5-2-44-15,-2-1 22 0,5-1 0 0,1 0-114 16,1 0 53-16,-2 0 31 16,-1-3-1-16,-2-3-72 0,-9 1 52 0,1-3 33 15,-5 5-31-15,-2-3-293 0,-7 4 153 0,-2 0 39 16,-2 0 51-16,-3 1-302 0,-1 1 172 0,-1 0 81 16,0 0-183-16,-5-2 133 0,-9 0 66 15</inkml:trace>
  <inkml:trace contextRef="#ctx0" brushRef="#br0" timeOffset="158477.76">8390 7880 788 0,'-5'-3'0'0,"1"0"0"0,0 3 0 0,1 0 0 0,1 0 191 0,2 0-83 0,-1 3-38 0,-2 9 0 16,1 3 202-16,2 8-120 0,-1-3-51 0,-4 10 67 16,2 2-67-16,-5 4-34 0,1 5 83 0,-5 0-59 15,4-1-21-15,-8 13-65 0,1-4 0 0,-2 0 27 16,-2 1 1-16,0-3 0 0,3-8 8 0,-5 6-178 15,4-11 85-15,-2 0-296 0,3-4 184 16,-3-2 68-16,3-7 57 0,2-2-237 16,1-4 127-16,1-3 30 0,5-7-287 0,1-5 186 0</inkml:trace>
  <inkml:trace contextRef="#ctx0" brushRef="#br0" timeOffset="158648.43">8220 8497 805 0,'11'0'0'0,"0"0"0"0,0 2 0 0,-4 2 0 0,-2 4 0 0,-2 3 0 0,3 0 0 0,-4 2 492 0,0 4-229 0,2 1-107 0,-3 0 186 16,1 1-155 0,0 2-77-16,0 0-159 0,0-1 40 0,-2-1 30 0,2-3-170 15,0 1-134-15,-2-4 158 0,1-4 79 16,1 0 39-16,-2-6-231 0,3 1 108 16,-3-4 78-16,0 0-479 0,0-2 240 0</inkml:trace>
  <inkml:trace contextRef="#ctx0" brushRef="#br0" timeOffset="158947.64">8282 8522 1143 0,'-4'-18'0'0,"2"13"0"0,0-2 0 0,2 5 0 0,0 0 0 0,0 1 0 0,0-1 0 0,2 2 0 0,11 0 202 0,2 0-76 0,4 0 236 15,0 0-165-15,2 0-82 0,1 2 54 16,-1 5-69-16,-2 2-25 0,-3 3-123 0,1-1 40 16,-4 2 0-16,-2 0 41 0,-1 2 0 0,-4-1-230 15,-5 4 111-15,-1-1 59 0,0 2 30 0,-3 3-103 16,-11-2 31-16,0-2-143 0,-7 1 73 15,2-2 59-15,-2-8-5 0,-1 2 104 16,2-4-26-16,-1 1-8 0,1-4 226 16,5 0-121-16,2-2-62 0,2 0-29 0,4-2 367 15,3 0-180-15,4 0-71 0,-3 0 42 0,3 0-55 0,0 0-34 0,0 0 0 16,11 0-27-16,3 0-21 16,4-2 13-16,1-2 0 0,1-2 0 15,1 3-64-15,0-2 40 0,0 4-8 0,-1-3-302 0,1 2 166 16,-2 0 84-16,-1 0 18 0,0 0-572 0,0 2 269 0,1-1 152 15,1-1-367-15,-1 0 259 0</inkml:trace>
  <inkml:trace contextRef="#ctx0" brushRef="#br0" timeOffset="159152.14">8940 7912 1328 0,'0'-6'0'0,"0"4"0"0,2 2 0 0,-2 0 0 0,0 0 0 0,0 10 274 0,0 7-121 0,0 5 411 16,0 6-270-16,0 4-130 0,0 2-66 16,0 9 76-16,-2-1-71 0,1-5-26 0,1 8-9 15,-1-9-35-15,1 4-131 0,0-5 66 0,0 0 32 0,0-8-451 16,0 5 238-16,0-12 123 16,1 3-575-16,-1-8 283 0,0-5 186 15,0-5-357-15,0-5 264 0</inkml:trace>
  <inkml:trace contextRef="#ctx0" brushRef="#br0" timeOffset="159362.09">8873 8283 1334 0,'-9'-21'0'0,"2"-2"0"0,-2 4 0 0,6 2 0 0,-1 2 0 0,4 5 0 0,0 1 0 0,0-1 0 0,2 3 232 0,10 0-99 0,2-2 234 0,7 5-167 16,-1-1-76-16,5 2 64 0,0 1-77 0,-1 2-40 0,-4 0-26 16,3 0-12-16,-2 0 8 15,-1 7-8-15,-3 3-84 0,-2-1 43 0,-1 4 20 16,-3 1 0-16,-3 1 29 0,-3 3-87 0,-1 1 39 15,-2 0 1-15,-2 2 38 0,0-1-160 16,0 1 78-16,0-2-4 0,-2-3-302 0,-4 1 153 16,3-3 90-16,-3-1-190 0,0-4 127 0,1 1 76 15,-5-5-397-15,-1 1 232 0</inkml:trace>
  <inkml:trace contextRef="#ctx0" brushRef="#br0" timeOffset="159815.38">8661 7951 1048 0,'-6'-2'0'0,"3"2"0"0,3 0 0 0,0 0 0 0,0 8 0 0,0 1 195 0,1 0-86 0,9 5 79 15,1-2-78-15,0 4-38 0,-2-1 0 0,3 4-32 16,-3 1-50-16,-1 1 21 0,-3 2 0 0,-3-3-20 16,1-1 21-16,-3 1 8 0,0-2-16 15,0-2 28-15,-5 0 1 0,-1-1 92 0,-4 0-46 16,1 0-15-16,-3-2-8 0,3 0 154 0,0-2-89 0,-3 3-44 15,4-3-22-15,3-2 8 16,-2 4-30-16,2-2 142 0,5 2-71 0,0 0-35 0,0 1-1 16,0 3 8-16,2 0-43 0,8-1-38 15,1 1 0-15,3 0 38 16,-2 2-116-16,-1-2 66 0,1 1 21 0,-3-2-141 0,-1-2 85 16,-5 4 26-16,-1-5 25 0,-2 2-94 0,0-2 49 0,0 0 4 0,-8 0 45 15,-6-3-16-15,-1-1-3 0,-2-3-16 16,-2-1 12-16,0-5 50 0,1 0-24 15,-1 0-1-15,0 0-24 0,5 0 150 0,-2-2-67 16,6 0-20-16,3-1 200 0,2-1-101 16,1 2-61-16,3 0 186 0,1 1 33 15,0 1-301-15,1 0 0 0,17 0 0 0,7 0 0 0,5 1 0 0,9 4 0 16,2 1 0-16,3 3 0 0,5-4 0 16,1 2 0-16,1-1 0 15,2-1 0-15,3 0 0 0,-2-4 0 0,3 0 0 0,-4-1 0 16,-1 0 0-16,-4 0-616 0,0 0 297 15,-3 0 149-15,0 3 40 0,-7-1-916 0</inkml:trace>
  <inkml:trace contextRef="#ctx0" brushRef="#br0" timeOffset="162820.37">9666 8019 907 0,'0'0'0'0,"-2"0"0"0,2 0 0 0,0 0 0 0,-2 0 0 0,2 0 0 0,0 0 137 0,0 0-52 16,0 0-26-16,0 0 155 0,0 0-82 0,6 0-54 16,5 2-23-16,2-2 193 0,3 0-108 0,0 1-53 15,3-1-19-15,-2 2 36 0,4-2-35 0,-5 2-1 16,3 0-10-16,0 0 0 0,0 0-17 0,-5-1-82 16,2 4 37-16,-3-5-1 0,0 1 38 0,-4 2-213 15,0-3 114-15,-2 0 46 0,-2 0 26 0,-1 0-420 16,0 1 177-16,-3-1 112 15,1 4 4-15,-2 2-165 0,0 1 126 0</inkml:trace>
  <inkml:trace contextRef="#ctx0" brushRef="#br0" timeOffset="163005.87">9733 8310 1422 0,'-7'5'0'0,"2"1"0"0,3-2 0 0,-3 0 0 0,3-2 0 0,2-1 0 0,0 1 0 0,0 2 481 15,0 0-216-15,12 0-120 0,3-1-56 0,4-1 284 16,6-2-170-16,-4 0-85 0,4 0-34 0,0 0 22 16,-3 0-37-16,-1 0 0 0,-1-2-136 0,0 0 50 15,-4-2 33-15,0 3-474 0,-4-1 246 0,-3 0 122 16,1 1 61-16,0 1-890 0</inkml:trace>
  <inkml:trace contextRef="#ctx0" brushRef="#br0" timeOffset="166374.73">10838 7909 483 0,'0'0'0'0,"0"0"0"0,0 0 0 0,0 0 0 0,2 0 0 0,0-1 0 0,-1-1 0 0,-1-2 142 0,2 1-54 15,0-3-28-15,-2 2 0 0,2-2 82 0,0 0-46 0,-2 1-36 0,1-2 36 16,-1-1-31-16,2 0-1 0,-2-3-67 15,3 0 9-15,-3 0 26 0,0-1-51 16,0 2 25-16,0-3 1 0,0-1 26 0,0 1-21 0,0 2-7 16,0-3 28-16,-3 2 0 0,-2-1-33 0,-1 0-19 15,1 4 10-15,-2-2-5 0,0 4 45 0,0-1-18 16,-2 1-8-16,2 1 55 0,-2 1-18 0,0 0-4 16,0 2 9-1,2 1-29-15,-1-2 5 0,0 2 16 0,1 1-13 16,0-1-4-16,-1 0 9 0,2 0 0 0,-1 2-4 0,1-2 6 0,-1 2-5 15,1 0-1-15,0 0-30 0,1 0 29 16,1 0-3-16,-1 0 8 0,1 0-7 16,-2 2 0-16,2 4-3 0,0 3 18 0,1 0-15 0,-1 1 6 0,2 3 35 15,-1 0-39-15,1 0 0 0,-2 1-1 16,1 1 3-16,1 1 5 0,-1 2-5 16,1-2-1-16,0 5 6 0,0-1 12 15,1 3-13-15,-1 0 21 0,2 3-22 16,0-2-1-16,-2 3 18 0,2-1-17 0,0 2 1 0,0 0 7 15,0 2 18-15,0 1-25 0,0-1 1 0,2 2-1 16,0 3 2-16,1 1-2 0,3 1 1 0,-3 1-29 16,2 0 29-16,-1-1 0 0,-3-1-36 15,3 1 8-15,-2-1 25 0,0-1 0 0,-1-3-42 0,1 2 0 16,-2-4 35-16,0-5 8 0,0 7-14 0,0-9-43 16,0 0 19-16,-3-2 1 15,-5 0-8-15,1-5 3 0,1 0 15 0,-3-5-85 16,3-2 38-16,-1-1 24 0,-1 0-64 0,-1-5-48 15,1-1 55-15,1 0 32 0,-1-2 5 0,0 0-1 0,1 0-202 16,2 0 97 0,-2 0-196-16,4 0 155 0,1 0 76 0,0-2-296 0,0 0 187 0,2 2 84 15,0-2 56-15,2-2-130 0,12 1 87 0,0 1 46 16</inkml:trace>
  <inkml:trace contextRef="#ctx0" brushRef="#br0" timeOffset="166703.97">11065 8422 1137 0,'0'0'0'0,"0"0"0"0,0 0 0 0,0 0 0 0,0 0 0 0,0 0 0 0,0 0 0 0,0 0 55 0,0 0 258 0,0 0-133 0,0 0-77 15,0 0 89-15,-4 2-79 0,1 12-41 0,-5 1 1 16,3 2 41-16,-5 5-44 0,1 1-1 0,0 4-36 0,-3-2 38 16,-1 1 1-16,2 2-32 0,-1 1 26 15,-1-2 0-15,2 2-33 0,1-1 0 0,0 1 0 0,1-7-27 16,0 6 27 0,2-7-105-16,0-1 52 0,3-2 27 0,-2-2-257 15,4-4 140-15,-2-2 49 0,2-5 37 0,2-2-6 16,-2-1-375-16,2-2 174 0,0 0 91 0,0 0-109 15,0-2 108-15,0-12 54 0,8-5-282 0,2-4 169 16,1-3 75-16,-4-3 50 0</inkml:trace>
  <inkml:trace contextRef="#ctx0" brushRef="#br0" timeOffset="166931.54">11018 8390 1047 0,'2'-7'0'0,"0"1"0"0,0 3 0 0,0 1 0 0,-2 0 0 0,0 2 0 0,0 0 0 0,0 0 291 0,3 0-133 15,5 4-62-15,2 9-32 0,4 4 250 0,0 3-141 16,0 7-61-16,0 1-44 0,1 4 166 0,-1 0-100 0,2 1-51 16,-3 3 18-16,0 2-39 0,0-3 1 0,1 2-112 15,-3-1 40-15,-2-1 22 0,3-2 7 0,-5-1-214 16,0-5 114-16,-1-8 56 16,-2 1 29-16,0-9-335 0,-2-3 140 0,-1-3 46 0,-1-1 65 0,0-4-311 15,0 0 179-15,0 0 89 16,-7 0 36-16,-3-8-106 0,-1-1 80 0,-4-2 40 15</inkml:trace>
  <inkml:trace contextRef="#ctx0" brushRef="#br0" timeOffset="167100.1">10997 8774 672 0,'-7'-6'0'0,"0"2"0"0,2 3 0 0,2-2 0 0,-1 1 0 0,2 2 110 0,0-1-31 0,2 1 313 15,0 0-180-15,0 0-89 0,0 0-45 0,2 0 153 16,10 0-91-16,-1 0-58 0,3 0-24 0,0 1 50 15,3 4-37-15,0-2 0 0,4 1-30 0,-3 0-293 16,1 0 143-16,-1 1 70 0,3-1-200 0,-1 2 136 16,-4 1 76-16,3-3-648 0</inkml:trace>
  <inkml:trace contextRef="#ctx0" brushRef="#br0" timeOffset="167338.7">11435 8511 717 0,'0'0'0'0,"0"0"0"0,-2 2 0 0,2-2 0 0,-2 2 0 0,2 3 453 0,0 4-211 0,0 5-104 15,0 3 211-15,0 2-150 0,0 1-88 0,0 6-38 16,0-1 24-16,0 1-32 0,0 1 0 0,0-3-159 16,0 3 59-16,0-5 34 0,0 0 0 0,0-1-239 15,0-4 137-15,0-7 75 16,0 2 27-16,0-4-444 0,0-5 221 0,0-1 33 15,0-2-131-15,0 0 136 0,0 0 80 0,0-10-44 16,-2-6 58-16,1-7 30 0,-3-1 0 0</inkml:trace>
  <inkml:trace contextRef="#ctx0" brushRef="#br0" timeOffset="167741.2">11383 8584 820 0,'-8'-21'0'0,"2"3"0"0,3 5 0 0,-1 1 0 0,0 2 0 0,2-1 0 0,2 4 0 0,0 0 103 0,0-1-34 0,2 2-1 0,9-1 164 16,5 0-103-16,0 1-49 0,5 0-23 0,0 3 131 15,1 0-78-15,-1 2-31 0,2 1-7 0,-3 0-2 16,1 0-38-16,-2 5 1 0,-3 5-63 0,0 1 40 16,-2 0-8-16,-2 4-90 0,-5 2 61 0,-1 2 30 15,-2 1-1-15,-3 1-32 0,-1 0-1 0,0-1 25 16,-1-1-26-16,-7-2-101 0,-1-1 44 0,-3-4 37 16,1-1-4-16,-2-2 51 15,0-2-29-15,-3-3 12 0,4-3 125 0,-3 1-63 16,1-2-23-16,2 0 199 0,3 0-101 0,2 0-55 15,0 0-12-15,3 0 98 0,2 0-44 0,1 0-38 16,1 0 5-16,0 0 29 0,9-2-33 0,8-2 8 16,5-1-40-16,1 2-36 0,1 0 35 0,1 1 1 15,-5 2-29-15,6 0 37 0,-3 2-9 0,2 8-33 16,-7 3-1-16,1 2 35 0,-4 2-1 0,-3 2-6 16,-2 5-18-16,-4-1 19 15,-4-1-21-15,-2 3 0 0,0-5 23 0,-9 6-6 16,-6-3 3-16,-2-5 33 0,-4-1-7 0,-1-3-28 15,1-4-14-15,-5-2 15 0,1-2 3 0,0-4-184 16,0-2 85-16,4 0 44 0,-2 0 22 0,5-2-407 16,2-9 190-16,4-2 103 0,6-1 30 15,2-3-228-15,4-1 134 0,1-1 79 0</inkml:trace>
  <inkml:trace contextRef="#ctx0" brushRef="#br0" timeOffset="177693.6">12010 8159 336 0,'-2'0'0'0,"0"0"0"0,0 0 0 0,1 0 0 0,1 0 0 0,0 0 102 0,0 0-39 0,0 0 26 0,0 0 11 16,0 0-34-16,0 0 0 0,0 0-25 0,0 0 79 15,0 0-44-15,0 0-22 0,1 0 1 0,3 0 130 16,5 0-67-16,3 0-47 15,1 0 58-15,6 0-48 0,-3 0-24 0,4 0 115 0,-2 0-61 16,3 0-43-16,0-2 56 16,0 2-46-16,6-1-22 0,-2 1 0 0,-1 0-44 15,6 0-9-15,-2-2 30 0,3 0 0 0,-3 0-74 0,-6 2 46 16,2-2-9-16,1 0-17 0,-6 2-33 0,-3-1 44 16,-2 1 14-16,-5 0 8 0,0 0-86 15,-3 0 44-15,-3 0-2 0,0 0-208 0,-1 0 100 16,0 0 57-16,-2 0 15 0,0 0-307 0,0 0 171 0,0 0 86 0,-4 0-313 15,-6 0 191-15</inkml:trace>
  <inkml:trace contextRef="#ctx0" brushRef="#br0" timeOffset="177922.68">12284 7820 975 0,'0'-4'0'0,"-2"2"0"0,2 0 0 0,0 2 0 0,0-2 0 0,0 2 0 0,-1 0 405 0,1 0-186 0,0 4-85 0,0 15 183 16,0 4-142-16,1 4-72 0,5 4 58 16,-3 2-65-16,3 3-23 0,-2 9-8 0,0-5-33 15,2 1-33-15,-3 0 34 0,1 1-1 16,0-5 9-16,1 8-249 0,0-11 121 0,0 4 59 0,-1-5-163 16,-1-1 112-16,1-4 43 0,0 3 27 0,-3-5-522 15,1-3 249-15,-2-3 125 16,0-3-270-16,0-6 190 0</inkml:trace>
  <inkml:trace contextRef="#ctx0" brushRef="#br0" timeOffset="178616.43">13182 8004 902 0,'-2'0'0'0,"2"0"0"0,0 0 0 0,0-2 0 0,0-4 0 0,0-1 0 0,0-2 0 0,0-3 88 0,0 1-19 0,0-4-9 0,0 0-27 0,0-3 21 15,2 2-22-15,2 0 1 0,-1-4 8 0,-1 3-32 16,0-1 0-16,0-3 23 15,-2 2-24-15,0-2 0 0,0 3 33 0,0 0-34 16,-2-3-1-16,-5 3 27 0,-1 0-9 0,-1 1-6 16,-1-1 8-16,-1 6-2 0,0-1 31 15,-1 3-1-15,1 1-30 0,0 1 0 0,0 5 35 0,2-1-7 0,-2 2-18 16,2 0-5-16,2 0 9 0,0 2 44 16,-1 0-16-16,2 0-8 0,-1 6-2 15,0 3-1-15,-1 6-22 0,2 2 21 0,-1 1 8 0,1 9-29 16,1-2 44-16,1 3-22 0,2 2 0 0,-1 4 21 15,3-1-13-15,0 1-9 16,0-1-21-16,0-1 76 0,0 2-38 0,3 3 8 16,-1-2-46-16,2 1-1 0,-1 1 52 0,-1 1-26 15,0-1 0-15,0 1-17 0,-2 3-31 0,0-6 23 16,0 3 0-16,0-2-56 0,0-4 27 0,-2-6 9 0,-3 8-69 16,-1-7 45-16,0-3 16 15,-2-5-64-15,1 3 31 0,2-3 29 0,-5-2-183 16,2-2 92-16,-1 0 33 0,0-4 26 0,1-2-270 15,1-1 127-15,-1-2 72 0,3-1-510 16,-3-1 541-16,4 0 39 0,0-4-1 16,2 0-8-16,2 2-282 0,0-2 144 0,0 0 74 0,0-6-137 15,6-9 104-15,8-2 45 0,2-5-89 0</inkml:trace>
  <inkml:trace contextRef="#ctx0" brushRef="#br0" timeOffset="178837.26">13154 8347 1326 0,'3'-1'0'0,"-1"-2"0"0,0 2 0 0,-2-1 0 0,0 2 0 0,0 0 0 0,0 0 0 0,2 0 130 0,0 3-49 0,2 8 279 0,0 3-164 15,-2 4-81-15,1 0-34 0,1 8-7 0,-2-3 112 16,0 1-77-16,-1 2-38 0,1 0-13 16,-2-3 9-16,2 7-34 0,-2-9-72 0,2 1 36 15,-2 1 0-15,2-2 36 0,-2-5-296 0,0-4 144 0,0-1 76 0,0-4-466 16,0-2 255-1,0-5 85-15,0 1 33 0,0-1 56 0,0 0-257 16,0-7 152-16,0-10 76 0,0-6 39 0,0-3-251 0</inkml:trace>
  <inkml:trace contextRef="#ctx0" brushRef="#br0" timeOffset="179251.16">13139 8295 902 0,'-5'-13'0'0,"2"5"0"0,1 1 0 0,0 2 0 0,2-3 0 0,0 3 218 0,0-2-93 0,6-2-46 16,9 1 109-16,0 3-78 0,4-3-30 0,4 3-9 15,-3 1 190-15,2 2-114 16,1 1-57-16,-2 1-29 0,-3 0 40 0,0 0-38 16,-2 8 0-16,-2 4-96 0,-1 1 33 0,-4 3-1 15,-1 0 42-15,-3 2-185 0,-3 1 88 0,0 3 44 0,-2 0-151 16,0-2 70-16,-5 3 56 0,-9-1-50 16,3-5 39-16,-2 0-13 0,-2 0 63 15,0-7-16-15,-2 3-20 0,-1-6-14 0,4-2 214 16,-1 1-91-16,2-5-47 0,4 2 219 0,-2-3-122 15,6 0-47-15,3 0 204 16,-1 0-251-16,3 0 2 0,0 0 0 0,0 0-50 0,13 0 21 16,4-4-1-16,5-2 30 0,-3 5-55 15,3-1 28-15,-1 2 7 0,2 0 20 0,-1 0-67 0,-3 5 33 16,-2 7 0-16,0 3 13 0,-4 2-40 0,-3 0-38 16,-3 4 39-16,-2-3-3 0,-3 3 0 0,-2-2-13 15,0 2 39-15,0-1-7 0,-9-1 93 16,-6 0-39-16,0-5-22 0,-2 1 27 0,-3-4-21 0,-5 3 5 15,1-7-61-15,1-1 42 0,-3-2-4 16,0-4-225 0,3 0 109-16,-5 0 53 0,7 0 28 0,1 0-379 0,4-2 188 0,5-7 87 0,4-3-364 15,7-5 235-15,0-3 113 16,4-1 56-16,14 0-173 0</inkml:trace>
  <inkml:trace contextRef="#ctx0" brushRef="#br0" timeOffset="179476.56">13616 8343 1796 0,'5'0'0'0,"-3"0"0"0,0 0 0 0,0 0 0 0,-2 3 0 0,0 0 0 0,0 6 0 0,0 3 242 0,2 1-105 0,0 2-43 0,0 4-36 0,0 0 121 16,0 3-73-16,1 5-36 0,1-5-1 0,0 0-94 0,-3 9 25 15,1-5 0-15,0 0 33 0,-2 1-89 16,0 1 45-16,0-8 30 15,0 5-314-15,0-6 164 0,0-3 76 0,0-6 44 0,0-4-505 16,-2-3 234-16,-1-3 126 0,1 0-237 16,-2-3 181-16,2-15 89 0,-1 0-162 0</inkml:trace>
  <inkml:trace contextRef="#ctx0" brushRef="#br0" timeOffset="179919.2">13539 8235 432 0,'4'-14'97'0,"5"5"-24"0,0 0-8 15,5-1-32-15,-2 1 124 0,4 3-62 0,0 3-31 16,3-1 8-16,0 2-39 0,0 0 242 16,0 2-122-16,-3 0-59 0,4 0 60 0,-6 11-52 0,2 1-39 15,-4 2-74-15,0 3 22 0,-5 1 0 0,1 0-101 16,-5 1 69-16,-1 4 23 0,-2-2-214 16,0 5 233-1,-3-4 11-15,-8 3-41 0,-1-4 5 0,-3 1-11 0,0-5 25 0,0 0-33 16,-2-2 82-16,-1-4-40 0,-2 0-3 0,2-5-37 0,1 0 12 15,0-5 136-15,2 1-62 16,4-2-21-16,-1 0 140 0,5 0-72 0,3 0-44 0,1 0 72 16,3 0-54-16,0-3-18 0,3-5-75 15,14-2 40-15,5 1 0 0,3-2 0 0,3 1-52 16,-3 3 34-16,7 0-8 0,-4 4 26 0,-2 2-1 16,-4 1-59-16,1 0 30 0,-2 0 4 15,-4 11-57-15,0 2 26 0,-4 2 22 16,-4 4-10-16,-3 2-3 0,-2-1-12 15,-4 9 24-15,0-6 43 0,-2 4 0 0,-12-1-35 0,-2-1 119 0,0-4-51 16,-4 5-26-16,-2-8 53 0,1-1-38 0,-4 0-14 16,3-4 1-16,-1-3-175 0,-5-1 77 15,2-3 37-15,-1-4 1 0,7-1-309 0,-3-1 162 16,6 0 76-16,3 0 25 0,4-1-364 16,2-5 194-16,5-2 97 0,3-3 49 15,0-2-161-15,3 2 109 0,16-4 49 0,2 2 27 0,1 0-324 16</inkml:trace>
  <inkml:trace contextRef="#ctx0" brushRef="#br0" timeOffset="180214.73">14039 8579 896 0,'5'0'0'0,"2"0"0"0,-1 0 0 0,-3 0 0 0,-2 0 203 0,1 0-85 0,-2 0-35 0,0 0 239 15,0 0-144-15,2 2-73 0,0 1 124 16,0 5-98-16,-1-1-41 0,1 4-33 0,0 1 0 0,0 3 179 15,0 0-101 1,0 2-52-16,-1-1-17 0,1 3 90 0,0-1-61 0,2 4-32 16,-2-2 1-16,0 1-33 0,0-2 10 15,0 1-8-15,-2 1 12 0,0-2-13 0,0-1 1 0,0 2 8 0,0-5-4 16,0 0-4-16,-4-1-1 16,2-2-9-16,0-3 10 0,-2 0 8 15,4-3-9-15,-2-2-25 0,0-2 0 0,2 0 18 16,0-2-59-16,-1 0 35 0,1 0-6 0,0 0 26 0,0 0-227 15,0 0 103-15,0 0 56 0,0-2-519 16,0-7 273-16,0-5 122 0,0 1 69 0,0-2-353 16</inkml:trace>
  <inkml:trace contextRef="#ctx0" brushRef="#br0" timeOffset="182002.28">14478 8152 934 0,'-2'0'0'0,"0"0"0"0,2 0 0 0,0 0 0 0,0 0 0 0,0 0 0 0,0 0 0 0,2 0 0 0,7 4 291 16,3-1-133-16,3-1-63 0,2-2 154 0,1 0-108 0,8 0-55 0,1 0-18 0,3 0 42 15,0 0-39 1,2-4 46-16,0 1-41 0,0-3-23 15,0 3 10-15,-2 0-31 0,-2 0-53 0,-2 0 27 16,-3 2 0-16,-1-1 27 0,-1 1-168 0,-4 1 80 16,-2 0 44-16,-4-3-299 0,1 3 142 0,-5 0 86 0,-2-2 6 15,-3 2-167-15,0-1 87 0,0-1 62 0,-2 0 30 0,0-3-318 16</inkml:trace>
  <inkml:trace contextRef="#ctx0" brushRef="#br0" timeOffset="182216.42">14784 7803 1371 0,'-5'-4'0'0,"1"2"0"0,2 2 0 0,0 0 0 0,0 0 0 0,-2 4 0 0,4 11 0 0,0 7 240 0,0 3-103 0,0 5-44 0,0 4 219 16,0 11-139-16,0-4-71 0,0 4-34 0,0 1 13 15,0-7-16-15,0 11-8 0,0-4-24 0,3-2-140 16,-2-2 70-16,5-9 43 0,-2 5-364 15,1-4 196-15,0-2 97 0,1-6 49 0,0-3-561 16,0-2 272-16,-1-5 114 0,-1-6-245 16</inkml:trace>
  <inkml:trace contextRef="#ctx0" brushRef="#br0" timeOffset="182681.77">15740 7949 911 0,'2'-7'0'0,"1"-4"0"0,1 1 0 0,1-2 0 16,-2-2 0-16,-1-4 0 0,2 0 175 0,-2-1-71 0,1-1-36 15,-1-1 74-15,2 0-59 0,-1 0-25 0,-1-1 0 0,0 1-22 16,0-2-4-16,-2 3 9 0,0 0-42 15,0 1 0-15,-4-2 34 0,-3 5-36 16,-4 0 0-16,-3 1 44 0,0 7-8 0,-5-2-39 16,0 4 1-16,-2 4 38 0,0 2-8 0,0 0-3 15,-4 0-1-15,4 11-11 0,0 2 88 0,3 3-41 16,0 2 0-16,6-1 59 0,-4 8-47 0,5-3-15 16,4 0 0-16,-1 3 66 15,4 3-43-15,0-4-14 0,4 9-8 0,0-3 58 0,0 2-40 16,0 0 0-16,2 3-1 0,8 1 9 15,-1 0-49-15,4 4 1 0,-3 1 27 0,-1 0 0 0,0 1-28 16,-3-2-27-16,0 12-8 0,-4-6 36 0,0 1 0 0,-2 1-56 16,0-6 36-16,0 8-8 0,-2-5-173 15,-6-9 166 1,1 2 30-16,-2-4-13 0,-2-8-105 0,1-2 39 0,-1-5 31 0,-1-3-4 16,1-7-300-16,2-1 139 0,-3-5 74 0,3-1 24 0,2-2-364 15,1 0 209 1,1 0 104-16,2-2 53 0,3-7-391 0,0-2 226 0,3-5 108 0</inkml:trace>
  <inkml:trace contextRef="#ctx0" brushRef="#br0" timeOffset="182911.16">15725 8287 1145 0,'4'-5'0'0,"-2"3"0"0,0-1 0 0,0 3 0 0,-1 0 241 0,1 0-103 0,0 6-53 0,0 10 191 16,0 0-113-16,-1 9-69 15,1 1 355-15,0 4-208 0,0 2-104 0,1 2-52 0,-1-2 218 16,-1 0-139-16,1-2-65 0,2-2-73 16,-1 0 7-16,-1-3 0 0,0-2-278 0,0-1 135 15,0 0 72-15,-2-5 35 0,0 0-205 0,0-6 121 16,0-2 68-16,0-1 22 0,0-4-601 0,-4-2 246 0,-1-2 159 0,1 0-333 16,-1-2 239-16,-2-11 131 0,3-10-265 15,-1-3 193-15</inkml:trace>
  <inkml:trace contextRef="#ctx0" brushRef="#br0" timeOffset="183302.43">15687 8346 838 0,'-4'-21'0'0,"1"4"0"0,1 2 0 0,2 2 0 0,0 0 0 0,0 0 0 0,2 1 371 0,10 1-169 0,4 0-77 16,7-2-50-16,-3 3 194 0,5 3-117 0,-4 1-61 16,1 4-28-16,-2 1 7 0,-1 1-10 0,1 0-27 15,-6 1-1-15,-1 9-36 0,-1 2-1 16,-3 4 46-16,-4 0-8 0,1 5-156 0,-3 2 78 15,-3 1 38-15,0 3 1 0,-9-1-91 0,-2 0 14 0,-4 0 48 16,0-3-38 0,3-6 33-16,-6 3-11 0,4-7-4 0,-4-1 172 0,3-3-65 0,2-1-31 15,4-4 206-15,-1-2-103 0,5-2-55 0,1 0-11 0,2 0 89 16,2 0-39-16,0 0-37 0,0 0 38 16,13-7-29-16,6-2-9 0,2 0-38 15,2 4 38-15,-3 0-38 0,4 2 0 16,-3 3-29-16,-1 0-7 0,1 0 35 0,-3 9 1 0,-4 4-59 15,-3 5 29-15,-1 1 8 0,-3 3-15 16,-3 4 0-16,-4-2 4 0,0 5 25 0,0-3 14 16,-7-4 6-16,-9 6-37 0,2-3 64 15,-4-5-27-15,0-2-1 0,-3-6-154 0,2-2 68 16,-3 0 27-16,-1-5 1 0,-3-1-363 0,1-2 186 16,5-1 86-16,-1-1 46 0,4 0-245 0,4 0 135 15,4 0 69-15,6-1-392 0,3-5 230 16,0-2 106-16,5-3-331 0,13 0 227 0</inkml:trace>
  <inkml:trace contextRef="#ctx0" brushRef="#br0" timeOffset="183488.93">16177 8572 1331 0,'11'-1'0'0,"-4"-1"0"0,-2 2 0 0,1 0 0 0,-5 0 0 0,3 0 0 0,-2 0 0 0,1 0 0 0,-1 6 445 0,-1 3-198 0,3 4-111 0,-2 0-51 0,-2 6 271 16,0 0-161-16,0 2-81 15,0 2-33-15,0-1 8 0,-4 1-28 0,1-3 0 16,-4 1-175-16,3-5 73 0,3-3 45 0,-3-1-471 16,2-3 250-16,2-5 125 0,0 0 62 0,0-4-740 15,0 0 361-15</inkml:trace>
  <inkml:trace contextRef="#ctx0" brushRef="#br0" timeOffset="183746.51">16589 8148 1543 0,'-1'-2'0'0,"1"2"0"0,-5 0 0 0,1 0 0 0,-1 2 0 0,-2 9 0 0,-2 6 0 0,-2 8 565 0,2 3-258 0,0 2-141 16,-1 4-67-16,1 7 243 0,0-1-154 0,2 0-78 15,-2-5-30-15,-1 10 19 16,0-4-34-16,0 0 1 0,1-1-33 0,2-4 0 15,0 4 8-15,-2-5-305 0,4-2 149 0,0-3 73 16,1-7 38-16,0 0-418 0,2-5 222 0,1-6 34 16,1-6 79-16,0 1-410 0,0-7 232 0,0 0 117 15,0-2 49-15,0-21-303 0,0-3 184 0</inkml:trace>
  <inkml:trace contextRef="#ctx0" brushRef="#br0" timeOffset="183948.17">16535 8186 1310 0,'3'-5'0'0,"1"2"0"0,0 1 0 0,-3 1 0 0,3 1 0 0,1 0 0 0,0 3 162 0,1 11-64 0,3 1-33 0,1 7 489 15,1 8-264-15,-2 7-129 0,1 4-64 0,1 1 368 16,-2 1-216-16,-2-5-100 0,3 12-62 16,-1-8-13-16,2-2-21 0,-3-5 1 0,2 3-365 0,-1-3 181 15,-1-3 77-15,-1-4-246 16,-1-5 166-16,-3-2 83 0,-1-4 41 0,0-6-737 15,-2-1 361-15,0-3 173 0,0-2 90 0,-6-2-404 16</inkml:trace>
  <inkml:trace contextRef="#ctx0" brushRef="#br0" timeOffset="184112.76">16395 8706 2042 0,'-11'-7'0'0,"4"3"0"0,2-2 0 0,-2 2 0 0,4 1 0 0,1 1 0 0,2-1 0 0,0 2 0 0,0-1 0 0,7 0 167 15,7 1-71-15,2 1 153 0,3-2-108 0,2 2-54 16,1 0-27-16,-1 0-78 0,4 0 22 0,-3 0-1 16,0 0 30-16,5 3-498 0,-8 2 248 0,4 1 134 15,-3 0-724-15</inkml:trace>
  <inkml:trace contextRef="#ctx0" brushRef="#br0" timeOffset="184295.04">16887 8588 1611 0,'0'-2'0'0,"0"0"0"0,0 2 0 0,0 0 0 0,0 0 0 0,0 0 0 0,0 0 0 0,0 0 296 0,2 9-132 0,0 1-66 0,1 3 350 15,-1 0-212-15,-1 2-101 0,1 1-52 0,0-2 32 16,0 4-33-16,-2-4-29 0,0 1-159 0,0 1 70 16,0-2 34-16,0-1-506 15,0-1 279-15,0 1 126 0,0 0 69 0,-4-2-757 16,1 0 343-16</inkml:trace>
  <inkml:trace contextRef="#ctx0" brushRef="#br0" timeOffset="185007.34">17071 8036 980 0,'0'0'0'0,"0"0"0"0,0 0 0 0,0 0 0 0,2 2 0 0,6-1 58 0,3 2-17 0,8-2-8 0,5-1 302 15,6 0-151-15,2 0-75 0,10 0-39 0,-7 0 211 16,10 0-128-16,-1 0-61 15,-3 0 45-15,0-1-53 0,-5 1-25 0,1 0 7 16,1 0-100-16,-6 0 33 0,0 0 0 0,-4 0-77 16,-7 0 56-16,-1 0 36 0,-3 0-9 0,-8 0-386 15,-1 0 203-15,-4 0 45 0,0 0 70 0,-4 0-518 16,0 0 278-16,0-3 135 0</inkml:trace>
  <inkml:trace contextRef="#ctx0" brushRef="#br0" timeOffset="185199.93">17421 7743 1372 0,'-17'2'0'0,"8"1"0"0,1 5 0 16,0 3 0-16,4 0 0 0,3 3 0 0,1 6 0 0,0 4 0 0,0 5 145 0,0 3-60 0,0 3-26 0,0 3 263 16,1 5-144-16,3-3-73 0,0-3-28 0,0 12 1 0,-2-7-23 15,0 1 1-15,0 0-281 0,0 0 129 16,-2-6 73-16,1 3 24 0,1-5-391 0,-2-4 211 15,2-13 46-15,2 3-362 0,-1-10 220 0,4-1 125 16</inkml:trace>
  <inkml:trace contextRef="#ctx0" brushRef="#br0" timeOffset="185603.37">18232 7865 921 0,'2'-21'0'0,"0"2"0"0,-1 2 0 0,-1-3 0 0,0-5 0 0,0-2 0 16,0 5 0-16,-3-6 150 0,-3 2-59 0,1-1-28 0,-3 2 57 0,0 0-44 16,-1 4-13-16,0 2-12 15,-3 5-39-15,0 2 0 0,-2 4 20 0,-1 3 0 16,0 3 9-16,-2 2-8 0,2 0-1 0,-3 13 44 15,0 4-22-15,4 7 0 0,-2 1-13 0,4 5 21 16,1 4 0-16,4 2-29 0,0 8 0 0,5-4 138 16,0-4-61-16,2 13-42 0,0-6 160 0,0 0-97 15,2 2-49-15,4-5 84 0,1 9-70 0,-1-6-32 16,0 1 0-16,-3 2-51 0,-1 1 20 0,0-7 8 16,-2 8-8-16,0-7-63 0,0-5 32 15,-2 2-1-15,-5-1 32 0,-5-3-30 16,1-4-7-16,-2-2 36 0,0-6-203 0,0-5 96 15,-1-1 16-15,5-5-278 0,0-2 162 0,-1-5 54 16,3 0 47-16,3-4-403 0,0 0 223 0,4 0 102 16,0 0 63-16,0-8-403 0,6-7 230 0</inkml:trace>
  <inkml:trace contextRef="#ctx0" brushRef="#br0" timeOffset="185825.3">18292 8165 1658 0,'7'-13'0'0,"-1"6"0"0,0-2 0 0,-2 5 0 0,-2-1 0 0,0 4 0 0,-2-1 0 0,0 2 0 0,0 0 265 0,0 8-116 0,0 10-58 0,-9 7 277 15,-3 10-167-15,-1-3-76 0,-6 13-51 0,2-1 133 16,2-3-88-16,-3 1-43 16,4-3-71-16,1-5 9 0,-2 3 18 0,2-1-121 0,1-4 60 15,5-4 31-15,1-6 0 0,3-1-368 16,1-7 196-16,2-2 75 0,0-4 60 0,0-2-654 15,0-6 328-15,2 0 157 0,7-3 89 0,2-17-343 16</inkml:trace>
  <inkml:trace contextRef="#ctx0" brushRef="#br0" timeOffset="186029.43">18315 8074 1596 0,'4'-10'0'0,"-1"9"0"0,3-2 0 0,-3 1 0 0,-1 2 0 0,2 0 0 0,0 2 0 0,2 8 193 0,3 5-80 15,0 4-32-15,1 6 405 0,-1 5-227 0,0 11-113 16,1 1-56-16,-4 1 261 0,-1-3-151 0,3 9-88 16,-3-6-39-16,1-7-128 0,0 1 43 0,1-1 23 15,0-2-407-15,-1-6 210 0,0 0 110 0,-4-5-527 16,2-2 314-16,-2-5 93 0,-2-3 94 16,0-3-263-16,0-5 166 0,0-1 83 15,-9-2 41-15</inkml:trace>
  <inkml:trace contextRef="#ctx0" brushRef="#br0" timeOffset="186183.16">18168 8529 1308 0,'-17'-7'0'0,"4"5"0"0,4 1 0 0,-1-3 0 0,5 2 0 0,1 0 0 0,2 1 0 0,2-2 0 0,0 0 453 0,2 3-210 0,9-1-105 0,8-1 152 0,6 0-132 16,1 0-63-16,2 1-314 15,2-1 126-15,0 0 63 0,2 0 40 0,-2 2-249 16,-1 0 135-16,0 0 69 0,1 0 34 0,-4 0-690 15</inkml:trace>
  <inkml:trace contextRef="#ctx0" brushRef="#br0" timeOffset="186351.57">18645 8443 917 0,'0'0'0'0,"-4"0"0"0,1 0 0 0,-1 0 0 0,0 0 0 0,1 0 0 0,-1 0 0 0,-1 0 392 0,2 10-179 0,-1 3-91 15,2 3 317-15,0 3-208 16,1 0-98-16,-1 3 80 0,0-3-91 0,2 2-36 15,0-2-30-15,0 1-309 0,0-2 144 0,0 0 70 16,0-3 36-16,0-4-226 0,0 1 126 0,2-4 68 16,1-5 34-16,5-3-722 0</inkml:trace>
  <inkml:trace contextRef="#ctx0" brushRef="#br0" timeOffset="186575.52">18869 8077 434 0,'4'-13'0'0,"-1"6"0"0,1 3 0 0,0 2 0 0,-3 0 513 16,1 2-241-16,-2 4-119 0,0 17-60 0,-2 6 345 15,-7 8-207-15,-3 7-99 0,-2 4-50 0,1 2 124 16,-1 1-90-16,5-7-34 0,-4 10 73 16,4-10-62-16,3-5-29 0,-1-2-212 15,3-1 91-15,2-7 53 0,2-3 15 0,0-3-450 16,0-6 235-16,0-4 119 0,0-3 59 0,0-5-625 15,0-3 314-15,0 0 152 0,0-3 76 0,2-16-146 16</inkml:trace>
  <inkml:trace contextRef="#ctx0" brushRef="#br0" timeOffset="186794.93">18837 8030 1608 0,'4'-11'0'0,"5"1"0"0,0 7 0 0,-1 1 0 0,0 2 0 0,2 0 0 0,2 3 0 0,1 12 282 0,-2 5-117 15,4 6-69-15,0 5 376 0,2 9-220 0,0-1-109 16,-2 4-56-16,0-2 149 0,2 9-105 0,1-5-50 16,-4 0-24-16,2-2-13 0,-4-6-3 0,3 8-8 15,-3-11-83-15,-3 4 41 0,0-6 21 16,-1-2-331-16,-4-6 184 0,-2-3-493 16,-1-6 313-16,-1-4 111 0,0-1 88 0,0-7 29 15,0-3 19-15,-7 0-440 0,-1-3 238 16,-5-17 119-16</inkml:trace>
  <inkml:trace contextRef="#ctx0" brushRef="#br0" timeOffset="186957.5">18846 8417 876 0,'-21'0'0'0,"5"4"0"0,6-1 0 0,1-1 0 16,3 0 0-16,3 0 477 0,-1-2-214 0,4 0 274 16,0 0-251-16,2 0-127 0,12 0-64 0,7 0 188 15,2 0-117-15,4 0-71 0,-2 0 56 16,-2 0-59-16,0 0-30 0,-3 2 0 0,-3 0-421 15,-1 2 192-15,-2 0 99 0,-5-1 51 0,-1 3-715 16,0 0 373-16</inkml:trace>
  <inkml:trace contextRef="#ctx0" brushRef="#br0" timeOffset="194204.87">2386 9100 669 0,'0'-11'0'0,"0"4"0"0,-3-1 0 0,3-1 0 0,-2 1 0 0,-3-1 0 0,2 1 0 0,0 3 140 0,-2-1-58 0,3 3-24 0,1 1 185 15,-1-1-105-15,0 1-53 0,2 2 147 16,-1 0-104-16,1 0-48 0,0 0 31 0,-3 0-39 15,0 2 0-15,0 10 32 0,-1 9-39 0,0 2-1 0,-3 8-31 0,-2 6 0 16,-1 3 42 0,-1-1-13-16,-1 12-8 0,0-2-21 0,-1-1-22 15,1 1 0-15,1-2 22 0,3-9 8 0,-3 3-8 0,3-1-59 16,0-5 30-16,0 0 0 0,0-5-68 16,3-7 45-16,2-1 20 15,-2-2-75-15,5-3 46 0,-3-4-220 0,1-3 122 0,2-3 46 0,0-3 35 16,0-2-360-16,0 0 185 0,0-2 94 0,0 0 47 0,2-14-353 15,9-10 203 1,2-6 99-16</inkml:trace>
  <inkml:trace contextRef="#ctx0" brushRef="#br0" timeOffset="194428.37">2338 9155 1451 0,'0'-10'0'0,"0"7"0"0,0 1 0 0,0 0 0 0,0 1 0 0,0 1 0 0,0 0 225 0,0 0-95 0,0 0-49 0,3 0-16 15,8 6 124-15,0 6-77 0,4 4-40 0,2 6 229 16,-2 4-133-16,0 2-60 16,3 5 48-16,1 7-62 0,-6-8-31 0,7 9-119 15,-3-3 44-15,-2-2 31 0,0 0-8 0,2-1 22 16,-2-3-1-16,0 0-263 0,0-6 132 0,-3-3 74 16,-1-2-174-16,-3-1 62 0,-2-2 73 0,-1-8-410 15,-2-1 221-15,-3 1 102 0,0-3-288 16,0-1 203-16,-3-3 101 0,-14-3-271 0</inkml:trace>
  <inkml:trace contextRef="#ctx0" brushRef="#br0" timeOffset="194599.93">2270 9528 1189 0,'-5'1'0'0,"2"1"0"0,0-1 0 0,3 1 0 0,0-2 0 0,0 0 484 16,0 0-229-16,6 0-111 0,5 0-56 0,2 0 95 0,1 0-75 0,2 0-29 15,0 0-150-15,3 0 52 0,0 0 26 0,3 0 0 0,-4 0-483 16,2 3 263-16,2-2 119 0,1 1-567 16,-3 0 322-16</inkml:trace>
  <inkml:trace contextRef="#ctx0" brushRef="#br0" timeOffset="194807.37">2696 9183 1072 0,'2'0'0'0,"0"0"0"0,1 0 0 0,-3 6 0 0,2 7 0 0,-2 2 0 0,3 6 0 0,-2 3 73 0,3 2 396 0,-1 6-218 15,-1 0-101-15,1 2 168 0,-2 4-143 0,4-2-71 16,-4-1-141-16,3 1 35 0,-1-3 9 0,3-1 25 0,-3 0-346 16,4-2 173-16,-1-1 87 0,-5-6-413 15,3-5 211-15,-1-6 130 0,-3-4-14 0,2-2-130 16,1-5 120-16,-3-1 58 0</inkml:trace>
  <inkml:trace contextRef="#ctx0" brushRef="#br0" timeOffset="195194.49">2608 9249 1094 0,'0'-19'0'0,"0"6"0"0,0 3 0 0,0 0 0 0,3 2 0 0,5 0 206 0,2 1-86 0,4-1-44 0,5 0 143 15,2 3-97-15,1 1-45 0,5-2-22 16,-8 5 0-16,5 1-57 0,-4 0 9 15,-2 3 26-15,-1 9-151 0,-2 2 75 16,-3 0 38-16,-4 5-65 0,-3-1 59 0,-3 7 17 16,-2-1-104-16,0 0 63 0,-2 1 4 0,-6-2 22 0,-4-6 29 15,-1 2-26-15,-2-5-24 0,-1-3 310 16,2-2-247-16,3-3-43 0,0-1 3 0,1-4 351 16,3-1-299-16,2 0-31 0,3 0 19 15,2 0-6-15,0 0 38 0,2 0-4 0,12-1-1 0,7-5-27 16,1 0 35-16,3 4 8 0,4 0-44 0,1 2 1 0,0 0 44 15,0 8-22-15,-5 7 0 0,-2 6 17 16,-3 1-8 0,-2 4-31-16,-7 3 0 0,-5-1 66 0,-4 4-33 0,-2-2 8 0,0 2 2 15,-5-2-21-15,-9 0-1 0,-5-2 35 16,-6 0-28-16,-2-6 9 0,1 1-37 0,-1-4-127 16,0-4 64-16,0-4 31 0,7-5-360 15,-3-2 196-15,1-4 79 0,3 0-979 16,3 0 1010-16,0-11 21 0,7-8-2 0,4-4-515 0,2-7 262 0,3 0 127 15,3-4-166-15,14-5 146 0</inkml:trace>
  <inkml:trace contextRef="#ctx0" brushRef="#br0" timeOffset="195335.17">3156 9222 1489 0,'6'0'0'0,"-3"0"0"0,2 0 0 0,-4 0 0 0,1 0 0 0,-2 0 0 0,0 2 0 0,2-2 0 0,-1 6-68 0,3 0 50 0,2 3 34 16,2 4-581-16,-5 1 266 0</inkml:trace>
  <inkml:trace contextRef="#ctx0" brushRef="#br0" timeOffset="195493.29">3197 9553 2361 0,'-2'17'0'0,"2"2"0"0,-3-2 0 0,1-6 0 0,1 2 0 0,-2-1 0 0,3-3 0 0,0-3 237 16,0-1-102-16,0 1-43 0,0-5 309 0,0 2-185 0,4-3-91 16,1 0-450-16,2 0 179 0,1 0 97 0,4 0-907 15,-1-4 495-15,4-2 246 0</inkml:trace>
  <inkml:trace contextRef="#ctx0" brushRef="#br0" timeOffset="200315.39">3602 9269 491 0,'-5'0'0'0,"-2"0"0"0,1 0 0 0,0-1 0 0,1-1 0 0,-3 0 0 0,3 0 193 0,-1-2-80 0,0 3-40 0,3-3 0 0,1 0 132 0,0 2-77 15,2 0-52-15,0 0 116 0,0 1-80 16,0 1-39-16,0 0 19 15,0 0-21-15,0 0-8 0,0 0-31 0,4 0 63 0,5 7-32 16,-1 2 1-16,3 2-23 0,-1 2 29 0,-1 0 0 16,2 3-37-16,1-3-37 0,-3 2 0 15,2-4 45-15,-1 2-8 0,-3-1-76 0,0-3 38 16,-1 0 0-16,1-1 38 0,-2-1-151 0,-1 1 59 16,-3-3 39-16,1 2-97 0,0-4 61 0,1 1 10 15,-3 0 22-15,0-3-257 0,0 3 127 0,0-2 48 0,0 0-242 16,0 0 158-1,0 0 70-15,0-2 48 0,0 0-262 0</inkml:trace>
  <inkml:trace contextRef="#ctx0" brushRef="#br0" timeOffset="200603.17">3881 9005 1214 0,'0'-8'0'0,"0"4"0"0,0 3 0 0,0-1 0 0,0 2 0 0,0 0 0 0,-2 0 139 0,-2 0-54 0,-1 11-26 0,2 1 197 16,-2 4-104-16,4 3-64 0,-6 7 130 16,4 5-93-16,-3 6-46 0,1 2-23 0,-3 6 71 15,-3 7-50-15,0 2-23 0,-5 9 1 0,3-2 11 16,-1 1-33-16,1-6 8 0,-7 13-29 0,2-6 0 16,1-4 21-16,-1-8-1 0,1 4-42 0,-1-5 30 15,4-3-9-15,2-13-78 0,0 0 50 0,6-12 21 16,1 1 0-16,-2-8-207 15,2-4 105-15,3-3 40 0,2-5-293 0,-3 0 159 16,3-3 82-16,0 0 21 0,0 0-165 0,0-13 110 16,10-5 56-16,3-3 28 0,6-2-394 0,-4-4 203 0</inkml:trace>
  <inkml:trace contextRef="#ctx0" brushRef="#br0" timeOffset="200801.63">3937 9320 1177 0,'4'-9'0'0,"0"8"0"0,-1-2 0 0,3 2 0 0,-1-2 0 0,3 1 0 0,-2 1 545 16,5-2-256-16,4 0-120 0,4-1-72 0,-2 1 228 15,4-4-147-15,0 2-72 0,1-1-9 16,0 1-24-16,-3 1-7 0,2-1-34 0,-4 1-169 16,-1 0 85-16,-2 2 42 0,-4 0 30 0,1 1-441 15,-4-2 227-15,0 3 114 16,-2 0 56-16,-4 0-743 0,1 8 359 0</inkml:trace>
  <inkml:trace contextRef="#ctx0" brushRef="#br0" timeOffset="200973.57">4051 9506 850 0,'-9'2'0'0,"4"3"0"16,1-3 792-16,3 1-711 0,-2-2-8 0,3-1 156 15,0 0-98-15,0 0-49 0,0 0-25 0,0 0 264 31,8 0-148-31,3 0-70 0,5 0-36 0,-2 0-243 16,2 0 104-16,3 0 61 0,-2 0 17 0,4 0-571 0,2 0 299 16,-3 0 149-16,2 0-1284 0,-2 0 1340 0,-3 3 44 0</inkml:trace>
  <inkml:trace contextRef="#ctx0" brushRef="#br0" timeOffset="201420.49">4375 9215 1348 0,'-2'0'0'0,"-1"2"0"0,-3 2 0 0,1 3 0 0,-6 1 0 0,6 3 0 0,-1 0 0 0,4 3 203 0,2 6-86 0,0-1-33 16,0 2 129-16,2 3-91 0,7-1-44 0,9-3 11 0,1-1-29 16,1-4 10-16,11 0-38 0,-4-3 1 0,6-5-10 15,0-3 10-15,1-4 0 16,-1 0-48-1,-1 0-65-15,-2-4 55 0,-1-9 30 0,-3-1-1 0,0-2-117 0,-9-4 73 16,4-3 13-16,-6-2-211 16,-3-2 202-16,-4 4 30 0,0-4-13 0,-5 3-46 0,-2-7 17 15,-1 4 1-15,0 2 3 0,-1-2-33 0,-10 1 12 16,-2 0 9-16,-6 1 47 0,3 5-1 0,1 5-22 0,-3 0-1 16,0 5 154-16,1 5-72 0,3 3-39 15,-2 2-20-15,1 0 230 0,4 7-114 16,-3 11-49-16,5 6-29 0,-1 0 216 15,1 7-110-15,4 1-39 0,0 2-32 0,2 1 55 0,0 2-47 16,1 8 0-16,2-4-39 0,0 1 78 0,0 3-38 16,0-5 7-16,2 10-46 0,1-7-51 15,2-7 26-15,0 1-231 0,1-1 129 16,0-4 71-16,-3-2 24 0,3-2 0 0,-2-3-367 16,-1-5 163-16,0-1 98 0,-1-2 3 0,0-6-149 15,1-1 109-15,-2-3-332 0,3-1 220 0,0-4-598 16</inkml:trace>
  <inkml:trace contextRef="#ctx0" brushRef="#br0" timeOffset="201593.03">4834 9578 1340 0,'1'1'0'0,"1"3"0"0,0 2 0 0,-2-1 0 0,0 3 0 0,0 3 0 0,0 0 500 15,0 2-233-15,0 3-117 0,0-1-59 0,0 4 135 16,0 0-100-16,1 1-47 0,1 2-23 0,1-1-90 15,-1-1 34-15,-1 3 7 0,1-4-352 16,0-4 188-16,0 0 96 0,4-8 46 0,-1 1-618 16,2-4 323-16,4-4 78 0</inkml:trace>
  <inkml:trace contextRef="#ctx0" brushRef="#br0" timeOffset="201812.9">5062 9224 1629 0,'0'0'0'0,"0"0"0"0,0 6 0 0,-1 6 0 0,-7 3 0 0,-3 6 0 0,3 4 475 15,0 8-222-15,3 0-101 0,-1 5-64 0,5 1 53 16,1-2-55-16,0-1-26 0,0-2 0 0,4 0-285 16,6-6 124-16,7-3 67 0,-4-5-890 15,4-2 888-15,1-6 35 0,0-2 8 16,1-4-312-16,1-6 98 0,-2 0 101 0,-4 0-26 15</inkml:trace>
  <inkml:trace contextRef="#ctx0" brushRef="#br0" timeOffset="202043.62">5145 9413 1027 0,'-6'-9'0'0,"5"2"0"0,1 0 0 0,0-1 0 0,0 1 0 0,1 1 0 0,10-2 0 0,6 3 401 0,2 1-184 0,0 0-84 0,2 2-54 16,-3 2 176-16,3 0-110 0,-3 4-57 15,0 9-22-15,-3 3 7 0,-2-2-40 0,-3 5 0 16,-1 2-89-16,-4 0 45 0,-4 1-51 0,-1 2 56 16,0 5 15-16,-12-5-136 0,-4-1 80 0,-3-1 34 15,0-3-451-15,0-5 432 0,-6 2 28 16,3-3-36-16,-1-1-511 0,-1 1 496 0,-1-3 22 16,7 1-8-16,-1-6 8 0,8 1-246 0,-1-5 123 15,7-1 61-15,5 0 32 0</inkml:trace>
  <inkml:trace contextRef="#ctx0" brushRef="#br0" timeOffset="202234.61">5415 9329 563 0,'0'-5'117'0,"0"1"-58"0,0 1-30 16,0 0 435-16,-9 3-220 0,-1 0-106 0,-1 0-52 0,2 14 243 15,-3 4-148-15,5-1-66 0,-4 10 212 16,5-1-281-16,5 0-13 0,1 3 0 0,0-3-208 15,1-5 171-15,12 4 14 0,0-4 1 0,6-2-125 16,0-2 73-16,3 0 38 0,-8-4 7 0,4 0-432 16,-1-1 204-16,-4-4 121 0,1 0-4 0,-5-1-394 15,0-4 225-15,1-3 126 0</inkml:trace>
  <inkml:trace contextRef="#ctx0" brushRef="#br0" timeOffset="202456.03">5523 9174 1131 0,'3'-6'0'0,"3"4"0"0,4 2 0 0,-2 0 0 0,2 0 0 0,0 2 0 0,0 7 299 15,4 4-125-15,1 7-75 0,0 0-33 0,-2 5 342 16,-2 5-187-16,2 2-94 0,-5 3 178 0,-3 8-140 16,-2-1-66-16,-3 2-33 0,0 0 30 15,-5-1-31-15,-5-5-107 0,-8 9 33 0,-2-6 21 16,1-2-715-16,-6 1 700 0,0-2-1 0,0-6-299 15,-9 5 160-15,6-7 43 0,5-4 51 0,-7 0-719 16,6-1 368-16</inkml:trace>
  <inkml:trace contextRef="#ctx0" brushRef="#br0" timeOffset="208120.06">2666 8543 428 0,'0'0'0'0,"0"2"0"0,0-2 0 0,0 0 0 0,-1 1 0 0,1-1 103 0,-3 0-27 0,1 0-8 0,2 0 77 16,-1 0-55-1,1 0-29-15,0 0 0 0,0 0 84 0,0 0-60 0,0 0-26 16,0 0-10-16,0 0-17 0,-3-1 1 0,3-2 8 0,0-6-41 15,-2 0 0-15,0 0 33 0,1-3-27 16,-2 1 0-16,-4 1 34 16,2-1-45-16,-2 2 0 0,0 0 37 0,-2 1 1 0,2 2-24 15,-5 1-17-15,4 3 28 0,-4 0 28 0,-2 2 0 16,3 0-28-16,-1 6 78 16,-6 9-47-16,5 4-29 0,-1 3 4 0,-3 5 96 15,7-1-74-15,-1-2-8 0,2 6-5 0,0-4 18 0,6-5 1 16,3 2-21-16,0-5-22 15,0 1 9-15,0-4 13 0,5 1 0 0,7-4-61 16,0-3 31-16,1 1 0 0,-4-4 38 0,7-2-93 0,0-4 40 16,-2 0 16-16,2 0-36 0,0-2 20 0,0-11 4 0,0-5 4 15,-1 0-87-15,-2-3 40 0,0-2 25 0,-5 1 0 16,0 3-57-16,-3-2 31 0,-1 4 0 0,-2 6 23 16,1 2 119-16,-3 1-55 15,0 4-31-15,0 3 282 16,0-1-144-16,0 2-65 0,0 0-37 0,0 0 162 15,0 10-80-15,-3 4-41 0,1 1-25 0,1 2 50 0,1-2-37 0,0 2 0 16,0 0-107-16,1 1 31 0,9-4 1 0,1 1 39 16,2-2-372-16,4-2 187 15,2-2 100-15,8 0 37 0,-3-4-716 0,5-3 332 0,4-2 183 16</inkml:trace>
  <inkml:trace contextRef="#ctx0" brushRef="#br0" timeOffset="208832.66">4527 8127 1013 0,'-4'-3'0'0,"2"1"0"0,2 0 0 0,-3 1 0 0,3 1 0 0,0-2 0 0,-2 2 69 0,2 0 107 0,-2 0-72 16,2 0-36-16,0 0-20 0,0 0-7 15,0 10-8-15,2 8-1 0,0 2 1 0,1 5 56 0,-1 3-29 16,1 4 9-16,-2 3 39 0,-1 4-37 0,0 0 0 16,0-2-9-16,0 1 1 0,0-4-22 15,0 1 24-15,0-4-32 0,0-9 0 0,0 2 22 16,-1-5-21-16,-2-6 7 0,1-2-30 0,2-3 22 16,0-3 0-16,-3-3 0 0,3-2 18 15,-2 0-10-15,0 0-8 0,1 0 0 0,1 0-71 16,0-5 35-16,0-7-3 0,0 1 46 0,3 0-99 15,8-2 41-15,2 2 16 0,4 1 1 0,2 1-27 16,1 1 20-16,2 4-9 0,-2 2 26 0,3 2-31 16,-4 0 28-16,1 0-13 0,-4 8 11 15,2 3-9-15,-5 3 5 0,-4-1-11 0,-1-1 87 16,-3 4-34-16,-2 1-2 0,-3-2-29 0,0 4 154 16,-16-1-69-16,-3 1-39 0,-5 0-5 0,-1-2 23 15,-2-3-15-15,-2 0-1 0,-1-5-177 0,3-1 75 16,3-7 47-16,-1-1-159 0,1 0 90 0,6-1-1043 15,1-10 1081-15,4-13 11 0,7-1-34 0,6-7-778 16,0-9 398-16</inkml:trace>
  <inkml:trace contextRef="#ctx0" brushRef="#br0" timeOffset="211479.25">2365 10608 757 0,'-5'-11'0'0,"3"6"0"0,2-1 0 0,0 0 0 0,0 0 0 0,2-1 0 0,6 2 151 0,2-1-59 0,7 0 142 16,1 2-104-16,1 2-49 0,4 1 75 0,3 1-62 0,-2 0-30 16,-2 0 9-16,6 10-8 0,-5 4-33 15,-2 3 1-15,-4 4 5 0,-4 2-5 16,-4-1 8-16,-4 9 20 0,-2-2 0 0,-3-1-28 16,-3 2 0-16,-11-2-1 0,-4-2 9 0,-3 1-8 0,-2-5 0 15,-2-2 48-15,-3-4-24 0,1-5 0 16,-5 0-16-16,4-3-8 0,1-2-245 15,3-3 116-15,2-3 62 0,3 0 22 0,8 0-366 16,1 0 185-16,5 0-116 0,5-7 138 16,0-4 69-16,18-3 35 0,7-3-9 0,4-4-313 15</inkml:trace>
  <inkml:trace contextRef="#ctx0" brushRef="#br0" timeOffset="211677.23">2832 10520 942 0,'0'-9'0'0,"0"3"0"0,0 2 0 0,-16 3 0 0,3-1 0 0,-1 2 0 0,-2 0 308 0,1 3-142 0,0 11-67 0,2 0-33 0,-3 7 196 16,7-2-106-16,0 5-66 0,4 1 39 0,5 1-48 15,0 1-25-15,0-2 26 16,3-8-16-16,12 8-9 0,4-6-24 0,1 0-144 0,5-6 72 16,2-1 36-16,-5-2 8 0,10 0-413 15,-4-5 220-15,1-1 103 0,-2-2 57 0,-1-2-604 16,-4 0 292-16,-2 0 158 0</inkml:trace>
  <inkml:trace contextRef="#ctx0" brushRef="#br0" timeOffset="211885.21">3254 10248 1748 0,'0'0'0'0,"3"2"0"0,-3 2 0 0,2 3 0 0,1 0 0 0,-3 5 0 0,0 4 0 0,0 1 0 0,0 6 300 0,0-1-133 0,0 3-59 0,-5 5 177 16,-4-1-126-16,1 0-63 0,-3 1-103 0,2 0 0 16,-5 1 48-16,3-3-8 0,-1 0-129 15,-1-2 64-15,1-2 33 0,2-5-433 0,2 0 241 16,3-7-504-16,0-5 338 0,3-3 141 16,2-4 91-16</inkml:trace>
  <inkml:trace contextRef="#ctx0" brushRef="#br0" timeOffset="212026.34">3248 10574 1177 0,'6'0'0'0,"-1"0"0"0,1 0 0 0,-4 0 0 0,-1 0 0 0,3 0 286 0,-1 0-131 0,-2 2-60 0,4 4 126 15,-2-2-94-15,2 3-47 0,1-1-312 16,-1 2 128-16,2-3 69 0,0 1 33 0,0 0-241 16,2-2 146-16,4-3 61 0,-2-1-601 15</inkml:trace>
  <inkml:trace contextRef="#ctx0" brushRef="#br0" timeOffset="212213.28">3516 10256 1395 0,'2'-2'0'0,"1"2"0"0,-1 0 0 0,-1 0 0 0,-1 10 0 0,0 7 0 0,0 5 433 0,0 1-200 0,-3 8-100 0,-7 2-42 16,-1 9-33-16,-5-1 174 0,2 3-99 15,-4 2-50-15,1 1-25 0,-2 0-22 16,-1-3-3-16,2-2 0 0,-1-2 0 15,3-8-272-15,-2 0 136 0,5-10 76 0,-2-2 26 0,7-9-516 16,1-4 201-16,2-6-388 0,4-1 335 16</inkml:trace>
  <inkml:trace contextRef="#ctx0" brushRef="#br0" timeOffset="212372.92">3443 10590 1528 0,'5'0'0'0,"-2"0"0"0,0 0 0 0,2 0 0 0,-2 9 0 0,3 2 347 0,1 3-157 0,1 1-78 0,1 3 358 15,4 1-223-15,-2 3-107 16,5 1-114-16,-2-2 6 0,5 2 1 0,-1-5 8 0,4 6-251 16,0-3 121-16,2-2 61 0,-3-4-659 15,4-2 360-15,-1-5 188 16,-1-2-691-16</inkml:trace>
  <inkml:trace contextRef="#ctx0" brushRef="#br0" timeOffset="212781.14">4218 10539 980 0,'0'-16'0'0,"0"0"0"0,-2-1 0 0,-6-4 0 0,-4 1 0 0,2 0 0 0,-4-1 67 0,-2 0 104 16,0 2-69-16,2-2-35 0,1 4 151 16,-3 0-97-16,-1 5-45 0,2 4-3 15,-2 5-1-15,-2 3-39 0,2 0 8 0,-5 23-34 0,4 6 26 16,-1 10-1-16,1 5 64 15,6 2-27-15,0 3 8 0,3 4 73 0,7-4-59 0,2-3-29 16,0-8 0-16,2-1 25 0,7-2-20 0,6-8-7 0,2-2-28 0,0-6-41 16,-1-6 21-1,5-2-176-15,-3-5 106 0,0-6 42 16,1 0 24-16,-2 0 0 0,3-15-261 0,-7-6 135 16,3-5 52-16,-5-4-219 0,0-2 131 0,0-4 50 0,-5 3 36 15,-1-3-12-15,-1 1 15 0,0 6 9 0,-2 1 67 16,0 7-22-16,-2 7 0 0,0 2-22 15,0 6 254-15,0 2-123 0,0 3-65 0,0 1-33 0,0 4 258 16,-2 12-115-16,2 3-73 0,0 7 206 16,0-4-121-16,0 5-61 0,0-2-31 0,6-1-81 15,2-6 34-15,-2 5-9 0,4-4-118 16,1 0 71-16,0-1 37 0,1-2-1 0,1-1-458 16,0-2 220-16,0-3 127 0,3-3-577 15,-2-3 329-15,1-3 166 0</inkml:trace>
  <inkml:trace contextRef="#ctx0" brushRef="#br0" timeOffset="213015.52">4548 10196 898 0,'-14'-4'285'0,"12"4"-143"0,2 0-70 0,0 0 219 16,0 0-129-16,2 0-57 0,10 0 226 15,-1 0-150-15,4 0-73 0,2 0-38 0,4 0-82 32,0 0 50-32,4 0-5 0,-1 0 0 0,-2 0-412 0,0 0 206 15,-1 0 103-15,-2 0-207 0,-1 0 147 0,-1 0 74 0,-4 0 38 0,-4 5-574 16,-1 1 280-16,-7-1 131 0,-1 5-103 16</inkml:trace>
  <inkml:trace contextRef="#ctx0" brushRef="#br0" timeOffset="213251.08">4691 10184 726 0,'-8'0'0'0,"2"0"0"0,4 0 0 0,-3 2 0 0,2 5 0 0,-2 5 105 0,4 1-36 0,-4 4 0 0,2 2-43 15,-2 1 15-15,0 7-8 0,-4-3-48 16,1-2 41-16,1-1 7 0,1-2 0 0,-2-2 51 0,-1-4-29 16,4-4-1-16,2-3 58 0,-2 0 39 15,5-4-59-15,0 0-22 0,-3-2-8 0,3 0 145 16,0 0-88-16,0 0-43 0,8-2 103 0,3-4-64 0,3-2-46 0,-1 1-182 15,4 1 123-15,-2 0 0 0,2 3 23 16,2-1 8-16,-2 2-182 0,1 2 87 16,-2 0 43-16,-1 0-512 0,0 0 245 15,-4 0 142-15,2 0 19 0,-5 4-387 0,1-2 236 16,-3-2 117-16</inkml:trace>
  <inkml:trace contextRef="#ctx0" brushRef="#br0" timeOffset="213385.37">4821 10318 1025 0,'-5'-8'0'0,"1"3"0"0,2 3 0 0,2 0 0 0,-3 0 0 0,3 0 0 0,-2 2 0 0,2 0 176 16,0 0-63-16,0 0 38 0,0 6 35 0,2 3-77 16,3 0-38-16,1 2 0 0,0 0-125 15,0 4 39-15,-2 1 24 0,-1-2 0 0,-1 5-411 16,-1-1 218-16,-1 3 116 0</inkml:trace>
  <inkml:trace contextRef="#ctx0" brushRef="#br0" timeOffset="213536.65">4636 10686 1592 0,'-17'7'0'0,"6"-2"0"0,2 1 0 0,-1-4 0 0,7 0 0 0,0-2 0 0,3 0 0 0,0 0 0 0,0 0 101 15,8 0-26-15,3-2-8 0,5-3 101 0,-2-3-67 0,3 1-34 16,1-3-287-16,0 1 135 0,-1-1 54 0,-3 3 32 0,2 0-477 16,-5 3 248-16,-1-2 124 0,-3 4-377 15,0 0 220-15,-6 1 114 0</inkml:trace>
  <inkml:trace contextRef="#ctx0" brushRef="#br0" timeOffset="213823.99">4723 10587 666 0,'-8'-5'0'0,"-1"-1"0"0,3 3 0 0,0 1 0 0,0 2 0 0,1 0 0 0,3 0 0 0,-2 8 244 15,2 6-106-15,2 3-53 0,0 4 202 16,0 3-127-16,0-3-56 0,0 7-40 0,0-7 54 16,2 1-44-16,1-1-20 0,2-4-49 15,3-6 36-15,1 3-9 0,-1-9 1 16,2-1-213-16,0-4 106 0,3 0 62 0,3-9 18 0,-3-12-334 15,3-6 174-15,-1-3 41 0,0-4-324 16,1-3 191-16,0-6 111 0,-1 1 51 0,-2 3-80 16,3 2 65-16,-3 5 40 0,-2 6 59 0,0-1 0 15,-1 6 0-15,-5 10 0 0,1 2 165 16,0 5-102-16,-3 2-56 0,2 2-16 16,-5 4 432-16,2 9-220 0,1 4-54 0,-3 2-73 0,0 2 364 15,0 0-208-15,0 2-37 0,0 2-81 0,0-5-40 16,0 1-1-16,0-2-216 0,0-4 84 0,0-2 45 15,1-4-417-15,4-2 231 0,0-3 117 0,0-4 66 16,1 0-569-16</inkml:trace>
  <inkml:trace contextRef="#ctx0" brushRef="#br0" timeOffset="214064.44">5048 10186 833 0,'1'-19'0'0,"1"6"0"0,0 3 0 0,-2 5 0 0,2 1 808 0,-2 2-754 16,1 2-22-16,1 6 9 0,2 9 845 0,2 12-851 0,2 0-2 15,-1 13 161-15,3-1-80 0,-3 3-33 0,4 10-8 0,-2-4 90 16,3 3-65 0,-2 0-33-16,-2-2 1 0,0-5-44 15,1 6 10-15,-7-14 1 0,2 1-35 0,-2-1-16 0,-2-5 25 16,0-7 9-16,0-2-160 0,-7-6 89 0,-6 0 43 16,0-7-140-16,-5-2 93 0,4-4 21 0,-3-3 26 15,1 0-465-15,0 0 225 0,3-3 102 0,-1-9 59 0,6-8-467 16,0-5 266-16,5-7 130 15,3-9-449-15</inkml:trace>
  <inkml:trace contextRef="#ctx0" brushRef="#br0" timeOffset="214440.51">5357 10046 2182 0,'2'-3'0'0,"2"2"0"0,2-1 0 0,-3 2 0 0,1 0 128 0,4 2-52 0,-1 13-21 0,3 6 202 15,-3 8-113-15,3 8-55 0,-5 0-20 0,3 13 242 16,-1 0-139-16,-3 3-69 0,0 0 11 16,-3 2-41-16,2 1 9 0,-2 2-49 0,-1-2-107 15,0-3 53-15,0-6 27 0,0-12-230 16,-1-6 234-16,-4-5 23 0,-2-9-1 0,1-2-63 16,0-7 32-16,-5-6-1 0,4 0-4 0,-3-4-98 0,5-15 30 15,1-5 35-15,4-5-80 16,0-3 48-16,0 2 7 0,7-1 7 0,3 1 52 15,5 3 1-15,4 6-31 0,2 3 2 0,-1 9 93 0,6 1-40 16,-7 6-22-16,5 2 194 16,-1 3-192-16,-2 13-17 0,-6 2 5 0,5 10 57 0,-7 0-20 15,-5 2 0-15,-2 0 47 16,-4-3-32-16,-2-2-2 0,0 5-5 0,-6-8-41 16,-7-1 27-16,-5-2 7 0,1-8-4 0,-5 0-115 15,-5-5 53-15,1-5 27 0,-3-1 1 0,1 0-331 16,2-3 167-16,6-10 72 0,-8-7 47 0,14-5-275 0,2-3 148 15,9-2 75-15,3-2 37 0</inkml:trace>
  <inkml:trace contextRef="#ctx0" brushRef="#br0" timeOffset="-207799.98">19411 7929 848 0,'-2'0'0'0,"1"0"0"0,-1-2 0 0,0 0 0 0,2 1 0 0,-2 1 0 0,2 0 0 0,0-3 291 0,0 3-130 0,0 0-64 15,0 0-32-15,0 0 139 0,2 0-78 0,7 0-50 16,5 0 25-16,-1 0-34 0,4 0 0 0,-1 0-68 16,2 4 42-16,0 0-8 0,-1-2 0 0,2-1-173 15,-2 1 86-15,-4 0 44 16,-2 1 29-16,-2-3-162 0,0 0 58 0,-4 1 54 15,-1-1-19-15,-2 2-482 0,-2 2 228 0</inkml:trace>
  <inkml:trace contextRef="#ctx0" brushRef="#br0" timeOffset="-207634.51">19381 8188 1289 0,'-9'4'0'0,"4"4"0"0,1-1 0 0,0-6 0 0,3 1 0 0,1-2 0 0,0 4 233 0,0-2-104 0,1 3-49 0,7-1 245 15,4 0-147-15,6 0-72 0,-4-1-29 0,5 3-16 16,1-4 0-16,-2 0-28 0,1 2-1 0,1-3-175 16,-1 4 95-16,6 1 37 0,-7-1-537 0,3 2 290 15,0 2 146-15</inkml:trace>
  <inkml:trace contextRef="#ctx0" brushRef="#br0" timeOffset="-207208.96">20037 7849 766 0,'0'-22'0'0,"0"5"0"0,-4 1 0 0,-2-1 0 0,1-1 0 0,-1 2 0 0,-1-1 134 0,-1 2-50 0,1 0-26 0,-1 4 122 15,-1 1-74-15,1 3-29 0,-1 1-7 16,2 0 58-16,-2 4-48 0,-3 2-24 15,1 0 1-15,2 0 45 0,-3 2-39 0,3 10 0 16,0 2 16-16,-3 6-23 0,3 3 0 0,1-2 89 16,0 8-61-16,3-1-25 0,1 2 0 0,0 0 100 15,4 0-62-15,0 2-25 0,0 2-7 0,0 0 66 16,0 1-49-16,0 7-25 0,2-1 1 0,0-4 30 16,3 12-31-16,-1-4 0 15,-2 5 14-15,1-5-39 0,-2 1 1 0,1-7 21 16,0 11-21-16,0-3 0 0,-2-5 0 0,0 0 25 15,0-8 0-15,0 3-17 0,0-1 123 0,0-2-164 16,-6-4 0-16,-2 0 0 0,1-2 0 0,-4-6-266 16,-3 5 192-16,0-6 35 0,-4-5-137 0,4-2 73 15,-5-2 52-15,2-2-421 0,0-4 223 0,1-5 109 16,4 1 53-16,1-2-314 0,1 0 184 0,2 0 84 16,5-5 54-16,1-7-330 0,2-1 188 0,0 0 94 15,9-3 48-15</inkml:trace>
  <inkml:trace contextRef="#ctx0" brushRef="#br0" timeOffset="-206715.93">20225 8745 1188 0,'4'-7'0'0,"-2"0"0"0,-1-3 0 0,-1-3 0 0,0 0 0 0,0 0 0 0,0 2 0 0,0-3 0 0,0 3 0 0,0 2 136 0,0-3-51 0,-1 1-26 16,-1 4-34-16,2-3 8 0,-4 1 8 0,0 2-43 16,0 1 0-16,0 2 35 0,-3 0 0 0,1 0 3 15,-3 2 5-15,-2 2-8 0,0 0 0 0,-3 4-3 16,1 7-8-16,-4 8 8 0,2 0-21 0,-2 9 98 16,1-1-39-16,0 1 0 15,5 2 72-15,0 0-54 0,5-6-18 0,-2 8 39 16,7-9-37-16,-1-1 0 0,2-3-38 0,0-1-21 15,0-6 30-15,3 1-8 0,8-3-1 0,-2-3-76 16,0-2 38-16,3-5 0 0,0 0 47 0,-1 0-189 16,5-3 70-16,-3-10 52 0,4-6-250 0,-4-3 136 15,2-1 33-15,0-3-110 0,-3 0 90 0,0-1 47 16,1 1 24-16,-3 1-3 0,-1 7-9 0,0-1 36 16,-2 4-1-16,-4 6 47 0,1 3-23 0,-2 1 0 15,0 2-32-15,-2 2 221 16,1 1-106-16,-1 0-54 0,0 11 269 0,2 2-146 15,0 4-35-15,0 4 175 0,0-2-123 16,1 2-63-16,3 0-32 0,0 2-5 0,2-3 9 0,1 0-36 16,1-4-1-16,1-2-57 0,0 1 29 0,0-7 0 15,0 0 37-15,4-4-324 0,-1-4 158 0,-4 0 79 16,2 0-465-16,-1-4 246 0,-2-9 72 0,1 0-206 16,0-3 183-16,-5-3 91 0,2-4 47 0,0 0-238 15</inkml:trace>
  <inkml:trace contextRef="#ctx0" brushRef="#br0" timeOffset="-206231.82">20178 7384 563 0,'0'-7'0'0,"0"2"0"0,0 4 0 0,0-2 0 0,-2 2 0 0,2 1 208 16,0 0-88-16,0 0-43 0,0 1 111 0,2 13-70 15,1 3-46-15,1 6 98 0,-1 5-68 0,-1 4-35 16,-2 3 1-16,0 1-3 0,0 1-9 0,0-1-23 16,0 2 0-16,0-5 19 15,0-1-19-15,0-5 8 0,0-1-9 0,1-1-19 16,-1-7 19-16,2-1 1 0,-2-3-12 0,0-3 19 15,0-6-7-15,0 0-45 0,0-5 23 0,0 3-12 16,0-3 31-16,0 0 1 0,0 0-4 0,2-3-9 16,3-3 7-16,5-6-22 0,0 2-1 0,2-3 25 15,3 2-42-15,2 0 34 0,2 4 2 0,0-1-4 16,2 3 25-16,0 3 5 16,-3 2-27-16,-1 0 20 0,-1 2-18 0,-2 11 1 15,-3 2-1-15,-2 3 44 0,-2 3-6 0,-4 4-38 16,-3-2 2-16,0 4 83 0,0-3-38 0,-8-3-4 15,-5 4 50-15,-1-7-40 0,-5 1-22 0,1-8 1 16,-4 1 8-16,-2-4-8 0,-1-5-21 0,1-3-51 16,-1 0 25-16,3 0 1 0,1-6 33 0,2-8-268 15,3-1 128-15,5-5 51 0,2 2 37 0,6-5-512 16,3 1 247-16,0-3 91 0,5 6-542 0,11-4 347 16</inkml:trace>
  <inkml:trace contextRef="#ctx0" brushRef="#br0" timeOffset="-204839.97">20726 7920 323 0,'0'-8'0'0,"0"4"0"0,-1-2 0 0,-3 3 0 0,0-1 259 0,2 1-113 15,-1 0-57-15,0 0 109 0,3 2-87 0,-2-1-39 16,2 2 0-16,0 2 132 0,0 19-85 0,0 5-35 16,0 10-30-16,0 2 180 15,2 5-101-15,1 5-51 0,-1 3 180 0,-1 5-106 16,-1 11-66-16,0-4 92 0,0 3-74 0,-1 3-38 15,-8 0 1-15,4-10-25 0,-4 15-14 0,2-11 1 16,2-8 0-16,-2-1-59 0,3-5 30 0,0-9 8 16,1-3 21-16,-1-7-131 0,2-10 66 0,-1-4 32 15,3-4-231-15,-2-7 105 0,2-3 31 0,-5-2 47 16,3-6-279-16,1-18 146 0,1-7 75 16,0-4-244-16,0-12 162 0,0-2 78 15,0-3 39-15</inkml:trace>
  <inkml:trace contextRef="#ctx0" brushRef="#br0" timeOffset="-204548.93">20606 7995 1090 0,'0'-12'0'0,"0"3"0"0,2 1 0 0,1-1 0 0,6-1 0 0,0 3 0 0,4-2 251 0,6 2-113 0,4-2-52 15,0 6 291-15,2-1-172 0,1 2-86 0,-1 2 95 16,3 0-95-16,-1 6-43 0,-6 6-22 0,2 0 19 15,-2 3-40-15,-6 0 8 0,2 2-8 0,-4 4 22 16,0-1 0-16,-5 1-22 0,-3 2-26 0,-3-1 8 16,-2 7 17-16,0-5-28 0,-4 0 29 0,-10 1 0 15,-3-1 8-15,-4-1-75 0,-4 0 26 0,-1-3 0 16,-2-3 20-16,0-2-70 16,-2-2 35-16,2-3 18 0,-1-5-3 0,8-4-147 15,0 2 65-15,1-3 43 0,8 0-25 0,-2 0 32 16,5 0-2-16,3-3 0 0,5-3-110 0,1-2 62 15,0-1 11-15,10 1-505 0,11-2 275 0</inkml:trace>
  <inkml:trace contextRef="#ctx0" brushRef="#br0" timeOffset="-202653.88">21406 8038 1027 0,'-5'-8'0'0,"1"2"0"0,-1 3 0 0,-2-3 0 0,0-2 0 0,1 5 0 0,-1-3 0 0,-1 4 0 0,1 1 0 0,1-1 170 15,-3 2-69-15,-3 0-34 0,0 3 9 0,-4 12 39 16,-2 4-40-16,-1 4-22 0,-6 9 104 0,3 3-63 16,-2 4-22-16,1 6 207 0,0 2-124 0,5 2-60 15,2-2-32-15,7 1 118 0,4-11-66 16,3 3-45-16,2 1 0 0,0-6 127 16,7-1-82-16,7-4-41 0,2-2-13 0,3-3-51 15,0-3 0-15,0-3 23 0,-3-5-176 0,5-2 87 16,0 0 53-16,-3-5-392 0,1-1 191 0,1-3 111 15,-4-3 5-15,1 0-269 0,0 0 132 0,0 0 100 16,-1-3 46-16,2-7-458 0,-6-3 252 0</inkml:trace>
  <inkml:trace contextRef="#ctx0" brushRef="#br0" timeOffset="-202387.59">21395 8312 1296 0,'-8'-17'0'0,"4"4"0"0,1-2 0 0,3 2 0 0,0 1 0 0,0 1 0 0,2 4 0 0,8 1 256 0,6 2-116 0,3 2 273 16,1 2-191-16,3 0-94 0,2 4-48 0,-6 9 186 16,4 7-121-16,-3-2-56 0,-1 5-29 0,-5 2 50 15,-1 0-39-15,-5-1 8 0,0 7 43 16,-5-5-45-16,-1 2-22 0,-2-2 0 0,0 2 66 0,-9-7-36 16,-8 7-31-16,0-8 117 15,-6 1-171-15,1-4 0 0,-5-2 0 0,5-3-214 16,-8-1 144-16,2-3 51 0,0-3 27 0,-1-1-176 15,1-2 70-15,5-2 62 0,0 0-19 0,4 0-428 16,1 0 216-16,6-2 117 0,6-6-276 0,2-3 188 16,4-2 107-16,0-2-389 0,13-4 243 0,6 1 122 15</inkml:trace>
  <inkml:trace contextRef="#ctx0" brushRef="#br0" timeOffset="-202157.31">21760 8188 1309 0,'0'-14'0'0,"0"1"0"0,0 6 0 0,0-1 0 0,-7 1 0 0,-2 3 0 0,-3 2 0 0,-2 2 156 0,-1 0-61 0,-2 10-32 15,2 8 279-15,-2 5-147 0,3 9-85 0,-2 8 197 16,5-1-137-16,1 3-68 16,5-9-35-16,3 4 174 0,2-2-108 0,0-2-50 15,2-5-25-15,8 1 6 0,4-5-1 0,0-5-22 16,4 1-85-16,1-5 39 0,-2-3-1 0,4 1 39 15,0-6-367-15,-1 1 192 0,-1-4 83 0,0 2-741 16,-1-5 383-16,-1 1 193 0,-2 0 87 0</inkml:trace>
  <inkml:trace contextRef="#ctx0" brushRef="#br0" timeOffset="-201990.66">22054 8533 1810 0,'7'2'0'0,"2"5"0"0,-4-4 0 0,1 3 0 0,-3-1 0 0,-1 0 0 0,0 5 0 0,0 0 330 16,-2 1-148-16,0 1-75 0,0 5 196 0,-2 1-140 16,-9 3-64-16,-5 1 28 0,0 0-47 0,-1 1-23 15,2-5 7-15,-2 5-533 0,4-6 251 0,1 2 125 16,1-2 63-16</inkml:trace>
  <inkml:trace contextRef="#ctx0" brushRef="#br0" timeOffset="-200693.86">22105 8042 718 0,'-5'-10'0'0,"-2"2"0"0,4 5 0 0,-1 1 0 0,0 0 0 0,1 0 0 0,-3 2 226 16,1 0-97-16,0 6-47 0,2 11-17 0,-3 3 173 15,4 5-103-15,2 3-51 16,0 3 161-16,0-2-106 0,2 3-45 0,7-2-34 16,7 0 57-16,3-3-42 0,3-3-21 0,6-1 58 15,0-7-32-15,2-1-7 0,2-4-40 0,4-3-37 16,-3-6-1-16,1-2 38 0,-2 0 8 0,1-2-80 15,-6-8 36-15,0-3 0 0,-5-4-152 0,-4 2 87 16,2-7 43-16,-6 2-4 0,-2-5-92 0,-3 2 34 16,-2-5 42-16,-2 4-165 0,-3-9 95 15,-2 3 26-15,0 0 29 0,0 1-24 16,-4 0 25-16,-4 7-7 0,-5-6 33 0,1 11 45 16,-4-2-23-16,2 6 1 0,-4 4 139 0,2 3-89 15,0 5-32-15,-1 1-16 0,3 0 140 0,-1 5-53 16,1 8-46-16,3 5 283 0,-1 5-151 0,5 3-40 15,2 3-48-15,1 1 150 0,2 3-97 0,2 2-40 16,0 4-33-16,0 4 163 0,0-2-94 0,0 2-46 16,0 1 47-16,0-4-39 0,2 8-31 0,0-5-1 15,0 0-185-15,0-7 81 16,1 1 40-16,-1-3-125 0,2-4 79 0,-1-5 43 16,2-3 22-16,-1-5-472 0,-1-4 231 0,1-3 57 15,-1-3 21-15,-1-4-358 0,2 0 239 0,0-3 119 16,2 0-383-16,-1 0 243 0</inkml:trace>
  <inkml:trace contextRef="#ctx0" brushRef="#br0" timeOffset="-200512.29">22546 8527 878 0,'4'0'0'0,"-2"0"0"0,1 0 0 0,-1 0 0 0,1 0 0 0,-1 0 208 15,0 2-92-15,-1 7-42 0,1 1-20 0,0 2 426 16,-2 3-224-16,2 2-103 0,-2-1-65 0,0 1 216 15,0 0-136-15,2 1-67 0,-2-2-213 0,0 1 81 16,2-2 27-16,-1-2 1 0,1-3-446 0,0-1 240 16,0 0 121-16,0-4-577 15,3-1 278-15,0-4 178 0</inkml:trace>
  <inkml:trace contextRef="#ctx0" brushRef="#br0" timeOffset="-200271.92">22821 8042 1321 0,'-4'-10'0'0,"-2"6"0"0,1 2 0 0,-3 2 0 0,-3 0 0 0,0 10 0 0,-3 8 515 0,3 5-241 0,-1 4-121 16,2 4-60-16,0 3 312 0,2 1-178 0,5 3-102 15,3 0-46-15,0-3 41 0,0-1-44 0,0-2-22 16,8-2-62-16,1-2 16 0,4-1 0 0,-1-3 25 15,-2-4-354-15,3-4 177 0,1 0 96 0,-1-6-603 16,-2-4 279-16,2-3 183 0,1-3 5 0,-3 0-403 16,-2 0 269-16</inkml:trace>
  <inkml:trace contextRef="#ctx0" brushRef="#br0" timeOffset="-200028.49">22860 8256 1359 0,'-4'-14'0'0,"2"5"0"0,2 0 0 0,0-3 0 0,0 3 0 0,6 3 0 0,6 2 0 0,2 3 0 0,4-1 248 16,0 2-108-16,1 0-53 0,0 5-27 0,-1 7-1 16,0 2-18-16,-6 4 392 0,-1 2-200 0,-1 1-100 15,-2 1-50-15,-7 5-31 16,1-5-11-16,-2 6-8 0,0-1 0 0,-11-1-105 16,-4 0 52-16,-3-3 27 0,-2-1 8 0,-1-1-64 15,0-3 41-15,-2-4 19 0,4-1-275 0,-1-3 96 16,-1-3 83-16,1-1-313 0,6-6 183 0,-2 0 91 15,6 0 45-15,4 0-184 0,1-10 119 0,3-1 55 16,2-4 29-16,0-2-247 0,9 0 137 0,5-2 61 16</inkml:trace>
  <inkml:trace contextRef="#ctx0" brushRef="#br0" timeOffset="-199824.04">23134 8152 1507 0,'2'-10'0'0,"0"1"0"0,0 3 0 0,-2 1 0 0,0 3 0 0,-8 2 0 0,-3 0 0 0,-4 4 0 0,-2 14 0 0,2 1 206 0,-1 6-86 0,4 3-44 0,3 0 281 16,3 2-166-16,4-2-80 0,2 1-38 0,0-4 78 15,2 0-59-15,7-4-21 16,7 3-116-16,-2-5 40 0,2-4-1 0,-2-1-116 16,4-1 77-16,-4-4 47 0,4-2-8 0,-4-4-445 15,0 0 236-15,-1-3 54 0,-3 0 81 0,1 0-526 16,-2 0 291-16</inkml:trace>
  <inkml:trace contextRef="#ctx0" brushRef="#br0" timeOffset="-199594.65">23254 8104 1543 0,'4'-5'0'0,"3"3"0"0,3 1 0 0,-1 1 0 0,1 0 0 0,1 0 0 0,0 5 284 0,3 9-117 16,1 0-71-16,-1 7 153 0,0 3-107 0,-3-1-55 15,1 5-27-15,-3 1 141 0,-2 0-88 0,-2 3-40 16,-3-1 0-16,1-2-90 0,-3 3 33 0,0-1-9 16,-12 1-145-16,-2-5 85 0,-4 2 43 15,-1-4-275-15,3-5 161 0,-9 2 73 16,2-7-24-16,2-2-168 0,0-5 58 0,0 0 76 16,1-6 27-16,4-2-317 0,5 0 183 0,2-10 92 15</inkml:trace>
  <inkml:trace contextRef="#ctx0" brushRef="#br0" timeOffset="-199356.29">23429 7940 1440 0,'11'0'0'0,"7"6"0"0,3-1 0 0,0 3 0 0,0 1 0 0,1 3 0 0,-3 3 0 0,6 5 228 16,-7 3-97-16,1 3-49 0,-3 4-25 0,-5 3 267 15,0 3-138-15,-1 8-80 0,-7-9 88 0,-1 8-80 16,0-1-41-16,-2-3 85 0,0-3-54 0,-15 7-40 16,-4-3 1-16,-2-1-132 0,-5-2 51 15,-1-1 24-15,2-6 8 0,-10 8-143 16,3-6 79-16,1 0 41 0,-5-4 0 0,-1 0-603 16,5-3 246-16</inkml:trace>
  <inkml:trace contextRef="#ctx0" brushRef="#br0" timeOffset="-197939.45">23957 7668 408 0,'0'-17'0'0,"-2"4"0"0,0 3 0 0,1 4 0 0,1 1 192 0,0 3-83 0,0 0-38 15,0 0-1-15,0 2 39 16,0 0-39-16,0 13 9 0,0 4-46 0,0 8 103 16,1 3-51-16,3 4-26 0,-2 9 92 0,0-5-51 15,-1 15-38-15,-1-1 89 0,0 5-59 0,0 1-30 16,-1 10 1-16,-3-14 25 0,0 8-31 0,1-2-1 15,1-3-23-15,0-7 17 0,2-9-17 0,0-2 8 16,0-3 20-16,0-11 1 0,0 1-30 16,0-8 1-16,2-4 22 0,-2-5 9 15,2-2-31-15,-2-2-30 0,2-3 1 0,-2 0 29 16,0 0 0-16,0-6-32 0,-2-4 31 0,-7-6 1 16,4 1 0-16,-2-4-208 0,0 1 92 0,-4-3 57 15,4 0 6-15,-2-1-104 0,-2 3 46 0,-1 2 39 16,1 1-149-16,-2 5 77 0,-2 5 25 0,0 1 82 15,-2 5-31-15,0 0 3 0,-1 8-1 0,2 6 156 16,0 9-73-16,2 0-42 0,3 3-20 0,4 2 299 16,2 0-132-16,3 1-52 15,2-1 52-15,0 0-36 0,2-2-45 0,8 1-22 16,-1-7 85-16,5 1-56 0,0-2-24 0,4-4-113 16,-1-2 45-16,2-3 21 0,-1-6 9 0,3-1-357 15,0-3 184-15,-1 0 69 0,4-3 53 0,-3-7-685 16,-1-3 333-16,7-4 180 0,-4 0 86 0</inkml:trace>
  <inkml:trace contextRef="#ctx0" brushRef="#br0" timeOffset="-197677.15">24104 8246 999 0,'-7'-10'0'0,"4"3"0"0,3 3 0 0,0 0 0 0,0 1 0 0,0-1 0 0,6 2 203 16,5 2-85-16,4 0-35 0,0 0 319 0,1 9-185 0,0 3-92 15,3 6-46-15,-5 2 220 0,-2 1-126 0,1 5-74 16,-4-1 45-16,-3 2-56 0,-2 1-28 0,-3-2 1 16,-1 1-11-16,0 3-17 15,0-4 0-15,-10-1-1 0,0-1-115 0,-3-1 57 16,-2-7 38-16,-2 1-207 0,0-2 114 0,-2-2 48 16,1-1 32-16,-3-3-411 0,2-1 194 0,-1-5 56 15,0 1 65-15,2-4-184 0,1 0 124 0,2 0 62 16,6 0-182-16,1 0 127 0,3-5 58 0,5-6-79 15,0-3 68-15,3-5 36 0</inkml:trace>
  <inkml:trace contextRef="#ctx0" brushRef="#br0" timeOffset="-197407.83">24481 8086 1397 0,'2'-9'0'0,"-2"2"0"16,0 3 0-16,0 1 0 0,-2-2 0 0,-9 4 0 0,-1 1 0 0,-2 0 0 0,-2 7 339 0,-2 8-153 0,-1 5-76 0,-2 5 80 0,3 3-78 0,-3 6-31 16,0 7-9-16,4-3 136 0,2 3-87 0,4-7-44 15,4 5-23-15,3-3 198 16,4 0-113-16,0-5-54 0,2 0 52 0,9-5-52 16,3-2-26-16,4-5 8 0,6 2-79 0,-1-4 22 15,1-4 0-15,-1 0-56 0,3-3 40 0,-5-3 7 16,2-1 32-16,0-3-296 0,-4 1 115 0,1 0 84 15,-2-4-17-15,-4 2-517 0,2-2 288 0,-2 0 138 16,2 1-492-16,-2-1 316 16</inkml:trace>
  <inkml:trace contextRef="#ctx0" brushRef="#br0" timeOffset="-196997.46">24723 8269 1812 0,'-11'-6'0'0,"5"5"0"0,2-2 0 0,1 1 0 0,-1-1 0 0,1 0 0 0,3 2 0 0,-2 0 0 0,2 1 256 0,0 0-116 0,0 0-54 0,2 0 142 15,9 0-98-15,9 0-48 0,0 0-17 0,9 0 75 16,-1 0-54-16,4 0-27 0,2 0 107 0,2 0-67 16,1 0-25-16,0 0-8 0,1 0-13 0,-1-3 1 15,2 1-21-15,-4-3-101 0,-1-1 58 0,0 0 18 16,-5 0 0-16,0 1-125 0,-9 1 74 0,3 0 31 15,-4 0 28-15,-4 3-131 16,-3-1 62-16,-3 1-11 0,-6-2-223 0,1 3 103 0,-2 0 68 0,-2 0 43 16,0 0-259-16,0 0 150 15,-9 0 74-15,-2 0-384 0,1 3 222 0,-3 1 123 16,2 2 56-16</inkml:trace>
  <inkml:trace contextRef="#ctx0" brushRef="#br0" timeOffset="-196768.49">25030 7833 833 0,'-2'-6'0'0,"-2"3"0"0,4 1 0 0,-3 0 0 0,3 0 0 0,0 2 454 16,0 0-203-16,0 11-113 0,0 10-52 0,0 6 391 15,3 4-222-15,5 12-111 0,-3 4-47 0,2 6 329 16,-1 11-197-16,0-1-98 0,1 3 112 0,1 0-106 15,-1-8 57-15,3 16-194 0,-1-9 0 16,0-3 0-16,1 0 0 0,-4-10-707 0,1 5 414 16,0-1 163-16,0-3 81 0,0 0-938 15</inkml:trace>
  <inkml:trace contextRef="#ctx0" brushRef="#br0" timeOffset="-189912.75">2338 11268 712 0,'-10'-8'0'0,"6"2"0"15,1 3 0-15,1 0 0 0,-3 1 0 0,4-2 128 0,1 0-52 0,-2 1-21 0,2 2-1 0,0-1 126 0,0 0-74 0,0 2-28 16,0-2-8-1,0 0-38-15,0 1 82 0,0 1-41 16,0 0 1-16,2 0 9 0,4 0-29 0,2 0 0 0,-2 13-22 0,4 6 38 16,-5 5-1-16,4 9-28 0,-6 0 45 15,5 10-26-15,-5 0 0 0,-1 2-36 16,1 0 9-16,-1-7 8 0,3 3-8 16,-2-2-68-16,0-5 34 0,0-2 0 0,0-4-34 15,-1-7 42-15,2-1 3 0,-2-3 0 0,0-4-201 16,-1-3 101-16,-1-4 32 0,0-5-220 15,0 2 117-15,0-3 70 0,0 0 8 0,0-8-247 0,0-13 149 0,0-5 65 16,-1-4-251-16,-3-4 166 0</inkml:trace>
  <inkml:trace contextRef="#ctx0" brushRef="#br0" timeOffset="-189472.92">2300 11318 1089 0,'-9'-7'0'0,"4"3"0"0,1 1 0 0,1 0 0 0,2 0 0 0,1 1 0 0,0-2 0 0,0-2 359 0,1 1-168 15,11-3-79-15,6 1 89 0,6-1-85 16,-5 1-41-16,0 3 160 0,2 0-105 16,0 3-48-16,-1 1-25 0,-1 0 0 0,-3 0 17 0,0 6 8 15,-2 6-105-15,0-1 29 0,-4 4-1 0,-2 0 28 0,-1 2-1 0,0 0-112 16,-2 2 53-16,-5-1 29 16,2 0-46-16,-2 1 39 0,0 0 3 15,-2-1-132-15,-10-2 52 0,0 2 42 0,-1-2-6 0,-2-2 3 16,-1-3 0-16,-3 0 5 0,0-3 90 15,1-1-35-15,1-3-4 0,4-2 141 16,-1 0-81-16,3-2-39 0,1 0-12 0,4 0 163 16,3 0-81-16,0 0-44 0,3 0-15 0,0 0-3 15,10 0-10-15,7 0 1 0,8 0-19 0,-1-2 18 16,1 0 9-16,4 2-8 0,1 0-47 0,-1 0 24 16,-2 0-1-16,-1 0-54 0,-5 8 47 15,0 3 4-15,-4 2 0 0,-1 2-1 0,-5 2 17 0,-4 2-37 16,-6 0 36-16,-1 3-35 0,0 2 22 0,-5-1-3 15,-9-2 100-15,-3 0-46 16,-4-1-20-16,-3-3 0 0,-1-2-52 0,1-2 4 16,-5-3 27-16,2-5 12 0,4-2-298 0,-7-3 136 0,7 0 69 15,1 0-404-15,3-3 220 0,1-8 101 0,6-4 47 0,4-4-171 16,6-7 119-16,2 0 58 16,2-3-438-16,15-3 248 0,1 0 118 0</inkml:trace>
  <inkml:trace contextRef="#ctx0" brushRef="#br0" timeOffset="-189265.39">2762 11269 1123 0,'3'-5'0'0,"-1"3"0"0,1 0 0 0,-2 0 0 0,-1 2 0 0,0 0 0 0,0 0 0 0,2 2 504 16,3 9-235-16,3 4-118 0,-2 3-60 0,2 4 230 16,-3-1-136-16,3 8-81 0,-1 0 1 0,-3 1-36 15,2 0-72-15,-3-2-1 0,2-4 45 16,0 8-288-1,-3-5 139-15,1-1 71 0,-1-5 34 0,0-1-371 16,-2-3 198-16,0-4 55 0,0-4 63 0,0-2-423 16,0-4 225-16,0-3 103 0,0 0 64 15,0-3-272-15,0-17 165 0</inkml:trace>
  <inkml:trace contextRef="#ctx0" brushRef="#br0" timeOffset="-188865.4">2727 11211 1664 0,'-5'-13'0'0,"5"4"0"0,0-1 0 0,0-1 0 0,2 0 0 0,7 1 162 0,9-1-115 0,4 0-14 16,-3 4 98-16,3 0-48 0,1 4-26 0,-1 1 1 0,3 2 17 16,2 0-8-16,-8 8-34 0,0 3 0 0,-4 4-74 15,0 2 36-15,-3 4 9 0,-4-1-108 16,-1 7 69-16,-5-4 34 0,-2 4-1 0,0-1 35 16,-9-3 8-16,-4 5-8 0,-5-5 0 0,-1-5-154 15,0-2 63-15,1-5 33 0,0-2-34 0,0-3 216 16,4-2-77-1,2 0-38-15,0-4 161 0,6 0-86 0,1 0-43 16,3 0-12-16,2 0 52 0,0 0-41 0,5-2 0 0,10-4-40 16,3-1-15-16,8 1-9 0,1 0 24 0,1 4 0 0,1 0-49 15,-3 2 24-15,-3 2 8 0,6 13 17 0,-7 2-35 16,-4 4-1-16,-4 1 36 0,-3 4-71 0,-4-4 35 16,-2 9-6-16,-3-3-1 0,-2-1 96 15,0-1-36 1,-12-2-1-16,-1-3 135 0,-8 5-79 0,2-5-4 15,-5-4-45-15,2 0 142 0,-5-4-377 16,4-2 185-16,-3-1-8 0,2-1 177 0,2-5-663 16,0 0 327-16,4-1 89 0,6-3 53 0,2 0-572 15,2 0 282-15,8 0 130 0,0-6 73 0,3-5-541 0,12-5 311 16,8 0 151-16,4 1 77 0</inkml:trace>
  <inkml:trace contextRef="#ctx0" brushRef="#br0" timeOffset="-188682.88">3257 11676 1574 0,'8'0'0'0,"-1"-1"0"0,2 1 0 0,-6 0 0 0,-1 0 0 0,1 0 0 0,-3 0 309 0,0 0-139 0,0 7-68 0,0 2 156 0,0 3-117 16,0 2-54-16,0 1-27 0,0 1 152 16,0 3-90-16,0 0-36 0,0 0-272 0,3-1 109 15,-3 0 55-15,0-2 28 0,2-2-514 0,-2-3 278 16,1-4-495-16,1 0 337 0,0-4 185 0,1-3 65 15</inkml:trace>
  <inkml:trace contextRef="#ctx0" brushRef="#br0" timeOffset="-188533.53">3408 11286 1551 0,'3'-7'0'0,"-3"4"0"0,5 2 0 0,-4-1 0 0,1 2 0 0,0 0 0 0,-2 0 270 0,1 0-118 0,-1 0-60 0,2 0 0 15,0 6-29-15,1 5 8 0,-1 3-572 16,3 0 267-16,-1 5 133 0,-1 0 67 0,3 0-657 0</inkml:trace>
  <inkml:trace contextRef="#ctx0" brushRef="#br0" timeOffset="-188399.17">3462 11594 2138 0,'-8'16'0'0,"5"0"0"0,0-2 0 0,-2-5 0 0,2 1 137 0,1-3-57 0,0-2-23 0,2-1 245 0,0 0-135 15,0-1-67-15,0 1-26 0,0-1 207 0,2-1-125 16,3-2-61-16,1 0-535 0,-3 1 236 0,4-1 127 0,-2 0 51 0,4 0-1030 16,1 4 544-16</inkml:trace>
  <inkml:trace contextRef="#ctx0" brushRef="#br0" timeOffset="-186597.17">3845 11526 590 0,'-5'0'0'0,"-3"0"0"0,2 0 0 0,2-2 0 0,0-1 0 0,-1-1 0 0,-2 1 0 0,6-1 140 0,-4-2-45 16,5 1-35-16,0-1 0 0,0-1 87 0,2-3-57 16,9 1-28-16,2-1 7 0,4 2 29 0,1 3-32 0,0 2-1 15,1 1 7-15,1 2 0 0,-1 0-31 0,0 5-9 0,1 8 21 16,1 4-20-16,-8 2 0 16,1 3 29-16,-3-3 8 0,0 8-37 0,-3-3-5 15,-3 2 5-15,-2-1 0 0,-1 0-34 0,-2-1 9 16,0 1 25-1,-2 0-60-15,-6-6 56 0,-6 2 3 0,3-4-31 0,-8-3 8 16,1 0 13-16,-4-2 6 0,0-5-138 0,0-2 64 16,1-2 25-16,-3-1 4 0,1-2-175 0,1 0 95 0,4 0 38 15,2 0-393-15,1 0 411 0,9 0 3 0,-1-2-1 16,3-2-501-16,4-4 503 16,0-1 4-16,11-1 0 0,8-3-235 0</inkml:trace>
  <inkml:trace contextRef="#ctx0" brushRef="#br0" timeOffset="-186328.76">4268 11311 1047 0,'0'-10'0'0,"-1"5"0"0,-12-2 0 0,4-1 0 0,-4 2 0 0,2 4 0 0,-4 0 110 0,1 2-39 0,5 0 82 0,-4 4-60 0,2 11-30 16,0 4 8-16,-3 7 21 0,6 3-30 15,-2 4 0-15,2 9-29 0,0-3 50 0,3-3-17 0,1 9-8 16,2-2 136-16,2-4-81 0,0-4-40 0,0 4 8 16,0-7 51-16,8-1-50 0,5-3-24 0,4-2-1 0,2-6-68 15,4-5 29-15,-1 2-7 0,0-5 22 0,3 1-212 16,-2-7 106-16,-3 0-134 16,4-2-142-16,-5-3 157 0,0-1-158 0,0 0 144 0,-1 0 87 15,1-9-365 1,-2-4 218-16</inkml:trace>
  <inkml:trace contextRef="#ctx0" brushRef="#br0" timeOffset="-186156.86">4378 11465 1119 0,'0'-3'0'0,"0"3"0"0,0 0 0 0,0 0 0 0,0 0 0 0,0 0 0 0,2 0 377 15,6 0-172-15,3 0-86 0,5 0 106 16,1 0-87-16,2 0-57 0,-3 0-24 0,3 0-85 15,2 0 31-15,-5 3 0 0,3-3 37 16,-4 2-417-16,0-1 204 0,1 3 103 0,-5 2 52 0</inkml:trace>
  <inkml:trace contextRef="#ctx0" brushRef="#br0" timeOffset="-185995.29">4407 11691 1818 0,'-10'10'0'0,"3"-2"0"0,3 0 0 0,1-3 0 0,0-1 0 0,3-2 0 0,0-1 38 0,0 2 3 0,3-2-9 0,8-1 108 16,3 0-53-16,4 0-28 0,2 0 1 0,1 0-144 16,3-4 55-16,-2-2 31 0,-3 1-1 0,2 2-438 15,1-3 243-15,-4 4 109 0,-1 0-472 16,-1 0 283-16</inkml:trace>
  <inkml:trace contextRef="#ctx0" brushRef="#br0" timeOffset="-185567.86">4767 10992 1496 0,'-7'-8'0'0,"6"6"0"0,-2 0 0 0,0 1 0 0,0 1 0 0,0 3 0 0,1 14 216 0,2 4-83 16,0 8-54-16,0 5 192 15,0 8-118-15,3 1-61 0,3 3-29 0,0-6 53 0,2 15-46 16,-4-6 0-16,1 3-93 0,-2-1 27 15,2 2 1-15,-2-12 36 0,-1 3-141 16,0-5 66-16,0-6 34 0,-2-8 0 0,0-3-1 0,0-11 9 0,0-1 16 16,0-5 7-16,-8-5-16 0,0 0-1 15,2-1-41-15,1-10 34 0,-2-6 87 16,6-2-43-16,1-2-19 0,0 0-1 0,0-4 27 16,1 6 3-16,12-6-19 0,0 5-56 0,3 4 11 15,0-1-76-15,1 6 92 0,2 2 17 0,-1 6-41 16,1 0-1-16,0 3 27 0,0 0 3 0,-2 8-42 15,-2 8 2-15,2 5 22 0,-6 4 7 0,-1 1 22 16,-5 2 1-16,-3-1-30 0,0-2 3 0,-2 7 118 16,0-9-56-16,-7-2-25 0,-6-3 0 0,-3-1 51 15,0-1-30-15,-8-3-16 16,2-3 0-16,-2-5-51 0,-1-3 35 0,1-2 19 16,-1 0-7-16,-5 0-231 0,7-2 107 15,5-6 53-15,0-5 27 0,5 0-476 0,3 0 230 0,6-1 90 16,4 0-442-16,0 0 285 0,6 3 141 0</inkml:trace>
  <inkml:trace contextRef="#ctx0" brushRef="#br0" timeOffset="-185221.81">5235 11837 1339 0,'-1'-2'0'0,"-2"0"0"0,3 2 0 0,0 0 0 0,0-1 0 0,0 1 0 0,0 0 0 0,0 0 193 0,0 0-80 0,0 7-32 0,-1 6 174 15,-3 0-110-15,0 4-57 0,-2 0-27 0,-1 1-120 16,1 1 55-16,-1-2 14 0,2-2-465 16,-1 0 244-16,3-6 122 0,1 1 61 0</inkml:trace>
  <inkml:trace contextRef="#ctx0" brushRef="#br0" timeOffset="-183966.06">5378 11202 478 0,'-3'-4'0'0,"-2"2"0"0,4 2 0 0,1 0 0 0,0 0 174 0,0 2-71 16,0 11-35-16,1 1 288 0,9 4-166 0,3 3 170 15,-2-4-164-15,4 6-81 0,0-5 158 16,1-2-228-16,2 6-12 0,-5-7 0 0,2 2-88 16,0-2 83-16,0 0 4 0,-2 0 9 0,-2 0-94 0,1-2 43 15,-4 2 21-15,-1-2 0 0,1 0-322 16,-5-4 180-16,1 5 78 0,-2-6 1 0,3 2-451 16,-4 0 216-16,0-6 128 0,2-4 54 0,-2 0-268 15</inkml:trace>
  <inkml:trace contextRef="#ctx0" brushRef="#br0" timeOffset="-183756.62">5704 11076 1485 0,'0'-3'0'0,"0"0"0"0,0 3 0 0,0 0 0 0,0 6 0 0,-5 14 0 0,-1 2 239 0,4 6-103 0,-5 5-52 0,0 5 128 0,-3 11-94 15,1-1-42-15,-2 2-22 0,-2 0 207 0,1 1-114 0,0-1-49 16,2 0-6-16,1-4-30 0,0-3 1 0,2 1-31 15,2-9-210-15,-3 3 113 0,2-4 45 0,0-2 26 16,1-10-418-16,2 1 220 0,-1-4 111 0,4-10 1 0,0 0-260 16,0-5 113-16,0-4 98 0,1 0 47 0,10-20-368 15</inkml:trace>
  <inkml:trace contextRef="#ctx0" brushRef="#br0" timeOffset="-183558.35">5923 11119 1459 0,'1'-8'0'0,"1"7"0"0,1-1 0 0,-2 2 0 0,-1 0 0 0,0 10 0 0,0 10 0 0,0 4 66 15,-6 5 392-15,-1 5-213 0,-2 3-97 0,-3 8 180 0,1-2-148 16,0 0-73-16,-3 3-38 0,4-4-25 16,0-4-3-16,-4 10-9 0,7-17-236 0,3 1 118 15,-1-8 60-15,5-2-510 0,0-9 292 0,0-3-1196 16,0-4 1369-16,6-6 38 0,3 0 0 0</inkml:trace>
  <inkml:trace contextRef="#ctx0" brushRef="#br0" timeOffset="-183430.69">5920 11455 1163 0,'0'-3'0'0,"0"0"0"0,0 3 0 0,0 0 0 0,0 0 0 0,0 0 0 0,0 0 356 0,0 0-162 15,0 0-81-15,0 0-39 0,0 8-4 0,0 0-30 0,0 3-208 16,0-1 101-16,3 0 49 0,3-2 26 0,2 2-1 15,-2-3-523-15,6-2 270 0</inkml:trace>
  <inkml:trace contextRef="#ctx0" brushRef="#br0" timeOffset="-183238.63">6146 11111 1645 0,'8'-1'0'0,"-1"-1"0"0,-2 2 0 0,-3 3 0 0,1 12 0 0,-3 12 0 0,0 3 0 0,0 6 266 0,-5 11 361 0,-7 2-570 16,-2 3 0-16,1 1-50 0,-2 1 26 0,-1 1 8 0,-2 1-8 16,2-1-242-16,-2-1 121 0,0 0 60 0,1-1 31 0,4-11-521 15,2-3 271 1,3-11 141-16,3-6 68 0,3-7-598 0,2-5 302 0</inkml:trace>
  <inkml:trace contextRef="#ctx0" brushRef="#br0" timeOffset="-183092.02">6099 11593 1409 0,'10'-4'0'0,"-1"1"0"0,2 3 0 0,-4 0 0 0,5 3 328 0,-1 6-148 0,1 3-73 0,1 3-29 0,-1 1 235 0,7 4-140 16,-6 1-70-16,5 0-35 0,-4 2 118 16,0-2-68-16,2 3-47 0,1-2-525 15,-4-1 244-15,5 0 121 0</inkml:trace>
  <inkml:trace contextRef="#ctx0" brushRef="#br0" timeOffset="-180309.69">2291 12338 757 0,'-10'-8'0'0,"2"7"0"0,1 1 0 0,0 0 0 0,-3 0 0 0,2 0 33 0,-1 9-1 0,1 6 1 15,3 8 619-15,2 1-590 0,1 6-9 0,2 2-20 16,0 0 200-16,2 2-178 0,9-3-23 0,5-2 9 0,6-3 35 15,2-5-22-15,6-3 0 0,2-5-22 16,0-2 1-16,4-6 22 0,-1-3-22 16,0-2-1-16,0 0-70 0,-2-6 35 0,-3-7 0 0,-1-4-109 31,-4-3 68-31,-6-5 38 0,-1-1 0 0,-5-3-179 0,-4-1 97 0,-4-1 32 0,-1-2-34 16,-2 0 24-16,-2 1 25 0,0 2-52 15,-3 0 30-15,-9 1-11 0,0 1 41 0,-1 3 52 16,2 7-26-16,-3 1-1 0,0 3 361 15,1 9-358-15,-2 0-24 0,1 5 10 16,3 0-7-16,0 5 259 0,2 16-117 0,-1 4-40 0,5 2-34 0,1 8 176 16,1 0-92-1,3 11-47-15,0-3-23 0,0-4 45 0,0 13-38 16,5-6 0-16,2 1-31 0,-1-1 8 0,1 0-7 16,1-9 8-16,0 10-249 0,1-5 121 0,-4-3 59 0,2-5 31 0,0-1-450 15,0-4 206-15,-1-3-375 16,2-7 291-16,-3-9 146 0,4-2 74 0,1-8 35 0</inkml:trace>
  <inkml:trace contextRef="#ctx0" brushRef="#br0" timeOffset="-180146.13">2800 12690 1356 0,'0'1'0'0,"2"2"0"0,-1 4 0 0,-1 0 0 0,0 2 0 0,0 2 0 0,2 1 0 0,-2 1 0 0,1 0 408 16,-1 3-188-16,2-1-94 0,-2 3-46 0,2 1 24 0,1-2-40 15,-2 1 0-15,4-2-405 0,0-1 187 16,3-4 93-16,-2-4 56 0,8-1-553 16,-1-6 293-16,4 0-146 0</inkml:trace>
  <inkml:trace contextRef="#ctx0" brushRef="#br0" timeOffset="-179977.18">3024 12372 1199 0,'0'0'0'0,"-3"4"0"0,-2 11 0 0,0 4 0 0,-7 7 0 0,5 2 251 0,1 4-113 0,1 0-52 0,2 2 288 16,3-3-171-1,0 0-85-15,0-9-34 0,0 5-71 0,9 0 20 16,3-12-1-16,2 2 1 0,3-3-205 0,1-3 110 16,0-6 44-16,-1-2-542 0,3-3 295 0,-9 0 148 0</inkml:trace>
  <inkml:trace contextRef="#ctx0" brushRef="#br0" timeOffset="-179393.62">3580 12321 941 0,'0'-6'0'0,"0"3"0"0,3 1 0 0,3 1 0 0,5 1 0 0,-1 0 434 0,4 10-200 16,2 7-101-16,3 2-50 0,-8 3 290 0,5 6-161 0,-3 6-95 15,-2 6 39-15,0-1-62 16,-11-3-30-16,3 3-1 0,-3 0-137 15,0-5 49-15,0 1 29 0,-10-4 0 0,-2-6-110 16,1-6 69-16,-3-1 44 0,-1-6-9 0,-1-4-467 16,3-5 246-16,0-3 51 0,3 0-422 0,2-8 272 0</inkml:trace>
  <inkml:trace contextRef="#ctx0" brushRef="#br0" timeOffset="-179230.06">3816 12229 798 0,'6'0'0'0,"8"0"0"0,1 0 331 16,-2-1-153-16,2-1-73 0,-2 0-36 0,3 0 82 16,-1 2-121-16,2 0 11 0,-1 0-9 0,0 0-134 15,-2 0 67-15,-1 0 34 0,0 0-1 0,-3 0-435 16,0 2 219-16,-5 0-193 16,-2-2 189-16,-1 2 95 0,-2-2 47 0</inkml:trace>
  <inkml:trace contextRef="#ctx0" brushRef="#br0" timeOffset="-178865.46">3983 12211 814 0,'-8'-2'0'0,"0"0"0"0,3 2 0 0,-1 0 0 0,0 0 0 0,2 0 0 0,1 0 0 0,-3 5 0 0,4 2 107 0,-3 6-29 0,-1-2-8 15,-2 3 65-15,2 3-51 0,-4 0-25 0,1 1-13 16,-3 0-6-16,1-2 93 0,-1 2-73 0,4-3-27 16,-2-2-1-16,2-4 56 0,4-2-19 0,0-1-8 0,3-2 57 15,1-1-43-15,0 2-21 0,1-3 0 0,9-1 61 16,6-1-45-16,0 0 0 0,4 0-239 15,1 0 170-15,2 0-1 0,-3 3 41 0,4-3-626 16,-4 0 558 0,-2 0 29-16,1 1-17 0,0-1-216 0,-3 0 96 0,-2 0 64 0,-1 0-8 15,-5 0-310-15,1 0 179 0,-3-1 88 16,-2-5 37-16,-1-3-118 0,-3-3 93 16,0 1 54-16,0-3 42 0,0 1 14 0,-8 0 0 0,-1 0 0 15,2 0 196-15,1 5-126 0,1 3-52 0,1-1-33 16,-1 4 189-16,3 0-103 0,-1 2-43 0,3 0 358 15,0 0-149-15,0 0-97 0,0 10-50 0,0-1-28 0,3 0 112 16,2 4-70-16,1-1-36 0,-1 3 9 0,-1 0-201 16,0 0 78-1,-3 2 40-15,1 2-411 0,0-4 225 0,-2 3-799 0,0 0 965 16,0-4 11-16</inkml:trace>
  <inkml:trace contextRef="#ctx0" brushRef="#br0" timeOffset="-178707.88">3953 12601 868 0,'-21'6'0'0,"3"-1"0"0,9 1 0 0,-4-2 0 0,5-2 0 0,5 2 280 0,0-4-128 16,3 1-60-16,0-1 39 0,0 0-50 0,8 0-24 0,8 0 9 16,-2 0 34-16,5 0-34 0,-1 0 0 15,2-1-33-15,-3-3-276 16,1-2 146-16,-2 0 60 0,-2-2 36 0,0 4-394 0,-2-5 215 16,-6 2 78-16,1 0-321 15,-6-1 199-15,1 1 95 0,-2-2 49 0</inkml:trace>
  <inkml:trace contextRef="#ctx0" brushRef="#br0" timeOffset="-178430.53">3994 12487 705 0,'-11'-4'0'0,"0"1"0"0,1 3 0 0,1 0 0 0,2 0 0 0,4 10 0 0,1 5 203 0,2 2-90 15,0 2-40-15,0 2 1 0,0 3-42 0,2-1 158 0,5 0-71 0,-1-3-47 16,2 0 0-16,-2-1-16 0,0-4 1 16,1-2-25-16,-1-4 9 0,2-2-8 15,-3-2 0-15,3-5-75 0,4 0 38 0,-1-8-269 16,2-10-220-16,3-9 247 0,-1-1 101 0,-1-3-313 15,3-11 404-15,-1 4 1 0,-6 2 12 16,7-9-13-16,-9 14 21 0,2-3 33 0,-3 4 0 0,0 8 0 16,-3 1 0-16,-2 7 92 0,0 5-75 0,-1 4 370 15,1 1-210-15,0 4-112 0,-2 0 0 0,3 0 313 16,-3 12-154-16,1 0-96 0,-1 5-48 16,0 0 131-16,0 2-93 0,0 0-43 0,2-1-21 0,1 1-60 15,-2-2 39-15,1-5 8 0,0-2-9 0,4 0-294 16,-3-4 148-16,4-3 73 0,1-3-475 15,3 0 266-15,-7-5 70 0</inkml:trace>
  <inkml:trace contextRef="#ctx0" brushRef="#br0" timeOffset="-178207.13">4286 12182 287 0,'2'-11'0'16,"2"5"0"-16,-2 5 0 0,2-1 299 0,-2 2-134 15,3 0-65-15,0 3 597 0,1 14-644 0,1 4 9 16,2 9-30-16,-1 6 615 0,-2 7-602 0,2 4-13 0,2 4 1 0,-2 3 102 15,-2 0-56-15,2 1-22 0,-2-3-1 0,1 0 74 16,-4-8-48 0,-2-6-17-16,-1-1-8 0,0-1-93 0,0-6 34 15,-4-2 0-15,-9-9 34 0,2-4-216 16,-4-5 104-16,1-3 57 0,0-7 27 0,-2 0-430 0,5 0 184 16,-2-11 119-16,1-12 2 0,4-5-383 0,4-6 236 15,3-9 117-15</inkml:trace>
  <inkml:trace contextRef="#ctx0" brushRef="#br0" timeOffset="-177828.14">4680 12144 1138 0,'0'10'0'0,"0"3"0"0,0-3 0 0,0-1 0 0,-5 6 0 0,0 0 504 15,3 4-236-15,2 3-117 0,0 1-52 0,2 1 225 16,11 1-145-16,6-3-74 0,2 1-36 0,4-3 22 15,4-4-22-15,1-3-7 0,0-6-98 0,0-3 34 16,0-4 0-16,-1 0 35 0,-5 0-185 0,4-8 89 16,-5-4 47-16,-3-6 25 0,-1 1-211 15,-6-3 106-15,-2 1 67 0,0-2-217 16,-6-1 115-16,-2-6 28 0,-1 3 36 0,-2-1-47 16,0 4 32-16,-9-7 9 0,-6 5 40 15,-1 3 14-15,3 8-14 0,-5 0 0 0,0 4-8 0,0 7 168 16,1 0-79-16,0 2-41 0,2 5 0 0,0 11 307 15,3 2-167-15,1 10-49 0,4 0-51 0,3 5 300 16,2-1-157-16,2 5-78 0,0 0 128 16,0 8-107-16,5-2-51 0,3 2 36 15,-2-1-43-15,1 1-21 0,-1-5 8 0,0 10-90 0,0-7-693 16,-2-7 724-16,-1 2 0 0,0-5 30 16,4-8 8-16,-6 0-615 0,5-4 283 15,-2-12 107-15,2 1-943 0,-3-4 1060 0,2-6-8 0,3 0-174 16,-2-6 108-16</inkml:trace>
  <inkml:trace contextRef="#ctx0" brushRef="#br0" timeOffset="-177514.98">5053 12459 824 0,'3'-6'0'0,"9"0"0"0,-3-2 0 0,-1 3 259 16,3 0-117-16,0 1-55 0,5 0-27 0,-1 1 395 15,2 3-203-15,1 0-114 0,1 0 158 16,-2 3-131-16,-2 6-67 0,0 2-32 15,-2 5-81-15,-4-2 21 0,-1 3-1 0,-3 4 27 16,-2 3-201-16,-3-1 101 0,0 0 58 0,-10 2 18 0,-3-1-120 16,-2-2 72-16,-3-6 37 0,2-2 0 0,-4-3-168 15,2-1 31-15,-2-3 60 0,3-3 124 16,2-2-38-16,7-1 1 0,-5-1-54 0,5 0 362 16,5 0-165-16,1 0-63 0,1 0-46 0,1 0 287 15,0 0-139-15,0 0-82 0,8 0-67 16,8 0-7-16,3 0-1 0,1 0 1 15,4 0-59-15,1 2 25 0,1 2 1 0,-2-3 32 0,3 2-404 16,-3-1 187-16,-1-2 112 0,7 1-722 0,-4-1 382 16,0 0 190-16,-3 0 95 15</inkml:trace>
  <inkml:trace contextRef="#ctx0" brushRef="#br0" timeOffset="-177313.38">5634 12128 1191 0,'-13'-10'0'0,"-1"8"0"0,3 2 0 0,-3 0 0 0,2 2 0 0,-3 12 468 16,-2 4-217-16,5 7-110 0,3 5 304 15,3 4-198-15,3 1-112 0,3 3-50 0,0 1 119 16,0-1-86-16,5-1-42 0,8 1-188 16,3-4 133-16,0-4 12 0,3-2-1 0,0-4-815 15,0-1 779-15,-3-8 8 0,3 0 29 0,0-4-328 16,0-5 152-16,-3-4 86 0,3-2-46 0,-3 0-675 15</inkml:trace>
  <inkml:trace contextRef="#ctx0" brushRef="#br0" timeOffset="-176680.98">6290 12133 2285 0,'3'-9'0'0,"0"5"0"0,5 0 0 0,0-3 0 0,0 3 0 0,2 3 0 0,5 1 60 0,1 0-27 0,2 0 191 16,2 16-96-16,-5 5-39 0,3 5-32 0,-2 12 218 15,-2 1-121-15,-5 3-60 0,-6 1-31 0,-1-4 43 16,-2 14-41-16,0-8 0 0,-2 0-32 0,-10 0-226 16,-6-5 113-16,2-4 64 0,-8 3 21 0,-3-7-506 15,2-8 267-15,-1-1 134 0,0-7 66 0,6-5-377 16,0-3 198-16,8-6 59 0,-2-2-431 15</inkml:trace>
  <inkml:trace contextRef="#ctx0" brushRef="#br0" timeOffset="-176502.46">6779 12706 1191 0,'0'0'431'15,"0"0"-215"-15,9 6-108 0,-3-4 670 0,-4-1-364 16,-2-1-195-16,0 0 166 0,2 0-32 16,-2 0-353-16,0 0 0 15,0 0 0-15,0 0 0 0,0 0 0 0,-2 0 0 0,-4 0-1404 16</inkml:trace>
  <inkml:trace contextRef="#ctx0" brushRef="#br0" timeOffset="-145261.45">25597 8058 477 0,'0'-1'0'0,"0"-2"0"0,0 2 0 0,0 1 0 0,0 0 0 0,0 0 146 0,0 0-49 0,0 0-36 16,0 0 0-16,0 0 88 16,0 0-59-16,0 0-28 0,0 0 7 0,0 0 30 15,0 0-34-15,0 0 0 0,0 0 52 0,0 0-42 16,0 1-14-16,-2 8 61 0,-1 2-45 0,0 1-22 15,0 1 0-15,-1 5 36 0,0-2-21 0,-2 3-9 16,2 3-28-16,-1-3 29 0,1 4 0 0,1 0-29 16,-1 0 8-16,4-2 16 0,0 2-24 15,0 0 0-15,0-1 37 0,0-1-37 0,5 0 8 16,6-3 13-16,3 1-21 0,2 0 0 16,3-2-1-16,0-2-35 0,-2-4 44 0,8 4-8 15,-7-7 0-15,3 1-72 0,2-4 36 0,-5 1-1 16,1-3 34-16,-1-2-47 0,1-1 1 0,-3 0 20 15,-3 0-26-15,4-4 39 0,-4-7-11 0,1 0 28 16,-1-5-22-16,0 0-8 0,0-3 6 0,1-1 3 16,-5 0 0-16,1 0 0 0,1-5-2 0,-5 5-34 15,2-5 35-15,-5 5 3 0,1-5 0 16,0 3-36-16,-2-1 32 0,-2 1-10 16,0-1 9-16,0 2-6 0,0 1 6 0,0-1 28 15,0 3 1-15,-2-2-32 0,-6 2 1 0,0 2 40 16,-1-2-35-16,0 1 2 0,-3 2-3 0,1 0-32 15,0 2 33-15,-3 3 4 0,1-1 7 0,-1 4-10 16,1 1-1-16,-2 1 21 0,0 1-21 0,0 2 0 16,-1 1 4-16,2-2 23 0,-3 1-1 0,4 2-26 15,-4 0 2-15,2 0 38 0,-2 0-4 16,4 0-25-16,-4 0-5 0,4 0 50 16,-1 5-23-16,3-1 16 0,-3 4-35 0,2 0 215 15,3 1-242-15,-3 0 0 0,3 4 0 0,1 1 0 16,0-1 0-16,3 2 0 0,1 2 0 0,-1 2 0 15,3-2 0-15,0-1 0 0,0 2 0 0,2-2 0 16,0-1 0-16,0-2-165 0,0 0 96 0,0 3 26 16,2-4 24-16,2 2-769 0,3 1 378 0,3 2-711 15</inkml:trace>
  <inkml:trace contextRef="#ctx0" brushRef="#br0" timeOffset="-142188.22">26194 8203 111 0,'0'0'0'0,"-2"-2"0"0,0 1 0 0,0-2 0 0,2 1 80 0,-2 0-28 0,2 1 4 0,0 1-69 16,-2 0-1-16,2 0 29 0,0 0-25 0,0 0-5 16,0 0-2-16,0 0 26 15,0 0-56-15,-3 0 24 0,3 0 1 0,0 0 24 16,-2 0 25-16,0 0-25 0,-2 0-1 0,3 0 0 15,-3 0 86-15,-3 0-41 0,4 0-2 0,-1 0 29 16,-1 0-28-16,1 3 1 0,1 3-16 16,1-3 130-16,0 1-57 0,0 0-36 0,2 0 74 0,0 0-55 15,0 0-26-15,0-1 8 0,0 1 60 0,2 0-48 16,3 0-23-16,3-1 0 0,7-1 115 0,0-2-62 16,2 0-42-16,-1 0 38 0,5 0-37 0,0 0 1 15,-2 0-37-15,2 0 106 0,-4 0-58 16,5 0-24-16,-1 0 14 0,0 0-38 15,-1 0 0-15,4 0 8 0,-1 0-48 0,4 2-1 16,-4-2 41-16,2 0 0 0,-1 0-78 0,-3 0 47 16,1 0-8-16,-1 0-27 0,0 0 11 0,-6 0 22 15,-4 0-115-15,-1 0 61 0,-4-2 14 0,0 2 0 16,-2 0-27-16,-2-2 29 0,-1 2 3 0,-1 0-3 16,0 0-48-16,0 0 32 0,0 0 9 15,0-3 0-15,0 0-188 0,-1 0 92 16,-3-1 58-16,-1 0-355 0,1 0 203 15,-1 1 102-15,-3-1 49 0</inkml:trace>
  <inkml:trace contextRef="#ctx0" brushRef="#br0" timeOffset="-141852.95">26410 7869 993 0,'-6'-8'0'0,"-1"3"0"0,5 1 0 0,0 1 0 0,-2 0 0 0,3 1 0 0,1 0 0 0,0 0 0 0,0 0 136 0,0 2-52 0,0 0-26 0,0 0 20 15,0 4-14-15,0 10-8 0,0 7 55 0,0 1-39 16,0 4 0-16,0 6-40 0,0 1 109 0,0 5-58 16,0 5-25-16,0-1 56 0,0 1-40 0,0 4-1 15,0-4-32-15,0 10 14 0,0-5-23 16,0 1 1-16,0-3-26 0,0-3 0 15,0-8 34-15,0 3-9 0,0-4-62 0,0-5 32 16,0 0-1-16,1-7 32 0,1 1-72 0,0-6 13 16,0-4 24-16,0-1-79 0,1-7 46 0,-1-2 10 15,-2-1 1-15,0-2-98 0,2 0 57 0,-2 0 22 16,0 0-71-16,1-5 42 0,4-3 22 0,-1-4 3 16,3 4-463-16</inkml:trace>
  <inkml:trace contextRef="#ctx0" brushRef="#br0" timeOffset="-135960.65">27234 7889 181 0,'0'0'0'0,"-2"0"0"0,2 0 0 0,-1 0 0 0,1 0 0 0,0 0 0 0,-2 0 154 0,2 0-61 0,0 0-29 0,0-3 32 15,0 2-35-15,0-4 0 0,0 2-28 0,0-5 32 16,0 2-32-16,0 0 8 16,0 1 6-16,0-1-14 0,0 0 0 0,0-1 0 15,0-1-4-15,0 3 12 0,0-3-8 0,0 0-3 16,0-1 2-16,0 2 1 0,-2 0 0 0,-1-3-24 15,0 2-7-15,0 1 27 0,-1-1-43 0,1 3 18 16,-4-2 0-16,3 3 23 0,-2 0-36 0,1 1-5 16,0-2 35-16,-4 4-11 0,4-1-15 0,-4-1 19 15,2 2 2-15,-2 1-18 16,1 0 8-16,-2 0 3 0,2 0 3 0,-1 0 28 0,2 0-28 16,-2 0-1-16,2 0 2 0,-2 0 26 15,1 1 1-15,2 4-19 0,-1 1 26 0,-2-3-28 16,4 2-1-16,-1 1 3 0,1 1 3 0,0 3 2 15,-1-1-7-15,1 3 5 0,2-1 6 0,-3 0-6 16,1 2-3-16,1 0 45 0,-3 2-43 0,2-1 1 16,0 3 25-16,-1-2 2 0,3 3-17 0,-4-1-8 15,4 1 25-15,-1 0-23 0,-1-1 0 16,1 4 5-16,0-3-24 0,1 2 20 16,1 1 2-16,-2 1-1 0,4-2-26 0,-2 1 24 15,2-2 4-15,0 2-27 0,-1 0-4 0,1 2 24 16,0-3 1-16,0 8-40 0,-4-8 37 0,4 6-2 15,-1-1-16-15,-1-2 15 0,2 2-3 0,-2 0 2 16,-1-3 16-16,3 6-15 0,-2-2-3 0,-1-3 2 16,2 4-8-16,1-3 8 0,-2-2 5 0,1 6-36 15,-1-3 30-15,0 1 0 0,0-1-1 16,-2-1-24-16,2-2 2 0,-4 8 21 16,1-1 4-16,-1-1-5 0,1 2-5 0,-6-1 4 15,3 0-18-15,-1 1 17 0,-4 0-2 0,3-1-9 16,-1-1 10-16,-1-4 0 0,3-5 4 0,-2 2-33 15,1-5 28-15,-2 0 0 0,2-4-26 0,-2-2 0 16,1-3 23-16,-2 1 1 0,0-3-86 0,0-1 39 16,-1 0 15-16,0-2 0 0,-2 0-90 15,2-2 52-15,-2 0 18 0,2 0-83 0,0 0 45 16,1 0 28-16,3 0-3 0,-1-2-55 16,4-4 39-16,2-1 1 0,1 2-169 0,2-3 104 15,2 1 43-15,0 0 35 0,4 2-373 0</inkml:trace>
  <inkml:trace contextRef="#ctx0" brushRef="#br0" timeOffset="-134861.78">27214 8569 311 0,'0'-8'0'0,"0"3"0"0,0 3 0 0,0-4 0 0,0 4 0 0,0 1 209 0,-3-1-88 15,3 1-44-15,0-2 43 0,0 3-36 0,0 0-29 16,0 4-1-16,0 11 46 0,0 2-34 0,-3 7 0 16,-1-2 72-16,2 9-57 0,-1-1-24 0,1 0 0 15,-1 0 20-15,0 2-21 0,1-2 7 0,1 5-30 16,-6-3 12-16,5 0-12 16,-5-2 0-16,4-3-19 0,-4-5 27 0,3 3-8 15,-2-6 0-15,-1-3-34 0,2-2 34 0,2-7 0 16,-3 1-27-16,2-5 27 0,3-3-4 0,-6 0 3 15,4 0 11-15,-1-2-14 0,2-9 0 0,2-3-1 16,0-4-72-16,0 2 34 0,4-5-2 0,8 4-2 16,0-2 13-16,6 5-1 0,-2-1 14 0,3 8-58 15,1 2 23-15,-2 3 2 0,1 2-4 16,-3 0 30-16,1 7-14 0,-2 8 11 16,-1 0 30-16,-1 6 0 0,-3 0-36 0,-1 0 3 15,-4 1 67-15,-1 0-30 0,-2-2 11 0,-1 3-37 16,-1-4 69-16,0 0-31 0,-6 0-8 0,-7-4 21 15,1-2-13-15,-3-4 6 0,-2-1 4 0,-1-4-29 16,-4-3 9-16,2-1-7 0,0 0-109 0,0-1 60 16,1-11 18-16,5-3 0 0,-4-6-360 15,7-3 181-15,4-2 73 0,4-5-454 0,3 2 267 16,0-3 131-16,0 2 64 0,12-2-159 16</inkml:trace>
  <inkml:trace contextRef="#ctx0" brushRef="#br0" timeOffset="-134202.66">27409 7995 263 0,'0'-6'0'0,"2"2"0"0,0-1 0 0,0-1 0 0,-2-2 0 0,0-1 0 0,0-1 204 0,0-1-89 0,0 0-41 0,0 1-1 0,0-1-12 0,0 0 1 15,0 1-21-15,-6-1-35 0,2 2 1 0,-1-2 26 16,0 1 0-16,-2 3-44 16,0-1 30-16,0 1-8 0,-2 3-39 0,-2 0 28 15,-1 2 0-15,-4 2 10 0,2 2 2 0,-6 11-9 16,1 4 15-16,1 6-24 0,-1-2 78 0,3 7-31 15,2-6 5-15,-1 8 76 0,5-3-48 0,4-7-20 16,3 3 1-16,1-2 30 0,2-2-18 0,0-5-8 16,2 0-57-16,6-3-1 0,3-4 32 15,2-2 0-15,4-3-20 0,-1 1-8 16,2-3 28-16,0 0 0 0,1-3-86 0,-1-4 31 16,-2-6 32-16,1 0-15 0,-2-2-121 0,1-2 52 15,-4 0 40-15,-1 0-90 0,-1-2 56 0,-1 4 16 16,-1 0-4-16,-2 4 12 0,-4 1 1 0,0 4 8 15,-1 1 72-15,1 3-29 0,-2 1 0 0,0 1-34 16,0 0 86-16,-2 5-35 0,-6 6-25 0,2 4 166 16,1 3-84-16,2-2-27 0,1 1-26 0,0 2 190 15,2-2-91-15,0-2-32 16,0 0-27-16,7-2 0 0,4-1-36 0,2-2-1 16,4-3-130-16,3 2 61 0,-1-4 35 0,1-3 0 15,1 0-119-15,0-2 63 0,-1 0 51 0,-1 0-614 16</inkml:trace>
  <inkml:trace contextRef="#ctx0" brushRef="#br0" timeOffset="-133709.85">27678 8150 818 0,'-2'-7'0'0,"-1"3"0"0,3 1 0 0,0 2 0 0,0 1 0 0,0 0 0 0,-4 0 0 0,3 13 237 0,1 4-101 0,-2 8-52 0,2 1-26 15,0 4 190-15,0 1-100 0,0 4-61 0,0 2 103 16,0 4-79-16,0 1-39 0,0-2 1 0,2 3 11 15,-2 9-30-15,0-3 1 0,0 2-5 0,0-6-18 16,0-8 9-16,0 4-8 0,-2-3-80 0,-2-4 41 16,1-4-1-16,-1-7 39 0,0-5-138 0,3-7 65 15,-1-1 24-15,2-4-283 16,0-5 133-16,-2-1 81 0,2 0-124 0,0-7 96 16,0-10 23-16,0-5 29 0,0-5-270 0,0 0 149 15,2-10 67-15,3-8 46 0,-2 0-224 0</inkml:trace>
  <inkml:trace contextRef="#ctx0" brushRef="#br0" timeOffset="-133467.5">27624 8287 469 0,'-8'-24'0'0,"3"3"0"0,-2 4 0 0,7 0 0 0,0 1 0 0,0-2 0 0,2 0 298 0,10 1-133 16,6 2-66-16,2 2-33 0,2 3 222 0,4 1-132 16,-2 2-62-16,3 3 61 0,-7 2-62 0,2 2-30 15,-1 0-59-15,-3 4 29 0,-4 7 0 0,0 4-1 16,-7 3-29-16,-1 3-1 0,-5 2 39 0,-1 6-8 15,0-4-75-15,-7 1 38 0,-7 0-1 0,-4 1 38 16,-3-4-100-16,0-3 15 0,-1-1 32 0,3-4-98 16,-2-1 59-16,1-5 17 15,1-2-1-15,3-3-146 0,0 0 85 0,2-4 33 16,0 0-91-16,5 0 60 0,3 0 27 0,3 0 8 16,3-5-217-16,0-5 126 0,11-4 63 0,6 1 31 15</inkml:trace>
  <inkml:trace contextRef="#ctx0" brushRef="#br0" timeOffset="-133208.21">28135 8182 522 0,'5'-17'0'0,"1"2"0"0,-4 1 0 0,3 2 0 0,-3 1 0 0,-2 2 200 0,0 1-75 15,0 0-50-15,0 5-21 0,-8 1 96 0,-4 2-59 16,0 0-29-16,-6 13 9 0,-4 8 94 0,2 4-66 15,-6 8-33-15,7 0 132 0,0 5-83 0,6-2-33 16,-2 11 179-16,5-6-114 0,5 0-57 0,3 1-29 16,2-8 115-16,0 3-64 0,0-1-44 15,0-3 0-15,5-1-67 0,5-1 32 16,-2-5 0-16,3-4 8 0,2 5-197 0,-1-7 94 16,-2-1 47-16,3 1-398 0,1 0 218 0,-1-6 67 15,2 1 67-15,-2-3-686 0,1-5 358 0</inkml:trace>
  <inkml:trace contextRef="#ctx0" brushRef="#br0" timeOffset="-132609.21">28142 8354 396 0,'0'-11'0'0,"0"5"0"0,0-2 0 0,1 3 0 0,7-4 0 0,-1 4 0 0,5-1 245 0,-1 4-107 0,5 0-52 16,0 2 143-16,1 0-102 0,1 4-47 0,0 7-24 16,-2 5 72-16,2 2-47 0,-8 1-16 0,4 3-8 15,-7-1-4-15,1 6-20 0,-6-3 0 0,-1 1-26 16,-1-5 34-16,0 6-8 0,-7-1-22 0,-7-2 1 15,0-3 21-15,-8-1-1 0,4-6-47 0,-9 4 20 16,4-6-7-16,-4-1 33 0,2-5-125 0,-2-4 56 16,6-1 20-16,-2 0-3 15,5 0-196-15,1-3 107 0,4-8 38 0,4 0-250 16,4-2 131-16,5-4 84 0,0 3 37 0,2-1-97 16,15-6 67-16</inkml:trace>
  <inkml:trace contextRef="#ctx0" brushRef="#br0" timeOffset="-132385.97">28461 8302 888 0,'0'-12'0'0,"0"-1"0"0,0 7 0 0,-6-2 0 0,-3 2 0 0,-1 0 0 0,-3 5 0 0,1 1 0 0,-5 0 265 0,6 6-116 16,-1 9-59-16,-1 4 151 0,0 5-108 0,9 0-50 15,-2 2 33-15,6 0-41 0,0 1-22 0,0-5 9 16,2 8-53-16,9-7 0 0,3 0 23 0,1-3 1 15,5-1-152-15,-4-4 84 0,9 2 30 0,-7-6-1 16,4-1-314-16,-2-3 131 0,-1-1 98 16,1-4-384-16,-4-2 225 0,-2 0 108 0,-4 0-177 15,-2 0 159-15</inkml:trace>
  <inkml:trace contextRef="#ctx0" brushRef="#br0" timeOffset="-132210.34">28636 8519 805 0,'1'0'0'0,"2"0"0"0,4 0 0 0,-4 1 0 0,0 3 0 16,0 1 0-16,0 4 0 0,-3-1 185 0,0 6-76 0,0-2-39 0,0 6 1 0,0-1 207 0,-3 1-114 16,-8 5-70-16,0-2-21 0,-3-1 1 0,3-3-41 15,-1-1-1-15,-2 0-188 16,3-3 90-16,-1-1 50 0,0-5-326 0,6-1 187 16,-1-3 93-16,0-1 8 0,2-2-393 0,0 0 191 15,4-2 112-15,1-9 56 0</inkml:trace>
  <inkml:trace contextRef="#ctx0" brushRef="#br0" timeOffset="-131799.75">28721 8276 1194 0,'0'-2'0'0,"0"0"0"0,0 2 0 0,0 0 0 0,0 0 0 0,0 4 0 0,-6 5 0 0,3 2 0 0,1 5 176 0,2 1-64 0,0 0-43 16,2 1 131-16,5 4-84 0,6-2-42 0,1-2-20 15,-1 0 39-15,4-3-34 0,1-2-1 0,1-2-39 16,-1-2 14-16,-1-3-1 0,-2-3 9 0,2-1-68 16,-2-2 30-16,-2 0 0 0,2 0 30 0,-1-9-125 15,-3-6 65-15,2-4 25 16,0-1-192-16,-4-4 84 0,0-1 58 0,-1-1 1 16,-1-5-151-16,-1 3 92 0,-2-2 23 0,-3 0 27 15,1 0-26-15,-2 4 27 0,0 5-8 0,0 2 36 16,-5 3-1-16,-4 3-1 0,-4 3 139 0,0 5-69 15,0 5-44-15,-1 0 9 0,-2 0 263 0,-4 9-140 16,2 7-47-16,2 5-41 16,6 0 304-16,-2 8-158 0,3 0-72 0,2 4-38 15,1 0 65-15,5 1-52 0,-1 0-19 0,2-1 79 16,0-1-57-16,0 2-29 0,0 0-96 0,0-1 34 16,-2 3 8-16,2-2 26 0,-1 2-301 0,-1 0 150 15,2-3 76-15,0 0 38 0,0-7-553 0,0-4 272 16,0-3 96-16,0-4-258 0,3-6 208 0,8-1 103 15,-3-6 44-15,2-2-124 0,2-2 92 0</inkml:trace>
  <inkml:trace contextRef="#ctx0" brushRef="#br0" timeOffset="-131477.53">29027 8533 908 0,'5'0'0'0,"4"5"0"0,3-4 0 0,4-1 0 0,-3 3 0 0,3-3 0 0,-3 3 0 0,2 0 335 0,-2 3-151 0,-1 1-76 0,-2 4 64 16,-2 1-71-16,-1 1-25 0,-2 2-9 0,-3 0-126 16,-2 2 45-16,0 0 24 0,0 2-48 0,-7-2 44 15,-6 0-9-15,-3-2 36 16,2-2-113-16,-4-4 57 0,2 0 28 0,-3-3 8 16,5 0-91-16,-2-4 44 0,3 0-12 0,3-2 22 15,1 0 120-15,1 0-49 0,5 0-31 0,2 0 211 16,-1 0-99-16,2 0-56 0,0 0 40 0,0 0-35 15,6 0-15-15,13 0 0 0,-1 0-74 0,1-2 23 16,0 0-1-16,5 0 31 0,-4 0-192 0,5 0 92 16,-3 2 46-16,5 0-337 15,-4 0 165-15,-1 0 63 0,-2-2 57 0,3 2-325 16,-2-1 178-16,-2-2 90 0,0 0-70 0,0-3 71 16,-3-5 48-16,-2-2 1 0</inkml:trace>
  <inkml:trace contextRef="#ctx0" brushRef="#br0" timeOffset="-131259.91">29475 8214 768 0,'-13'-7'0'0,"0"-3"0"0,5 8 0 0,1 0 0 0,-1 2 0 0,2 0 0 0,-2 0 0 0,6 11 190 0,-4 3-71 16,1 4-47-16,3 9 144 0,-2 2-92 0,3 0-46 15,-1 3 53-15,2 1-42 0,0-2-31 0,0 3-1 16,0-3-12-16,0 0-12 0,0-2-1 0,0-6 9 15,2 2-111-15,3-5 51 0,0-1 26 0,3-4-307 16,-1-3 173-16,5-3 42 0,-1-3 52 0,-1-6-448 16,2 0 224-1,1 0 108-15,-3-10-141 0</inkml:trace>
  <inkml:trace contextRef="#ctx0" brushRef="#br0" timeOffset="-131027.54">29526 8321 781 0,'0'-9'0'0,"0"7"0"16,0 0 0-16,0 0 0 0,8 2 0 0,5 0 0 0,4 0 301 0,-1 8-134 0,3 3-59 0,2 6-41 0,-5-1 81 0,0 5-58 16,-2 0-28-16,-2 1 61 15,-5-1-38-15,3 2-29 0,-7-1-1 0,0 1-45 16,1-2 1-16,-4-1 22 0,0-1-49 0,-7 0 21 16,-9-1 0-16,-3-4 27 0,-1 1-158 0,-5-6 79 15,3-1 49-15,-1-2-17 0,1-5-99 0,-3-1 31 16,2 0 44-16,2 0-272 0,3-1 137 0,4-7 53 15,5-5 44-15,5-1-155 0,4-3 99 0,0-3 50 16,10-1-222-16,10-4 156 0,7-6 75 0,-6 8 74 16</inkml:trace>
  <inkml:trace contextRef="#ctx0" brushRef="#br0" timeOffset="-130628.6">29772 8327 530 0,'5'-2'0'0,"-2"1"0"0,-3 1 0 0,3 0 0 0,-3 0 0 0,0 0 334 0,-8 3-151 0,-4 8-67 0,2 2-45 15,-3 4 288-15,3 2-163 0,-2 1-82 0,8 1 91 16,-3 2-78-16,7-2-51 0,0 3-22 0,0-1 94 16,0-3-58-16,7-1-28 15,2-1-89-15,2-1 25 0,0-2 1 16,1-2 34-16,0-3-290 0,-4-1 153 0,0-3 64 0,0 0 36 16,1-2-459-16,-5-4 228 0,0 0 55 0,3 0-84 15,-4 0 120-15,2-4 55 0,4-8 29 0,-7-3-211 16,-1-2 119-16,4-5 51 0,-5-8-67 15,5-2 84-15,-2 0 84 0,6 2 0 0,-2 4 0 0,1 5 0 16,2 2 0-16,-1 0 0 0,0 2 0 0,-8 3 0 16,0 5 0-16,4 1 258 15,-2 3-113-15,1 1-83 0,1-1 4 0,-3 4 196 16,4-1-74-16,2 2-71 0,2 0 282 0,3 3-183 16,0 7-92-16,0 5-46 0,0 3 211 0,1 1-120 15,-5 6-72-15,-3-1-32 0,1 3 26 0,-4 1-29 16,-2 1 0-16,-1-6-105 0,0 9 33 0,0-7 22 15,-1-5 0-15,-9 3-84 0,2-2 53 0,-4-4 34 16,0-3-307-16,-1 0 159 0,-4-5 24 0,2-3 58 16,-2-2-409-16,-1-4 205 0,4 0 115 0,-3 0 54 15,6-8-309-15,0-7 182 16</inkml:trace>
  <inkml:trace contextRef="#ctx0" brushRef="#br0" timeOffset="-130399.54">30038 8139 1364 0,'10'-7'0'0,"0"2"0"0,9 4 0 0,-5-1 0 0,4 2 0 0,-2 0 0 0,1 0 157 0,1 12-62 0,2 6-31 16,-1 3 333-16,-3 1-174 0,0 6-99 0,-5 4-46 16,-3 4 169-16,1 2-106 0,-5-1-47 0,-3 9 16 15,-1-7-39-15,0 0 1 0,-10 1-39 0,-2-7-60 16,-6 3 39-16,0-2-9 0,-3-2-79 0,-1-4 55 15,-1-1 26-15,-2-2 1 0,-2-2-339 0,0-3 127 16,-3-6 106-16,2 1-12 16,-1-4-540-16,2-3 310 0,-4-7 147 0</inkml:trace>
  <inkml:trace contextRef="#ctx0" brushRef="#br0" timeOffset="-127799.75">30801 8063 609 0,'2'-18'0'0,"-1"3"0"0,1 6 0 0,0 5 0 0,-1 0 0 0,-1 2 0 0,2 0 128 15,-2 2-51-15,0 0-22 0,0 0 0 0,0 0 104 16,0 12-63-16,0 5-24 0,0 8 62 0,-2 4-51 16,-4 3-24-16,1 9-1 0,-3 1 85 0,3-7-47 15,-4 15-35-15,4-8 32 0,-3 1-30 0,2 1-1 16,-2-3-29-16,5-7 29 0,-2 3-8 0,0-5-22 15,5 0 1-15,-2-7-9 16,2-3 9-16,-3-1 8 0,3-4-49 0,0-6 41 16,-1 0 0-16,1-5 0 0,0-2-31 0,0-3 9 15,0 2 22-15,0-3-68 0,-2 0 31 0,-1 0-14 16,-1-3 46-16,-3-6-33 0,0-2 25 0,-1-2-10 16,2 0-129-16,-5-4 60 0,3-2 35 0,0 0 7 15,-4 0 0-15,2 0 4 0,2 3 16 0,-4 2-21 16,0 1-159-16,3 4 81 0,-5 4 39 0,1 3-3 15,-5 2 119-15,4 0-52 0,-5 3-31 0,4 10 183 16,-5 8-77-16,9 0-46 16,-2 1-23-16,2 2 223 0,6 1-85 0,0 5-68 15,5-3 89-15,0-1-69 0,0-2-36 0,0-5 1 16,5 3-52-16,6-3-8 0,3-2 25 0,-1-4 0 16,0-2-49-16,4-3 25 0,-2-4 8 0,5-2-251 15,-1-2 115-15,2 0 70 0,3-2 1 0,-2-3-459 16,0-5 208-16,1-3 138 15,0-1-340-15,0 0 233 0,-4-2 118 0,1 0 59 0</inkml:trace>
  <inkml:trace contextRef="#ctx0" brushRef="#br0" timeOffset="-127575.24">30861 8533 655 0,'0'-11'0'0,"0"4"0"0,2 2 0 0,6-2 0 0,3 0 0 0,0 1 311 0,5 1-144 15,-2 2-67-15,7 2-33 0,-2 1 131 0,7 0-82 16,-6 1-33-16,5 11 184 0,-5 1-117 0,0 4-59 15,-3 4-22-15,-7-5-1 0,1 5-27 0,-4 1-8 16,-3 1-65-16,-2 2 33 16,-2-1 0-16,-2 0 31 0,-12-3-109 0,-4 3 51 15,-2-3 29-15,-2-2-99 0,-3-2-102 0,2-4 104 16,2-4 12-16,-7 1-92 0,6-6 44 0,2-3 52 16,0-1 1-16,5 0-168 0,3-1 98 0,4-13 61 15,5 0-180-15,3-11 116 0,0 0 59 0</inkml:trace>
  <inkml:trace contextRef="#ctx0" brushRef="#br0" timeOffset="-127371.28">31169 8409 1170 0,'16'-14'0'0,"-8"2"0"0,0 3 0 0,-3 1 0 0,-3 5 0 0,-1-2 0 0,-1 1 0 0,0 3 0 0,-1 1 195 0,-9 0-73 0,-1 10-48 0,-5 4 211 15,2 5-126-15,0 6-63 0,1-1-32 0,0 6 94 16,7-2-66-16,-1 2-30 0,7 0 82 0,0-1-55 15,0-1-29-15,0-4 9 16,5 4-86-16,5-5 25 0,7 0 0 0,-4-3-237 16,7-4 131-16,-1-4 73 0,2 1 25 0,5-5-467 15,-1-2 204-15,3-5 128 0,-1-1-221 0,0 0 154 16,5 0 88-16</inkml:trace>
  <inkml:trace contextRef="#ctx1" brushRef="#br0">15500 16802 0,'0'0'16,"0"0"0,0 0-16,0 0 15,0 0 1</inkml:trace>
  <inkml:trace contextRef="#ctx0" brushRef="#br0" timeOffset="-112265.64">3275 12111 812 0,'-7'-7'0'0,"4"4"0"0,1 0 0 0,-2-1 0 0,2 2 0 0,2 0 0 0,-3 0 0 0,3 1 96 0,-2 1-32 16,2 0 0-16,0 0-2 0,0 0-21 0,0 0-8 15,0 11-1-15,2 7 27 0,3 2-27 0,1 6 1 16,-1 2 61-16,2 4-35 0,0 1 1 0,1 3-28 16,-3 8 34-16,3-3-1 15,-5 0-24-15,3 9-6 0,-1-2-2 0,0-1 0 16,-2-2-1-16,-1 0-19 0,-1-10 7 0,1 0 13 16,-2-6-1-16,0-6-35 0,0-4-1 0,0-6 36 15,0-2 2-15,0-3-17 0,0-4-1 0,-2-3 10 16,-3-1 58-16,-1 0-28 0,-1 0 4 0,-3-3-59 15,5-9 29-15,2-3-1 0,1 0 10 0,2-2-40 16,0 0 16-16,0 0 16 0,5 4 9 16,6 0-63-16,5 5 24 0,-2-1 0 15,2 8 21-15,-1-2-29 0,5 3-14 0,-3 0 40 0,-1 10-33 16,0 3 0-16,-2-1 20 0,-2 6-30 16,-1 1 32-16,-3 1 2 0,-3-2-1 0,-2 2 24 15,-2 1 3-15,-1-2-26 0,0-1-1 0,-8-1 59 16,-3-2-28-16,-3-4 1 0,-5 1 62 0,0-5-44 15,-8-2-12-15,6-5 0 0,-4 0-119 16,1 0 48-16,2-1 16 0,2-8-305 0,3-3 155 16,3 1 82-16,6 0 28 0,5-1-445 15,3-2 221-15,3-1 124 0</inkml:trace>
  <inkml:trace contextRef="#ctx0" brushRef="#br0" timeOffset="-111384">5878 12010 844 0,'-6'0'0'0,"2"0"0"0,4 0 0 0,-2 0 0 0,2 0 0 0,-2 0 0 0,2 0 170 0,0 0-68 0,0 0 154 16,0 0-103-16,0 0-64 0,0 0-29 0,0 1 27 15,0 9-28-15,0 5 1 0,0 2-19 0,0 5 29 16,2 4 0-16,0 1-37 0,2 2-1 0,1 4 37 16,-2-1 7-16,-2-1-43 15,1 2-37-15,0-2 37 0,1 0 0 0,-3-2-1 16,0-6-17-16,0 3-8 0,0-2 25 0,0-3 4 16,0-4-3-16,0 0-1 0,0-6 8 0,0-1-30 15,0-3-12-15,0-1 30 0,0-4-15 0,0 0-35 16,0-2 25-16,0 0-6 0,0 0-14 0,0 0 0 15,0 0 31-15,0 0 4 0,0 0-130 0,8-2 60 16,3-4 22-16,2-1 10 0,1-3-16 0,2 4 35 16,-2-1-24-16,1 3 33 15,2 3-25-15,-1 1 9 0,-2 0-14 0,-1 0 48 16,1 9-7-16,-1 6-28 0,-1 5 68 0,-2 3-31 16,-4 0 8-16,-3 3-38 0,-1-3 83 0,-2 4-37 15,0-2-7-15,-3-1 114 0,-10 1-62 0,-3-4-33 16,2-5-3-16,-11 3 66 0,2-4-38 0,-3-3-24 0,-3-5 0 15,3-2 60-15,4-5-34 0,-6 0-29 0,4-1-72 16,2-10 25-16,4-6 0 16,6-2-298-16,2-9 157 0,6-3 83 0,4 3 27 15,0-7-804-15,1 3 388 0</inkml:trace>
  <inkml:trace contextRef="#ctx0" brushRef="#br0" timeOffset="-108305.79">31514 8522 209 0,'0'0'0'0,"0"0"0"0,0 0 0 0,0 2 0 0,0-2 0 0,0 0 0 0,0 0 0 0,0 0 165 0,0 0-66 15,0 0-34-15,0 0 8 0,0 0 66 0,0 0-52 16,0 0-28-16,0 0 65 0,0 0-46 0,0 0-15 16,0 2-7-16,0-1 8 0,0 4 0 0,5-2-31 15,6 1 91-15,0 0-38 0,3-1-30 0,-1 2 0 16,6-2 80-16,-1 1-51 0,0-2-27 0,0 1 9 15,4 1 71-15,-1 0-53 0,-2 0-26 16,0 2 34-16,1-1-31 0,-2 1 9 16,1-1-38-16,1-1-3 0,-5-2 3 0,5-1-1 15,-2-1-28-15,1 0 7 0,-3 0 22 0,3 0 0 16,-8 0-65-16,3-3 32 0,-4-1 1 0,-3-1 34 16,0 1-129-16,-4 0 42 0,-1 2 34 0,0-1-177 15,-1 0 96-15,-1 2 33 0,0-2 29 0,0 3-332 16,0-1 168-16,0 1 85 0,0 0-178 0,-5 0 122 15,-5 0 74-15</inkml:trace>
  <inkml:trace contextRef="#ctx0" brushRef="#br0" timeOffset="-108047.33">31777 8390 645 0,'-4'-1'0'0,"0"-2"0"0,4 0 0 0,-4 1 0 0,2 0 0 0,2 0 229 0,0 0-98 0,0 2-41 15,0 0 246-15,0 0-151 0,0 14-76 0,0 3-39 16,0 7 174-16,0 3-97 16,2 3-62-16,2 3-26 0,-2 1 45 0,0 0-36 15,-2 3 0-15,0 1 58 0,0-1-51 0,0 1-21 16,-8-2 0-16,6 0-59 0,-4-4-1 0,1-5 47 16,3 6-8-16,-1-13-91 0,2 1 45 0,-1-4 24 15,2-6-199-15,0 0 86 0,0-5 62 0,0-2 0 16,0-3-150-16,0-1 62 0,0 0 55 0,0 0-360 15,0 0 200-15,0-1 100 0,3-5 50 0</inkml:trace>
  <inkml:trace contextRef="#ctx0" brushRef="#br0" timeOffset="-107316.86">32317 8445 994 0,'0'0'0'0,"-1"0"0"0,1 0 0 0,0 0 0 0,-3 0 0 0,1 0 0 0,-3-2 0 0,0 2 0 0,2 0 0 0,0 0 124 15,-3 0-38-15,-1 2 19 0,3 10-36 0,-4 0 0 0,1 0-36 0,-2 3 45 16,4 2-8-16,-3-1-37 16,2 3 0-16,2 0 96 0,-2 2-48 0,6-1-15 15,-3-1 53-15,3 2-43 0,0-2-21 0,0 1-1 16,0-1 53-16,3 0-29 0,-1-2-8 0,7-1-7 16,-1 0-11-16,0-1-19 0,3 0 0 0,-3-4 38 15,5 0-9-15,-1-1-29 0,3-1 0 16,1-3-8-16,-2-3 8 0,3-3 8 0,1 0-2 15,1 0-6-15,3 0 0 0,-1-5 0 16,1-6-35-16,-3-1 43 0,-1-1-9 0,1-2-64 16,-5 0 27-16,2 0 1 0,-3-2 24 0,-3 0-44 15,-2 1 20-15,1-2 0 0,-3 0 11 0,-1-3-13 16,1 0-11-16,-3 1 17 0,-1-3-32 0,-1 1 0 16,1-1 24-16,-2-3 13 0,0 1-53 0,0 5 21 15,0-8 0-15,-3 9-22 0,-2-4 20 0,-3 2 0 16,-1 3 14-16,-3 0 33 0,0 4-28 0,2 1-8 15,-7 1 6-15,6 5 28 16,-2-1-3-16,-3 1-29 0,0 4 95 0,0 0-38 16,0 1-22-16,1 2 15 0,-2 0 6 0,0 0-21 15,0 0-13-15,1 7 1 0,0-3-15 0,3 4 24 16,-4 0-5-16,7 0-1 0,-1-1 0 0,0 0-1 16,3 2 1-16,3 1-29 0,-3 0 27 0,5 2-10 15,-3 2-231-15,6 1 105 0,0 2 59 16,0 4 20-16,0-1-526 0,0 5 263 0</inkml:trace>
  <inkml:trace contextRef="#ctx0" brushRef="#br0" timeOffset="-100354.4">10700 9606 1235 0,'-7'0'0'0,"2"0"0"0,3 0 0 0,0-1 0 0,0-2 0 0,0 1 0 0,2 0 0 0,-2 0 222 0,2-1-98 0,0-1 114 16,0 0-103-16,0-2-51 0,2-1-25 0,7-1 256 16,2 1-144-16,3 1-70 15,-1 0-34-15,2 3 158 0,2-1-97 0,2 3-39 16,2-2-32-16,-1 1 63 0,4 2-44 0,-3 0-22 15,-1 0-27-15,3 0 14 0,-2 0-8 0,-3 0 0 16,2 0-43-16,-5 0 22 0,-4 0-1 0,0 0-150 16,-1 0 82-16,-1 0 45 0,-4 0 22 0,1 0-423 15,-2 0 203-15,-3 0 60 0,1 0 69 0,1 0-374 16,-3 0 211-16,0 0 106 0,0 6-408 0,0 3 248 16,-3 8 137-16</inkml:trace>
  <inkml:trace contextRef="#ctx0" brushRef="#br0" timeOffset="-100125.02">10787 9867 885 0,'-15'5'0'0,"3"5"0"0,5-7 0 0,0 2 0 0,1-2 259 0,5-3-117 0,-1 0-55 16,0 0-27-16,2 0 522 0,0 0-275 0,0 4-129 16,7 0-76-16,8 0 331 0,2-1-200 0,6 2-100 15,-3 0 138-15,6-2-123 16,-1 1-58-16,1 0-111 0,-1-1 26 0,-5-1 1 15,3 0 189-15,-4 0-447 0,-3 0 220 0,0 0 32 16,-5-2 0-16,0 0-344 0,-6 1 185 0,2-1 91 16,-6 0-48-16,1 0-448 0,0 0 266 0,-2 0 133 15,0 0-358-15,0 0 249 0,2 0 120 0,-2 0 61 16</inkml:trace>
  <inkml:trace contextRef="#ctx0" brushRef="#br0" timeOffset="-99651.92">11689 9545 1126 0,'2'-16'0'0,"0"0"0"0,1 3 0 0,1-2 0 0,-2-2 0 0,0 1 0 0,-2 1 0 0,0-3 0 0,0 2 90 15,0-1-20-15,0 2-8 0,0 0 52 0,-2-1-41 16,-2 5 1-16,-1 4-41 0,-3-2 53 0,0 3-30 16,1 2-1-16,-4 2 51 0,-1 1-37 0,1 1 0 15,-1 0-28-15,0 10 84 0,-1 2-45 0,-1 5-24 16,0 4 154-16,2 0-88 0,1-3-37 0,2 2-30 0,-1 7 81 16,2-8-52-16,3 3-25 15,0 1 0-15,1-1 171 0,2 7-103 0,2-5-46 16,0 2-25-16,0 0 134 0,0 5 26 15,2 1-216-15,3 0 0 0,1 1 0 0,1 3 0 16,0 0 0-16,0 3 0 0,2 4 0 0,-2-4 0 16,-1 5 0-16,2-3 0 0,-1 4 0 0,-1-7 0 15,1 9 0-15,-2-10 0 0,2 1 0 0,-2-1 0 0,-1-3 0 16,-1 0 0 0,-1-4 0-16,-2-2 0 0,0-5 0 0,0 1 0 0,0-3 0 15,-7-2 0-15,-4-4 0 0,-1 0 0 16,-2-4 0-16,-4-1 0 0,0-6 0 0,-1 1 0 15,-2-3 0-15,3-2-202 0,0 0 163 0,2-2-691 16,4-7 348-16,5-1 167 0,3-5 95 0,4 4-713 16</inkml:trace>
  <inkml:trace contextRef="#ctx0" brushRef="#br0" timeOffset="-98209.28">12148 10297 706 0,'0'0'0'0,"0"0"0"0,0 0 0 0,0 0 0 0,0 0 0 0,0 0 0 0,0-1 0 0,0-5 136 0,0-1-52 0,0 2-17 15,0-2-8-15,0-1-17 0,0-1-9 0,0-1 0 16,0 1-1-16,0-3-19 0,0 1 20 0,-1 0-1 15,-1 0-33-15,0 0 34 0,-2-3 8 0,1 1-54 16,-3 0 23-16,1 0 0 0,-2 0 23 0,0-1-54 16,0 1 28-16,-2 5-21 0,-1-1 33 0,1 2 29 15,-2 3-30-15,-1 3-4 0,1 1 57 0,-2 0-28 16,-1 3 0-16,0 15-19 0,0 2 33 0,3 3-28 16,2 0 2-16,-3 8 68 15,5-1-33-15,1 2 5 0,3-2-38 0,1 2 77 16,2-1-31-16,0 0-7 0,0-4-40 0,0 0 48 15,2-6-24-15,5 0 0 0,0-5-15 0,4-1-35 16,1-3-1-16,-1-5 28 0,3-3-27 0,-1-2 0 16,2-2 35-16,0 0-92 0,-3-2 42 0,4-9 18 15,-3-4-1-15,2-7-141 0,-6 5 78 16,5-10 13-16,-7 1 26 0,2 0-119 16,-1 1 63-16,-2 4 16 0,-2-1 18 0,-3 3 7 15,1 7 11-15,0 1-17 0,-2 6 181 0,0 1-81 16,0 2-43-16,0 0 121 0,0 2-73 0,0 4-26 15,0 12-22-15,0 7 192 0,0 0-89 0,0 5-27 16,0-2-33-16,0 0 61 0,0 1-46 0,4-2-23 16,1-5 9-16,5 1-115 0,-1-3 43 0,2-2 20 15,1-2-306-15,1-2 160 0,-2-5 89 0,3 1 9 16,-5-4-226-16,2-4 94 16,0 0 80-16,-2 0-406 0,-1 0 223 0,2-9 123 15,-5-3 58-15,-1-5-291 0,-2-6 175 0</inkml:trace>
  <inkml:trace contextRef="#ctx0" brushRef="#br0" timeOffset="-97775.15">12097 9142 1388 0,'-11'-10'0'0,"4"7"0"0,4 1 0 0,1 2 0 0,-2 0 0 0,0 0 0 0,1 0 0 0,-1 10 0 0,0 4 0 0,2 6 202 16,2 3-85-16,0 5 22 0,0 3-52 0,0 4-20 16,2 1-7-16,4 0-75 0,-2-1 24 0,-1-1 0 15,1-2 24-15,0-8-20 0,-3 3 19 0,1-5 1 16,0-3 0-16,-2-6-46 16,0-1 22-16,0-5 9 0,0-3-11 0,0-3 0 15,0-1-10-15,0 0 91 0,-2 0-37 0,0 0 7 16,2-1-37-16,0-9-52 0,0-1 29 0,0-2 0 15,9-2 32-15,7 0-87 0,-2 2 35 0,6 0 1 16,-1 1 39-16,-1 6-37 0,3 1-8 0,-2 5 44 16,-1 0 14-16,0 0 1 0,-4 7-41 0,0 7 99 15,-1 1-43-15,-6 4 1 0,1 1-42 16,-4 5 90-16,-4-1-33 0,0 0-23 16,0 3 21-16,-10-7 1 0,-5 7 5 0,0-7-35 15,-2-1 3-15,2-6-15 0,-5-2 12 0,-1-5 9 16,0-2-8-16,1-4-94 0,-1 0 43 0,2 0-217 15,2-10 118-15,2-5 68 0,4-2 13 0,4-1-347 16,3-3 165-16,4-1 96 0,0-3 31 0,7 8-374 16,8 1 220-16,8-1 106 0</inkml:trace>
  <inkml:trace contextRef="#ctx0" brushRef="#br0" timeOffset="-96908.5">12985 9454 1276 0,'-8'-14'0'0,"6"11"0"0,0-1 0 0,-1 2 0 0,-1-1 0 0,-3 0 0 0,-1 2 0 0,-4 1 0 0,0 0 134 0,-4 1-51 0,-2 13 139 16,-3 4-95-16,0 6-39 0,-5 7-32 0,0 6 55 16,0 3-39-16,1 2 0 0,0 5-39 0,1-1 185 15,4 3-97-15,1 0-44 0,4 1 153 16,3-1-99-16,5 0-48 0,5-6-18 0,2 7 78 16,0-6-55-16,0-8-28 0,11 2 18 15,3-3-23-15,4-5 8 0,1 0-30 0,0-3-25 16,3-5 25-16,-1 0 0 0,2-2-1 0,-5-6-89 15,7 3 41-15,-8-4 24 0,1-3 0 0,1-2-325 16,-2 3 138-16,0-4-598 0,2-1 376 0,1-1 184 16</inkml:trace>
  <inkml:trace contextRef="#ctx0" brushRef="#br0" timeOffset="-95823.2">13196 9722 1167 0,'-3'-9'0'0,"1"3"0"0,0 5 0 0,2-2 0 0,-2 1 0 0,2 1 0 0,0 1 0 0,-1-2 0 0,1 2 0 0,0 0 288 0,0 3-128 0,0 11-63 16,1 6-25-16,3 10 112 0,1 2-76 0,2 10-38 15,-2-1 97-15,1 4-68 0,-1 4-24 0,-1 0 64 16,-1 6-53-16,0-4-27 0,1 4 1 0,-2-2-7 16,1-1 9-16,-1-3-29 0,2-2-1 0,-2-4-45 15,-1-8 23-15,1 2 0 0,0-4-153 16,0-4 84-16,0-7 46 0,-2-3-297 16,0-8 142-16,0-1 85 0,0-6 7 0,0-4-280 15,0 0 161-15,-2-3 81 0,-4-15 41 0,3-9-179 16,1-7 101-16,-2-11 63 0</inkml:trace>
  <inkml:trace contextRef="#ctx0" brushRef="#br0" timeOffset="-95575.34">13143 9726 1284 0,'-4'-16'0'0,"2"6"0"0,2 2 0 0,0 1 0 0,0 0 0 0,9-3 0 0,8 0 0 0,6-1 226 15,3 4-97-15,4 1-49 0,0 3 266 0,-2 3-157 16,-1 0-70-16,5 3 56 0,-6 12-71 0,-2-1-36 15,-3 8 1-15,-2-1-67 0,-6-1 8 0,0 8 23 16,-4-1 0-16,-3-1-28 0,-4 2 1 0,-2-6 35 16,0 8-82-16,-6-7 37 0,-7 1 0 0,-4-5-43 15,-4-2 27-15,3-6-1 16,-3 1-3-16,-2-7-175 0,0-3 86 0,3-2 54 16,-1 0 10-16,5 0-310 0,-1-5 168 0,6-1 78 15,3-2 41-15,2-1-121 0,4-1 81 0,2-1 31 16,2 2-304-16</inkml:trace>
  <inkml:trace contextRef="#ctx0" brushRef="#br0" timeOffset="-95249.96">13906 9624 1130 0,'-9'-7'0'0,"2"3"0"0,0 1 0 0,-1-1 0 0,-2 3 0 0,-1 1 0 0,1 0 0 0,-2 0 334 16,1 12-155-16,-5 7-73 0,3 5-36 0,-2 4 194 16,-1 10-115-16,2-4-50 0,-2 13-38 0,0-2 82 15,5 4-56-15,2-1 168 0,4-2-112 0,5-5-46 16,0 8-37-16,0-13 96 0,10-1-62 0,5-3-30 15,4-4-1-15,4-4-76 0,-1-3 18 0,2-4 1 16,1-5 26-16,-2 3-241 0,-3-8 121 0,3 0 68 16,-2-1-461-16,-5-5 216 0,1 2 131 0,0-3-255 15,-2 0 178-15,0 0 81 16,2-4 52-16</inkml:trace>
  <inkml:trace contextRef="#ctx0" brushRef="#br0" timeOffset="-94867.45">14037 9839 1111 0,'-6'-4'0'0,"0"2"0"0,2 0 0 0,1-1 0 0,-1 0 0 0,2 2 0 0,2-1 415 0,0-1-184 0,0 2-103 0,2-3 27 16,11 1-62-16,4 0-29 0,6 2-1 15,-1 1 97-15,6 0-68 0,-2 1-29 0,-1 13-70 16,0 3 1-16,-3 4 39 16,-5-3 8-16,4 7-107 0,-9-3 49 0,0 4 25 0,-3-3-64 15,-5 3 44-15,-2-1 31 0,-2 3-9 16,0-3-24-16,-11 3 1 0,-5-6-11 15,-2 0 59-15,-1-3 0 0,-6 0-31 0,-1-6-12 0,2-4 9 16,-4 0-58-16,2-3 29 0,3-2-235 16,0-4 127-16,3 0 60 0,3 0 32 15,6-4-10-15,4-7 39 0,7-4-434 0,0-8 212 0,18 1-308 16,8-9 256-16</inkml:trace>
  <inkml:trace contextRef="#ctx0" brushRef="#br0" timeOffset="-94673.96">14469 9748 852 0,'-4'-4'0'0,"-1"3"0"0,-5-2 0 0,-3 2 0 0,-3 1 111 0,2 0-38 0,-4 0-1 15,-2 15 305-15,1 4-164 0,0 3-94 0,1 5 236 16,4 5-161-16,1-3-80 0,6 6-41 0,4-4 138 16,3 1-92-16,0 0-44 0,0-3-21 0,10-3-53 0,7-2-1 15,0-5 41-15,10 2-8 0,-1-7-137 0,2-2 68 16,4-3 34-16,-2-5 1 0,-4 0-450 0,4-4 183 15,-7 0-513-15,1 0 375 0,-3 0 186 16</inkml:trace>
  <inkml:trace contextRef="#ctx0" brushRef="#br0" timeOffset="-94498.21">14703 10042 1248 0,'4'-2'0'0,"2"-1"0"0,-2 3 0 0,-3 0 0 0,3 0 0 0,-2 0 0 0,0 0 0 0,-1 9 0 0,1 2 331 0,-2 3-149 0,0 3-66 0,0 6-46 15,-3 1 126-15,-6 3-82 0,-3-1-40 0,-1 0-1 16,0-3-66-16,-2 3-9 0,4-9 35 0,-1 2-241 16,-1-5 120-1,2-2 61-15,1-7-425 0,1-1 236 0,4-4 57 16,1 0 80-16,2-8-409 0</inkml:trace>
  <inkml:trace contextRef="#ctx0" brushRef="#br0" timeOffset="-94093.25">14851 9713 1030 0,'4'0'0'0,"-2"0"0"0,3 2 0 0,-4 0 0 0,1 1 186 16,0 5-76-16,0 4-39 0,0 3 8 0,-1 5 294 16,3 4-170-16,3-1-85 0,2 1 72 0,1 1-79 0,1-7-31 15,9 6-8-15,-2-6-82 0,3-4 21 16,3-2 0-16,5-5 22 0,1-3-100 0,2-4 46 15,-1 0 27-15,1-1 0 0,-2-13-64 0,-1-1 46 16,-3-4 31-16,-2-1-253 0,-3-1 121 0,-4-1 17 16,-2-1 44-16,-3 1-95 0,-5-1 51 15,-2-5 27-15,-3 0 1 0,-2-3 32 16,0-1 3-16,-2-1 0 0,-7 3-8 0,-5 2 2 16,0 3 6-16,0 10 1 0,-2-1 46 0,-1 9-22 15,-2 5-10-15,2 2 268 0,2 0-133 0,0 12-49 16,2 8-39-16,1 3 282 0,5 5-141 0,2 4-52 15,1 3-45-15,4 9 156 0,0-1-98 0,0 4-50 16,0 0-15-16,0 6 104 0,0 3-69 0,0 8-98 16,0-3 0-16,0 0 30 15,0-7 8-15,0 5-153 0,0-5 72 0,0-5 36 16,0-11 1-16,2-2-454 0,0-8 241 0,3-5 68 16,0-3 75-16,1-12-525 0,2 1 283 0,3-9 141 15,-2 0 63-15</inkml:trace>
  <inkml:trace contextRef="#ctx0" brushRef="#br0" timeOffset="-93931.68">15321 10169 1637 0,'6'4'0'0,"0"2"0"0,-3-1 0 0,1 1 0 0,0 1 0 0,-3 4 0 0,1 0 0 0,2 3 241 0,-1-1-104 0,0 2-53 0,-1 2 56 15,0 1-58-15,0-2-25 0,0-2 1 0,-2 0-206 16,1-3 91-16,1-1 53 0,0-3-496 0,3-3 265 15,4-2 132-15,2-2 66 0</inkml:trace>
  <inkml:trace contextRef="#ctx0" brushRef="#br0" timeOffset="-93727.78">15721 9532 1957 0,'-2'6'0'0,"-3"9"0"0,-5 6 0 0,1 1 0 0,-4 8 0 0,-4 9 0 0,4-1 0 0,0 13 0 0,1-2 153 0,5-2-60 0,3 0 95 16,4-1-77-16,0-4-32 0,0 9-7 15,7-9-323-15,5-9 141 0,1 2 72 16,4-5-191-16,0-7 139 0,4 0 57 0,-5-12 33 0,5-4-645 16,4 7 317-16</inkml:trace>
  <inkml:trace contextRef="#ctx0" brushRef="#br0" timeOffset="-93498.38">15789 9812 1074 0,'0'-17'0'0,"-2"6"0"0,2 3 0 0,0 1 0 0,0-1 0 0,4 1 0 0,7 3 74 0,5 2 295 0,2 0-160 16,3 2-92-16,3 0-42 0,-4 15 189 16,1 0-116-16,0 8-57 0,-4 0 5 0,0 5-36 15,-4-2 0-15,-6 1-49 0,-1-1 0 0,-4 3 30 16,-2 2-8-16,0-1-96 0,-15-2 49 15,-2 0 22-15,-2-4-221 0,0-6 131 0,-6 2 14 16,0-7 42-16,4-7-330 16,0 0 144-16,3-6 94 0,0 0 10 0,8 0-242 15,4-12 159-15,4-10 79 0,2-3-255 0,0-3 167 0</inkml:trace>
  <inkml:trace contextRef="#ctx0" brushRef="#br0" timeOffset="-93315.38">16095 9672 1417 0,'4'-7'0'0,"0"5"0"0,-4 1 0 0,0-1 0 0,0 2 0 0,-16 0 0 0,2 3 0 0,-4 13 101 0,2 3-34 16,0 1-1-16,2 5 336 0,0 3-189 15,7-2 156-15,3 5-168 0,4-3-84 0,0-1-43 16,0-4-12-16,11 5-46 0,6-5 17 16,3-2 0-16,0-4-296 0,2-1 147 0,-1-2 83 0,1-5-213 15,1-1 139-15,-2-4 70 0,-1-4 35 0,-1 0-670 16,-1 0 312-16,-2 0 167 0,-2-10-319 15</inkml:trace>
  <inkml:trace contextRef="#ctx0" brushRef="#br0" timeOffset="-93116.9">16264 9589 1240 0,'0'-6'0'0,"7"4"0"0,7 0 0 0,1 1 0 0,0-1 0 0,1 2 116 15,5 2-42-15,-3 14-20 0,0 9 350 0,-3 5-186 16,-2 6-84-16,0 7 119 0,-3 0-110 15,-5 0-55-15,-3 3-28 0,-2-7 9 16,0 11-63-16,-5-5 1 0,-7-2-118 0,-3-2 72 0,3-8 36 0,-8-1 8 0,1-8-367 16,-1-3 198-16,1-10 98 0,-2-3 46 15,5-5-478-15,-2-3 197 16,6 0 139-16,4-7-267 0,5-12 197 0</inkml:trace>
  <inkml:trace contextRef="#ctx0" brushRef="#br0" timeOffset="-92857.58">16510 9518 2154 0,'0'-8'0'0,"7"4"0"0,3 3 0 0,0 1 0 0,-1 0 0 0,3 0 0 0,0 5 0 0,4 13 296 0,2 3-132 0,1 6-65 0,-3 4 131 15,5 7-99-15,-3-4-41 0,0 9-32 0,-4-2 122 16,-3 3-73-16,-2 1-38 0,-6 4 1 0,-3 3-13 16,0 10-24-16,-5-2 0 0,-13 4-225 15,-7-4 112-15,2-11 56 0,-7 2 37 16,0-8-578-16,2-7 290 0,1-12 75 0,1-1-544 0,6-12 356 16,4-5 169-16</inkml:trace>
  <inkml:trace contextRef="#ctx0" brushRef="#br0" timeOffset="-92616.23">16891 9967 1804 0,'-5'-5'0'0,"5"4"0"0,0-2 0 0,0 2 0 0,3-1 0 0,9 0 0 0,3 0 0 0,4 0 521 0,7 0-245 0,0-2-121 16,4-1-61-16,0-1 267 0,2 2-156 0,0-5-90 16,2 2-141-16,-4 0 30 15,-2 1-1-15,-6 0-395 0,3 0 221 0,-4 4 97 16,-5 0 54-16,1 1-706 0,-6 1 321 0</inkml:trace>
  <inkml:trace contextRef="#ctx0" brushRef="#br0" timeOffset="-91763.89">17699 9407 599 0,'-2'-12'0'0,"0"9"0"0,-1 1 0 0,3 0 0 0,0 0 214 0,-1 0-90 15,1 2-38-15,0 0 70 0,0 2-61 0,0 16-32 16,0 7 1-16,6 3 144 0,1 5-79 0,4 9-52 16,-3 0-22-16,-2 3 160 0,-1-1-92 0,-3 6-45 15,-2 0 47-15,0 3-51 0,0 3-20 0,0 1 0 16,-5-3-128-16,1-1 53 0,0-11 35 0,0 1-102 15,2-6 60-15,2-5 30 0,0-10 1 0,0-3-316 16,0-10 123-16,0-1 96 0,0-6-17 0,0-2-272 16,0-4 174-16,0-23 89 15,0-2-237-15,0-14 167 0</inkml:trace>
  <inkml:trace contextRef="#ctx0" brushRef="#br0" timeOffset="-91534.16">17603 9425 992 0,'0'-17'0'0,"0"4"0"0,0 4 0 0,6 2 0 0,5-3 0 0,8 2 154 0,5 1-61 0,2 3-22 0,8 4 286 0,0 0-163 0,0 0-80 16,-2 8-41-16,0 6 88 15,-4 7-56-15,-4-1-41 0,-3 4 1 0,-4 0 73 16,-6 0-53-16,-4 1-26 0,-3-1 46 0,-4 6-40 16,0 0 0-16,-7 0-68 0,-10 1 1 0,-6-1 34 15,-3-2 9-15,-2-2-158 0,-2-4 75 0,-1-2 37 16,3-8 1-16,2-2-110 0,6-5 45 0,-3-1 41 15,4-2-17-15,2-2-380 0,8 0 170 0,1 0 112 16,6-3-293-16,2-11 206 16,2-2 99-16</inkml:trace>
  <inkml:trace contextRef="#ctx0" brushRef="#br0" timeOffset="-91297.79">18298 9512 911 0,'0'-2'0'0,"0"0"0"0,-4 2 0 0,0 0 0 0,-5 0 0 0,-3 5 122 0,0 10-44 0,-4 0-15 15,-2 10 353-15,1 5-192 0,-4 9-96 0,4-1 275 16,3 4-185-16,7-7-84 0,2 5-55 0,3-3 120 16,2-1-83-16,2-4-42 0,9 0-20 0,8-4-96 15,4-4 33-15,-2-3 21 0,4-2 0 0,2-4-149 16,-5-4 85-16,1-1 51 0,-1-5-472 0,3-4 188 15,-3-1 145-15,-1 0-527 0,-2-1 317 0,0-6 150 16</inkml:trace>
  <inkml:trace contextRef="#ctx0" brushRef="#br0" timeOffset="-91057.43">18459 9606 1067 0,'2'0'0'0,"6"4"0"0,3-3 0 0,0-1 0 0,3 0 0 0,0 4 0 0,3 0 368 0,3 3-167 16,-4 3-77-16,3 5 56 0,-3 3-74 0,0 3-37 0,-3 2 1 16,-2-1 56-16,-3 1-38 15,-4 5-32-15,-3-2-48 0,-1 2 0 0,-3 0 25 16,-11 3-1-16,-4-2-55 0,-1-2 24 0,-4-1-1 16,-3-1 33-16,2-5-149 0,-3-3 82 0,-1-2 2 15,2-4-255-15,5-5 123 0,-1-3 78 0,3-3-150 16,6 0 95-16,1 0 52 0,8-7 28 0,4-13-287 15,2-1 158-15</inkml:trace>
  <inkml:trace contextRef="#ctx0" brushRef="#br0" timeOffset="-90857.97">18784 9551 1046 0,'2'-11'0'0,"-2"5"0"0,0 3 0 0,0 1 0 0,0 1 0 0,-2 1 0 0,-9 3 389 16,-6 17-170-16,0 7-98 0,-2 6 367 0,2 3-228 15,3 2-113-15,6-5 112 0,2 4-106 0,4 1-63 16,2-3-29-16,0-2 90 16,4-4-59-16,9 0-30 0,7-5 8 0,0 0-207 15,1-4 84-15,1-3 43 0,2-4 22 0,1-4-535 16,-4-3 286-16,3-2 131 0,-2-3-712 0,1-1 387 16,-4 0 198-16</inkml:trace>
  <inkml:trace contextRef="#ctx0" brushRef="#br0" timeOffset="-90706.38">19029 9889 1149 0,'0'-6'0'0,"0"3"0"0,0 1 0 0,1 0 0 0,1 0 0 0,0 2 213 0,0 0-93 15,-2 2-45-15,2 9 171 0,-1 5-106 0,-1 0-54 16,0 5-19-16,0 3 314 0,-7 2-174 0,-2 1-88 16,-3-1-42-16,1-1-123 0,2-3 48 0,-3 1-8 15,0-3-366-15,0-1 202 0,1-4 102 0,0-1-740 0</inkml:trace>
  <inkml:trace contextRef="#ctx0" brushRef="#br0" timeOffset="-90165.38">19370 9513 1101 0,'-15'-10'0'0,"6"7"0"0,1 3 0 0,5 0 0 0,-1 0 0 0,-1 0 0 0,-4 5 0 0,2 5 268 0,0 12-117 0,-3 2-60 15,2 2-29-15,3 6 74 0,1 2-55 0,3 0-25 16,1-1 106-16,0-1-64 16,3-2-33-16,12-1 52 0,2-5-46 0,4-2 0 15,3-3-38-15,2-5-14 0,1-1 14 0,-3-8 8 16,6-1-8-16,-1-4-53 0,-3 0 27 0,-1-2-1 16,0-13 27-16,-2-4-33 0,-2-1-7 0,-1-5 39 15,-3-1-196-15,-2-3 91 0,-2 1 25 0,-3-2-132 16,-3-1 74-16,-3-3 49 0,-2 0 0 0,-2-2-38 15,0 2 23-15,-2 3 7 0,-8 2 7 16,1 8 110-16,-3 3-42 0,-2 7-21 16,1 3-1-16,-4 6 85 0,2 2-47 0,-2 8 221 15,1 12-126-15,0 5-42 0,3 5-37 0,3 5 207 16,1 7-110-16,2-1-47 0,1 0-30 0,2 5 118 16,0-8-65-16,0 15-46 0,3-5 1 0,-1-1-9 15,2-1 0-15,0 0-29 0,0 5 9 0,0-3-279 16,0-3 136-16,0-8 67 0,0 1-203 0,2-6 110 15,1-10 80-15,6 0-599 16,-2-6 307-16,0-9 153 0,4-2 78 0,1-5-455 0</inkml:trace>
  <inkml:trace contextRef="#ctx0" brushRef="#br0" timeOffset="-89873.22">19689 9961 1319 0,'2'-10'0'0,"3"4"0"0,2 3 0 0,2-3 0 0,-2 1 0 0,5 2 0 0,1 0 0 0,2 1 0 0,2 2 430 0,0 0-199 16,0 2-99-16,-2 9 49 0,-2 2-74 16,-1 5-29-16,-5-2-8 0,-2 5-70 0,-3 5 0 15,-2-1 33-15,0 1-172 0,-9 1 94 0,-6-2 35 16,-4 0 21-16,-2-4-165 0,-1-3 94 0,3-7 37 16,-2 0 33-16,2-2-54 0,1-6 21 0,3-1-32 15,4 0 298-15,-1-2-130 0,4 0-61 0,5 0 145 16,-1 0-94-16,2 0-23 0,2 0-31 0,0-2 216 15,4 0-108-15,9 0-66 0,4 1-29 16,4-2-16-16,-1 1-13 0,3 1-1 16,2-2-105-16,-3 3-149 0,2 0 128 0,2 0-538 15,-1 0 321-15,0 0 130 0,-4 3 86 0,0-2-313 16,4 1 188-16,-2-2 93 0</inkml:trace>
  <inkml:trace contextRef="#ctx0" brushRef="#br0" timeOffset="-89672.2">20174 9506 2015 0,'-14'0'0'0,"0"0"0"0,-3 7 0 0,-4 11 0 0,0 4 0 0,0 12 0 0,1 5 0 0,3 4 0 0,8-5 293 16,0 10-134-16,5-4 205 0,4 1-166 0,0-2-83 15,6-1-41-15,6-9-30 0,4 3-11 0,2-4-1 16,3-4 1-16,0-1-294 0,3-5 143 0,-3-6 83 15,5-4-273-15,-1-3-203 0,-5-7 203 16</inkml:trace>
  <inkml:trace contextRef="#ctx0" brushRef="#br0" timeOffset="-89473.74">20344 9722 1063 0,'3'-7'0'0,"5"2"0"0,4 1 0 0,2-2 0 0,-1 1 0 0,-1 4 0 0,0 1 333 0,1 0-155 0,1 4-72 0,-2 11-37 16,-1 7 227-16,-6 3-132 0,-3 4-58 0,-2 4 25 16,0 1-49-16,-4-1-24 0,-10 3-80 15,-4 3 28-15,1-8 7 0,-1 4 20 0,-5-2-254 16,-2-2 126-16,-3-2 64 0,0-6 32 0,-2-4-469 16,3-5 195-16,5-7 131 0,3-5 4 0,5-2-115 0</inkml:trace>
  <inkml:trace contextRef="#ctx0" brushRef="#br0" timeOffset="-89256.32">20580 9672 1560 0,'0'0'0'0,"-2"0"0"0,-4 3 0 0,-3 1 0 0,-4 2 0 0,-2 1 0 0,-2 2 0 0,2 7 0 0,0 4 449 0,4 1-209 16,2 3-103-16,2 2-52 0,5 3 120 0,2-6-78 15,0 6-51-15,2-5-21 0,8-1-44 0,3-1 22 16,4-2-131-16,0-8 73 0,5 5 25 0,-2-9 0 16,0 2-429-16,2-7 231 0,-1 1 97 0,-2-4 69 15,0 0-680-15,-3 0 340 0</inkml:trace>
  <inkml:trace contextRef="#ctx0" brushRef="#br0" timeOffset="-89048.88">20764 9563 1256 0,'5'0'0'0,"7"1"0"0,-3 3 0 0,0 2 0 0,1 3 0 0,-2 6 303 0,1 6-140 0,1 2-65 0,-3 3 283 16,0 0-175-16,-3 4-86 0,0 1-36 0,-3 0 88 16,1 1-70-16,-2 2-34 0,0-4-1 0,0 1-165 15,-9-1 73-15,0 1 25 0,-3-5 0 0,1 0-331 16,0-9 182-16,1 0 90 0,3-8-232 0,-2 0 74 15,3-5 108-15,0-4-495 16,0 0 285-16</inkml:trace>
  <inkml:trace contextRef="#ctx0" brushRef="#br0" timeOffset="-88862.38">20958 9421 1831 0,'13'0'0'0,"6"0"0"0,3 8 0 0,0 2 0 0,1 3 0 0,-1 3 0 0,-1 6 0 0,4 13 271 16,-6 1-118-16,-7-3 248 0,1 15-189 0,-5-5-89 16,-4 4-45-16,-4 0 42 0,0-1-43 0,-14 3-14 0,-4 0-8 15,-5-2-201-15,-3 0 90 0,-4-1 44 0,0 2 23 16,-6-5-449-16,1-4 231 0,-3-3 120 0</inkml:trace>
  <inkml:trace contextRef="#ctx0" brushRef="#br0" timeOffset="-87023.39">21434 9346 851 0,'0'-10'0'0,"0"6"0"0,-1 1 0 0,1 2 0 0,0-1 0 0,0 2 0 0,0 0 282 0,0 0-128 16,9 11-61-16,3 2-30 0,2 6 105 0,4 2-68 15,-2 2-26-15,1 6-7 0,0 0 118 0,-4 0-75 16,-2 3-40-16,-2 2 19 0,-2 0-20 16,-4 3-8-16,-3-2-59 0,0 10 1 0,0-8 29 0,-12 4 1 15,0-5-67-15,-7 9 29 16,0-6 0-16,-2-1 38 0,0-2-162 0,3-6 78 15,-5-2 16-15,1 0-106 0,2-5 50 16,2-8 45-16,1 0-7 0,8-8-344 0,-2-3 174 16,5-4 99-16,5 0-249 0,1-13 170 0</inkml:trace>
  <inkml:trace contextRef="#ctx0" brushRef="#br0" timeOffset="-86555.48">22111 9134 1035 0,'3'-12'0'0,"3"4"0"0,-3 2 0 0,-1 1 0 0,0 1 0 0,1 0 0 0,-3 2 0 0,0 1 373 0,2 1-162 0,-1 0-93 0,1 8 166 0,2 11-126 16,0 4-63-16,1 6-30 15,2 2 107-15,0 3-73 0,-2 10-33 0,-1-2 129 0,1 3-82 16,-3 1-39-16,0 4 7 0,0 0 58 0,-2 1-53 16,0 0-26-16,0-1-1 0,-2 2 2 0,-4-9 8 15,-1 8-36-15,4-14 29 0,-1 0-1 0,-1-4-28 16,3-9 0-16,1-4 9 0,-1-7-9 16,2-3 152-16,0-6-383 0,0 0 192 0,0-4-1 0,0 0 48 15,-2 0-130-15,0-4 57 0,0-11 13 16,-3-4 0-16,-1-5-127 0,-2-2 78 15,-3-3 19-15,0-1-175 0,-2 2 90 16,-2 2 57-16,-2 5-57 0,0 8 43 0,-4 1 33 0,-3 6 0 16,1 6 61-16,-1 0-35 0,0 8-1 0,3 9-8 15,-1 6 125-15,5 0-58 0,4 1-29 0,3 1-1 16,6 0 176-16,4-2-76 0,0 5-53 0,2-6 122 16,10 1-77-16,2-4-11 0,7-2-181 15,-2-4 77-15,9-1 21 0,0-5 19 0,2-3-256 16,0-4 124-16,2 0 64 0,0-2 16 15,0-7-768-15,0-5 388 0</inkml:trace>
  <inkml:trace contextRef="#ctx0" brushRef="#br0" timeOffset="-86339.06">22401 9574 909 0,'7'-10'0'0,"2"4"0"0,4 1 0 0,2-1 0 0,1 2 0 0,4 3 476 0,-1 1-222 16,3 0-111-16,-3 1 327 0,5 13-223 15,-4 3-108-15,-2 3-52 0,-2 3-14 0,0 3 0 16,-7-1-32-16,-1 7-8 0,-4-4-78 0,-4 2 39 16,0 0 0-16,-9 1 39 0,-7 0-181 0,-5-3 86 15,-2-1 48-15,0-4-215 0,-4-4 132 0,-1 1-13 16,-2-4-234-16,0-4 139 0,2-1 86 0,7-6 43 16,1-3-220-16,8-2 132 0,3 0 58 0,7-6 40 15</inkml:trace>
  <inkml:trace contextRef="#ctx0" brushRef="#br0" timeOffset="-86147.55">22865 9371 1487 0,'-2'-13'0'0,"-5"5"0"0,-6 2 0 0,-4 5 0 0,-1 1 0 0,-9 0 0 0,-1 20 0 0,2 5 0 0,-4 12 465 0,5 5-216 0,5 3-108 0,4 4 401 0,9 0-254 16,7-6-120-16,0 11-71 15,6-9 161-15,13-4-112 0,4-3-57 0,9-4 76 16,2-6-165-16,10 0 0 0,-1-7 0 0,2-5-515 16,2-4 290-16,2-4 129 0,-8-3 72 0</inkml:trace>
  <inkml:trace contextRef="#ctx0" brushRef="#br0" timeOffset="-80237.95">8287 11121 552 0,'-7'0'0'0,"1"0"0"0,3 0 0 0,-3 0 0 0,2 0 0 0,-2 0 0 0,4 0 305 16,-1 0-136-16,1 0-60 0,2 0 134 0,0 0-106 15,0 0-51-15,0 0 15 0,0 0-33 0,2 2 7 16,8-2-42-16,1 2 69 16,1-2-35-16,1 0 1 0,3 0-35 0,0 0 112 15,1 0-61-15,-2 0-25 0,2 1 39 0,-1-1-33 16,-2 3 9-16,4-1-26 0,-4 1-15 0,2 1 0 0,-2-2 0 15,1 2-23-15,0-2 9 0,0-1 14 0,-1 3 0 16,0-2-104-16,0 0 53 0,-2-2 25 0,-4 0 4 16,4 0-258-16,-5 0 106 0,2 0 73 0,-2 0-344 15,-4 0 191-15,0 0 82 0,-2 0 57 16,1 0-323-16,-2-4 186 0,0-1 93 0</inkml:trace>
  <inkml:trace contextRef="#ctx0" brushRef="#br0" timeOffset="-80017.7">8436 10862 591 0,'-8'0'0'0,"0"0"0"0,3 0 0 15,1 4 0-15,2 6 137 0,2 5-52 0,0-1-26 0,0 9 8 0,0 3 277 16,2 4-156-16,3 2-77 0,-1 4 208 0,1 9-143 16,-2-8-64-16,-3 12-43 15,0-4 73-15,0 0-55 0,-3 0-27 0,-6-3-98 16,2-6 44-16,-2 1-8 0,2-3 35 0,-3-5-280 15,1-1 140-15,0-8 70 0,-1 1 43 0,2-4-180 16,1-8 44-16,3-2 71 0,-2-3-412 0,2-4 220 16,4 0 100-16,0-4-188 0,0-11 153 0,2-7 76 0</inkml:trace>
  <inkml:trace contextRef="#ctx0" brushRef="#br0" timeOffset="-79602.69">8418 11403 1250 0,'10'-7'0'0,"-2"3"0"0,-1 0 0 0,0 2 0 0,1 0 0 0,2 0 0 0,-2 0 0 0,0 2 0 0,4 0 217 15,-1 0-93-15,2 0 194 0,0 0-134 0,1 0-80 16,-1 0-36-16,-1 0-90 0,0 0 28 0,-1-1 7 16,0 1 20-16,1-3-143 0,-7 3 72 0,3 0 35 15,-5 0-374-15,-1 0 210 0,0 0 96 0,-2 0-279 16,0 0 33-16,0 0 143 0,-2 0 70 0,-7 3 5 16,0-2 36-16,0-1 1 15,-5 2 30-15,5-2 132 0,-1 0-67 0,2 0-40 16,0 0 7-16,2 0 252 0,3 0-143 0,-1 0-59 15,4 0 136-15,0 0-48 0,0 2-66 0,0 6 42 16,0 0 44-16,0 4-63 0,2 2-31 0,1 1 33 16,1-1-36-16,-2 5 0 0,0 0-29 0,-1 0-117 15,-1-1 58-15,0 1 39 0,0-1-9 0,-1-2-123 16,-7-1 76-16,-2-3 10 0,-1-2-20 0,0-1 8 16,-2-4 26-16,2-1 49 15,2-1 0-15,-1-3-59 0,2 2 20 0,3-2 259 16,1 0-124-16,2 0-52 0,2 0-34 0,0 0 222 0,0 0-113 15,8 0-50-15,10 0-37 0,5 0 36 0,1 0-32 16,3-2 0-16,1-3-49 0,-3 1 25 0,10 1-9 16,-7-1 1-16,3-1-91 0,-3 4 45 0,-1-1 23 15,-3 0-373-15,5 2 189 0,-8 0 62 16,2 0 61-16,-3 0-504 0,-1 0 261 0,-3 0 122 16,2 0 74-16,-2 0-296 0</inkml:trace>
  <inkml:trace contextRef="#ctx0" brushRef="#br0" timeOffset="-79201.72">9087 10904 1069 0,'5'0'0'0,"-2"0"0"0,5 1 0 0,-3 9 0 0,-1 4 0 0,0 1 0 0,-3 8 326 0,3 0-146 0,-2 5-74 15,0 2-37-15,-2 2 242 0,0 2-132 0,0-1-76 16,0 5-36-16,0-2 20 0,-2 0-27 0,-2-3 0 15,1-1-245-15,-3 0 105 0,4-6 56 0,-1-6-419 16,1-2 238-16,-1-7 118 0,1-3 19 0,2-4-222 16,-2-4 140-16,-1 0-2 0,2-4 59 0,-4-10-197 15,2-2 121-15,-1-3 72 0,-1-7 32 16,-4 1-61-16,2-1 63 0,-2-2 64 0,3 3-11 16,-4-5 10-16,6 7 0 0,-3 3 207 15,6 1-126-15,-1 4-56 0,2 6-38 0,0-4 183 16,2 2-50-16,10 3-67 0,6 1 39 0,5 0 274 15,-3 2-159-15,6 1-91 0,-3 3-41 0,1-2 123 16,-2 3-82-16,1 0 23 16,0 0-45-16,-2 4-34 0,-3 5-1 0,-1-1-30 0,-4 3 4 15,1 0 0-15,-5 1 8 0,-2 1-29 16,-1 2 21-16,-5 0-1 0,-1 2 1 0,0-1-53 0,0 2 34 16,-5-2-8-16,-2 0 27 0,-4-1-233 15,-1-2 90-15,1 0-416 0,-3-3 231 0,2-3 137 16,-4-1 49-16,1-5-375 0</inkml:trace>
  <inkml:trace contextRef="#ctx0" brushRef="#br0" timeOffset="-78775.86">8876 10954 1117 0,'-14'-2'0'0,"7"2"0"0,0 0 0 0,4 0 0 0,3 4 0 0,0 7 0 0,0 1 0 0,0 1 182 0,2 0-79 0,6 2-35 16,1 2 73-16,-2 0-54 0,2 2-28 0,1-3-69 15,-6 1 17-15,2-4-1 0,-3-3 27 0,1 1-75 16,-2-2 38-16,-1 0 8 0,1-1 29 0,-2 0 25 16,0-1-26-16,0 3 1 0,0-1-19 0,0 1 66 15,0 3-52-15,0-1-6 0,0 6 109 0,0-3-51 16,2 3-21-16,1 1 45 16,-1 2-39-16,1 1-1 0,1 1-31 0,0-1-57 15,-3-1 28-15,3 2 9 0,-1-3 19 0,-2 1-133 16,-1-3 67-16,0 0 33 0,0-3-5 0,0-4-126 15,-6 2 58-15,-2-1 42 0,-3-5-18 0,0-1 24 16,0-2-12-16,-4-3 83 0,0-1-36 0,0 0-1 16,1 0-40-16,-2 0 218 0,3-4-92 15,4 1-40-15,0-3-27 0,4 4 265 16,3 1-120-16,0-1-71 0,2-1-24 0,0 2 75 16,11 1-63-16,14 0-29 0,3 0 1 0,4 6 46 15,7 1-37-15,0 2 63 0,9 4-54 0,-3-2 114 16,3 2-193-16,-4-1 0 0,1-1-174 0,-4-1 348 15,8 1-174-15,-6-2-580 0,-1 0 379 0,-8-2 113 16,3 0 17-16,-3-2-638 0,-4 1 342 0,-2-3 167 16,0 2-215-16,-3-3 190 0</inkml:trace>
  <inkml:trace contextRef="#ctx0" brushRef="#br0" timeOffset="-78567.41">9779 11214 1803 0,'0'0'0'0,"0"0"0"0,5 0 0 0,10 0 0 0,1 0 0 0,0 0 0 0,5 0 0 0,2 0 558 0,-3 0-254 0,4 0-140 0,3-4-16 0,1-1-58 16,2 0-29-16,-2-1-136 15,-3 1 62-15,2-3 19 0,-6 3 0 0,0-1-481 16,-3 2 254-16,0 3 127 0,-7 1 72 0,-1 0-796 0</inkml:trace>
  <inkml:trace contextRef="#ctx0" brushRef="#br0" timeOffset="-78379.36">9859 11433 1655 0,'-7'8'0'0,"4"-3"0"0,3 3 0 0,0-5 0 0,0 1 0 0,7-3 0 0,10 2 484 16,3-3-218-16,8 2-120 0,2-2-57 15,2 0 494-15,4 0-274 0,-3 0-139 0,-4 0-60 16,4 0-10-16,-4 1 83 0,-8-1-183 0,1 3-633 16,-2-3 359-16,1 1 161 0,-3-1 69 15,-4 0-1028-15</inkml:trace>
  <inkml:trace contextRef="#ctx0" brushRef="#br0" timeOffset="-67195.29">10746 11294 67 0,'0'0'0'0,"0"0"0"0,0 2 0 0,0-2 0 0,0 0 0 0,0 0 0 0,0 2 0 0,-2-2 61 16,2 0-24-16,0 0 0 0,0 0-22 0,0 0 30 15,0 0-30-15,0 0 1 0,0 0 22 0,0 0 1 16,0 0-17-16,0 0 55 15,0 0-28-15,0 0 1 0,0 0-28 0,0 0 41 16,0 0-6-16,0 0-8 0,0 0-8 0,0 0 81 16,0 0-44-16,0 0-23 0,0 0 9 0,0 0 53 15,0 0-42-15,0 0-21 0,0 0 76 0,0 0-48 16,0 0-17-16,0 0 56 0,0 0-44 16,0 0-22-16,0 0-1 0,0 0 1 0,0 0 8 0,0 0-30 15,0 0-1-15,0 0 49 0,0 0-25 0,0 0 1 16,0 0-16-16,0 0 37 0,0 0-23 15,2 0 1-15,-2 0 24 0,2 0-24 16,-2 0 9-16,0 0-4 0,0 0 0 0,0 0-29 16,0 0 1-16,0 0 8 0,0 0 0 0,0 0-8 15,2 0-1-15,-2-2 7 0,1 2-6 0,3 0 0 16,0-2 8-16,-1 2-39 0,4-2 31 0,-4 0 0 16,3 2-21-16,1 0 8 0,-1-1 8 0,2 1-21 15,-1 0 19-15,0 0 3 0,1 0-8 0,0 0 48 16,-1 0-42-16,2 0 0 0,0 0 0 15,0 0-24-15,0 0 23 0,2 0 8 16,0 0-2-16,0 0-37 0,3 1-1 0,-3 3 32 16,4-2-41-16,0 1 6 0,1-1 26 0,2 1-44 15,-1-2 20-15,-1-1-1 0,4 0 14 0,-2 0-20 16,1 0-9-16,0 0 32 0,-1 0-9 0,0 0-18 0,-2-1 21 16,1-2 3-16,0 1-7 0,-2 1 18 0,0-1-18 15,-1 2 4-15,-2 0 27 0,-3 0-26 16,3 0-1-16,-3 0 1 0,-1 0 30 0,-2 0-29 15,0 3 4-15,-1 2 28 0,-1-4-2 16,-3 1-23-16,1 0-2 0,0 0 41 0,-2-2-37 16,0 0 5-16,0 0-5 0,0 0 154 0,0 0-168 15,0 0 0-15,0 0 0 0,0 0 0 0,0 0 0 16,0 0 0-16,0 0 0 0,0 0 0 16,0 0 0-16,0 0 0 0,0 0-172 15,0 0 148-15,0 0 0 0,0-2-474 0,0-2 236 16,0-3 90-16,0-2 73 0,2-1-409 0</inkml:trace>
  <inkml:trace contextRef="#ctx0" brushRef="#br0" timeOffset="-62017.65">12109 10967 543 0,'0'0'0'0,"0"0"0"0,0 2 0 0,0-2 0 0,0 0 0 0,0 0 0 0,0 0 0 0,0 0 199 0,0 0-83 15,0 0-41-15,0 0 90 0,0 0-65 0,0 0-26 16,0 0-8-16,0 0 6 0,0 0 1 0,0 0-40 16,0-2-1-16,0-1 55 15,0-3-32-15,0-2 0 0,0 1-59 0,0-1 37 16,0-3 0-16,0 2 8 0,0-2-63 0,0-1 27 15,0 0 0-15,0 1-24 0,-2 0 24 0,-1 0 8 16,-6 0-9-16,0 0-2 0,-1 1 10 0,0 2 7 16,0-1-16-16,1 5 46 0,0-1-44 0,-2 1 9 15,1 2 69-15,1-1-32 0,-2 2 5 0,1 1-32 16,1 0 50-16,0 0-23 0,-1 1 12 0,3 8 4 16,-1-2-32-16,1 2 6 0,1 3-8 15,0 1 35-15,1 0 1 0,1 2-36 16,2 2-1-16,0 4 37 0,2 3-9 0,0 2-27 15,0 3 0-15,0 4 87 0,0 1-44 0,2 4-13 16,2 8 99-16,1-2-65 0,1 3-32 0,2 4 91 16,-3-1-62-16,1 3-22 0,1-2-9 0,-1-1 146 15,2-3-209-15,-3-4 0 0,3 0 0 0,-5-8 0 16,3 1 0-16,-3 2 0 0,2-9 0 0,-3 1 0 16,0-6 0-16,-2 2 0 15,0-3 0-15,0-4 0 0,-6-2 0 0,-2-5 0 16,-3 0-187-16,-3-4 162 0,2-3-3 0,-3-3-232 15,-2-2 110-15,-1 0 65 0,2 0 6 0,-1-4-261 16,4-3 154-16,0-4 76 0,3-2 39 0,5-1-154 16,3-1 88-16,2-1 57 0,0-5-464 0,13 2 256 0</inkml:trace>
  <inkml:trace contextRef="#ctx0" brushRef="#br0" timeOffset="-61226.57">12449 11619 538 0,'0'0'0'0,"0"1"0"0,0-1 0 0,0 0 0 0,0 0 0 0,0 0 0 0,0 0 319 16,-2 0-147-16,2 0-70 0,0 0 95 0,0-1-82 15,0-7-41-15,0 2-7 0,0-3-9 0,-1 2-25 16,-1-3 0-16,0 1-13 0,-2 1 13 0,1-1 8 16,-3 0-8-16,-2-1-36 0,2 0 1 0,-3 1 34 15,2 3-67-15,-3-2 42 0,1 1-11 0,0 2 36 16,-1 3-37-16,-1 2 0 0,0 0 7 0,-3 12 41 16,0 12-35-16,-2 4 7 15,3 4-11-15,0 4 88 0,4 2-35 0,0 1 4 16,1 0-34-16,4-1 123 0,2-5-52 0,2 0-33 15,0-6 53-15,0-6-35 0,3 1-29 0,8-6 0 16,-1-4-58-16,4-2 37 0,1-4-1 0,0-2-113 16,0-4 53-16,2 0 30 0,-1-4 0 0,4-13-73 15,-4-2 36-15,-2-2 39 0,0-4-22 0,-2-2-225 16,-1 1 91-16,-2 1 71 0,-3 3-88 16,2-1 60-16,-4 3 42 0,-1 2 0 0,1 7 107 15,-2 1-36-15,-1 3 0 0,-1 4 171 16,0 0-96-16,0 2-54 0,0 1-13 0,0 0 113 0,0 10-45 15,0 4-44-15,2 2 24 0,-2 2 171 0,2 2-77 16,2-2-61-16,2 1-50 0,0-3-2 0,3 1-8 16,0-3-1-16,1-4-231 0,3 0 116 15,0-2 66-15,-2-2-448 0,2-5 216 16,1 1 123-16,-3-2 22 0,-2 0-365 0,1 0 210 16,-1 0 117-16,-4-7 55 0,1-1-137 0</inkml:trace>
  <inkml:trace contextRef="#ctx0" brushRef="#br0" timeOffset="-60827.55">12425 10687 1164 0,'-10'-22'0'0,"5"5"0"0,1 6 0 0,-1-1 0 0,1 5 0 0,1 3 0 0,2 0 0 0,1 2 222 0,0 2-94 0,0 0-48 0,0 16 99 15,4 8-77-15,0 4-35 0,1 14 0 0,-3-2 16 16,0 2-26-16,0-4 9 0,-2 3-163 16,0-2 65-16,0-1 32 0,0-6 0 0,0-2-88 15,0-9 68-15,-2-5 23 0,0-4-1 0,0-5-60 16,1-1 10-16,-3-6 28 16,0 0 46-16,1-2-21 0,3-8-13 0,0-4-40 15,0-3 106-15,3 0-26 0,6 2 0 0,2 2 20 16,5 0-23-16,0 3 19 0,2 3-38 0,-2 3 27 15,1 2 4-15,-2 2-12 0,-2 0-11 0,0 8-35 16,-1 7 35-16,-3 2-3 0,-3 1 3 0,-3 5-11 0,-1-3 8 16,-2 3 0-16,0-2 8 0,-4-4-6 0,-6-1 1 15,-4-3 40-15,1-2 0 0,-2-3-39 16,-2-4-1-16,-2-2-51 0,3-2 23 0,-2 0 2 16,4 0 25-16,-2-7-304 0,5-5 143 15,2-1 62-15,1-1-192 0,8-1 108 16,0 0 69-16,0-1 10 0</inkml:trace>
  <inkml:trace contextRef="#ctx0" brushRef="#br0" timeOffset="-60290.32">13109 11226 564 0,'-12'-12'0'0,"7"3"0"0,-1 0 0 0,-1-2 0 0,0-4 58 0,2 3 7 0,-2 0 10 15,1-3-21-15,-1 5 1 0,-1-1-23 0,0 4-15 16,-1 0 24 0,-2 2-8-16,0 3 0 0,-2 2 0 0,-3 0 0 15,0 7-1-15,-3 11 9 0,0 6 38 0,-1 8-23 0,0 3 0 16,4 6-24-16,1-1 201 0,2-4-92 15,1 11-58-15,5-11 130 0,1 0-90 0,4-3-45 16,2-4 45-16,0-8-37 0,2 2-31 0,9-5-136 16,3-4 85-16,2-2 0 0,2-4 29 15,0-2-126-15,3-4 58 0,0-2 35 0,1 0-1 0,-3-11-290 16,0-9 158-16,-1-5 58 16,-2-5 6-16,0-10-296 0,-2 2 163 0,-3-6 85 15,-4 1-66-15,-1 2 67 0,0-16 46 0,-4 4 0 0,-1-3 73 16,-1-10-36-16,0 12-8 0,0-15 8 15,0 17 34-15,0 2-1 0,0 11-32 0,0 3-1 0,-1 13 274 16,-1 6-132-16,0 4-72 0,2 6 362 16,-2 3-173-16,2 3-105 0,0 1 158 15,0 5-127-15,0 18-60 0,2 3-29 16,0 6-1-16,3 10 173 0,-3-4-93 0,2 15-59 0,-3-2-25 16,1 0 128-16,0 1-76 15,-2 4-39-15,0-1 8 0,0-3-50 0,0 1 4 0,2-2 0 16,0-6-225-16,2-7 112 0,2-1 65 0,1-6 20 0,0-11-577 15,2-2 293-15,3-4 95 0,-3-8 91 0,3-6-564 16,1 0 317-16</inkml:trace>
  <inkml:trace contextRef="#ctx0" brushRef="#br0" timeOffset="-60068.63">13276 11189 911 0,'5'-17'0'0,"2"3"0"0,4 5 0 0,-1-2 0 0,2 3 771 16,3 1-700-16,-1 3-39 0,7 0 1 0,4 3 147 0,-4 1-65 15,4 0-45-15,0 0-1 0,0 12 65 0,-4 6-51 16,-3 3-25-16,-4-1-61 0,0 9 14 0,-6 0-1 16,-4 3 23-16,-2 0-106 0,-2-2 53 0,-2 2 35 0,-12-4-9 15,-2 1-41-15,-3-7 34 0,-6 1 0 0,1-7 34 0,-4 0-171 32,-4-5 74-32,1-2 16 0,-1-2 25 0,3-3-137 0,5-2 73 15,1-2 16-15,10 0 28 0,3 0-331 0,5-10 170 16,5-2 86-16,1-9 43 0</inkml:trace>
  <inkml:trace contextRef="#ctx0" brushRef="#br0" timeOffset="-59870.65">13779 11073 920 0,'2'-8'0'0,"-2"1"0"0,0 4 0 0,-8 0 0 0,-4 0 425 15,-4 3-200-15,-2 0-96 0,1 0-48 0,-6 12 139 16,3 5-94-16,-1 4-38 0,4 3 192 15,2 4-124-15,2 4-61 0,5-1-32 16,6 1 3-16,2-2 7 0,0-1-40 0,12-1 0 16,6-1-231-16,7-7 116 0,1-1 57 0,4-4 37 15,4-3-533-15,-2-5 260 0,3-3 142 0,-1-4 5 16,2 0-557-16,-3 0 311 0</inkml:trace>
  <inkml:trace contextRef="#ctx0" brushRef="#br0" timeOffset="-59478.65">14359 10719 688 0,'-11'-16'0'0,"2"4"0"0,1 2 0 0,-3 3 0 0,-2 0 416 0,2 1-192 0,1 2-95 0,1 2 205 31,-1 1-150-31,1 1-68 0,2 0-46 0,-1 0 96 16,0 0-68-16,1 7-32 0,2 3 0 0,-3 2 14 0,2 2-47 15,-1 2 0-15,1 1-1 0,-1 4 111 0,-1 4-56 16,2-5-18-16,-1 6 112 0,3 1-74 16,-1-1-37-16,1 0 0 0,2 1 96 0,1-3 301 0,1 4-467 15,0-1 0-15,0-1 0 16,0 2 0-16,0 0 0 0,0 1 0 0,1 0 0 0,1 2 0 16,2-2 0-16,1 4 0 0,-1-2 0 15,0 3 0-15,-3 2 0 0,1-1 0 0,0 3 0 0,-2 0 0 16,0-1 0-16,0-2 0 0,0 2 0 0,0-2 0 15,-2-1 0-15,-3-3 0 0,-4 0 0 0,0-5 0 16,-5 3 0-16,-1-5 0 0,-4 1 0 0,0-5 0 16,-1-4 0-16,-5-1 0 0,1-1 0 0,-3-3 0 15,3-3 0-15,6-2-196 0,-3-5 154 0,6-1-671 16,3 0 341-16,7-1-208 16,5-18-171-16</inkml:trace>
  <inkml:trace contextRef="#ctx0" brushRef="#br0" timeOffset="-58575.4">14504 11542 844 0,'-9'0'0'0,"1"0"0"0,2 0 0 0,1 0 0 0,-2 0 0 0,-1 9 0 0,2 5 0 0,1 4 0 0,1 6 233 0,4-1-100 16,0 1-50-16,0-2 158 0,2 7-108 0,7-2-50 15,6-3-25-15,2-2 104 0,2-3-65 0,0-4-23 0,5-1-9 16,0-1 3-16,3-6 1 0,-3-4-37 0,1-3-37 15,-3 0 46-15,4 0-8 0,-3-2-68 0,0-6 34 16,-3-8 0-16,-5 2 42 0,6-7-138 0,-8-2 65 16,0-1 9-16,-1 0 23 0,-5-4-198 15,-3 5 98-15,-1-7 27 0,-1 1 32 16,-2 5-118-16,0-2 65 0,0-1 17 0,-7 7 14 16,-2-1 9-16,-3 4 21 0,1 2 0 15,0 6 68-15,-3 4-34 0,3 3-8 0,-4 2 169 0,2 0-94 16,2 13-34-16,-3 9-28 15,4 3 326-15,0 3-159 0,0 2-54 0,5 4-50 0,0 2 227 0,1-1-132 16,2 2-66-16,2 1 55 0,0-1-65 0,0-1-27 16,0 1-1-16,0-2 26 0,0-2-27 15,0-1 8-15,2 1-157 0,0-5 62 0,1 0 30 16,1-2 0-16,-2-3-309 0,1-3 178 16,3-1 53-16,0-2 50 0,0-4-561 15,-1-5 277-15,2-1 138 0,1-3-343 0,4-4 244 16,-3 0 120-16,0-2 59 0</inkml:trace>
  <inkml:trace contextRef="#ctx0" brushRef="#br0" timeOffset="-58393.88">14908 11970 1089 0,'0'4'0'0,"0"1"0"0,0 3 0 0,0 1 0 0,0 0 0 0,0 3 0 0,0 0 0 0,0 0 0 0,0 1 458 0,0 2-204 0,0 1-115 0,0-2-53 16,0 3 196-16,0-1-124 0,0-1-63 0,0-5-125 15,0 2 28-15,0-1-1 0,0-3 36 0,0 0-166 16,0-3 83-16,0-3 50 0,5-2-522 0,5 0 234 16,1-2 153-16,4-15 76 0</inkml:trace>
  <inkml:trace contextRef="#ctx0" brushRef="#br0" timeOffset="-58193.42">15182 11583 2046 0,'0'-1'0'0,"0"1"0"0,0 0 0 0,-3 12 0 0,-5 5 0 0,-4 6 0 0,5 3 0 0,0 5 344 15,0 4-147-15,0 3-86 0,2-1 139 0,5-1-108 16,0-2-55-16,0-2-27 0,2-9 68 0,5 8-52 16,7-9-22-16,0-1 1 0,0-6-297 0,2-1 137 15,3-3 78-15,-1-4-596 0,0-5 328 0,-1-2 140 16,1 0-671-16,-2 0 396 0</inkml:trace>
  <inkml:trace contextRef="#ctx0" brushRef="#br0" timeOffset="-57951.19">15319 11729 1120 0,'0'-1'0'0,"0"-1"0"0,0-1 0 0,6 3 0 0,-2 0 0 0,3 0 263 0,1 0-120 0,3 6-55 0,0 4-27 16,0-1 393-16,1 3-211 0,1 1-97 0,1 2 118 15,-2 0-116-15,-1 0-58 0,1 2-28 16,-3 0-66-16,0-3 8 0,-3 4 29 0,0-3-149 0,-4 1 74 16,-2 1 37-16,0 0 1 15,0 0-60-15,-14 0 44 0,2-2 27 0,-6-2-5 16,0-1-289-16,-3-3 88 0,-2-1 89 0,-3-4-200 16,6 1 139-16,-3-3 68 0,4 0-212 15,2-2 141-15,7 0 62 0,0-2 44 0,8-9-246 0,2-10 141 16</inkml:trace>
  <inkml:trace contextRef="#ctx0" brushRef="#br0" timeOffset="-57752.7">15597 11653 1858 0,'0'-2'0'0,"0"0"0"0,0 2 0 0,0 0 0 0,-9 0 0 0,2 8 0 0,-1 4 0 0,2 5 0 0,-1 6 295 0,3 0-131 16,0 3-66-16,4-4 270 0,0 10-172 15,0-5-82-15,6 0-34 0,6 0-24 0,0-3 1 0,1-4-16 16,6 5-221-16,-1-4 106 16,0-4 53-16,-3-2-207 0,2-1 130 0,-2-3 74 0,0-2 24 15,-2-4-726-15,-2 0 319 0,-2-5 187 16</inkml:trace>
  <inkml:trace contextRef="#ctx0" brushRef="#br0" timeOffset="-57543.7">15894 11478 1951 0,'9'0'0'0,"7"0"0"0,0 3 0 0,0 3 0 0,-2 1 0 0,3 5 0 0,1 3 0 0,-2 4 329 0,1 6-140 0,-2 1-82 0,-1 2 119 16,-3 4-96-16,-4 3-49 0,-3 7-25 0,-3-6 10 15,-1 10-34-15,-1-4 1 0,-12 0 119 0,-3-2-60 16,0-8-29-16,-3 2 7 0,-4-4-598 0,1-3 281 15,-6-5 139-15,0-3-622 0,-2-3 302 16,-4-6 202-16</inkml:trace>
  <inkml:trace contextRef="#ctx0" brushRef="#br0" timeOffset="-56968.09">14635 10614 750 0,'-1'-6'0'0,"-5"5"0"0,1-1 0 0,-1 0 0 0,0 2 0 0,0 0 0 0,1 0 161 0,-1 11-68 0,3 4-30 0,3 4 86 16,0 6-58-16,0-2-29 0,3-4 80 15,10 9-59-15,5-4-25 0,0-4 0 0,5-2 8 0,1-1 0 16,3-5-25-16,3-3-8 0,2-3 31 0,1-4-31 15,1-2 0-15,0 0-50 0,-4-11 32 0,0-4-7 16,-4-5 25-16,-1 0-129 0,-3-3 64 0,-5-3 24 16,-4 5-66-16,-1-7 25 0,-5 4 32 15,-5 4-14-15,0-4-105 0,-2 2 42 16,0 1 43-16,-8 3-9 0,-3 1 10 0,-4 4-1 16,2 2 0-16,-2 5 133 0,0 3-50 0,0 2-29 15,-2 1 0-15,2 4 164 0,-2 13-87 16,4-1-30-16,0 11 122 0,3-1-68 0,3 5-43 0,1 2-1 15,4 4 39-15,0 1-17 0,2 5-9 0,0-7-41 16,0 2 72-16,2 0-36 0,2-4 0 0,3 1-57 16,3-3-8-16,-3-3 30 0,1-2-211 15,1-1 106-15,1-1 52 0,-3-6 34 16,2 1-468-16,1-5 209 0,-1-3 118 0,1-5 25 16,0-5-384-16,-1-2 219 0,3 0 121 0,-1-9 57 15</inkml:trace>
  <inkml:trace contextRef="#ctx0" brushRef="#br0" timeOffset="-56675.87">15058 10925 999 0,'0'-8'0'0,"0"2"0"0,0 0 0 0,0 2 0 0,6 0 0 0,3 3 0 0,3-1 0 0,0 0 204 0,4 1-86 0,0 1-43 0,2 0 246 16,-2 0-149-16,1 3-69 0,-2 7-36 0,-1 3 115 16,-3 1-74-16,-1 1-30 0,-3 3-13 15,-3 0 1-15,-3 1-33 0,-1 0-1 0,0 0-92 0,-1-1 54 16,-13-1 16-16,-1-2-1 0,-2-1-33 0,-1-6 28 15,-1 0 0-15,0-4 37 0,0-2-118 0,0-2 47 16,6 0-14-16,1 0 101 0,2 0-22 0,2 0-31 16,5 0 226-16,1-2-106 0,0 0-44 0,2 2-30 15,0-2 123-15,0 2-62 16,13 0-43-16,2 0 0 0,3 0 42 0,2 0-39 16,-2 0 1-16,5 0-35 0,-2 0-4 15,1 2 0-15,-2 2 0 0,1 0-203 0,0-3 110 0,-2 0 42 16,2 2-640-16,-3-3 327 0,1 0 119 0,0 0 95 15,-1 0-625-15,1 0 358 0,1-3 176 0</inkml:trace>
  <inkml:trace contextRef="#ctx0" brushRef="#br0" timeOffset="-56459.18">15524 10628 1107 0,'-11'-13'0'0,"3"6"0"0,1 4 0 0,-3 1 0 0,0 2 0 0,-1 0 0 0,1 5 293 15,-1 12-123-15,-1 10-72 0,1 1 330 0,-1 4-198 16,1 9-98-16,4-1-50 0,1-5 262 0,3 5-160 16,0-1-75-16,3-2-39 15,0-1 75-15,3-2-56 0,6-4-20 0,7-1-197 16,3-5 81-16,2-3 40 0,3-5-1 0,2-4-233 16,-1-7 145-16,5-3 60 0,-3-2-759 0,-1 0 389 15,-1-4 144-15,-4-9 115 0</inkml:trace>
  <inkml:trace contextRef="#ctx0" brushRef="#br0" timeOffset="-56234.67">15653 10832 654 0,'-9'-10'0'0,"4"5"0"0,1-1 0 0,2 2 0 0,1 1 0 0,1-1 0 0,0 0 524 0,7 2-246 16,7 1-114-16,4 1 203 0,-2 0-167 15,3 0-83-15,0 8-43 0,-2 6 20 0,-2 1-23 16,-2 4-7-16,-2 3-56 0,-3 3 0 0,-4-1 24 0,-2 0 1 15,-2-3-88-15,0 7 40 0,-9-5 24 0,-5 0 0 16,-2-4-83-16,-2-3 62 0,-5 1 18 0,5-7-231 16,-5-1 113-16,2-4 26 0,0-1-267 0,1-4 148 15,3 0 91-15,3 0 40 16,4-4-146-16,4-8 93 0,4-5 48 0,2-4 15 16</inkml:trace>
  <inkml:trace contextRef="#ctx0" brushRef="#br0" timeOffset="-56017.1">15878 10689 1336 0,'1'-2'0'0,"3"1"0"0,-2-2 0 0,-2 3 0 0,0 0 0 0,-6 0 0 0,-5 6 0 0,-2 11 225 0,-1 2-96 0,3 5 285 0,2 3-183 16,1 1-103-16,4 2-48 0,4 2 92 15,0-4-69-15,0 1-36 0,12-3 9 0,4-2 16 0,4-1-30 16,2-5 1-16,0 1-31 0,1-4-174 0,-4-5 96 15,3 0 35-15,1-2-422 0,-2-4 233 16,-3-3 95-16,-1-1 66 0,-2 0-591 0,0 0 303 16,0-8 148-16,-3-4-285 0,-5-1 216 15</inkml:trace>
  <inkml:trace contextRef="#ctx0" brushRef="#br0" timeOffset="-55831.56">16099 10625 868 0,'0'-22'0'0,"0"3"0"0,0 6 0 0,0 2 0 0,0 1 0 0,2 4 0 0,5 3 519 0,4 3-243 0,3 0-122 0,-1 0-60 16,4 11 215-16,-3 4-130 0,6 10-77 0,-6 1 471 16,2 6-270-16,-2 7-136 15,-4-3-58-15,-2 9 128 0,-3-4-32 0,-3 1-205 16,-2-1 0-16,0 0 0 0,-4-7 0 0,-5 2 0 16,-3-2 0-16,-1-5-196 0,3 0 190 0,-2-5 1 15,1-3-369-15,-1 2 199 0,-1-2 104 0</inkml:trace>
  <inkml:trace contextRef="#ctx0" brushRef="#br0" timeOffset="-53081.38">16859 10691 738 0,'-4'-15'0'0,"3"6"0"0,-1-1 0 0,2 3 0 0,0 0 0 0,-2-1 0 0,2 1 0 0,0 1 0 16,0 2 137-16,0 1-57 0,0 0-23 0,4 1 10 0,8 0 1 15,0 1-35-15,6 1 56 0,0 0-33 0,1 0 1 0,-1 0-25 16,1 5 31-16,4 8 0 0,-9 5-22 0,5 4-9 15,-4 2 18-15,-1 5-17 0,-2 0 0 0,-3 4-38 16,0 2 9-16,-4 1 28 16,-3 4-39-16,0-3 40 0,-2 0 0 0,0 1 0 15,-9-2 8-15,-5-1-55 0,-1-1 11 0,-2-2 0 16,-1-4-28-16,-3-2 25 0,4-6-8 0,-7 1 31 16,2-8-44-16,-3-3 0 0,2-4 30 0,3-6-21 15,-3 0-2-15,2 0 26 0,0-10-6 16,1-6-11-16,3-3 11 0,4-2 3 0,4 2 27 15,1-3-28-15,3 3-4 0,3-1 3 0,2 1 109 16,0 3-51-16,2 1-20 0,6 4-1 16,5 0 77-16,1 4-47 0,2-1-14 0,3 2 39 15,-3 5-16-15,1-3-8 0,2 2-37 0,-2 2-59 16,-1 0 30-16,2 0-1 0,-2 0-60 0,1 0 40 16,-2 0 25-16,0 0 0 0,1 0-385 0,0 0 190 15,1 0 67-15,0-2 20 0,0-4-432 0</inkml:trace>
  <inkml:trace contextRef="#ctx0" brushRef="#br0" timeOffset="-52765.02">17393 10582 1067 0,'-4'0'0'0,"2"0"0"0,-1 0 0 0,3 0 0 0,0 0 0 0,0 2 0 0,0 8 390 0,0 6-179 0,0 7-89 0,0 1-44 16,0 5 100-16,0 0-64 0,0 5-44 0,0 2-1 16,0 0 124-16,0 7-79 0,0-3-41 0,0-1 22 15,0 8-35-15,0-2 0 0,-1 1-27 0,-1 4-149 16,-2 0 74-16,2-6 46 0,-1 6-257 15,1-16 143-15,2-2 71 0,-2-11 8 0,2-1-359 0,0-9 153 16,0-1 109-16,0-6 31 16,0-4-106-16,-2 0 85 0,0-8 42 0,1-12-249 15,1-9 150-15</inkml:trace>
  <inkml:trace contextRef="#ctx0" brushRef="#br0" timeOffset="-52516.13">17306 10655 694 0,'6'-12'0'0,"3"0"0"0,4 0 0 0,2 1 0 0,6-3 334 0,0 6-150 16,5-2-75-16,0 7-39 0,2-1 218 0,-2 4-120 15,5 0-71-15,-5 0-33 0,-1 11 37 0,-1 3-34 16,-6 4 0-16,-2-2-51 0,-3 4-8 16,-4-1 25-16,-3 3 0 0,-4-1-54 0,-2 5 27 0,0-5 9 15,-12 2-36-15,-6-3 27 0,-3-1 0 0,-2-2 27 16,1-6-97-16,-8 2 40 0,2-4 0 0,0-3 1 15,-1-1-141-15,1-1 73 0,4 1 33 0,-5-2-135 16,9-1 78-16,1 0 47 16,8-2-275-16,3 0 155 0,6 0 69 0,2 0 47 15</inkml:trace>
  <inkml:trace contextRef="#ctx0" brushRef="#br0" timeOffset="-52289.37">17907 10671 1195 0,'0'-3'0'0,"0"2"0"0,-4-1 0 0,-3 2 0 0,-6 0 0 0,1 2 0 0,-2 12 0 0,-2 9 146 0,3 3-57 0,0 2 132 0,2 5 69 16,2-2-121-16,3 3-72 0,4-1 217 0,2-5-140 16,0-1-71-16,4-2-35 0,7-4-52 0,4 3-8 15,2-3 24-15,0-4 1 0,-1-2-273 0,2-2 137 16,0-4 76-16,-1 1-425 0,0-5 213 15,-2-3 128-15,-2-2-5 0,1 0-205 16,-2 0 129-16,-3-3 85 0,2-11-275 0</inkml:trace>
  <inkml:trace contextRef="#ctx0" brushRef="#br0" timeOffset="-52045.92">18035 10706 941 0,'0'-8'0'0,"0"3"0"0,2 1 0 0,5 1 0 0,1-2 0 0,2 4 0 0,4 1 0 0,-1 0 0 0,2 0 313 0,0 3-140 16,2 11-62-16,-2-1 54 0,2 6-66 0,-4-1-33 16,2 3 0-16,-4-4-57 0,1 3-8 0,-3 0 32 15,-1-2-111-15,-3-1 55 0,-3-1 28 0,0 2 8 16,-2-4-94-16,0 1 57 0,-8-1 28 0,-4-2-98 16,-6 1 31-16,0-4 37 0,-6 0-19 0,-1-1-16 15,-1 0 14-15,-3-3-1 0,3-1-127 16,2-2 69-16,0-1 40 0,3 1 1 0,6-2-73 0,7 0 53 15,2-2 26-15,6-10-8 16</inkml:trace>
  <inkml:trace contextRef="#ctx0" brushRef="#br0" timeOffset="-51853.43">18379 10590 1658 0,'0'0'0'0,"0"0"0"0,0 0 0 0,-4 0 0 0,-10 7 0 0,-2 8 0 0,1 6 0 0,4 1 0 0,-1 6 249 0,3 1-112 16,5-2-52-16,2 2 107 0,2-3-80 16,0 1-39-16,7-5 8 0,11 3 29 0,0-4-38 15,3-3 0-15,2-1-39 0,1-2-236 0,-4-5 127 16,9 1 50-16,-8-6-498 0,1 1 279 16,0-4 99-16,-3 0 83 0</inkml:trace>
  <inkml:trace contextRef="#ctx0" brushRef="#br0" timeOffset="-51680.9">18653 10830 482 0,'0'0'0'0,"0"0"0"0,0 0 0 0,0 0 0 0,0 0 328 0,0 0-148 0,-2 6-74 0,2 1-28 16,0 4 139-16,0 3-92 0,0 1-46 0,-4 2-23 16,0 1 205-16,0 3-117 0,-3 0-57 0,0-1-61 15,0-1 7-15,0 0 0 0,0-2-298 0,1-3 145 16,3-2 76-16,-1-3 39 15,2-3-485-15,2-2 224 0,0-4 138 0</inkml:trace>
  <inkml:trace contextRef="#ctx0" brushRef="#br0" timeOffset="-51499.26">18743 10639 1578 0,'4'-2'0'0,"3"2"0"0,0 0 0 0,1 0 0 0,0 0 0 0,1 2 0 0,0 5 0 0,3 1 0 0,-1 3 0 0,0 0 341 0,-1 2-154 0,1 2-77 16,-2 2-54-16,1-2 0 16,-3 0-15-16,1-1-8 0,-1-1-426 0,1-2 213 15,-1-2 106-15,2-2 54 0,-1-2-240 0,2-5 141 16</inkml:trace>
  <inkml:trace contextRef="#ctx0" brushRef="#br0" timeOffset="-51312.16">19080 10571 855 0,'1'-4'0'0,"-1"2"0"0,0 0 0 0,0 2 0 0,0 0 0 0,0 6 0 0,-1 7 0 0,-9 8 362 0,0 5-165 15,-3 3-82-15,-4 10 238 0,-2-2-160 0,5-1-73 0,-11 11-47 16,4-4 109-16,-3 1-74 0,2-2-38 0,-3 4 0 16,4-9-100-16,-3 7 28 0,7-11-1 0,2 1-136 15,2-4 85-15,4-9 44 0,3-1-441 0,3-8 235 16,-2-3 59-16,5-6 80 0,0-3-527 0</inkml:trace>
  <inkml:trace contextRef="#ctx0" brushRef="#br0" timeOffset="-51106.67">19119 10523 1090 0,'18'-6'0'0,"5"2"0"0,-4 2 0 0,-1-1 0 0,-1 3 0 0,0 0 53 0,0 10 355 0,-2 5-180 15,4 8 38-15,-5 1-116 16,-2 3-59-16,-1 1-29 0,-1 4 123 0,-2 2-68 16,-3-1-46-16,-1 1 0 0,-3-1-65 0,-1 0 0 15,0-3 26-15,-3 2 9 0,-8-4-168 0,-6 2 80 16,-3-2 40-16,-7 2-524 0,-3-1 246 0,-2-3 154 16,-13 8-360-16</inkml:trace>
  <inkml:trace contextRef="#ctx0" brushRef="#br0" timeOffset="-50706.49">17051 11455 1156 0,'-16'-9'0'0,"6"2"0"0,2 5 0 0,0-2 0 0,1 0 0 0,1 3 0 0,3-1 0 0,1-1 0 0,0 3 406 0,2 0-190 0,0 0-92 0,5 0 148 16,15 5-119-16,15 2-61 0,6-3 146 16,19 1-107-16,6-3-49 0,9-2-24 0,15 0 223 15,2-2-124-15,-6-5-54 0,22-4-39 0,-9-1 116 0,1 3-74 16,-3 0-36-16,5 3 136 0,-14 0-206 15,17 2 0-15,-11 3-268 0,-5-2 187 0,-13 2 58 16,4 1 27-16,-4 0-325 0,-6 0 140 16,-6 0 97-16,-12 0-1 0,-1 0-84 0,-6 0 35 15,-9 0 43-15,-4 1 32 0,-10-1-54 0,-1 3 39 16,-7-3 1-16,-7 0 27 0,-4 0 5 0,-1 0 9 16,-2 0-129-16,0 0 65 0,-12 0 31 0,-11 0 1 15,-4 0-421-15,-5 1 230 0,-9 7 112 0</inkml:trace>
  <inkml:trace contextRef="#ctx0" brushRef="#br0" timeOffset="-50367.4">17851 11632 1292 0,'-2'-12'0'0,"2"6"0"0,0-1 0 0,4 4 0 0,10-2 0 0,6 2 0 0,1 1 0 0,4 2 0 0,-2 0 286 0,7 5-131 0,-5 11-61 0,-3 5-31 0,-2 3 67 0,-2 7-49 16,-4 0-16-16,-4 5-8 16,-4-1-51-16,-4 5 27 0,-2 3 0 0,0-5 0 15,-12-5 8-15,-3 2-9 0,-4-5-61 0,-3-1 30 16,-4-4 1-16,-1-4 39 0,-3-4-146 0,-2-5 66 16,-1-2 13-16,-1-4 22 0,0-5-109 0,2-1 48 15,2 0 18-15,6-4 22 0,4-9-22 16,4-2 37-16,4-3-33 0,5 1 113 0,7-2-47 15,0 1 1-15,0-1 128 0,11 0-77 16,8 2-30-16,0 4-21 0,7-2 113 0,0 3-59 16,4 1-12-16,0 3-20 0,2 2-86 0,0-2 43 15,2 1 5-15,0 4 25 0,0-2-233 0,0 1 111 16,1 2 44-16,-1 0-660 0</inkml:trace>
  <inkml:trace contextRef="#ctx0" brushRef="#br0" timeOffset="-50208.83">18369 11689 1347 0,'1'-7'0'0,"2"7"0"0,-1-3 0 0,0 0 0 0,-2 3 0 0,2 0 0 0,0 0 0 0,5 0 527 0,4 6-247 0,1 3-124 0,0-1-61 16,4 2 89-16,-2 1-67 0,4 1-47 0,-4-1 1 16,2 0-420-16,-2 0 190 0,2 2 97 0,-2-3-252 15,0 1 169-15,1-1 89 0</inkml:trace>
  <inkml:trace contextRef="#ctx0" brushRef="#br0" timeOffset="-50040.16">18754 11578 923 0,'0'-16'0'0,"0"9"0"0,0 3 0 0,0 0 0 0,0 1 0 0,-3 3 0 0,-3 0 0 0,-4 13 428 0,-1 12-197 16,-2 4-99-16,-4 9-50 0,-2 5 322 0,-3 8-189 15,-4 11-92-15,1-2 48 0,-3 0-69 0,-1 2-34 16,5-9 7-16,-6 11-288 0,10-15 123 15,-3 1 61-15,4-7-254 0,6-9 157 16,2-8 88-16,-1-2 31 0,5-3-772 0</inkml:trace>
  <inkml:trace contextRef="#ctx0" brushRef="#br0" timeOffset="-49478.76">19689 11379 1284 0,'0'-17'0'0,"0"3"0"0,2-3 0 0,8-3 0 0,-4-1 0 0,-3 0 0 0,1 5 89 0,-2-2-19 0,-2 2-9 0,0-1 197 15,0 1-112-15,0 2-57 0,-4 4-28 16,-5 3 64-16,-7 1-50 0,2 4-21 0,-9 2 0 16,0 0-63-16,0 15 21 0,-4 8 8 0,-3 6 49 15,5 4-37-15,3 1 1 0,3-4 0 0,0 3 68 16,7-1-26-16,2-1-8 0,4-3 33 0,4-2-34 16,2-6 1-16,0 0-34 0,2-4-1 15,5-4 1-15,7-4-1 0,2-3-105 0,2-5 53 0,5 0 27 16,-5-2 7-16,10-17-133 0,-3-3 73 15,3-10 22-15,-2 0-210 0,-2-4 104 16,-1 2 62-16,1-11-1 0,-3 0-85 0,-2-2 53 16,-2-3 34-16,-1-5-8 0,2-10 14 0,-6 4-1 15,4-5 29-15,-3-3-26 0,0 0-4 0,-2 6-8 16,-2 0 39-16,0 10 11 0,-6 18-11 16,-1 6-1-16,-2 7 210 0,0 11-113 0,0 1-44 0,0 7-23 15,-2 3 288-15,-8 1-130 0,3 20-77 0,0 6-9 16,-1 10 82-16,2 4-30 0,2 4-45 0,1 5 171 15,1 3-108-15,0 0-45 16,2-2-34-16,0-1 116 0,0-3-71 0,0 1-36 16,0-3-110-16,2-7 45 0,3 9-8 0,2-5 37 15,-4-7-419-15,3 3 210 0,-1-4 104 0,1-6 61 16,-1-1-377-16,3-5 191 0,3-6 93 0,0 4-602 16,3-11 337-16</inkml:trace>
  <inkml:trace contextRef="#ctx0" brushRef="#br0" timeOffset="-49337.6">20020 11073 1393 0,'2'-15'0'0,"0"5"0"0,1 3 0 0,6-3 0 0,-6 3 0 0,3 1 0 0,-3 4 0 0,3 0 155 16,1 0-65-16,1 2-29 0,1 0 8 0,-1 2 0 16,-1 9-36-16,1 3 8 0,-1 1-450 0,1-1 221 15,-5 4 111-15</inkml:trace>
  <inkml:trace contextRef="#ctx0" brushRef="#br0" timeOffset="-49122.62">20353 10826 1348 0,'0'-9'0'0,"0"6"0"0,0-1 0 0,0 1 0 0,0 1 0 0,0 2 0 0,-8 10 0 0,-3 18 578 0,-6 9-272 0,-4 11-129 16,-7 14-76-16,1 3 378 0,-8 22-224 15,-2-1-111-15,-7 6 124 0,-1 2-109 0,-6 1-68 16,-1-5 98-16,1-3-189 0,4-4 0 0,11-11 0 16,4-10-497-16,-3 9 325 0,12-24 102 0,3-2 51 15,4-13-546-15,4-8 291 0,0-3 46 0,3-8 108 16,1-5-620-16</inkml:trace>
  <inkml:trace contextRef="#ctx0" brushRef="#br0" timeOffset="-10831.08">20689 10976 910 0,'0'0'0'0,"0"3"0"0,0-3 0 0,0 1 0 0,0-1 0 0,0 0 0 0,0 0 0 0,0 0 0 0,0 0 0 0,0 0 203 0,0 0-85 16,0 0-34-16,0 0 125 0,0 0-88 0,0 0-44 16,2 2 112-16,3 0-79 0,3 2-30 0,2 1-8 15,1-1 43-15,1 0-41 0,6 2-21 0,-2-3 1 16,3 1 104-16,2-2-67 15,-1-2-29-15,3 0 46 0,-2 0-38 0,-1 0 0 16,-1 0-29-16,0 0-47 0,-2-2 39 16,-2 0-1-16,0 0-66 0,-5 0 33 0,-1 2 9 0,0 0 25 15,-2 0-126-15,-2 0 57 16,0 0-80-16,-3 0 56 0,2 0 40 0,-2 0-8 0,-1 0 0 16,-1 0-372-16,0 0 187 0,0 0 77 0,0 0-390 15,0 0 250-15,0 0 122 0,0 0 61 0</inkml:trace>
  <inkml:trace contextRef="#ctx0" brushRef="#br0" timeOffset="-10569.76">20749 11307 1983 0,'-2'7'0'0,"-1"-3"0"0,0 2 0 0,-1-2 0 0,2-4 0 0,2 0 0 0,-1 1 0 0,1-1 0 0,0 4 251 0,1 1-109 0,11 0 167 0,5-1-137 16,0 1-62-16,3-1-43 0,3 0 1 0,5 0-1 16,-3-3 1-16,1 3-35 0,-4-4-63 15,4 2 28-15,-3-1 0 0,-2 2-57 0,-3-2 46 0,0 2 22 16,-7-2-227-16,-1 1 114 0,-3 0 66 0,-2 0 34 16,-3-2-31-16,0 0-365 0,0 0 151 15,-2 0 111-15,0 0 52 0,0 0-281 0,0 0 167 0,0 0 84 16,0-2-414-16</inkml:trace>
  <inkml:trace contextRef="#ctx0" brushRef="#br0" timeOffset="-10282.02">21229 11242 2384 0,'0'-2'0'0,"0"2"0"0,0 0 0 0,0 0 0 0,0-2 0 0,0 2 0 0,0 0 0 0,0 0 0 0,0 0 197 0,9 0 139 16,3 0-144-16,6 0-83 0,4-3-13 16,-1 2-79-16,5-1 16 0,2 0 0 0,2 0-26 15,0 0-7-15,2 1 32 0,0-1 1 0,0 0 0 0,-4 0-172 0,-3 2 95 16,-1 0 33-16,-2 0 23 0,-2 0-196 16,-6 0 105-16,-5 0-4 0,1 0-52 0,-4 0 39 15,-3 0 38-15,-1 0 60 0,0 0-1 0,-2 0-36 0,0 0 58 16,0 0-25-16,0 0-1 0,0 0-225 15,0-2 97-15,-5-1 44 16,3-1 32-16,-2-2 16 0,2 4-537 0,2 0 272 0</inkml:trace>
  <inkml:trace contextRef="#ctx0" brushRef="#br0" timeOffset="-9712.8">22238 10762 1040 0,'0'-19'0'0,"0"1"0"0,0-3 0 0,0-2 0 0,0-4 0 0,0-2 0 0,0 1 0 0,0 0 0 0,0-2 0 0,-2 4 98 0,1 5-33 0,-5 0 1 16,3 4 47-16,-4 6-32 0,0 2-8 0,0 1-41 0,-1 3 70 15,1 3-35-15,-3 0 0 0,1 2 37 16,-5 0-40-16,3 9 0 16,0 5 8-16,-1 0 1 0,0 3-41 0,3 0 133 0,-3 2-70 15,4 0-31-15,3-1 0 0,-1 3 129 0,3-2-80 0,3 4-32 16,-3-2 88-1,3 5-68-15,0-4-34 0,0 5 30 0,0-1-33 16,0 2 9-16,0 2-40 0,0 0 73 0,3 2-37 0,-1 2 1 16,-1-2 188-16,3 2-258 0,0-3 0 0,-1 3 0 0,3-4 0 15,-1 0 0-15,2-1 0 0,0-1 0 16,-2 2 0-16,3 0 0 0,-3-2 0 16,2 1 0-16,-4 2 0 0,1 1 0 15,0-2 0-15,-3 1 0 0,1 4 0 0,-2-3 0 0,0 0 0 0,0 0 0 16,0-3 0-16,-2 1 0 15,-5-3 0-15,2-1 0 0,-4-5 0 16,0 2 0-16,-2-6 0 0,-1 1 0 0,0-3-168 0,-2-2 163 0,0-2-204 16,-6-1 98-16,2-3 41 0,-1-1-559 15,-2-2 560-15,3-2 36 0,-1 0-8 0,4-2 8 16,3 0-140-16,1 0 71 0,4 0 34 16,2-2 0-16,3-6-325 0,2-3 184 0,0 0 88 0,7-6 44 0,9 1-423 15</inkml:trace>
  <inkml:trace contextRef="#ctx0" brushRef="#br0" timeOffset="-9213.96">22544 11501 1163 0,'-3'-12'0'0,"-1"3"0"0,2-4 0 0,-1 0 0 0,-2 0 0 0,1-2 161 0,1-1-68 0,-1-1-31 0,2 0 1 0,-1-1 5 0,1 1-36 0,-2 2 9 16,1 3-8-16,-4-3 0 0,0 6 6 15,0 2-6-15,-2 0 0 0,-2 6 53 16,-1 1-31-16,-4 0 1 0,0 6-23 0,-3 11 47 16,1 3-15-16,-3 3-9 0,1 1 51 0,2 3-37 15,1 1 0-15,4 0-37 0,1-4 151 0,3 7-79 16,5-8-37-16,3 0 89 0,1 0-62 0,0-2-32 15,0-3 9-15,7-4-80 0,2-1 41 16,5-2 0-16,-2-3-106 0,2-5 53 16,1-2 34-16,0-1-257 0,2 0 135 0,-2-2 70 0,2-16 6 0,-2 0-284 15,-2-3 126-15,2-7 87 0,-4 1-87 16,-2-1 79-16,1 1 39 0,-2 0 0 0,-5 5 52 16,3-1-13-16,-3 3 0 15,-1 6 145-15,-2 3-73 0,0 3-35 0,0 5-9 0,0 1 275 16,0 0-140-16,0 2-79 0,0 0 211 15,0 7-126-15,0 8-30 0,0 2-44 16,0 4 60-16,0 3-44 0,3 0-23 0,-1 0-232 16,3-4 193-16,1 4 17 0,1-3-1 0,2 0-154 0,1-5 77 15,-1 1 38-15,2-2-487 0,-1-3 249 16,1-6 97-16,-2 3 69 0,1-5-377 0,-2-2 212 0,-1-2 98 0,0 0-213 16,1 0 163-16,-2-5 82 0,-3-8 41 15</inkml:trace>
  <inkml:trace contextRef="#ctx0" brushRef="#br0" timeOffset="-8754.82">22339 10256 1133 0,'-5'-2'0'0,"3"0"0"0,2 0 0 0,0 2 0 0,0 0 0 0,0 6 136 0,2 5-43 0,5 9 69 16,1 5-64-16,-2 5-33 0,-1 2 0 0,1 5 57 15,-3 1-36-15,1 7-31 0,-1-10-49 0,-1 1 0 16,0 0 27-16,-1-6 0 0,-1-7-27 0,0-3-7 16,0-7 34-16,0 1 0 0,0-9 9 15,0-1-9-15,0-2 8 0,0-2-8 0,0 0 61 0,0-4-30 0,0-7-5 16,0-3-27-1,0-1-19-15,0 1 14 0,0 1 7 16,4 0-3-16,3 0 7 0,2 3 9 0,5 2-6 0,1 3-8 0,2 0-5 16,1 4 5-16,-1 1-1 0,3 0-30 15,-2 6 7-15,-3 7 24 0,2 6 0 0,-4 1-23 16,-2 3 8-16,-3 1 11 0,-3 0-19 16,-2 7-7-16,-1-5 17 0,-2 0 5 15,0 1-39-15,-2-3 36 0,-8-7 0 0,1 1-1 0,-4-1 27 16,-3-4 1-16,-1-4-29 0,-1-4 1 15,-3-4 9-15,1-1-7 0,-1 0 4 0,2-1-169 16,-3-13 77-16,5-4 40 0,1 2 21 0,3-2-143 16,4-2 66-16,-1-3 41 0,7 0-426 0,1 1 217 15,2-1 99-15,0 1-500 0,2 1 308 0</inkml:trace>
  <inkml:trace contextRef="#ctx0" brushRef="#br0" timeOffset="-5067.7">23341 10703 501 0,'-4'-5'0'0,"3"4"0"0,-1 0 0 0,2 1 0 0,0 0 0 0,0 0 177 0,-2-3-73 0,2 3-35 16,0 0 205-16,0 0-112 0,0 0-69 15,0 5 75-15,0 10-68 0,0 4-33 0,0 4-1 16,0 0 59-16,0 9-50 0,2 0-22 0,0 2 1 15,-1 8 67-15,-1-2-45 0,0-5-13 0,2 13-11 16,-2-8-19-16,2 2 0 0,0 1 0 0,-2-2-33 16,0-2 9-16,0 5 24 0,0-8-115 0,0 2 57 15,0-3 29-15,0-3 1 0,0-8-164 0,0 1 86 16,0-6 20-16,-2-6 30 0,0-4-211 0,0-4 108 16,2-2 24-16,-1-3-149 15,-3 0 110-15,-3-6 53 0,6-16 28 0,-3-7-133 16,4-6 72-16,-2-14 49 0</inkml:trace>
  <inkml:trace contextRef="#ctx0" brushRef="#br0" timeOffset="-4811.38">23254 10689 957 0,'0'-13'0'0,"0"4"0"0,0 3 0 0,0 2 0 0,0-1 0 0,0-1 0 0,4 3 300 0,12-3-138 15,4 2-64-15,4 2-33 0,3 0 298 0,1 2-166 16,-4 0-73-16,7 0 66 0,-8 8-78 0,2 3-40 15,-2 2-78-15,-4 2-1 0,-3 5 48 0,3 2-8 16,-8-2-11-16,-2 0 11 0,0 7 0 0,-8-7 8 16,-1 9-78-16,0-3 35 0,-10-2 0 0,-4-1 34 15,-5-2-32-15,0-5-8 0,-7 4 29 0,1-8-44 16,-1 0 0-16,-1-7 29 0,4 1 6 16,0-4-209-16,-2 0 98 0,4-2 46 15,5 0-147-15,4 0 82 0,3 0 50 0,4-2 2 16,5-6-327-16,0-1 180 0,5 0 90 0,18-2 46 15</inkml:trace>
  <inkml:trace contextRef="#ctx0" brushRef="#br0" timeOffset="-4512.88">23950 10631 1007 0,'-9'-9'0'0,"0"5"0"0,0 1 0 0,-1 2 0 0,-6 1 0 0,3 0 0 0,-2 0 207 0,0 14-86 15,0 2-45-15,2 3 281 0,-6 9-166 0,1 6-79 16,4 3 202-16,-2 5-141 16,1 0-70-16,7-8-26 0,-2 6 83 0,4 0-64 15,4-3-31-15,2-1 0 0,0-2 153 0,0-2-84 16,8-2-55-16,2-4-39 0,2 0-7 0,6-3-1 15,-2-2-227-15,3-4 122 0,8-2 49 0,-6-6 28 16,6-2-446-16,-2-4 203 0,-1 0 126 0,-1-3 4 16,4 0-564-16,-2 0 323 0,1-8 159 15,-1-5 79-15</inkml:trace>
  <inkml:trace contextRef="#ctx0" brushRef="#br0" timeOffset="-4220.63">24040 10842 1666 0,'-12'0'0'0,"5"0"0"0,3 0 0 0,1 0 0 0,3 0 0 0,0 0 0 0,0-2 0 0,9-4 0 0,8 4 335 0,3 0-151 0,5 0-76 0,1 0-37 16,-3 2 36-16,5 0-41 0,-4 6 0 0,-5 4-63 15,0 2 0-15,-2 3 30 0,0 2-21 0,-4 1 5 16,-4 2 16-16,-1 0 0 0,-4 1-27 0,-3 2 1 15,-1-1 34-15,0 3-9 0,-5-3-10 0,-9 2 9 16,-2-1-31-16,-3-1 25 0,-4 1-86 0,-1-4 37 16,-2-2 21-16,-1-2-105 0,-1-4 58 0,2-1 30 15,1-5-342-15,0-3 175 0,4-2 65 16,3 0 50-16,4 0-239 0,4-9 138 0,8-6 63 0,2-3 42 16,0-2-303-16,8-2 170 15</inkml:trace>
  <inkml:trace contextRef="#ctx0" brushRef="#br0" timeOffset="-3995.07">24434 10743 935 0,'1'-7'0'0,"-1"1"0"0,0 2 0 0,-1 1 0 0,-12 1 0 0,0 0 184 0,-4 2-76 0,1 0-38 15,-2 13 250-15,1 4-136 0,-1 6-80 0,0 3-35 16,4 4 123-16,2 4-79 0,1 0-40 0,5-1 8 15,3 0 45-15,3-2-46 0,0 0-23 0,3-6 62 16,10 2-43-16,3-6-14 0,5 1-55 0,0-5 0 16,4 0 25-16,0-4 1 0,3-1-356 0,-8-4 185 15,8 0 82-15,-7-4 44 0,1-2-765 0,1-2 373 16</inkml:trace>
  <inkml:trace contextRef="#ctx0" brushRef="#br0" timeOffset="-3804.58">24740 10971 1724 0,'0'4'0'0,"0"1"0"0,0 3 0 0,0 3 0 0,0-2 0 0,-2 7 0 0,-2-1 0 0,-1 3 271 0,-1 3-119 0,0 4-59 16,1-3 69-16,-4-1-56 0,3 5-40 0,1-2-1 16,-4-6-34-16,2 3 2 15,-2-2 0-15,2 0 8 0,-3-3-266 0,1-4 128 16,-1-2 66-16,3-3-488 0,-3-1 274 0,3-4 72 15,1-2-410-15,5 0 275 0</inkml:trace>
  <inkml:trace contextRef="#ctx0" brushRef="#br0" timeOffset="-3604.12">24817 10796 1351 0,'0'0'0'0,"0"0"0"0,0 0 0 0,2 2 0 0,0 1 0 0,-1 3 0 0,2 4 255 0,0 1-112 0,4 1-54 0,2 2 402 16,2 1-220-16,1 0-124 0,2 1 48 0,1 1-81 16,2-3-41-16,-1 4 1 0,4-3-33 0,-3-3-9 15,1 2 1-15,-1-1 0 0,2-2-516 0,-4 0 258 16,1-3 137-16,0 0-667 16,-2-3 374-16,2-3 106 0</inkml:trace>
  <inkml:trace contextRef="#ctx0" brushRef="#br0" timeOffset="-3377.61">25246 10791 1469 0,'0'-8'0'0,"-2"4"0"0,2 3 0 0,-4-1 0 0,1 0 0 0,0 0 0 0,-1 2 0 0,-1 0 0 0,-3 7 477 0,1 12-227 16,-5 4-108-16,0 5-55 0,-6 7 271 0,2 5-163 15,0-2-73-15,-7 10-11 0,3-1-39 0,-1 4-1 16,-3 7-38-16,0-3-7 0,3-5 15 15,-3 3-9-15,1-2-184 0,5-4 93 0,-2-7 45 0,6-6 24 16,0 0-275-16,3-3 145 0,3-10 21 0,1-4 56 16,3-2-453-16,0-6 232 0,3-3 107 0,1-3-138 15,0-3 131-15,0 0 65 0,0-15 34 0</inkml:trace>
  <inkml:trace contextRef="#ctx0" brushRef="#br0" timeOffset="-3094.79">25319 10549 1960 0,'0'-8'0'0,"0"4"0"0,0 2 0 0,3 2 0 0,8 0 0 0,1 0 0 0,-1 0 0 0,4 4 0 0,5 9 205 0,0 0-86 0,4 4 313 0,-1 2-200 16,-1 4-99-16,1 3-42 0,-1 0 102 0,-4 6-79 15,0-1-41-15,-5 2 0 0,-1 0-12 0,-7 4 8 16,-1 0-37-16,-4 1-63 0,0 5 31 0,-4-6 1 16,-11 3 32-16,-2-7-110 0,-7 11 51 0,-3-9 29 15,1-1-296-15,-5-3 156 0,4-7 29 16,-3-2 56-16,0-3-490 0,4-6 255 16,7-6 127-16,2-2 63 0,7-5-405 0,2 0 226 15</inkml:trace>
  <inkml:trace contextRef="#ctx0" brushRef="#br0" timeOffset="-2454.06">25880 10106 893 0,'-2'-7'0'0,"0"6"0"0,-1-3 0 0,3 2 0 0,0 0 0 0,0 0 0 0,0 0 0 0,0 1 202 0,0-2-85 15,0 2-42-15,0 1-21 0,0-3 236 0,0 3-133 16,0 0-62-16,0-3 152 0,0 3-107 0,-2 0-53 16,2 0-19-16,0 0 122 0,0 0-78 0,0 0-40 15,0 0 11-15,0 0-26 0,-2 0 9 0,2 6-33 16,0 1 23-16,-2 4-24 16,2 1 1-16,0 1 0 0,0 0 77 0,0 2-43 15,0 0 0-15,0-1 31 0,0 4-33 0,0 1 0 16,2 0-24-16,0 5 54 0,0 0-31 0,-2 4 0 15,3 5 103-15,-1 0-167 0,-2 7 0 0,0 9 0 16,0-2 0-16,0 5 0 0,0 5 0 0,0-5 0 16,0 6 0-16,0-5 0 0,0 0 0 0,0-1 0 15,0-1 0-15,0-2 0 0,0 0 0 16,0 3 0-16,2 1 0 0,0 1 0 16,2 0 0-16,0 3 0 0,0-1 0 0,1 12 0 15,2-16 0-15,-1-2 0 0,0-2 0 0,0-7 0 16,-3-6 0-16,1 2 0 0,0-6 0 0,1-4 0 15,-2-5 0-15,0 1 0 0,-1-4-171 0,2 0 100 16,-2-3 30-16,0 0-8 0,-1-1 62 0,-1-2-2 16,0-3-29-16,0-2-1 0,0 0 60 0,0-3-26 15,0-1 1-15,0-2-34 0,-1-1 27 0,-1-1 14 16,-3 0-31-16,2 0-114 0,-1 0 55 16,-3-5 34-16,7-6 8 0,-4-4-466 15,4-2 230-15,0-5 114 0,0 2-751 0,0-1 433 16</inkml:trace>
  <inkml:trace contextRef="#ctx0" brushRef="#br0" timeOffset="857.88">26140 11317 485 0,'0'0'0'0,"0"0"0"0,0 0 0 0,-2 0 0 0,2 0 0 0,-2 0 0 0,2 0 154 0,-3 0-60 0,3 0-23 0,0 0 66 16,0 0-52-16,0 0-26 15,0 0 0-15,0 0 92 0,7 5-51 0,2 2-38 16,1 1 0-16,3 2 103 0,1-1-66 0,2 0-34 16,-2 2 30-16,2-1-36 0,0 3 0 0,0-2-26 15,-2 2-42-15,2-1 20 0,-2 1 9 0,-2-2-24 16,-1 1 1-16,-2-2 36 0,-1 1-1 0,-2-2-145 15,-3-1 60-15,1-2 36 0,-3-2-16 0,2 0-221 16,-1-3 100-16,-2 1 71 0,0 1-278 0,0-3 169 16,0 0 79-16,0 0 40 15</inkml:trace>
  <inkml:trace contextRef="#ctx0" brushRef="#br0" timeOffset="1116.68">26467 11226 868 0,'0'-1'0'0,"0"1"0"0,0 0 0 0,0 0 0 0,0 0 0 0,0 0 0 0,0 9 77 0,-3 4-22 0,-2 4 294 0,-3 8-158 0,-3 1-80 0,0 6-30 15,-2 9 129-15,-3 0-89 0,0 4-44 0,-1 2-22 16,-1 0 23-16,2 4-14 16,1-2-9-16,0 0-53 0,2-2 0 0,-1-6 31 15,3-5 0-15,3-1-28 0,-1-2-8 0,2-6 35 16,1-4-87-16,1-3 44 0,1-1 22 0,-1-7 8 15,2-1-159-15,-1-3 76 0,3-5 15 0,-4-2 26 16,4 2-101-16,-3-3 54 0,3 0 17 0,-1 0-244 16,0-7 127-16,2-7 69 15,0-1 34-15,0-2-366 0,4-5 204 0</inkml:trace>
  <inkml:trace contextRef="#ctx0" brushRef="#br0" timeOffset="1330.12">26491 11521 1346 0,'0'2'0'0,"0"1"0"0,5 1 0 0,1-2 0 0,0-2 0 0,-1 2 0 0,4-2 0 0,3 0 0 0,3 0 467 0,1 0-216 0,7 0-110 0,-4 0 141 16,6 0-129-16,-5 0-60 0,3 0-50 0,-2-2-11 15,-1-1 1-15,-4-2 8 0,1 4-221 0,-4-3 107 16,-3 2 52-16,2-1 28 0,-7 1-403 0,1 0 188 15,-2 2 115-15,-3 0-544 0,-1 0 302 0,0 0 151 16</inkml:trace>
  <inkml:trace contextRef="#ctx0" brushRef="#br0" timeOffset="1492.72">26595 11762 948 0,'-7'2'0'0,"2"-1"0"0,0 1 0 0,4-2 0 0,-1 0 0 0,0 0 219 0,2 0-84 0,0 0-55 15,0 0 144-15,2 0-95 0,6 0-49 0,4 0-23 16,1-2 74-16,5-1-53 0,-1-3-23 0,2 3-281 16,-1-3 129-16,1 2 65 0,0 0 40 15,0 2-520-15,-2-2 265 0</inkml:trace>
  <inkml:trace contextRef="#ctx0" brushRef="#br0" timeOffset="1990.4">26984 11428 643 0,'-6'0'0'0,"3"-5"0"0,0 4 0 0,-1-1 0 0,0 0 0 0,0 0 198 15,0 0-74-15,1 0-50 0,1 2 115 0,-2 0-78 16,2 0-39-16,0 2-1 0,2 10 2 0,0 1-40 15,0 2 0-15,0-1 55 0,2 5-28 0,6-2 0 16,3 0-19-16,0-1 45 0,4 0-27 0,2-2 0 16,0-2-26-16,2-2 33 15,0-1-7-15,1-3-26 0,1-3-27 0,2 0 0 16,-4-3 27-16,5 0 8 0,-4 0-68 0,2-6 30 16,-4-5 0-16,1-3 29 0,-5 0-62 0,2-7 25 15,-2 1-5-15,-3 2-114 0,-2-2 53 0,-5-4 38 16,3 3-93-16,-6-4 48 0,1-3 22 0,-2 2 21 15,0-1-98-15,0-1 53 0,-5 0 14 0,-4 6-7 16,-4-1 16-16,0 6 25 0,0 2-1 0,-1 6 68 16,-2 2-34-16,2 6-8 15,-1 1-25-15,0 0 266 0,0 9-116 0,1 7-67 0,3 6 234 16,2-1-133-16,-1 9-44 0,5-2-43 16,1 2 139-16,0 1-85 0,3 4-43 0,-1 1-14 15,0 1 45-15,2 0-38 0,-3 7 1 0,3-3-67 16,-1 0 1-16,1-2 37 0,-2 8-8 0,2-9-204 15,0 0 102-15,0-4 51 0,0-2 25 0,0-10-494 16,0-3 204-16,0-6 135 0,0-2-373 0,0-5 244 16,2-4 122-16,2-2 53 0,1 0-326 15,-1-12 197-15</inkml:trace>
  <inkml:trace contextRef="#ctx0" brushRef="#br0" timeOffset="2198.87">27313 11703 951 0,'0'-5'0'0,"0"1"0"0,0 2 0 0,0 2 0 0,0 0 0 0,0 0 0 0,0 0 348 0,0 0-158 16,0 0-70-16,2 6-48 0,-2 6 212 0,0 1-126 16,0 3-63-16,0 1-41 0,0 0 7 0,0 2-28 15,0-2 0-15,0 0-289 0,0-2 144 0,0-1 73 16,0-4-154-16,0-1 109 0,1-3 58 0,-1-2 30 15,3-2-604-15,-1-2 286 0</inkml:trace>
  <inkml:trace contextRef="#ctx0" brushRef="#br0" timeOffset="2465.16">27591 11392 1033 0,'0'-6'0'0,"0"2"0"0,-2 2 0 0,-1 1 0 0,-5-2 0 0,0 3 0 0,1 0 0 0,-2 0 305 0,0 8-136 0,3 7-68 0,-2 6 96 16,1 0-74-16,2 5-49 0,0 0-21 0,3 0 73 16,2 2-47-16,0-1-23 0,0-5 12 0,0 8-36 15,2-5 1-15,3-1 0 0,4-3-55 0,0 0 28 16,-2-3 7-16,3 0 20 0,1-4-269 15,-2-3 119-15,3-1 73 0,-1-5-450 0,-1-2 233 0,1-3 86 16,-2 0 71-16,0 0-282 0</inkml:trace>
  <inkml:trace contextRef="#ctx0" brushRef="#br0" timeOffset="2715.09">27637 11501 812 0,'0'0'0'0,"0"0"0"0,0 0 0 0,4 0 0 0,5 0 0 0,-3 0 166 0,4-2-58 0,4 2-42 0,-5 0 0 16,1 0 234-16,1 0-134 0,0 7-66 16,-3 2 82-16,1 5-79 0,-4-1-35 0,0 2 0 0,-2 0-85 15,-1 2 25-15,0-2 8 16,-2 4-65-16,0-2 41 0,-4 0 0 0,-5-1 41 16,-5 2-138-16,1-2 78 0,-3-1 25 0,2-2-16 15,-5-1-77-15,3-3 20 0,-3-3 39 0,2-3-196 16,0-1 108-16,1-2 28 0,5 0 33 0,0 0-142 15,3 0 87-15,2-5 34 0,6-4-132 0,0-3 92 16,0-1 46-16,11-5 22 0</inkml:trace>
  <inkml:trace contextRef="#ctx0" brushRef="#br0" timeOffset="2947.5">27858 11492 1105 0,'0'-5'0'16,"0"1"0"-16,0 1 0 0,0-1 0 0,0-1 0 0,-6 2 0 0,-1 2 0 0,-2-1 115 0,0 2-41 0,-1 0-21 0,0 11 187 0,0 6-103 0,1 2-45 16,2 3 108-16,3-1-84 15,2 3-41-15,2-1-22 0,0 0 47 0,0-1-26 16,2 0-8-16,9 0-33 0,1-4-61 0,3-1 30 16,-3-2 0-16,4-2-78 0,-1-2 50 0,0-1 29 15,-2-5 0-15,0-3-366 0,0-2 153 0,-1 0 106 16,-1 0-403-16,-2 0 237 0,-2-7 119 0,-2-4 59 15,-5-3-269-15,0-3 169 0</inkml:trace>
  <inkml:trace contextRef="#ctx0" brushRef="#br0" timeOffset="3158.94">28059 11331 1413 0,'9'-3'0'0,"3"1"0"0,1 0 0 0,-1 0 0 0,-4 2 0 0,4 0 0 0,1 0 233 0,-3 7-100 0,3 5-50 0,4 7 135 15,-4-4-84-15,3 9-55 0,-1 0 205 0,-1 2-126 16,-5 3-62-16,-1 2-32 0,-2 0 90 0,-3 1-65 16,-3 3-28-16,0 7 0 15,-10-2-24-15,-6 0-4 0,-3-4 8 0,-8 9-189 16,2-6 91-16,-5-4 44 0,8-9 23 0,-2 0-149 16,4-9 94-16,2-4 35 0,3-3-666 0,6-4 324 15,0-5 147-15</inkml:trace>
  <inkml:trace contextRef="#ctx0" brushRef="#br0" timeOffset="5927.91">26110 10043 855 0,'0'0'0'0,"0"0"0"0,-2 0 0 0,2 0 0 0,0 0 0 0,0 0 0 0,0 0 0 0,0 8 0 0,2 1 112 0,7 0-40 0,2 3 9 0,4 1 123 0,-1 0-86 0,2 1-42 16,3 0 92-16,-2-2-67 0,-2 1-26 16,2 0-8-16,0 0 0 0,-2-2 1 15,0 0-36-15,-2 3 9 0,-3-5-64 0,3 0 27 16,-6-1 0-16,0 0-44 0,-1-3 36 0,0 1 8 16,-2-2 29-16,-3-2-276 0,1-2 102 0,0 1 76 15,-1-1-351-15,-1 0 186 0,3 0 96 0,-1 0 51 16,3-1-223-16</inkml:trace>
  <inkml:trace contextRef="#ctx0" brushRef="#br0" timeOffset="6190.72">26487 9921 1155 0,'0'-15'0'0,"0"8"0"0,0-2 0 0,0 6 0 0,-2 1 0 0,0 0 0 0,2 1 0 0,-2 1 0 0,2 0 130 0,-1 7-41 0,-3 10-32 0,-1 6 174 16,-2 3-98-16,2 6-51 0,-4 9 167 0,-1-3-100 15,-1 11-62-15,-2-4-27 0,1 0 72 0,-1 2-50 16,-1-2-24-16,4-4 7 16,-5 8-59-16,1-4 27 0,0 1 0 0,-2-4-68 15,2 0 34-15,2-10 8 0,-1 3 25 0,0-6-46 16,5-6 23-16,1-1 0 0,1-10-123 0,3-2 73 16,-1-3 2-16,4-3 26 0,-2-4-227 0,2 0 115 15,0 0 36-15,0 0 31 0,0 0-233 0,0-10 129 16,2-3 65-16,7-3-354 0,2-5 210 0,3 3 95 15</inkml:trace>
  <inkml:trace contextRef="#ctx0" brushRef="#br0" timeOffset="6402.53">26558 10156 997 0,'0'0'0'0,"0"2"0"0,0 2 0 0,0-4 0 0,0 1 0 0,0-1 0 0,0 0 0 0,10 0 375 0,3 0-171 0,1 0-85 0,4 0 171 16,4-1-121-16,-1-1-72 16,1 0-32-16,0 0-8 0,2 0 0 0,-4 0-24 15,-2 0-58-15,0 2 25 0,-3 0 0 0,-2 0 32 16,-3 0-304-16,-1 0 152 0,-2 0 85 0,0 0 30 16,-6 0-581-16,1 6 231 0,-2 3 161 0</inkml:trace>
  <inkml:trace contextRef="#ctx0" brushRef="#br0" timeOffset="6569.16">26637 10398 1196 0,'-5'6'0'0,"1"-2"0"0,2 3 0 0,1-5 0 0,-3-2 0 0,4 0 0 0,0 0 0 0,0 0 133 16,5 0-51-16,6 0-24 0,4 0 203 0,2 0-115 15,2 0-48-15,1 0-36 0,7-2-198 0,-4-2 84 16,1 0 43-16,2 1-422 0,-4 1 235 0,7 0 108 15,-8 0 56-15</inkml:trace>
  <inkml:trace contextRef="#ctx0" brushRef="#br0" timeOffset="7025.08">27054 10013 499 0,'-14'0'0'0,"6"0"0"0,-4 6 0 0,0 3 0 0,4 3 0 0,-2-1 207 0,3 6-88 0,1 1-34 15,4 3 98-15,2 1-75 0,0 3-37 0,2-3-1 16,12 1 37-16,2-4-29 0,7 6-8 0,-3-7-37 16,3 1 36-16,3-3-36 0,-1-4 0 0,-4-2 0 15,8 1-1-15,-3-6 1 0,-2-1 0 0,-2-4-63 16,-2 0 31-16,0 0 9 0,0-2-88 0,-5-8 49 15,-1-3 29-15,-1-3-5 16,-1-3-98-16,-4-2 48 0,-1-3 14 0,-1-1 22 16,-4 1-35-16,0-2 9 0,-1 0 0 0,-1 0-52 15,0-5 31-15,0 7 22 0,-3 3 0 0,-6 2-23 16,0 3 39-16,-3 6-17 0,2 0 150 0,0 5-65 16,-4 3-31-16,3 2 1 0,1 0 178 0,1 0-92 15,-2 11-37-15,3 4-31 0,-1 8 97 0,1 2-55 16,3 2 3-16,0 5 118 0,3 4-84 0,-3 0-37 15,5 3 0-15,-2 6 60 16,2-3-49-16,0-5-16 0,0 12-2 0,0-6-31 16,0 0 1-16,0-1 0 0,0-9-139 0,0 3 78 15,2-4 26-15,5-3 0 0,0-9-306 0,-2-2 163 16,1-6 52-16,0-2-170 0,5-7 90 0,-3-3 74 16,4 0 5-16,-4-5-359 0</inkml:trace>
  <inkml:trace contextRef="#ctx0" brushRef="#br0" timeOffset="7327.27">27378 10434 640 0,'5'0'0'0,"2"0"0"0,0 0 0 0,3-2 0 0,-1-2 0 0,-1 2 423 0,3-1-199 0,2-1-96 0,-1 2-47 16,1 2 189-16,-6 0-118 0,2 0-51 0,3 0-51 15,-6 8-17-15,-1 3-1 0,-1 3 1 0,-1 4-80 16,-3-1 49-16,0 2-9 15,-5 1-148-15,-7 0 94 0,2-1 47 0,-2 0 23 16,-1-4-130-16,-1-2 68 0,6-4-22 0,-2 0 37 16,2-4 15-16,1-1 5 0,2-2-46 0,1 0 267 15,2-2-107-15,0 0-54 0,2 0-16 0,0 0 126 16,0 0-48-16,0 0-47 0,8 0 92 0,4 0-58 16,8-2-29-16,-1-4-1 0,-2 1-65 0,2-1 14 15,1 2 0-15,0 0 23 0,1 0-271 0,0 2 135 16,-3 1 62-16,1-1-488 0,1 0 235 0,-5 2 136 15,2 0-142-15,-4 0 134 0,0-2 58 16</inkml:trace>
  <inkml:trace contextRef="#ctx0" brushRef="#br0" timeOffset="7580.1">27786 9979 891 0,'-8'-18'0'0,"4"4"0"0,2 7 0 0,-2 1 0 0,1 3 0 0,-4 1 0 0,0 2 0 0,-2 0 177 0,-4 7-63 0,1 15-45 15,-2 5 46-15,-3 7-41 0,4 5-20 0,4 2-1 16,4-5 141-16,1 13-85 0,4-8-38 0,0-5 93 16,0 2-65-16,1-3-25 0,11-2-8 0,0-6-66 15,2 0 1-15,2-5 32 0,-3-5-288 0,4-2 153 16,-1-2 63-16,0-3 36 0,0-3-209 0,0-5 84 15,-2-2 70-15,2 0-26 16,-2 0-419-16</inkml:trace>
  <inkml:trace contextRef="#ctx0" brushRef="#br0" timeOffset="7817.3">27873 10169 1099 0,'0'-4'0'0,"2"2"0"0,5-1 0 0,3 1 0 0,0 0 0 0,3 0 0 0,1 2 0 0,1 0 176 0,0 0-72 0,2 8-35 0,-1 3 125 0,-2 2-84 16,1 4-39-16,-2-1-11 0,-1 5 0 16,-5 0-27-16,-1-2 8 0,-4 4-45 0,0-3 37 15,-2 0 0-15,0 4 0 0,-13-4-48 0,-1-3 32 16,-4 4-7-16,-1-6-57 0,-3-2 40 0,4-4 6 16,-4-2 0-16,-1 2-166 0,3-7 86 0,-1-2 25 15,0 0-237-15,6 0 126 0,5 0 72 0,0 0 10 16,3-2-90-16,7-8 71 0,0-1 36 0,3-3 0 15</inkml:trace>
  <inkml:trace contextRef="#ctx0" brushRef="#br0" timeOffset="8029.04">28126 10123 1252 0,'4'-15'0'0,"-3"8"0"0,3 0 0 0,-4-1 0 0,0 3 0 0,0 2 0 0,-4 0 0 0,-2 3 0 0,-6 0 200 0,2 6-83 0,-7 12 137 0,4 6-110 15,1 0-48-15,2 5-35 16,2 2 51-16,5-1-40 0,3-3 1 0,0 5-40 16,0-10-16-16,0 0 16 0,10-1 0 0,1-4-139 15,1-2 69-15,1-3 35 0,0-2 8 0,1-4-246 16,-1-2 91-16,1-3 82 0,-3-1-389 0,-2 0 211 16,3 0 98-16,-1-1 61 0,-4-7-261 0</inkml:trace>
  <inkml:trace contextRef="#ctx0" brushRef="#br0" timeOffset="8251.44">28272 9981 1856 0,'3'-2'0'0,"4"1"0"0,3 1 0 0,-1 0 0 0,2 0 0 0,1 3 0 0,1 9 0 0,1 1 0 0,2 9 0 0,0 1 255 0,-5 4-103 0,2 3-64 16,0 2 193-16,-4 4-124 15,0 0-63-15,-4 0-30 0,-2-1 11 0,-1 0-8 16,-2 0-35-16,0 0-33 0,-10 0-1 0,-2-1 35 16,-1-3-229-16,-3-1 111 0,2-4 58 0,-2-1 30 15,0-2-585-15,4-5 291 0,-6 0 72 0,6-2 100 16</inkml:trace>
  <inkml:trace contextRef="#ctx0" brushRef="#br0" timeOffset="13798.41">29114 10308 523 0,'0'-5'0'0,"0"-1"0"0,0-1 0 0,0 0 0 0,0 4 0 0,0-3 76 0,0 5-9 0,0-1-34 16,0-1 0-16,0 2 71 0,0 1-35 0,0 0 7 16,0 0-29-16,0 0-14 0,1 0 0 15,5 0-1-15,1 0 21 0,-2 6-12 16,3 4-8-16,-3 8 41 0,2 4-20 0,-6 4-1 15,-1 8-20-15,0 4 47 0,0 10-8 0,-8 3-39 16,1 2 82-16,-3 3-42 0,4 2 1 0,-2-3-33 16,5-3 83-16,2-4-45 0,1-4-23 0,0-6-1 15,0 0 19-15,0-3-12 0,1-3-9 0,8-3-42 16,-4 0 1-16,1-2 20 0,-4-10 1 0,5 3-49 16,-4-5 21-16,-1-5-1 0,-1-3 29 15,3-4-33-15,-2 0-1 0,-2-1 42 16,0-2-72-16,0 0 26 0,0 0-2 0,0-12-1 15,0-1 33-15,-6-4-7 0,5-2-14 0,-1-1-108 16,0-3 53-16,1 1 28 0,-3-1-4 0,0 1-70 16,-1 1 42-16,-2 1 26 0,-3 1-13 0,1 0-9 15,-4 1 8-15,-4 2-3 0,4 3-8 0,-5 2-7 16,0 1 7-16,1 3 23 0,-1 3 47 0,0 2-30 16,1 2 8-16,-1 0-25 0,0 0 97 0,-1 11-45 15,1 9-13-15,-1 0 136 16,3 4-75-16,-3 3-27 0,6 4-21 0,1 0 65 15,2 0-24-15,5-6-4 0,2 6 104 0,3-8-53 16,0 0-39-16,7-1 0 0,7-1 4 0,2-7-13 16,7 4-8-16,-3-7-54 0,-1-3 34 0,4-1 0 15,-2-3 8-15,1-4-84 0,4 0 38 0,-3 0 0 16,0 0 38-16,-1-4-286 0,0-6 138 0,-2 0 44 16,0-3-194-16,0 2 103 15,-2-1 73-15,3-1-6 0,-1 2-423 0,1-5 246 16,-5 3 120-16</inkml:trace>
  <inkml:trace contextRef="#ctx0" brushRef="#br0" timeOffset="14073.82">29353 10828 1262 0,'0'-6'0'0,"0"5"0"0,0-3 0 0,0 2 0 0,2-2 0 0,1 3 0 0,2-2 0 0,6 3 395 0,2 0-173 0,-1 0-99 0,6 8 41 16,1 2-66-16,0 5-32 0,1 1 0 0,-4-1 54 15,2 6-48-15,-3 1 1 0,-5-7-72 0,2 6 0 16,-5 0 32-16,-2 1 8 0,-3 5-75 0,-2-3 34 16,-4 0 0-16,-15 5 14 15,-7 4-7-15,-1-5 34 0,-12 7-20 0,1-5-28 16,-2 0 4-16,-2-7 1 0,3 0-1 0,6-7 23 16,-2-2-13-16,3-5 6 15,4 0-49-15,7-6 24 0,-1 1 1 0,9-4 25 0,5 0-290 0,3 0 136 16,5 0 57-16,0-6 38 0,13-9-477 0,13 0 236 15,7-5 131-15,-4 3 61 0</inkml:trace>
  <inkml:trace contextRef="#ctx0" brushRef="#br0" timeOffset="14351.08">29712 10873 1090 0,'6'-17'0'0,"1"4"0"0,-1 0 0 0,0 0 0 0,-3-4 0 0,1 0 0 0,-3 2 0 0,3 2 0 0,-3 0 0 0,2 3 296 0,-3 1-131 0,0 4-67 0,0-1 89 16,0 4-69-16,0 0-47 0,0 2 0 0,-8 0 7 16,-3 5-22-16,-5 14-1 15,-6 4-14-15,-3 9 54 0,1 0-31 0,-2 3 0 16,1 3 47-16,3-2-38 0,8-4 7 0,-2 4-47 16,6-1 231-16,7-4-115 0,3 0-58 0,0-1-29 15,0-6 140-15,13 5-89 0,4-5-39 0,5-1 26 16,1-3 94-16,5-3-194 0,3-1 0 15,-3-3 0-15,4-3 0 0,-2 0 0 0,0-2-277 0,-3-3 229 16,0-1 48-16,6-2-8 16,-3 1-719-16,-1 3 302 0,4 1 196 0</inkml:trace>
  <inkml:trace contextRef="#ctx0" brushRef="#br0" timeOffset="23322.15">30377 10657 974 0,'-4'0'0'0,"0"0"0"0,1 1 0 0,3-1 0 0,-2 0 0 0,2 3 0 0,0-3 0 0,-3 0 0 0,3 0 0 0,0 0 167 15,0 0-71-15,8-3-31 0,2-1 130 0,7-2-80 16,-4 2-42-16,4 1 82 0,-2 1-65 0,2 0-29 15,2 2 1-15,-6 0 118 0,4 0-74 0,-6 0-28 16,2 4-8-16,0 1 58 0,0-1-48 0,-3-2-23 16,-1 1 35-16,0-1-22 0,-1-1-8 0,2-1-29 15,-6 0-59-15,1 0 30 0,0 0-1 0,-2 0 38 16,-1 0-120-16,1 0 55 0,1 0 29 0,-2 0-85 16,0 0 35-16,-1 0 30 0,1 0-19 0,0 0-257 15,2-1 114-15,-2-2 80 16,1 1-351-16,0 0 212 0,-1 0 102 0,1 0 50 15,-1 2-338-15,2 0 194 0,-4 8 90 0</inkml:trace>
  <inkml:trace contextRef="#ctx0" brushRef="#br0" timeOffset="23530.72">30463 10894 1286 0,'-8'6'0'0,"3"1"0"0,3 1 0 0,-1-5 0 0,-1-1 0 0,4 1 0 0,0-3 0 0,0 0 0 0,0 0 234 0,0 0-104 0,4 2-49 0,6-2 70 15,6 3-58-15,3-3-31 0,3 0 298 0,5 0-168 16,-4 0-79-16,-3 0-40 0,4 0 77 0,-1 0-59 16,-2 0-20-16,-2 0-134 0,-1 0 49 0,-1 0 23 15,-4 0 0-15,1 3-293 0,-2-1 167 0,0 4 71 16,-4-4 39-16,3 1-233 0,-2 2 72 16,0-4 86-16,0 1-517 0,-1-2 287 15,5 0 140-15</inkml:trace>
  <inkml:trace contextRef="#ctx0" brushRef="#br0" timeOffset="23756.12">30863 10696 947 0,'2'-15'0'0,"10"7"0"0,4 3 0 0,3 0 0 0,-1-3 0 0,2 3 395 0,-5-1-174 0,7 1-97 15,3 1-46-15,2 0 339 0,3 2-192 0,2 1-87 16,3-2-3-16,7 2-51 0,-2-1-25 0,2 2-1 15,-9 0-70-15,4-3 30 0,-2 3-8 0,1 0-154 16,-6 0 88-16,0 0 44 0,-9-1 23 0,1 1-327 16,-3-3 170-16,-9 3 24 0,1-1 65 0,-6-1-410 15,1 2 217-15,-4-2 101 0,-2-3-85 16,0-3 101-16,0-3 50 0</inkml:trace>
  <inkml:trace contextRef="#ctx0" brushRef="#br0" timeOffset="23956.58">31357 10281 1094 0,'-15'2'0'0,"5"0"0"0,3 2 0 0,2 0 0 0,0-1 0 0,1 0 0 0,0 4 0 0,-2 6 143 0,3 6-55 15,-5 5-28-15,2 4 261 0,-8 10-149 0,-1 2-69 16,-4 5-35-16,0 4 90 0,-6-1-63 16,-1 3-23-16,-4 0-54 0,3-3 15 15,-1 2-1-15,2-6 1 0,5-1-52 0,2-7 35 16,-1 2-9-16,2-4-111 0,4-2-115 0,3-4 126 15,3-7 62-15,3-1-516 0,3-7 264 0,-2-1 105 16,4-5 73-16</inkml:trace>
  <inkml:trace contextRef="#ctx0" brushRef="#br0" timeOffset="24413.46">31099 10915 1215 0,'7'0'0'0,"3"2"0"0,2 9 0 0,-6-2 0 0,-4 3 0 0,1 1 0 0,-1 1 0 0,0 6 201 0,-1 0-84 0,2 3-42 15,-3-1 126-15,0-2-75 0,0 3-51 0,2-4-4 16,2 0 1-16,-2-3-39 0,0-4 8 0,-1-1-243 16,1-3 117-16,1-3 59 0,2-3-375 0,-4-2 214 15,3 0 78-15,-1 0 60 0,0-11-374 0,1-2 196 16,-2-6 97-16,-2 0 48 0,0-4-91 0,0-2 90 16,0-3 83-16,-6 5 0 0,1 4 0 15,0-4 0-15,-3 5 0 0,2 1 0 16,-2 3 0-16,8 3 0 0,-3 1 0 0,3 1 247 15,0-1-106-15,3 0-79 0,7 2 424 0,2 1-227 16,6 1-114-16,0 1-55 0,2 1 219 0,2 0-142 16,-3 2-68-16,0 2 12 0,-3 0-39 0,-2 4 0 15,-1 5-31-15,-2 4-55 0,-4 3 23 0,-6 1 1 16,2 3-134-16,-3 5 79 16,0-3 47-16,-13 6-8 0,-4-3-119 0,-2-1 79 15,2-2-5-15,-4-4 34 0,5-4-81 0,-3 0 46 16,2-5-12-16,4-1 80 0,3-5-64 0,1 1 23 15,6-2-27-15,0-2 235 0,1 0-89 0,2 0-53 16,0 0-3-16,0 0 140 0,12 0-57 0,3 0-53 16,2-4 86-16,1-1-60 0,2-3-31 0,-2 0 0 15,4 1-88-15,-3 2 25 0,-1-2-1 0,-1 4-268 16,-1-1 143-16,0 3 75 0,-1-1 26 0,0 2-233 16,0 0 100-16,0 0 74 15,-2 0-11-15,3 0-366 0,0 0 205 0</inkml:trace>
  <inkml:trace contextRef="#ctx0" brushRef="#br0" timeOffset="24629.88">31903 10379 1409 0,'-5'-11'0'0,"5"7"0"0,0 2 0 0,0 2 0 0,0 0 0 0,0 0 163 0,0 12-57 0,0 10-40 0,0 7 417 16,0 3-225-16,0 11-113 0,0 0 83 0,-2-4-89 15,1 12-57-15,1-8-25 0,0-7 39 0,0 3-31 16,0 1-1-16,-2-3-23 0,2-1-183 0,0-4 87 16,-4-3 44-16,4-4-449 0,-2-4 247 0,2-4 129 15,-3-4 55-15,3-6-641 0,0-1 305 0,0-6 166 16,-2 0 84-16</inkml:trace>
  <inkml:trace contextRef="#ctx0" brushRef="#br0" timeOffset="24853.83">31771 10663 1185 0,'-8'-11'0'0,"4"7"0"0,4 2 0 0,1-1 0 0,10-3 0 0,2 0 0 0,2 3 0 0,3 0 296 0,1 2-132 0,8 1-65 0,-8 0 297 15,5 0-186-15,-3 0-88 0,-4 9-45 0,2 1 60 16,-3 2-53-16,3 4-17 0,-8 0-8 0,3 3 0 16,-4 0-1-16,-2 2-25 0,-2 0 0 0,-3 1-39 15,-1-1 15-15,-2 1 0 16,0-1-13-16,0-1 0 0,-3-1 37 0,-5 0 8 15,2-2-203-15,-1-4 64 0,-1 0 57 0,-1-2-441 16,1-1 230-16,0-3 79 0,-2-1 74 0,-2-2-409 16,1-4 237-16,-2 0 119 0</inkml:trace>
  <inkml:trace contextRef="#ctx0" brushRef="#br0" timeOffset="25319.59">31611 10582 1143 0,'-10'-15'0'0,"5"4"0"0,2 5 0 0,3 0 0 0,0-1 0 0,3-1 0 0,6 3 0 0,3 1 108 16,-1 2-29-16,2 2-8 0,1 0 220 0,-1 2-129 16,-1 9-65-16,-2 2 20 0,-3 5-34 0,-2 2-29 15,-4 3 0-15,3 3-86 0,-4-2 33 0,0 2-1 16,-5-3-2-16,0 2 13 0,0-3 0 0,-3-3 22 16,3 0-40-16,-1-3 39 15,4 0 9-15,-1-3-39 0,3 0 58 0,0-2-73 16,0-1 32-16,0 1 43 0,0-1-16 0,0 2 1 15,0 1-26-15,0-2 77 0,0 3-34 0,0 3-9 16,3-2 9-16,-1 0-18 0,4 2-14 0,-1-2 1 16,-2 2-43-16,2-3 22 0,-4 2 7 0,1-1 14 15,0 1-31-15,-2-4 0 0,0 1 31 16,0 0-84-16,0-1 35 0,-7-1 15 0,-4 0-3 16,-3-1-38-16,-1-2 27 0,0 0 3 15,-1-2-13-15,-2-2 29 0,4-3-7 0,-2-1 6 16,3 0 119-16,3 0-56 0,1 0-23 0,1 0-4 15,5 0 80-15,1 0-51 0,1 0-24 0,1 0 207 16,0 0-101-16,0 0-63 0,5-1 107 0,11 1-194 16,6 0 0-16,6 0 0 0,-1 0 0 0,5 0 0 15,3 3 0-15,-3 7 0 0,5-1 0 0,-2 0 0 16,2 4 0-16,3 1 0 16,-5-5 0-16,2 1 0 0,5 3 0 0,-2-3 0 15,0 0 0-15,7-2 0 0,-5-2 0 0,-1 1 0 16,-5-4 0-16,3 3 0 0,2-2-800 0,5 2 421 15,-5 0 173-15,2-1 86 0</inkml:trace>
  <inkml:trace contextRef="#ctx0" brushRef="#br0" timeOffset="25473.17">32873 11418 2195 0,'-18'-6'0'0,"12"4"0"0,6 2 0 0,0 0 0 0,0 0 0 0,0 0 159 0,0 0-55 16,0 0 106-16,0-1-88 0,1-1-45 0,9-5-23 16,3 4-865-16</inkml:trace>
  <inkml:trace contextRef="#ctx0" brushRef="#br0" timeOffset="50193.51">7896 12385 435 0,'0'0'0'0,"0"0"0"0,0 0 0 0,0 0 0 0,-1 0 0 0,-2 0 0 0,2 0 0 0,-1 0 0 0,-2 0 54 15,2 0 0-15,1-2-21 0,-1 1-1 0,0 1 36 16,0-3-36-16,2 1 1 0,-2 1 11 0,0-1-11 16,1 0 0-16,-2 0 45 0,1 0-45 0,0 0 0 15,2-2 0-15,-2 1 21 0,2-1 9 0,-1 0-30 16,1-1 0-16,0-3 32 0,0 0-32 0,0-1 0 15,0 0-19-15,0-1 19 0,0 1-1 0,0 0-3 16,1-1 4-16,3 2-1 0,1 1 9 0,-2 1-39 16,1 0-1-16,1 2 27 15,1 0 3-15,0 0-67 0,2 2 37 0,-1 1-16 16,5-2 38-16,-3 3-37 0,0 0 33 0,0 0-8 16,2 0 10-16,-1 0-7 0,3 0 1 0,-1 6 14 15,-3 2-13-15,1-2-5 0,-2 4 7 0,2 2 33 16,-1-1-35-16,-1 1 3 0,0 4-3 0,-2-1 22 15,-3 2-15-15,-2 0 1 0,1 1-4 0,-2 3-37 16,0-1 36-16,0 1 1 0,0 0-39 0,-6-1-5 16,-2 0 38-16,-4-2-32 0,3-3-1 15,-5 0 28-15,3-3-2 0,-2-1-21 16,-2-3 14-16,2-3 7 0,-1-1 0 0,2-2-23 16,1-2 15-16,-1 0 4 0,3 0-6 0,0 0 56 15,3 0-24-15,0 0 0 0,4 0 99 0,0 0-59 16,2 0-21-16,0 0 39 0,0 0-26 0,0 0-1 15,0 0-10-15,10 0-50 0,4 0 12 0,0 0 21 16,1 0 0-16,4 0 52 0,-1 0-18 0,2 0-8 16,0 0-64-16,-1 0 0 15,2 0 38-15,-3 0 0 0,1 0-61 0,0 0 25 16,-2 0 8-16,-1 1-146 0,0 1 73 0,-4 1 41 16,-2-3 18-16,1 1-93 0,-1-1 41 0,-2 0 30 15,-1 0-14-15,-2 0-261 0,-1 0 118 0,0 0 82 16,1 0 37-16,0 0-290 0,-4 0 163 0,3 0 74 15,0-7-265-15</inkml:trace>
  <inkml:trace contextRef="#ctx0" brushRef="#br0" timeOffset="50439.88">8248 12136 890 0,'2'0'0'0,"3"0"0"0,1 0 0 0,4 0 0 0,-1 0 0 0,2 5 129 15,2 1-53-15,2 1-21 0,4 6 0 0,1 2 318 16,1 4-170-16,0 4-77 0,1 0 180 0,-3 8-136 16,-2 1-69-16,1 8 68 0,-7-1-69 0,-4-2-25 15,-2 10-8-15,-3-2 14 16,-2 2-24-16,0-1 0 0,-3-2-25 0,-8-5-28 16,-5 7-8-16,0-14 36 0,-5 0 1 0,1-6-70 15,-4-5 35-15,5-6 8 0,-5-4-415 0,3-5 213 16,4-4 66-16,1-2-515 0,6 0 307 0,7-10 144 15</inkml:trace>
  <inkml:trace contextRef="#ctx0" brushRef="#br0" timeOffset="51572.48">9144 12222 763 0,'0'0'0'0,"0"0"0"0,0 0 0 15,0 0 0-15,0 0 0 0,0 0 0 0,0 0 0 0,0 0 139 0,0 0-53 0,2-3-27 0,5 2 9 0,7-5 159 16,0 1-97-16,3-4-49 16,2 2 154-16,5 0-101 0,-5 0-42 0,8-1 40 15,-7 3-50-15,6-2-24 0,-7 4 0 0,3-1-49 16,1 2 9-16,-2 1 14 0,-3 1 1 0,1 0-84 16,-3 0 41-16,-1 0 22 0,-6 0 8 0,2 3-50 15,-3 3 31-15,-1-2 1 0,-3 0-254 0,1-1 131 16,-2 1 33-16,-1-2-345 0,0-2 200 0,-1 0 100 15,-1 0 50-15,0 0-286 0</inkml:trace>
  <inkml:trace contextRef="#ctx0" brushRef="#br0" timeOffset="51764.68">9372 11904 908 0,'-1'0'0'0,"1"0"0"0,0 0 0 0,0 0 0 0,0 2 0 0,0 4 0 0,0 1 0 0,0 4 208 0,0 3-88 0,1 1-43 15,6 0 190-15,-3 3-117 0,1 1-50 0,-1 3-45 16,-1 5 1-16,-1-4-24 0,1 1 1 0,-2 1-278 16,1-3 147-16,-2 6 62 15,0-7 34-15,0 0-379 0,0-1 199 0,0-2 50 16,-2-2 66-16,-6-3-291 0,-1-2 161 0,-6-1 82 16</inkml:trace>
  <inkml:trace contextRef="#ctx0" brushRef="#br0" timeOffset="51940.21">9234 12351 1147 0,'-17'2'0'0,"0"2"0"0,4 0 0 0,2 1 0 0,2 1 0 0,0-1 0 0,4 0 0 0,3-2 0 0,2 1 202 0,0 0-85 0,0-1-42 0,14 1 93 16,6-2-60-16,8-2-41 0,2 0 242 15,4 0-138-15,1-2-69 0,2-2-34 0,-2-1 74 16,3-1-58-16,-5 0-26 0,-1 3 0 0,0 1-163 16,-4 0 69-16,-3 2 42 0,3 0-8 0,-8 0-348 15,1 4 191-15,-2 3 96 0,-6-1-482 0,-4-4 217 16,1 1 153-16,-2-1-90 0,-3-2 117 0,-1 0 58 15</inkml:trace>
  <inkml:trace contextRef="#ctx0" brushRef="#br0" timeOffset="52147.7">9703 12029 1185 0,'0'-4'0'0,"0"2"0"0,0 0 0 0,0 2 0 0,0 0 0 0,0 0 0 0,0 2 0 0,-5 8 0 0,-2 8 306 0,-5 4-137 0,-3 1 77 15,-2 5-106-15,-1 5-46 0,-5 7-35 0,-2-2 0 16,1-1 0-16,0 3-26 0,-1-1 0 16,4-5-50-16,-7 6 20 0,5-6 1 15,1-5 29-15,0-1-217 0,-1 0 109 0,6-10 62 16,-2 4 16-16,3-6-454 0,4-4 179 0,7-4 126 16,-1-3-286-16,6-1 191 0</inkml:trace>
  <inkml:trace contextRef="#ctx0" brushRef="#br0" timeOffset="52447.89">9478 12511 1090 0,'2'4'0'0,"0"5"0"0,-2 2 0 0,0 1 0 0,-6 3 0 0,-5 0 0 0,0-1 0 0,0 6 196 16,-1-3-85-16,1-1-39 0,-1-1-1 0,4-2 101 16,0-3-61-16,4-2-44 0,0-5 0 0,3 1-1 15,-1-1-33-15,2-3 0 0,2 0-85 0,8 0 38 16,8-3 24-16,4-4-84 0,-1-1 54 0,3-1 26 15,-4 7 9-15,5 0-28 0,-1-1-14 0,-1 3 23 16,-1 0-30-16,-1 3-14 0,-4 8 5 0,-2 2 0 16,-3 2 56-16,-5 2-19 15,-1 0-9-15,-5 2 117 0,-1-1-50 0,0 0-27 16,-1 0 18-16,-12-1 43 0,-1-2-31 0,-2-3-22 16,-3-2 23-16,0-2-124 0,-2-2 46 0,0-4 0 15,0-2 51-15,3 0-174 0,-3 0 81 16,5-5 37-16,-1-8-424 0,1-4 214 0,5-6 82 0,6 0 62 15,1-2-270-15,2-4 169 0</inkml:trace>
  <inkml:trace contextRef="#ctx0" brushRef="#br0" timeOffset="52564.58">9438 12612 983 0,'7'-5'0'0,"0"1"0"0,0 2 0 0,2 1 0 0,-1-2 0 0,2 2 0 0,0-2 0 0,2 1 0 0,-1 1 372 0,5-1-173 0,-4 0-84 0,3 0 42 15,2 2-63-15,1 0-30 0,0-2 8 0,3 0-397 16,-3 1 179-16,3-3 90 0,0-2 44 0,-3-1-558 15</inkml:trace>
  <inkml:trace contextRef="#ctx0" brushRef="#br0" timeOffset="52753.42">10036 11846 1226 0,'0'0'0'0,"0"0"0"0,0 0 0 0,0 6 0 0,0 3 0 0,0 4 385 0,-4 6-181 0,1 3-85 16,-1 0-43-16,-1 5-90 0,2-2 24 0,1-2 7 16,2 8 16-16,0-7-203 0,0-3 101 15,0-2 51-15,2 0 26 16,3-9-643-16</inkml:trace>
  <inkml:trace contextRef="#ctx0" brushRef="#br0" timeOffset="52915.98">10025 12033 1451 0,'-3'3'0'0,"3"1"0"0,0-3 0 0,3-1 0 0,6 0 0 0,4 0 0 0,4 0 0 0,1-3 185 0,2-2-77 0,1 2-37 15,0-1 9-15,0 3-24 0,0-1 9 0,-1 0-32 16,1 0-253-16,-2 0 127 0,-4 0 62 0,-3 2 33 16,-1 0-144-16,-2 0 83 0,-5 0 46 0,-3 0 23 0,-1 8-491 15,0 1 236-15,-3 3 42 0</inkml:trace>
  <inkml:trace contextRef="#ctx0" brushRef="#br0" timeOffset="53097.13">10017 12249 738 0,'-17'8'0'0,"7"-4"0"0,5-3 0 0,1-1 0 0,4 0 0 0,0 0 280 16,9-7-128-16,11-5-59 0,4 1-30 0,3-3 175 16,-1 1-102-16,3 1-44 0,1 1-34 0,0 6 24 15,-1 1-25-15,-7 2 1 0,1 0-26 0,-3 2-92 16,-3 0 42-16,-1 0 26 0,-5 2-1 0,-6 4-103 15,1 5 64-15,-6 2 41 0,0 0-390 16,0 1 196-16,-11-2 99 0,-5 1-6 0,2-1-294 16,-5-3 168-16,-1 1 97 0</inkml:trace>
  <inkml:trace contextRef="#ctx0" brushRef="#br0" timeOffset="53258.25">9976 12265 783 0,'-14'-3'0'0,"7"3"0"0,1 0 0 0,5 4 0 0,-1 8 0 0,2 1 359 16,0 6-163-16,0 3-82 0,0 5-40 0,0 3 220 15,0 2-134-15,0 6-64 0,2-1-32 0,-1 0 9 16,-1 3-1 0,0-4-31-16,0-2-9 0,0-5-227 0,2 0 113 15,-2-8 58-15,0 1 28 0,0-7-408 0,0-5 213 16,0-3 106-16,2-7-457 0,-2 0 236 0</inkml:trace>
  <inkml:trace contextRef="#ctx0" brushRef="#br0" timeOffset="53437.93">9927 12524 511 0,'0'-9'0'0,"3"-1"0"0,5 5 0 0,2-3 0 0,2 1 0 0,4-3 431 16,5 2 617 0,-3 0-973-16,8-1-8 0,-1-2-34 0,0 2 237 15,-5 4-233-15,4-3-5 0,-1 2 9 0,0 0-96 0,-3 1 44 16,-1-1 22-16,-3 3 0 0,2-3-351 16,-7 3 195-16,1-3 85 0,-3 2-444 15,-2-2 264-15,-3 2 93 0,-3-1 75 0,-1-1-292 16,0-2 170-16,0 0 81 0,-9-2 40 0,-2-3-68 15,-2-2 71-15,-2-2 70 0</inkml:trace>
  <inkml:trace contextRef="#ctx0" brushRef="#br0" timeOffset="53601.49">10194 12218 21 0,'-13'-11'0'0,"1"5"0"0,1 3 0 0,-1 2 0 0,1 1 0 0,4 1 334 15,1 12-151-15,-2 2 201 0,5 3-179 16,1 7-87-16,2-1 547 0,0 2-620 0,0-2-4 16,0 7 275-16,3-7-258 0,8-4 0 0,-2 1-25 0,2-1 5 15,3-4 3-15,0-3-8 0,1-3 0 0,2-3-137 16,0-1 69-16,-2-5 33 0,2-1 9 0,-4 0-339 15,0 0 182 1,-4 0 91-16,-1 0 46 0,0 0-601 16,-3 0 267-16,-1-1 161 0</inkml:trace>
  <inkml:trace contextRef="#ctx0" brushRef="#br0" timeOffset="53766.05">10119 12528 1366 0,'-8'11'0'0,"0"3"0"0,5 2 0 0,-1 3 0 0,-1 2 0 0,-2 3 135 0,2 0-51 0,1 1-25 0,2-3 71 16,-1 8-52-16,3-9-23 0,-2 1 0 0,2-2-298 15,0 0 137-15,0-5 78 0,2-6 26 0,5 0-485 16,0-8 256-16,5-1 130 0,-3 0 63 0</inkml:trace>
  <inkml:trace contextRef="#ctx0" brushRef="#br0" timeOffset="54045.31">10162 12665 1375 0,'-4'7'0'0,"3"8"0"0,1 1 0 0,-3-2 0 0,3 3 0 0,0 2 0 0,0-3 141 0,3 4 110 0,5-1-109 0,3-2-55 0,5-1 125 15,-2 0-93-15,6-6-44 0,-1 0-20 0,-1-2-143 16,3-3 60-16,-2-3 39 0,1-2-9 0,-3 0-243 16,0 0 137-16,-4-2 69 0,0-9 33 0,-4-1-305 15,-2-1 162-15,-2-2 41 0,-3-1 54 0,0-1-184 16,-2 0 92-16,0 0 59 0,-6-2 25 0,-6 0-8 15,2 2 0-15,-1 3 33 0,-3 1 16 16,1 1-15 0,-1 6-1-16,2 0 0 0,3 5 0 0,-3 1 160 0,4 0-88 15,-1 7-31-15,4 6 257 0,-2 3-122 16,4 0-78-16,1 2-3 0,0 4 143 0,2-3-73 16,0 1-63-16,0-2-36 0,2-2-669 0,5-1 645 15,5-2 32-15,1-4-8 0,2-1-1054 16,2-4 1011-16</inkml:trace>
  <inkml:trace contextRef="#ctx0" brushRef="#br0" timeOffset="54190.92">10603 12678 1762 0,'3'6'0'0,"7"7"0"0,-2 0 0 0,-3-1 0 0,-1-4 0 0,1 6 0 0,2-1 0 0,-4-2 0 0,3 0 510 15,1 0-243-15,-1 1-117 0,0 0-58 0,-1-3-250 16,3 2 96-1,-3-2 56-15,2 2-342 0</inkml:trace>
  <inkml:trace contextRef="#ctx0" brushRef="#br0" timeOffset="55633.99">10955 12398 541 0,'-4'0'0'0,"2"0"0"0,-1 0 0 0,3 0 0 0,-1 0 0 0,1 0 327 15,0 0-147-15,0 0-66 0,0 0-45 0,1 0 51 16,13 0-44-16,2 0-22 0,7-5 177 0,0 1-90 15,5-3-59-15,-1 1-24 16,1-2 82-16,-1 1-53 0,-2 3-19 0,5-2-8 16,-9 5-76-16,4-1 25 0,-4 0 0 0,0 2-257 15,-1 0 148-15,-4 0 63 0,-1 0 35 0,-2 0-263 16,-1 0 138-16,1 0 7 0</inkml:trace>
  <inkml:trace contextRef="#ctx0" brushRef="#br0" timeOffset="55962.39">11766 11959 1344 0,'1'0'0'0,"3"0"0"0,0 2 0 0,-2-1 0 0,-2 1 0 0,0 2 0 0,0 2 0 0,0 2 0 0,0 1 197 0,-8 0-83 0,-1 1-40 15,-3 1-26-15,1 1-15 0,-3 2 0 0,-2-2-1 16,2-2-101-16,0 3 50 0,0-5 34 0,0 0-61 15,3 1 39-15,0-2 0 16,3-3 40-16,-1 2 9 0,3-1-7 0,3 2-43 16,-1 0-1-16,2 0 133 0,2 5-53 0,0-1-27 15,0 6 94-15,0 2-51 0,0 5-28 0,0 2 8 16,2 2-18-16,0 4-17 0,0 0 9 0,1 4-41 16,-1-2 0-16,0 2 33 0,0-1 0 0,-1-1-135 15,1-4 76-15,0 0 26 0,0-4-1 0,0-5-306 16,0-1 155-16,-1-7 53 0,-1-2-345 15,3-6 209-15,-3-3 101 0,2-2 51 16,-2-2-127-16,2-18 88 0,-2-3 37 0</inkml:trace>
  <inkml:trace contextRef="#ctx0" brushRef="#br0" timeOffset="56285.52">11565 12274 981 0,'0'-13'0'0,"0"5"0"0,0 2 0 16,0 3 0-16,4-2 0 0,1-1 0 0,6 1 0 0,1-1 215 0,3 0-92 0,4 1-44 0,-1 1 205 0,5 0-129 0,0-1-62 15,-3 4-29-15,2 1 78 16,-2 0-55-16,-2 0-19 0,1 0-57 0,-5 0 1 16,0 0 20-16,-3 0 1 0,-1 0-36 0,-3 0 9 15,-1 0 27-15,-2 1-7 0,-3-1 7 0,1 3 0 16,0-3-1-16,-2 2 90 0,0 0-49 0,0 2 0 16,0 1-40-16,0 0 149 0,0 5-74 0,0 0-30 15,0 4 41-15,-2 2-36 16,2 2-50-16,0 5 0 0,0 2-46 15,0-3 31-15,0 10-8 0,4-3 23 0,2 3 0 0,0 1-159 16,-1-1 80-16,2 0 47 0,-1 0-231 16,-2 0 121-16,2 0 43 0,-4-4 33 0,0-2-192 15,-1-4 86-15,1 1 49 0,-2-3 28 0,0 0-217 16,0-6 123-16,-2-2 61 0,-5-3 23 0,-3-5-147 16,-1 0 93-16,0-4 47 0,-4 0 23 0,0-2-400 15</inkml:trace>
  <inkml:trace contextRef="#ctx0" brushRef="#br0" timeOffset="56450.1">11431 12573 1753 0,'-5'2'0'0,"1"2"0"0,2-3 0 0,2 1 0 0,0-2 0 0,0 0 0 0,17 0 107 0,5-5 291 0,5-5-174 16,1 2-100-16,4-3-46 0,0 2 35 15,-2-1-40-15,0 3 0 0,-5 1-745 0,7 1 677 0,-8 1 0 16,-4 1 28-16,3 0-312 15,-4 2 164-15,-4 1 69 0,-1 0 40 0,-4 0-720 0</inkml:trace>
  <inkml:trace contextRef="#ctx0" brushRef="#br0" timeOffset="56595.71">11725 12336 492 0,'-9'0'82'0,"6"0"-41"16,-1 0 577-16,2 2-568 0,-1 2-17 15,-1 4 8-15,2-1-127 0,2 2 119 0,0 1 0 16,0 3 0-16,0 0-1 0,0 0-468 16,4 4 218-16,3 1 107 0</inkml:trace>
  <inkml:trace contextRef="#ctx0" brushRef="#br0" timeOffset="56721.48">11746 12604 1198 0,'0'8'0'0,"0"2"0"0,0-3 0 0,0-1 0 0,0-1 0 0,0-1 0 0,0 0 108 0,0-2-37 0,0 1-1 0,0 1 114 15,2 0-80-15,7 1-35 0,-2 0-1 0,4-4-344 16,1 0 154-16,-1-1 86 0,4 0 30 0,1 0-573 16</inkml:trace>
  <inkml:trace contextRef="#ctx0" brushRef="#br0" timeOffset="57030.54">12061 12265 1116 0,'2'-4'0'0,"1"0"0"0,1 2 0 0,0 2 0 0,-1 0 0 0,-1 0 360 16,0 6-163-16,0 2-74 0,0 5-49 0,-2 2 26 0,0-2-33 16,0 2 0-16,0 0-34 0,0-2-111 15,0-2 52-15,0-1 29 0,-2-5 0 0,0-1-185 16,0-2 107-16,-1-2 62 0,1 0 19 16,2-8-174-16,0-8 95 0,0-9-48 0,2 1 56 0,1-1 2 15,7-5 37-15,-1 5-18 0,2 0 11 16,1 6 0-16,1 0 1 0,0 3-9 0,0 4 8 0,-2 4 352 15,1 4-164-15,1 3-68 16,-2 1-44-16,-1 0 0 0,-1 7 196 0,-2 8-94 16,0 0-56-16,0 2-25 0,0 2 23 0,-1-2-18 15,-1 2-10-15,2-3-26 0,0 0-254 0,0 1 126 16,-2-3 65-16,1-2 39 0,-1 1-234 0,0-2-472 16,-3 1 337-16,0-1 152 0,-2 0-393 15</inkml:trace>
  <inkml:trace contextRef="#ctx0" brushRef="#br0" timeOffset="57351.55">12177 12477 456 0,'-8'2'0'0,"3"-1"0"0,1 2 0 0,2-3 0 0,1 0 368 16,1 0-168-16,0 0-84 0,0 0-33 0,3 0 161 15,8 0-105-15,1 0-53 0,1 0-27 0,0 4 0 0,0 3 67 16,-2 3-51-16,-1 1-80 0,-2 3 38 0,-5 1-29 16,1 3-1-16,-2 2 38 0,-2 1-8 0,0 4-73 15,-9-3 36-15,-7 0 1 0,-2-1 35 0,-1-4-136 16,-6 1 62-16,3-4 16 0,1-6 22 15,-2-1-217-15,1-5 108 16,0-2 34-16,1 0 35 16,2 0-147-16,2-6 79 0,0-9 40 0,4-2-1 0,1-1-14 15,3-3 31-15,4 0 0 0,3 0 24 0,0 3 52 16,2 7-35-16,0 0 328 0,0 2-174 0,2 4-85 0,7 1 409 16,3 2-228-16,2 2-88 0,7 0 656 15,-1 6-709-15,7 5-31 0,-1 4 1 16,4 5-31-16,2-2 98 15,0 4-53-15,0-1-23 0,2 3 0 0,4 1-200 0,-11-8 89 16,8 1 53-16,-1-1 13 0,0-5-708 0,1-3 366 16,-1-1 182-16,-2-6 91 0</inkml:trace>
  <inkml:trace contextRef="#ctx0" brushRef="#br0" timeOffset="58037.64">12693 12105 942 0,'-9'-1'308'0,"7"1"-155"15,2 0-76-15,0 0 368 0,0 0-207 16,0 0-94-16,0 0-60 0,0 0 370 0,0 0-210 16,2 0-106-16,0 0-53 0,2 0 111 15,1 0-85-15,1 0-40 0,0 0 1 0,-2 0-141 16,-1 0 51-16,-1 0 34 0,0 0-9 0,0 0-32 15,0 0 29-15,-1 0 0 0,-1 0 28 0,0 0-169 16,0 0 80-16,0 0 45 0,0 0 23 0,0 0-90 16,0 0 42-16,0 0-26 0,0 0 27 0,0 0 48 15,0 0 0-15,0 0 13 0,0 0-1 0,0 0-32 16,0 0 2-16,0 0 1 0,0 0 0 0,0 0-32 16,0 0 35-1,0 0 10-15,0 0-6 0,0 0-42 0,0 0-1 0,0 0 35 0,0 0 2 0,0 0-1 16,0 0-3-16,0 0-5 0,0 0 4 15,0 0 62-15,0 0-32 0,0 0 1 16,0 0 32-16,0 0-27 0,0 0 0 0,0 0-23 16,0 0 13-16,0 0-6 0,0 0-6 0,0 0 17 15,0 0-37-15,0 0 7 0,0 0 28 0,0 0-8 16,0 0-61-16,0 0 28 0,0 0 0 0,0 0 24 0,0 0-35 16,0 0 34-16,0 0-12 0,0 0 8 0,0 0 38 15,0 0-38-15,0 0 30 0,0 0-30 0,0 0 0 16,0 0 14-16,0 0-10 0,0 0-2 0,0 0-14 15,0 0 16 1,0 0 3-16,0 0-1 0,0 0-29 16,0 0 0-16,0 0 27 0,0 0 0 0,0 0 1 15,0 0-3-15,0 0-2 0,2 0 0 0,0 0 60 16,0-3-29-16,0 3-1 0,1-2-28 0,0 2 24 16,1 0-22-16,-2 0 6 0,1 0-4 0,-1 0 38 15,2 0-35-15,-1 0 11 0,3 0-8 0,-3 0 45 16,6 0-42-16,0 0 7 0,2 0 35 0,2 0 3 15,0 0-41-15,5 0 8 0,0 0-6 0,3 0 36 16,1-1-34-16,1-1 145 0,-1 0-166 16,1 0-385-16,0 0 269 0,-1 2 60 0,-2-2-807 15,0 2 785-15,-2 0 25 0,-3 0-24 0,0 0-824 16,-5 0 828-16,1 0-1 0,-6 0 42 0,3 0-787 31,-7 0 733-31,2 0 30 0,-3 8 1 0,0-3-119 0</inkml:trace>
  <inkml:trace contextRef="#ctx0" brushRef="#br0" timeOffset="58206.18">13065 12167 769 0,'-7'4'0'0,"3"0"0"0,1-1 0 0,1-1 0 0,2 0 0 0,-2 0 329 0,2 2-149 15,0-1-73-15,0 4-37 0,0 4 312 16,0-1-178-16,0 6-86 0,-2 4 111 0,-2 5-98 0,-4 4 99 16,-3 0-91-16,-4 10-57 0,0-2-232 15,-4 0 180-15,3 0 3 0,-2-5 0 0,0 2-402 16,-1-2 197-16,4-4 102 0,-2-3 52 0,3-11-1179 15,2-1 1176-15,3-8 15 0,-1-5-51 0,2 0-222 16,3-12 124-16</inkml:trace>
  <inkml:trace contextRef="#ctx0" brushRef="#br0" timeOffset="58374.74">12780 12310 1990 0,'2'-9'0'0,"1"5"0"0,5 1 0 0,0 3 0 0,1 0 0 0,2 0 84 0,1 10-26 0,2 1 210 15,2 1-109-15,6 3-67 0,-1-2-30 0,-2 2 223 16,1-2-126-1,-1-2-63-15,-3 0-23 0,2 2-295 0,-1-1 128 16,-4-3 63-16,-2 3 32 0,-3-3-535 0,-3 0 291 16,-1-1 134-16,-2 2 71 0,-2-5-624 15,0 3 293-15,-4-4 168 0,-5-4-99 0,-6 0 137 16</inkml:trace>
  <inkml:trace contextRef="#ctx0" brushRef="#br0" timeOffset="58664.51">12725 12180 756 0,'-12'-15'0'0,"0"4"0"0,6 5 0 0,1 5 0 0,3-2 0 0,0 3 340 16,2 9-154-16,0 11-77 0,4 4-29 0,5 5 264 16,-1 6-155-16,1 10-78 0,-2 0-40 0,-1 4 56 15,-2 1-51-15,-3-4-22 0,2-1 0 16,-3-9-113-16,0 1 45 0,0-7 32 0,0 3-9 0,-4-13-46 16,-4-3 35-16,1-4 0 0,2-6 35 15,-6-1 25-15,4-2-25 0,2-4 43 0,-1 0 60 16,3 0 377-16,-1 0-446 0,4 0-26 15,0 0-9-15,0-2 259 16,2-2-239-16,11 0-19 0,4 2 0 0,5-2 254 16,6 3-287-16,-2 1 0 0,5 0 0 0,-1 0 0 15,1 0 0-15,1 0 0 0,-2 0 0 16,2 3-282-16,-2 1 173 0,-1 2 71 0,1-2 36 16,-6-2-684-16,5 2 304 0,-8-4 181 0,2 0 54 0,0 0-559 15,-2 0 336-15,-1 0 161 0</inkml:trace>
  <inkml:trace contextRef="#ctx0" brushRef="#br0" timeOffset="58872.5">13196 12376 1828 0,'-7'-6'0'0,"7"4"0"0,0 0 0 0,0 0 0 0,0 0 0 0,7 1 0 0,4-1 129 0,3 0 333 0,3 0-207 0,2-2-115 16,0 3-67-16,0-1 1 0,-3 2-42 15,2 0 1-15,-7 0 8 0,2 0-415 0,-2 0 204 16,-4 0 101-16,1 3 51 0,-4 1-507 0,-2 0 279 0,0-2 131 16,-2-1-266-16,0 1 175 0,0-2 86 15,0 0 44-15,-4 0 13 0,-6-7-235 0</inkml:trace>
  <inkml:trace contextRef="#ctx0" brushRef="#br0" timeOffset="59281.84">13255 12073 610 0,'-6'-6'67'0,"4"3"-35"0,1 0 1 0,1 3 140 15,0 0-75-15,0 14-32 0,1 9-1 0,9 7 353 16,0 11-193-16,-3 6-88 0,0 3-56 0,-1 14 148 16,-5-1-98-16,2 1-49 0,-3 1-25 0,0-5-62 15,0 10 15-15,-4-19 0 0,-2-3 22 0,3-10-91 16,-3 0 46-16,4-11 31 0,-1-2-8 0,-1-8-3 0,2-8-3 16,0-3 28-16,2-3 1 0,0-3 8 15,0 0-61 1,0-13-1-16,0-11 22 0,4 1 12 0,9-4-131 15,-1-3 64-15,4-1 29 0,1-3 0 0,3-4-213 16,1 5 114-16,0 0 53 0,-2 1 25 0,1-8-128 16,-3 10 72-16,2-4 25 0,-2 4 21 15,-2 4-169-15,-4 5 87 0,3-1 57 0,-5 3 24 16,3 2-14-16,-3 2 0 0,0 2 38 0,-2-1 108 0,1 1-50 16,0 2 357-16,-1 0-413 0,-2 3-2 0,1-2 262 15,-2 3-217-15,0 1-3 0,-2 3 1 16,0 1 32-16,-1 1 0 0,-1-2 3 15,2 3-22-15,-2 0-48 0,2 0 26 0,0 0 15 16,0 0 17-16,5 0-1 0,-1 0-160 0,2 0 73 16,-1 0 39-16,2 0 6 0,-1 0-192 0,0 0 88 15,-3-1 31-15,0-1 37 0,-3 0-79 0,0 2 34 16,-2 0 30-16,0-2-6 0,0 2 61 16,0 0-27-16,-7 0-100 0,-2 0 51 0,-1 2-147 15,1 6 104-15</inkml:trace>
  <inkml:trace contextRef="#ctx0" brushRef="#br0" timeOffset="59707.7">13533 12343 453 0,'0'-3'55'0,"0"-1"0"0,0 0-22 0,0 2 424 16,0-1-401-16,0-2 9 0,0 4-32 0,0-1 144 15,-2 0-72-15,2 0-36 0,0 2 0 16,0 0 268-16,0 0-157 0,0 0-73 0,2 0-37 16,8 0 221-16,3 0-128 0,6 0-58 0,2-1-39 15,4-1 166-15,3 0-100 0,2-4-49 0,1 2-26 16,0-2 8-16,0 2-32 0,-1-2 0 0,-2 0 0 16,0 2-139-16,-5 1 69 0,-3-2 44 0,-1 4-9 15,-4-2-93-15,-3 2 64 16,-5-1 32-16,-2 2-439 0,-3 0-56 15,0 0-7-15,-2 0 234 0,-7 0 117 0,-6 3-997 16,-4 7 1086-16,-2 0-8 0</inkml:trace>
  <inkml:trace contextRef="#ctx0" brushRef="#br0" timeOffset="60019.87">13629 12509 384 0,'-4'15'28'0,"0"0"0"0,4 0-28 0,-2 0 443 16,-1-2-205-16,3 1-94 0,-2 1-60 0,0-1 328 15,0 0-190-15,2-5-95 0,0 2-46 0,0-4 21 16,0-1-38-16,0-1 0 0,0-4-206 0,0-1 88 16,0 2-368-16,0-2 462 0,-3 0-7 0,-1-9-416 15,0-5 385-15,-2 0-1 0,0-5 32 0,3-1-88 16,1 0 73-16,0 1-34 0,2 2 0 0,0 2 60 16,0 4-37-16,0 1-16 0,0 3-24 0,6 2 0 15,3 1 0 1,3 2 1-16,0 0-1 0,-2 2-8 0,3 0 370 0,-2 0-163 15,-1 8-20-15,-1 1-65 0,-3 2 63 0,-1-3-47 16,-1 5-37-16,-1-1 1 0,-3-3-127 16,0 6 50-16,0-4-58 0,-9 1 59 0,0-3 3 15,-2 2-316-15,-1-2 150 0,1-1 86 0,2 1-368 16,-1-3 206-16,3 1 115 0,-2 3 53 0</inkml:trace>
  <inkml:trace contextRef="#ctx0" brushRef="#br0" timeOffset="60168.98">13580 12867 1529 0,'2'8'0'0,"-2"-4"0"0,0-3 0 0,0-1 0 0,0 0 0 0,0 0 0 0,0-1 0 0,0-9 0 0,2-2 236 0,3-7-207 0,5-2-23 0,-1 0 10 0,4-6-202 16,1 2 109-16,0-4 55 0,0 4 27 0,1-6-507 16,-2 4 259-16,0-4 134 0,0-3 66 15</inkml:trace>
  <inkml:trace contextRef="#ctx0" brushRef="#br0" timeOffset="60489.83">13723 12015 277 0,'-6'-4'0'0,"2"3"0"0,4 1 0 0,-2 2 0 0,2 12 0 0,0 7 460 0,0 7-217 0,0 11 340 0,4 3-274 16,2 7-139-16,2 5 861 0,1 4-966 0,2 14-8 15,-1-7 299-15,-1 1-268 0,0-2-49 0,3-2-6 16,-3-11-38-16,2 3 15 0,3-5 0 15,-2-4 23-15,4-4-410 0,-3-9 205 0,0 1 110 16,0-9 44-16,-2-8-435 0,-1-4 243 0,-1-6 112 0,0-6 62 16,-1 0-419-16,0-12 215 0,-3-10 104 15,-1-8-51-15,-2-3 77 0,-2-2 39 0,0-3-9 0,0 3 72 16,0 5-1-16,0 6-24 0,-4 1 258 16,-1 4-128-16,1 8-74 15,-4 1-23-15,2 5 360 0,-1 3-196 0,-2 2-73 16,-3 0-56-16,1 13 311 0,-6 9-160 0,0 3-76 0,0 4-39 15,-1 2 0-15,-3 3-42 0,2-2 12 16,-1 0-8-16,0-2-127 0,4-4 63 0,2-5 32 0,2-5 0 16,4-6-480-16,0-7 216 0,3-3 142 0,3-1-637 0</inkml:trace>
  <inkml:trace contextRef="#ctx0" brushRef="#br0" timeOffset="60621.48">13830 12178 1677 0,'9'-18'0'0,"3"5"0"0,1 1 0 16,-2 5 0-16,-1 1 0 0,-1 4 0 0,0 0 0 0,-1 2 230 0,1 0-103 0,0 0-264 15,-3 8 84-15,2 5 43 0,-3 5 22 0,1 3-342 0,-3 8 176 0</inkml:trace>
  <inkml:trace contextRef="#ctx0" brushRef="#br0" timeOffset="60925.25">14241 12496 1375 0,'-4'0'0'0,"4"0"0"0,0 0 0 0,0-2 0 0,0 0 157 16,0 2-53-16,0 0-41 0,0 0 519 0,0 0-274 0,2 13-138 0,0 8 177 15,2 3-149-15,0 8-86 0,-2 2-117 16,2 9 38-16,-3-9 0 0,1 3-588 16,2-1 573-16,-1-5 15 0,5 1 0 0,-2-7-228 0,0-4 114 15,-1-4 57-15,1-5-524 0,-3-4 273 0,1-6 74 0,0-2 85 16,0 0-315-16,-2-10 200 0,-2-11 90 16,0-5 59-16,0-4-205 0,0-4 127 15,0-9 64-15,-4-1 31 0,-2-5-7 16</inkml:trace>
  <inkml:trace contextRef="#ctx0" brushRef="#br0" timeOffset="61162.55">14253 12355 1551 0,'-8'-38'0'0,"2"12"0"0,2 1 0 0,3 5 0 0,1 6 0 0,0 0 0 0,0 5 0 0,11 1 0 0,8 3 0 0,3 0 224 0,5 4-87 0,5-1 216 0,7 2-161 16,2 0-79-16,1 10-40 0,-3 8 147 0,-5 3-85 16,7 8-55-16,-8 5 26 0,-6 2-36 15,-2 4-1-15,-3-1-36 0,-7-1 55 16,0 9-32-16,-6-6 0 0,-5 0-23 0,-4 1-15 0,0 0 14 15,-7-2-14-15,-16 7 15 0,1-4 0 16,-6-1-1-16,-6-3-144 0,-4-4 72 0,-1-5 45 0,-2-7-9 0,-3-5-77 16,3-4 51-16,7-7 6 15,-5 0-153-15,5-7 73 0,3 0 50 0,2 0 3 16,8 0-53-16,0 0 28 0,5-2 22 0,4-3-14 0,5 1 35 16,1-5-243-16,6 1 122 15,0 2 60-15,4-2-474 0,15 1 259 0</inkml:trace>
  <inkml:trace contextRef="#ctx0" brushRef="#br0" timeOffset="61367.08">14959 13012 2743 0,'-4'0'0'0,"4"0"0"0,0 0 0 0,0 0 0 0,0 0 109 0,0 0 351 16,0 0-213-16,0 0-108 0,0 0 8 16,0 0-61-16,0 0 78 0,0 0-562 0,0-5 267 15,0-5 83-15,0 1-1382 0</inkml:trace>
  <inkml:trace contextRef="#ctx0" brushRef="#br0" timeOffset="95158.32">2567 13534 298 0,'0'-8'0'0,"0"5"0"0,0-1 0 0,0 0 0 0,0 1 0 0,0 1 0 0,0 0 103 16,0 0-36-16,0 0 1 0,0 0 36 0,0 0-27 16,0 2-8-16,0-3-37 0,0 1 55 0,0 0-27 15,0 0 0-15,0 1 22 0,0-2-29 0,0 1 1 16,0 1-22-16,0 1 33 0,0 0-1 0,0 0-23 16,0 0-8-16,0 0 17 0,0 0-18 0,0 0 1 15,0 0 0-15,0 0 43 0,0 1-44 0,1 7 1 16,1 1 43-16,1 1-21 0,-3-3 0 0,0 3 23 15,0-1-7-15,1 0-38 16,-1 5 0-16,0-5 25 0,2 0 0 0,-2-1-17 16,2 1-8-16,-1-1 10 0,1 2-11 0,1 0 1 15,-1 0 7-15,-1-1 1 0,-1 5-8 0,2-3-1 16,-1 0 10-16,-1 2-9 0,2 0 0 0,-2-3-22 16,0 5 22-16,2-2-1 0,-2 0 1 0,3 4-19 15,-3-2 26-15,0 2-8 0,0 1-4 0,2 2-32 16,-2 0 32-16,0 1 1 0,0 0-12 0,4 4 7 15,-3 0 3-15,-1-1 0 16,2 1-10-16,0 0 9 0,-1-4 3 0,1 5-17 16,0-1 13-16,1-2-1 0,-2-1 1 0,3 5-40 15,-3-6 43-15,1 5-6 0,1-2 0 0,-1 1-39 16,-2 1 37-16,3 0-1 0,0-2 4 0,-3 8-7 16,1-1 3-16,-1 1-6 0,0-1-13 0,0 3 14 15,0-2 6-15,0 4-29 0,0-2 24 0,0-1 3 16,0 2-3-16,0-3 3 15,0 1 0-15,0-1-4 0,0 2 0 0,0 1 19 16,0 0-19-16,0 2 1 0,0-2 4 0,0 1-9 16,0-2 5-16,0 2 2 0,0-3-42 0,0 1 40 15,0-1 2-15,0 2-36 0,0-1-1 0,0-1 29 16,0 0 2-16,0 1-33 0,0 1 2 0,0-1 19 16,2 1 7-16,-2 1-33 0,0-2 30 0,0 2-6 15,3-3 32-15,-3 1-29 0,0 2 1 0,0 0-1 16,0 0 25-16,0 0-23 0,0 2 0 0,0 2 24 15,0 3 0-15,0-4-18 16,0 1-3-16,0-4 9 0,0 1-5 0,0 0 3 16,0 2-5-16,0-4-7 0,0-1 8 0,0 0 2 15,0-3 23-15,0 1-24 0,0 0-1 0,0-1-1 16,0-2 16-16,0 3-15 0,0 0 3 0,0 0-9 16,0 1 8-16,0 1 0 0,0 0 0 0,0 2-35 15,0 0 36-15,0 0-1 0,0-2 0 16,0-2-24-16,0 0 0 0,0 0 18 0,0-1-27 0,0-1 25 15,0 2 2-15,0-2-6 16,0 1-8-16,0-6 9 0,-3 7 3 0,1-2-6 16,2 1 5-16,-1-2-2 0,-2 2 1 0,0-5-12 15,3 8 12-15,0-4 0 0,0-2-1 0,0 2-30 16,0-4 30-16,0-1-2 0,0 3-39 0,0-6 39 16,0 1-3-16,0-3 2 0,0-1-3 15,0-1-2-15,-2-2 1 0,2-1 15 0,0-1-15 0,-3 0 2 16,1-2-3-16,1-1 27 0,-1 1-23 0,0-2 0 15,1 1 2-15,-2-1 7 16,-1-2-5-16,3-1-4 0,-1 0-52 0,0 0 26 16,1-4-1-16,1 1-166 0,-4-3 87 0,4 2 42 15,0-2 18-15,0-1-146 0,0 0 81 0,0 0 42 16,0 0 20-16,0 0-337 0,0 0 183 0,0 0 87 16,0-11 45-16,5-16-449 0,-1-11 247 0</inkml:trace>
  <inkml:trace contextRef="#ctx0" brushRef="#br0" timeOffset="95850.3">2587 13471 493 0,'0'-10'0'0,"0"0"0"0,0 5 0 0,0-3 0 0,0 5 0 0,0-3 0 0,0 3 0 0,-1 0 65 15,-4 2-33-15,2-1 9 0,1 0 61 0,0 2-34 0,1 0-1 0,-2 0-34 0,1 0 72 16,1 0-28-16,-2 2-9 0,1 8-35 0,-1 4 109 15,-2 0-55 1,0 10-27-16,-4-4 78 0,-1 8-56 0,-1 3-25 16,-2-1 0-16,1 2 6 0,-1-1-30 15,0-8 8-15,0 7-8 0,3-11-35 0,-2 0 0 16,1-3 35-16,2-2 0 0,1-5-82 0,0 1 37 16,1-7 22-16,0-2-253 0,5-1 129 0,-3 0 40 0,4 0 43 15,1-10-349-15,0-9 176 0,1-3-142 16,13-3 157-16,-1 1 14 15,0 3 63-15,4-6 44 0,-7 9 68 0,2-5 0 16,1 5 0-16,1 1 0 0,2 0 0 0,-3 4 9 16,-5-1-11-16,0 7-1 0,-3-1-29 0,0 5 371 15,-2-1-198-15,1 0-73 0,1 2-47 0,-5 0 514 16,6 2-251-16,-1-3-125 0,3 1 126 0,2-2-130 16,2 3-62-16,1-2-30 0,3 3 282 0,1 0-148 15,1 0-86-15,4 4-39 0,0 5 86 16,1 3-63-16,-1 1-31 0,-3 0 8 0,3 6-171 15,-1-2 66-15,-2 4 33 0,0-1 0 0,-3 0-440 16,-5-3 245-16,5 8 109 0,-5-2-625 16,-3-4 345-16,1 7 150 0,-2-2-185 0</inkml:trace>
  <inkml:trace contextRef="#ctx0" brushRef="#br0" timeOffset="97865.07">1762 17195 331 0,'-3'0'0'0,"-1"0"0"0,3 0 0 0,-1 0 0 0,-1 0 0 0,3 0 65 0,0 0 8 0,-2 0-40 0,2 0 0 16,0 0 17-16,0 0-18 0,0 0 1 0,0 0 73 16,0 0-40-16,0 0-1 0,0-2-32 0,0 0 34 15,0-1 0-15,0 2-26 0,0-3-8 0,2-1 27 16,3 1 0-16,0-2-27 15,1 0 13-15,2 2-5 0,-2-5-9 0,2 4 1 16,-1-1 30-16,-1 1 0 0,3-1-30 0,-4 2 40 16,-2 1-8-16,0 2-32 0,-1 0-1 0,0-1 7 15,3-1-6-15,-5 3 7 0,4 0-7 0,-1 0-6 16,0 0 6-16,4 0-1 0,-4 0 12 0,5 0-3 16,-3 0-8-16,2 0-1 0,3 0-21 0,-3 0 22 15,7-1 0-15,-5-1 30 0,3 0-31 16,0 0 0-16,1 1 1 0,4-2-37 15,-4 3 35-15,1-2 7 0,2 0-7 0,-2 1 9 16,1-1-9-16,0-2 1 0,-2 3 13 0,2-2-6 16,-1 1-8-16,-1 1 1 0,1-1 5 0,2 0-5 15,-2 0 0-15,-1 0-7 0,4 2 7 0,-4-2 2 16,3 2-2-16,-2 0-40 0,3-2 39 0,0 2 6 16,0 0-32-16,1 0-2 0,4 0 25 0,-2 0-3 15,4 0 30-15,-3 0-29 0,6 0 1 0,-2 0-6 16,-1 2-1-16,0 2 4 15,-2-2 7-15,5 2-28 0,-3-1 0 0,1 1 19 16,2-2 2-16,-1 0-30 0,-4 0 32 0,5-1-4 16,-2 1-4-16,2 0 28 0,-4-2-24 0,2 3-3 15,-3-3-15-15,2 0 16 0,2 0-1 0,-1 0 1 16,-2 0 1-16,3 0-1 0,-4 0 8 0,6 0-23 16,-3 0 16-16,5 0-2 0,0 0 1 0,-3 0 37 15,0 0-31-15,5 1-5 0,-2 1-3 16,0 0-19-16,-2-2 0 0,2 2 20 15,-4-1-36-15,4-1 35 0,-1 0 0 0,-1 3 0 16,2-3-15-16,-1 0 14 0,2 0 1 0,0 2 153 16,2-2-171-16,2 1 0 0,-3 0 0 0,3-1 0 15,-2 3 0-15,1-1 0 0,-1-2 0 0,2 2 0 16,0-2 0-16,1 2 0 0,1-2 0 0,-1 0 0 16,1 0 0-16,1 0 0 0,0 0 0 0,2 0 0 15,-2 0 0-15,11-2 0 16,-9 0 0-16,1-4 0 0,2 3 0 0,-8-1 0 15,3-2 0-15,6 2 0 0,-10 0 0 0,5-1 0 16,-4 2 0-16,2 0 0 0,-2 0 0 0,-1 1 0 16,-2 0 0-16,2 0 0 0,-1 0 0 0,-1 2 0 15,4-2 0-15,-2 2 0 0,-1-2 0 0,4 0 0 16,-1 1 0-16,-3-1 0 0,4 0 0 0,-5 0 0 16,4-2 0-16,-2 1 0 0,1-2 0 0,0 2 0 15,-2-2 0-15,0 0 0 16,-4 2 0-16,1-2 0 0,0 2 0 0,-4-1 0 15,4 1 0-15,0 1 0 0,-3-1 0 0,0 0 0 16,-1 1 0-16,-3 1 0 0,4 0 0 0,-1-2 0 16,-1 0 0-16,3 2 0 0,-3-1 0 0,-1 0 0 15,5 0 0-15,-6 1 0 0,5-3 0 0,-3 2 0 16,0 0 0-16,-3-2 0 0,3 3 0 0,2-4 0 16,-5 3 0-16,2-2 0 0,2 3 0 15,-4 0 0-15,8-2 0 0,-3-1 0 16,-1 3 0-16,1-1 0 0,-1-1 0 0,-4 2 0 15,1-1 0-15,2 1 0 0,-3-2 0 0,0 3 0 16,-1 0 0-16,1-1 0 0,-4 1 0 0,2 0 0 16,-1 0 0-16,-1 0 0 0,2 0 0 0,-2 0 0 15,1 0 0-15,0 0 0 0,-1 0 0 0,3 0 0 16,0 0 0-16,-1 0 0 0,5 0 0 0,-1-2 0 16,-3 0 0-16,1-1 0 0,-1-2 0 0,0 2 0 15,-3 1 0-15,-4-2 0 16,-1 2 0-16,-2 1 0 0,1-2 0 0,-3 2 0 15,-2 1 0-15,3 0 0 0,-2 0 0 16,0 0 0-16,3 0 0 0,-2 0 0 0,0 0 0 16,0 0 0-16,2 0 0 0,-5 0 0 15,1 0 0-15,1 0 0 0,0 0 0 16,-4 0 0-16,-1 0 0 0,1 0 0 0,-2 0 0 0,0 0 0 16,-2 0 0-16,0 0 0 0,0 0 0 0,0 0 0 15,0 0 0-15,0 0 0 16,0 0 0-16,0 0 0 0,0 0 0 0,0 0 0 0,0 0 0 0,0-2 0 15,0 0-231-15,0-4 108 0,-9 1 57 0,-2-1 22 16,0 0-496-16,-1 0 245 16,-3 3-1126-16,2-1 1327 0,-1 0 31 0,1-1-1 0,5 0-286 15,-7-5 162-15</inkml:trace>
  <inkml:trace contextRef="#ctx0" brushRef="#br0" timeOffset="98153.3">6578 16650 1171 0,'-6'-12'0'0,"6"11"0"0,0 1 0 0,8 0 0 0,3 0 0 16,0 0 0-16,3 0 56 0,-2 0 88 0,4 0-56 0,-1 0-19 16,4 1 63-16,4 4-49 0,1 0-26 0,3 1 160 0,3 2-92 0,5 2-38 0,1-2-15 15,-3 2-39 1,4-1 0-16,-2 2 0 0,0-1-1 0,1 1 9 0,-6-1 23 15,1 3-31-15,-6-2 0 0,-1-2 44 16,-5 3-22-16,-2-3 75 0,-5-2-53 16,-5 2-22-16,0-1 0 0,-6 3 55 0,-1 3-38 0,-6 0 7 15,-16 7-46-15,-7 4 71 0,-4 1-36 0,-7 4 0 16,-11 7-35-16,7-5-277 0,-17 13 134 16,0-1 71-16,-6 0 36 0,-9 11-913 0,0-4 426 15</inkml:trace>
  <inkml:trace contextRef="#ctx0" brushRef="#br0" timeOffset="103369.31">5062 13453 782 0,'0'-3'0'0,"0"1"0"0,0 0 0 0,0 0 0 0,-1 1 0 0,1-2 0 0,-3 1 0 0,0 1 63 16,1-1 42-16,0 0-36 0,0 2 7 0,1-3-43 15,-2 2 39-15,3-1 0 0,-3 2-39 0,1-1 21 16,0-2 9-16,-2 3-31 0,2-1 1 0,-2 1 27 15,2-2-1-15,-5 2-26 0,3 0 8 16,2-2-8-16,-5 2 0 0,2-2-1 16,-2 0-9-16,2 0 9 0,0 0 9 0,-1 1-8 15,-2-1-3-15,2-3 3 0,-2 3-1 0,0-1 1 16,0 2-2-16,0-4 1 0,-1 3 1 0,0 1 0 16,-1-1-7-16,0 0 12 0,-1 0-6 0,-2 2-3 15,3 0-36-15,-3 0 37 0,1 0-1 0,1-2 8 0,-3 2-3 16,3-1-6-16,-2-1 1 0,0 0-3 0,2 0 28 15,-1 2-20-15,-1-2-5 0,0 2 29 0,0-2-28 16,0 2 2-16,0 0-6 0,-2 0 14 16,1 0-9-16,3 0 3 0,-6 0-11 0,7 0-13 15,-3 0 8-15,1 0 16 16,-1 0-3-16,2 0-17 0,-1 0 16 0,1 0-2 16,-3-1 1-16,5 1-19 0,-4 0-7 0,0 0 21 15,0 0 2-15,-2 0-51 0,0 0 24 16,-2 0 2-16,1 5-45 0,-2 4 28 0,0-2 0 0,0 4-38 15,-1-1 51-15,3 0 10 0,-3 0 0 0,3 0-7 16,-1 0-7-16,1-2 3 0,0 2 5 0,-1-2-12 0,-1 0 32 16,-1-1-28-16,1 2 4 0,-1-3 41 15,2 0-40-15,-2 3 0 0,2-1 0 0,2-1 21 16,-2-2-18-16,4 4 3 0,-1-2-3 0,1-1 21 16,-1-1-17-16,3 1-1 15,1 2 2-15,-3-3 4 0,2 1-5 16,2 1 2-16,-2 1-1 0,-1-1-24 0,3 2 21 15,-2-1 2-15,0 1-3 0,-1 2-18 0,-2 1 18 0,3 1 1 16,-4-1-21-16,2 2 20 0,0-1-2 0,-1 4 0 16,1-2 0-16,-3 1 0 0,3-1-2 0,-1 0 27 15,3-2-1-15,-1 0-23 0,3 0 16 16,0-2-14-16,-2-2 1 0,3 2-1 16,0 0 23-16,-2 0-20 0,1 0 2 0,-1 0-2 0,1 2-22 15,-1 0 22-15,1-1 4 0,-1 1-4 0,-1 0-25 16,1 2 24-16,1-2-1 0,-3 1 1 15,2 1-5-15,0 1 5 0,1-1-11 0,-2 2-14 16,1 2 19-16,-1 0 2 16,1-1-2-16,1 2 1 0,-5 4 0 0,2-4 1 0,3 3 24 15,-2-3-24-15,1-1 1 0,1 2 22 0,-1 0-21 16,1-1 0-16,1-1 1 0,0 0-2 0,-1 1 3 0,2-1-1 16,1 2-18-16,-1 0 18 0,0-1 1 15,-2 1-24-15,3 1 22 16,-2 0 0-16,0 5-1 0,-1-5 5 0,1 4-6 0,-1-5 0 0,2 2 31 15,-3 2-1-15,1-1-29 0,0-1 1 0,0-1 26 16,3 3 0-16,-2-5-21 0,-1 4-2 0,1-3 29 16,3 2-26-16,-3-1 3 15,-1 1-2-15,4-1-2 0,0 1 3 0,0-2 6 0,-1-3-41 16,1 3 36-16,0-1 0 0,-1 1 1 16,3 2-15-16,-1-1 10 0,0-1 1 15,2 5-24-15,-3-5 23 0,3 0 0 0,0 2-1 0,0-3-21 16,2 0 20-16,0 2-1 0,0-2 0 0,0 1 2 15,0 0-2-15,0 0-1 0,0 0 18 16,0 0-17-16,0 0 0 0,0-1 2 0,2 0 24 16,0-1 2-16,2 3-27 0,-1-3 32 0,-1 1-29 15,2-1 4-15,0-2 1 0,-3 2 17 0,3-2-19 0,0-1 3 16,1 1-3-16,-2 0 23 0,0-2-18 16,2 0-2-16,0 0 3 0,0-1-1 0,0 2-1 15,2-3 4-15,-2 2 145 0,3 1-165 16,-3-4 0-16,3 3 0 0,1-1 0 0,-3 1 0 15,1-1 0-15,4 2 0 0,-3-2 0 0,0 4 0 16,0-2 0-16,1 1 0 0,1 0 0 0,-2 1 0 16,3-2 0-16,-3 1 0 0,1-2 0 0,4 0 0 15,-5-1 0-15,3 2 0 0,2-3 0 0,-5 2 0 16,3-2 0-16,1 0 0 0,-2 3 0 16,0-4 0-16,0 2 0 0,2-1 0 15,-4-1 0-15,4-2 0 0,0 3 0 0,-1-3 0 16,0 1 0-16,0 1 0 0,0-3 0 15,0 1 0-15,2-1 0 0,-2 1 0 0,0 0 0 16,-3-3 0-16,2 0 0 16,1 0 0-16,0 0 0 0,0 0 0 0,-3 4 0 0,3-4 0 0,0 2 0 15,-3-2 0-15,3 3 0 0,-1 0 0 0,1-2 0 0,-2 3 0 16,4-1 0-16,-2-2 0 0,-1 1 0 16,4-1 0-16,-3 0 0 15,2-1 0-15,-2 1 0 0,0-1 0 0,3-1 0 16,-3 1 0-16,2-1 0 0,0 0 0 15,-5-1 0-15,6 0 0 0,-3 1 0 0,-1-2 0 16,4 2 0-16,-3-3 0 0,0 2 0 0,2 0 0 0,0-1 0 16,-1 0 0-16,1-1 0 0,0 1 0 15,1-1 0-15,-4 2 0 0,4-3 0 0,-1 4 0 0,2-3 0 16,-2-1 0-16,3 1 0 16,-2-1 0-16,2 2 0 0,0 0 0 15,1-2 0-15,-2 0 0 0,0-1 0 0,0-1 0 0,0 2 0 16,-2-2 0-16,2 3 0 0,-1-3 0 0,0 1 0 15,-1-1 0-15,2 0 0 16,2 0 0-16,-1 0 0 0,1 0 0 0,-1 0 0 16,3 0 0-16,-2 0 0 0,1 0 0 0,2-1 0 15,-3-2 0-15,0 1 0 0,-1 1 0 0,1 1 0 16,-2-2 0-16,0 2 0 0,-2 0 0 0,3 0 0 16,-3 0 0-16,-2 0 0 0,2 0 0 15,-2 0 0-15,0 0 0 0,2 0 0 0,-1 0 0 16,1 0 0-16,-2 0 0 0,2 0 0 15,-2 0 0-15,3 0 0 0,-1 0 0 0,-2 0 0 0,2 0 0 16,0 0 0-16,-1 0 0 0,1 0 0 0,-2 0 0 16,1-2-173-16,-2-2 167 0,2 0 1 0,-3 1 0 15,2 1-2-15,0-2 0 0,0 3 0 0,-3-2-15 16,4 0 14-16,-3 3-2 0,2-2-23 16,-3 0 19-16,3-2 5 0,-3 2 0 0,3-2-21 15,0 1 17-15,-3-1 3 0,3-3-1 0,0 2-21 16,-1 0 19-16,-1-1 1 0,4 0-7 0,-3 1 39 15,2-1-34-15,-2 1 1 0,1-1-3 0,1 2 34 16,-2-2-2-16,0 3-28 0,2-2 4 0,-1-1 25 16,1 1 3-16,0-3-27 0,1 5-13 15,-1-6 15-15,-1 3 4 0,2 0-3 16,1 0-28-16,-4-2 29 0,2 4 0 0,1-2-1 0,-1 3-40 16,-3-2 38-16,2 4-3 0,-1 0 2 0,1-2 16 15,-2 3-17-15,3 0-5 0,-3 0 5 0,2-2 35 16,0 1 0-16,2-1-35 0,0-1 33 15,-5 2-27-15,6-3-1 0,-4 1-6 0,2-5 8 16,-1 4 5-16,0-1-28 0,2-3 2 0,-3 3 21 16,1-1-30-16,1 0 28 0,-3 0-2 0,3-1 2 15,-3 1-4-15,-2 0 1 0,3-1-2 0,-1 0 26 16,-1 2-24 0,0-5 0-16,3 3-1 0,-3 2 9 0,0-2-8 15,0 1 0-15,-1 1-38 0,1 0 38 0,-1-3 2 0,0 1-1 16,1 1-32-16,1 0-1 0,-3-1 30 0,-1 0 1 15,3 0-9-15,-2 1 6 0,0 0-2 0,1-1-1 0,-2 2 31 16,3-3-29-16,-2 3-3 0,2-2 3 0,0-3 25 16,-3 2-2-16,2-1-21 0,1-1-1 0,-3 2 43 15,2 0-41-15,2-2 8 0,-4 2-8 0,3 1 34 16,0-2 0 0,-2 0-19-16,0 2-7 0,2-2 6 0,-3 1-2 0,0 1-2 15,1-1-50-15,0-1 24 0,1 2 0 16,-2-3 0-16,-2 2 19 0,2 0 1 15,-3 0 7-15,2 1-11 0,0-3 35 0,0 1-1 16,1 1-34-16,-2-1 3 0,0 1 31 16,2-1 0-16,-3 2-29 0,2-3 3 0,2 1 18 15,-2-2-17-15,0 2 5 0,0-1-3 0,-1 1-13 16,2-1 15-16,-2 0 2 0,-2-1-1 0,4 2-13 16,-4-1 12-16,1 1-2 0,0 2 2 0,1-3-23 15,-2 3-2-15,1-1 18 0,-2 3 4 0,2-3-7 16,-2 2 5-16,0 1-6 0,0-1 6 0,0-1-38 15,0 1 35-15,0-2-7 0,0 3 7 0,0-3 29 16,0-1-29-16,0 1 0 0,0-2-15 16,0 2 15-16,0-4 1 0,-2 3-1 15,0 0-11-15,1-3 13 0,-2 1-1 0,1 2 1 0,-1 0-41 16,0-3 34-16,0 4 4 0,0-1 12 0,0 0-14 0,1 2-2 16,-1 2 2-16,-1-2 46 0,0 1-22 15,2 1 2-15,-1 0 7 0,-2-3 3 16,1 1-29-16,2 0 7 0,-3 0 0 0,2 1 3 0,-3-2-6 15,0 1 13-15,1 0-34 0,0-1 27 0,0 1-4 16,-1 2 4-16,-1-1-42 0,1 0 35 0,0 0 3 16,1 0-32-16,-2 1 28 0,1-1-4 0,-2 0 21 15,2 1-19-15,-2-1 1 0,0 1-2 0,0 1 30 16,2-2 2-16,-5 1-28 0,2-1 1 0,-1 0 16 16,1 1-12-16,0 1-4 15,1 0 23-15,-1 1-20 0,0-1 4 0,0-1-1 16,-2 3-17-16,3-2 15 0,-2 2 3 0,0-1-33 15,1 0 29-15,0 1 3 0,-2 0-5 0,0-2 15 16,-1 2-15-16,2 0 1 0,0-1-3 0,-2 1 45 16,-1 0-42-16,3-2 0 0,-3 2 36 0,2 0 0 15,-2 2-28-15,3-3-1 0,0 1 6 0,-2 0-6 16,2 0 6-16,-1 0-38 16,2 0 35-16,-1 0 2 0,-3 1-2 0,4-1-3 15,-1-1 0-15,-2 2 1 0,0 0-3 0,3-2 20 16,-4 1-23-16,-1 1 4 0,4 1 12 0,-2-2 145 15,0 2-170-15,3 0 0 0,-1 0 0 0,-1 0 0 16,0 0 0-16,0 0 0 0,0 0 0 0,2 0 0 16,-5-3 0-16,3 3 0 0,0 0 0 0,-3 0 0 15,2 0 0-15,-1 0 0 0,-3 0 0 0,1 0 0 16,1 0 0-16,-2 0 0 16,2 0 0-16,-4 0 0 15,4 0 0-15,-2 0 0 0,-1 0 0 0,4 0 0 0,-1 0 0 0,2 0 0 16,-3 0 0-16,2 0 0 0,-1-1 0 0,2-2 0 15,-2 2 0-15,1-2 0 0,1-3 0 0,-2 2 0 16,1-1 0-16,-1-1 0 0,3 1 0 0,-2-4 0 16,0 2 0-16,0 0 0 0,-1 1 0 0,3-3 0 15,-2 1-183-15,0-1 144 0,1 1 32 0,-1-2-58 16,3 1 25-16,-2 2-8 0,4-1 29 0,-3 1-13 16,4 1 12-16,-3-2-8 0,3 3 18 15,1 0-17-15,-3-1-1 0,4 0 0 16,-3 0 32-16,3 0 0 0,-3 1-25 0,0 0 24 15,2-3-5-15,-1 1-10 0,1-1-5 0,-1-1 11 16,0-1-9-16,0 0 6 0,2 1-8 0,-1-2 22 16,-1 0-18-16,2 0 0 0,-2-1 22 0,2 1-21 15,-1 1-3-15,3 1 30 0,-2 0-26 16,0-1 0-16,-1 2 0 0,3-1 27 16,1 0-2-16,-1 0-17 0,0-2-4 0,1 0-9 15,-3-1 11-15,3 1 2 0,0-1-3 0,0-2 0 16,2 2 1-16,0-1 1 0,-1 4 28 0,1-4-28 15,0 4-1-15,0-5 0 0,0 3 31 0,0-1-30 16,0 1 0-16,0 0 31 0,0 2 0 0,0-4-24 16,0 3-3-16,0-1 10 0,0 1-8 0,1 1 7 15,3 0-4-15,3-2-14 0,-2 4 13 0,0-4 1 16,0 4-20-16,4-2 18 0,-4 2 0 0,3 0-2 16,-2 0 4-16,2-1-6 15,3 1 3-15,-3 0 26 0,-1-1 1 0,5 0-26 16,-2-1 0-16,1 1 26 0,-2-1 0 0,2 0-19 15,1-1-1-15,-3 1 5 0,4 2-5 0,-4-4 4 16,4 4 13-16,-3 0-14 16,-2-1 1-16,5 1 1 0,-4 1 25 0,0-1-26 0,-1 3-1 0,1-1 11 15,0-1-7-15,0 1-3 0,0 0-1 0,1 0 18 16,0-1-17-16,1 1 5 0,0 1 5 0,1-5-31 16,0 5 23-16,1-2 160 0,0-2-175 15,1 3 0-15,0-2-178 0,-1 1 190 16,0-2-25-16,0 0-1 0,-1 1 24 0,2 0-5 15,-3-2 8-15,3 3 152 0,1-2-165 0,-2 0 0 16,0 1 0-16,2 0 0 0,-1-1 0 0,-1 2 0 16,1 0 0-16,-3 1 0 0,1 0 0 0,-3 0 0 15,4-1 0-15,-1 4 0 0,-1-3 0 0,-4 2 0 16,3-1 0-16,-1 1 0 0,2-1 0 0,-3 0 0 16,0 1 0-16,1 0 0 15,1-1 0-15,-1 2 0 0,-2-1 0 0,2-1 0 16,3-2 0-16,-3 1 0 0,2-2 0 0,-3 3 0 15,4-6 0-15,-2 3 0 0,0-3 0 0,1 0 0 16,0 3 0-16,-5-2 0 0,7 1 0 0,-7-2 0 16,1 6 0-16,5-4 0 0,-5 1 0 0,4-2 0 15,-5 1 0-15,2 3 0 16,1-2 0-16,-2-1 0 0,4-1 0 0,-6 2 0 16,3-3 0-16,-3 2 0 0,2 1 0 0,-1 0 0 15,1-3 0-15,-2 3 0 0,-2-1 0 0,2 1 0 16,-5 2 0-16,2-1 0 0,1 0 0 0,-2 0 0 15,1 2 0-15,-2-1 0 0,3 0 0 0,-3-2 0 16,0 1 0-16,1 2 0 0,-1-4 0 0,0 3 0 16,2-3 0-16,-2 0 0 0,0 0 0 15,2 1-178-15,-2 0 137 0,0 0 0 16,3-1 23-16,-3 0-8 0,0 3 7 0,0-3 0 0,0 1-8 16,0 1 48-16,0-1-47 0,0 1 7 15,0-2-12-15,0 3 59 0,0-3-19 0,0 1-1 16,-3-3 17-16,1 3 0 0,0-1-23 0,2 0-21 15,-1 1 18-15,-2-1-5 0,1 3 9 0,-2-1-10 16,2 1 3-16,-1-1 0 16,1 3-2-16,-1-3 7 0,-1 2-8 0,0 0 2 0,-1 1 14 0,0-1-14 15,1 0-1-15,1 0 1 0,-1 0 24 0,0 0-23 16,2 1 3-16,-3 1-29 0,2-2 27 0,-2 3 0 16,1-1 1-16,2 0-6 15,-3 0 4-15,2-2 0 0,0 2 0 16,-4 0-6-16,1 1 4 0,0-2 2 0,1 2 3 0,-1-4-6 15,1 4 2-15,0-3 0 0,-4 1 24 0,4-1-24 16,0 0 0-16,-3 0 39 0,2 1-36 0,-2 0 2 16,3 0-1-16,-2-1 40 0,1 2-39 0,-1 0 4 15,0 0-3-15,2 0 5 0,1 2-4 0,-1-3 4 16,0 1-7-16,0 0 6 0,1 0-1 0,2-2 2 16,-5 2-17-16,3 1 15 15,1-3 0-15,-3 2-18 0,2-1 16 0,-2 0-2 16,3 2 2-16,-2-2-17 0,1 0 15 0,-2 0-1 15,3-1 1-15,-3 3-4 0,0-1 4 0,0 0-1 16,3 0 2-16,-3 1-3 0,0-1 2 0,3 0-2 16,-2 0-22-16,0 1-1 0,2-2 22 0,-2 1-30 15,0 1 29-15,1-1-3 0,1 0 2 16,-2-1 12-16,3 3-14 0,-1-1 0 16,0-1 1-16,-1 2 6 0,0-1-5 0,2-2-2 15,-1 2-2-15,-2-1 4 0,1 2-1 0,2-2 18 16,-1 0-16-16,-1 2 1 0,0-2-2 0,1 0 19 15,1 0-17-15,-2 2 0 0,0-1 0 0,0-1-23 16,0 0 21-16,3 2 2 0,-3-3-1 0,0 2-7 16,2 0 7-16,-3-2-2 0,-1 2 12 15,3 1-10-15,-2-3-1 0,0 1 10 0,2 0-9 0,0 1-2 16,-4-1 2-16,3 0 18 0,-2-2-17 16,4 3 1-16,-5-3-2 0,2 2 18 15,-1 0-16-15,0-1 4 0,0 0-3 0,1 2 6 16,-1-2-5-16,1 2 0 0,-3-1-13 15,2-1 13-15,-1 2 0 0,1-1-38 0,-3 1 37 0,1 1-2 16,-1-3 1-16,0 3-107 0,1-1 50 0,-3-1 21 16,3 2 0-16,-5-2-287 0,4 2 152 0,0 0 64 15,1 0 38-15,3 8-599 0</inkml:trace>
  <inkml:trace contextRef="#ctx0" brushRef="#br0" timeOffset="111778.26">4442 13384 31 0,'0'0'0'0,"0"-2"0"0,0 0 0 0,0 1 0 0,0-1 5 0,0-2-1 0,-2 2 25 0,2 0-21 0,0 1-1 15,0-2-3-15,0 2 5 0,0-2-2 0,0 2 0 16,-1 1-1-16,1-2 1 0,-2-1 37 16,2 3 3-16,-2 0-37 0,2 0 48 0,-1 0-22 15,1 0 0-15,-2 0 1 0,2-1 4 0,0 1-17 0,0 0 32 16,0 0 5-1,0 0-38-15,0 0 12 0,0 0-4 0,0 0 41 0,0 0-21 0,0 0 9 0,-3 0 6 16,3 0-33 0,0 0 8-16,0 0-10 0,0 0 2 0,-3 0 0 15,3 0 0-15,0 0-21 0,-2 0 8 0,2 0 12 0,0 0-35 16,0 0 36-16,0 0 0 0,-2 0-1 16,2 4 1-16,-1-2-52 0,1 2 17 0,0-3 0 0,-3 2 26 15,3-2-1-15,-2 1 32 16,2 0 1-16,-1 0-36 0,1 0 2 0,-3 0-2 0,3-1 7 0,-2-1 21 15,2 2-24 1,-2 0-3-16,2 2 4 0,0-3 8 0,-1 1 1 0,1 0-52 16,0 2 21-16,0 0 1 0,0 0-37 15,0-2 25-15,0 1 5 0,0 1 13 0,0 0-26 16,0-2-6-16,0 0 33 0,0-1-23 16,0 2 21-16,0-2-6 0,0 1 3 0,0-1-6 0,0 4-6 15,0-3 6-15,0 1 5 0,0 1-10 0,0 0 8 16,0-1 0-16,0 3-4 0,0-1 4 0,0 2 1 15,0-1-1-15,0 1 0 16,1-2 8-16,-1 1-8 0,2 1-1 0,0 1 25 0,-2-4-24 16,0 5 0-16,3-1 8 0,-2-1-7 15,-1-2 1-15,0 4 1 0,2-4 0 0,1 3 6 0,-3-3-4 16,1 1 18-16,-1 2-19 0,2-3 1 16,-2 1 20-16,0 1 1 0,2-1-20 0,-2 2 0 15,0-1 2-15,0-2 28 0,0 3-26 0,0-2-2 16,3 1 8-16,-3 0-6 0,0-1 2 0,0 2 2 15,0-1-5-15,0-2 2 0,0 4 3 16,0 0-2-16,0-2-27 0,0 1 29 0,0 3-6 16,0-2-20-16,0 3 20 0,0-1 1 15,0 1-4-15,0-1 0 0,0 1 1 0,0-1 1 16,0 2-2-16,0-5 16 0,0 5-15 0,0-5 3 0,0 5 20 16,0-2-22-16,0-2 1 0,0 4 0 0,0-2 22 15,0 0-18-15,-3 2 0 0,3-2-3 0,-2 3-27 16,0-5 28-16,2 2-24 15,0-2-2-15,-1 3 23 0,1-3 1 0,0 0-2 0,0 1-24 16,0 0-1-16,0-3 18 16,0 2-13-16,0 3 16 0,0-5-4 0,0 5 2 0,0-4 8 15,0 4-12-15,0-3 3 0,0 4-2 16,0-1 25-16,0-1 1 0,0-1-21 0,0 3 20 16,0-3-20-16,0 2 3 0,0-3-1 0,0 4-12 15,0-3 15-15,0 1-16 0,0 0 13 0,0 1 0 0,0-1 0 16,0 1 0-16,0-1-5 0,0 0 2 15,0 0 2-15,0-1-9 0,0 1 7 16,0 0 1-16,1-1-1 0,-1-1-1 0,0 0 11 0,2 0-9 16,-2 1 3-16,0-3-3 0,2 3 1 15,1 0-1-15,-3-3-11 0,0 0 11 16,0 3 0-16,0-1 4 0,3 0-3 0,-1 1-1 16,-2 0 0-16,1-2 0 0,-1 2-9 0,2-1 8 0,-2 1-6 15,2 1 6-15,-1 1 0 0,-1-2-1 0,2 0-14 16,-2-1 14-16,3 3 0 0,-2-3 0 15,1 0 0-15,1 1-1 16,-3-1 0-16,1 1 1 0,1-3 0 0,-2 2-2 0,2-1 1 16,1-1-1-16,-3 1 24 0,1-1-22 15,-1 0 1-15,0 3 16 0,1-2-16 0,-1 4 2 16,0-3-2-16,0 4 18 0,3-4-16 0,-3 4-1 16,0-1 1-16,0-2 1 0,0 3-1 0,0-5 1 0,1 4-8 15,-1-3 7-15,0 1 0 0,2 1-10 16,-2-2 10-16,2 1-1 0,-1 1 2 0,-1 0-28 15,2 0 25-15,0 1-1 0,1-1-17 0,-3 0 16 0,1-2 1 16,1 3-2-16,0 1-9 16,-2-4 9-16,0 3 0 0,2-2-5 15,-2 3 4-15,2-4 0 0,-2 3 0 0,0 0-1 16,0 1 1-16,0-4 0 0,3 4 0 0,-3-3 0 16,0 1 0-16,0-1 0 0,2 0 5 0,-2 0-4 15,0 2-1-15,0-1 0 0,3-2 0 0,-3 1 21 16,0 3-20-16,1-4 33 0,-1 5-32 0,0-4 1 15,0 2 0-15,0-3 7 0,0 4-7 0,0-3 3 16,0 3-2-16,0-2 3 0,0 1-1 16,0-2 1-16,0 4-7 0,0-5 7 0,0 5-2 15,0-4 1-15,0 4-4 0,0-3 3 16,0 0 0-16,0 1 1 0,0 1 19 0,0 0-20 16,0 0 0-16,0-1 8 0,0 0-8 0,0-1 3 15,0 5-2-15,0-5 5 0,0 3-5 0,0-2 2 16,0 2-1-16,0-1-12 0,0-1 12 0,0 4 0 0,0-1-22 15,0 1 20-15,0 2 1 0,0-2-8 16,0 3 5-16,0-2 2 16,0 1-1-16,0-4 8 0,0 3-8 0,0-2 0 15,0-2-1-15,0 0 0 0,0 0 1 0,0-1-1 16,0 2-7-16,0-6 9 0,0 5 0 0,0 0-1 0,0 1-18 16,0 1 17-16,0-2 1 0,0-2-1 0,0 2 1 15,2-2-1-15,-2 3 37 0,2-3-37 16,-2 3 0-16,0-4 1 0,1 3 0 0,1 0 3 15,-2 1-1-15,2-1-10 0,1 0 10 0,-3 2 0 16,1-1 1-16,1-1-1 16,-2 2 4-16,3-2-34 0,-2 0 30 0,-1-1-21 15,2 3 18-15,-2-5 1 0,2 2 10 0,1-1-11 16,-3 2-2-16,0-3 1 0,0 3-2 0,0-3 14 16,0 2-12-16,2 1 0 0,-2-5 2 15,0 7 2-15,3-3-1 0,-3-1-2 0,0-1-12 16,0 0 12-16,1 0 2 0,-1-1-18 0,0 0 16 15,0 1-1-15,2-3-11 0,-2 2 11 16,0 1-1-16,2-1 1 0,-2 1 3 16,0 1-4-16,1-2 0 0,-1 1-1 0,2-2 0 0,-2 5-1 15,3-5 1-15,-1 2 1 0,-2 0-2 0,1-2 2 0,-1 0 0 16,0 2 0-16,2-3-14 0,-2 2 14 16,0-1-1-16,0 0 2 0,0 2-2 0,0-3 1 15,0 0-2-15,0 1 1 0,0-1 30 0,0-1 0 16,0-1-2-16,0 1-1 15,0-1-21-15,0 1-1 0,0-4-7 0,0 1 8 16,0 0 6-16,0-1-34 0,0-2 30 0,0 0-1 0,0 0 4 16,0 0-38-16,0 0 34 15,0 0-1-15,0 0-38 0,0 0-1 0,0 0 33 0,0 0 2 16,0 0-7-16,0 0-176 0,0 0 81 0,0 0 44 0,0 0-207 16,0-10 118-16,2-3 36 0</inkml:trace>
  <inkml:trace contextRef="#ctx0" brushRef="#br0" timeOffset="114386.05">3668 14729 581 0,'-1'0'0'16,"1"0"0"-16,-3 0 0 0,1 0 0 0,-1 0 0 0,3 0 45 0,-3 0-13 0,1 0 1 0,2 0 44 0,0 0-8 0,0 0-36 15,0 0 0-15,0 0 52 0,0 0-27 16,0 0 9-16,0 0 31 0,0 0-32 16,0 0-1-16,0 0-32 0,0 0 96 0,2 0-39 0,1 9-33 15,0 3 180-15,-1 3-196 0,1-1-8 0,0 5 0 0,2-1 76 16,-3 5-75-16,2-1-1 0,-1 4-15 16,2-6 14-16,-3 7 1 15,1-7 8-15,0 3-8 0,0 1-54 0,-1-1 27 16,3 1 0-16,-4-1 27 0,4-3-66 0,-4-2 28 0,1 0 1 15,1-1 26-15,-1-4-125 0,-2 1 50 16,3-3 37-16,-3-4-128 0,0 1 72 0,0-3 24 16,0-3 0-16,0 0-41 0,0-2 32 15,0 0 8-15,0-2 0 0,0-10-229 0,0-9 122 0,0 0 62 16,0-4 22-16,0-5-288 0,-3 1 163 0</inkml:trace>
  <inkml:trace contextRef="#ctx0" brushRef="#br0" timeOffset="114697.21">3637 14782 723 0,'0'-14'0'0,"0"4"0"0,-2 3 0 0,2 0 0 0,-2-3 0 0,2 3 0 0,0-1 186 0,0 0-80 0,0 1-37 0,7 0 205 15,7 1-121-15,-1 1-60 0,2 2-22 0,3 1 136 16,3-2-87-16,-4 4-43 0,5 0 12 16,4 4-28-16,-6 2 8 0,4 5-37 0,-1 2 33 15,-1 3-33-15,-5 2-25 0,-1 2-1 16,-6 1 35-16,2 7-8 0,-5-1 0 0,-3 1 27 15,-2 3-28-15,-2-1 1 16,0-6 48-16,0 8-48 0,-8-6-1 0,-3-1 1 0,0-3 21 16,-2-5-22-16,-1 0 9 0,1-2-8 0,-4-7-27 15,1 5-1-15,-2-5-139 0,2-3 79 16,-3-2 46-16,4 0 10 0,0-1 0 0,1-1-268 16,0-1 133-16,6 0 46 0,-3 0-188 0,3 0 119 15,3 0 62-15,2-3 31 0,0-3-262 0,3 1 147 16,0-5 65-16,4-1-137 0,9 4 109 15,0 2 54-15,-5-4 28 0</inkml:trace>
  <inkml:trace contextRef="#ctx0" brushRef="#br0" timeOffset="114951.7">4059 14993 598 0,'0'0'0'0,"0"0"0"0,0 0 0 0,-3 0 0 0,3 0 503 0,-2 0-239 0,0 0-115 15,2 0-59-15,0 0 248 0,0 0-153 0,0 0-68 16,0 7 2-16,0 2-43 0,2 2-22 0,3 6 1 0,0 1 62 16,0 8-46-16,-2-3 0 15,0 4 9-15,0 0-24 0,-1 1 0 0,0-4-15 0,-2 5 19 16,0-7-27-16,0-1-1 0,0 2-40 16,0-2 20-16,0-4 8 0,0-6 13 0,0 0-115 15,0-4 57-15,0-1 30 0,0-2-133 16,0-2 70-16,0-2 21 0,0 0 25 0,0 0-428 0,0 0 193 15,0-2 111-15,0-5-604 0,0-6 357 0</inkml:trace>
  <inkml:trace contextRef="#ctx0" brushRef="#br0" timeOffset="115478.27">4716 13643 940 0,'-3'0'0'0,"0"0"0"0,3 0 0 0,-3 0 0 0,3 0 0 0,-1 0 0 0,1 0 156 0,0 0-62 0,0 0-22 0,0 7 139 0,0 1-89 16,1 4-44-16,5 1 66 16,-1 2-56-16,1 0-19 0,0 2-9 0,1 1 7 0,-3 2-34 15,0 0 0-15,1 5-40 0,-1-2 9 0,1 4 31 0,-4 0 0 16,1-5-166-16,0-1 82 15,1-3 43-15,-2-4 28 0,0-2-325 0,-1-2 137 16,0-2 86-16,3-5 5 0,-3-3-369 0,0 0 199 16,0 0 111-16</inkml:trace>
  <inkml:trace contextRef="#ctx0" brushRef="#br0" timeOffset="115765.54">4656 13624 1591 0,'-2'-5'0'0,"2"1"0"0,0-3 0 0,0-3 0 0,8 1 0 0,5-3 0 0,0 1 0 0,6 2 191 0,3-1-83 0,-3 3 108 0,8 1-184 15,-5 5 1-15,-1-2-1 0,0 3-61 16,0 0 50-16,-3 6 12 0,-1 8 0 0,-2 1-27 0,-2 2 27 16,-4 5 8-16,1 3-33 0,-6 0 25 0,-2 1 0 0,0 5 0 0,-2-7 32 31,0 6-33-31,-4-1 1 0,-6-5 0 0,0 2-18 15,-3-2 13-15,-1-5 3 0,-5 4-4 0,0-7-113 16,0 2 55-16,-2-5 27 0,-1 0 1 0,1-6-79 16,2 2 47-16,0-7 20 0,2 3-258 0,1-5 124 15,7 0 68-15,-1 0 9 0,5 0-226 0,2 0 133 16,3-5 66-16,0-6 33 0,0 2-289 0,6-2 154 16,10 1 88-16</inkml:trace>
  <inkml:trace contextRef="#ctx0" brushRef="#br0" timeOffset="116095.65">5006 13761 723 0,'2'0'0'0,"3"0"0"16,-3 0 104-16,1 0-35 0,-2-3-1 0,3-2 225 16,-1 3-134-16,5-2-63 0,0 2-32 0,1 0 45 15,2-1-37-15,-1 3 7 0,1 0-109 16,-1 0 31-16,1 3 0 0,-4 5 32 0,0 1-156 15,-5 0 162-15,2 4-6 0,-2 2 0 0,-2 1-40 16,0 0 0-16,0 1 40 0,-8 0 8 0,-3-3-68 16,-2 2 2-16,2-5 1 15,-2-2 122-15,1-1-44 0,5-4-6 0,-4 0-44 16,3-3 235-16,2 2-108 0,3-3-46 0,-1 0-28 0,4 0 191 16,-1 0-112-16,1 0-51 0,0 0-27 0,0 0 12 15,3-3-1-15,8-1-28 0,2 1-8 0,0-1-40 16,5 0 40-16,-4 1 0 0,3 1 0 0,2 0-203 15,0-1 98-15,3 3 52 0,-4 0-607 16,2 0 312-16,1 0 103 0,0 0 98 0</inkml:trace>
  <inkml:trace contextRef="#ctx0" brushRef="#br0" timeOffset="116715.11">4953 15643 1377 0,'0'0'0'0,"0"0"0"0,0 0 0 0,0 0 0 0,0 0 0 0,0 0 226 0,0 0-97 16,0 0-48-16,0 11-16 0,0 3 164 0,0 2-99 16,0 4-48-16,3 0-25 0,2 3 24 0,0-1-16 15,1 4-8-15,0 1-72 0,-1-3 24 0,-3 3 0 0,2-1 24 16,-2-3-115-16,0 1 53 0,-1-2 31 0,1-1 0 16,-2-3-144-16,0-2 87 0,0-8 0 0,0 2 33 0,0-4-200 15,0-2 103 1,0-3 20-16,0-1-115 0,0 0 83 0,0 0 53 15,-2-13 22-15,-1-7-124 0,3-4 73 16,-3-7 37-16,0 0-260 0,-2-3 153 0,0-2 71 0,-6 2-83 16</inkml:trace>
  <inkml:trace contextRef="#ctx0" brushRef="#br0" timeOffset="117000.84">4918 15645 275 0,'-8'-14'0'0,"2"2"163"0,3 0-69 0,-1 4-31 0,2 0 0 16,1-1 254-16,1-1-142 0,0 2-63 0,0-2-43 0,1-2 197 31,12-1-117-31,6-3-58 0,0 4-29 0,1 2 142 15,7 1-90-15,-1 5-40 0,0 2-1 0,-3 2 4 16,-1 0-22-16,-1 5 7 0,2 9-29 0,-2 0-11 0,-7 2 11 16,-1 3-1-16,1 1-49 0,-5 3 33 0,-2 3-8 15,-4 0 25-15,-2 3-33 0,-1-2 0 16,0 2 33-16,-1-1 8 0,-9 0-25 0,-3 1 2 16,-2-4 9-16,0 0-23 0,-2-3-28 15,1-2 22-15,-6 2-4 0,0-5 16 0,4-3-107 16,-1-4 51-16,-1 2 30 0,5-5-7 0,-2-1-23 15,6-2 19-15,1-4 0 0,-1 0-95 16,6 0 53-16,-1 0 15 0,3 0-151 0,1 0 77 16,2-3 48-16,0-4-231 0,0 1 131 0,0-3-547 15,5 0 614-15,8 1 41 0,4-1-1 16,-4 0-124-16</inkml:trace>
  <inkml:trace contextRef="#ctx0" brushRef="#br0" timeOffset="117384.93">5247 15737 811 0,'1'-9'0'0,"3"3"0"0,5 0 0 0,-5-2 0 0,3 4 0 0,1-2 397 15,3 2-181-15,0 3-92 0,3-3-46 0,1 3 72 16,2 1-63-16,-1 0-27 0,0 0 0 0,0 0-65 16,-4 7 0-16,-1-1 46 15,-2 6-113-15,0-3 53 0,-6 3 25 0,-1 3 1 16,-2-1-6-16,0 3 9 0,-2 1 22 0,-10 0 1 15,2 0-11-15,-4 2-31 0,1-2 101 0,0-4-38 0,-1-1-5 16,4-3-36-16,2-1 147 0,2-2-61 0,0-3-35 16,6-3 45-16,-3 2-42 0,3-3-1 15,0 0-90-15,0 0 29 0,8 0-1 0,6 0-3 16,-3 0-8-16,8-3 40 0,-6 2-1 0,3-1-107 16,-2 2 54-1,2 0 30-15,-3 0-8 0,-1 2-86 0,-3 7 50 16,-2 2 13-16,-2 4-1 0,-5 1 56 15,0 2-34-15,0 1-11 0,0 0 7 0,-12-1 149 16,-3 0-71-16,0-2-33 0,-5 1 0 0,-4-5 20 0,5-1-25 0,-5-2 18 16,4-1-37-16,-3-4-100 0,3-3 51 15,-2-1 23-15,6 0-425 0,-2-1 213 0,7-8 108 16,0-6 43-16,8-5-636 0</inkml:trace>
  <inkml:trace contextRef="#ctx1" brushRef="#br0" timeOffset="-197980.17">10736 16775 0,'0'0'16,"0"0"-16,0 0 15,0 0 1,0 0-16,0 0 15</inkml:trace>
  <inkml:trace contextRef="#ctx1" brushRef="#br1" timeOffset="-190941.02">16535 16832 0,'0'0'0,"0"0"16,0 0-1,0 0-15,0 0 16,0 0-16,0 0 16</inkml:trace>
  <inkml:trace contextRef="#ctx0" brushRef="#br1" timeOffset="126016.84">4353 12873 827 0,'0'-1'0'0,"-3"-2"0"0,3 1 0 0,-2 1 0 0,0-1 0 0,2 0 0 0,-1-1 0 0,1 3 149 0,0 0-58 0,0 0-21 0,0-1 33 0,0 1-35 0,0 0-1 16,0 0 75-16,0 0-100 0,-2 0-1 0,-1 6-9 16,-2 7 1-16,-4 6 28 0,1 1-28 15,0 5 0-15,-4 1 8 0,0 4 31 16,1 3-1-16,-3 8-38 0,1-4 36 0,-1 1-36 16,1-5 8-16,-2 9-33 0,3-11 25 0,1 6 0 15,0-6-67-15,1-3 65 0,5-5 10 0,1-1-9 16,2-3-32-16,-3-4-1 0,5-2 34 15,-2-3-13-15,2-2 18 0,0-1-169 0,0-3 74 16,0-2 26-16,0-2-170 0,0 0 91 0,0 0 50 0,0 0-136 16,-1 0 85-16,-2 0 31 15,1-2-487-15,1-9 530 0,1-1-4 0,0-1-103 16,0-4 56-16,0 1 27 0,1-5 1 0,9-4 27 16,-5 4-173-16</inkml:trace>
  <inkml:trace contextRef="#ctx0" brushRef="#br1" timeOffset="126313.06">4267 12939 826 0,'3'-15'0'0,"-1"5"0"0,1 3 0 0,-3 0 0 0,3-1 0 0,-3 5 0 0,0 0 164 0,0 2-57 0,0 1 143 16,0 0-108-16,0 0-55 0,0 0-27 0,3 0 75 0,2 0-43 16,3 1-34-16,0 7 1 0,1 2-27 0,3 2 63 15,0 4-31-15,-2 0 8 0,4 7-14 0,-1-1 0 0,0 2-25 16,-1 4-1-16,-1-2 1 0,2 0 30 15,0 2-8-15,-2 1-22 16,0-4-28-16,0 2 0 0,-1-3 28 0,-1-4-60 0,2 2 26 0,-1-4 0 16,-1-3-81-1,-2-2 53-15,-1 1 19 0,-3-5 5 0,4 4-119 0,-4-6 65 16,-1 0 22-16,0-2 0 0,-2-1 12 0,0-1-63 16,0-1 24-16,0 0 23 0,0-2-196 0,-4 0 101 15,-1 0 52-15,-3 0-247 0,0 0 154 0,1-2 71 0,0-7-226 16,-3-3 150-16,2-1 75 0</inkml:trace>
  <inkml:trace contextRef="#ctx0" brushRef="#br1" timeOffset="126545.43">4221 13190 476 0,'-8'3'57'0,"0"-1"-24"0,2-1 0 0,1-1-1 15,2 2 1-15,1-2 124 0,0 0-67 0,2 0-28 0,0 0 289 16,0 2-159-16,7-2-72 0,12 2 124 15,-3-2-106-15,4 1-52 0,6-1 0 0,-4 3-27 16,-1-3 9-16,4 0-36 0,-1 0 1 0,-3 0-89 16,1 0 44-1,-3 0 22-15,-2 0-145 0,-2 0 79 0,-4 0 45 0,-1 0-98 16,-3 0 57-16,-5 0 39 0,2 0-17 0,-2 0-186 16,-2 0 80-16,0 0 58 0,0 0-13 0,0 0-101 15,0 0 71-15,0 0 49 0,-3 0-349 0</inkml:trace>
  <inkml:trace contextRef="#ctx0" brushRef="#br1" timeOffset="128308.14">4716 14562 353 0,'-3'0'26'0,"1"0"-26"0,1 0 0 15,1 0 0-15,-3 0 275 0,3 0-113 16,0 0-69-16,0 0-30 0,0 0 0 0,0 2 39 0,0 8-34 15,0 6 7-15,0 1 63 0,3 3-52 0,-2 5 24 16,4-1-39 0,-1 1 0-16,-1-5-30 0,3 9-29 0,-3-6 0 0,-1 2 21 0,1 0-109 15,1-5 54-15,-2 3 36 0,2-1-8 16,-1-3-153-16,1 0 88 0,-2-2 29 0,1-6 25 16,-2-2-6-16,1-1-96 0,-2-2 29 0,0-4 35 0,0-2-247 15,0 0 128-15,0-2 57 0,0-13-163 16,0-8 118-16,0-5 58 0</inkml:trace>
  <inkml:trace contextRef="#ctx0" brushRef="#br1" timeOffset="128688.15">4675 14553 646 0,'-11'-10'0'0,"5"4"0"0,1 3 0 0,0-1 0 0,2-1 33 0,3 2 0 0,0-1 260 16,0-3-134-16,4-1-63 0,11 1 108 15,4 0-86-15,3 1-42 0,-1 2 23 0,1 2-37 16,7 1 0-16,-12 1-79 0,4 0 25 0,-5 5 1 0,1 4 32 15,-1 2-9 1,-6 1-109-16,0 3 55 0,-3 2 27 0,-3 2-104 0,-2 1 65 0,-2 4 29 0,0-1-30 31,-3 1 22-31,-8-3-22 0,0-2 223 0,-1 0-167 0,-3-4-20 16,1-2 71-16,-2-1-33 0,3-3 3 0,1-4-34 16,0-1 14-16,6-3 143 0,2 2-60 0,3-3-38 15,-2 0-6-15,3 0 8 0,0 0-40 16,13 0 3-16,9 0 1 0,0 0-37 0,2-3 0 15,-2 2 45-15,8-1-67 0,-4 2 30 0,-5 0-1 16,1 0 30-16,0 7-40 0,-4 5 8 0,-3 1 1 16,-4 0-20-16,-1 3 23 0,-4 0 10 15,-3 1 86-15,-3 0-38 0,0 2-8 0,0-3-40 16,-11 4 61-16,-6-2-26 0,-2-3 6 0,0-4-25 16,-2 1 7-16,-1-3-169 0,1-3 81 15,-1-2 37-15,1-4-187 0,2 0 107 0,0 0 51 0,5-2 28 0,3-3-633 16,3-2 307-16,4 2 154 0</inkml:trace>
  <inkml:trace contextRef="#ctx0" brushRef="#br1" timeOffset="129431.66">4711 16754 430 0,'-5'-8'0'0,"-1"-2"0"0,2 3 0 0,-1-4 0 0,-3 0 96 15,0 1-31-15,3 0 7 0,-3-1 11 0,2 4-25 16,-1 0 0-16,-2 1-26 0,1-2 50 0,0 4-17 0,-1-2-8 15,-1 3 49-15,-1 1-37 0,3-1 1 0,-3 2-38 16,-2 1 100 0,3 0-54-16,-3 0-23 0,1 1 0 0,-1 12 17 0,1-2-1 15,1 4-30-15,0 2 51 0,1 1-30 16,0 3 1-16,2 0-31 0,2 1 76 0,0 0-30 16,3 1-8-16,3 0 51 0,0-1-44 0,0 0-22 0,0-1 0 15,5 1 53-15,7-2-41 0,3 0-1 0,0-1-33 16,3 0 31-16,1-4-31 0,0-1 8 15,5 4-38-15,1-7 0 0,1 0 30 0,2-3 0 16,-3-4-91-16,0-2 54 16,6-2 14-16,-2 0-110 0,-2-2 63 0,0-4 22 0,-5-3 5 0,-1 1-86 15,-2-1 51-15,-4 2 13 0,-5 1-188 16,-3 2 180-16,-1 0 20 0,-5 2-42 16,1 0 0-16,1 2 27 0,-3 0 6 0,0 0-17 0,0 0-165 15,-5 0 93-15,-2 0 43 0,1 0 21 16,2 4 0-16,1 0-502 0</inkml:trace>
  <inkml:trace contextRef="#ctx0" brushRef="#br1" timeOffset="130406.46">2660 14832 781 0,'0'-6'0'0,"-1"3"0"0,-2 0 0 0,-1 2 0 0,3-2 0 0,-2 3 0 0,-2 0 0 0,3 0 0 0,-4 0 276 0,0 0-127 0,4 3-57 0,-4 4 101 15,2 3-80-15,0 5-40 0,-1 3 8 0,-4 7 29 16,7 3-38-16,-6 4-1 0,0 3-38 0,1 9 55 16,0-9-20-16,-5 10-7 0,6-10-6 0,-3 3 0 15,1-1-22-15,1-6-1 0,1-4 40 16,1-1-8-16,-1-1-31 0,0-5-31 15,1-4-1-15,2-6 32 0,1 0-104 0,-3-3 47 16,5-3 29-16,0-2-216 0,-3-2 114 16,1 0 45-16,1 0 33 0,-5 0-6 0,6 0-144 15,-2 0 56-15,-1-6 48 0,3-5-291 16,0-1 154-16,0 2 89 0,0-5-215 0,3-2 148 0,-1 0 74 16,7-1-123-16,-4 0 90 15,0-1 57-15</inkml:trace>
  <inkml:trace contextRef="#ctx0" brushRef="#br1" timeOffset="130953.66">2519 15012 766 0,'0'-15'0'0,"0"5"0"0,0 2 0 0,0 0 0 0,0 0 0 0,0 4 159 0,0 1-67 0,-2 1-29 15,2 0 220-15,-1 1-125 0,1-2-63 0,0 3-23 0,0 0-8 16,0 0 80-16,0 0-56 0,0 0-28 16,0 0 61-16,1 0-37 0,6 4-29 0,-4 0 91 15,5 3-56-15,-3-1-29 0,4 2 31 16,-3-1-22-16,1 4-7 0,1-2 7 15,0-1-37-15,1 1 0 0,1 3-1 0,-1-1 9 0,2 3 8 0,-1 1-17 16,1 1 1-16,0 3 0 16,0 2 8-16,2 1-23 0,-2-2 15 0,3 4 0 0,-4-6-30 15,0 1 1-15,2-4-12 16,-2 0 16-16,-2-4-8 0,1-2 29 0,-4-2-67 0,0-2 30 16,1-2-3-16,-4-3-20 0,1 0 21 0,0 0-1 0,0 0 16 15,2-2 5-15,-2-11-9 0,0-7-2 16,4-6 7-16,-3-3-1 15,3-4-64-15,-1-10 30 0,-3 7-6 0,0-4-111 16,4 1 68-16,-4 2 33 0,-1 2-12 0,-1 6 0 16,1 8 22-16,1 3 89 0,-3 4-39 0,0 3-4 15,0 3-43-15,0 4-2 0,0 3 228 0,0-1-100 16,0 2-52-16,0 0-17 0,0 0 0 0,0 0 67 16,0 0-39-16,2 0 11 0,-2 5-9 0,5 6-1 15,2 1-23-15,-2 3 53 0,0 2-18 0,3 2-7 0,-1 5 21 16,0 0-24-16,1 0 0 0,0 3-2 15,-2-3 124-15,2 6-178 16,0-1 0-16,-3-3 0 0,3 1 0 0,1-3 0 16,-4-3 0-16,1-1 0 0,1-3 0 0,0 0 0 15,-3-5 0-15,-1-4 0 0,2 0 0 0,-4-3 0 16,1-3 0-16,0 1 0 0,-2-3 0 0,0 1 0 16,0-1 0-16,0 0 0 15,0 0 0-15,0 0 0 0,0 0 0 0,0 0 0 0,0 0 0 16,0 0 0-16,0 0-247 0,0 0 197 0,-2 0 21 0,0 0-12 0,1 0-550 15,1 0 283-15,0-1 138 16</inkml:trace>
  <inkml:trace contextRef="#ctx0" brushRef="#br1" timeOffset="132349.35">5753 13316 1093 0,'-8'0'0'0,"2"0"0"0,3 0 0 0,3 0 0 0,0 0 0 0,-2 0 0 0,2 0 0 0,0 0 137 0,0-2-52 0,0 2-26 0,0 0 15 0,0 0-21 16,0 0 8-16,2 0 56 16,7 6-42-16,-4 4-21 0,3 3 62 0,-3 2-42 0,1 2-12 0,1 5-8 15,-3 3 17-15,1-1-26 0,-1 6-12 16,-2 0 8-16,3 4-9 0,-5 1-37 0,2-1 0 16,1 0 38-16,-2-4-114 0,-1-5 65 15,2 4 20-15,-2-5 1 0,2-4-78 0,-2-2 50 0,0-2 5 16,2-6-256-16,-2-3 134 0,0-3 42 15,0-1-206-15,0-3 136 16,0 0 67-16,0-11-241 0,0-12 159 0,0-3 75 0,0-6-248 16,0-7 293-16</inkml:trace>
  <inkml:trace contextRef="#ctx0" brushRef="#br1" timeOffset="132595.7">5704 13316 1362 0,'-11'-16'0'0,"4"6"0"0,1 0 0 0,0 3 0 0,3-1 0 0,1 1 0 0,2 0 0 0,0-1 121 15,5-1-49-15,13-2 1 0,2 2 64 0,4-3-51 0,1 5-27 16,-1 1 175-16,7 0-105 0,-5 5-48 0,-4 1 14 16,2 0-31-16,-3 0 0 0,-1 1-23 0,-4 6-39 15,-1 5 0-15,-2 1 31 0,-6 2-49 16,-1 0 24-16,-1 4 9 0,-5 2-78 16,0 3 82-16,-5-1 12 0,-6-3 0 0,-4 1-42 0,2-5 12 0,-2 2-7 15,-2-3-2-15,2-4-118 16,0-1 58-16,0-3 34 0,3-2-186 0,-1-2 104 15,2 1 42-15,2-1 27 0,3-3 0 0,2 0-239 16,1 0 118-16,3 0 71 0,0 0 31 0,3 0-356 0,5 0 193 16</inkml:trace>
  <inkml:trace contextRef="#ctx0" brushRef="#br1" timeOffset="133666.78">6391 15478 869 0,'-3'0'0'0,"1"0"0"0,-2 0 0 0,4 0 0 0,0-2 0 0,-3 2 0 0,-1-1 0 0,2 1 109 0,0 0-30 0,1 0-9 0,0 0 191 0,-4 0-114 15,2 3-57-15,-2 12 104 0,1 1-72 16,2 9-48-16,-5 4-1 0,4-1 69 0,-3 4-55 16,0 1-27-16,3 4 86 0,-2-2-61 0,-2 2-27 0,2-1 1 15,-3 0-1-15,2-1 0 0,2-3-17 0,-3 0-9 16,2-4-15-16,1-2 15 0,2-5 1 15,-1 1-77-15,0-4 46 16,1-2-8-16,2-6 39 0,-1 0-216 0,-2-3 104 16,3-3-251-16,-2-1 162 0,2 0 63 0,0-3 45 0,0 0-8 15,0 0-297-15,0-3 167 0,0-10 74 0,0-3 50 0,0-2-152 16,0-3 96-16,2 1 49 0,4-6-184 0,-3 3 108 16,0-5-10-16,-1-1 67 0,1 3 33 15,-2-1 67-15,1-2 0 0,-2 8 0 0,0-11 0 16,0 7 0-16,0 4 94 15,0-1-62-15,1-1-33 0,-1 4-8 0,2 0 109 16,0 5-66-16,0 0-7 0,1 4-26 0,0 2 377 0,0 2-137 16,1 2-109-16,0 1-49 0,0 2 171 15,1 0-111-15,2 1-55 0,3 0-20 0,0 2 170 16,0 11-104-16,1 2-50 0,1 5 122 16,1 2-88-16,0 3-33 0,0 1 25 0,-1 3-38 15,-1-1 0-15,1 0-40 0,2 0 23 0,-4 2-14 16,1-4-42-16,-1 1 34 0,-1-3-1 0,0-3 1 15,-1 0 0-15,-1-5 14 0,1-1-14 16,-3-2 0-16,2-5 21 0,-4-1 1 16,2-3-23-16,-4-1 9 0,3-3-5 0,-1 0-3 0,2 0 0 15,0-3 38-15,1-16-30 0,2-9-8 0,-2-9-1 0,4-3-27 16,-1-7 1-16,1 0 26 0,-2-3-105 16,3-4 45-16,-2 6 28 0,-2 1-44 15,1 10 31-15,-1-1-7 0,0 9 39 0,-3 2 11 16,0 4-20-16,1 7-7 0,-3 4 4 0,0 5 33 15,0 2-32-15,1 2-15 0,-3 1 11 16,0 2 82-16,0 0-38 0,0 0-10 16,0 0 3-16,0 0 29 0,0 0 113 0,0 0-183 0,0 0 0 0,0 0 0 15,0 0 0-15,0 0 0 0,0 0-190 16,0 0 110-16,0 0 49 0,0 0-429 16,0 0 220-16,0 0 101 0,0 0-326 0,0 0 216 15,0 0 109-15,0-5-828 0</inkml:trace>
  <inkml:trace contextRef="#ctx1" brushRef="#br1" timeOffset="-181739.11">8479 17342 0,'0'0'16,"0"0"-16,0 0 15,0 0-15,0 0 16</inkml:trace>
  <inkml:trace contextRef="#ctx1" brushRef="#br0" timeOffset="-178147.29">16111 17017 0,'0'0'16,"0"0"0,0 0-16,0 0 15,0 0 1,0 0-16,0 0 15,0 0-15,0 0 16,0 0 0,0 0-16,0 0 15,0 0 1,0 0-16,0 0 16</inkml:trace>
  <inkml:trace contextRef="#ctx0" brushRef="#br0" timeOffset="139307.44">3491 13779 427 0,'0'0'0'0,"-3"-2"0"0,3 2 0 0,-2-2 0 0,2 2 0 0,-2-2 0 0,1 0 127 0,1 2-39 0,0 0-32 0,0-2 59 0,0 2-41 0,0 0-20 15,0-1-1-15,0 1-12 16,0-3 29-16,0 3-37 0,0 0-1 0,0-1 25 15,0 1-25-15,0 0 9 0,0 0 48 0,0 0-29 0,0 0 1 16,0 0-28-16,0 0-1 0,0 0 55 16,0 0-32-16,0 0-19 0,0 0-4 15,-2 0 1-15,2 0-56 0,0 0 63 0,-2 0-8 0,1 0 1 16,-2 0-23-16,1 0-1 16,2 4 24-16,-5 1 8 0,3 2-8 0,0 1-6 0,-1 1 4 0,1 1-18 15,-1 1 18-15,1 0-3 16,0 3-12-16,-1 0 43 0,3 4 0 0,-1-2-32 15,-4 3-14-15,5-3 22 0,-5 5-4 0,3 2-2 16,-3 2-51-16,3-1 26 0,-3 0 0 0,3-3 32 16,-3 6-10-16,1-2-37 0,2 0 28 0,-3-1-25 15,1 1-3-15,1-4 34 16,-4 1 0-16,2 0-7 0,1-1-5 0,-1-2 3 0,0-3-5 16,1-4 35-16,-1 4-4 0,1-7-26 0,3 0 1 0,-2-3 12 15,1-1-8-15,-1 0 2 0,3-2 21 16,0-2-23-16,0-1 3 0,-3 2-3 15,3-2 6-15,0 0 27 0,0 0-24 0,0 0-16 16,-2 0 12-16,2 0-1 0,0 0 0 0,0 0 7 0,0 0-48 16,0 0 0-16,0 0-8 15,0 0 22-15,0 0 2 0,0 0 18 16,0 0-44-16,0 0 40 0,0 0-9 0,0 0 7 16,0 0-28-16,0 0-1 0,0 0 17 0,0 0 6 15,0 0 17-15,0 0-18 0,0 0-3 0,0 0 2 16,0 0 35-16,0 0 1 0,0 0-52 0,0 0 19 15,0 0 4-15,0 0-2 0,0 0-27 0,0 0 26 0,0 0 1 16,0 0 0-16,0 0-8 0,0 0 7 16,0 0-1-16,0 0 1 0,0 0 28 0,0 0 0 15,0 0-27-15,0 0 50 0,0 0-23 0,0 0 0 16,0 0-23-16,0 2 33 0,0-2 7 16,0 0-36-16,2 0 10 0,1 0 24 15,3 2-25-15,-1-2-3 0,2 0 14 0,0 0-9 16,0 0 3-16,4 0-4 0,1 0 26 15,3 0 0-15,0-6 18 0,5-5-8 0,3-4-30 0,3-2 157 16,1-1-188-16,3-1 0 0,-2-2 0 16,0 2 0-16,2 1 0 0,-3-1 0 0,-2 4 0 15,0 0 0-15,-4 4 0 0,2-3 0 0,-3 2 0 0,-3 5 0 16,-1 0 0-16,-2 0 0 0,-2 0 0 16,-4 4 0-16,0-1 0 0,-2 1 0 0,-1 1 0 0,-2 0 0 0,0 2 0 15,-1 0 0 1,-1 0 0-16,-1 0 0 0,0 0 0 0,0 0 0 15,0 0 0-15,0 0 0 0,2 0 0 0,-2 0 0 16,0 0 0-16,2 0 0 0,-2 0 0 0,0 0 0 16,3 0 0-16,-3 0 0 0,0 0 0 0,0 0 0 15,0 0 0-15,0 0 0 0,0 0 0 16,0 0 0-16,0 0 0 0,0 0 0 16,0 0 0-16,0 0 0 0,0 0 0 0,0 0 0 15,0 0 0-15,0 0 0 0,-5-2 0 0,-2 0-530 16,1-4 253-16,-3 1 113 0,3-2 69 0</inkml:trace>
  <inkml:trace contextRef="#ctx0" brushRef="#br0" timeOffset="174492.44">10588 13604 520 0,'-2'0'0'0,"-1"0"0"0,-2 0 0 0,5 0 0 0,-2 0 0 0,1 0 0 0,1 0 135 0,0 0-51 16,0 0-18-16,0 0-8 0,0 0 7 0,0 0-1 16,0 0-31-16,0 0 0 0,0 0 89 0,0 0-49 15,0 0 0-15,0 0 54 0,0 0-47 16,0 2-23-16,0-2 7 0,0 3-31 0,1 3 99 15,8 0-50-15,2-1-25 0,-1 1 74 0,2 2-41 16,3-3-33-16,0 2 0 0,2 3 16 0,2-2-1 0,0-3-39 16,-1 3 15-16,3-1-15 0,-1-1-1 15,7 1-22-15,-5-3 0 16,-1 0 22-16,1 0 9 0,-3-3-46 0,1 1-1 0,-4-1 39 16,0-1-39-16,-4 0 39 0,-3 0-1 0,0 0-13 15,-4 0 6-15,-1 0 0 0,-1 0-6 0,-1 0 27 16,-2 0-21-16,0 0-4 0,0 0 46 0,0 0-21 15,0 0 3-15,0 0-23 0,0 0 14 0,0 0-164 0,0 0 74 16,0 0 37 0,0 0-1-16,0 0-583 0,0 0 276 0,0 0 133 15,4 0-508-15,8-3 331 0</inkml:trace>
  <inkml:trace contextRef="#ctx0" brushRef="#br0" timeOffset="175026.12">11518 13348 795 0,'3'-1'0'0,"1"-1"0"0,0-2 0 0,-1 0 0 0,2 0 0 0,-1 1 0 0,-1-1 0 0,-1-2 0 0,2 0 198 0,-1-3-88 0,1 0-38 0,0-2 39 16,0-1-39-16,-2 1 0 16,0 0-67-16,0-5 28 0,-1 4-1 15,1-2 1-15,0 0-29 0,-2 1 1 0,0-1 36 0,0 1-9 16,0-1-18-16,-4 3 18 0,-1 0 1 0,-1 4 0 16,-2-2 22-16,1 3-22 0,0 0-19 0,-1 0 80 15,-2 5-34-15,3-1 0 0,0-1-22 0,-3 3-7 16,-1 0 67-16,4 0-33 0,-3 3 1 0,0 6 15 15,0 3-16-15,1 0-8 0,2 3-4 16,0 5 1-16,-1-2-13 0,5 3-8 0,-1 2 51 16,1-1-29-16,3 1-1 15,0 5-21-15,0-4 36 0,0 1 0 0,7 1-28 0,2 3 6 16,0 0-14-16,1 1 0 0,1 2-1 0,0 0-37 16,-1 3 46-16,-1 1-9 0,-2 2-21 15,1-1-1-15,-2 0 23 0,0 0 0 0,-5-4-55 0,1 0 15 16,0-1-1-16,-2 1 14 0,0-5-36 0,0-6 21 15,0 4-5-15,-4-6 12 16,-3 0-17-16,-1-2-11 0,-3-3 38 0,0-1-138 0,-1-4-457 16,1-1 523-1,-1-2 21-15,1-1-12 0,2-4-150 0,0 2 78 16,1-4 51-16,1 0 21 0,1 0-343 0,4 0 182 16,2 0 92-16,0-7 37 0,0-10-310 0,8-2 182 0,4-5 92 0</inkml:trace>
  <inkml:trace contextRef="#ctx0" brushRef="#br0" timeOffset="175431.73">11837 13326 657 0,'6'-17'0'0,"-2"0"0"0,-2-2 0 0,-2 3 0 0,0-4 0 0,0 2 74 0,0 1-21 0,0 2 94 16,-2 0-62-16,-5 2-26 0,4 4 194 15,-3-1-207-15,-1 4-13 0,2 0 8 0,-4 3-8 0,4 1 133 0,-2 2-66 16,-1 0-34-16,3 0 245 0,-2 0-251 16,0 5-27-16,0 7-1 0,1-1 65 15,-1 3-32-15,1 3-1 0,0-3 121 16,-1 5-81-16,2 1-35 0,-1 2-1 0,0 0 85 16,0 4-61-16,3-7-21 0,-1 4-8 0,2 5 47 15,0-3-39-15,0-5 0 0,2 6-38 0,0-4 17 16,0 3-17-16,0 1 0 0,2-1 0 0,0-3-22 0,4 3 1 15,-1-4 29-15,0 4-70 0,2 0 31 16,-3-1 0-16,1 1-31 0,-3-4 39 0,1 5-19 16,-1-4-38-16,-2 0 29 15,0 3 0-15,0-2 20 0,0-2-168 16,0-1 81-16,0-1 42 0,-5-3 12 0,-1 0-315 16,1-3 154-16,-2-5 70 0,2 1 48 0,1-2-180 0,-1 0 111 15,1-2 55-15,2-1 27 0,1-1-456 0,-1 3 246 16,2-2 119-16,0 3-316 0,-2-1 218 0</inkml:trace>
  <inkml:trace contextRef="#ctx0" brushRef="#br0" timeOffset="175716.49">11531 14182 1039 0,'0'-5'0'0,"0"2"0"0,0 2 0 0,0-1 0 0,-2 0 0 0,2 2 471 0,0 0-224 16,-2 0-107-16,0 0 358 15,2 11-441-15,0 3-1 0,0 3-15 0,0 1 68 16,2 8-79-16,2-1 3 0,0 0-1 0,2 4-24 0,-3-4 8 16,1 5 17-16,-1-4 0 0,-1 0-136 15,0 1 69-15,0-4 33 0,-2-1 8 0,0-1-264 16,0-2 135-16,0-3 76 0,0-5-419 15,0-4 221-15,0-1 85 0,0-4 67 0,0-2-296 16,0-2 177-16,0-14 89 0,0-10 45 0</inkml:trace>
  <inkml:trace contextRef="#ctx0" brushRef="#br0" timeOffset="175954.84">11500 14218 520 0,'0'-3'96'0,"0"-1"-48"15,0 0-24-15,0-2 189 0,0 0-90 0,2 1 308 16,8-3-199-16,5 3-100 0,2-3 177 15,1 4-142-15,5 3-67 0,4-2-34 16,-1 3 49-16,1 0-83 0,-3 10 9 0,6 3-9 0,-6 3-51 16,-1 2 26-16,-4 3 0 0,-1 1 25 0,-6 1-29 15,-1 7-8-15,-6 0 38 0,-3 2-8 16,-2 2 8-16,0-1-1 0,-13 0 9 0,-4-2 29 16,-5-1-37-16,-1-3-18 0,-5-4 13 0,0-2-68 15,0-3 34-15,-1-8-6 0,3-2 33 0,4-6-260 16,-1-2 124-16,6 0 59 0,2-2 26 0,4-13-503 15,5-9 246-15,6-2 127 16,0-5-240-16</inkml:trace>
  <inkml:trace contextRef="#ctx0" brushRef="#br0" timeOffset="177459.67">12312 13389 815 0,'-3'0'0'0,"1"0"0"0,0 0 0 0,2 0 0 0,0 0 0 0,0 0 0 0,-3 0 276 15,3 0-122-15,0 0-60 0,0 0 490 16,5 0-540-16,6 0-11 0,2 0 0 0,2 0 95 15,0 0-47 1,2 0-16-16,-1 0 108 0,4 0-70 0,-3 0-35 0,-1 0 0 16,2 0 7-16,-4 0-13 0,2 0-9 0,-4 0-69 15,-2 0 46-15,1 0 2 0,0 0 1 0,-2 0-153 16,0 0 152-16,-2 0 0 16,0 0 1-16,-3 0-363 0,0 0 344 0,0 2 24 0,-2-2-36 0,0 0 19 15,0 0-158-15,-2 0 70 0,0 0 5 0,0 0 28 16,0 0-273-16,0 0 137 0,0 0 68 0,0 0 35 0,0 0-268 15,0 5 155-15,0 0 74 0,-6 4-347 16</inkml:trace>
  <inkml:trace contextRef="#ctx0" brushRef="#br0" timeOffset="177742.7">12415 13677 1683 0,'-1'2'0'0,"-5"2"0"0,3-2 0 0,-1-1 0 0,2-1 0 0,0 0 0 0,-2 0 0 0,4 0 168 0,-2 0-67 0,2 0-35 0,0 0 285 16,0 0-150-16,12 3-89 0,0-3-39 0,4 1 178 15,2 1-108-15,3 1-56 0,0 0 42 0,1 0-52 16,6 1-22-16,-3 2 0 16,1-4-74-16,-1 1 25 0,-3 0 9 0,2 2 18 0,-3-2-43 15,-4 2 21-15,0-2 1 0,-6 1 21 0,-1-3-125 16,-3 2 57-16,-3-3 33 0,-2 0-137 0,0 0 72 15,-1 0 11-15,-1 0 27 0,0 0 6 0,0 0 12 0,0 0-20 16,-3 0-134-16,-3-4 69 16,-1-2 32-16,1 3 21 0,0-1-204 0,2 2 107 15,1 0-580-15,3 2 344 0</inkml:trace>
  <inkml:trace contextRef="#ctx0" brushRef="#br0" timeOffset="179191.08">13199 13529 456 0,'-8'0'0'0,"4"0"0"0,1 0 0 0,1 0 0 0,-2 0 33 0,4 0 162 16,-2 0-81-16,2 0-41 0,-1 0 166 15,1 0-107-15,0 0-50 0,0 0-24 0,0 0 157 16,1 0-91-16,3 0 58 0,5 0-78 16,1 0-36-16,1 0-1 0,2 0-34 15,1 0 167-15,0 1-75 0,2 3-50 0,0 0-22 0,3 2 90 16,2-3-56-16,-1 3 49 15,3-2-94-15,3 4-9 0,-1-5-1 0,-1 3 1 0,-3-1-35 16,5-1 9-16,-5 0 26 0,-1-2-1 0,-1 0-29 16,-2 0 0-16,-5-2 30 0,-2 0-46 0,-2 0 19 15,-2 0-12-15,-4 0 44 0,0 0-12 16,0 0-14-16,-2 0-3 0,0 0 151 0,0 0-67 0,0 0-35 16,-2-4-186-16,-4-2 76 0,0 2 45 0,0-1-5 0,3 1-534 15,-1 0 271-15,4 1 127 0,0 1-343 16,0-2 221-16,2 2 123 0,17 0 57 15</inkml:trace>
  <inkml:trace contextRef="#ctx0" brushRef="#br0" timeOffset="179996.24">14215 13347 318 0,'0'0'0'0,"0"0"0"0,0 0 0 0,0 0 0 0,0 0 0 0,0 0 0 0,0 0 0 0,0 0 52 16,0 0-22-16,2 0 0 0,0-2 37 0,-2 0-8 0,2-4-26 15,-2 1 53-15,2-1-27 0,-2 0 1 0,0 0 73 16,0 1-54-16,0 1-23 0,0 0 0 0,0-1 44 16,0 3-33-16,0-2 7 0,0 0-19 15,0 3-22-15,0-1 0 0,0-1 0 0,0 2-42 16,0-3 29-16,0 2-8 0,0-2-47 15,-2 0 34-15,0-1 0 0,0 2 33 0,-1-4-49 0,0 0 19 16,-1-1-12-16,0 2 27 16,-1-2 6-16,1 2-6 0,-1-1-5 0,-1 1 37 0,0 0-42 15,-1 3 5-15,-1-1 36 0,1 0 1 16,-1 2-29-16,1 1-5 0,-1-2 60 0,1 2-26 16,1-1 5-16,-2 2 59 0,3 0-62 0,0 0-21 0,1 0 6 15,0 0 53-15,-2 0-48 0,2 2-8 0,1 2 8 0,-1 1 47 16,0 4-47-1,1 3-8-15,3 1-1 0,-4 3 41 16,4 5 8-16,0 4-48 0,0-1 0 0,0 2 73 0,0 2-37 16,0 4 0-16,0 1-2 0,2-2-34 0,1 3 0 0,1 0-1 15,2 0-41-15,-1 0 20 0,-1-1 9 16,0 1-19-16,2-2-17 0,-3 0 24 0,-1-4 1 16,0-3-3-16,0 3-16 0,-2-6 40 0,0-1-27 15,0 0 22-15,0-3-40 16,-6-1-15-16,-3-2 6 0,-1-1 1 0,1-3-77 0,-4-2 50 15,0 1 17-15,2-5 0 0,-3-1-200 16,1-2 107-16,1-2 42 0,1 0-276 16,2 0 163-16,0 0 75 0,3-2 48 0,2-5-144 0,4-1 92 15,0-3 47-15,0 1-346 0,10-3 188 0</inkml:trace>
  <inkml:trace contextRef="#ctx0" brushRef="#br0" timeOffset="180285.98">14522 13280 1017 0,'1'-20'0'0,"-1"0"0"0,0 3 0 0,0 2 0 0,-1 0 0 0,-8 1 0 0,2 7 0 0,-4-3 0 0,1 7 221 16,-1 1-94-16,0 2-47 0,-1 0 34 16,1 2-32-16,1 11-8 0,-2 4 38 15,1 6-40-15,3-1 0 0,0 2-39 16,5-2 127-16,-1 9-67 0,2-3-31 0,2 1 1 0,0-1 99 15,0-1-65-15,0-2-24 0,0 7 49 16,0-4-44-16,2-2-23 0,0 3-64 16,0-1 20-16,-1-4 9 0,1 6 13 0,0-2-76 0,-2-1 38 15,0-3 0-15,0-3 38 0,0 3-289 0,0-4 138 16,0 1-390-16,0-2 244 0,-4-2 99 16,1-2 66-16,-1-1-394 0,0 1 235 0,1-3 113 0,-1 1 55 0</inkml:trace>
  <inkml:trace contextRef="#ctx0" brushRef="#br0" timeOffset="180488.46">14159 14124 1097 0,'0'0'0'0,"2"0"0"0,-1 0 0 0,-1 1 0 0,2 6 0 0,0 2 0 0,0 2 253 0,0 6-111 0,1 5-54 0,3 2 275 15,-2 4-156-15,2 2-92 0,-2 1 27 16,-1 4-55-16,1-2-26 0,-2 1-236 15,-1 0 113-15,1-5 43 0,0-2 26 16,0-7-386-16,-2 1 207 0,0-7 102 0,0-6 59 16,0-2 5-16,0-2-282 0,0-4 62 0,0 0 100 15,-2-17-318-15</inkml:trace>
  <inkml:trace contextRef="#ctx0" brushRef="#br0" timeOffset="180728.87">14123 14137 1237 0,'2'-21'0'0,"0"8"0"0,2 1 0 0,3 1 0 0,0 1 0 0,3-2 0 0,3 2 58 16,2 3 431-16,4 2-229 0,2-1-113 0,1 5-57 0,0-2 194 0,5 3-130 16,-3 0-61-16,-3 12-30 15,-1 2-39-15,-1 5 9 0,-6-3 8 16,3 8-52-16,-5-2 21 0,-4 3 1 0,-2 1-87 0,-4 3 54 16,-1-2 36-16,0 2-9 0,-12-1-52 0,0-2 39 0,-6-1 1 15,-2-5-100-15,3-2 40 16,-9 0 32-16,3-4-176 0,1-4 96 0,-3 0 41 15,6-5 26-15,-1 2-244 0,1-2 133 0,8-2 64 0,-1-3-125 16,7 2 94-16,1-2 47 0,4 0 15 16,0 0 8-16,9 0-376 0</inkml:trace>
  <inkml:trace contextRef="#ctx0" brushRef="#br0" timeOffset="180901.41">14531 14345 653 0,'7'0'0'0,"-3"3"0"0,-3-1 0 0,1-2 0 0,0 1 22 15,-2 1 564-15,0 2-276 0,0 2-139 0,0 1-69 16,0 2 430-16,0 5-241 0,0 1-133 0,0 2-63 16,0 1 123-16,0 3-93 0,0-1-46 0,0 1-81 15,2-2 13-15,0 0 1 0,0-3 20 0,0-2-374 16,0-5 188-16,-2 1 101 0,2-5-570 0,0-1 321 16,0-1 55-16,3-3 115 0</inkml:trace>
  <inkml:trace contextRef="#ctx0" brushRef="#br0" timeOffset="181143.79">14801 13670 1300 0,'-17'-5'0'0,"10"4"0"0,3 1 0 0,2 0 0 0,2 0 0 0,0 0 0 0,0 0 712 0,0 0-332 15,0-2-178-15,15-3-84 0,6-5 238 0,5 0-161 16,4-1-81-16,0 0-33 0,2 2 37 0,-3-1-43 16,-2 3-21-16,-4 3-243 0,3 1 111 15,-1 0 64-15,-4 1-186 0,-1 2 117 0,-5 0 58 0,0 0 29 16,-3 0-671-16,0 0 263 0,-1 0 186 0,-2 5 92 16</inkml:trace>
  <inkml:trace contextRef="#ctx0" brushRef="#br0" timeOffset="181589.13">15754 13314 1054 0,'-7'-3'0'0,"2"-3"0"0,3-1 0 0,0-2 0 0,-1-5 0 0,1 1 0 0,0 1 0 0,0-4 0 0,0 0 179 0,0-4-74 0,2 1-35 0,-1 1 14 16,-2 1-25-16,-1-2 7 0,1 2-33 0,-3 0-22 16,1 3 22-16,-1 2 41 0,-2 1-20 15,2 5 8-15,-1 1-29 0,0 0 0 0,-3 4 92 0,3 1-46 16,-3 0-23-16,1 0 140 0,-1 11-85 0,1 3-40 16,0 3 157-16,-3 7-97 0,3-2-49 0,4-3 279 15,-1 6-317-15,0 1-11 16,4 0 0-16,0 0 51 0,2 0-25 0,0 1 8 0,0 5-69 15,0-3 35-15,2 3 0 0,4 2 0 16,0 0-1-16,3 0-112 0,0 0 52 0,1 0 31 16,1-1-1-16,-2 0-81 0,1-2 56 15,-3-5 35-15,1 4-24 0,-3-3-56 0,-1-6 23 16,-1 1 24-16,-3 1-14 0,0-3 7 0,0-1-9 0,-5-4 25 16,-4-1-30-16,-4 0 28 0,0-3 1 0,0-1-172 15,-5-1 83-15,2-4 41 16,-1 2-1-16,0-4-284 0,0 0 149 0,1-3 86 15,2 0-353-15,3 0 215 0,1 0 109 0,3 0-911 16,5-3 1010-16,2-7 8 0</inkml:trace>
  <inkml:trace contextRef="#ctx0" brushRef="#br0" timeOffset="181935.39">16059 13269 738 0,'3'-17'0'0,"-3"2"0"0,0 2 0 0,0-5 0 0,0-1 0 0,-5 0 0 0,-2 1 0 0,0-2 180 15,-3 4-73-15,0-1-37 0,1 4 24 16,0 1-30-16,-1 5 8 0,1 0 80 0,-2 6-60 16,1-1-30-16,1 2 1 0,0 0 98 0,-1 3-56 0,1 14-40 0,1-1 165 15,3 7-98-15,0-1-50 0,0 3 179 16,5-1-106-1,-2 9-65-15,2-4-28 0,0 2 127 0,0-2-78 0,0 1-39 0,2-3 9 16,6 5-8-16,-2-5-40 16,1 1 0-16,-2 1 0 0,4-3-50 0,-6-2 33 15,5 5-8-15,-5-6 25 0,1-1-73 0,-1 0 37 16,1 2 0-16,-2-6-81 0,1 0 49 0,-3-1 33 0,0-1-15 0,0 0-285 16,0-3 132-16,-9 0 78 15,-1-1-231-15,-1 1 145 0,-3-1 73 0,-1 5-479 16,-4-2 276-16,2 3 129 0,-5 5-454 0</inkml:trace>
  <inkml:trace contextRef="#ctx0" brushRef="#br0" timeOffset="182145.83">15662 14000 1469 0,'-7'0'0'0,"2"1"0"0,1 2 0 0,2-1 0 0,2 1 0 0,0 4 0 0,0 3 0 0,0 2 459 15,0 2-213-15,4 4-106 0,3 1 59 16,1 5-87-16,0 0-40 0,-3 3-16 0,1-1 0 16,-3 0-23-16,-1-2-254 0,0 6 123 15,-2-7 66-15,0 0 32 0,0-3-461 0,0-5 246 0,0-3 132 16,0-5-16-16,-6-1 53 0,1-6-492 16,0 0 253-16,-1-3 126 0</inkml:trace>
  <inkml:trace contextRef="#ctx0" brushRef="#br0" timeOffset="182382.2">15538 14026 1474 0,'-3'-7'0'0,"3"0"0"0,0-1 0 0,3-1 0 0,9-3 0 0,9-1 0 0,3 3 286 15,4 0-127-15,6 0-63 0,3 4-24 0,-4 5 294 16,1 1-166-16,0 0-84 0,-6 9-36 16,-2 8-24-16,-9-1 9 0,6 10-85 15,-11-1 26-15,-2 1 0 0,-2 2 27 0,-7 3-73 16,1-1 44-16,-2 0-7 0,-5 0 35 15,-11-1 1-15,-2-2-33 0,-3 0-1 16,-4-7 42-16,-1-1-115 0,-4-6 45 0,-2-4-4 16,0 1 0-16,0-5-243 0,9-2 129 0,-4-3 58 0,6 0 37 0,2 0-340 15,10 0 180-15,0-6 90 0,5-3-392 16,4-3 245-16,0-1 118 0</inkml:trace>
  <inkml:trace contextRef="#ctx0" brushRef="#br0" timeOffset="182690.53">15928 14195 829 0,'13'0'0'0,"2"-1"0"0,1-2 209 0,-4-2-87 0,1 1-45 15,2 1 286-15,-2-2-164 0,5 2-76 0,1 0-49 0,-1 0 22 16,1 3-31-16,-3 0-1 0,2 0-90 16,-5 4-61-16,0 6 56 0,-4 2 32 15,-3 4 0-15,-4 3-139 0,-2 1 86 0,0 2 50 16,-8 3 14-16,-6-2-1 15,-5 1-37-15,-2-4-26 0,-1 1 33 0,1-8 1 0,-2 3 9 16,2-5-33-16,3-1 0 0,1-5 369 0,7-1-163 16,3-1-71-16,2-3 372 0,2 2-216 15,1-2-108-15,2 0-54 0,0 0 106 0,0 0-72 0,14 0-48 16,2 0 12-16,3 0-27 0,6 0 1 0,0 0-125 16,-4-2 57-16,8 0 17 0,-3 1 0 15,1-1-468-15,-3 0 246 0,-4 0 124 16,1 2-774-16,2 0 420 0,-3 0 205 0,1 0 104 0</inkml:trace>
  <inkml:trace contextRef="#ctx0" brushRef="#br0" timeOffset="183363.36">16469 13444 980 0,'-17'-1'0'0,"4"-2"0"0,6 3 0 0,2 0 0 0,1 0 0 0,4 0 0 0,0 0 399 0,0 0-188 16,2 0-88-16,16 0 104 0,4 0-97 0,2 0-48 15,4 0-17-15,4 0 219 0,-2 0-126 16,2 0-63-16,-2 0-81 0,0-2 19 0,-7 1 8 15,2-1-9-15,-2-4-232 0,-5 0 116 16,-1 1-443-16,-2 1 279 0,-3-1 120 0,-3 1 70 16,0 0-28-16,-2 3 40 0,-1-2-496 0,0 3 255 15</inkml:trace>
  <inkml:trace contextRef="#ctx0" brushRef="#br0" timeOffset="183750.44">17319 13241 785 0,'3'-17'0'0,"4"5"0"0,0-5 0 0,-1-2 0 0,-3-2 0 0,-1 0 125 0,0-1-50 0,0 0 75 16,-2-2-59-16,0 3-29 0,0-2 0 0,0 2 17 0,0 3-8 0,-6 2-38 16,-3 3-1-1,0 0 6-15,-1 4-5 0,-3 1 8 0,1 2 42 16,0 2-25-16,-1 2 0 0,-1 2-25 0,1 0 52 15,0 0-18-15,0 10-8 0,2 1 77 16,-3 7-51-16,4 0-26 0,-1 1 319 0,2 4-322 0,2 1-23 0,2 2 0 16,3 0-1-16,2 2 1 0,0 3 74 15,0 1-29-15,0 4-9 0,2 0 51 0,5 8-43 0,2-4-70 16,-1 1 9-16,3 10 17 0,-2-5-195 16,1 1 97-16,-1 0 50 15,-1-1 23-15,-3-8 9 0,1 2 15 0,-2-3-164 0,0-3 56 16,-2-4 45-16,-2-3-40 0,0-6 1 15,0-3 29-15,-4-2 4 0,-6-5-6 0,1-2 17 0,-2-4-29 16,-3-1-67-16,2-4 49 16,-2 0 0-16,1 0 41 0,-1-1-302 0,5-10 151 0,-2-3 67 15,6-3-394-15,3-2 238 0,2-1 120 0,0-3-272 16</inkml:trace>
  <inkml:trace contextRef="#ctx0" brushRef="#br0" timeOffset="184072.58">17697 13055 812 0,'4'-20'0'0,"-2"1"0"16,-2 3 0-16,0-2 0 0,0 1 0 0,-8 5 0 0,-4 1 0 0,0 3 238 0,-4 4-103 0,2 2-51 0,-4 0 138 15,0 2-87-15,1 0-55 0,-4 6 49 0,3 3-48 16,-3 5-24-16,2 4 0 0,6-1-16 0,-2 5-8 15,3 3 0-15,5 0 331 0,3 4-165 0,4-1-83 16,0 4-34-16,0 0-28 0,0 3 49 16,8-2-35-16,2 2 1 0,2-1-71 0,-3 0 9 15,3 1 26-15,-3-1-61 0,-1 1 30 0,-1 2 0 16,-2-2-23-16,0 0 36 0,-3-4-9 0,-2 2 26 16,0-4 1-16,0-2-140 0,-2-7 62 15,-8 2 10-15,1-2 21 0,-4-3-256 16,-1-1 129-16,0-1-465 0,-2 0 278 15,2 1 153-15,-4-2 70 0,2 7-553 0</inkml:trace>
  <inkml:trace contextRef="#ctx0" brushRef="#br0" timeOffset="184291.16">17253 14048 1635 0,'0'4'0'0,"0"2"0"0,0 2 0 0,0-1 0 0,0 3 0 0,0 3 0 0,0 0 0 0,0 3 71 0,4 2 372 0,-1 3-206 16,4-1-102-16,-2 3 86 0,1 3-98 0,-3-2-45 16,1 3-154-16,-2-3 55 0,0-3 26 0,-2 0 9 0,0-1 19 0,0-3-300 15,0-6 151-15,0-1 74 0,-2-3-177 16,-2-3 85-16,-1-4 73 0,-2 0-457 16,-1 0 236-16,2-11 124 0,0-8-239 0,1-4 174 0,-4-7 99 15,-1-8-61-15</inkml:trace>
  <inkml:trace contextRef="#ctx0" brushRef="#br0" timeOffset="184536.5">17148 13988 1012 0,'-3'-22'0'0,"1"6"0"0,2 2 0 0,0 3 0 0,0-2 0 0,2 2 0 0,7 1 0 0,8-1 431 15,5 2-200-15,5-1-99 0,1 4 310 0,4 1-204 16,0 3-95-16,-1 2 107 16,1 0-109-16,-2 7-54 0,-1 7-27 0,-3 3-69 0,-3-1 29 15,-1 7-8-15,-5-2-35 0,-4 3 29 16,-3 1-1-16,-6 1-93 0,-4 1 69 15,0 2 22-15,-11 1 0 0,-7 0-31 0,-5-2 13 0,-5 1 6 0,0-3 39 16,-4-3 0-16,-2-3-43 0,-7 1 13 16,2-8-34-16,4-5 32 0,-4 1 3 15,4-4-2-15,1-5 14 0,9 0-182 0,3 0 84 16,5-1 39-16,5-12 8 0,7 1-369 0,5-1 183 16,0-4 96-16,10 0-356 0,12 0 217 15,2 3 122-15</inkml:trace>
  <inkml:trace contextRef="#ctx0" brushRef="#br0" timeOffset="184968.43">17584 14148 777 0,'0'-2'0'0,"0"1"0"0,0-1 0 0,0-2 0 0,0 1 135 0,2-3-52 0,5-2 267 16,5 2-158-16,1 1-72 0,4 1-48 0,-1 0 114 15,2 2-77-15,0 2-38 0,1 0-66 16,-2 0 8-16,-2 6 20 0,-2 3-82 16,-1 3 41-16,-5 3 0 0,-3 0 41 0,-3 4-20 0,-1 1-8 0,0 3 27 0,-9 0 10 15,-8-3-10-15,-1 1-5 0,0-7 11 16,-6 6 28-16,6-12 76 0,-3 2-65 16,1-2-27-16,6-4-1 0,5-2 204 0,1-1-114 15,2-1-53-15,3 0-27 0,3 0 30 16,0 0-28-16,0 0 8 0,9 0-129 15,8 0 47-15,4 0 23 0,-3 2-42 0,5 4 32 0,-2 0 9 16,5 5-85-16,-9 0 54 0,2 3 28 0,-3 4-69 16,-4 1 33-16,-3 1 6 0,-3 1 0 0,-5 1 94 15,-1 1-36-15,0 1-7 0,-12-6-32 0,-7 6 170 16,-4-7-79-16,-1-3-31 0,-4-1-22 16,-2-1 38-16,-4-4-20 0,-2-4-3 0,-2-3 0 0,3-1 23 15,1 0-165-15,2 0 68 0,11-4 38 16,1-7-357-16,3-2 179 15,8-2-474-15,5 0 303 0,4 1 152 16,0 0 68-16,4 3-437 0,14-3 261 0,6 7 130 16,7 0-204-16</inkml:trace>
  <inkml:trace contextRef="#ctx0" brushRef="#br0" timeOffset="185130.99">18189 14676 2398 0,'-6'0'0'0,"6"0"0"0,0 0 0 0,0 0 0 0,0 0 0 0,0 0 268 0,-2 0-117 0,2 0-889 0,-2 0 732 0,-2 0 8 0,1 0 31 0,-1-1-571 16</inkml:trace>
  <inkml:trace contextRef="#ctx0" brushRef="#br0" timeOffset="-197328.99">10054 15245 514 0,'-7'0'0'16,"1"0"0"-16,3 2 0 0,1 0 0 0,0 0 0 0,2-2 0 0,-2 3 189 0,2-3-146 15,0 0-11-15,0 0 1 0,0 0 37 0,0 2-37 16,0 0 8-16,6-2-8 0,1 0 63 0,5 0-32 16,1 0 0-16,-1 0-31 0,2 0 45 0,1 0-9 0,0-2-36 15,0 0-1-15,2-1 12 0,-1 1-12 16,4 0 9-16,-1 0-8 0,-1 2-34 0,1 0 1 0,-1 0 33 15,0 0-1-15,-1 0-45 16,-1 0 19-16,0 0 0 0,-2 0 18 0,-1 0-79 16,1 0-12-16,-5 0 47 0,1 0 9 0,-3 0 0 15,-1 0-89-15,-3 0 51 0,1 0 18 0,-2 0 0 0,0 0-109 16,-2 0 63-16,0 0 23 0,0 0 0 0,0 0-129 16,0 0 79-16,0 0 36 15,0 0-58-15,0 0 47 0,0 0 23 0,0 4-8 0</inkml:trace>
  <inkml:trace contextRef="#ctx0" brushRef="#br0" timeOffset="-197038.64">10173 15519 1127 0,'-9'4'0'0,"3"0"0"0,1 2 0 15,-2-5 0-15,4 3 0 0,-1-2 0 0,2 0 55 0,0-2 34 0,2 4-33 0,0 0 1 0,0 0-24 0,2 0 88 16,7 4-44-16,7-2-14 0,1 1-9 16,5-2 17-1,1 2 1-15,3-3-40 0,1 0 1 0,-6-3-32 0,9 3-7 16,-5-3 38-16,-2-1 1 16,0 0-66-16,-1 2 33 0,-3-2 8 0,0 0 25 15,-5 3-47-15,-3-3 13 0,1 2 1 0,-5-1 29 0,-3-1-130 16,-2 2-32-16,0-2 66 0,0 0 26 0,-2 0-1 15,0 0-59-15,0 0 37 0,0 0 22 16,0 0-934-16,-6 0 837 0</inkml:trace>
  <inkml:trace contextRef="#ctx0" brushRef="#br0" timeOffset="-189524.59">11390 15256 141 0,'0'0'0'0,"-2"0"0"0,2 0 0 0,0 0 0 0,-1 0 148 15,-1-2-57-15,2 2-30 0,-2-3 1 0,0 3 5 16,-1-2-8-16,1 0-26 16,2 0 54-16,-1 0-27 0,-1 2 1 0,0-2-20 0,0 2 26 15,0-2 0-15,1 2-34 0,-1 0 34 16,-2 0 0-16,0 0-26 0,1 0-8 0,-2 0 22 15,0 2-1-15,-1 4-21 0,1 3 8 0,-1 1 16 16,1-1-24-16,-1 3 0 16,0-2 12-16,2 2-12 0,1-2 8 0,-3 3-9 0,3-2-7 15,-1 2 7-15,1 0 1 0,0 0 8 0,1 3 0 0,0-2-8 16,0 3-1-16,2 0 42 0,0 0-42 16,0 1 1-16,0-2 8 0,0 0 24 0,0 2 0 0,2-1-1 15,3-1-31-15,4-1 0 16,2 1 8-16,-2-1-17 0,4 0 9 0,2-4-1 15,0 2 1-15,2-4-19 0,2 1 27 16,0-1-8-16,1-2-1 0,5-2-34 0,-8 0-1 16,3-1 34-16,1-2-16 0,0-2 5 0,-1 0 8 15,1 0-10-15,-3 0 39 0,1-2-37 0,-1-3 10 0,-2-4 2 16,0 0-13-16,-4 0 7 0,2-1 0 0,-1-1 1 0,-2-2-20 16,-1 0-6-16,-1-2-25 0,-2-2 23 15,0-2 0-15,0 1-51 0,-2-3 38 16,-1-1-8-16,0 1 35 15,-3-2-36-15,1 3 0 0,-2-1 17 0,0 0 13 0,0 2-64 16,0 0 28-16,-3 3-7 0,-5-3 1 0,1 4 22 0,-5-1 2 16,3 3 23-16,-5 2-22 0,2 0-3 0,-6 3 34 15,4-3-28-15,-5 4-6 16,2 2 32-16,-2-1-19 0,1 4-5 0,-1-1-2 0,0 2-6 16,0 1 6-16,2 0 4 15,1 0-2-15,-3 0-47 0,2 0 22 0,2 0 0 16,0 4 22-16,1 1-136 0,2 0 64 15,3 0 29-15,0-2-601 0,4 1 582 0,1 2 29 0,2-3 9 0,2 4-466 16,0-2 233-16,0 0 116 0,9 3 58 16</inkml:trace>
  <inkml:trace contextRef="#ctx0" brushRef="#br0" timeOffset="-188927.08">11700 14848 659 0,'0'-9'0'15,"-4"2"0"-15,1 1 0 0,-4 0 0 0,2 1 0 0,-1 0 0 0,-1 1 0 0,2-2 167 0,-2 3-67 0,2 0-25 0,-1 0-9 0,3 1 66 16,-1-1 23-16,-1 3-62 15,1 0-30-15,-2 0 8 0,0 0 20 0,1 0-29 16,-1 3 16-16,-1 5-23 0,-1-1 0 16,0 4-14-16,1 2 68 0,0 0-38 0,-1 2 0 0,0 0-38 0,3 2 82 15,-1 2-33-15,1 2-9 0,-1-3 76 16,2 4-108-16,0-1-8 0,2 1 0 0,1-2 69 16,-1 3-66-16,0 1-3 15,2-1-1-15,0 3 8 0,0-2-9 16,0-1 10-16,0 3-8 0,0 0 0 0,0 2 0 0,0-1 0 15,0 1 8-15,0-1 0 0,0 5-8 0,2-1 0 16,0-1 32-16,-1 4-33 0,1-2 1 0,0 0 8 0,2-2 24 16,-1 0-33-16,0-2 1 0,1 2 47 15,-1-2-45-15,1-3 6 0,-2 5-8 0,1-2 21 16,-1 0 129-16,0 0-183 16,0-2 0-16,0-1 0 0,0 5 0 0,-2-4 0 0,0 1 0 15,0 1 0-15,0-5 0 0,0 6 0 0,0-3 0 16,0-1 0-16,0 2 0 0,0-2 0 0,-2-2 0 15,-4 3 0-15,3-5 0 0,-1 2 0 0,-1-2 0 16,-1-2 0-16,0-2 0 0,0-5 0 16,-1 1 0-16,0-2 0 0,-2-3 0 15,-1 2 0-15,-1-5 0 0,-1-2 0 0,-1 4 0 0,-3-4 0 16,2 0 0-16,1-3 0 0,-2 0-174 16,2 0 68-16,-1 0 47 0,1 0 15 15,2 0-145-15,0-5 81 0,2 0 24 0,-3-5 26 16,4-1-132-16,3 0 78 0,3-7 40 0,2 3 0 0,0-7-511 15,6-1 279-15</inkml:trace>
  <inkml:trace contextRef="#ctx0" brushRef="#br0" timeOffset="-184690.56">12047 15995 374 0,'0'-2'0'0,"0"-1"0"0,0 2 0 0,0-1 0 0,-2-1 0 0,2 2 0 0,0-2 0 0,0 0 70 0,0 0-37 16,0 1-1-16,0 0 45 0,0 0-14 0,-1 1-8 15,1-2-23-15,0 2 53 0,0 1-26 0,0 0 9 16,0 0 14-16,0 0-24 0,0 0 0 0,0 0-25 15,0 0 48-15,0 0-15 0,0 0-9 0,0 0-24 16,0 0 37-16,-2 0 1 0,0 0-38 0,-2 1 50 16,1 5-28-16,-3 4-1 0,2-3-19 0,-4 3-3 15,3 0 1-15,-1 0 8 0,-1 3-1 0,1 2-7 16,-2 0 26-16,1 4-27 16,0 0 1-16,-1 2 28 15,-1 3-28-15,1 2 0 0,3 1 0 0,-3 1-14 0,2-2 14 16,1 0 8-16,1 4-9 0,0-3-48 0,1-5 24 15,1 0 0-15,0 2-46 16,2-6 38-16,0-1-10 0,0-2 35 0,0-6-81 16,0 1 37-16,0-3-7 0,0-4 42 0,0 0-75 0,0-2 31 0,0-1-8 15,-3 0 10-15,3 0-7 0,-1 0 27 0,-3 0-12 0,2 0-186 16,-2 0 86-16,3 0 49 0,-1-1 14 0,0-3-272 16,2-5 151-16,0-1 71 15,0-1-234 1,2-5 152-16,3-2 78 0,7 0 30 0</inkml:trace>
  <inkml:trace contextRef="#ctx0" brushRef="#br0" timeOffset="-184422.28">12024 15967 413 0,'0'-13'42'0,"0"5"-21"16,0 2 141-16,0 0-65 0,0 5-23 0,-1-2-9 15,1 2 232-15,0 1-132 0,0 0-67 0,0 0-32 16,4 9 8-16,4 2 147 0,1 7-95 0,2 2-46 15,-1 3-24-15,1-3 105 0,2 6-68 16,-2 1-30-16,2-3 14 0,1 1-22 0,-2-1 0 0,0-2-14 0,1 5-58 16,-2-3 25-16,3-1-1 0,-5 1-9 15,2 0 0-15,-1-2 43 0,-1 0-8 0,0-2-79 16,-1 3 39-16,-1-5 3 16,1 2-101-16,-3-1 52 0,-1-3 30 0,2-3-2 0,-2-2-158 15,-2-1 78-15,1-5 47 0,-1 1-253 16,-2-5 143-16,0 2 68 0,0-1-102 15,0-2 84-15,0 0 43 0,-7-2 13 0,-1-9-323 0</inkml:trace>
  <inkml:trace contextRef="#ctx0" brushRef="#br0" timeOffset="-184210.81">11961 16238 1384 0,'-11'2'0'0,"2"3"0"0,0-1 0 0,6-1 0 0,-1-3 0 0,0 0 0 0,4 0 0 0,0 0 337 0,0 0-157 16,0 0-73-16,10 0-38 0,3 0 102 0,4 0-69 0,0 0-27 0,2 0-7 16,1 0-69-16,-1 0 1 0,1 0 32 15,0 0-215-15,1 0 116 0,-5 4 45 0,3-3-378 16,-4 5 206 0,0-4 111-16,-2 2-9 0,-3 0-395 0,3-3 230 0,-4-1 113 0,-1 0-160 15</inkml:trace>
  <inkml:trace contextRef="#ctx0" brushRef="#br0" timeOffset="-183961.51">12429 16056 1317 0,'2'0'0'0,"0"0"0"0,0 0 0 0,-2 0 0 0,0 0 0 0,0 0 0 0,0 3 216 0,0 0-92 0,-4 5-38 0,2-1-30 0,-2 4 178 16,0 2-100-16,2 3 25 15,-2 1-63-15,1 3-24 0,-3 2-8 0,3-1-31 0,-3 6-24 16,2-7 0-16,0 3 24 0,0 0-33 0,-1-1 12 16,1-1 0-16,1-3-154 0,1 0 88 0,-2-3 43 15,4-2-272-15,-3 0 146 16,2-6 50-16,1 0 43 0,0-2-307 0,-2-4 159 0,2 0 71 16,0-1-588-16,0 0 664 0,0 0 12 15,0 0 0-15</inkml:trace>
  <inkml:trace contextRef="#ctx0" brushRef="#br0" timeOffset="-183466.28">12414 16015 1882 0,'1'-4'0'0,"1"3"0"0,0-2 0 0,-2 1 0 0,0 2 0 0,2 0 0 0,0 2 0 0,0 10 0 0,4 2 0 0,1 5 145 16,1 4-60-16,-1 2-26 0,3 1 82 0,-1 4-54 15,0-2-95-15,-1-3 8 0,3 4 32 0,-4-4 1 0,1-4 0 0,2 1-39 16,-3-1 0-16,0-4 47 0,-1-2-100 16,0-2 46-16,-2-4 23 0,0 0-60 15,-1-4 41-15,-1-2-4 0,0 0-45 16,0-3 30-16,-2 0-13 0,1 0 39 0,1-3 3 0,0-11-7 16,4-6 1-16,0-3-144 15,-1-3 112-15,1-2 28 0,1-3-3 0,0-3-52 0,2 0 24 16,-2 0-1-16,2 2-21 0,-1 4 1 15,-2 6 25-15,1 1 11 0,-2 3 69 0,-1 10-35 0,0-2-5 0,-1 5-33 16,0 0 166-16,1 4-76 16,-1 1-37-16,3 0-1 0,-2 0-29 0,1 7 243 0,3 5-102 15,-2 1-63-15,-1 2-5 0,1 2 79 16,-1 2-48-16,1 1 67 0,0 1-58 16,-1 1-42-16,3 3 1 0,-3-4-33 0,2 1 38 15,0 0-1-15,2 0-29 0,-2-3-34 0,1 2-1 16,0-3 27-16,-1-2-67 15,0-1 34-15,-3-2 8 0,1-2 25 0,0-2-41 0,-1 0 0 0,-2-5 35 16,-1 0-134-16,1-4 56 0,-2 1 31 0,0-1-173 16,0 0 95-16,0 0 35 0,0 0 26 0,0 0-334 15,0 0 174-15,0 0 81 16,-3 0-732-16,1 0 778 0,0 0 37 0,2 0-7 0,0 0-773 16,0 0 765-16,0-1 15 0</inkml:trace>
  <inkml:trace contextRef="#ctx0" brushRef="#br0" timeOffset="-183065.36">13207 16194 966 0,'0'0'0'0,"0"0"0"0,0 0 0 0,0 0 0 0,0-4 0 0,0-3 0 0,0-1 0 0,0-2 140 15,0-1-58-15,0 0-25 0,-2 0 15 16,0-2 1-16,-2 1-33 0,0-1-7 0,0-1-49 16,-1 4 24-16,-1-1 0 0,-1 1-15 0,-1 0 7 0,-2 2 33 15,1 2 17-15,-3 3-17 0,0 0 0 16,1 1 0-16,-5 2 38 16,4 0-6-16,-4 9-45 0,3 4 6 0,-2 2 48 0,4 4-23 15,0 3 15-15,-1 3 52 0,5 2-42 16,1-4-22-16,3 4 58 0,1 0-40 0,0-6 8 0,2 6-47 0,0-5 80 15,0 2-40-15,4-4 1 0,5 1 6 16,0-3-40-16,5 0-7 0,-4-3 0 0,6-2-25 16,-1-3 1-16,0 1 23 0,0-4 9 15,0-3-95-15,2-1 44 0,-2-1 21 0,0-2 0 16,0 0-195-16,0 0 100 0,0-2-625 16,-2-4 672-16,0-1 0 0,0-5-4 15,0 3 18-15,-1-2-421 0,-1 0 210 0,2-1 100 0,-1 2 51 16,-2-3 25-16,2-3-171 0,-3-1 89 0</inkml:trace>
  <inkml:trace contextRef="#ctx0" brushRef="#br0" timeOffset="-182814.99">13415 16017 908 0,'0'-7'0'0,"0"1"0"0,0 3 0 0,0 0 0 0,0 2 0 0,0-1 0 0,0 2 254 0,0 0-111 0,0 0-55 0,0 0 297 16,0 0-176-16,0 6-80 0,0 6 136 15,0 5-116-15,0 2-58 0,0 5-30 0,2-2 58 16,0 2-35-16,0 4-30 16,1-6-11-16,-1 0-10 0,2 2 0 0,-2-5 8 0,-1 4-100 15,1-1 46-15,0-2 23 0,0-1-183 16,0-3 103-16,-1 1 59 0,-1-4 10 0,0-3-309 16,0-3 131-16,0-1 85 0,0-3-265 15,0-3 155-15,0 0 89 0,0 0 42 0,0 0-288 0,0-13 165 0,0-3 81 16,0-5 33-16</inkml:trace>
  <inkml:trace contextRef="#ctx0" brushRef="#br0" timeOffset="-182392.51">13362 15936 1488 0,'0'-3'0'0,"0"0"0"0,0 2 0 0,0-1 0 0,2 0 0 0,5-1 0 0,5-4 0 16,3 4 0-16,2-2 194 0,1 2-80 0,3 0-41 0,0 1 51 0,-1 2-38 0,1 0-30 0,0 0 0 0,-4 2-96 15,0 4 37-15,-1 5-1 0,0 0 0 16,-3 2 14-16,-2 0 1 0,-3 2 21 0,-3-1-144 16,-1 3 72-16,-2-1 44 0,-2 3-7 0,0-1-91 15,-4 0 50-15,-7-2-6 16,-1-3 71-16,0-1-16 0,-2-3-15 0,-1-2-13 0,0 1 174 16,2-4-74-16,0 0-38 0,1-2 176 15,2-2-101-15,4 0-37 0,0 2 32 0,4-2-34 16,0 0-22-16,2 0 9 0,0 0-29 0,5 0 0 15,13 0 0-15,-1 0-51 0,3 0-11 0,3 0 39 0,0 0-7 16,-1 0 29-16,0 1-93 0,5 9 54 16,-6 0 16-16,-5 3 2 0,3 0-73 15,-4 3 27-15,0 1 24 0,-5-1-18 0,-1 4 1 16,-5 1 9-16,-2-3 18 0,0 3 64 16,-2-2-31-16,0-1 3 0,-12 0 35 0,-1-3-32 15,-4-5 1-15,-1 0-63 0,-3-2 0 0,-6-2 42 16,4-5-292-16,-4 0 138 0,1-1 65 0,-1 0 34 15,6 0-336-15,1 0 168 0,5-2 77 0,2-8 52 16,5-2-155-16,6 2 99 0,2-6 49 0,0 2 25 16,8-4-7-16</inkml:trace>
  <inkml:trace contextRef="#ctx0" brushRef="#br0" timeOffset="-182127.05">14039 15961 525 0,'3'-7'99'0,"1"1"-50"0,-1 4-24 0,-1-2 0 0,-2 2-25 0,0 0 395 16,0 0-185-16,0 2-89 0,-3 0 98 15,-1 0-94-15,-1 6-45 16,-1 6 150-16,0 2-102 0,-2 7-48 0,1 3 52 16,0 4-49-16,0 3-26 0,-4 1 19 15,1 4-8-15,-1-1-35 0,1 1-57 16,-1 2 44-16,1-3 13 0,1 1 8 0,-1-5-8 0,1-2-142 0,3-2 71 0,0-5 36 15,1 0-1-15,1-5 44 0,3-6-161 16,-1-2 46-16,0-3-297 0,2-2 162 16,0-4 94-16,0 0 9 0,0-2-291 0,0-11 182 15,2-10 91-15,5 1 45 0,0-6-312 0</inkml:trace>
  <inkml:trace contextRef="#ctx0" brushRef="#br0" timeOffset="-181879.72">14042 15876 1134 0,'4'-8'0'0,"-1"7"0"0,1-1 0 0,-2 0 0 0,0 0 0 0,1 2 0 0,0 0 0 0,1 0 249 0,1 0-108 0,1 6-54 0,3 3 296 15,1 4-168 1,1 2 105-16,-2 4-144 0,5 2-72 16,-5 3-35-16,0 1 0 0,3 1 23 0,-3 2-33 0,0 0 0 0,1 2-76 15,-1-1 25-15,0 5 0 0,-1-5-151 16,0 1 84-16,-1 0 46 0,-2-1 23 0,1-3-122 15,0 0 73-15,-2-3 44 0,0-3-386 0,-3-3 185 16,1-5 63-16,0-3 54 0,0-3 2 0,-2-1-273 16,0-5 163-16,0 0 77 0,-9 0 38 0,-3 0-310 15,-1-5 175-15</inkml:trace>
  <inkml:trace contextRef="#ctx0" brushRef="#br0" timeOffset="-181720.12">13931 16209 551 0,'2'2'112'0,"0"-1"-56"16,4 4 573-16,5 0-522 0,-2-3-37 0,5 1 8 16,0 1-45-16,5-2 179 0,4 2-89 0,-5-3-45 15,7-1-23-15,0 0 8 0,1 0 117 16,-6 0-73-16,3 0-37 0,-2 0-407 0,-5 0 186 16,2 0 100-16,-4 2-684 0</inkml:trace>
  <inkml:trace contextRef="#ctx0" brushRef="#br0" timeOffset="-180880.22">12115 15915 453 0,'-6'-1'0'0,"1"-1"0"0,1-3 0 0,-1 2 0 0,-1-2 0 0,0-3 0 0,2 1 113 0,-1-4-40 15,3-1 0-15,0 3-11 0,2-5-7 0,0 1-23 0,0 0 1 16,0 0 24-16,0-2 0 0,4 1-16 0,5 0-8 15,1-1 23-15,1-2 0 0,3-2-23 0,4 2 66 16,-1 1-25-16,5-5-8 0,1 2 29 16,3-1-32-16,2-1 1 0,6-2-31 0,-6 5 39 0,10-7-9 15,-3 4-30-15,3 1-1 16,2 1 58-16,-1 1-28 0,-2 5 7 0,11 1-36 16,-4 4 25-16,0 3 0 0,1 1-26 0,-3 3 23 15,0 1-14-15,7 0-8 0,-2 0-1 0,-2 0 71 16,0 7-36-16,0 1 1 0,-5 0 29 0,7 2-36 15,-4-1 0-15,-2 3-29 0,0-4 40 0,-2 7-39 16,-2-5 8-16,-1 6 22 0,-3-1 0 0,-3 3-30 16,-1 0 0-16,-3 1 24 0,-2 4 8 0,-2 0-32 15,1-1 60-15,-4 1-31 0,0-2 1 16,-2 1-30-16,-3-5 42 0,2 2-9 16,-1-4-33-16,-2 0 0 0,-4-4 138 0,2-1-171 15,-2-3 0-15,-2-1 0 0,-2-2 0 0,-1-1 0 16,-2-3 0-16,0 1 0 0,-1-1 0 0,-1 0 0 15,0 0 0-15,0 0 0 0,0 0 0 0,0 0 0 16,0-1-167-16,0-6 91 0,-1-3 44 0,-3-1 7 16,2-4-812-16,0 2 402 0,2 1 193 0</inkml:trace>
  <inkml:trace contextRef="#ctx0" brushRef="#br0" timeOffset="-179752.33">14547 15443 626 0,'-4'0'0'0,"3"0"0"0,-1 0 0 0,2 0 0 0,0 0 0 0,-2 0 0 0,2 0 33 0,0 0 163 0,2 0-82 15,9 0-40-15,6 1-1 0,0 2 204 16,9 0-127-16,-2-1-58 0,5 0 196 0,1-2-128 16,2 0-64-16,0 0-23 0,1 0 67 0,-1 0-54 15,0 0-26-15,-2 0 86 0,0 0-57 0,-5 0-19 16,3-2-9-16,-1 0-68 0,-5 2 1 15,-2-3 39-15,1 3-145 0,-3-1 81 0,-4 1 27 16,-3 0 1-16,-1-2-310 0,-4 2 164 0,-3-1 82 0,-1 1-426 16,0 0 233-1,0 0 114-15,-2-4 56 0,0 3-137 0,-6 1 97 0</inkml:trace>
  <inkml:trace contextRef="#ctx0" brushRef="#br0" timeOffset="-179522.94">14885 15044 1320 0,'-5'0'0'0,"1"0"0"0,2 2 0 0,-1 2 0 0,-3 4 0 0,3 2 0 0,0 8 207 0,1 4-87 0,2 3-44 0,0 5 207 16,0 6-125-16,0 4-55 0,2 9-39 0,2 2 43 15,0 2-37-15,0 1 0 0,-1 1-29 0,1-1-8 16,0-4 0-16,-1-1-1 0,1-5-27 0,2-6 0 15,0 1 36-15,-1-3-8 0,1-3-446 0,-1-3 221 16,1-3 60-16,0-5-375 0,-1-3 216 0,1-2 133 16,-1-2 63-16</inkml:trace>
  <inkml:trace contextRef="#ctx0" brushRef="#br0" timeOffset="-178754.68">15795 15288 762 0,'-4'-7'0'0,"-1"1"0"0,-4 2 0 0,0 1 0 0,0-1 0 0,-1 2 0 15,-3 1 0-15,1-2 110 0,-4 3-30 0,3 0 113 0,0 0-80 0,-2 3-40 0,0 7 0 16,0 3-3-16,0 5 8 0,-2 3-45 16,3 3 0-16,2 1 30 0,0 2 1 15,3 1-31-15,0 0 42 0,3 3-8 0,3-1-35 16,1-2 1-16,2 2 56 0,0-2-29 0,0-4 9 16,9 6-2-16,4-5 0 0,4-2-34 0,1-3 0 15,7-1-7-15,3-5 15 0,4-2-9 0,2-3 1 16,3-5-26-16,1-2 1 0,0-2 24 0,-3 0-76 15,1 0 35-15,-4-6 17 0,-2-7 1 16,-4 0-115-16,-1-3 62 0,-7-1 17 0,1-7-45 16,-3 1 29-16,-4 0 21 0,-3-3-23 0,-2-2 64 15,-4 3-36-15,-3-5 8 0,0 2-12 16,0 0 57-16,-8 2-24 0,-3-3 0 0,-3 5 48 16,-5-1-31-16,-2 3-7 0,-1 3-1 0,-1 3-50 15,-2 6 33-15,3 2 14 0,-3 5-81 0,1 1 34 16,0 2 0-16,1 0 31 0,0 0-74 0,5 5 29 15,-1 5 11-15,2-2 1 0,4 1-23 0,4-4 8 16,3 1-1-16,1-2-76 0,2 1 41 0,3-1 27 16,0 0-1-16,0-1-286 0,8 2 155 15,1-4 69-15,2 2-307 0</inkml:trace>
  <inkml:trace contextRef="#ctx0" brushRef="#br0" timeOffset="-178322.97">16016 14941 774 0,'-2'-19'0'0,"-7"2"0"0,1 0 0 0,-3 0 0 0,0 2 0 0,-3 4 0 0,2 2 0 0,-2 4 0 0,1 2 0 0,1 1 169 0,-2 2-68 0,3 0-34 15,-3 2 111-15,3 9-77 0,-1 2-35 0,0 4 1 16,1 2 98-16,-1 4-67 0,5-3-24 0,-2 7 59 15,3 1-51-15,2 0-24 0,0 2 0 0,2-1 127 16,0 2-69-16,2-1-45 0,0 2 122 16,0 2-80-16,0-1-40 0,0 2-1 15,0 1 57-15,2 7-52 0,3-4-22 0,-4 2-1 16,3 4 11-16,-2-4-1 0,2 0-23 0,-1 4-8 16,1-5 29-16,-1-4-30 0,1 4 1 0,-2-3 11 15,3-1-3-15,-4 1-9 0,1 1-19 0,0-2 20 16,0 1 0-16,-2-1 0 0,0-1-59 0,0 1 26 15,0-2-6-15,-6 0 38 0,-2-4-90 0,-1-1 40 16,0-3 16-16,-5 0-63 0,1-4 33 0,3-4 20 16,-6-1-16-16,1-5 3 15,0-1 5-15,-1-3-1 0,-2-4-155 0,1-3 81 16,-1-1 31-16,2 0 24 0,0 0-327 0,-2-1 171 16,4-6 82-16,-2-1 41 0,4-1-348 0,1-1 195 15,1 4 88-15,1-1-327 0,3-1 217 0,4 1 107 16</inkml:trace>
  <inkml:trace contextRef="#ctx0" brushRef="#br0" timeOffset="-177066.72">16308 16049 500 0,'0'0'0'0,"0"-2"0"0,0 0 0 0,0-2 0 0,0 1 0 0,0-2 0 0,0 1 0 0,0-2 0 0,0 0 132 0,0 0-50 16,0 0-24-16,2 3 8 0,-1-1 70 0,1 1-51 15,0 1-27-15,-2-1 90 0,0 2-58 0,0 1-20 16,0 0 60-16,0 1-49 0,0 13-24 0,0 7 0 15,0 1 37-15,-7 6-22 0,-1 4-9 0,-2 2-30 16,1 1 60-16,-3 1-30 16,2 1 0-16,0-2-22 0,0-1 16 0,1-3-25 15,0 0 1-15,-1-1-45 0,3-4 22 0,0-4 8 16,1-1-127-16,1-4 71 0,0-4 35 0,1-3 6 16,1-3-122-16,3-3 51 0,-2-2 38 0,0-2-10 15,2 0-325-15,0-2 143 0,0-11 86 0,0-8 56 16,0-2-335-16</inkml:trace>
  <inkml:trace contextRef="#ctx0" brushRef="#br0" timeOffset="-176837.3">16268 15974 874 0,'0'-7'0'0,"0"1"0"0,1 1 0 0,1 4 0 0,0 0 0 0,3 1 188 15,-2 0-78-15,3 2-38 0,1 10 281 0,2 3-165 16,3 3-77-16,-1 4-39 0,3 0 86 0,-2 3-63 15,1 0-23-15,1 5-8 0,0-3 58 0,0 4-45 16,-1-2-22-16,-1 2-68 0,0-2 31 16,-1-1-8-16,-1 1-154 0,0-2 88 15,-3 0 45-15,-2-3 21 0,2-1-266 0,-2-1 106 16,-3-1 82-16,0-1-10 0,0-4-142 0,-2-5 57 16,0 1 57-16,0-3 40 0,0-3-261 0,-8-3 147 15,-7-3 74-15</inkml:trace>
  <inkml:trace contextRef="#ctx0" brushRef="#br0" timeOffset="-176678.72">16266 16312 1593 0,'-7'-2'0'0,"1"-1"0"0,2 3 0 0,3 0 0 0,-1 0 0 0,2 0 0 0,0 0 0 0,0-1 0 0,2-1 0 0,9 0 186 0,-1 0-77 0,4 2-38 15,3-1-95-15,0 1 28 0,1 0 8 0,3 0 21 16,0 0-201-16,-1 0 100 0,3 0 51 0,0 3-514 15,-4-1 276-15</inkml:trace>
  <inkml:trace contextRef="#ctx0" brushRef="#br0" timeOffset="-176103.12">16621 16180 1222 0,'2'0'0'0,"0"0"0"0,0 0 0 0,0 0 0 0,-1 0 0 0,-1 3 0 0,0 4 0 0,2 4 226 16,-2 5-97-16,2 0-48 0,-2 3 261 0,0 2-146 15,0 0-86-15,0 7 26 0,0-4-52 0,0-3-25 16,0 2-1-16,0-2-81 0,0-1 24 0,0 0 0 16,0-3-268-16,0-6 149 15,0-2 76-15,0-3 45 0,0-2-446 0,0-3 225 16,0-1 36-16,0 0 82 0,0-3-244 0,0-14 148 16,0-2 85-16,-2-8 40 0,-3 1-137 0,-1-6 87 15,-2-2 45-15,1 0-9 0,-1 3 85 0,1-1 0 16,-3 5 0-16,1-2 0 0,4 9 0 15,-3-3 0-15,0 4 112 0,4 1-67 0,1 8-39 0,1 0 0 16,2 1 407-16,0 2-205 0,0 2-53 0,5-3-69 16,9 1 243-16,4 2-148 15,9 1-74-15,-4 0 64 0,7 3-73 0,-2-1-32 16,2 2 53-16,-4 0-42 0,-4 0-23 0,1 7 9 16,-2 2-100-16,-6 6 35 0,-2-3 0 15,-4 4 35-15,-3 4-134 0,-4-1 76 0,-2 1 24 0,0 1 1 16,-6 3-88-16,-5-6 55 0,-2-1-10 0,-2-1 33 15,-1-3-11-15,0-2 18 0,1-1 59 16,0-4-31-16,1-3-9 0,3 1-25 16,1-2 201-16,1-2-91 0,4 0-29 0,3 0-29 15,0 0 181-15,2 0-99 0,0 0-47 0,2 0-46 16,12 0 1-16,0 0 0 0,5 0 8 0,0 0-40 16,0 1-1-16,2 3 33 15,-1 4-47-15,-1 2 23 0,-3-1 9 0,2 4 14 0,-6 2-107 0,-2 1 31 16,-2 2 32-16,-5-1 0 0,-1 2-55 0,-2-1 20 15,0-1 24-15,-7-2-1 0,-7 0 4 0,0-4 16 16,-2 1-13-16,-2-3-59 0,-1-3 32 0,-1-4-1 16,-1 1 34-16,0-3-104 15,1 0 44-15,1 0 24 0,-1-3-256 0,4-5 135 16,2-5 68-16,5-2 33 0,4-4-314 0,5 0 178 16,0-5 85-16</inkml:trace>
  <inkml:trace contextRef="#ctx0" brushRef="#br0" timeOffset="-175878.31">17053 16108 1609 0,'7'3'0'0,"0"-1"0"0,-1 4 0 0,-3 0 0 0,2 1 0 0,-3 2 0 0,-2 2 307 0,0 5-129 0,0 0-77 16,0 2 214-16,0 7-141 0,0-2-70 0,0 3-36 15,2-3 267-15,-1 9-156 0,3-7-73 0,0 3-132 16,1-1 30-16,-1 2-1 0,-1-7 38 15,0 4-359-15,1-3 176 0,-2 0 87 0,0-7-433 16,-2-3 223-16,0-1 143 0,0-4-34 16,0-5-329-16,0-1 227 0,-4-2 112 0,-4 0 57 15,2-12-116-15,-1-9 90 0</inkml:trace>
  <inkml:trace contextRef="#ctx0" brushRef="#br0" timeOffset="-175643.94">16991 16013 952 0,'2'-8'0'0,"3"5"0"0,2-1 0 0,5 3 0 0,1-1 0 0,0 0 0 0,4 2 0 0,-1 0 348 16,5 0-158-16,6 0-79 0,-6 5 154 0,1 1-108 15,-1 3-67-15,1 1-28 0,-3 3-20 0,2-2-9 16,-6 2 0-16,-2 0 8 0,-2 1-43 0,-5 0 0 16,-2 2 35-16,-4 1-69 0,0-1 34 0,-4 2 9 15,-13 0 25-15,-1-3-40 0,-2 1 0 0,-2-6 11 16,-3 0-79-16,3-3 32 0,-6 1 9 0,2-4 0 15,6-1-213-15,-1-3 118 0,9 0 59 16,1 0 16-16,2 0-309 0,8 0 165 0,1-2 84 0,0-5-123 16,10-5 103-16</inkml:trace>
  <inkml:trace contextRef="#ctx0" brushRef="#br0" timeOffset="-175414.55">17507 16043 1077 0,'0'0'0'0,"0"0"0"0,0 0 0 0,0 0 0 0,-4 0 0 0,-5 0 0 0,2 6 415 0,-1 5-191 0,2 2-96 0,-1 4-39 15,-3 6 232-15,3 1-143 0,-3 4-73 0,3 3 23 16,-2 0-47-16,-1 5-16 0,1-2-8 0,-2 3-58 16,-5 4 1-16,3-3 32 0,2-7-170 0,0 4 93 15,0-5 35-15,2-7 21 0,2-1-300 0,2-6 159 16,3-3 20-16,-2-6 62 0,4-3-460 0,-2-2 237 15,2-2 119-15,0-2-242 0,0-16 173 0,2-6 98 16</inkml:trace>
  <inkml:trace contextRef="#ctx0" brushRef="#br0" timeOffset="-175186.16">17464 16051 875 0,'2'-6'0'0,"-1"2"0"0,3 2 0 0,0 1 0 0,0-1 0 0,0-1 0 0,1 3 271 0,3 0-120 0,1 5-58 15,1 4 341-15,-1 6-200 0,0 2-93 0,5 5-58 16,-3 5 226-16,2 1-138 16,-2 2-69-16,2 2-35 0,-1 2 23 0,1 0-32 15,0-2-1-15,0 1-144 0,0-3 59 0,0 0 31 16,0-1-84-16,1-3 53 0,-5-2 31 0,0 0-1 16,-3-4-292-16,0-2 157 0,-2-5 16 0,-3-3-17 15,1-2-283-15,-2-5 192 0,0-3 96 0,-3 0-285 16,-7 0 182-16,-5-2 104 15</inkml:trace>
  <inkml:trace contextRef="#ctx0" brushRef="#br0" timeOffset="-175029.42">17404 16393 1290 0,'-9'0'0'0,"5"0"0"0,0 0 0 0,1 0 0 0,3 0 0 0,0 0 0 0,0 2 123 15,7 0-45-15,4 2-22 0,4-3 398 0,0 1-210 16,4 1-98-16,1 0-61 15,3-2 123-15,3-1-88 0,-8 0-43 0,3 0-407 0,2 0 190 0,0 0 82 16,-3 0 46-16,-1 0-697 16</inkml:trace>
  <inkml:trace contextRef="#ctx0" brushRef="#br0" timeOffset="-174309.9">16441 15873 589 0,'0'-1'0'0,"-2"-4"0"0,-3 1 0 0,0 0 0 0,-1-1 0 0,1-1 0 0,-2-3 0 0,1 1 206 0,3-4-90 16,1-2-42-16,2-1-21 0,0-3 70 0,0-5-45 16,2 2-15-16,7-6 14 0,5 1-22 0,4 0 0 15,1-3 38-15,4 1-30 0,4 0 8 0,-1 2-39 16,4 1 59-16,0 5-29 0,1 0 0 0,2 2-29 16,-1 6 62-16,2 2-34 0,-2 4-1 0,1 5-27 15,1 1 39-15,-2 0 1 0,3 11-32 0,-3 6 2 16,0 4-10-16,1 6 0 0,-3 4 0 15,-2 2 56-15,-6-2-20 0,6 5-8 0,-5-1 30 16,-2-9-29-16,-1 4-1 0,-3-4-28 16,-2-4 20-16,4 4-20 0,-10-9-1 0,3 1 1 15,-5-3-31-15,-1-6 0 0,-1 1 39 0,-3-3-8 16,0-3-51-16,0-2 25 0,-2-2 0 0,0 0-15 16,0 0 12-16,0 0-6 0,-4 0-46 0,-5-2 33 15,0-4 6-15,-1-5 1 0,3 4-444 0,-3-4 221 16,5 2 86-16,-1 2 62 15,0-1-586-15</inkml:trace>
  <inkml:trace contextRef="#ctx0" brushRef="#br0" timeOffset="-173370.08">17879 15495 430 0,'-13'0'0'0,"4"2"0"0,1 0 0 0,0 1 0 0,4 2 0 0,3-3 338 15,-1 5-153-15,2-4-67 0,0 3 246 0,2 2-165 16,13-3-83-16,7-1 267 0,3-2-175 0,5-2-79 0,2 0-53 16,1 0 95-16,3 0-70 0,2-2-34 0,-1-7 0 15,1 1 101-15,-1-1-72 0,-1 1-32 0,-2 1 1 16,-4 1-62-16,1 0 0 0,-8 3 38 15,2 1-8-15,-4 0-182 0,-3-2 91 0,-3 2 46 0,-2 1 22 16,-3-1-378-16,-2 1 191 16,-3-3 44-16,-1 2-189 0,-3 1 117 0,1-1 86 15,-2 0-337-15,0-4 215 0,0 1 104 0,-2-2 52 16,-7 1-292-16</inkml:trace>
  <inkml:trace contextRef="#ctx0" brushRef="#br0" timeOffset="-173150.58">18191 15155 1086 0,'-10'-11'0'0,"4"4"0"0,1 1 0 0,1 4 0 0,3 0 0 0,-5 2 0 0,4 0 0 0,-1 10 180 0,3 7-74 0,0 6-37 0,0 6 230 16,0 3-133-16,3 5-58 0,5 10 57 16,-5-1-66-16,3 0-33 0,-3 1 0 0,-1 1 43 0,2-6-29 15,-2 12-9-15,0-8-38 0,0-3-109 0,0-8 54 16,0 1 28-16,1-10 8 0,-1 1-316 0,0-6 168 15,0-1 83-15,0-6-397 0,1-6 185 16,1 0 83-16,1-4 78 0,4-3-114 16,0-1 92-16</inkml:trace>
  <inkml:trace contextRef="#ctx0" brushRef="#br0" timeOffset="-172683.77">18782 15418 781 0,'0'-9'0'0,"0"4"0"0,0 2 0 0,0 0 0 0,-1-2 0 0,-3 1 147 0,-1 3-50 0,-4-1-35 0,2 0-1 16,2 2 131-16,-5 0-79 0,2 0-41 0,-1 4 45 15,0 7-46-15,-1 4 0 0,1 5-38 0,3 4 42 16,1-1-14-16,1 5-7 0,3 1 67 0,1 1-44 15,0-3-22-15,1 1 0 16,8-6 70-16,8 5-51 0,0-5-20 0,4-3 0 16,1 0 19-16,3-4-40 0,3-5 8 0,0 1-36 15,2-4-1-15,2-5 29 0,0-2 0 0,0 0-101 16,2 0 58-16,-3-7 18 0,1-6-139 0,-2 0 67 16,-3-3 42-16,-1-4 0 0,-3 0-135 0,-3-2 62 15,-3-1 44-15,-2-1-3 0,-1 0-17 16,-7-1 5-16,0 5-7 0,-5-8 3 0,0 3 34 0,-2 0 3 15,0-4 0-15,-6 0-28 16,-6 1 20-16,-4-2 9 0,0 2 23 0,-3 2-24 16,-4 5 0-16,1 2 0 0,-1 6 62 0,-7 2-23 15,2 6 1-15,-2 4-30 0,2 1 36 0,-3 0-12 16,1 13-7-16,0 3-1 0,2-2 60 0,3 5-25 16,0 0 1-16,0 2-62 0,8-5-2 0,-1 3 42 15,2-2-188-15,5 2 83 0,4-2 42 0,3-2 15 16,4-2-299-16,0 0 158 0,0-1 74 15</inkml:trace>
  <inkml:trace contextRef="#ctx0" brushRef="#br0" timeOffset="-172284.25">19089 14798 638 0,'-14'-19'0'0,"5"6"0"0,-2 2 0 0,-5 1 0 0,4 5 0 0,-6 2 312 0,4 0-131 0,-2 3-79 0,2 0 83 15,0 0-76-15,1 10-39 0,1 1 1 0,0 4 155 16,1 8-101-16,1 0-46 0,1 8 94 0,1 3-70 16,3 7-35-16,1-4 8 0,2 13 87 0,1-4-65 15,1 6-33-15,0-1 1 0,0 4 70 0,0 1-43 16,0 11-34-16,0-8 26 0,1 5-4 15,1-1-24-15,4-1 0 0,-1-8-16 16,1 6-8-16,-1-2-1 0,3-2-74 0,-2-1 37 16,-1-4 0-16,-1-6 46 0,-1 7-133 0,-1-7 63 15,0-10 20-15,-2 4-1 0,0-3-72 0,0-4 49 16,-5-1-2-16,-6-5-35 0,-3-5 23 0,1-2 0 16,-2-4 16-16,-3-2-24 15,-2-4 14-15,0-1-1 0,1-6-153 0,-2 0 83 0,3-2 36 0,1 0 14 16,2 0-205-16,0-4 118 0,4-4 57 15,1 1 30-15,4 0-329 0,1-1 171 16,3 0 98-16,2-1-365 0</inkml:trace>
  <inkml:trace contextRef="#ctx0" brushRef="#br0" timeOffset="-170850.68">19299 16163 631 0,'0'0'0'0,"0"0"0"0,0 0 0 0,0 0 0 0,-2 0 0 0,2 0 0 0,0 0 0 0,0 0 109 0,0 0-43 0,0 0 139 16,0 0-86-16,0 0-44 0,0 0 143 0,0 0-84 16,0 0-55-16,2 0-23 0,0 5-1 0,2 5 65 15,-3 3-44-15,1 7-14 16,0 2-7-16,-2 2 132 0,0 3-77 0,0-1-38 0,0 0 37 15,0-3-30-15,0 8-7 0,0-11-78 16,0 8 1-16,0-6 38 0,0 1 0 0,0-2-141 0,0-3 67 16,0-3 37-16,-2-4-1 0,2-1-96 0,0-5 40 15,0 0 47-15,0-4-32 0,0-1-419 0,0 0 190 16,0-11 121-16,2-10-292 0,4-5 212 16,-3-2 100-16,-1-3 50 0</inkml:trace>
  <inkml:trace contextRef="#ctx0" brushRef="#br0" timeOffset="-170450.78">19278 16143 1115 0,'-11'-9'0'0,"5"1"0"0,0 4 0 0,3 2 0 0,1 1 0 0,0-1 0 0,2 2 0 0,0-2 95 0,9 0-31 15,10 0 9-15,6 2 156 0,1-3-99 0,2 3-48 0,-2 0 25 16,2 0-37-16,-5 3 8 0,2 3-45 0,-2 3-34 16,-5-1 1-1,-1 3 33-15,-2 1-142 0,-3 0 80 0,-1 2 26 0,-8 2 1 0,-1 0-109 16,0 2 70-16,-2 1 36 0,-2 1-14 0,-9-2-58 15,-1-2 19-15,-2 0 106 16,-4-4-32-16,2 0-1 0,-1-4-43 0,0-3 14 0,0-2 80 16,2-3-37-16,5 2-13 0,-1-2 1 15,6 0 190-15,-1 0-99 0,5 0-24 0,1 0 68 16,0-2-58-16,0-1-31 0,11-1 8 0,3 0-104 0,5 2 32 16,0 1 1-16,3 1 33 0,1 0 0 15,0 0-60-15,3 3 26 0,-9 7-22 0,4 1 15 16,-5 4 0-16,-2 0-50 15,-3 0 31-15,-1 4 0 0,-7-3 0 0,-1 4 15 16,-2-2 12-16,0-2 1 0,-3 2-13 0,-9-1 95 0,-1-4-39 16,-4 1-18-16,0-3 0 0,-4-2 14 15,0-1-28-15,1-3 7 0,-3-1-8 0,2-2-175 0,1-2 85 16,-1 0 43-16,2 0 22 0,5 0-167 0,5 0 86 16,-3-2 26-16,6-6-324 0,4 1 172 0,2-3 98 15,0 3-272-15,10-3 181 0</inkml:trace>
  <inkml:trace contextRef="#ctx0" brushRef="#br0" timeOffset="-170143.44">20020 16279 638 0,'5'-16'0'0,"-3"2"0"0,0-1 0 0,-2 3 0 0,0-3 0 0,0 2 60 0,-7 2 8 0,-2-2-35 0,0 5 181 15,-5 0-90-15,1 4-46 16,0 3-22-16,-4 1 134 0,-2 0-82 0,-4 3-38 16,3 13 0-16,-3 2 86 0,2 5-61 0,1 2 158 15,1 6-115-15,5-2-52 0,0 2-27 0,5-1 84 16,2-2-56-16,4-4-18 0,3 9-9 0,0-9 134 0,0-2-80 16,8-3-41-16,5 0 0 0,2-2-39 0,4-4-1 15,1-4-1-15,5-2 1 0,-1-2-159 16,2-4 80-16,-3-1 47 0,5 0-295 15,-3 0 150-15,-2-6 85 0,-3-1-1 0,-1-2-178 16,-1 0 59-16,-2 1 81 0,-6-2-327 0,1 5 196 16,-2-3 98-16,-2 3 49 0,-3 0-389 0</inkml:trace>
  <inkml:trace contextRef="#ctx0" brushRef="#br0" timeOffset="-169859.54">20351 16113 787 0,'0'0'0'0,"0"0"0"0,-2 0 0 0,-2 0 0 0,-2 0 0 0,2 0 0 0,-1 0 469 0,-1 0-219 0,3 4-108 0,-3 7-55 16,3 1 228-16,-4 0-133 0,2 5-78 0,-1 0 94 15,3 4-82-15,-3-1-42 0,-2 5-20 0,3-4-34 16,-3 5-7-16,1-2 19 0,0-1-32 15,-2 0-1-15,2 3 34 0,0-6 8 16,-3 3-156-16,4-3 74 0,-1-1 36 0,2-2 1 16,-1-2-199-16,1-5 71 0,0-3 66 0,2-1-295 15,1-4 164-15,2 1 82 0,-2-3-104 0,2 0-84 16,0-3 139-16,0-7 66 0,0-3-279 0</inkml:trace>
  <inkml:trace contextRef="#ctx0" brushRef="#br0" timeOffset="-169158.27">20294 16117 283 0,'0'-2'0'0,"0"0"0"0,0 2 0 0,-1-2 0 0,1-1 252 0,0 3-110 16,-2 0-54-16,2-1-20 0,0 1-8 0,0 0 120 15,0 0-74-15,0 0 63 0,0 0-68 0,3 10-26 16,5 1-8-16,2 2 4 0,-3 2-38 0,2 2-1 0,0 4 1 16,1 0 61-16,1 2-35 0,-2 1 0 15,1 0-55-15,-1-3 29 0,-1 1 0 0,2-2 8 16,-3 0-8-16,0 1-42 15,1-4 21-15,-1 0-14 0,-1-1 35 0,-2-7 8 16,1 0-8-16,-1-1-3 0,-2-4 0 0,0-2-13 16,-1-1 11-16,1-1-16 0,2 0 45 0,2-11-4 0,0-10 65 15,3-1-42-15,0-4-21 0,1-5 8 16,3 0-66-16,2-6 0 0,2-1 36 0,-2 6 0 16,-2-2-108-16,2 0 62 0,-2 4 19 0,-2 2-174 15,-1 5 94-15,-3 2 38 16,-1 5 28-16,-1 3-150 0,-1 3 79 0,-1 2 14 0,-1 5-343 15,-1 1 188-15,1 2 85 0,0 0 55 16,-2 3-371-16,0 11 209 0,0 0 104 0</inkml:trace>
  <inkml:trace contextRef="#ctx0" brushRef="#br0" timeOffset="-168890.98">20771 16095 1523 0,'0'0'0'0,"0"0"0"0,0 0 0 0,0 0 0 0,0 0 0 0,0 3 0 0,0 4 0 0,0 3 0 0,0 3 402 0,0 4-188 16,0 0-91-16,0 4-45 0,3 5 120 0,-1-2-82 16,-1-1-86-16,1 5 3 0,0-5 0 0,0 1 0 15,-2 0-1-15,0 1-44 16,0-3 31-16,0-1-9 0,0 0-194 0,0-5 109 15,-4-1 53-15,1-7 28 0,-2-1-446 0,5-3 217 0,-4-2 53 16,2-2 72-16,-1 0-304 0,3-10 185 16,0-6-224-16,0-7 208 0,0-5 101 15</inkml:trace>
  <inkml:trace contextRef="#ctx0" brushRef="#br0" timeOffset="-168529.95">20726 16083 785 0,'0'-13'0'0,"-1"3"0"0,1 4 0 0,0-1 0 0,0 1 0 0,0-4 271 0,5 4-119 0,9-4-59 15,6 0-31-15,-1 3 117 0,7-2-77 0,-2 1-35 0,1 4 124 16,-4 3-80-16,1 1-39 0,-2 0 8 16,0 0-114-16,-3 4 33 0,-3 6-93 0,-5 4 64 15,0 1 31-15,-6 2 8 0,-1 3 24 0,-2 3-71 16,-3 2 36-16,-11-3 0 0,-1 2 41 0,0-5-14 0,-5 2-37 16,1-2 22-1,3-6 41-15,-2-1-22 0,1-1-12 0,2-4 166 16,5 0-78-16,-1-1-42 0,6-2-3 0,1-1 127 15,2-3-77-15,2 0-30 0,0 1-9 0,2-1-49 0,9 1 11 16,6-1 0-16,0 2-26 0,4 1 8 16,1-2 18-16,0 3-1 0,1 2 1 0,0 1-66 15,-5 0 33-15,-1 4-91 0,1 1 57 0,-7-1 10 16,-2 5 22-16,-4-2-45 0,-3 1 15 0,-2 0 2 16,0 2-1-16,-2-2 114 0,-12 0-42 0,-6 0-6 15,-1-3-37-15,-6-1 31 0,-1-4-1 16,-4-1-106-16,0-1-136 0,-2-2 106 15,-1-3 54-15,-2 0-240 0,2 0 141 0,-3 0 53 16,3-6 39-16,-2-6-527 0,-4-4 278 0,11-2 130 16</inkml:trace>
  <inkml:trace contextRef="#ctx0" brushRef="#br0" timeOffset="-168004.42">19821 15974 509 0,'-11'0'0'0,"1"0"0"0,0 0 0 0,-1 0 0 0,1 0 0 0,-1 0 79 15,1 0-15-15,0 0 70 0,3-2-51 0,1-6-25 16,0-1 0-16,3-2-25 0,1-3 43 0,2-1-8 16,0-1 12-16,0-2-24 15,0 2 1-15,0-3-24 0,7-2 8 0,9 0 58 0,-2-3-33 0,7 1 1 16,2 2 6-16,3-4-1 15,4 1-31-15,10-3 48 0,-3 5-28 0,2 0 0 16,1 6-28-16,1 3 61 0,-7 3-23 0,5 3-7 0,1 3-2 16,-2 2 0-16,-1 2-29 0,-3 0 0 15,-1 12 93-15,-1 3-50 0,-2 6-22 0,-1 0 0 16,-3 6 137-16,-1 1-79 0,-1 3-32 0,-4-1 58 16,1 1-52-16,-3 0-27 0,-2-4 0 15,0 0-23-15,-5-6 5 0,-1-1-9 0,0-3 1 16,-4-7-14-16,-1 1 14 0,1-6 0 0,-4 0-41 15,-1-4 17-15,1-1-1 0,-2 0 25 0,0 0-87 16,0 0 43-16,0-6 9 0,-2-5-7 16,-3-2-406-16,0 2 191 0,-3-2 108 0,2-1 30 0,0 5-662 15,1 3 363-15</inkml:trace>
  <inkml:trace contextRef="#ctx0" brushRef="#br0" timeOffset="-157306.9">12536 17308 390 0,'0'0'0'0,"0"0"0"0,-2 0 0 0,0-3 0 0,2 0 0 0,-2-1 0 0,0-1 68 0,1 0-8 0,-1 2-27 16,2-3 31-16,0-3-31 0,0 3-1 0,-2 0 9 15,2-3 23-15,0 1 0 0,0 1-31 0,0-1-1 16,0 1 38-16,0-1 8 15,-2 3-18-15,-1-3 1 0,2-2-28 0,-1 3-1 0,-4 0 1 0,3-2-25 16,-5-1 25-16,3 1-1 0,-5-2-25 16,3 3 26-16,-2-1-1 0,-2 3-2 15,1 0 2-15,0 2 1 0,-3 2 11 16,0 2-14-16,0 0 2 0,-2 0 8 16,-3 10-10-16,2 0-1 0,-3 10 1 0,2-2 51 0,2 2-23 15,2-2 8-15,-2 6-34 0,4 1 1 0,2 4 28 16,0-1 0-16,4 0-28 0,1 2 41 0,3 2-2 0,1-2 1 15,0 0-41-15,0 0 40 16,0-4-1-16,5-3-30 0,5 1-8 0,3-4 4 0,0-1-4 16,2-1-1-16,0-4-49 0,2 0 33 15,0-5-8-15,0-2 25 0,-2-1-67 0,2-2 31 16,-2-2-1-16,-4-2 22 0,4 0-27 0,-4 0 4 16,0 0 0-16,-2 0-7 0,2-2-166 0,-2 0 76 15,-2-4 50-15,1 1-346 0,-1-3 184 0,2 0 84 16,-1 3-323-16,2-1 202 0,-1-4 113 0,2 3 53 15</inkml:trace>
  <inkml:trace contextRef="#ctx0" brushRef="#br0" timeOffset="-157095.22">12613 17311 1144 0,'0'-7'0'0,"0"2"0"0,0 4 0 0,0-1 0 0,0-1 0 0,0 3 0 0,0 0 0 0,0 0 0 0,2 9 196 0,4 6-86 0,-1 1-39 0,0 2 174 15,3 5-106-15,-2 2-53 0,0-2-21 0,1 4-8 16,-2 0-25-16,1 0 1 0,-3-7-167 0,4 3 83 16,-2-3 50-16,-1 1 12 15,0-2-263-15,-1-5 142 0,-1-2 31 0,0-4 48 16,0-1-230-16,-2-5 124 0,0-2 1 0,0 0-172 16,0-6 138-16,0-11 68 0,0-5-127 0</inkml:trace>
  <inkml:trace contextRef="#ctx0" brushRef="#br0" timeOffset="-156698.09">12592 17204 1008 0,'-9'-11'0'0,"3"4"0"0,2 1 0 0,2 4 0 0,0-2 0 0,2 2 0 0,0-2 0 0,4-2 0 0,12 2 242 0,0-3-105 16,7 2-44-16,3-1-34 0,1 3 57 0,-1 1-42 16,0 0-20-16,-5 2-83 0,3 0 40 0,-3 2-9 15,-3 7 31-15,-2 2-74 0,-5 2 37 0,-4 5 1 16,-3-2-85-16,-3 4 56 0,-1 5 14 0,-1-2 21 15,-12 3-75-15,-3-2 39 0,0-4-11 0,-5 1 2 16,1-3 115-16,3-7-39 0,-4 2-10 0,1-1 116 16,2-5-62-16,4-2-37 15,4-1-4-15,2-2 59 0,5-2-20 0,1 2-27 16,2-2 104-16,0 0-65 0,9 0-27 0,10 0-1 16,4 0-64-16,1 0 36 0,-1 0 9 0,5 0-8 15,0 0-26-15,-3 1 26 0,1 11-1 0,-2 0-26 16,-5 0 9-16,-2 4 18 0,0 1-1 0,-6 1-1 15,-3 0-9-15,-5 1 9 0,-1 2 49 0,-2 0-29 16,0-1-3-16,-15 3-18 16,-2-4 71-16,0-6-26 0,-8 2-8 0,2-3-35 15,-2-7-35-15,-1-2-1 0,1-3 36 0,3 0-250 16,-2 0 117-16,1 0 63 0,2-1 25 0,4-6-443 16,4-1 206-16,4-2 80 0,5 1-129 0,2-4 133 15,2 4 67-15,2-3 33 0,13 3-369 0,2 4 192 16</inkml:trace>
  <inkml:trace contextRef="#ctx0" brushRef="#br0" timeOffset="-156458.74">13304 17685 1427 0,'-5'0'0'0,"3"0"0"0,0 0 0 0,0 0 0 0,-3 0 0 0,2 0 0 0,-1 0 0 0,1 0 95 0,-3 1-31 0,1 5-1 16,-1 4-22-16,-2 0-155 0,-1 2 73 0,0 2-144 16,-3 2 110-16,1-1 53 0,2 1 36 0,-3-2-9 15,5-1-479-15</inkml:trace>
  <inkml:trace contextRef="#ctx0" brushRef="#br0" timeOffset="-156121.01">13522 17181 756 0,'0'2'0'0,"0"2"0"0,0 2 0 0,0 2 0 0,0 0 0 0,0 3 275 0,0 5-120 16,0 0-54-16,3 2 213 0,5 5-140 0,-2 3-71 15,1-4-35-15,-1 4 14 0,-1-1-17 0,1 6-7 16,-2 0-148-16,-2-1 61 0,0 2 31 15,-2-1 0-15,0 3-165 0,0-3 94 0,0-1 50 16,0-8 26-16,0-3-208 0,0-6 104 16,-2-4-22-16,0-5-180 0,-2-4 134 0,2 0 66 15,0-10 33-15,0-13-155 0,1-4 86 0,-3-6 56 16,-3-8-93-16</inkml:trace>
  <inkml:trace contextRef="#ctx0" brushRef="#br0" timeOffset="-155747.72">13463 17193 1014 0,'-3'-19'0'0,"-1"7"0"0,2 4 0 0,2 1 0 0,0 1 0 0,0 3 0 0,2 0 0 0,11-3 0 0,4 2 268 0,8-2-118 0,-3 0-58 16,1 3 56-16,8-1-62 0,-2 3-26 0,-1 1-1 15,0 0-159-15,-3 1 66 0,-7 6 42 0,1 5-9 16,-1 0-85-16,-8 2 60 0,0 2 29 0,-7 0-194 16,-3 5 67-16,0 4 65 0,-3-3-46 0,-10 1 44 15,-5-1-14-15,2-3 15 0,-7 1 226 0,2-3-96 16,7-6-51-16,-4 0-24 0,4 0 341 0,6-6-165 15,0-2-51-15,3-1 78 0,3-2-71 0,2 3-47 16,0-3-24-16,4 1 44 16,11-1-38-16,3 0 0 0,5 2-62 0,0 0 33 15,-3 3 0-15,3 2 8 0,0 1-106 0,-3 2 49 16,1 4-113-16,-4-1 81 0,-4 3 28 0,-1 0-15 16,-7 5 46-16,-3 1-1 0,-2 1-25 15,0-1 84-15,-10 0-43 0,-3-4 0 0,-8 5-38 16,1-4 9-16,-3-4-15 0,-1 0 132 15,-1-3-47-15,3-5-27 0,-6 0-149 0,7-2 59 16,0-5 43-16,5 0-361 0,5 0 177 16,4 0 89-16,4-14-410 0,3-5 240 15,3-1 119-15,15-5-118 0,10-7 119 0,-6 3 51 0</inkml:trace>
  <inkml:trace contextRef="#ctx0" brushRef="#br0" timeOffset="-155536.41">14129 17161 1397 0,'7'-7'0'0,"-1"4"0"0,-3 1 0 0,-1 0 0 0,0 1 0 0,-2 1 0 0,0 0 244 0,0 3-110 0,-6 13-51 0,-1 5 243 15,0 1-147-15,-3 6-73 0,2 4 36 16,-1 2-59-16,0 1-25 0,-1 9 0 0,1-5-169 16,-2 3 71-16,1-6 45 0,1 10-143 0,2-10 85 15,-1 0 43-15,2-3 21 0,2-8-409 0,1-5 188 0,1-3 110 16,0-5-352-16,0-5 209 0,0-4 105 0,1-3 53 0,-1 0-193 31,2-6 126-31,0-10 60 0,-2-10-181 0</inkml:trace>
  <inkml:trace contextRef="#ctx0" brushRef="#br0" timeOffset="-155339.37">14070 17048 1300 0,'6'-10'0'0,"1"7"0"0,3 1 0 0,-2 2 0 0,1 0 0 0,0 4 0 0,1 9 417 0,1 6-192 15,2 5-96-15,2 8-40 0,0 8 105 0,0 1-80 0,1 4 60 16,0 0-70-16,1 2-36 0,-4-5 9 0,6 8-209 16,-2-5 82-16,0-5 42 0,-4-5-645 15,0-2 648-15,-2-6 9 0,0 0 29 0,-3-8-822 16,-2-10 757-16,-3 2 0 0,1-6-197 16,-4-3 90-16,0 0 58 0,0-2 23 15,-9 0-296-15</inkml:trace>
  <inkml:trace contextRef="#ctx0" brushRef="#br0" timeOffset="-155180.65">14037 17425 1207 0,'0'2'0'0,"-2"2"0"0,0-2 0 0,2 1 0 0,0 1 0 0,0-4 0 0,2 1 528 16,9-1-252-16,6 0-121 0,1 1-62 0,3-1 237 15,0 0-149-15,1 0-66 0,-3 0-46 0,0 0-296 16,0 0 130-16,-4 0 65 0,0 0 33 0,-4 0-321 15,2 0 172-15</inkml:trace>
  <inkml:trace contextRef="#ctx0" brushRef="#br0" timeOffset="-144498.96">16487 17016 154 0,'0'-7'0'0,"0"-1"0"0,0-1 0 0,0-1 0 0,0 2 0 0,0-1 0 0,0 2 0 0,0 1 58 0,0 1-36 15,0 1-5-15,0 2 118 0,0 1-51 0,0-2-25 16,0 1 99-16,0 2-54 0,0-2-40 0,0 2 0 16,0 0 89-16,0 0-61 0,0 0-29 0,0 0 7 15,0 0 9-15,0 0-24 0,0 0 0 0,0 0 10 16,0 0-1-16,-2 14-23 0,1 9-9 0,-5 6 69 16,1 5-34-16,-4 9 0 15,-1-1 14-15,2-2-16 0,-3 8-8 0,-1-7-24 16,2 0 40-16,-1 1 0 15,1-9-41-15,0 5 9 0,1-4-8 0,3-4-72 16,1-4 35-16,1-5 1 0,0-1 36 0,2-5 8 16,2-2-8-16,-1-3-181 0,1-5 88 0,0 0 23 0,0-4-261 0,0-1 133 15,0 0 79-15,0 0 11 0,0 0-186 16,0-8 114 0,0-10 49-16,0-6 37 0,1-2-120 0,1-5 74 0,2 0 37 15,0 0-162-15,-1-2 91 0,-1-1 34 0,1 0 37 16,-3 2 1-16,0-2 36 0,0 2 33 0,0 5 29 15,0-5-35-15,0 9 1 0,0 0-28 0,0 5 228 16,0 2-125-16,0 5-60 0,2 2-17 0,-1 2 374 0,1 1-153 16,4 2-102-16,3 2 114 0,1 0-89 0,3-1-56 15,-1 3-24-15,6 0 198 0,-2 3-110 0,5 11-57 16,-2-2 164-16,3 7-114 16,-1 0-52-16,2 3-27 0,0 5 66 0,-3 1-46 15,2 4-15-15,-1-1-8 0,1 7 8 0,-6-5-31 16,3 0-1-16,-5 0-26 0,1 1 7 0,-1-2 20 15,-3-5 0-15,0-2-129 0,-3-4 65 0,1 1 32 16,-4-6-260-16,-1-5 134 0,1-3 41 16,-4-3 43-16,1 0-382 0,0-5 195 0,-2 0 90 0,0 0 56 15,0-2-265-15,-5-14 156 0,-6 0 80 0</inkml:trace>
  <inkml:trace contextRef="#ctx0" brushRef="#br0" timeOffset="-144320.44">16471 17335 780 0,'-9'10'0'0,"1"-3"0"0,6 2 0 0,-2-3 0 0,2-3 0 0,2 3 190 16,0-1-79-16,0-1-39 0,2 1 280 15,7-2-164-15,7 3-78 0,0-2-38 0,5-2 158 0,0 1-99 16,-1-1-40-16,3 0-34 16,0-2-141-16,-1 0 58 0,0 0 30 0,-1 0-386 15,2 0 203-15,-3-2 106 0,-1 0 53 0,0-1-248 16,0 1 78-16</inkml:trace>
  <inkml:trace contextRef="#ctx0" brushRef="#br0" timeOffset="-144116.25">17002 17133 1941 0,'2'2'0'0,"-1"1"0"0,1 5 0 0,0 4 0 0,-2 0 0 0,0 9 0 0,0 1 0 0,0 5 0 0,-2 1 0 0,0 3 216 0,1 0-91 15,1 2-46-15,0 2 31 0,0-2-38 0,0-1 8 16,0 2-152-16,0-2 52 0,3-2 27 0,4-3 0 16,0-7-359-16,-3-6 201 0,-1-2 88 15,1-4 47-15,-1-6-536 0,-1-2 212 0,0-2 155 16,-2-19-187-16</inkml:trace>
  <inkml:trace contextRef="#ctx0" brushRef="#br0" timeOffset="-143734.94">16956 17054 899 0,'0'-11'0'0,"0"3"0"0,0 3 0 0,0 2 0 0,2-1 0 0,6 1 0 0,7 1 320 16,6-1-144-16,0-2-63 0,7 4 34 0,-3 0-57 15,4 1-29-15,-3 0 1 0,2 1-16 0,-7 8-5 16,6 6-9-16,-11-5 1 16,0 9-141-16,-4-1 71 0,-4 2 34 0,-7 5-116 15,-1 4 71-15,0-3 41 0,-7 3-1 0,-7-1-78 16,-5-1 48-16,-2-5-19 0,-1-3 162 0,-1-4-65 15,4-3-25-15,-3-3-11 0,3-3 99 0,1-2-43 16,7-3-30-16,2-1 11 0,4 0 175 0,1 0-72 16,1 0-47-16,3 0 29 0,3 0-47 0,8-1-23 15,7-2 0-15,7-2-79 0,-2 3 37 16,9 2-9-16,-4 0-14 0,0 0 21 16,2 13 0-16,-3 3 21 0,-4 6-15 0,-2 2-8 15,-3 1 23-15,-6 1-36 0,-4-1-1 0,-4 1-1 16,-4-4 4-16,0 0 115 0,-4 3-48 0,-13-6-21 15,-4-3 0-15,-3-1 167 0,-6-3-82 0,0-3-52 16,-6-3-94-16,2-2 24 0,1-4 1 0,1 0 23 16,5 0-383-16,-3-6 183 0,6-7 98 15,5-6 39-15,6-3-302 0,5-2 137 16,8-1 33-16,0-5-492 0,8 1 311 0</inkml:trace>
  <inkml:trace contextRef="#ctx0" brushRef="#br0" timeOffset="-142846.18">19843 17065 933 0,'-5'-6'0'0,"3"5"0"0,0-1 0 0,2 0 0 0,-2 2 0 0,2-3 0 0,0 3 0 0,0 0 0 0,0 0 172 0,0 3-69 0,0 8-36 15,2 2 59-15,0 4-47 0,3 4-15 0,-1 7-8 16,1 0 84-16,-4 2-54 0,1 2-27 0,0 2 1 15,0 0 20-15,0 1-9 0,0 1-38 0,-1-1-103 16,1 0 51-16,2 0 26 0,1-3-200 0,-1-1 109 16,2-2 58-16,0-8 7 0,-3 1-297 15,1-3 135-15,-2-8 80 0,0-1 7 16,0-7-77-16,-2-1 69 0,0-2 34 0,0 0 1 16,-4-13-111-16,-5-12 77 0</inkml:trace>
  <inkml:trace contextRef="#ctx0" brushRef="#br0" timeOffset="-142421.28">19779 17023 726 0,'-3'-11'0'0,"-1"1"0"0,2 7 0 0,2 1 0 0,0 0 0 0,0 1 0 0,0 1 0 0,9 0 196 16,7-2-81-16,2 0-41 0,7 0 84 0,-2 0-62 16,-1 0-24-16,7 0-8 0,-4 2-63 0,0 0-1 15,-6 4 33-15,1 5 0 0,-3 4-39 0,-2 1 16 16,-2 1-1-16,-5 4-88 0,-3 5 56 0,-3-2 35 15,-2 7-7-15,0-1-97 0,-7 0 55 0,-6 0-6 16,-1-3 3-16,2-4 6 0,-4-1 1 0,-2-3 2 16,2-4 81-16,0-4-30 0,2-5 0 0,3-3-26 15,0 1 40-15,0-2 0 0,3 0-36 0,3 0 113 16,1-2-51-16,2 1-12 16,2-4 76-16,0-2-50 0,0 3-26 0,4-2 0 15,9 2-23-15,2-1 21 0,3 4-10 0,3-1-3 16,0 2-23-16,1 0 0 0,5 2 23 0,-8 10 8 15,-1-1-34-15,1 4 25 0,-3 2-11 0,-4 1-22 16,-4 4-12-16,-3-1 44 0,-3 6 24 0,-2-2 0 16,0-1-35-16,-9-2 4 15,-6 1 73-15,-2-6-27 0,-6 3-1 0,1-6-38 0,-2-3 4 16,-3-4-2-16,-1-3 0 0,5-2-132 16,0-2 62-16,0 0 34 0,0 0 0 0,4-6-113 15,4-4 60-15,4 0 43 0,3-3-7 0,5-1-375 16,3 1 160-16,0-2 105 0,0 2-248 0,10 1 165 15,4 2 94-15,5 0 43 0</inkml:trace>
  <inkml:trace contextRef="#ctx0" brushRef="#br0" timeOffset="-142104.62">20583 17237 1020 0,'0'-15'0'0,"0"2"0"0,0 2 0 0,0-4 0 0,0 0 0 0,-5 2 0 0,-2-1 0 0,-3 2 0 0,0-1 217 0,-1 2-92 16,1-1-46-16,-4 3 46 0,1 1-38 0,-4 2-31 16,0 5 0-16,-2 1 11 0,0 0-34 0,-5 3 0 15,2 12 31-15,-3 6-8 0,0 4-23 0,4 3 0 16,-4 9 83-16,4-1-42 0,8-4-12 0,-1 4 122 15,9-1-76-15,3-2-37 0,2 2 0 0,2-5-39 16,12 0 131-16,4-5-70 0,5-3-30 16,3-3 6-16,2-3-1 0,4-3-35 0,0-3-80 0,2-2 36 15,0-2 22-15,1-6-1 16,1 0-400-16,-4 0 211 0,-2-3 80 0,-2-5 7 16,0-5-665-16</inkml:trace>
  <inkml:trace contextRef="#ctx0" brushRef="#br0" timeOffset="-125940.13">19862 18079 1153 0,'-1'0'0'0,"1"0"0"0,0 0 0 0,0 0 0 0,3 0 0 0,10 0 0 0,4 0 0 0,6 0 0 0,2 0 131 0,-3 0-41 0,6 0 57 0,-4 0-57 15,-1 0-29-15,1 0 0 0,-3 0-38 0,-2 0 18 16,-3 0-9-16,0 0 1 16,-3 0-30-16,-3 2 0 0,1 0 30 0,-4-1-140 15,-2 2 65-15,-1-3 38 0,2 0-1 0,-4 0-349 16,2 0 179-16,-2-10 48 0,-1-5-334 0</inkml:trace>
  <inkml:trace contextRef="#ctx0" brushRef="#br0" timeOffset="-125607.39">20086 17831 1375 0,'0'2'0'0,"0"1"0"0,0 3 0 0,0 5 0 0,0-1 0 0,0 3 0 0,0 3 0 0,0 3 0 0,0 2 133 0,0 7-50 15,1-1-25-15,1 1 95 0,5 2-60 0,-2 1-22 16,2 1-106-16,-1-3 34 0,-1 3 0 0,-1-2 34 16,1 4-209-16,-4-7 113 0,1 4 44 0,-2-5 26 15,0-3-254-15,0 0 130 0,-2-2 18 0,-6-3-41 16,-1-3 15-16,-2-4 46 16,-3-4 21-16,2-2 16 0,-4-5 9 0,2 0-8 15,-2 0 72-15,3-12-32 0,1-3 0 0,0-4-32 16,3 1 72-16,1-2-31 0,2 4-9 0,2-1 1 15,3 5 202-15,1 2-104 0,0-3-32 0,0 7 148 16,0 0-86-16,1 3-53 0,5-1-6 0,4 0 13 16,1 2-16-16,3 0-9 0,-2 2-86 0,3-1 30 15,2 1 1-15,0 0 31 0,2 0-395 0,2-2 190 16,0 2 83-16,-3-3 55 16</inkml:trace>
  <inkml:trace contextRef="#ctx0" brushRef="#br0" timeOffset="-125209.6">20507 17820 1265 0,'0'-4'0'0,"0"-2"0"0,0 4 0 0,-2 2 0 0,-10 0 0 0,1 0 0 0,0 4 0 0,-3 10 94 16,0 1-30-16,-3 0-1 0,0 1-65 0,-2 4 13 15,0-1 0-15,3 1 22 0,-4 0-85 0,8-5 42 16,-6 0 29-16,7-2-61 0,0 1 31 0,5-7 1 15,1 0 31-15,1-1 52 0,2 1-20 0,2-2-36 16,0 3 36-16,0-1 0 0,2 2-52 0,5 1 13 16,1 0 83-16,2 2-29 0,-1 2-1 0,-2 4-39 15,1 0 14-15,-4 5-10 0,-1 6 9 16,1-6-91-16,-2 1 41 0,-2 4 18 16,0-8 0-16,0 1-128 0,0 0 67 0,0-3 20 15,-6-2-49-15,1-7 30 0,-2-2 26 0,0-1-10 16,-2-5-26-16,2-1 11 0,0 0 0 0,-2 0 0 15,4-5 78-15,-1-3-11 0,5 0-44 0,-1-3 127 16,2 4-56-16,0-1-23 0,0 0 0 0,7 1 133 16,6 0-75-16,4 0-20 0,2-1-25 15,0 1 63-15,7-3-36 0,-5 4 2 0,4-3-60 16,-5 2 43-16,1 1-13 0,0-2-1 16,-5 7-260-16,-2-3 126 0,-2 2 59 0,-1 1-477 15,-1-4 250-15,-4 5 92 0</inkml:trace>
  <inkml:trace contextRef="#ctx0" brushRef="#br0" timeOffset="-125030.09">20422 18079 1104 0,'-7'0'0'0,"1"0"0"0,3 0 0 0,1 0 0 0,2 0 0 0,0 0 0 0,2 2 167 16,7 0-66-16,7-2-27 0,3 0 113 0,6 0-78 15,-2 0-38-15,-2 0 0 0,4-2 56 0,-4 0-39 16,-1-1-32-16,-1 1-256 0,-1-2 117 0,-8 3 58 15,1 0 28-15,-2 1-356 0,-4 0 189 0,-1 0 68 16,-2 0-397-16,-2 0 211 0,0 0 125 0</inkml:trace>
  <inkml:trace contextRef="#ctx0" brushRef="#br0" timeOffset="-124839.59">20569 17874 476 0,'-8'-5'0'0,"2"3"0"0,1 2 0 0,-1 0 0 0,1 7 0 0,1 9 398 0,0 5-182 0,4 5-92 0,0 0-45 15,0 2 141-15,4 3-85 0,7 2-56 0,4-4 227 16,2 0-136-16,2 1-69 0,1-4-34 0,1-2 11 16,2 1-9-16,-2-5-36 0,-1-3-99 0,-3-3 50 15,-1-1 32-15,-2-2-8 16,-5-3-201-16,0-3 113 0,-5-1 56 0,1-3 28 16,-4 2-430-16,-1-3 208 0,0 0 52 0,-10 0-94 15,-2 0 114-15</inkml:trace>
  <inkml:trace contextRef="#ctx0" brushRef="#br0" timeOffset="-124685.01">20477 18344 1555 0,'-6'7'0'0,"3"0"0"0,1 0 0 0,2 1 0 0,0 0 0 0,0 2 0 0,0-3 0 0,2 1 0 0,5 1 300 0,0-3-134 15,2 3-67-15,3-4-32 0,-1 0-237 0,3 0 98 16,-2-2 52-16,3-2-226 0,1-1 139 0,-2 0 70 15</inkml:trace>
  <inkml:trace contextRef="#ctx0" brushRef="#br0" timeOffset="-124512.47">20815 17885 1400 0,'2'-2'0'0,"1"1"0"0,-1 1 0 0,0 0 0 0,0 0 0 0,-1 0 0 0,-1 0 0 0,2 1 324 0,0 6-150 0,0-2-70 0,1 3-194 16,0-1 62-16,3 2 30 0,-1-1 9 0,-1 2-191 16,1-3 106-16,-1 2 53 0,-1 1-642 0</inkml:trace>
  <inkml:trace contextRef="#ctx0" brushRef="#br0" timeOffset="-124397.73">20848 17993 823 0,'0'3'0'0,"0"1"0"0,0 2 0 0,0-3 0 0,0 3 0 0,2-2 0 0,2 1 0 0,1 3 0 0,2 0 0 0,0 1-245 0</inkml:trace>
  <inkml:trace contextRef="#ctx0" brushRef="#br0" timeOffset="-124273.07">20882 18347 941 0,'0'8'0'0,"0"-5"0"0,0 2 0 0,0-5 0 0,-2 2 0 0,2-2 0 0,0 0 201 0,0 0-77 15,2-9-49-15,9-5 35 0,1-1-39 0,3-9 1 16,2 1-146-16,-3-3 62 0,6-4 18 0,-4-1 0 16</inkml:trace>
  <inkml:trace contextRef="#ctx0" brushRef="#br0" timeOffset="-124114.49">21261 17645 1374 0,'5'-5'0'0,"0"2"0"0,-1 2 0 0,0 1 0 0,-3 0 0 0,1 0 0 0,0 0 0 0,0 6 191 0,0 1-70 0,-2 5-49 0,0-3 48 16,0 7-44-16,0 0-21 0,0 0-114 0,0 2-189 15,-4-1 136-15,-1-3 73 16,-1 1-254-16,-6-2 164 0</inkml:trace>
  <inkml:trace contextRef="#ctx0" brushRef="#br0" timeOffset="-123988.32">21153 17810 1169 0,'-7'-2'0'16,"0"2"0"-16,3 0 0 0,3 0 0 0,-1 0 0 0,2 0 0 0,0 0 0 0,0 0 0 0,2 4 318 0,5 2-143 0,5 2-71 0,1 1 8 0,0-2-31 0,2 0-8 15,2 2-40-15,0-6-421 0,0 1 210 16,1-2 106-16,-2-2-559 0</inkml:trace>
  <inkml:trace contextRef="#ctx0" brushRef="#br0" timeOffset="-123719.04">21452 17723 1074 0,'3'-5'0'0,"-1"2"0"0,0 0 0 0,-2 3 0 0,0 0 0 0,-7 5 0 0,-5 5 0 0,-3 8 239 0,-2 0-103 0,-1 6-43 0,-3-3-34 15,-2 4-2-15,0 0-24 16,3-1-63-16,-4 0 32 0,1-1 8 16,0-3 23-16,3-1-1 0,-3 0-59 0,4-2 29 0,4-2 129 15,0 1-41-15,2-2-33 16,4 1 1-16,4 2 143 0,0-2-85 0,1 2-41 0,4 1 33 15,0 2-42-15,0 1 1 0,0-1-35 0,2 2 1 0,3-2-40 16,0 4 48-16,1-4-270 0,-3 3 131 16,3-1 65-16,-1-3-459 15,-1-3 250-15,1-3 103 0,0-5 68 0,-1 0-391 0,-1-4 215 16,1-4 107-16,-2 0-361 16,0-6 435-16,-1-8 9 0,-1-6 57 15</inkml:trace>
  <inkml:trace contextRef="#ctx0" brushRef="#br0" timeOffset="-123193.32">21119 18074 1376 0,'-3'-23'0'0,"1"2"0"0,2 7 0 0,0 2 0 0,0 2 0 0,0 3 0 0,9 1 63 0,5 3-9 0,5 1-21 16,6 2 0-16,0 0 98 0,-2 0-48 0,2 0-18 15,7 0 38-15,-6 0-36 16,-5 0 1-16,3 0-36 0,-3 0-27 0,-2 0-9 16,-4 2 37-16,-3-2 0 0,-3 0-1 0,-2 0 36 15,-3 0-27-15,-1 0-8 0,-1 0 0 0,1 0 63 16,-3 2-31-16,0-1 0 15,0 3 126-15,0 4-83 0,0 1-37 0,0 2-1 0,0 4 32 16,0 2-34-16,2 2 8 0,-1 7-8 0,3-1 0 16,0 6-35-16,1 2-55 0,2 8 28 0,0-7-119 15,0 13 68-15,0-4 40 0,1 0-1 0,-3 0-338 16,3-2 357-16,-4-7 13 0,0 5-36 16,-1-7 22-16,-1-10-37 0,0 2-61 0,0-6 6 15,-2-5 27-15,0-3-97 0,0-6 59 16,-6-4 29-16,-3 0 0 0,-5 0-124 0,2-11 68 0,-6-11 47 0,2 2-259 15,-3-8 149-15,-4-6 74 0,-1-2-281 16,-2-4 169-16,-2-6 97 0,-8-8 45 0,8 10-107 16,-2 0 75-16,7 14 38 0,4 5-2 15,1 2 8-15,2 6 32 0,7 8 33 0,4 2 245 0,-1 2-139 16,6 2-77-16,0 1-27 0,2 2 314 16,13-2-174-16,2-2-33 0,6 2-60 0,-3 1 222 15,10-1-124-15,-4 0-117 0,-1 2 2 16,-4 0 1-16,-3 0 0 0,1 7 8 0,-8 4-126 15,-2 0 58-15,-4-1 31 16,-5 5-143-16,0 3 85 0,-7-2 22 0,-11 2 24 16,-3-2-13-16,-2 1 0 0,-3-2 22 0,1-1-34 15,4-4 201-15,-4 0-86 0,7-3-47 0,4-1 321 0,3-1-169 16,6 0-63-16,0-4-34 0,5 2 55 0,3-1-56 16,15-2-30-16,8 0 0 0,6 0-18 0,8-5-326 15,0-5 159-15,-1-1 79 0,-5 3 40 0,3-3-897 16</inkml:trace>
  <inkml:trace contextRef="#ctx0" brushRef="#br0" timeOffset="-121707.29">21814 15316 1121 0,'-6'-1'0'0,"2"-1"0"0,4 0 0 0,-1 2 0 0,1 0 0 0,0 0 0 0,0 0 0 0,0 0 308 0,0 0-130 15,1 0-76-15,9 0-35 0,5 0 130 0,1 0-81 16,4 2-42-16,1 0 27 0,-3 2-38 0,3-3 0 16,-2 1-30-16,-1-2-22 0,1 1 22 0,-2-1 8 15,-2 0-131-15,-4 0 62 16,1 0 30-16,-3 0 0 0,2 0-260 0,-4 0 134 16,3-1 36-16,-2-2 49 0,-3-1-465 0,-1 0 236 15,-3 2 117-15,1 0-128 0</inkml:trace>
  <inkml:trace contextRef="#ctx0" brushRef="#br0" timeOffset="-121520.76">21887 15595 1166 0,'0'4'0'0,"0"2"0"0,0-1 0 0,0-3 0 0,0-1 0 0,0-1 0 0,0 0 262 0,0 0-114 0,0 0-58 15,11 0 333-15,5 0-187 0,-2 0-106 0,4 0-48 16,0 0 120-16,3 0-85 0,-3 0-34 0,1 0-212 15,0 0 81-15,-2 0 40 0,0 0 0 0,-1 0-173 16,2 0 116-16,-4 0 44 0,4 0-612 0,-4 2 322 16,2 2 76-16</inkml:trace>
  <inkml:trace contextRef="#ctx0" brushRef="#br0" timeOffset="-121040.3">22676 15269 969 0,'-6'-11'0'0,"3"2"0"0,-1-1 0 0,-2 3 0 0,1 0 0 0,-1 1 0 0,-7 0 0 0,6 5 275 0,-3-1-121 15,0 2-53-15,-2 0 61 0,0 0-65 0,1 13-31 16,0 2-1-16,-1 3 16 0,3 1-16 0,0 8-8 15,2-3 24-15,4 2-24 0,1 2-1 0,2 1-23 16,0 0 100-16,0-1-54 0,7 3-24 0,5-3 1 16,1-2 11-16,6-1-1 15,-1-2-25-15,5-3-41 0,0-1 1 0,3-3 32 16,1-4-1-16,1-3-60 0,-4-5 38 0,8-1-8 16,-2-3 0-16,-2 0-9 0,0-1 38 0,0-8-42 15,1-7-25-15,-3-4 10 0,1-3 1 0,-4-1 9 16,-2-4-93-16,-2 0 46 0,-4-3 29 0,-1 2-71 15,-7-5 47-15,-4 6 13 0,-1-3 0 0,-2 0-24 16,0 1 16-16,-3-1-9 0,-10 1 35 0,-3 4-15 16,-3 1 11-16,1 9-19 15,-7-4 71-15,1 7-28 0,-3 6 0 0,2 4-15 16,-2 0 108-16,3 3-51 0,-4 0-24 0,3 6 53 16,2 6-36-16,1 1-10 0,1 2 0 0,5 0 23 15,-1 2-41-15,-1 5 17 0,6-3-199 0,1-2 89 16,-1 4 44-16,4-1 18 0,3-1-128 0,3 0 60 15,2-1 40-15,0-3-5 0,2-1-313 0,5-5 164 16</inkml:trace>
  <inkml:trace contextRef="#ctx0" brushRef="#br0" timeOffset="-120669.14">23017 14807 925 0,'0'-25'0'0,"0"6"0"0,-7 0 0 0,-2 2 0 0,-5 1 0 0,2 6 0 0,-3 2 172 0,0 2-62 15,-3 5-42-15,4-2 187 0,-2 3-111 0,2 0-56 16,1 10-27-16,-1 4 147 0,1 6-92 0,3 4-41 16,1 2 70-16,0 7-57 0,2 0-27 0,0 5 8 15,4 7 79-15,1-2-58 0,2 2-29 0,0 2 1 16,0 0 6-16,0 3 7 0,2 4-42 0,3-2 37 15,3 3-1-15,0-2-36 0,-1 4 0 16,0 0-18-16,2-1-9 0,-2-1 27 16,-4-3-75-16,3-1 38 0,-4-1-1 0,0-6 46 15,-2 8-87-15,0-4 36 0,0-2 2 0,-8-3 1 16,-1-4-18-16,-5-2 38 0,0-3-31 0,-3-5 16 16,0-2-2-16,-2-8 9 0,3-4-9 0,-3-4-150 15,1-4 70-15,4-6 39 0,-2-1-339 0,5 0 176 16,4 0 76-16,-2-5 54 0,2-6-389 0,7-2 216 15,0-4 110-15,0-2 54 16,5-1-393-16</inkml:trace>
  <inkml:trace contextRef="#ctx0" brushRef="#br0" timeOffset="-120316.08">23141 15726 1174 0,'10'2'0'0,"0"2"0"0,0 3 0 0,-3 1 0 0,-2 2 0 0,-3 3 0 0,0 5 252 16,0 0-102-16,-2 7-63 0,0 1 262 0,0 1-159 0,0-2-78 16,0 2 25-16,-4-4-44 15,-3 7-34-15,-1-12-51 0,-1 4-1 0,-1-4 26 0,0-3 13 16,1-2-5-16,0-1-8 0,2-6 0 16,-1 1-1-16,0-3 54 0,5-3-27 0,-1 1 8 15,2-1 110-15,2-1-72 0,0 0-36 0,0 3 0 0,0-1-15 16,4 2-13-16,9-2-8 0,6-1 0 15,4 1 43-15,0 1-22 0,2-3 1 0,-1 1-15 0,7 1-38 16,-3-1-1-16,-7 2 32 0,7-1-118 16,-8 1 59-16,1 1 37 0,0 0-8 15,-6-2-173-15,-3 0 92 0,-2 1 22 0,-2-1 31 16,-3-2-104-16,-3 0 60 0,0 0 6 0,0 0 21 16,-2 0 2-16,0 0 13 0,0 0-28 0,-4-4 14 15,-2-3 2-15,1-4 7 16,1 1-553-16,3 1 277 0</inkml:trace>
  <inkml:trace contextRef="#ctx0" brushRef="#br0" timeOffset="-116187.29">23726 15174 563 0,'0'-4'0'0,"0"2"0"0,0 0 0 0,0 2 0 0,0-1 0 0,0 1 0 0,0 0 54 0,0 0 1 15,0 0-14-15,0 0 99 0,0 0-53 0,0 0-27 16,0 1 71-16,0 7-49 0,0 1-16 0,0 3-9 16,1-1 132-16,2 2-78 0,-1 0-39 0,2 2-1 15,-1 0 118-15,-1 2-82 0,1 1-37 0,-1 5 166 16,0 1-101-16,0 4-51 15,-2 4-18-15,0 2 53 0,0 3-43 0,0 4-22 16,-2 0 85-16,-2-7-53 0,1 1-18 0,-1-1-9 16,3-1-65-16,1-6 0 0,0-6 39 0,0 1 0 15,0-1-99-15,0-4 46 0,0-3 26 0,0-4-193 16,0-2 94-16,0-2 58 0,0-1-1 0,-2-1-142 16,0-2 53-16,0-2 56 0,-2 0-274 0,-2 0 155 15,1 0 70-15,-1-6 46 0,1-13-346 0,3-7 192 16,-3-10 97-16,3-5 48 0</inkml:trace>
  <inkml:trace contextRef="#ctx0" brushRef="#br0" timeOffset="-115936.88">23621 15233 752 0,'-16'-27'0'0,"5"7"0"0,0 2 0 0,-1 5 0 0,5 3 0 0,0 2 0 0,3 2 291 0,2 2-129 16,2 2-65-16,0 0 214 0,15-2-140 0,11 1-60 15,5-2-44-15,10 3 154 0,1 1-95 0,-2 1-46 16,6 0-31-16,-9 0-8 0,10 5-8 0,-12 5 0 15,2 1-94-15,-3 0 46 0,-4 5 25 16,-10-3 7-16,-1 4-110 0,-6 2 62 16,-5 2 32-16,-6 2-104 0,-2 0 61 0,-2 4-1 15,-15-3 23-15,-4 2-21 0,-5-3 0 0,-4-1 5 16,0 1 28-16,-2-7-15 0,0 1 8 0,-1-6 3 16,3-1-110-16,10-5 53 0,-3-2 25 0,9-3-1 15,0 0-177-15,7 0 94 0,3 0 47 0,4-3-196 16,0-6 122-16,5-4 53 0,13 4 39 0</inkml:trace>
  <inkml:trace contextRef="#ctx0" brushRef="#br0" timeOffset="-115402.75">24412 15561 740 0,'0'0'0'0,"0"0"0"0,0 0 0 0,0 0 0 0,0-4 0 0,0-5 0 0,-4 1 121 0,-2-7-48 15,-1-1 0-15,5 2-41 0,-2-5 27 0,-1 1 0 16,1-3-18-16,-3 2-8 0,2-1 29 0,0 2 1 16,-3 1-31-16,-1 4 27 0,-1 2 8 0,-1 2-34 15,-3 5 39-15,2 1 32 0,-4 3-35 0,-4 0 0 16,1 20 50-16,-4 5-48 0,1 6 1 0,1 4-39 15,2 6 85-15,5-3-43 16,5-1-12-16,2 0-9 0,7-1 17 0,0-5-38 16,0-1 0-16,3-1-24 0,8-8-3 0,2-1-7 15,4-4 33-15,-1-4-106 0,5-4 53 0,-1-7 26 16,1-1-134-16,6 0 59 0,-4-13 44 0,1-11-1 16,3-8-179-16,-7-2 82 0,-1 0 53 0,2-13-70 15,-7 3 56-15,2-3 15 0,-3-8-1 0,-3-8 39 16,1 4-9-16,-1-16 8 0,0 3-76 15,-2 1 37-15,-1 2 1 0,-4 12 39 0,0 10-45 16,-2 1 9-16,-1 10 35 0,0 17 0 16,0 6 229-16,0 4-114 0,-4 7-66 0,-1 2-20 15,0 9 194-15,-3 20-100 0,2-1-50 0,1 13 227 16,3-3-85-16,2 12-78 0,0 3 108 0,0-1-89 16,0 4-45-16,0 1-23 0,3 1 16 0,3-2-8 15,2 1-30-15,1-5-1 0,-1-3-144 0,1-3 72 16,-1-13 45-16,-1 3-287 0,0-5 143 15,-1-8 81-15,-1 0 16 0,2-7-177 0,-4-4 62 16,1-6 73-16,0-3-26 0,-1-3-322 16,5 0 199-16</inkml:trace>
  <inkml:trace contextRef="#ctx0" brushRef="#br0" timeOffset="-115164.03">24690 15269 793 0,'0'-5'0'0,"0"3"0"0,2 2 0 0,3 0 0 0,0 0 0 0,5 0 328 0,1 7-140 16,4 5-81-16,2 1 114 0,3 6-94 0,0-2-48 16,-3 3-22-16,-3 2 21 0,6 4-45 0,-9-2 0 15,2 1-81-15,-6-4 41 0,-1 2-1 0,-4 2 49 16,-2 1-102-16,0-4 47 0,-11-2 24 0,-8 3-1 16,-4-1-75-16,-4-6 54 0,0 1-26 0,-3-4 26 15,-1-4-90-15,0 1 49 0,-1-4 9 0,-1-2-113 16,4-4 66-16,8 0 35 15,2 0 13-15,6-4-89 0,8-9 43 0,5-4 22 16,0-8-228-16,13 0 132 0</inkml:trace>
  <inkml:trace contextRef="#ctx0" brushRef="#br0" timeOffset="-114929.66">25103 15177 599 0,'1'-12'0'0,"-1"5"0"0,0 0 0 0,-7 4 0 0,-12 0 0 0,-8 3 265 16,0 0-120-16,-8 18-57 0,2 2-27 0,-1 7 158 16,4 1-93-16,5 2-38 0,0 11 84 0,8-3-70 15,6 1-35-15,9-3 1 0,2 1 136 0,2 1-78 16,10-4-50-16,11-2 60 0,4-4-52 0,3-3-26 16,2-2 1-16,1-4-116 0,3-2 41 0,-2-5 25 15,1-4-292-15,-3 1 157 0,0-6 80 0,-7-2 47 16,8-1-271-16,-10 0 94 0,0 0 86 15,-1 0-27-15</inkml:trace>
  <inkml:trace contextRef="#ctx0" brushRef="#br0" timeOffset="-114748.11">25791 15711 1604 0,'-2'0'0'0,"1"-3"0"0,1 3 0 0,0 0 0 0,-4-1 0 0,-5-1 86 0,-2 1-31 0,-2-2 1 0,-5 2-240 15,4-5 109-15,-9-1 54 0,-9-8 35 0</inkml:trace>
  <inkml:trace contextRef="#ctx0" brushRef="#br0" timeOffset="-95889.14">10840 2678 489 0,'-8'0'0'0,"3"0"0"0,-1 0 0 0,2 0 0 0,2 0 0 0,-2 0 0 0,1 0 0 0,-1-3 0 0,2 2 33 0,1 0 8 0,-3-2 18 0,2 1 0 0,2 1-27 16,-3 0 1-16,3 1 22 15,0 0 8-15,0 0-30 0,0-3 0 0,0 3 13 16,0 0-13-16,0 0-1 0,0 0 9 0,0 0 25 15,0 0-33-15,0 0-12 0,0 0 12 0,0 0 0 16,0 0 8-16,0 0-8 0,0 0 0 0,0 0 0 16,0 0-1-16,0 0-27 0,0 0 36 0,0 0-8 15,0 0 0-15,0 0-11 0,0 0 10 0,0 0-5 16,0-3 12-16,0 3-26 16,3-1 16-16,-1-1-1 0,0 2-27 0,0-2 27 15,-1 2 8-15,1 0-22 0,0 0 13 0,2-2-1 16,-1 2 1-16,-1 0-27 0,4 0 5 0,-5 0 16 15,4 0 3-15,-1 0-40 0,1 0 37 0,-1 0-4 16,-2 0 8-16,1 0-21 0,1 0 15 0,-1 0 3 16,4 0-4-16,-2 0-1 0,-1 0 6 15,1 0 9-15,1 0-14 0,-1 0 0 0,2 0 0 0,0 0 13 16,0 0-7-16,1 0-4 0,0 0-1 0,-1 2-23 16,-1-2 24-16,1 0 0 15,1 0 4-15,-1 2-31 0,-1-2 25 0,1 2-1 16,-1-2-3-16,0 1 2 0,-1 2 5 0,3-3-5 15,-3 3 1-15,1-3-4 0,2 1 2 0,-3-1 3 16,1 1 2-16,1-1-4 0,-1 0 0 0,4 2-19 16,-5-2 18-16,2 3 6 0,-1-3-6 0,2 0-37 15,-1 1 36-15,1-1-1 0,1 1 1 16,-1 2-5-16,1-3 4 0,2 2 15 0,-1-1-16 16,-1-1 0-16,2 0 0 0,1 2 12 15,-3-2-12-15,4 0 1 0,-3 0-1 0,-1 0 8 16,0 0-6-16,1 0 4 0,-1 0-5 0,0 0-21 15,-1 0 21-15,0 3 3 0,-1-3-17 0,2 0 7 16,-3 1 5-16,2-1-3 0,-1 0 3 0,-1 0-1 16,1 2 1-16,1-2-17 0,-1 0 14 0,1 0 2 15,1 0-3-15,1 2-6 0,-1-2 8 0,2 0 0 16,1 0-1-16,-3 0 24 0,2 0-23 16,1 0 0-16,-3 0-1 0,2 0 4 15,1 0-2-15,0 0 17 0,-3 0-17 0,5 0 0 16,-1 0 1-16,-1 0 17 0,0 0-14 0,2 0-3 15,-1 0 4-15,-2 0 11 0,2 0-13 0,-2 0 3 16,3 0-2-16,-1 0-10 0,-2 0 10 0,1 0-1 16,-1 0-22-16,-1-2 25 0,2 2-4 0,1 0-33 15,-1 0 31-15,-1 0 1 0,0 0-3 16,1 0 0-16,0 0 0 0,2 0 1 0,-1 0-3 16,0 0 21-16,2 0-20 0,-2 0 3 15,1 0-3-15,0 0 26 0,0 0-22 0,0 0-2 16,2 0-4-16,-3 0 8 0,-1 0 0 0,2 0-26 15,-1 0 23-15,0 0 1 0,0 0 0 0,-1 0-30 16,1 5 27-16,0-3 1 0,-2 3-4 0,2-2 8 16,-1-1-9-16,-1 2 4 0,2 0-7 0,-1-2 23 15,-3-1-18-15,2 3 1 0,-1-2 18 0,-1 0-16 16,0 0 0-16,-1-1 3 16,1 1-3-16,-2 0-1 0,3 0 5 0,-2 0 3 15,1 1-6-15,0 0-1 0,1-1 3 0,-1-1-8 16,0 2 8-16,3 0-2 0,-1-1 0 0,0 0-8 15,1 2 6-15,-1-3 2 0,0 2-20 0,-1-2 19 16,2 1-1-16,-1 1-18 0,-1-3 17 0,3 1 0 16,-3 0 0-16,1 2-28 0,0-3 25 0,-1 0 2 15,1 2-3-15,-2-1 6 0,3-1-5 0,-1 1 0 16,0 2-2-16,3-3 6 16,-3 2-5-16,2-2 1 0,2 0 39 0,-3 0-38 15,4 0 1-15,-1 0 6 0,0 0-5 0,0 0 0 16,0 0 3-16,0 0-33 0,0 0 31 0,-2 0-2 15,1 0 3-15,0 0-26 0,-2 0 24 0,3-2-3 16,-3 2 1-16,0 0-1 0,1 0 0 0,1-3 1 16,-3 3-7-16,1 0 41 0,4 0-35 15,-3 0-1-15,2 0 177 0,0 0-180 0,-2 0 0 16,0-1 0-16,1 1 0 0,-1 0 0 0,0-1 0 16,0 1 0-16,0 0 0 0,0 0 0 15,-2-2 0-15,1 2 0 0,1 0 0 0,-2 0 0 16,1 0 0-16,1 0 0 0,-4 0 0 0,3 0 0 15,-3 0 0-15,4 0 0 0,-4 0 0 0,2 0 0 16,1 0 0-16,-1 0 0 0,0 0 0 0,-1 0 0 16,1 0 0-16,0 0 0 0,1 0 0 15,1 0 0-15,-3 3 0 0,4-2 0 16,-1 2 0-16,2-1 0 0,0 0 0 0,1 2 0 16,0-2 0-16,3 0 0 0,-2-1 0 0,3 1 0 15,-2-2 0-15,0 0 0 0,1 0 0 0,0 0 0 16,-2 0 0-16,0 0 0 0,-2 0 0 0,2 0 0 15,-4 0 0-15,2 0 0 0,0 0 0 0,-2 0 0 16,2 0 0-16,-2 0 0 0,2 0 0 0,0 0 0 16,2 0 0-16,0 2 0 0,-2-2 0 0,4 1 0 15,-3 2 0-15,2-3 0 0,0 2 0 0,1-2 0 16,0 1 0-16,-2-1 0 16,2 2 0-16,-1-2 0 0,-1 0 0 0,2 3 0 15,-2-3 0-15,2 0 0 0,-1 0 0 0,1 0 0 16,0 3 0-16,2-3 0 0,0 3 0 0,-1-3 0 15,2 0 0-15,1 0 0 0,0 0 0 0,-1 0 0 16,1 0 0-16,3 0 0 0,-1 0 0 0,-2 0 0 16,4 0 0-16,-1-6 0 0,1 3 0 0,-1-2 0 15,1-1 0-15,-3 1 0 0,4-1 0 0,-2-1 0 16,0 5 0-16,1-4 0 0,1 2 0 16,0 1 0-16,2-1 0 0,2-2 0 15,-2 2 0-15,0 0 0 0,2-2 0 0,-2 3 0 16,0-1 0-16,2 0 0 0,-2-1 0 0,2 2 0 15,-2-1 0-15,2-2 0 0,-2 2 0 0,2 0 0 16,-2-2 0-16,0 4 0 0,0-3 0 0,1-1 0 16,-1 4 0-16,0-1 0 15,2-1 0-15,-2 3 0 0,0-4 0 0,2 4 0 0,-2-3 0 16,0 0 0-16,2 2 0 0,0-2 0 16,-1-1 0-16,1 2 0 0,0-2 0 0,0 0 0 15,-2 1 0-15,2-1 0 0,-2 0 0 0,-3 2 0 16,5-1 0-16,-4 0 0 0,0 2 0 0,0 0 0 15,1 1 0-15,-6 1 0 0,7 0 0 0,-5 0 0 16,1 0 0-16,1 0 0 0,-3 0 0 0,5 0 0 16,-4 0 0-16,2 0 0 0,1 0 0 15,-2 0 0-15,1 0 0 0,5 0 0 0,-4 0 0 0,0 0 0 16,2 0 0-16,0 0 0 16,-3 0 0-16,5 0 0 0,-1-2 0 0,1 0 0 15,0-1 0-15,-2 0 0 0,2 1 0 0,-2-1 0 16,0 1 0-16,-1-2 0 0,1 0 0 0,0 2 0 15,0 1 0-15,-1-3 0 0,1 2 0 0,2-2 0 16,1 3 0-16,-1-3 0 0,1 1 0 0,-1 1 0 16,2 0 0-16,3-3 0 0,-1 4 0 0,1-4 0 15,0 4 0-15,0-3 0 0,-2 2 0 0,1 0 0 16,-1-2 0-16,1 1 0 16,-3 1 0-16,0-2 0 0,-1 2 0 0,-2 0 0 15,2 0 0-15,-5 2 0 0,-2-4 0 0,3 2 0 16,-5 1 0-16,0 1 0 0,-1-2 0 0,-1 0 0 15,-4 2 0-15,-1-2 0 0,-2 2 0 0,-3-1 0 16,0 1 0-16,-3-2 0 0,-2 2 0 0,-3 0 0 16,-1 0 0-16,0 0 0 0,0 0 0 0,-2 0 0 15,0 0 0-15,0 0 0 0,0 0 0 0,0 0 0 16,0 0 0-16,0 0 0 16,0 0 0-16,0 0 0 0,0 0 0 0,0 0 0 15,0 0 0-15,0 0 0 0,0 0 0 0,0 0 0 16,0 0 0-16,0 0 0 0,0 0 0 0,0 0 0 15,0 0 0-15,0 0 0 0,0 0 0 0,0-2 0 16,0 2 0-16,0-2 0 0,0-7-457 0,0-7 209 16,2 1 112-16,3 5-1103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41:55.3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7768 7102 732 0,'0'0'0'0,"0"0"0"0,-3-1 0 0,3-1 0 0,-2-1 0 0,2 3 0 0,0-1 67 15,-2 1-34-15,2-2 31 0,0 2-31 0,0 0-1 0,0 0 9 0,0 0 13 16,0 0-19-16,0 0-2 0,0 0 0 16,0 0 0-16,0 0 5 15,0 0-5-15,0 0 0 0,-2 0 0 0,2 0 3 16,-1 2-3-16,1 5 8 0,-2 3 31 16,-2-1-40-16,2 3 1 0,2 1 39 0,-3-2-39 15,0 0 8-15,1 3-8 0,2-1-23 0,0-2 23 0,0 1 0 16,0 2-31-16,0 1 9 0,0-2 22 0,0 2-26 15,0 0 25-15,0 1 1 0,0 0-6 0,2 1-31 16,-2 0 28-16,3 2 3 0,-3-1-28 16,3 1 25-16,-3 1-4 0,0 2 8 15,2-2-10-15,1 2 3 0,-2-1-25 0,1 0 0 16,-1-1 22-16,1 3 5 0,0-2-32 0,0-1 0 16,1 3 23-16,-3-2-13 0,1-1 11 0,-1 1 15 15,1 0-16-15,-1-3 2 0,0-1-4 0,0 1 21 16,0-2-18-16,2-5 3 0,-2 3-2 0,0-3 15 15,0-2-13-15,2-1-1 16,-2-1 25-16,0 1-20 0,3-4-2 0,-3-1-1 0,2 2 8 16,-2-5-7-16,0 3 0 0,0-1 2 15,0-2-1-15,1 0 0 0,-1 0-33 16,0 0 32-16,0 0 0 0,0 0 3 0,0 0-44 16,0 0 39-16,0 0-2 0,0 0 2 0,0 0-33 0,0 0 3 15,0 0 23-15,0 0-39 0,0 0 37 0,0 0 2 16,0 0-3-16,0 0 1 0,0 0-5 0,0 0-10 0,0 0 8 15,0 0 5-15,0 0-7 0,0 0-9 16,0 0 11-16,0 0 2 0,0 0-86 16,0 0 40-16,0 0 16 0,0 0-201 0,0 0 101 15,0 0 54-15,4 0 17 0,3-2-435 16,6-9 223-16</inkml:trace>
  <inkml:trace contextRef="#ctx0" brushRef="#br0" timeOffset="11001.44">8825 12948 110 0,'8'-1'0'0,"0"-1"0"0,-2-2 0 0,2 2 0 0,-3 0 0 0,-1-1 0 0,0 2 0 0,-3 0 32 0,1 1-1 0,0 0-23 15,-2 0 52-15,0 0-24 0,0-2 1 0,0 2-23 16,0 0 64-16,0 0-23 0,0 0-5 0,0 0-1 16,0 0-25-16,0 0-1 15,0 0 1-15,0 0-22 0,0 0 33 0,0 0-8 16,3 0 13-16,-3 0-27 0,1 0 15 0,1 0 6 15,-1 0 7-15,1 0-14 0,-2 0-3 0,2 0 3 16,1 0 13-16,-3 0-7 0,3 0-8 0,-3 0 1 16,0 0 31-16,0 0-29 0,0 0 5 0,0 0 17 15,0 0-16-15,0 0-3 0,0 0 3 0,0 0-10 16,0 0 7-16,0 0 8 0,0 0-8 0,0 0-30 16,0 0 1-16,0 0 27 0,0 0-40 0,0 0 6 15,0 0 26-15,2 0-44 16,0 0 20-16,0 0-1 0,0 0 15 0,1 0 35 15,1 0-38-15,0-2 8 0,-1 0-11 0,2 0-1 16,0 0 6-16,-1-2 7 0,1 2-29 0,-1 0-1 16,1 0 24-16,1 1 0 0,0-1-20 0,0 2 21 15,-1-2-3-15,3 2 1 0,0 0 2 0,1-2-3 16,0 2-4-16,3 0 31 0,-1-1-30 0,2 1 2 16,0 0 0-16,2-3-3 0,-1 2 7 0,0-1-1 15,2-2-17-15,-2 0 15 16,2 0 3-16,-4-2-2 0,4 3-14 0,-5-1 16 15,2 0-4-15,-2-1-8 0,-1 0 7 0,2 3 1 16,-3-1-1-16,0 0-5 0,0-1 4 0,1 2 1 16,-3-2-2-16,2 2 11 0,-1 1-7 0,2-3-2 15,-1 2 1-15,0 0 0 0,-1-1 0 0,1 1-1 16,0-2 14-16,0 1-12 0,-1 2-1 0,2-1-1 16,-3 1 0-16,0-2 1 0,1 1 3 15,0 1 9-15,0-1-11 0,-2 2 0 16,2-2-1-16,0 2 18 0,1-2-15 0,-2 2 0 15,3 0 5-15,-1-2-5 0,2 2-1 0,1-3 4 16,-3 2-22-16,5-1 19 0,-3 1-1 0,1-2-17 16,3 2 17-16,-1-1-2 0,-1-2 4 0,2 0-9 15,2 1 6-15,-2 1-3 0,2-3 2 0,0 2 6 16,0-2-4-16,1 1-3 0,1 0-2 0,0 1 2 16,2-3 0-16,-2 2 2 0,2-2-6 0,-1 0 7 15,1 3-3-15,1-3 2 16,-2 2-16-16,3-1 14 0,2 1 2 0,-2 1-16 15,0-3 13-15,2 2-1 0,0 1 1 0,-1-2-2 16,-4 2 3-16,7-2-5 0,-3 0-14 0,1 2 15 16,-1-1 2-16,3 0-3 0,-3-2 4 0,6 3-2 15,-4-1 0-15,0 2-1 0,3-1 1 0,-3 0-1 16,-1 2 2-16,3-1 5 0,-1 0-6 0,2 2 0 16,-1 0 0-16,2 0-8 0,0 0 9 15,0 0 0-15,0-2-19 0,0 2 17 16,2-1 0-16,-4-2 0 0,1 2-7 0,3 1 5 15,-2-3 2-15,0 2-3 0,0-1-9 0,-2 0 8 16,-3 2 3-16,7 0-8 0,-6 0 6 0,1 0-1 16,0 0 2-16,-1-2 5 0,1 2-6 0,1 0 1 15,0 0 9-15,-1 0-9 0,-1-2 0 0,-2 2 0 16,6 0-1-16,-4-2 2 0,1 2-1 16,-3 0 6-16,3 0-6 0,-7 0 2 15,8 0-2-15,-4 0 16 0,1 0-15 0,0 0 1 16,-2 0 0-16,0 0 6 0,4 0-7 0,-3 0 14 15,1 0-13-15,-2 0 1 0,2 0 0 0,-2 0-6 16,5 0 7-16,-1 0-1 16,-3 0 0-16,2 0-5 0,0 0 5 0,-1 0 0 0,3 0-1 0,-2 0-8 15,1 0 9-15,-3 0-2 0,0 0 2 0,-1 0-11 16,5 0 8-16,-1 0 7 0,-3 0-6 0,2 0 0 16,0 0 0-16,-3 0-7 0,7 0 7 0,-4 0 0 15,-1 0 0-15,1 0-3 16,0 0 3-16,-1 0 0 0,5 0 0 0,-4-2-5 15,1 2 4-15,1 0 0 0,-2 0 22 0,-2 0-20 16,6 0-2-16,-4 0 1 0,3 0 23 0,-3 0-22 16,1 0 1-16,-1 0-3 0,6 0 4 0,-2 0-1 15,0 0 2-15,0 0-11 0,-3 0 10 16,0 0 1-16,7 0 0 0,-8 0-24 0,2 0 21 0,0 0 0 16,-1 0-2-16,-2 0-12 0,3 0 10 15,-2 0 3-15,0 0 1 0,0 0-2 16,1 0-2-16,-5 0 2 0,5 0 24 0,-1 0-23 15,0 0 0-15,0 0 0 0,1 0-2 0,-1 0 3 16,4 0 2-16,-2 0-5 0,1 0 3 0,-1 0 0 16,2 0 2-16,-6-1-4 0,7-1 2 0,-2 0 0 15,-1-1 14-15,0 2-13 0,2-1-2 0,-5 2 2 16,7-1 27-16,-4 1-26 0,2-3 0 16,-2 3 2-16,3 0 0 0,-1-1 0 15,0 1 0-15,3-3-8 0,-1 1 8 0,2-1 0 16,0-1 2-16,-1 0-25 0,1-1 22 0,-2 1-1 15,2-2-12-15,0 1 11 0,-2 1-1 0,0 1 1 16,0-2 0-16,0 1 0 0,0 3-2 0,0-3 8 16,0 2-6-16,0 0 0 0,-1 2 0 0,3 0-6 15,2 0 6-15,-1-2 0 0,1 2 2 0,2 0-15 16,-2 0 13-16,1-1-1 0,0-2-15 0,-1 2 15 16,2 1-1-16,-2-2 0 0,1 0-12 0,-1 0 11 15,-1 0-2-15,2 0-9 16,-4 2 9-16,1-2 1 0,2 2 0 0,-1-1-2 15,1 1 1-15,-3 0 1 0,3 0-1 0,0 0 1 16,-2 0-1-16,2 0 1 0,-1 0-1 0,1 0 0 16,-1 0 0-16,-1 0 0 0,3 0-1 0,-2-3 1 15,-1 2 0-15,-1 1 1 0,1-2-6 0,2 0 5 16,-1 0 0-16,4 1 10 0,-4-2-10 16,2 3 0-16,1-1 0 0,-1-1 14 15,7 0-14-15,-5 0 2 0,0 0 19 0,3 0-20 16,-4 0 3-16,6-3 1 0,-2 1-8 0,-1-2 7 15,2-1-1-15,-1 1 0 0,-3 0 0 0,9-1 1 16,-8 1-1-16,1-1 19 0,0 2-18 0,-6-1-1 16,4 1 1-16,-1 1 14 0,-1-2-13 0,0 2-1 15,0 0-6-15,-3 2 8 0,-1 0 0 16,1-1 2-16,-2 1-14 0,2 0 12 16,-1 2-1-16,1-2 2 0,1 2-1 0,-2 0-2 15,3 0 1-15,-3 0 30 0,1 0 0 0,3 0-29 16,-3 0 1-16,2 0 38 0,0 0-36 0,0 0 4 15,-1 0-18-15,1 0 22 0,-1 0-6 0,1 0 7 16,0 0-32-16,0 0 1 0,-1 0 24 0,-1 0-23 16,2 0-1-16,-3 0 16 0,-1 0 5 0,2 0-2 15,-2 0 0-15,0 0-6 0,2 0 3 0,-2 0 7 16,0 0-6-16,2 0 0 0,-2 0-6 0,0 0 9 16,-1 0-3-16,0 0 4 15,0-2-24-15,1 0 22 0,0 1-2 0,-5-2-23 16,5 1 22-16,-6-1-1 0,-1 1 1 0,-4-2-12 15,0 2 11-15,-2 0-6 0,-4 0 5 0,-4 1-23 16,-1-1 21-16,-3 2 1 0,-3 0 3 0,0-2-4 16,-2 2 0-16,-2 0 0 0,0 0 21 0,0 0-21 15,0 0 1-15,0 0 82 0,0 0-39 0,0 0-17 16,0 0 0-16,0 0-26 0,0 0 9 0,0 0 10 16,0 0-44-16,0 0 3 15,0 0 31-15,0 0 6 0,0 0-47 0,0 0 42 16,0 0-2-16,0 0-5 0,0 0 8 0,0 0-14 15,0 0 8-15,0 0-13 0,0 0 11 0,0 0-8 16,0 0 6-16,0 0-29 0,0 0 1 0,0 0 29 16,0 0 2-16,0 0-95 0,0 0 44 0,0 0 17 15,0 0-413-15,0-2 191 0,0-11 114 0,-8-12 53 16</inkml:trace>
  <inkml:trace contextRef="#ctx0" brushRef="#br0" timeOffset="49534.49">9900 13085 765 0,'0'-10'0'0,"0"4"0"0,0-1 0 0,0 3 0 0,0 1 0 0,5 0 0 0,2-1 0 0,0 1 0 0,4 1 92 0,-1 2-22 0,5 0-7 15,0 0-31-15,2 2 35 0,0 5 0 0,-1 6-34 16,2 0 8-16,3 4 2 0,-7 0-10 0,4 1 0 15,-6 2-10-15,1 2 10 0,-3-4 8 0,1 7-21 16,-5 0 13-16,-3-1 0 0,0 4 0 0,-3-2-14 16,0 4 22-16,-3 1-8 0,-10 0 0 0,2 2-13 15,-9-1 11-15,0 1-6 0,-1-3 13 0,-2 0-45 16,-2-3 36-16,1-7-2 0,0-1-24 0,1-6 23 16,2-8 8-16,0 0 5 15,1-5-12-15,1 0-2 0,4-3 1 0,2-8 35 16,4-2-27-16,1-3-8 0,7-3 1 0,1-1 24 15,0 0-23-15,1-1 3 0,10 2 12 0,7-3-40 16,0 4 0-16,1 0 29 0,-3 5-29 0,3-1-1 16,2 4 29-16,-2 0-4 0,0 2-46 15,0 3 21-15,-1-1 0 0,1 1-224 0,-2 1 105 0,0 1 59 16,1 1 12-16,0-2-339 0,2 0 178 0,-3-1 75 16,2-1-247-16,2-4 177 15,-1-1 85-15,1-4 42 0</inkml:trace>
  <inkml:trace contextRef="#ctx0" brushRef="#br0" timeOffset="49826.41">10312 13106 757 0,'0'-6'0'0,"0"3"0"0,0 1 0 0,0 2 0 0,0 0 0 0,-2 0 0 0,-3 9 0 0,-2 6 297 0,2 6-124 0,-1 4 144 16,5-1-142-16,-1 2-71 16,2 2-36-16,0-3 56 0,0 7-49 0,0-8-22 15,7 0 1-15,2-4-10 0,3-2-12 0,3-2 9 16,0-4-8-16,2-3-87 0,-2-2 43 0,3-4 22 15,-2-3-136-15,0 0 86 0,1-3 33 0,-4-7-119 16,1-5 49-16,-5-4 42 0,1-7-13 0,-6 0-4 16,-1-3 9-16,-1-3-1 0,-2 0 2 0,0 0 52 15,0-1-43-15,-5-2 4 0,-7 6 60 0,1 2-26 16,-3 3 9-16,3 6-32 16,-1 0 27-16,-4 7-4 0,2 6-6 0,-2 3 28 15,1 2-31-15,-2 0-4 0,3 9 6 0,0 5-117 16,1 4 55-16,4 0 26 0,1 1-3 0,4 0-102 15,2 0 53-15,0 2 29 0,2-4-293 0,0 1 160 16</inkml:trace>
  <inkml:trace contextRef="#ctx0" brushRef="#br0" timeOffset="50066.77">10139 13410 998 0,'-13'2'0'0,"1"-2"0"0,3 0 0 0,4 0 0 0,-1 0 0 0,6-3 0 0,0-13 0 0,0 2 0 0,13-4 116 0,8-2-41 15,4-1-21-15,5-1 62 0,2 3-45 0,1 4 0 16,-1 3-39-16,-2 7 23 0,-1 3 0 0,-8 2-14 16,6 0-8-16,-6 12 5 0,0 4-5 0,-5 1-1 15,1 2 24-15,0-2 8 0,0 4-31 0,-2-4-10 16,0-2 10-16,2 2 0 0,2-4 0 0,-3-2-56 16,3-2 24-16,4-3-1 15,-2-1 33-15,-1-1-245 0,3-4 114 0,-2 0 50 16,-1 0 28-16,-1 0-181 0,-1 0 97 0,-2-1 16 15,-5-4-316-15,1 2 190 0</inkml:trace>
  <inkml:trace contextRef="#ctx0" brushRef="#br0" timeOffset="50348.04">9905 13722 860 0,'-27'0'0'0,"10"0"0"0,8 5 0 0,7 0 0 0,2-4 96 0,0 1-35 16,0 2-1-16,15 0 262 0,11-4-145 0,11 0-72 15,9 0-28-15,2-6 202 0,17-9-124 0,-3 0-61 16,2-2-31-16,0 0 74 0,-11 6-45 16,6-1-33-16,-5 2-87 0,-4 2 30 15,-4 0 0-15,-10 5 31 0,2-2-91 0,-6 4 41 16,-9 0 25-16,-2 1-244 0,-3 0 135 0,-9 0 27 15,-2 0 52-15,-3 0-387 0,-2 0 191 0,-2 0 78 16,-2 1 54-16,-13 5-168 0,-2 3 103 0,-5 1 63 16,-4 0-265-16</inkml:trace>
  <inkml:trace contextRef="#ctx0" brushRef="#br0" timeOffset="50641.25">10041 13851 1141 0,'-3'0'0'0,"3"2"0"0,3-2 0 0,17 0 0 0,1 0 0 0,6 0 0 0,3-2 0 0,5-1 127 0,2 1-48 0,-3 2-15 0,-1 0 137 16,-3 2-85-16,-1 7-41 0,-7 5-22 0,-5-1-26 15,-1 4 6-15,-4 1-1 0,-5 3-120 0,-5 2 60 16,-2 2 30-16,0 3 9 0,-12 1-109 16,-9 2 66-16,-6 0 22 0,-1-1-57 15,-2-6 3-15,0-3 37 0,-6-2-33 0,1-4 11 16,-1-4-3-16,2-2 1 0,1-6 2 0,6-3 78 15,1 0-23-15,3 0 0 0,7-9 71 0,2-1-45 16,8-2-14-16,3 1-1 0,3-4 54 0,0 1-34 16,3-2-8-16,10 0-65 0,6-2 6 0,-1 5 39 15,5-3 7-15,0 0-98 0,0 3 43 0,2 1 22 16,1 2-6-16,-2 1-296 16,6-1 138-16,-2 0 78 0</inkml:trace>
  <inkml:trace contextRef="#ctx0" brushRef="#br0" timeOffset="50866.16">10390 13946 689 0,'5'0'0'0,"1"-2"0"0,1 0 0 0,0-4 0 0,0 0 0 0,5-1 0 0,1 2 255 0,1 0-111 0,0 4-56 16,4-1 86-16,0 2-70 0,-1 0-28 0,-1 3-8 16,2 9-67-16,-5 2 0 0,0-2 32 15,-4 5 0-15,-3 2-53 0,-4 0 22 0,-2 1 1 16,0 2-78-16,-2 1 54 0,-13 1 27 0,2-4-76 15,-9 2 23-15,1 0 33 0,-4-4-21 0,0-1-112 16,2-3 56-16,4-6 37 0,0 0 3 0,2-5-137 16,8-3 70-16,-1 0 43 0,6 0 20 0,4-12-62 15,0-8 46-15,6-2-1 0</inkml:trace>
  <inkml:trace contextRef="#ctx0" brushRef="#br0" timeOffset="51043.38">10635 13895 757 0,'12'-13'0'0,"-9"7"0"0,1 3 0 0,-2 1 0 0,-2 2 0 0,0 0 0 0,-9 9 0 0,-3 6 183 16,-1 2-66-16,-3 7 177 0,6-1-131 0,0 4-64 16,2-1-34-16,6 0 145 0,2-4-81 0,0 8-52 15,0-7-22-15,5 0-58 0,8-3 36 0,4-2 0 16,-2-2 8-16,7-1-238 16,0-4 115-16,3-1 57 0,-2-6-157 0,1 2 105 15,-1-6 62-15,4 0-522 0,-2 0 254 0,-2-6 114 16</inkml:trace>
  <inkml:trace contextRef="#ctx0" brushRef="#br0" timeOffset="51241.12">10946 13683 1588 0,'3'0'0'0,"-3"0"0"0,2 0 0 0,0 0 0 0,0 0 0 0,1 0 0 0,3 0 0 0,3 0 0 0,1 2 150 0,4 2-50 0,2-1-38 15,0 0 145-15,3-2-87 0,6 1-44 0,-5-2-153 16,1 0 63-16,2 0 20 0,-3 0-1 0,1-2-323 16,-5-4 175-16,3-1 88 0,-3 1 52 0,-3 0-547 15,-2-1 268-15</inkml:trace>
  <inkml:trace contextRef="#ctx0" brushRef="#br0" timeOffset="51633.12">11456 13048 1417 0,'-9'-15'0'0,"5"10"0"0,4 2 0 0,0-2 0 0,0 1 0 0,7-1 0 0,4 1 0 0,3 1 147 0,2 2-58 16,5-1-27-16,4 2 25 0,3 0-31 0,-2 2 0 15,2 11-23-15,0 1-23 0,-1 4 0 0,-1 3 31 16,-1 0-8-16,-5 1-89 0,-1 2 44 0,-5 1 23 16,-2 1-94-16,-6-1 67 0,-4 3 2 0,-2 0-75 15,0 0 36-15,-10 0 30 0,-5-4-1 16,-3 1-6-16,-5-5 0 0,-3-3-1 16,-1-1-2-16,-1-7 52 0,1-1-1 0,6-7-32 15,-4-1 4-15,2 0 67 0,5-1-27 0,4-7-1 16,5-5 54-16,6 0-39 0,3-3-12 0,0 2 4 15,1-4 7-15,12 0-30 0,6-1 11 0,-1 6-42 16,9-6 42-16,-3 2-7 0,1 2 10 0,0 2-143 16,-2 1 60-16,-2 4 35 0,0-1 5 0,2 0-304 15,-5 2 136-15,3 3 82 0,-4 1-281 0,2-2 167 16,-5 4 96-16</inkml:trace>
  <inkml:trace contextRef="#ctx0" brushRef="#br0" timeOffset="51825.6">11974 13011 1114 0,'0'-7'0'0,"0"6"0"0,0-1 0 0,0 1 0 0,0 1 0 0,0 0 0 0,0 4 0 0,0 14 365 0,0 5-166 0,0 3-83 15,0 3-41-15,0 1 84 0,0 5-55 0,2-2-39 16,0 1-1-16,-2-1-19 16,0 2-12-16,0-3-1 0,0 1-210 0,2 2 101 15,-2-6 55-15,0-5-342 0,0-2 198 0,0-12 100 16,0 0-7-16,0-5-346 0,2-5 179 0,-2 0 103 15,0-16 53-15,0-10-156 0,0-2 96 0,0-2 60 16</inkml:trace>
  <inkml:trace contextRef="#ctx0" brushRef="#br0" timeOffset="52047.03">11931 12934 938 0,'0'-20'0'0,"4"6"0"0,7 3 0 0,0-1 0 0,5 4 0 0,0 3 0 0,1 3 0 0,4-1 157 0,-3 3-63 0,3 0-30 16,-1 0 137-16,0 8-88 0,-3 2-41 0,-1 2-8 15,0 0-1-15,-5 3-30 0,-4 2 7 0,-3 1-75 16,-3 0 34-16,-1 3 0 0,0 1 34 0,-12 1-68 16,-1-4 42-16,-8 5-8 0,-2-5 33 0,-1-2-62 15,-2-3 27-15,0 2-22 16,1-5-36-16,-3 0 17 0,9-3 24 0,0-4-64 16,8 0 40-16,1-4 14 0,5 0-1 0,5 0-139 15,0 0 77-15,0-4 29 0,7-5 23 0,9 2-347 16</inkml:trace>
  <inkml:trace contextRef="#ctx0" brushRef="#br0" timeOffset="52308.33">11583 13546 1018 0,'-22'1'0'0,"7"3"0"0,10 4 0 0,1-4 0 0,4-2 0 0,0 1 0 0,4-1 294 0,16 0-135 0,8 0-63 16,6-2-31-16,13 0 228 0,-2 0-131 0,6-2-56 16,2-4 63-16,-2-1-69 0,2 1-33 0,-3-1 0 15,-4 2-73-15,-6 2 47 16,-1-1-8-16,-3 3-108 0,-4-2 54 0,-6 2 26 16,-3-2 1-16,-7 2-246 0,0-1 133 0,-7 0 51 15,-4 2 42-15,-3 0-456 0,-2-2 222 0,0 1 80 16,-12 1-222-16,-11 0 178 0,-2 0 90 0</inkml:trace>
  <inkml:trace contextRef="#ctx0" brushRef="#br0" timeOffset="52623.39">11627 13752 880 0,'11'0'0'0,"2"0"0"0,4 0 0 0,-2 0 0 0,0 0 0 0,2 0 0 0,0 1 0 0,-3 6 240 16,2 1-108-16,-1 3-49 0,-4-1-25 0,0 6 64 15,-3 1-44-15,-2 1-15 0,-4 3-60 0,0 0 0 16,-2 5 30-16,0-1 0 0,-9 1-94 0,-3 1 55 16,-3-1 15-16,-4 0-41 0,-2 0 32 15,-4-1 1-15,2-5 0 0,-4-4-82 16,1-2 22-16,1-8 33 0,2-5-15 0,2-1 59 16,0 0-17-16,2-3-8 0,2-12 45 0,3-2 1 15,5-3-36-15,4 0-4 0,1-1 14 0,4 3-9 16,0 0 10-16,0 1 31 0,9-1-29 0,5 4-7 15,4 0 14-15,1 3 12 0,6 0-20 0,-3 5-4 16,-1 1-1-16,7 0-54 0,-7 2 24 0,6 1-2 16,0-1-184-16,-3 2 100 0,3 1 44 0,-3 0-321 15,-2 0 165-15,7-2 97 0,-5 1 44 0</inkml:trace>
  <inkml:trace contextRef="#ctx0" brushRef="#br0" timeOffset="52757.08">11991 13836 998 0,'0'0'0'0,"0"3"0"0,0 1 0 0,0-1 0 0,0-1 0 0,0 1 0 0,0 1 296 16,0 0-131-16,0 0-66 0,6 2-25 0,1 0 46 16,3 1-43-16,0-2-23 0,2 3 1 0,1-1-190 15,1-1 93-15,-1-1 33 16,0 1-461-16,2-2 243 0,-1-4 122 0</inkml:trace>
  <inkml:trace contextRef="#ctx0" brushRef="#br0" timeOffset="52934.2">12265 13690 1161 0,'2'-11'0'0,"2"2"0"0,0 3 0 0,0-1 0 0,-2 4 0 0,-2 1 0 0,0 0 0 0,0 2 356 0,0 0-162 0,0 15-80 15,0 10-33-15,-12 9 283 0,-3 6-166 16,-4 6-83-16,-7 15-41 0,-2-3 34 16,2-7-30-16,-8 17-8 0,2-5-123 0,4 0 43 15,0 3 21-15,1-1-343 0,6-4 191 0,-3 9 83 16,7-19 45-16,4-2-624 0,3-16 313 0,3-7 155 15</inkml:trace>
  <inkml:trace contextRef="#ctx0" brushRef="#br0" timeOffset="54085.62">12718 13458 783 0,'-5'0'0'0,"-1"0"0"0,0 0 0 0,2 0 0 0,2 0 0 0,0 0 0 0,2 0 0 0,0 0 207 0,0 0-91 15,0 0-42-15,4 3-21 0,8-2 88 16,2-1-54-16,2 0-19 0,2 0 6 0,1 0-20 16,0 0-1-16,0 0-20 0,0 0 22 0,-3 0 9 15,0 0-31-15,-2 0-71 0,0 0 36 0,-3 0 0 16,-2 0 35-16,-1 0-219 0,0 0 105 0,-3 0 33 15,-1 3 35-15,-3-3-395 0,1 0 195 0,0 3 57 16,-2-2-69-16</inkml:trace>
  <inkml:trace contextRef="#ctx0" brushRef="#br0" timeOffset="54262.11">12723 13657 763 0,'-7'8'0'0,"2"4"0"0,1 0 0 0,2-5 0 0,-2 0 0 0,4-3 110 0,0 2-43 0,0-3 312 15,0 0-173-15,4 0-86 0,9-1-36 0,0 0 183 16,4-2-118-16,-1 0-57 0,2 0-30 0,-1 0-68 16,0 0 47-16,2 0-8 0,-3 0-313 0,1 0 156 15,2 0 79-15,0 0-197 16,-2 0 145-16,1 0 61 0,1 0 34 0,-2 0-604 16</inkml:trace>
  <inkml:trace contextRef="#ctx0" brushRef="#br0" timeOffset="54922.7">13405 13130 730 0,'-2'0'0'0,"1"0"0"0,-1-2 0 0,0 1 0 0,0 1 0 0,2-2 152 0,-2 2-52 0,2-2-37 0,-2 2 67 15,2 0-49-15,0 0-32 0,0 0 8 0,0 0 83 16,0 0-58-16,0 0-24 0,0 7 36 0,0 1-30 15,0 2-1-15,0-1-22 0,0 3 57 0,0 2-32 16,0-1-1-16,0 0 18 0,0 5-25 0,0-2 8 16,0 3-33-16,0 2 29 0,0 3 0 0,0 2-29 15,0 2 0-15,0 2 59 16,0 5-34-16,0 0 1 0,0 4 9 0,0-3-35 16,0 3 0-16,0 0 8 0,0-3-32 0,0 3 0 15,0-4 24-15,0-3-25 0,0 0 0 0,0-5 33 16,0 4-9-16,0-8-26 0,2-2-8 0,0-1 32 15,0-4-14-15,0-2 3 0,0-3-5 0,-1-2 9 16,1-3-12-16,-2-2 26 0,2-2-19 0,-2 0 9 16,0-2 22-16,0 0-26 15,0 0 1-15,0 0 16 0,0 0-15 0,0 0 5 16,0 0-3-16,0 0-86 0,0 0 40 0,0 0 0 16,0 0 38-16,0 0-113 0,0 0 46 0,0-2 30 15,0-2 4-15,0-1-522 0,0-3 230 0,2 3-169 16</inkml:trace>
  <inkml:trace contextRef="#ctx0" brushRef="#br0" timeOffset="56360.59">13663 13504 628 0,'-6'0'0'0,"0"0"0"0,1 0 0 0,-1 0 0 0,1 0 0 0,-3 0 0 0,4 0 0 0,-2 2 120 0,5-2-43 0,-1 2-14 0,0-2 103 16,0 0-67-16,2 2-33 0,0 0 0 0,0 4 53 15,0-3-35-15,0 1-30 0,4 1 0 0,5-1 114 16,3 0-68-16,-1-1-34 0,1 2 53 0,4-4-47 15,1 2 0-15,-2-2-39 0,2 1 105 0,1 0-52 16,2-2-18-16,-2 2 37 0,3 0-36 0,0 0 0 16,2 0-37-16,2-2 24 15,-4 0-15-15,4 0-9 0,-3 0 1 0,-2 0-30 16,1 0-1-16,-4 0 31 0,0 0-60 0,-2 0 26 16,-5 0 0-16,1 0-16 0,-6 0 24 0,2 0 1 15,-4 0-5-15,1 0-87 0,-2 0 47 0,-1 0 12 16,-1 0-1-16,0 0-27 0,0 0 27 0,0 0-16 15,0 0 37-15,0 0-36 0,0-2 0 0,0 0 18 16,-5 0-262-16,-3 0 123 0,2-2 67 0,-1 3-161 16,0-2 111-16,-1 2 48 0,0-1 36 15,1-1-415-15</inkml:trace>
  <inkml:trace contextRef="#ctx0" brushRef="#br0" timeOffset="56645.78">13828 13269 1143 0,'-7'0'0'0,"1"0"0"0,0 0 0 0,2 0 0 0,1 0 0 0,1 0 0 0,0 0 0 0,0 0 171 0,0 6-60 0,2 5-44 0,0 3 51 16,0 4-42-16,-2 5-22 0,2 1 0 0,0 0 105 15,0 9-67-15,0-4-30 0,0 2 0 0,0-1 15 16,0-1-22-16,0-2 8 0,2 7-64 0,2-6 1 15,0 2 33-15,-1-1-100 0,1-2 50 0,-1-4 33 16,2 6-8-16,-3-9-58 0,0 1 25 0,0-3 27 16,-1-1-22-16,1-8-185 15,-2 2 79-15,2-4 59 0,-2-3-3 0,0-3-181 16,2 0 108-16,0-1 47 0,-1 0-210 0,3-1 136 16,3-11 69-16,2-1 34 0</inkml:trace>
  <inkml:trace contextRef="#ctx0" brushRef="#br0" timeOffset="57019.59">14249 13190 887 0,'0'0'0'0,"0"0"0"0,0 0 0 0,0 0 0 0,0 0 0 0,0 0 0 0,0 0 296 0,0 0-136 0,0 0-63 0,0 0 75 15,0 0-70-15,0 3-34 0,2 6 8 0,0 1 19 16,1 2-32-16,-1 4 1 0,0 1 23 16,0 1-27-16,-2 3 9 0,0 5-37 15,0-1 62-15,0 5-31 0,0 0 0 0,0 1 18 16,-2 6-17-16,-2-2-7 0,3 1-24 0,-3 1 9 16,0 3-10-16,0-3 1 0,2 1 8 0,0-3-47 15,0 1 0-15,0-4 38 0,2-3 1 0,0 2-28 16,0-6 9-16,0-1 18 0,0-1-79 0,0-3 37 15,0-3 5-15,0-1-44 0,0-5 28 0,0 0-3 16,0-4 17-16,0-1-53 0,0-2 26 16,0-4 0-16,0 1 24 0,0-1-153 15,0 0 76-15,0 0 37 0,0 0-114 0,0 0 71 16,0 0 14-16,0-4 11 0,0-3-326 0,0-2 180 16,2 1 90-16,6-2-344 0</inkml:trace>
  <inkml:trace contextRef="#ctx0" brushRef="#br0" timeOffset="57409.71">14563 13457 505 0,'0'-4'0'0,"-2"2"0"0,0 1 0 0,0-1 0 0,0 2 155 0,0 0-61 0,2-2-31 0,-2 2 229 16,2 0-135-16,0 0-61 0,0 0-32 0,0 0 141 16,0 0-86-16,2 2-34 0,4 3-31 0,3-1 113 15,2 1-67-15,3-2-34 0,0 1 60 0,4-4-38 16,-2 0-32-16,1 0 0 0,2 0-45 0,-2 0-1 15,0 0 23-15,-2 0-25 0,2 0-9 0,-4 0 34 16,2 0 0-16,-4 0-76 16,0 0 39-16,1 0 7 0,-3 0 30 0,0 0-182 15,-1 0 83-15,0 0 20 0,-3 0-175 0,1 0 90 16,-3 0 61-16,-1 0 6 0,0 0-231 0,0 0 132 16,1 0 64-16,-3 0-121 0,0 0 97 0,0 2 46 15,0 7 21-15</inkml:trace>
  <inkml:trace contextRef="#ctx0" brushRef="#br0" timeOffset="57664.04">14669 13748 813 0,'-5'3'0'0,"1"-1"0"15,2 3 0-15,0-3 0 0,1-2 0 0,1 0 0 0,-2 0 0 0,2 1 273 0,0-1-112 0,0 3-68 0,7-3-30 0,4 0 128 16,3 1-79-16,2-1-39 0,1 0 26 16,3 0-37-16,-4 0 0 0,1 3-29 15,0-2-82-15,0 1 42 0,-4 0 7 0,2 0-174 16,-4 0 103-16,0 0 52 0,-1-1 26 0,-1 1-157 16,-1 0 50-16,-3 0 53 0,1-2-24 0,0 2-305 15,-1-2 173-15,1 0 84 0</inkml:trace>
  <inkml:trace contextRef="#ctx0" brushRef="#br0" timeOffset="58284.53">15225 13718 878 0,'-2'0'0'0,"-3"0"0"0,1-2 0 0,-1-5 0 0,1-2 0 0,-1-2 0 0,-2-3 0 0,4-3 0 0,1-1 153 0,2-3-52 0,0-5-38 16,0 1 0-16,0 3 20 0,2-3-25 0,1 4 0 16,4 1 54-16,0-2-44 0,2 4 0 0,2 0-35 15,-1 1 45-15,1 3-22 0,3 2 7 0,-4 1-3 16,3 1-1-16,1 3-26 0,-1 1 0 0,4 2 52 15,-4 2-30-15,4 0 0 0,-1 2-22 0,0 0 36 16,0 0-36-16,2 0 8 16,-4 8-18-16,4 1 9 0,-4 2 1 0,2 3 0 15,-2 0-43-15,0 3 30 0,-1 0-8 0,-1 4-16 16,-3 0-1-16,0 3 26 0,-4 2 8 0,-1-4-34 16,-1 11 29-16,-3-3-14 0,0 1 11 0,0 4-49 15,-12-2 22-15,-3 3-2 0,-4-2-13 0,0 0-4 16,-3-2 38-16,-1-2-4 0,-1-2-121 0,-1-4 52 15,1-1 30-15,-2-4-71 0,1-5 46 0,4-4 11 16,1-2-1-16,1-3 49 0,2-4 5 16,6 2-43-16,0-3 12 0,1 0 201 15,4 0-96-15,5 0-44 0,-1 0 175 0,0 0-93 16,2 0-54-16,0 0-6 0,0 0 11 0,2 0 4 16,13 2-8-16,0-2 43 0,4 2-39 0,1-1 1 15,8 2-41-15,-3-1 2 0,7-1-2 0,-2 0 1 16,0 2 0-16,0-1-68 0,2-1 34 0,-6 3 8 15,6 0-160-15,-5 2 82 0,-6-2 49 16,1 1 8-16,-2 0-99 0,0 2 44 16,-6-4 37-16,-1 3-133 0,-3-4 73 0,-1 0 7 15,-3-1 29-15,-3 1-12 0,-1-2 8 0,0 0 27 16,-2 0 0-16,0 0 53 0,0 0-26 0,0 0-9 16,0-3-174-16,-4-3 78 0,-1-1 39 15,1-2 0-15,0 4-188 0</inkml:trace>
  <inkml:trace contextRef="#ctx0" brushRef="#br0" timeOffset="65515.44">19622 13251 336 0,'-11'-1'0'15,"1"-8"0"-15,4 3 0 0,1 0 0 0,-2-2 0 0,3-4 6 0,0-1 1 0,3 0 167 16,1-2-63-16,0 1-43 0,0-2 0 0,0-1 10 15,3-1-22-15,6 0-1 0,0 2-14 0,1 1 29 16,0 1-1-16,0 2-36 0,2 1 37 0,-1 3-1 16,2 2-28-16,2 0-8 0,0 2 9 0,4 2-9 15,0 1-1-15,0 1-13 0,0 0 22 0,2 0-8 16,-3 7-1-16,-1 3-36 0,0 3 0 16,-2 2 37-16,-2 2 8 0,-4 0-79 0,1 4 33 15,-3 4 7-15,-5 1-42 0,0 1 23 16,-2 5 5-16,0 0 12 0,-7 1-19 0,-5 0-9 15,-1-4 37-15,0 2-48 0,1-9 17 0,-2 5-1 16,2-11 25-16,-1 1-64 0,-1-2 29 0,0-2-7 16,-1-6 22-16,0 0 20 0,0-5-12 0,-2-1-7 15,1-1 77-15,0 0-35 0,2 0-4 0,-2 0-29 16,5 0 161-16,1 0-75 0,3 0-37 0,1 0 91 16,5 0-45-16,-1 0-34 0,0 0 8 15,2 0 87-15,0 0-58 0,9 0-20 16,7 0-8-16,5 0-24 0,0 0-5 0,4 0 0 15,1 0 0-15,-4 0-32 0,6 0-7 0,-5 0 39 16,0 0-101-16,-1 0 50 0,1 0 25 0,-4 0-103 16,-1 0 38-16,-1 0 37 0,1-1-7 0,-4-1-298 15,-1 0 135-15,-1-3 80 0,1-2 16 0,-1-3-250 16,-3 2 156-16,1-2 78 0,1-3-243 0</inkml:trace>
  <inkml:trace contextRef="#ctx0" brushRef="#br0" timeOffset="65830.45">20418 12857 1267 0,'0'-12'0'0,"-2"6"0"0,-3 2 0 0,0 3 0 0,-4-3 0 0,2 3 0 0,2-1 0 0,1 2 0 0,0 0 0 0,1 0 165 0,0 0-70 0,1 0-32 16,0 8 52-16,0 7-41 15,1 2-21-15,-3 5 42 0,0 5-35 0,-1 2 0 16,-2 5-27-16,-3 7 35 0,-1 0 0 0,2-2-27 16,-7 12-9-16,1-6-7 0,0 2 7 0,0 0 1 15,0 0-13-15,0-7 21 0,-2 10-8 0,4-6-1 16,1-3-52-16,3-7 26 0,2-1 0 0,2-8-107 16,0-3 53-16,3-1 35 0,0-4 5 0,2-8-202 15,0-2 94-15,0-1 40 16,0-3 35-16,0-3-132 0,0 0 54 0,0 0 47 15,0-12-251-15,0-5 149 0,2-6 71 0,3 1 35 16,0-6-248-16</inkml:trace>
  <inkml:trace contextRef="#ctx0" brushRef="#br0" timeOffset="66100.09">20371 12905 523 0,'5'-13'0'0,"-2"6"0"0,-1 1 0 0,0 4 0 0,0 0 0 0,-1 0 327 15,1 2-139-15,0 0-82 0,0 0-36 0,3 10 242 16,-1 1-140-16,4 4-69 0,-2 0 68 0,3 8-73 16,0-1-32-16,1 2-1 0,1 3 86 0,1 3-60 15,0-1-21-15,1 6 12 0,3-1-25 0,-2 0 0 16,2-1-24-16,-3 2-44 0,2-2 30 0,-2 0-7 16,0-1 20-16,0-3-82 0,-2-1 41 15,1 0 21-15,-3-6 8 0,2 5-66 16,-3-9 37-16,0 3-15 0,-3-2-170 0,0-2 78 15,-1-4 55-15,-2-1-247 0,1-3 140 0,-3 0 59 16,0-3 38-16,0-3-214 0,0-3 118 0,-5 3 71 16,0-3 32-16,-4 0-277 0</inkml:trace>
  <inkml:trace contextRef="#ctx0" brushRef="#br0" timeOffset="66304.45">20296 13348 1150 0,'-11'0'0'0,"5"4"0"0,2-4 0 0,2 0 0 0,1 0 0 0,1 0 0 0,0 0 0 0,0 0 399 15,7 0-188-15,7 0-89 0,0 0-44 0,3-1 150 16,3-2-97-16,-2 2-41 0,1-1-177 0,-1 0 60 16,1-2 29-16,0 2 1 0,-2-1-133 0,-2 2 90 15,0 0 32-15,0 1-452 16,-2 0 244-16,-2 0 53 0,1-2 83 0</inkml:trace>
  <inkml:trace contextRef="#ctx0" brushRef="#br0" timeOffset="66496.93">20794 13066 930 0,'0'0'0'0,"0"0"0"0,3 0 0 0,6 0 0 0,-2 0 0 0,2 0 410 0,0 0-181 15,1 0-102-15,1 0 67 0,3 0-81 0,0 0-41 16,4 0 1-16,-4 0-4 0,4 0-36 0,-2 0 0 16,-1 3-1-16,-2-1-327 0,-2-1 164 0,-1 2 90 15,-1 0-537-15,-1 3 285 0,-3 1 143 0</inkml:trace>
  <inkml:trace contextRef="#ctx0" brushRef="#br0" timeOffset="66663.5">20909 13252 1177 0,'-6'6'0'0,"4"0"0"0,1-1 0 0,1-2 0 0,0 0 0 0,0 0 0 0,0-3 266 15,0 1-121-15,5-1-56 0,6 0-28 0,3 0 209 16,0 0-118-16,2 0-52 0,-2 0-158 0,2 0 45 16,-2 0 23-16,4 0 0 0,-4 0-428 15,4 0 222-15,0 0 114 0</inkml:trace>
  <inkml:trace contextRef="#ctx0" brushRef="#br0" timeOffset="67435.48">21868 12835 822 0,'-11'-10'0'0,"-1"6"0"0,3 1 0 0,-2 2 0 0,-2-1 0 0,0 2 0 0,-4 0 0 0,0 0 133 16,0 10-50-16,1 3-18 0,-2 3 38 0,2 3-35 15,0 6-1-15,4 1 44 0,-2 3-39 0,3-2 7 16,2 4-46-16,2-2 67 0,4 0-34 0,1-1 1 16,2 0-35-16,0-3 103 0,2 4-56 0,12-6-23 15,0-1 27-15,5-1-25 0,6-6-1 0,2-2-16 16,5-3-44-16,3-7 36 0,0-3 0 16,3 0-104-16,-3-1 53 0,-3-11 33 15,0-4-8-15,-2-4-175 0,-4-2 95 0,-3-3 25 16,-3 0 31-16,-2-4-159 0,-8 1 85 0,1-2 14 15,-6 2 30-15,-3-2-62 0,-2 0 39 0,0 0 8 16,-9 2 11-16,-5 1 18 0,-4 5 1 0,-3 1 37 16,-4 6 1-16,1 7-47 0,-8 3 9 0,2 5 106 15,-2 0-51-15,0 1-16 0,4 14 1 0,3-6 87 16,0 9-52-16,9-3-14 0,1 0-2 16,4 0 12-16,5-3-37 0,4 1 22 15,2 2-241-15,0-2 107 0,2-2 54 0,9-1-141 16,6-2 91-16,3-3 26 0,0-3 6 0,4-2-239 15</inkml:trace>
  <inkml:trace contextRef="#ctx0" brushRef="#br0" timeOffset="67745.31">22058 12473 597 0,'-7'-30'0'0,"-3"10"0"0,-1-1 0 0,-2 4 0 0,-3 4 0 0,2 3 0 0,-4 5 233 0,2 3-101 15,-1 2-49-15,0 0 51 0,-2 9-43 0,-2 12-33 16,3 5 0-16,-1 10 113 0,4 2-69 0,2 3-35 16,2 0 9-16,2 14 117 0,2-6-79 0,3 2-41 15,4 1 0-15,0 1 162 0,0 0-93 16,0 1-59-16,7 0 32 0,0 1-41 0,0-3-20 0,1 1-56 16,-1-3 9-16,1 3 26 0,-2-3-1 0,-1-3-80 15,-1 1 40-15,-2-7 0 16,-1-6 49-16,-1 3-198 0,0-4 69 0,-1-3 56 15,-10 0-182-15,-3-7 104 0,-1-4 12 0,-6-2-74 16,1-6 64-16,1-6 38 0,-2-2 1 0,3-4-143 16,1 0 82-16,4-1 53 0,1-9 21 0,5-7-108 15,3-2 65-15,4-5 34 0,0 3-9 0</inkml:trace>
  <inkml:trace contextRef="#ctx0" brushRef="#br0" timeOffset="68014.59">22079 13229 779 0,'14'0'0'0,"-2"0"0"0,-1 0 0 0,-2 0 0 0,-4 1 0 0,-2 6 206 15,-1 6-87-15,-2 1-43 0,0 1 225 0,0 6-138 16,0 3-65-16,-8-1-33 0,-1 3 81 0,-2 1-56 16,2-5-21-16,-5 6-8 0,3-9-36 0,-1 2 8 15,3-3-1-15,0-5 18 0,6-1-9 16,-4-5-9-16,4-1 54 0,3-5-27 0,-2 2 1 0,2-2-27 15,0-1 64-15,0 2-35 16,2-2-1-16,8 0-28 0,1 0 69 0,1 0-34 16,4 0 7-16,0 0-42 0,1 0-38 0,3 0 37 15,-2-2 1-15,1 1-184 0,-1-5 100 0,1 2 38 16,-1 0-582-16,0 2 294 0,-1 1 117 0,1 1 82 16</inkml:trace>
  <inkml:trace contextRef="#ctx0" brushRef="#br0" timeOffset="68880.84">22575 12875 596 0,'-15'-11'0'0,"3"4"0"0,5 2 0 0,-2 4 0 0,2-3 0 0,4 2 101 0,1 0-38 16,0 0 0-16,2 2-30 0,0 0 173 0,5 0-86 15,11 0-36-15,7 0 94 0,0 6-73 0,6 4-36 16,-1 0 1-16,0 6 36 0,-1 1-28 0,-3-1-9 16,-2 5-47-16,-5 0 11 0,-1 1 0 0,-7 1-1 15,-2-2-21-15,-5 5 22 0,0-1-1 0,-2 0 1 16,-2 2-38-16,-11-3-1 0,-4-1 47 0,-1-1-69 15,-5 0 31-15,0-6-8 16,-3-3-133-16,-1-3 66 0,6-5 45 0,-8 1 5 16,8-6-195-16,0 0 95 0,5 0 55 0,4 0 12 15,1-3-205-15,4 0 118 0,5-7 54 0,2-1 28 16,0 0-92-16,13-4 59 0</inkml:trace>
  <inkml:trace contextRef="#ctx0" brushRef="#br0" timeOffset="69097.39">22987 12804 598 0,'0'-7'0'0,"-5"6"0"0,-4 1 0 0,-4 0 0 0,-2 0 0 0,-3 1 305 0,0 10-136 16,-3 4-68-16,3 1-35 0,0 3 179 0,-3 6-111 16,5-1-50-16,2 2-26 0,4 3 70 0,2-3-47 15,3-2-16-15,3 7 60 0,2-8-47 0,0-2-22 16,4 4-101-16,8-4 40 0,4-4 7 0,4 1 31 15,3-3-331-15,1-2 166 16,5-1 82-16,1-6 42 0,3-1-538 0,-1-5 263 16,2 0 107-16,-4 0 71 0</inkml:trace>
  <inkml:trace contextRef="#ctx0" brushRef="#br0" timeOffset="69524.4">23382 12879 571 0,'-9'-15'0'0,"0"3"0"0,-5 5 0 0,0 1 0 0,-4 2 0 0,0 3 0 0,-1 1 135 0,0 0-56 0,0 4-22 16,0 10 70-16,0 6-46 0,3 0-25 0,0 6 9 15,4 3 39-15,2 1-36 0,2 0 0 0,6 0 19 16,2-1-27-16,0-5 9 0,0 1-37 0,9-6 19 16,3 1-18-16,4-6 0 0,2-3 0 0,1-1-26 15,1-4-7-15,1-5 32 0,0-1-106 16,-1 0 53-16,1-6 27 0,-2-6 8 0,1-9-169 0,-2 0 86 15,-4-3 20-15,0-4 29 0,-3-2-181 16,1-2 91-16,-5-4 26 0,0 1-56 16,-1-9 51-16,-3 3 28 0,2-4-3 0,-3-2 23 15,0-6 8-15,-1-2 0 0,1 1 0 0,0 2 0 16,-2 4 1-16,0 15-9 0,0 5 105 0,0 3-49 16,-4 13-24-16,-1 0 116 0,-1 6 104 0,0 4-94 15,1 2-61-15,-3 10 184 16,3 12-94-16,-2 6-61 0,4 5 73 0,1 4-54 0,2 12-40 15,0-2 0-15,0 2 99 0,0-1-65 16,2 3-33-16,3-8 9 0,4 10-8 0,1-6 0 16,0-3-33-16,1 1-99 0,0-12 49 0,3 3 33 15,-1-5-8-15,0-4-262 0,-2-6 142 16,2-3 47-16,-1-2-147 0,-1-9 71 0,-2-1 67 0,1-6-26 16,1 0-265-16,-4 0 167 0,2-13 74 0</inkml:trace>
  <inkml:trace contextRef="#ctx0" brushRef="#br0" timeOffset="69700.5">23628 12830 1171 0,'0'-1'0'0,"0"1"0"0,0 0 0 0,0 0 0 0,0 0 0 0,0 6 0 0,0 2 0 0,0 3 202 0,7-1-88 0,3 1-41 0,1 3 181 16,0-3-110-16,3 0-56 0,-1 2-19 0,-1-3-68 15,0 3 32-15,0-2 0 0,-1 0-113 0,-2 0 56 16,0 2 37-16,1 1-9 0,-1-4-344 0,-1 2 186 15,0-6 93-15,3-1-565 0,-4-5 288 16</inkml:trace>
  <inkml:trace contextRef="#ctx0" brushRef="#br0" timeOffset="69949.7">23961 12661 1321 0,'-2'0'0'0,"-4"0"0"0,5 0 0 0,-1 0 0 0,-2 0 0 0,1 8 0 0,0 1 0 0,1 4 0 0,-3 4 368 0,3 3-168 0,-2 5-76 0,-3 7-49 16,-2 8 96-16,-1 1-68 16,-3 5-36-16,-5 7 142 0,2 2-80 0,-7 10-52 15,0-4-23-15,1-1 35 0,-2 2-28 0,1-4 0 16,2-7-43-16,-2 2-30 0,3-1 22 0,1-5 1 16,5-2-104-16,2-11 63 0,3 1 40 0,0-5-9 15,2-5-181-15,4-5 96 0,-1-5 50 0,0-5-163 16,2-2 63-16,0-7 60 0,1-1-9 15,-1 0-245-15,0-1 148 0,2-13 65 16</inkml:trace>
  <inkml:trace contextRef="#ctx0" brushRef="#br0" timeOffset="70681.59">24331 12924 732 0,'-9'0'0'0,"0"-2"0"0,2 0 0 0,2 2 0 0,-1 0 0 0,4 0 0 0,-1 0 0 0,1 0 0 0,2 0 246 0,0 0-107 16,0 0-45-16,5 0 130 0,10 0-95 0,4 4-49 15,4 2-23-15,-1-2 140 0,-1 3-73 0,5-1-51 16,-3-2-19-16,5 0-21 0,-10-1 0 0,5 1 0 16,0-1-42-16,-5-1 17 0,-1 0 0 0,0 0 25 15,-2-2-289-15,-2 0 145 0,-1 0 79 0,-1 0-5 16,-2 0-535-16,-1 0 237 0</inkml:trace>
  <inkml:trace contextRef="#ctx0" brushRef="#br0" timeOffset="70899.05">24722 12772 1288 0,'0'0'0'0,"0"0"0"0,0 0 0 0,0 0 0 0,0 0 0 0,0 0 0 0,0 0 0 0,0 2 0 0,3 1 226 0,6 5-88 0,3 0-57 0,-1 1 219 16,2 0-134-16,1 3-67 0,-2-3-33 0,4 2 53 16,-3-2-47-16,-3 1 0 0,2 0-126 0,-2-2 43 15,0 2 22-15,-1-2 8 0,-2-1-334 0,2 0 173 16,-4 1 88-16,4-2 43 0,-2 0-299 0,2-4 95 16,-2 3 20-16,2-3-323 0</inkml:trace>
  <inkml:trace contextRef="#ctx0" brushRef="#br0" timeOffset="71139.43">25054 12659 1230 0,'0'0'0'0,"0"0"0"0,0 0 0 0,0 0 0 0,0 0 0 0,0 0 0 0,0 3 0 0,0 12 0 0,-6 2 367 0,-1 10-167 0,-2 5-84 0,-7 8-41 15,1 5 187-15,-2 3-106 0,-5 13-65 0,1-4 12 16,-3 4-35-16,1-1 0 0,-1 0-35 0,5-10-31 15,-4 5-7-15,3-6 38 16,3-4-168-16,1-9 84 0,0-1 42 0,3-3 29 16,0-7-232-16,3-4 119 0,0-7 11 0,3-2 46 15,2-5-281-15,1-5 136 0,-1-2 69 0,1 0-79 16,4-2 79-16,0-11 39 0,0-6 1 0,2 0-318 16</inkml:trace>
  <inkml:trace contextRef="#ctx0" brushRef="#br0" timeOffset="71744.08">25442 13004 949 0,'-1'-11'0'0,"-5"1"0"0,3 4 0 0,-4-4 0 0,0-2 0 0,0 4 0 0,-2-6 0 0,-4 3 0 0,6 0 109 0,-2-2-30 0,2 1-8 15,1 1 37-15,-2 0-37 16,3 4 0-16,-1-3-39 0,1 2 47 0,-2 4-46 16,2 1 0-16,0 0 38 0,-1 1 1 0,-1 2-39 15,-5 0 8-15,1 5 14 0,-2 13 0 0,0-2-23 16,-2 7 34-16,1 0-1 0,5 2-24 0,-4 5-8 16,5 0 83-16,3-2-42 0,1 1-20 0,2-4-1 15,2-4 33-15,0 2-31 0,0-5 0 0,2 0-23 16,5-3-34-16,3-2 35 0,0-5 8 15,2 0-76-15,0-3 33 0,1-1 1 16,0-4-22-16,0 0 24 0,2 0 8 0,0-3-17 16,2-10-153-16,2-4 68 0,0-1 49 0,-1-5-2 15,2-3-146-15,-2-2 70 0,0-4 50 0,4-6-72 16,-6 1 56-16,2-6 27 0,-2-1-8 0,3-3-23 16,-3-3 29-16,0-3 1 0,-1 3-3 0,-4 0 0 15,-1 11 24-15,-3 0 8 0,-1 3 28 16,-4 14-1-16,-2-2-27 0,0 8 0 0,0 3 170 15,-2 3-80-15,-4 3-45 0,2 3 285 16,-1 3-151-16,1-2-50 0,0 2 159 0,3 1-103 16,-1 0-59-16,0 0-31 0,2 0 22 0,-3 5-17 15,2 6-9-15,-1 5-25 0,0 2 39 0,0 3 0 16,-2 3-39-16,1 0 8 0,-3 9 80 0,3-1-45 16,-3 3-21-16,-1 8 74 0,4-2-48 0,-1-3-16 15,1 13-9-15,3-6-30 0,0 2 7 0,0-2 0 16,0 1-106-16,0-9 61 15,0 3 18-15,2-5 0 0,5-1-59 0,-1-6 42 16,0-6 22-16,1 1-289 0,-3-5 141 0,5-1 41 16,-5-6 45-16,2-1-383 0,-3-5 200 0,1 1 93 15,2-3 58-15,-3-2-454 0,1-1 252 0</inkml:trace>
  <inkml:trace contextRef="#ctx0" brushRef="#br0" timeOffset="72178.33">25798 12777 973 0,'-12'-9'0'0,"7"6"0"0,5 0 0 0,0 2 0 0,0-1 0 0,0 0 284 0,8 2-126 16,6 0-63-16,3 0 103 0,4 0-75 0,3 0-49 15,-2 5-21-15,3 5 199 0,-2 3-109 0,1 2-56 16,-7 2-19-16,4 5-9 15,-6 3-26-15,-4 0-1 0,-2 2-39 0,-3-1-1 16,-4-1 49-16,-1 5-9 0,-1-5-70 0,-1-1 35 16,-12 1 0-16,-4-3 1 0,-4-3 4 0,-1-1 29 15,-5-2-125-15,0-3 52 0,1-4 8 0,-3-1-1 16,1-5-91-16,-2 0 61 0,2-3 22 0,1 0-1 16,6 0-242-16,3-3 129 0,1-7 45 0,7 2 44 15,5 1-203-15,3-6 119 0,2 2 60 0,2 0-126 16,11-2 85-16</inkml:trace>
  <inkml:trace contextRef="#ctx0" brushRef="#br0" timeOffset="72424.83">26254 12753 912 0,'3'-7'0'0,"0"-4"0"0,-1 4 0 0,-2 4 0 0,0-3 0 0,0 1 0 0,-6 1 0 0,-7 2 0 0,0 0 255 0,-1 2-111 0,0 0-56 0,-2 6 164 16,0 7-102-16,-3 6-62 0,4 2 45 0,1 4-51 16,3 2-24-16,2 3 0 0,3 2 124 0,4 0-78 15,2-1-36-15,0 2 0 0,9-4 120 0,9 2-78 16,1-5-30-16,2 0-8 0,6-3-73 0,3-5 34 16,2 0 0-16,0-3-249 0,4-4 132 0,-2-1 55 15,2-5-636-15,-3 1 335 0,3-3 138 0,-1-1 92 16,-3-2-407-16</inkml:trace>
  <inkml:trace contextRef="#ctx0" brushRef="#br0" timeOffset="74727.2">21305 16101 166 0,'-4'0'0'0,"1"0"0"0,-4 0 0 0,2 0 0 0,-1 0 0 0,-1 0 0 0,2 0 0 0,-2 0 0 0,0 0 18 16,3 0-3-16,-1 0 1 0,1 0 3 0,1 0 24 16,1 0-26-16,-1-1 0 0,1-1 40 0,2-1-38 15,0 2 5-15,0 0-5 16,0 1 28-16,0-3-26 0,0 3-1 0,0 0 31 15,0 0-22-15,0 0-1 0,0 0-4 0,2 0 27 16,4 5 0-16,2 4-21 0,1-5 3 0,3 5 76 16,0-1-38-16,3-1 1 0,2 1 27 0,1-1-34 15,0-2 9-15,-1 3-41 0,1-3 23 0,-2 3 1 16,-2-3-25-16,2 0 33 0,-1 0 8 0,2-2-40 16,1 2-1-16,5 0 51 0,0-4-25 0,1 2 0 15,1-1-17-15,7 0 24 0,-2 0 0 16,4-2-33-16,1 0 23 0,2 0 0 15,1 0-14-15,-1 0-9 0,2 0-12 0,-2 0 13 16,-2 0 0-16,1-2-11 0,-1 0 19 0,-1 0-9 16,-2-1 1-16,3 0 13 0,-2 1-14 0,3-1 1 15,0-1 8-15,5 2 10 0,0-2-18 0,2 0 0 16,0-1-30-16,5 0 30 0,-9 0 7 0,14 0-7 16,-6-1-35-16,-1 1-1 0,4-3 33 0,-2 1-29 15,3 1 31-15,-3-2-3 0,3 1-10 16,2 1-25-16,0-1-8 0,1 0 36 15,0 1-20-15,1-1 15 0,0 2-4 0,-3 0 4 16,2 2-25-16,1-4 1 0,0 3 24 0,-1 0-2 16,4 1-16-16,-2 1 14 0,1 0-1 0,-1 0-9 15,1 0 7-15,-3 2 2 0,0 0-3 0,1 0 5 16,-2 0-4-16,-3 0 4 0,1 4-6 0,2 2-8 16,-1-1 9-16,0 1 2 0,0 0-15 0,-2-1 16 15,2 1-2-15,-2-1 0 0,2 1 16 16,-1 2-16-16,2-2-2 0,0-2 12 15,2 3-11-15,9-3 1 0,-4 2 0 0,2-3-1 16,-2 1 2-16,-5-4 2 0,11 2-21 0,-14-2 18 16,7 3 1-16,-1-3 0 0,-1 3 13 0,2-2-11 15,9-1-4-15,-9 2 1 0,2 2 12 0,-7-4-12 16,5 2 0-16,-2 1-2 0,4-1 3 0,3-2-1 16,-11 2 2-16,12-1-17 0,-1-1 17 15,-6 3 2-15,14-3 4 0,-9 0-7 16,4 0-1-16,0 0 0 0,3 0 25 0,-10 0 3 15,16 0-26-15,-5 0-1 0,1 2 7 0,-4-1-5 16,-4 1 2-16,-9 1-10 0,12-1 10 0,-15 1-1 16,7-1 3-16,-4 1-17 0,8 2 15 0,-9-4 2 15,9 3-4-15,-1-1 10 0,-1 0-13 0,-1 0 4 16,2 1-6-16,-7 0 6 0,14-2-1 0,-9 2-1 16,2 0 203-16,2-2-215 0,-3 0 0 0,-5 1 0 15,2-1 0-15,-2 1 0 0,-1-1 0 0,-2 0 0 16,3 0 0-16,-2 2 0 15,3-3 0-15,6 1 0 0,0 1 0 0,0-2 0 16,0 0 0-16,-6-1 0 0,13 0 0 0,-8 0 0 16,0 0 0-16,-2 0 0 0,2 0 0 0,-5 0 0 15,13-1 0-15,-8 0 0 0,0-2 0 0,-8 0 0 16,6-1 0-16,7-2 0 0,-10 3 0 16,4-3 0-16,2 3 0 0,2-3 0 15,-5-1 0-15,12 2 0 0,-4-1 0 0,-3 3 0 16,-1-1 0-16,-1-2 0 0,-6 4 0 0,10-1 0 15,-4 0 0-15,-1 1 0 0,0-1 0 0,-9 3 0 16,1-2 0-16,0 2 0 0,-2 0 0 0,-4 0 0 16,-1 0 0-16,-2 0 0 0,-4 0 0 0,4 0 0 15,-3 0-187-15,-8-1 172 0,2 1-5 0,-1 0 5 16,-3 0 2-16,-2 0 25 0,0 0 0 0,-4 0-23 16,-7 0 0-16,5 0 34 0,-1 0-34 0,-2 0 3 15,-5 0 0-15,1 0 42 0,-4 0-39 16,-1 0 6-16,-3 0-4 0,-3 0 4 15,-1 0-3-15,-2 0 4 0,-1 0-45 0,-1 0-2 16,-1-2 40-16,0-1-167 0,0-2 79 0,0-2 32 16,-13-1 22-16,-14 3-666 0,-14 2 329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43:41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1576 7367 471 0,'-6'1'0'0,"1"2"0"0,0 1 0 0,3-2 0 0,-2-1 0 0,1 2 99 0,1-2-32 0,-1-1 22 16,1 0-20-16,2 2-8 0,0-2-28 0,0 0 0 15,0 0-1-15,0 0 68 0,0 0-25 16,-1 0-8-16,1 0 27 0,0 0-30 0,0 0 0 0,0 0-31 0,0-2 41 16,0-2-9-16,0-2-32 0,0-1 38 15,0 2-1-15,0-3-37 0,0 3 27 16,1-1-27-16,1 0-1 0,1 0 12 0,-1 3-11 15,-2-1-1-15,3 0 9 0,0 0-8 0,-2 3 0 16,1-4 0-16,-1 4-26 0,1 0 1 0,0-2 33 16,3 1-9-16,-4-1 1 0,2 1-26 15,1 0-5-15,-1-1 28 0,3 2-1 0,-3-3-12 16,0 3 7-16,2-1 1 0,-3 0-4 0,1 0 24 16,0 2-17-16,2-1-4 15,-3 1 22-15,1 0-21 0,3 0 1 0,-3 0-33 0,3-3 39 16,-1 3-6-16,2 0 3 0,0 0 13 0,0 0-16 0,3 0 0 0,-2 0 38 15,2 0-7-15,0 0-29 16,0 0 31-16,2 0-28 16,-1 0-1-16,2 0 17 0,0-1-16 0,0 1 2 0,-3 0-1 0,3 0-31 15,0 0 32-15,0 0 8 0,0 0-8 16,-1 0 0-16,1 4-34 0,1-1-1 16,0 1 33-16,2-1 2 0,-1 0-42 0,0 0-5 15,1-1 39-15,3-2-7 0,-4 2-27 0,2-1-5 0,1-1 33 0,1 2-30 16,-2 0 27-16,-1 2-7 15,3 0 6-15,-3-1-2 0,1 1 0 16,-2-2-8-16,2 2 8 0,1 1-2 0,-1-1 7 16,-1-1-6-16,1 2-1 0,1-1 1 0,-1-2 25 15,2 2-24-15,1-3 4 0,2-1-4 0,3 2 2 16,-1-2 16-16,-3 0-16 0,1 0-1 0,3 0 11 16,-3 0-9-16,1 0 1 0,-3 0-2 0,1-2-33 15,0 1 33-15,1-2 5 0,3 2-4 0,-1-1 23 0,0 0-24 16,0 0 0-16,3 2 0 15,-5-2 153-15,6-1-168 0,1 2 0 0,-2-1 0 16,-2 2 0-16,1-4 0 0,-1 3 0 0,5-3 0 0,0 0 0 16,-1 1 0-16,-2 0 0 0,3 0 0 15,-6 0 0-15,2 1 0 0,2-1 0 0,-3 1 0 16,-1 0 0-16,3 1 0 0,-3-1 0 0,2 2 0 16,2 0 0-16,-3 0 0 0,4-2 0 0,-2 2 0 15,-3 0 0-15,6-3 0 0,-2 3 0 16,-3 0 0-16,5-1 0 0,-3 1 0 0,3-2 0 15,2 0 0-15,1 1 0 0,-1-1 0 0,-1 2 0 16,1-2 0-16,-2 2 0 16,0-2 0-16,1 2 0 0,-1 0 0 0,0 0 0 15,-3 0 0-15,0 0 0 0,4 0 0 0,-2 0 0 16,0 0 0-16,1 0 0 0,-3-1 0 0,-2-2 0 16,7 2 0-16,-2-2 0 0,0 0 0 0,2-1 0 15,0 2 0-15,-2-2 0 0,0 3 0 0,-2-2 0 16,0 0 0-16,0 1 0 0,1 0 0 0,-7 0 0 15,8 0 0-15,-4 0 0 0,2 0 0 0,-3 1 0 16,0-3 0-16,-2 2 0 16,6-2 0-16,-5 0 0 0,1 1 0 0,-1-1 0 15,-2 0 0-15,5-2 0 0,-3 3 0 0,1-1 0 16,-1 0 0-16,-5 1 0 0,5 0 0 0,-5 2 0 16,3-2 0-16,-1 2 0 0,4 1 0 0,1 0 0 15,-4 0 0-15,5 0 0 0,-5 0 0 0,-1 0 0 16,0 0 0-16,1 0 0 15,1 0 0-15,-3 0 0 0,-1-2 0 0,0 1 0 0,0 1 0 16,-4 0 0-16,-2 0 0 0,3 0 0 0,-6 0 0 16,-1 0 0-16,-1 0 0 0,0 0 0 15,-3 0 0-15,-2 0 0 0,0 0-166 0,-1 0 102 16,-2 0 23-16,0 0-1 0,0 0 15 0,0 0-93 16,0 0 40-16,0 0 27 0,-4-3-1 0,0 3-240 15,-3 0 123-15,1 0 73 0,0 0-513 0,1 0 290 16,2 0 144-16,0-2-580 0</inkml:trace>
  <inkml:trace contextRef="#ctx0" brushRef="#br0" timeOffset="267.86">5200 6892 1933 0,'-8'0'0'0,"4"0"0"0,4 0 0 0,0 0 0 0,0 0 0 0,3 0 0 0,6 0 0 0,1 0 0 0,6 2 155 0,2 0-61 0,3 1 116 16,0 4-80-16,5-2-52 16,1 2-23-16,-3 2-56 0,1-1 1 0,-7 4 33 15,2-2 8-15,0 4-41 0,-4 1-1 0,-1 0 34 16,-4 2 0-16,-3 0-17 0,-2 4-8 0,-4-1 53 16,-2 6 0-16,0 1-28 0,-5 1-14 0,-11 0 85 15,-5 2-45-15,-1 0 0 0,-8 4-34 0,0 0-151 16,-4 0 79-16,-2 0 45 0,-2-1 6 0,-4 1-287 15,-2 2 145-15,-3-3 75 0</inkml:trace>
  <inkml:trace contextRef="#ctx0" brushRef="#br0" timeOffset="1526.12">2638 5224 401 0,'-2'-3'0'0,"1"-1"0"0,-5 0 0 0,4-2 0 0,-1-1 0 0,1-1 0 0,1 1 64 0,-1 0-31 16,2-3 0-16,-2 2-1 0,2 1 36 0,0 0-1 16,0 1-26-16,-1 0-9 0,1 4 51 0,0 1-26 15,-3-2 65-15,3 2-45 0,0 1-13 0,-2 0-9 16,0 0 6-16,1 0-29 0,-1 7 1 0,0 5 0 16,2 1 50-16,-1 2-29 15,1 3 17-15,0 2 0 0,0 3-38 0,0 2-1 0,0-1 58 16,0 8-33-16,0 2 1 15,0 2-26-15,0 5 26 0,0 0-1 0,0 1-16 0,0 13 33 16,0-3-20-16,0 12-1 0,0 0-20 16,0 3 0-16,0-3 30 0,0 17-9 0,0-4-21 0,-4 4 7 15,4-1-8-15,-2 1 1 0,-1 2-3 16,1 8 3-16,2-3 0 0,0-1 0 0,-2-1-1 0,2-9 25 16,-1 5 8-16,1 2-10 0,-2 8 0 15,2-7-22-15,-1-10 0 0,-1 7 22 0,-3-2-14 0,2-2-8 16,1 0-1-16,-4 0 9 15,5-1-8-15,-4 3 0 0,0 1 8 16,3 4-39-16,-4 7 1 0,6-5 30 0,0-13-96 16,0 5 44-16,0-15 23 0,0 10-6 0,0-24 8 0,0 2-116 15,0-11 61-15,6-4-68 0,-1-5 50 16,-1-4 31-16,2-6 2 0,-2 3-62 0,1-4 40 16,-3-3 4-16,1-1-11 0,-1-2-16 0,-2 0 17 0,0-5 0 15,0-1 30-15,0-6-202 0,0 1 105 0,0-4 48 16,-5 0-285-16,0-15 167 15,2-13 83-15,-3-8 34 0,-2-14-348 0,0-16 199 16</inkml:trace>
  <inkml:trace contextRef="#ctx0" brushRef="#br0" timeOffset="1871.7">2660 5013 792 0,'-8'0'0'0,"4"0"0"0,-1 1 0 0,0 1 0 0,-1 0 0 0,-4 1 0 0,1 3 0 0,-1 2 211 0,-3 3-89 0,2 4-3 16,-1 3-36-16,-4 6-28 0,0 1-1 0,0 7 0 15,-3 7-21-15,1-3 0 0,3 0 8 0,-7 9-77 16,9-6 35-16,0-8 0 0,-1-1 34 0,6-8-125 16,0 0 71-16,0-6 22 0,3-4 1 0,4-3-286 15,-1-6 143-15,2 1 37 0,0-4 49 16,0 0-285-16</inkml:trace>
  <inkml:trace contextRef="#ctx0" brushRef="#br0" timeOffset="2121.73">2522 5031 1039 0,'5'0'0'15,"-2"0"0"-15,4 0 0 0,-2 1 0 0,2 5 0 0,-1 4 0 0,3 1 0 0,5 5 0 0,5 2 427 0,1 2-201 0,4 3-97 0,-3 3 204 16,3 3-151-16,3 7-74 0,-5-7 79 15,5 11-81-15,-5-6-36 0,-4-3-64 16,2 1 0-16,-2 1 26 0,-1-7 9 16,-2 1-8-16,-1-6-58 0,-3 0 28 0,-1-4 1 0,2-2-99 15,-7-3 71-15,1-3 25 0,-4-4-210 16,3-3 89-16,-4 1 63 0,1-2-3 0,-2-1 24 16,0 0-150-16,0 0 78 0,0-4 33 0,0-6-88 15,-2-1 65-15,-1 1 24 0,0-2-348 0,1-1 194 16</inkml:trace>
  <inkml:trace contextRef="#ctx0" brushRef="#br0" timeOffset="9670.94">2629 5745 188 0,'0'0'0'0,"0"0"0"0,0 0 0 0,0 0 0 0,0 0 0 0,0 0 0 0,0 0 0 0,0 0 81 0,0 0-31 0,0 0 6 16,0 0-1-16,0 0-25 0,0 0 0 0,0 0 34 15,0 0-8-15,0 0-24 0,0 0 1 0,0 0 40 16,0 0 7-16,0 0-47 0,0 0 0 0,0 0 40 16,0 0-41-16,0 0 1 0,0 0 8 0,0 0 16 15,0 0-1-15,0 0-1 16,0-2-22-16,0 0 0 0,0 2 8 0,0 0-8 15,0 0 0-15,0 0-1 0,0 0 1 0,0 0-14 16,0 0 22-16,0 0-8 0,3-2-1 0,-3 2-22 16,3 0 22-16,-2 0 1 0,1-1 8 0,1-1-21 15,-1 2 9-15,1-2 2 0,0-1-3 0,-1 1-29 16,1 2 35-16,2-1-28 0,-2 1-1 0,0-2 23 16,-2 2-4-16,3 0-41 0,-3 0 46 0,4-3-5 15,-2 3-7-15,-1 0-28 0,1 0 28 16,2 0 3-16,0-1-5 0,-1-1 0 15,1 0 0-15,0 0 2 0,-2 1-6 0,2-1 17 16,0-1-10-16,1 0-7 0,-3 1 5 16,2 0 0-16,0 1-37 0,-2-2 36 0,2 2 5 0,0-1-4 15,0 2-7-15,2 0 5 0,-5 0 0 0,4-2 1 16,-1 2-28-16,1 0 26 0,0 0-4 0,-1 0 4 16,3 0 6-16,-3-2-8 15,1 2-1-15,0 0 0 0,1 0-7 0,-1-2 7 0,-1 2 2 16,2 0-23-16,-2 0 24 0,2 0-3 0,-1 0-11 15,1 0 10-15,1 0 0 0,0 0 0 0,1 0 9 16,1 0-10-16,-1 0 1 0,2 2-1 0,-1-2 27 16,1 2-26-16,-1-2 2 0,2 2-2 0,-2-2 12 15,-2 0-11-15,0 0 4 0,0 2-4 0,1-1-36 16,-1-1 36-16,2 3 19 0,-3-2-19 0,3 1 1 16,-4 0-1-16,3 0 23 15,3-1-22-15,-4 2-1 0,2-3 0 0,-1 0 5 16,0 2-2-16,0-2-2 0,1 0-1 0,0 1-3 15,-3-1 4-15,1 0 3 0,-1 2 1 0,0-2-26 16,1 2 22-16,0 0 1 0,-2-2 2 0,0 1-5 16,2 2 4-16,-3-1-3 0,2-1 1 0,2-1-2 15,-1 2 1-15,-2 1-8 0,2-3 9 0,3 2-2 16,-6-2 1-16,1 0-10 0,2 2 9 0,0-2 0 16,0 1-19-16,-3-1 18 0,3 2 0 15,-3 0 0-15,4 2 1 0,-3-3-2 16,1 3 1-16,1-2-1 0,0 1-1 0,1 1 1 15,-2 0 18-15,3 1-19 0,-1-4 4 0,-1 2-3 16,1 1 17-16,2 0-15 16,-5-2 1-16,1 2-1 0,4 0 1 0,-3-1-1 15,-2 1 4-15,1 0-3 0,1 2-26 0,1-3 25 16,-1 3 2-16,-1 1-2 0,2-1-13 0,-1-1 12 16,-2 3-8-16,4 0 7 0,-1-3 1 0,1 3-1 15,-2 0-4-15,3-3 3 0,-5 1-1 0,5-1 1 16,-3 1 4-16,2-1-4 0,-1 0 1 15,-2 1-1-15,3 3-10 0,-1-4 10 0,-1 2 1 16,1 1-1-16,1-1-6 0,-2 1 6 0,-4-3-1 16,6 3-12-16,-4 0 13 0,1-3-1 0,1 3-6 15,0-2 5-15,-2-1 0 0,2 0 0 0,-4 1-13 16,3 0 13-16,-1-1-3 0,0-1 2 0,1 3-11 16,-2-5 11-16,1 4-1 15,-1-2 0-15,0 1-10 0,4-1 9 16,-7 2 0-16,4-2-1 0,-1 2 1 0,1-1 0 15,0 1-1-15,1-3 10 0,-1 3-9 0,1 0 0 0,-1-2 12 16,0 5-11-16,-1-3-1 0,1 0 16 0,-1-1-14 16,2 3 0-16,-1-3 1 0,0 2 18 0,-1-1-18 0,0 2 0 15,0-3 2-15,1 2 27 0,0 1-27 0,2 0 0 16,-3-3 2-16,0 2 5 0,1 2-5 0,0-2 1 16,-1 0 0-16,1 1 11 15,-1 1-10-15,-1-2 18 0,2 3-17 0,0-1 1 16,-1-2-1-16,-2 0-13 0,0 1 12 0,0-1 0 15,4 0-20-15,-6 1 21 0,4-2-2 16,-2-1 1-16,2 1-14 0,-3 0 13 0,2 1-1 16,0-1 1-16,-1 1 5 0,2-1-6 0,-2 1-3 15,1 0 3-15,1-1 17 0,-3 3-16 0,2-5-1 16,0 4 0-16,1-2-10 0,-1-1 10 0,1 1 2 16,-2-1-37-16,2 1 34 0,-2 0 0 0,0 1-22 15,1-1 0-15,-1 0 19 16,2 1-1-16,-2 1-31 0,1-1 29 0,1 1 0 15,-3 0-4-15,1 1 1 0,0 0-2 0,0 0 4 16,1 2-6-16,-1-2 13 0,0-1-9 0,0 0 0 16,0 1 21-16,-1-1-20 0,1-1 1 0,0 1 24 15,0-1-22-15,-1-1-2 0,-1 2 4 0,3-1 9 16,-1 0-10-16,0 1 0 0,0-2 1 16,0 4-1-16,-1-3 3 0,1 0-3 0,2 1 3 15,-4-1-5-15,3 1 3 0,-3 1 0 16,1-1 1-16,0-1-1 0,2 1 0 0,-2-1 1 15,0-1-1-15,0 1-1 0,0 0 1 0,1 1-6 16,-1 0 6-16,-2-1-1 16,3 0 1-16,-2 4 5 0,1-4-4 0,0 0-2 0,-2 1 1 0,1-2 9 15,-1 1-9-15,2-1 1 0,-2-1-7 0,2 2 6 16,-2-1 1-16,0 2-15 0,0-1 14 0,3 1 1 16,-3 0-2-16,1 1-15 0,-1 0 14 0,0 0 1 15,2 1-1-15,-2-1-11 16,3 2 10-16,-3 1 1 0,1-2-2 0,1 0-2 15,-2 0 1-15,2-1 2 0,-2 1-2 0,0-1 0 16,3-1 0-16,-3 1 15 0,0-1-14 0,0-1 1 16,0 2 0-16,0-1-3 0,0 0 3 0,0 1 0 15,0 0 1-15,0 1-14 0,0-1 13 0,0 0 0 16,0 3 0-16,0-2-18 0,0 2 17 0,0-2 0 16,0 1-26-16,0-2 24 0,3 2-2 15,-3 1 1-15,0-3 0 0,0 2-1 16,2-3-1-16,-2 1 14 0,0-1-13 0,1-3 1 15,-1 3-1-15,0-1 15 0,2-1-13 0,-2-1 0 16,0 1 1-16,2 1 4 0,-2-4-4 0,0 1 0 16,0-1-5-16,0-1 5 0,0-1 1 0,1-1-30 15,-1 0 28-15,0 0-1 0,0 0 2 0,0 0-17 16,0 0 14-16,0 0 1 0,0 0-3 0,0 0-26 16,0 0 27-16,0 0-2 0,0 0 1 15,0 0-27-15,0 0-2 0,0 0 22 16,0 0-24-16,0 0-3 0,0 0 29 0,0 0-85 15,0 0 37-15,0 0 11 0,0 0 5 0,0 0-167 16,0 0 89-16,0 0 44 0,0 0 22 0,0 0-394 16,0 0 213-16,0 0 101 0</inkml:trace>
  <inkml:trace contextRef="#ctx0" brushRef="#br0" timeOffset="14994.84">2641 5761 273 0,'0'-1'0'0,"0"-2"0"0,0 2 0 0,0 1 0 0,0-2 0 0,0 2 0 0,0-2 0 0,0 2-16 0,0 0 35 0,0 0 0 15,0 0-13-15,0 0 12 0,0 0-1 0,0 0 1 16,0-2-29-16,0 2 26 16,0 0 5-16,0 0-5 0,0-2-11 0,0 2 10 15,0 0 1-15,0 0 37 0,0-1-34 16,0 1-3-16,0 0 43 0,0 0-1 0,0 0-37 0,0 0-2 15,0 0 9-15,0 0 34 0,0 0-33 0,0 0 26 16,0 0 5-16,0 0-32 0,0 0 15 0,0 0 1 16,0 0-8-16,0 0-3 15,0-2-2-15,0 2 14 0,0 0-3 0,0 0-8 0,0 0 13 0,0 0-13 16,0-2 0-16,0 2-1 0,0 0 32 16,0 0-31-16,0 0 0 15,0 0 0-15,0 0-3 0,0 0 2 0,0 0 9 0,0 0-27 16,0 0 19-16,0 0-1 0,0 0 1 0,0 0-13 15,0 0-8-15,0 0 21 0,0 0-5 0,0 0-32 16,0 0 30-16,0 0-5 0,0 0 6 0,0 0-3 0,0 0 2 16,0 0-4-16,0 0-6 0,0 0 12 0,0 0-4 15,0 0-2-15,0 0-29 0,0 0-1 16,0 0 4-16,0 0 3 16,0 0 20-16,0 0-3 0,0 0 2 0,0 0-19 15,0 0 17-15,0 0-2 0,0 0 1 0,0 0 14 16,0 0-15-16,0 0-3 0,0 0 3 0,0 0 4 15,0 0-4-15,0 0-22 0,0 0 22 0,0 0 2 16,0 0-1-16,0 0 6 0,0 0-47 0,0 0 38 0,0 0-24 16,0 0 22-16,0 0 1 15,0 0-2-15,2 0-1 0,-2 0-1 16,0 0 2-16,0 0-5 0,0 0 14 0,3 0-9 16,-3 0-1-16,0 0-2 0,2 0 2 0,-2 0 1 15,0 0 0-15,1 0 3 0,-1 0-3 0,2 0 1 16,-2 0-1-16,0 0 11 0,0 0-10 0,1 0 2 15,-1 0-3-15,0 0 19 0,0 0-18 0,0 0-8 16,0 0 8-16,0 0 3 0,0 0-3 0,0 0 2 0,2 0-17 16,-2 0 16-16,0 0-1 0,2 0 4 0,1 0-41 15,-2 0 35-15,-1 0-11 0,2 0 10 16,1 0 0-16,-2 0-2 16,1 0-5-16,-2 0 4 0,2 0 2 0,-1 0-3 15,1 0-3-15,1 0 6 0,-3 0-1 0,2 0 0 16,-2 2 12-16,1-2-11 0,-1 2-1 0,2-2 6 15,0 1-6-15,-2 1 1 0,1-2 0 0,-1 2 8 16,2 0-8-16,1 0 2 0,-1-2-2 0,-2 1-16 16,0 2 16-16,3-2-3 0,-1 3 4 0,0-2-2 15,0 1 1-15,1-1-13 16,-3 0 12-16,2 1-1 0,1-2 1 0,-2 1-1 0,1 0-2 16,0 0 1-16,-2 0 14 0,1 0-13 0,-1-1 1 15,2-1-1-15,-2 3 20 0,2-3-18 0,-2 1-1 16,0 1 1-16,3-2 19 0,-3 2-18 15,1 0 0-15,-1-2 0 0,2 1-21 0,1 2 21 16,-2-1-13-16,1 0 13 0,-2 0 0 0,2 0-1 16,-1-1-1-16,1 1-37 0,1 0 36 0,-1 0 0 15,-1 0-5-15,1 1-24 0,-1-1-6 16,1 0 32-16,0 2-43 0,1 0 39 16,-1 0-5-16,2-1 17 0,-3 1-15 0,3 0 1 15,-1-1-3-15,-3 1 26 0,2-1-23 0,2 0 0 16,-2 1 11-16,0-3-10 0,-1 1 1 0,1 2-1 0,1-2 39 15,-1 2-37-15,1-2 5 0,0 1-4 0,-2 0 36 16,1 0-33-16,1 1 2 0,-1-3-2 0,1 3 29 16,0 0-27-16,-1 1 3 0,1-3 7 15,-1 3-8-15,2-1 0 16,-2-1-1-16,2 1 1 0,-2 0 4 0,1 0-4 16,2-1-12-16,-3 1 12 0,1 0 0 0,-1 0 0 15,1 1-13-15,2-1 12 0,-5 0-1 0,5-1-16 16,-3 1 15-16,3-3 2 0,-5 4-2 0,5-2-13 15,-4 2 12-15,1-4 1 0,1 3-2 0,-1-1 12 16,3 0-11-16,-4 0 1 0,4 1-1 0,-4-2 0 16,3 1 0-16,-3-1 3 0,1 2-2 0,3-2 0 15,-4 1 0-15,1 0-1 0,-1 1-1 16,3-1 3-16,-1-1 0 0,-1 2-1 0,2 0-14 16,-1-1 14-16,-1 1-12 0,1-2 12 15,-1 1-2-15,2 0 0 0,0 0-4 0,-1-1 4 16,0 2-1-16,0-2-22 0,2 0 21 0,-2 0 1 15,0 1-2-15,-1-1 2 0,3 2-8 0,-2-2 7 16,-2 2-2-16,3 1 8 0,0-5-7 0,-3 4 0 16,4 0 0-16,-1-3 8 0,-1 2-8 0,0 2 1 15,0-3-1-15,1 1 5 0,-3 2-3 16,4-4 3-16,-3 4-2 0,1-4-2 16,1 3 2-16,1-1 0 0,-5-1-1 0,5 2 0 15,-2-1 0-15,0 1 0 0,-1-3 0 0,3 2 0 16,-2 1 0-16,0 0 0 0,0-2 0 0,0 2 0 0,2-1 0 15,-3 1 0-15,1 0 0 0,0-1 0 0,2 1-4 16,-3-2 4-16,5 2 0 0,-2 0-8 16,-3 1 8-16,2-1-1 0,0 2 2 15,2-2-1-15,-3 1-1 16,2 1 0-16,1 1 20 0,-4-1-19 0,4-1-1 16,-3 4 1-16,4-4 0 0,-5 1 5 0,3-3-4 0,2 4-1 15,-4-3 1-15,0 0 1 0,2 0-1 0,0 0-18 16,-2 0 18-16,1-1 1 0,3 1-2 0,-5-1-25 15,2 1 0-15,0-2 22 0,-3 4 1 0,3-3-16 16,0 2 14-16,1 0 2 0,-4-1-2 0,3 0-2 16,-1 2 1-16,2-3-4 0,-4 1 5 0,2 0-3 0,1-2 2 15,-1 0-1-15,-1 1-19 0,2 0 19 16,-1 0-9-16,-1-2 10 16,1 4-1-16,-1-4-1 0,2 3 16 0,0-3-17 15,-3 4 2-15,4-2-2 0,-3-1 25 0,1 2-23 16,1 0 0-16,-2-1 0 0,1 2 0 0,2-2 3 15,-2 1-2-15,-1-1 29 0,1 1-29 0,2 0 8 16,-4-2-6-16,4 2 1 0,-4-3 1 0,3 1 0 16,-1 2-1-16,-3-1-27 0,5-2 27 0,-4 1-2 15,1-1-11-15,0 2 11 0,1-2-1 16,0 1 8-16,-1 0-7 0,-1 0-1 16,1 0 0-16,2 1-1 0,-2 0 12 0,1 0-12 0,-1 1 2 15,1-2 0-15,0 2 10 0,-1 0-8 0,1-1-10 16,2-1 10-16,-4 2-1 0,4-2 1 15,-4 0-37-15,3-1 35 0,-1 1-1 0,-3 0 0 16,5 0-28-16,-4-1 26 0,1 2 1 0,-1-1 16 0,1-1-19 16,0 2 0-16,1-3 19 15,-1 6-18-15,-2-5 1 0,5 1-1 16,-3 2-2-16,0-2 30 0,1-1 0 0,-3 1-21 16,2 1-4-16,1-2 33 0,0 0-30 0,-1 2 10 15,-1-1-9-15,1-1 4 0,0 2-3 0,1-1-4 16,0-1 5-16,0 3 1 0,-2-2-1 0,4 2-3 15,-5-3 3-15,5 3-1 0,-4 0-2 0,3-2 1 0,-3 2 1 16,3-1-1-16,-1-1 1 0,-1 1 0 0,2 0-1 16,-1 0 1-16,-1 0 1 0,1-2-1 0,0 4 0 15,0-4 0 1,0 1-3-16,-1 2 3 0,3-3-14 0,-3 4 13 16,1-4 1-16,1 2-1 0,-2 1-21 0,1 1 20 0,-1-4-1 15,2 3 2-15,0 0-4 0,-3-1 7 0,3-1-6 16,-1 2 9-16,0-2-8 0,0 2 0 0,0-2 0 0,-1 1-6 15,1-1 5 1,0 0 2-16,-1 1-1 0,1-2 8 0,-2 0-7 16,1 2 0-16,3-1 0 0,-3-1 4 0,-1 2-4 15,3 0 8-15,-2-1-7 0,3 0-1 0,-3 2 0 0,2-1 0 16,0-1-2-16,-1 2 2 0,3-2 2 16,-1 2-2-1,-2 0-2-15,2-2 2 0,1 1 2 0,-1 1-15 0,0-3 13 0,1 3 0 0,-3 0-2 16,2 0 2-16,1-1-2 0,-3 0 2 15,4 0 10-15,-2 1-11 0,1 0 0 0,2 0 0 0,-3 0 13 16,3-1-12-16,-2-1 1 16,2 1 7-16,-2 2-7 0,1-3 0 0,2 1 1 0,-1 2 3 15,-2-2-2-15,-1 0-2 0,3-1 2 16,-2 2-7-16,1-1 6 0,-1 1 0 16,1 3 0-16,2-4 0 0,-4 1-1 0,3 2 10 15,-2-1-9-15,2-1 0 0,0 2 0 0,0-3 5 16,-2 2-5-16,4 0 0 0,-2 0 1 0,0-1-1 0,-2-1 0 15,2 1 0-15,3 2-1 0,-5 0 2 0,1-3-1 16,-1 3 1-16,2-1-2 0,-3 2 2 16,1-4 0-16,-1 3-1 15,1-1 16-15,2 1-15 0,-3-2-1 0,1 1 40 16,-1 0-37-16,2 0-1 0,-2-2 16 16,2 1-14-16,-1 0 1 0,-1 1 0 0,2 0 2 0,-1-2-20 15,-1 1 19-15,1 0-1 0,0 1 2 0,-2-1-10 16,5 1 9-16,-4 1-14 0,0-1 12 0,-1 2 0 15,1-2-3-15,2 1 18 0,-2-1-16 0,2 1 0 16,-2 0-2-16,0 0 0 0,0-1 2 0,1 1 2 16,0-1-15-16,-1 1 13 0,1-2 1 15,-1 1-1-15,2 1-7 0,-2-1 8 0,2 0-1 16,-5 0-1-16,4-1-14 0,-1 2 15 0,0-3-4 16,1 3-1-16,-1-2-2 0,-2 1 3 0,3 1 1 15,-3 0-1-15,1-1 1 0,2-1 0 16,-2 1 20-16,0 1-19 0,-1-2 0 0,2 2 0 15,0-3 1-15,-2 1-1 0,2-1 1 0,-2 2 0 16,-1-2-4-16,2-1 4 0,1 3 1 0,-5-4-15 16,4 3 14-16,-2-3-1 0,1 1 1 15,-1 2-8-15,0 0 7 0,1-2-2 0,-2 1 2 16,1 2-4-16,1-4 2 0,-2 2 0 16,3 1 1-16,-1-1 1 0,-3 0-2 0,5 1 2 15,-4-2-1-15,1 2-1 0,0-3 1 0,-1 3 0 16,1-2 0-16,1 2 0 0,-1-3 0 0,-1 5 0 15,1-6 0-15,0 4 0 0,0-2-1 0,0 0 12 16,1 1-11-16,-3 0 5 0,0-2-4 0,2 1 0 16,-2-2-1-16,0 2-1 0,0-2 1 0,0 0 1 0,0 0 0 15,0 0 1-15,0 0-3 0,0 0 2 0,0 0 0 16,0 0 1-16,0 0-7 16,0 0 6-16,0 0-70 0,0 0 32 0,0 0 0 15,-9-2 30-15,-3-4-579 0,1-5 279 0</inkml:trace>
  <inkml:trace contextRef="#ctx0" brushRef="#br0" timeOffset="19099.96">6743 7291 594 0,'-1'0'0'0,"1"0"0"0,-3 0 0 0,0 0 0 0,-1 0 0 0,0 0 0 0,2 3 0 0,1-3 0 0,-2 0 63 0,3 0 1 16,-2 0 31-16,2 0-32 0,0 0 9 0,0 0-39 16,0 0 32-16,0 0 1 0,0 0-34 0,0 0 1 15,0 0 46-15,0 0-9 0,0 0-37 0,0 0-1 0,0 0 44 16,0 0-22-16,0 0 8 0,0 0 3 16,0 0 0-16,0 2-32 0,0-2 0 15,2 0 58-15,1 0-20 0,-2 0-9 0,4 0 19 16,-2 0-24-16,2 0 0 0,-2 0-24 0,2 0 39 15,0 0-9-15,-1 0-30 0,4 0 0 0,-2 0 48 16,-1 0-25-16,2 0 9 16,1 0-2-16,0 0-30 0,-1 0 0 0,2 0 0 15,0 0 69-15,0 0-26 0,3 0-8 0,-6 0 13 16,5 0-24-16,-1-2 1 0,-1-1-26 0,1 3 29 16,-1-1-29-16,-2 1 1 0,3-2 0 0,0 2 8 15,-3 0-8-15,2-2 8 0,1 2-9 0,-1 0-11 16,1 0 12-16,-1-1-9 0,0 1 4 0,2-2 13 15,4 0-9-15,-7 0-21 0,5 1 22 0,-1-2-6 16,-1 2 13-16,2-2-42 0,-2 2 0 16,2-1 29-16,3-1 1 0,-3 2 147 15,2-1-175-15,-1 2 0 0,4 0 0 0,-2 0 0 16,1 0 0-16,1 0 0 0,0 0 0 0,-1 0 0 16,1 0 0-16,2 0 0 0,-4 0 0 0,3 0 0 15,-2 0 0-15,0-2 0 0,3 2 0 0,-5 0 0 16,1 0 0-16,2 0 0 0,-1 0 0 0,3 0 0 15,-4 0 0-15,3 0 0 0,-3 0 0 0,4 0 0 16,-2 2 0-16,1 1 0 0,3 0 0 16,-3-1 0-16,2-2 0 0,0 1 0 0,2-1 0 15,-1 0 0-15,4 0 0 0,-4 0 0 16,0 0 0-16,0 0 0 0,0 0 0 0,1 0 0 16,-3 0 0-16,-1 0 0 0,2 4 0 0,-2-1 0 15,0 0 0-15,-1 1 0 0,1-1 0 0,0 3 0 16,-1-2 0-16,5 1 0 0,-2-1 0 0,-1 0 0 15,3-2 0-15,0-1 0 0,0 2 0 0,2-3 0 16,-4 0 0-16,5 0 0 16,-3 1 0-16,-1-1 0 0,1 2 0 0,0 0 0 15,1 0 0-15,-3 2 0 0,3 1 0 0,-3-3 0 16,2 2 0-16,-1 0 0 0,0-2 0 0,1 1 0 16,-3 0 0-16,3-2 0 0,0 1 0 0,1-2 0 15,-5 0 0-15,3 0 0 0,-1 0 0 0,0 0 0 16,-1 0 0-16,1 0 0 15,-2 0 0-15,0 0 0 0,2 0 0 16,-2 0 0-16,-1 0 0 0,0 0 0 0,0 0 0 0,3 0 0 16,-3 0 0-16,1-2 0 0,-1 1 0 15,1 1 0-15,2-3 0 0,-1 2 0 0,1-1 0 16,2 0 0-16,-3 0 0 0,1 0 0 0,0-1 0 16,-1 3 0-16,1 0 0 0,0-1 0 0,0 1 0 15,-1 0 0-15,-1 0 0 0,-1 0 0 0,3 0 0 16,-2 0 0-16,2 0 0 0,-2 0 0 0,0 0 0 15,-1 0 0-15,3 0 0 0,-3 0 0 0,3 0 0 16,0 0 0-16,-1 0 0 0,-1 0 0 16,2 0 0-16,-1 0 0 0,1 0 0 0,1 0 0 15,-1 0 0-15,0 0 0 0,0 0 0 0,0 0 0 16,-1 0 0-16,1 0 0 0,-3 0 0 16,3 0 0-16,-2 0 0 0,0 0 0 0,0 4 0 15,2 0 0-15,-3 0 0 0,1 0 0 16,-1-1 0-16,3-1 0 0,-2 2 0 0,1-3 0 15,-1-1 0-15,2 0 0 0,-2 0 0 0,2 0 0 0,-2 0 0 0,-1 0 0 16,1 0 0-16,-2 0 0 0,0 0 0 16,-1 0 0-16,2 0 0 15,-4 0 0-15,2 0 0 0,-2 2 0 0,4 0 0 16,-1 0 0-16,-1-2 0 0,2 1 0 0,0-1 0 0,1 3 0 16,-1-3 0-16,1 0 0 0,2 0 0 0,-3 0 0 0,2 1 0 15,-1-1 0-15,-3 3 0 0,2-3 0 16,-4 2 0-16,3-1 0 0,-2 2 0 0,2-3 0 15,-2 1 0-15,0 1 0 0,0 0 0 16,0-2 0-16,0 0 0 0,1 0 0 0,-4 2 0 16,4-2 0-16,-3 0 0 0,2 0 0 15,-2 0 0-15,-1 0 0 0,2 0 0 0,-3 0 0 16,1 0 0-16,-1 0 0 0,2 0 0 0,-3 0 0 16,2 0 0-16,-1 0 0 0,1 0 0 15,-1-2 0-15,1 0 0 0,-1 2 0 0,-2-2 0 0,1 1 0 16,-1-2 0-16,-2 2 0 0,1-1 0 0,0-1 0 0,-3 3 0 15,3-1 0 1,-3-2 0-16,-1 3 0 0,1-1 0 0,2 1 0 16,-4 0 0-16,-1-2 0 0,2 2 0 15,-2-2 0-15,-1 2 0 0,1 0 0 0,0 0 0 0,0-2 0 0,-2 2 0 16,0 0 0-16,0 0 0 0,0 0 0 16,0 0 0-16,0 0 0 0,0 0 0 0,0 0 0 15,0 0 0-15,0 0 0 16,0-1 0-16,0 1 0 0,0-3 0 0,0 3 0 15,0 0 0-15,0 0 0 0,0-1 0 0,0 1-381 16,0 0 178-16,0 0 89 16,0 0 47-16,0-2-400 0,0 2 218 0,0 0 108 0,0 0-111 15,0-2 114-15,0 1 53 0,-2-2-321 0,-2 0 186 16,1-3 94-16,-1 2 39 0,-1-2 31 0,-2 3-285 16,4 1 154-16,-3-2 77 0,3-2 39 0</inkml:trace>
  <inkml:trace contextRef="#ctx0" brushRef="#br0" timeOffset="19401.22">10832 7166 922 0,'-1'-7'0'16,"-1"4"0"-16,0-2 0 0,-3 1 0 0,4-2 0 0,-3 3 0 0,2 1 161 0,2 0-55 0,-2 1 136 0,2-1-105 0,0 2-51 16,0 0-28-16,0 0 230 0,0 0-119 15,6 0 98-15,4 0-118 0,4 0-57 0,2 3-30 0,0 1 0 0,3 1 55 16,1 1-46-16,0 1 0 0,1-2-70 31,-3 0 32-31,1 1 8 0,-3 1-9 0,2 0-10 16,-4 2 11-16,2 0-1 0,-4 0 19 0,-1 2-11 0,-1 0-7 0,-2 1 0 0,-2 1 37 15,-2 1 0-15,-2-2-37 0,-2 5 94 16,0 0-52-16,-2 6-20 0,-10-3-1 0,-4 3 146 16,-2 1-200-16,-5 4 0 0,2-1 0 15,-10 7 0-15,3-4 0 0,-4 3 0 0,-1 0 0 16,3-6-181-16,-6 5 177 0,11-11-660 0,4-5 312 15,2 0 168-15,7-6 85 0,1-2-821 0,2-5 448 16</inkml:trace>
  <inkml:trace contextRef="#ctx0" brushRef="#br0" timeOffset="20841.2">8689 4775 726 0,'0'0'0'0,"0"-1"0"15,0-1 0-15,0 2 0 0,0 0 0 0,0 0 0 0,0-2 0 0,0 2 78 0,0 0-14 0,0 0-8 0,0 0 72 0,0 0-47 16,0 0-25-16,0 0 1 0,0 0 11 0,0 7-8 16,0 1-27-16,0 0 65 0,0 5-32 0,0-2-1 15,0 0-24-15,0 4 42 16,0-2-25-16,0 2 0 0,0 3-2 0,0-2 1 0,0 1-17 0,0 2 38 15,0 1-23-15,0 1 0 0,0 6-23 16,0-4 46-16,0 0-15 0,0 9-7 16,0-2-24-16,0 3 30 0,0 2-1 15,0 0-28-15,0-1-17 0,0 4 16 0,0 0 1 16,0-1 0-16,0 3-14 0,-2 2 14 0,2-6 8 16,0 10-9-16,-2-3 1 0,1 0 0 0,-1-2 0 15,0 3-1-15,1-7 36 0,-4 12-36 0,4-5 1 16,-4 0 0-16,3 1 37 0,1 2-37 15,-1-8 38-15,-2 14-38 0,0-8-1 0,2 2 1 16,1-2-3-16,-3 0 2 0,2-3 9 16,0 7-8-16,2-3 0 0,-6 1 0 0,4 0 0 15,-2-2 0-15,3-3-13 0,-3 8-8 0,2-2 20 16,0-2 1-16,-1-1-52 0,1 1 24 0,1-7-20 16,-4 10 13-16,4-3 1 0,-4 3 15 0,3-2-17 15,1 2-3-15,-3-6 27 0,4 8-11 0,-2-4 18 16,0-2-19-16,2-2 5 0,0-3-3 0,0 5 37 15,0-2 126-15,0-2-174 16,0-1-169-16,0 1 338 0,0-6-169 0,0 3 0 16,0 2 0-16,0-3 0 0,0 2 0 0,0-4 0 15,0 0-177-15,0 2 186 0,0-3-7 0,2 3-27 16,-2-3 26-16,2 2 3 0,-2-2-7 0,0 0-15 16,0 0 15-16,0 0-1 15,0-1 3-15,0 1 0 0,0 0 0 0,0 1-27 0,0-1-1 0,0 2 27 16,0 2-18-16,0-2 16 0,0 0-3 15,0-1 2-15,0-1-3 0,0 1 25 0,0 0-23 16,0-4 12-16,0 3-13 0,0 0 2 0,0-2-1 16,-2 1 1-16,2 1-19 0,0 0 19 15,-2-1 0-15,2 2-34 0,-2 2 0 0,2-1 32 16,-2 0 1-16,1 0 0 0,-1-1-50 0,-2 3 24 16,2-3-18-16,2-1 36 0,-3 2-5 0,0-1 3 15,1 1 6-15,0 0-7 0,0 1-7 0,1 7 6 16,1-8 28-16,-1 1-28 0,-2 3-1 15,-1-5 2-15,3 1 42 0,-3-5-39 0,0 2 4 0,3-5-4 16,-1-2 6-16,-3 2-4 0,1-4 4 16,3-1-3-16,-1-4-167 0,-2 0 79 15,2-7 29-15,2-2-337 0,-1-2 187 0,1-2 93 16,-2-6 48-16,0 0-218 0,-2-18 124 16,-1-19-486-16</inkml:trace>
  <inkml:trace contextRef="#ctx0" brushRef="#br0" timeOffset="21218.35">8701 4856 576 0,'-8'0'0'0,"2"0"0"0,3 0 0 0,-5 0 0 0,0 0 0 0,1 0 62 0,-4 0-29 16,-1 6 0-16,1 5 85 0,-2 2-46 0,0 4-1 16,-4 4-38-16,2 2-20 0,-2 0 20 0,0 2 8 0,-1 0-104 15,0 1 47-15,3-4 25 0,4-3 0 0,1-1-227 16,-1 0 127-16,6-3 55 0,-1-1-9 0</inkml:trace>
  <inkml:trace contextRef="#ctx0" brushRef="#br0" timeOffset="21377.22">8560 4814 1077 0,'5'0'0'0,"6"0"0"0,3 0 0 0,0 4 0 0,0 2 0 0,2 2 0 0,2 0 258 0,3 1 246 0,2 4-240 0,4-2-115 16,-1 0-59-16,2 3-92 0,4-3 9 0,0 4 26 15,0 0-1-15,2 0-560 0,5 4 280 0,-3 0 141 16,-5-1-326-16</inkml:trace>
  <inkml:trace contextRef="#ctx0" brushRef="#br0" timeOffset="23356.3">8771 5426 236 0,'0'0'0'0,"0"0"0"0,0-3 0 0,0 1 0 0,-3 1 0 0,1-1 0 0,1 0 0 0,1 0 39 15,-2 1-28-15,2-2 8 0,-3 2 4 0,3-3-5 16,0 2 4-16,0-1-3 0,0 2-1 0,0-1 0 16,0 0 5-16,0 0 30 0,0 1 1 0,0 1-34 0,0 0 58 15,0 0-27-15,0 0 7 0,0 0 14 16,0 0-21-16,0 0 5 0,0 0 4 15,0 0-27-15,0 0 8 0,0 0-8 16,0 0-1-16,0 0-3 0,0 0 4 0,0 0-1 16,-2 0-19-16,2 0 20 0,-2 0 0 0,2 0-33 15,0 3 33-15,-1 1-1 0,1 0-11 0,0 0 10 16,-2 2 0-16,2-1-4 0,0 0 2 0,0 1-7 16,0 1 10-16,0 1-4 0,0 0-1 0,0 1-4 15,0-2 4-15,0 3-1 0,0 0 5 16,0-3-5-16,0 2 2 0,0 0-1 15,0 1 7-15,0-2-7 0,0 1 7 0,2 1-7 16,-1-1-32-16,1 2 31 0,0-3 1 0,3 3-33 16,-2-1 4-16,0 0 26 0,-2 1-31 0,1-3 29 15,1 2-4-15,-1 1 3 0,0-2-31 0,1 3 28 0,-2-3-7 16,0 2 6-16,1-2-10 0,2 5 22 16,-1-5-15-16,0 5 1 0,-3-3 25 0,4-1-25 0,-2 3-5 15,1-3 6-15,-1 2 5 16,2 1-5-16,0 0-10 0,-2-2 10 0,1 0 1 15,0-1 0-15,-1 1 4 0,1 1-14 16,0-3 8-16,-2 2 1 0,1-2-5 0,1 2 4 0,-1-1 2 16,0-1-7-16,0 2 3 15,1 1 1-15,-1-1 0 0,3 2 0 0,-1-1 7 0,-1 2-7 16,1-1 0-16,-2 3 3 0,3-1-3 0,-1 0 4 0,-1 0-23 16,1 0 19-16,2 0 0 0,-2-2-39 15,2 3 37-15,-3-4 3 0,3 1-4 0,-1 1 1 16,2-3-23-16,-3 1 22 15,1 2-4-15,0-3 23 0,0 3-22 0,1-1 2 0,0 1 32 16,0-2-32-16,-1 1 0 0,1 0 2 16,-1 0 10-16,3 1-11 0,-3-2 4 0,1 2-3 15,0 0-1-15,-1 0 5 0,4-1 0 0,-4 2-15 16,2-2 13-16,-1 0-1 0,1-2-2 16,-1 1 6-16,2 1-5 0,-3-2 1 0,2 0-2 0,2 1 1 0,-2 0-1 15,2-1 4-15,-2 0-4 0,3-2-18 16,0 2 18-16,-3 0-14 15,3 1 14-15,-1-1 2 0,0 1-2 0,0-1-1 16,-1-2 0-16,1 2 0 0,-1-1-1 0,-1-1 3 0,3 0 0 16,-3 2-3-16,1-1 3 15,0 0-3-15,0-1 0 0,0 3 18 0,1-3-17 0,0 0 0 16,0 2 0-16,0 1 0 0,1-2 3 0,-1 1 0 16,0-1-1-16,3 2-1 0,-3-1 18 0,0 0-17 15,2 1-19-15,-1-1 22 0,-1-1-3 0,0 1 0 16,4-2-24-16,-5 2 0 15,1-2 22-15,3 3 1 0,-1-1-1 0,-2-1-31 16,3 1 0-16,-1 2-10 0,-2-2 0 0,3-1 32 16,-3 1-18-16,0-2 14 0,1 1 2 0,-1-1-6 15,0 0 5-15,2 1-10 0,-2-1 16 0,2 0-12 16,-1 2 25-16,1-3-22 0,-2 2 0 0,3-1 18 16,-2-1-16-16,1 1-1 0,1-3 1 0,-1 1 2 15,0 1-1-15,1-3-42 0,-1 2 41 0,1-1-24 16,-1 0 24-16,0 2-1 15,0-3-32-15,0 3 29 0,-1 0 0 0,1-4-3 0,0 5 3 16,0-2 21-16,-1-2-24 0,1 3-2 16,0-2 21-16,1-1-18 0,1-1 1 0,-1 0-39 15,-1 0 37-15,4-1 3 0,-4 1-1 0,2-2 2 0,0 2-35 16,-2-1 32-16,-2 1-1 0,5 0-29 16,-3 2 28-16,1 0-4 0,-1-2 29 0,-2 3-3 15,1-2-26-15,1 3-1 0,0-3 3 0,1 0 40 16,-3 1 1-16,2 0-34 0,-1-2 16 15,1 0-13-15,-2-3-2 0,3 3-36 16,-3-4 37-16,3 0 2 0,-1 0-2 0,-2 2 3 16,3-2-38-16,-2 1 33 0,1 2 2 0,-3 1-42 15,4 0-2-15,-2 1 31 0,0 0 31 0,0 1-29 16,1 2 42-16,-2-2-36 0,1-1-6 16,1 3 2-16,-4-5 1 0,3 3 1 0,-1-2-9 15,-2 1 10-15,1-3-2 0,0 2-1 0,-1-2 3 0,-1 0-26 16,1 0 26-1,-2 0 1-15,0-2-2 0,0 0 1 0,-1 2 0 0,-2-2-14 16,0 1 13-16,-1-1-6 0,1 0 24 0,0 0 1 0,-2 0 59 16,0 0-75-16,0 0-2 0,0 0 3 15,0 0-4-15,0 0 36 0,0 0-1 0,0 0-22 16,0 0-6-16,-4 0-90 0,-3 0 43 0,2 0-439 16,-4 0 230-16,2 0 108 15,0 0 59-15</inkml:trace>
  <inkml:trace contextRef="#ctx0" brushRef="#br0" timeOffset="25248.19">8712 5420 195 0,'0'-2'-67'0,"0"-2"34"0,0 3 0 0,0-2 33 0,0 2 89 16,0-1-26-16,0 0 34 0,0 0-32 15,0 2 1-15,0 0-2 0,0 0-31 0,0 0 8 0,0 0-8 16,0 0 0-16,0 0-12 16,0 0 11-16,0 0 1 0,0 0-21 0,0 0 20 0,0 0 1 15,0 0 0-15,0 0 0 16,0 0-15-16,0 0 23 0,0 2-10 0,0 3 35 15,0 1 1-15,0 1-3 0,0 1-32 0,0-1 9 0,0 3-8 16,0-3 0-16,-2 3 0 0,2-2-7 16,-2 1 7-16,2-2-11 0,-2 1 11 0,1 0 0 0,-1 0 1 15,0 2-4-15,-1-1 2 0,-1 1 9 16,3-2-8-16,-3 4-6 0,2 0 2 0,-1-1 3 16,-1 1-35-16,3-2 39 0,-4 3-8 15,2-1-41-15,0 1 41 0,0 0-1 0,1 0 0 0,-2-2 7 16,2 5-45-16,0-4-1 15,0 0 2-15,1 2 0 0,-1-2 27 0,-2 1 6 16,2 0-25-16,-1 2 19 0,-2-4-7 0,3 5 5 16,-1-3-17-16,-1 0 18 0,0 0-7 15,1 0 2-15,0 3-1 0,-2-4 2 0,2 2-2 0,-2-3 3 0,2 4-20 16,-1-4 17-16,0 2-25 16,1-2 25-16,-1 2-1 0,0 0 3 0,-2-1-4 0,0 1-3 15,4-1 2-15,-3 1 1 0,0 0 13 16,1-3-11-16,1 4-4 0,-1-2 2 15,1-3-4-15,-1 1 4 0,1 1-1 0,1 1-6 16,-2-1 7-16,3 0 0 0,-3 0-22 16,0 2 21-16,1 0 2 0,-2 1-2 0,2 0 0 0,-3 1-8 15,2-2 6-15,-1 2 1 0,-1 1-29 0,0-1 28 0,0-3-4 16,-1 4 3-16,2-3-20 0,-1 3 19 0,-2-4-2 16,1 1 1-16,1 1 21 0,-1-3-21 0,3 0 24 15,-6 0-24 1,6 0 2-16,-3 0-1 0,0 1-12 0,0-1 13 15,0 2 0-15,0 1 0 0,-1-1-7 0,0 2 7 16,-2 0 2-16,1-1-2 0,1 3-23 0,-4-1 22 16,3 1 0-16,0-1 0 0,-1-1 3 0,1 3-4 0,0-6-3 15,-1 4 3-15,2-1 30 0,-2 0-30 16,1 0 0-16,-1-3 2 16,0 3 0-16,1-3-1 0,0-1-4 0,-1 2 5 0,1-1 2 15,-3 1-2-15,3-2-37 0,-2 2 37 16,0-1-1-16,1 0 0 0,-1 2-28 0,-2-1 26 15,2 1-7-15,-3-2 6 0,1 4-3 0,1-3 3 16,-2 0 3-16,1-1-5 0,1 2 0 0,-1-3 1 16,1 2-1-16,-2-2 12 0,3 1-11 0,-3-3 2 15,5 1 0-15,0-3-2 0,-1 1 2 0,3-1 1 0,-2-1-33 16,2 0-1-16,-1 1-4 16,0-1-1-16,1-1 29 0,-2 1-1 0,-1-1 3 15,2 1-3-15,-3 0 0 0,2 0 33 0,-1-1-35 0,-1 3 1 16,-2-1 1-16,0-1-2 0,-3 1 25 15,4 1-22-15,-2 0-2 0,-1-1 37 16,3 0 0-16,-4-1-24 0,2 1-7 0,0 1 28 16,1-1-25-16,-1-1 3 0,2-1-1 0,1 1 1 15,-1 0 0-15,3 0 2 0,0-2-2 0,-3-1 9 16,3 1-9-16,0-3 23 0,-2 2 0 0,1-1-20 0,-1-2-2 16,-1 0 1-16,2 0 36 15,-3 0-33-15,0 0-1 0,4 0 38 0,-5 0-36 0,4 0 7 16,-4 0-4-16,5 0 2 0,-2 0-2 15,1 0 8-15,-1 0-7 0,2 0-39 16,0 0 38-16,-1 0-15 0,1 0 14 0,-1 1 2 16,3 2-24-16,-3-2 18 0,3 3 2 0,1-2-4 15,0 0 3-15,0-2-3 0,3 2-25 0,-1-2 23 16,2 1-60-16,1-1 28 0,-1 0 0 0,2 0-171 16,-1 0 96-16,1 0 41 0,0 0 25 0,0 0-17 15,0 0-354-15,1 0 181 0,6 0 102 0,7 0-112 16,-1 0 103-16</inkml:trace>
  <inkml:trace contextRef="#ctx0" brushRef="#br0" timeOffset="26596.71">7371 7253 449 0,'0'0'0'0,"0"-2"0"0,0-2 0 0,0 0 0 0,0 0 0 0,0 0 0 0,0-1 33 0,0 1 110 0,-3 2-48 0,3 2 11 16,0-3-37-16,0 3 0 0,0-3-36 0,0 3 0 15,0 0 67-15,0 0-37 0,0 0-1 0,0 0-29 0,0 0 50 16,3 0-25-16,3 3 39 16,2 0-36-16,-2 1 0 0,2 0-28 0,3 2 38 0,0-1 0 0,2 1-30 15,1-1-8-15,0 1 0 0,2-1 33 16,-3 4-33-16,2-2 40 0,0 0-32 16,0 3-9-16,1-1 22 0,-4 2-22 15,1 4 1-15,0-5 0 0,1 4 8 0,-3 0-14 0,-1 1 6 16,1-2 0-16,-1 0-26 0,0 0 25 15,0-3 9-15,-1 1-18 0,1 0 9 0,-1-3 1 0,0 1 0 16,0-1 2-16,1-1-29 0,1 3 0 16,-2-3 18-16,1 2-22 0,1 0-3 0,0-1 29 0,1 1-31 15,0 1-1-15,-1 1 24 16,1 1 1-16,0 2-3 0,-1-4-37 0,0 3 37 0,0 0-20 16,1 2 18-16,-3 0-3 0,2-1 2 0,0 0 0 15,-1 1-4-15,-1 1 0 16,3-1 2-16,-3 0-3 0,0-2 5 0,1 0 1 0,-1 2-4 15,1-4 3-15,-1 2-2 0,-1-1 0 0,2 1 23 16,-2-2-19-16,2 2-3 0,-3 1 1 0,3-2-2 16,-2 2-8-16,-1-3 9 0,2 2 4 0,-2 0-18 15,1-1 14-15,0 1 0 16,-1-2-24-16,1 2-1 0,1-1 25 0,-3 0-2 16,1 0-30-16,1-1 28 0,-2 1-4 0,2 0 3 15,-3 0-8-15,0-1 7 0,0 0-5 0,4 0 4 16,-4 1-15-16,1-1 14 0,-1-1 0 0,3 1 0 15,-2-2-12-15,-1 2 11 0,1 0 2 0,1-1-29 16,-3-1 26-16,4 5 1 0,-3-3-14 16,1 0 12-16,-1-1-3 0,2 1 3 0,-1-2 3 15,0 3-4-15,0-3-2 0,-1 1 1 0,1 0 3 16,1 2-2-16,-2-3 1 0,2 4-8 16,-2-1 7-16,2-1 0 0,-3 2-5 15,0-2 5-15,2 1 1 0,0 1-1 0,-1-2-20 16,-1-2 19-16,2 3-2 0,0-3 2 0,-1 1-6 15,1-1 5-15,-1 0-1 0,1 1 0 0,-3-1 1 16,4 0 0-16,-2-1-1 0,1 1 12 0,-1 0-11 16,0 1 0-16,1-3 8 0,0 5-8 0,0-5 0 15,-1 3 1-15,1 1 0 0,-1-2-1 0,2 0 3 16,-1 1-2-16,-1 1-28 0,0-1 1 0,0 1 25 16,1-1 0-16,2 1-18 0,-2-2 16 15,-1 4-3-15,3-2 15 0,-2-1-13 16,-3 1 0-16,3 0-11 0,-2-1 10 0,1 2 0 15,0 0 1-15,-1 0-9 0,1 0 9 0,-2 2 0 16,1-3 3-16,0 2-35 0,-1 1 32 0,2-3-1 16,-3 0 0-16,4 2 16 0,0-3-21 0,-4 0 4 15,2 0 21-15,-1 0-20 0,1-1-1 0,2 0 0 16,-3 0-62-16,2-1 32 0,0 0-1 0,-1 1-1 16,0-2-3-16,-1 3 30 0,2-1-9 15,-3 3-34-15,0-1 13 0,0 2 0 16,0-2 5-16,1 4 49 0,0-1-14 0,-3 0-22 15,0 0 48-15,0-1-23 0,0 0 3 0,0-1-21 16,0-4 0-16,0 4 1 0,0-5 11 0,0 3-34 16,0-5 7-16,0 3 19 0,0-2 6 0,0-3-127 15,0 1 54-15,0 0 29 0,0-2 5 16,0-2-184-16,0 1 90 0,0-1 58 0,0 0-274 0,0 0 161 16,2-3 80-16,0-11-389 0</inkml:trace>
  <inkml:trace contextRef="#ctx0" brushRef="#br0" timeOffset="27719.29">8650 9202 109 0,'0'2'0'0,"-2"-2"0"0,2 2 0 0,-2-1 0 0,0 2 0 0,2-3 93 16,-3 2-37-16,0-2 0 0,3 1 40 0,0-1-32 16,-2 0 0-16,2 2 26 15,-2-2-33-15,2 0 1 0,0 0-26 0,0 0 67 16,0 0-33-16,0 0 8 0,0 0-41 0,0 0 52 15,0 0-25-15,0 0-1 0,-2 0-27 0,2-3 1 16,0-3 0-16,0-3 0 0,0 2-3 0,0-2 3 16,0-1 0-16,0-1-28 0,0 0-7 0,0-1 35 15,0 0 0-15,0 1-34 0,0-3 1 0,0-1 23 16,0 1 6-16,0 0 11 0,0-1-15 0,2-1-9 16,2 0 8-16,2 1 36 0,-2 1-5 0,1-4-30 15,1 3-1-15,0-1 4 16,0 1-1-16,-1-2 17 0,3-1-45 0,-3 2 5 15,2-1 24-15,0-2-39 0,0 0 7 0,-2 2 26 16,3 1 3-16,-1-2-29 0,1 2 0 0,0-3 15 16,-1 2 12-16,0 1-4 0,1-4-2 0,1 4-6 15,-1-3-4-15,2 2 7 0,-1 0 5 0,-2-2-43 16,4 0 39-16,0 2-2 0,-3-2 1 16,3 3-63-16,1-3 32 0,-3 2-5 0,2 0 31 0,1 2-59 15,-3-2 27-15,3 3-12 16,-3-2 36-16,3 4-34 0,-4-4 29 0,4 3-11 15,-3-1 36-15,0 2-31 0,3-4 2 0,-3 3 15 16,0-2-14-16,3 0 1 0,0 0-1 0,-1 0 36 16,0 0-34-16,1 0 7 0,3-2-5 0,-2 0-28 15,0 2-1-15,1-2 30 0,2 0-1 0,-4 3 0 16,4-4-2-16,-3 4-2 0,1 1 26 0,0-3-2 16,0 4-23-16,1-2 30 15,-1 1 0-15,1 0-26 0,2 0-1 0,-2-1 25 16,3-1 1-16,0 2-14 0,4-2-7 0,-3 1-34 15,2-2 36-15,-2-1 8 0,-1 4-1 0,5-5-55 16,-4 2 24-16,-3 2-4 0,3-2 0 0,0 2-5 16,-2 1 16-16,1-1 17 0,0 1-18 0,1 1 6 15,-3-2 1-15,3 3 46 0,-2-3-24 0,2 1 2 16,-3 0-20-16,3 0 61 0,2-2-29 0,-4 2 11 16,4-1-20-16,0 0-31 0,-5 1 27 0,3-1-8 15,-1 3-33-15,2-2-1 16,-3 2 37-16,-1 1-47 0,0 1 39 0,-2 2 2 15,2-1-8-15,-2 0 16 0,2 0-19 0,-3 3 7 16,1-2-15-16,0 1 63 0,-1 0-25 0,2 2 1 16,-4 0-18-16,3-1 12 0,-3 2-9 0,0-1-4 15,-1 0 6-15,1 0-3 0,-2 3 5 0,2-4 33 16,-5 3 2-16,1-2-38 0,1 3 2 0,0-1 45 16,-2 0-23-16,-1 0 1 0,0 1-21 0,1-1 81 15,-3 2-33-15,2-2 6 0,-1 2-24 0,-3-2 8 16,3 2 12-16,-2 0-55 15,0-2 23-15,-1 2 8 0,-1 0-8 0,0 0-32 16,0 0 32-16,0 0 0 0,0 0 0 0,0 0 2 16,0 0-8-16,0 0 5 0,0 0-12 0,0 0-23 15,0-2-5-15,0 0 42 0,0 0-170 16,0 0 76-16,0 1 32 0,0-2 22 0,-1 2-542 0,-1 0 257 16,-2 1 113-16</inkml:trace>
  <inkml:trace contextRef="#ctx0" brushRef="#br0" timeOffset="60317.18">11369 3988 1067 0,'0'0'0'0,"0"0"0"0,0 0 0 0,0 0 0 0,0 0 0 0,0 0 0 0,2 0 0 0,12 0 187 0,2-3-76 0,7-2-40 16,2-1 118-16,-4-1-70 0,9-3-47 0,-1 2 50 16,-1-1-44-16,0 1-23 0,2-1 0 0,-1 0-6 15,1 2-16-15,-2 0-1 0,0 3 1 0,-1 0-57 16,-7-1 28-16,2 3 9 0,-1-1 19 15,-2 1-110-15,-2 0 55 0,-6 1 28 16,-1 1-211-16,-1-3 97 0,-4 3 35 0,-3 0-262 16,2 0 158-16,-2 0 59 0,-2 0 29 0,0 0-94 15,0 0 76-15,-4 0 38 0,-7 0-1 0</inkml:trace>
  <inkml:trace contextRef="#ctx0" brushRef="#br0" timeOffset="60511.59">11610 3936 598 0,'-7'0'0'0,"1"4"0"0,1-2 0 0,2-1 0 0,1-1 0 0,0 3 0 0,-1-1 434 0,3 3-201 16,-2 3-100-16,2 0 189 0,0 7-149 15,0-1-70-15,0 4 54 0,0 2-61 0,0 0-32 16,0 3 8-16,0 3-180 0,0-1 71 0,0-1 34 16,0 1 1-16,0-2-108 0,2-2 80 0,-1 0 27 15,3-4 0-15,0-4-387 0,-1-2 141 0,4-3 123 16,-2-5-339-16,1-3 220 0,-1 0 106 15</inkml:trace>
  <inkml:trace contextRef="#ctx0" brushRef="#br0" timeOffset="60758.71">11693 3913 1239 0,'3'-3'0'0,"-1"0"0"0,2 3 0 0,-2 0 0 0,0 0 0 0,1 0 0 0,-1 5 111 0,2 4-39 0,2 6 0 0,0 8 250 16,-1-2-136-16,0 10 13 0,1 3-83 15,-1 5-42-15,2 2-21 0,-4 3 1 16,3-4 44-16,-1 10-36 0,-1-2-1 0,1 4-106 16,0-2 38-16,0 3 1 0,-1-3 47 0,2 1-250 15,-3-4 121-15,3-1 60 0,0-4-235 16,-2-8 144-16,-1-2 29 0,1-8-65 0,-2-1 39 0,0-10 45 16,-1-2 6-16,-1-6-8 0,0-2-77 0,0-3 59 15,0 0 29-15,-7-8-103 0,-2-9 66 16,1-5 24-16,-3-8-168 0,-2-7 104 0,-1-3 54 15</inkml:trace>
  <inkml:trace contextRef="#ctx0" brushRef="#br0" timeOffset="60936.53">11544 4116 1155 0,'-5'-14'0'0,"1"0"0"0,0 7 0 0,2-3 0 0,0 1 0 0,0-1 0 0,2 3 0 0,0-1 286 0,0 1-127 0,6 0-63 16,4 1-23-16,0 0 1 0,4 3-21 0,-1-2 1 0,1 4-181 15,2-1 80-15,-3 2 48 0,0 0-313 16,0 0 172-16,-1 6 86 0,-3 4 44 16,0 0 21-16,-3 1-442 0,-4 4 209 0,-1 0 59 0,-1 2-81 15,0-8 121-15</inkml:trace>
  <inkml:trace contextRef="#ctx0" brushRef="#br0" timeOffset="61054.21">11636 4167 547 0,'-9'4'0'16,"3"-1"0"-16,0-1 0 0,3 1 0 0,-1-3 0 0,0 0 167 0,3 0-71 0,1 0-32 15,-2 0 129-15,2 0-80 0,0 0-40 0,0 0-129 16,5-5 40-16,4 0 24 0,0-1 1 0,0 5-141 16,0-4 83-16,0 5 49 0,-4 0 12 0</inkml:trace>
  <inkml:trace contextRef="#ctx0" brushRef="#br0" timeOffset="61544.04">11571 4409 804 0,'-14'14'0'0,"1"-2"0"0,4-2 0 0,-1-5 0 0,3 1 185 0,1-4-81 16,3 0-35-16,1-2 168 0,2 0-103 16,0 0-50-16,0 0-17 0,4-2-9 0,8-4-137 0,4-4 55 15,2-3 29-15,3-2 0 0,-5 1-139 0,7-5 80 16,0 0 43-16,2 0-413 0,-4 1 217 0,4-1 108 16,-4 2-261-16,2-3 163 0,-1 1 99 0,-1 1 98 0,-2 0 0 15,-1 0 0-15,-1 4 0 0,0-2 0 0,0 0 72 16,-1 1-36-1,3-1-34-15,-1 2 366 0,0 2-179 0,1 3-100 0,-1 0 150 16,3 3-77-16,-1 3-70 0,-2 1 150 16,1 2-97-16,-2 0-60 0,-4 0-26 0,0 9 0 15,-3 2 19-15,-3 4-22 0,-3 4 8 0,-3 4-31 16,-1 2-48-16,0-2 25 0,-10 6-1 0,-6-3-76 0,0-1 57 16,-5 1 18-16,0-4 0 15,-1 1-57-15,-3-6 27 0,2-2 26 0,4-6-25 16,1-3-218-16,1-5 91 0,0-1 69 0,4 0-1 15,0-4-90-15,4-11 61 0,-1 1 42 0,6-3 21 16,1 0 13-16,3 1 0 0,0 2 1 0,0 3 170 16,0 1-82-16,0 3-44 0,1 1 165 15,7 1-84-15,4 3-56 16,-2 0 355-16,6 2-188 0,2 0-60 0,5 4 174 0,0 7-143 16,0 3-71-16,4 4 78 0,1 0-79 0,-1 3-35 15,-1 0 0-15,0 1-35 0,-1-1-127 0,-5-2 72 0,5 3 23 16,-4-5 0-16,-7-2-234 0,4 0 132 0,-6-2 67 15,0-5-164-15,-3-1 107 0,-2-2 10 16,-3 0 44-16,-2-5-514 0,0 1 252 0,0-1 136 16</inkml:trace>
  <inkml:trace contextRef="#ctx0" brushRef="#br0" timeOffset="62861.97">12711 3885 882 0,'-6'-3'0'0,"3"3"0"0,3 0 0 0,0 0 0 0,0 7 112 0,0 6-40 15,0 6 8-15,0 3-47 0,0 10 123 0,3 11-62 0,1 1 127 16,0 3-94-16,-1 1-39 0,1 4 32 15,-1 0-44-15,-1-2-21 0,0 3 0 16,0-9-26-16,0 8 4 0,-2-5 0 0,2-2-75 16,-2-4 37-16,0-5 0 0,0-2 46 0,0 0-8 15,0-6-64-15,0-5 31 0,0-5 1 0,0-7-244 16,0-2 113-16,0-4 43 0,0-5 43 0,0 0-290 0,-6-19 151 16,2-7 75-1,1-10-295-15,-1-13 190 0,-1-3 90 0</inkml:trace>
  <inkml:trace contextRef="#ctx0" brushRef="#br0" timeOffset="63093.05">12651 3962 1559 0,'0'-24'0'0,"-2"5"0"0,2 6 0 0,0 0 0 0,0-2 0 0,5 3 0 0,12 3 0 0,2 0 208 0,5 1-88 16,-1 3-35-16,7 1-30 0,-2 3 164 0,0 1-94 0,0 0-45 16,-2 0-24-16,-3 5 20 0,2 6-43 15,-9 2-56-15,3 2 29 16,-6 3-1-16,-1 0 28 0,-6 2 8 0,-3 7-100 15,-3 0 46-15,0 0 23 0,-11-1-54 0,-4 3 39 16,-6-3 8-16,-1-2-50 0,-1-3 30 0,-2-2 1 16,1-4 0-16,2-4-36 0,1-4 25 0,-2 0-11 0,5 0-220 15,1-3 115-15,6-2 61 0,3-2 24 16,4 0-298-16,2 0 166 0,2 0 79 0,4 0 39 16,19-2-354-16</inkml:trace>
  <inkml:trace contextRef="#ctx0" brushRef="#br0" timeOffset="63280.8">13184 4119 1261 0,'0'2'0'0,"0"1"0"0,0-3 0 0,0 1 0 0,0-1 0 0,0 0 67 0,0 0 413 16,0 0-224-16,2 0-112 0,11 0 67 16,0 0-89-16,6 0 36 0,-3 0-66 0,5 0-30 15,-1 0 0-15,1 0-29 0,-1 0-1 0,-2 0-246 16,-1 0 120-16,1 0-431 15,-6 2 279-15,-3 3 139 0,1 0-1108 16,-2 1 1165-16,-5 1 17 0,-1 4 1 0</inkml:trace>
  <inkml:trace contextRef="#ctx0" brushRef="#br0" timeOffset="63443.36">13238 4372 1096 0,'-12'9'0'0,"7"1"0"0,1 1 0 0,4-2 0 0,0-3 0 0,0-2 127 0,0-1-46 15,6-1-25-15,8 1 355 0,0-3-180 16,5 1-104-16,-1-1-47 0,2 0 37 0,1 0-43 16,-1 0-20-16,1 0-401 0,0 0 186 0,1-1 97 0,0-2 48 15,3-5-581-15,-4 4 311 0</inkml:trace>
  <inkml:trace contextRef="#ctx0" brushRef="#br0" timeOffset="63623.88">13702 4219 1695 0,'0'0'0'0,"2"0"0"0,4 0 0 0,-1 0 0 0,3-3 0 0,3-2 0 0,0-1 285 0,6 0-126 0,0 2-63 0,2 0-24 0,2 0 122 16,1 3-81-16,1-1-350 16,-1 2 136-16,1 0 66 0,-3 0 42 0,3 0-8 0,-4 0-498 15,-1 5 265-15,1 1-219 0,-4-2 224 16</inkml:trace>
  <inkml:trace contextRef="#ctx0" brushRef="#br0" timeOffset="63803.52">14115 3964 1397 0,'0'3'0'0,"0"-1"0"0,0 3 0 0,0-2 0 0,0 4 0 0,0-3 0 0,2 4 0 0,6-1 485 0,-1 6-218 0,4-3-121 16,3 1-57-16,-1 2-10 15,0 1-24-15,2 1 1 0,-2-1-181 0,0 2 76 16,0-1 40-16,1-2-478 0,-3 3 260 0,0-6 130 16,1 1 72-16,-1 1-535 0,-1-9 205 0</inkml:trace>
  <inkml:trace contextRef="#ctx0" brushRef="#br0" timeOffset="64041.92">14448 3866 1918 0,'0'-9'0'0,"0"3"0"0,0 3 0 0,0 1 0 0,-2 0 0 0,2 0 0 0,0 2 0 0,0 0 0 0,0 2 0 0,0 11 0 0,0 7 90 0,0 5 323 0,-7 11-190 0,-7 6 42 15,-2 7-116-15,-5 10-58 0,2-8-21 0,-7 19-8 0,1-7 146 16,1 1-87-16,-3-2-12 0,1 0-39 16,2-8 9-16,0 1-46 0,1-3 161 0,5-6-532 15,2-9 266-15,3-1 52 0,5-8-309 16,-1-2 175-16,4-3 92 0,1-5-8 0,0-6-461 15,2-1 237-15,2-5 135 0,-2-2-154 0,2-4 141 16,0 0 69-16,0 0 35 16,0 0-417-16,0 0 229 0</inkml:trace>
  <inkml:trace contextRef="#ctx0" brushRef="#br0" timeOffset="64235.4">14523 4469 1100 0,'6'-5'0'0,"-3"3"0"0,3 0 0 0,-2 0 0 0,-3 2 53 0,-1 0 1 0,2-2 377 16,-2 2-203-16,0 0-98 0,0 0 93 0,0 6-96 15,0 5 93-15,0 2-86 0,0 4-54 0,-5 2-226 16,-1 0 90-16,-1 0 44 0,-1 1 22 0,1-3 9 16,1 0 14-16,1-2-502 0,1 0 250 0,4-3 126 0</inkml:trace>
  <inkml:trace contextRef="#ctx0" brushRef="#br0" timeOffset="64706.68">15195 4056 783 0,'0'-11'0'0,"-4"3"0"0,3 5 0 0,-1 1 0 0,0 0 0 0,0-2 251 0,0 2-110 0,0 2-53 0,1 0 186 0,-5 0-112 0,-2 5-69 0,-1 12 9 16,-2 8 33-16,-3 9-51 15,1 4-26-15,3-2 9 0,-6 13 56 16,7-7-45-16,4 1-22 0,0 1 40 0,5-10-31 15,0 4 7-15,3-3-51 0,4-7 12 0,7-2 0 0,2-3-1 16,0-4 1-16,4-6-17 0,4 0-8 16,-2-8 25-16,3-3 0 0,-3-2-71 0,3 0 35 15,0-9-113-15,-2-9 67 0,-2-3 26 16,0-6-39-16,-3 0 26 0,-2-4 21 16,-3-5-7-16,-1-4 1 0,-5-1-12 0,-2-2-56 0,-1-4 28 0,-2-4 22 15,-2-5-76-15,0 2 48 16,0 1 8-16,-4 4 5 0,-5 12 0 0,-5 1 21 0,2 11 122 15,-8-1-57-15,4 11-30 16,-5 6 0-16,-2 5-27 0,-3 4 71 0,8 0-32 0,-9 4 4 16,6 13-64-16,1 2 0 0,1 5 51 0,2 3-334 15,0 5 148-15,5 2 81 0,-4 5-421 16,3 0 244-16,1 2 122 0</inkml:trace>
  <inkml:trace contextRef="#ctx0" brushRef="#br0" timeOffset="64975.64">14827 4509 1230 0,'-11'0'0'0,"5"-4"0"0,3-8 0 0,3-4 0 0,0-3 201 0,0-2-77 0,13-2 124 0,6 2-108 16,4-3-54-16,2 3 166 0,1 0-109 0,3 5-47 0,1 0-36 16,0 5 0-16,0 4 2 0,0 0 0 15,-5 6-21-15,5 1-8 0,-6 0 21 16,0 3 1-16,1 10-23 0,-4 2-25 0,0-1 8 15,0 8 18-15,0-3-32 0,-2 0 31 0,3 1 1 0,-1-3 0 16,0-2-21-16,3 2-8 0,1-4 19 16,-1 0 7-16,1-5 1 0,1-1-159 0,-6-3 70 15,5-1 35-15,-1-3-360 0,-1 0 185 0,-1 0-382 16,1 0 273-16,0-3 129 16,-1-1 77-16,0-1-396 0,-1-3 232 0,-3 6 116 0</inkml:trace>
  <inkml:trace contextRef="#ctx0" brushRef="#br0" timeOffset="65157.15">15738 4058 1609 0,'-5'-6'0'0,"3"3"0"0,2 0 0 0,0-1 0 0,0-4 0 0,2 4 251 0,5-3-109 0,4 1-46 0,4 3-36 0,0-2 0 0,2 2 230 0,3 0-133 15,-2 2-62-15,-1-1-174 16,1 2 56-16,0 0 28 0,-2 0-489 15,-1 0 254-15,0 0 131 0,1 2 67 0,-6 7-310 16,1 3 187-16</inkml:trace>
  <inkml:trace contextRef="#ctx0" brushRef="#br0" timeOffset="65314.85">15745 4311 1405 0,'0'2'0'0,"9"-2"0"0,3 0 0 0,1 0 0 0,3-2 0 0,-2-9 0 0,5 2 150 16,1 0-50-16,5-1-150 0,0 1 41 0,-1 2 21 16,-1 1 0-16,-3 2-414 0,3 0 226 15,0 0 100-15,-5 1-243 0</inkml:trace>
  <inkml:trace contextRef="#ctx0" brushRef="#br0" timeOffset="65574.8">16112 4000 1776 0,'3'-8'0'0,"9"4"0"0,3 0 0 0,2-3 0 0,0 4 0 0,4 0 0 15,3 3 0-15,4 0 76 0,1 0 485 0,-2 9-264 0,-2 1-132 0,-1 8 152 16,-1 3-134-16,-5 0-79 0,-2 8-5 0,-5 1-33 16,-4 0 0-16,-2 2-33 0,-5 2 11 15,0-3-45-15,-7 0 34 0,-7-2-1 16,-6-2-124-16,0-4 62 0,1-7 39 0,-11 6-226 15,2-8 124-15,-2-3 64 0,-2-2-14 0,4-1-392 16,5-5 175-16,1-3 117 0,3 0 54 0,10 0-295 16,0 0 175-16,2-8 88 0,7-5-181 0,0-2 139 15,12-3 65-15,6-2-319 0,7-1 192 0</inkml:trace>
  <inkml:trace contextRef="#ctx0" brushRef="#br0" timeOffset="65777.25">16685 3887 1228 0,'2'-21'0'0,"0"3"0"0,-2 1 0 0,0 4 0 0,0 0 0 0,-8 4 0 0,-7 4 211 0,-1 3-93 0,-5 2-43 15,-4 2-21-15,0 13 207 0,-7 11-115 0,12-1-48 16,-2 7 17-16,6 2-42 0,5 4 1 16,6-1 178-16,5 2-110 0,0-1-46 0,3-2 30 15,17-2-47-15,0-3-23 0,6-2 0 0,4-5-23 16,2-1 8-16,2-6-253 0,-2-2 123 15,1-4-575-15,1-4 346 0,-1 2 142 0,-1-7-706 16,-2 2 428-16</inkml:trace>
  <inkml:trace contextRef="#ctx0" brushRef="#br0" timeOffset="77141.03">17414 4391 683 0,'3'-3'0'0,"-1"2"0"0,0-1 0 0,3 2 0 0,-1 0 0 0,0 0 0 0,-1 0 0 0,1 0 373 0,0 0-171 0,0 0-84 16,0 3 36-16,-1 2-65 0,-1-2-29 0,0 3 1 15,0 1 62-15,-2 5-45 0,0 2-14 0,-11 6-73 16,-5 2 22-16,-2 3-1 0,-4 0 21 0,-1 2-452 15,2-1 234-15</inkml:trace>
  <inkml:trace contextRef="#ctx0" brushRef="#br0" timeOffset="77900.2">17866 3988 868 0,'-6'-7'0'0,"3"6"0"0,1-2 0 0,0 1 0 0,2 1 0 0,0 1 0 0,-2 0 183 0,2 0-75 0,0 0 73 16,0 1-66-16,2 11-46 16,2 3 1-16,5 7 126 0,-2 0-81 0,1 7-42 15,-2 1 9-15,1 4-13 0,-3 1 0 0,-1 3-36 16,1-2-1-16,-2 1 35 0,-1 3-26 0,-1 4-9 16,0-2-116-16,0-8 58 0,0 2 29 0,0-3-169 15,0-8 102-15,0 2 43 0,0-7-1 16,0-7-276-16,0 0 124 0,0-7 80 0,0-3 0 15,0-1-117-15,0-2 89 0,0-5 45 0,0-16 22 0,0-5-242 16</inkml:trace>
  <inkml:trace contextRef="#ctx0" brushRef="#br0" timeOffset="78125.08">17783 3969 1566 0,'0'-16'0'0,"0"5"0"15,0 3 0-15,0 3 0 0,0-3 0 0,1 1 0 0,13 3 0 0,5-1 0 0,1 0 0 0,3 1 206 0,9 3-90 0,-4-1-42 0,-1 2 74 16,-1 0-58-16,-2 0-29 0,-5 9 9 0,2 2-102 16,-5 3 32-16,0 1 1 0,-5 2 32 0,-6 1-49 15,-1 3 33-15,-4 4-8 0,0-3-80 0,-7 2 52 16,-13 0 26-16,0 1-157 0,-4-2 84 0,-1-1 6 16,-1-3 30-16,0-2-240 0,2-4 123 0,5-6 37 15,-2 3 44-15,4-3-232 0,3-1 132 0,4 0 67 16,4 2 33-16,2-1-124 0</inkml:trace>
  <inkml:trace contextRef="#ctx0" brushRef="#br0" timeOffset="78312.62">18187 4388 1019 0,'6'6'0'0,"-1"3"0"0,3 2 0 0,-5-4 0 0,1-2 0 0,-2 3 0 16,-1 0 0-16,-1-1 351 0,0 2-159 0,0 0-72 0,0 5-47 0,0 2 69 15,0-2-54-15,-1 2-28 0,-8 4 1 16,-1-1-159-16,1-1 61 0,-3-3 35 16,2 0-134-16,-2-4 84 0,3-1 42 0,0-3-411 15,1-3 216-15,2-2 59 0</inkml:trace>
  <inkml:trace contextRef="#ctx0" brushRef="#br0" timeOffset="78632.16">18519 4067 1112 0,'2'-1'0'0,"0"1"0"0,-2 0 0 0,0 9 0 0,-8 9 0 0,-2 5 0 0,0 6 383 0,-1 5-175 16,1-1-87-16,3 1 37 0,4 0-66 0,3-3-30 16,0 1 0-16,1-3 17 0,14-5-23 0,2-2 8 15,5-3-32-15,3-1-82 0,-1-6 42 0,5 0 20 16,-3-7 0-16,-2-3-123 0,4-2 67 15,-2 0 39-15,-3-2-84 0,-4-15 28 0,-4 2 3 16,2-8 17-16,-6-3-6 0,-4-2 1 16,-3 1 34-16,-2-8 21 0,0 0-37 0,-2-11 10 15,0 3 0-15,-4-3 45 0,-7-4-15 0,-2 2 0 16,0 9-92-16,-6 0 35 0,0 6 7 0,-3 9 28 16,-1 9-70-16,1 9 32 0,-1 4-14 0,-5 2-78 15,3 12 52-15,3 10 28 0,1 5-11 0,4 5-52 16,4 4 37-16,2 6 30 0,7-2 1 15</inkml:trace>
  <inkml:trace contextRef="#ctx0" brushRef="#br0" timeOffset="78877.6">18320 4609 1060 0,'-10'0'0'0,"3"0"0"16,3 0 0-16,3-10 0 0,1-5 0 0,0-8 0 0,5 1 202 0,16-5-76 0,9-1 67 0,0-4-80 0,6 3-40 15,1 0 0-15,1 3 3 16,-6 7-14-16,4 2-8 0,-2 6-21 0,-4 3 45 16,-8 6-22-16,2 2-1 0,-3 0 45 0,2 16-38 15,-7 3 0-15,0 4-30 0,-2 2 105 0,2-1-52 16,-3 0-19-16,6 5 5 0,-1-7-38 0,3-1-1 16,5-1 1-16,3-6-181 0,2-2 98 0,5-6 37 15,0-5 23-15,7-1-215 0,-2 0 97 0,0-11 65 16,-5-4 0-16</inkml:trace>
  <inkml:trace contextRef="#ctx0" brushRef="#br0" timeOffset="79374.35">19070 4000 1364 0,'-6'-2'0'0,"1"0"0"0,5 1 0 0,0-2 0 0,0 1 0 0,3 2 0 0,10-2 0 0,10 1 168 0,5-1-68 16,4 1-34-16,3-3 270 0,9-1-156 0,-3 1-73 15,0 2-37-15,-5 1 78 0,2 0-57 0,-2-2-22 16,-5 3-7-16,-2 0-158 0,-6 0 65 0,-2 0 31 16,0 0-127-16,-8 0 87 0,-1 0 33 0,-5 0-469 15,-3 0 248-15,-2 0 52 0,0 0 85 0,-2 0-446 16,0 0 253-16</inkml:trace>
  <inkml:trace contextRef="#ctx0" brushRef="#br0" timeOffset="79566.03">19389 3732 544 0,'-8'-8'0'0,"1"2"0"0,3 4 0 0,2 0 0 0,1 2 0 0,-3 0 389 16,2 0-170-16,-4 2-97 0,2 11 149 0,-3 11 31 15,0-1-135-15,-7 6-67 0,-1 6 275 0,-6 10-175 16,-3-1-83-16,0 2 9 0,-2 2-46 15,-1 0-24-15,1-1 9 0,-1 1-106 16,3-3 37-16,2 0 0 0,1-3 37 0,0-2-371 16,6-6 193-16,4-3 85 0,3-10-530 0,6-6 250 15,2-4 164-15,0-5 17 0,2-6-387 0</inkml:trace>
  <inkml:trace contextRef="#ctx0" brushRef="#br0" timeOffset="79725.63">19204 4219 1411 0,'3'-1'0'0,"1"1"0"0,1 0 0 0,-1 7 0 0,-2 4 0 0,0 5 0 0,1 1 0 0,1-1 168 0,-1 5-68 16,0 0-25-16,-1 1 150 0,2 1-96 0,-2-2-48 15,1 0-24-15,-1-1-197 0,2-4 94 0,1 1 36 16,-1-7-433-16,0-1 235 0,2-3 117 0,-3-5 59 16,3-1-511-16,-3 0 261 0,1-9 114 0</inkml:trace>
  <inkml:trace contextRef="#ctx0" brushRef="#br0" timeOffset="79867.25">19301 4353 735 0,'-4'-22'0'0,"0"2"0"0,2 7 0 0,-2 0 0 0,4 2 0 0,0 0 0 0,0 4 244 0,0-1-105 0,10 2 299 0,5 0-207 16,4 2-99-16,5 0-50 0,0 1 269 0,1 0-160 15,0 0-71-15,6 2-47 0,-4 1 2 0,-5 0-20 16,6 0-1-16,-5 0-22 0,0 0-245 0,-5 0 119 16,-1 0 63-16,-1 0-480 0,-7 4 271 15,-2 2 129-15,-5-3 77 0,0 2-619 0,-2-1 310 16</inkml:trace>
  <inkml:trace contextRef="#ctx0" brushRef="#br0" timeOffset="80143.7">19450 4064 876 0,'-7'-6'0'0,"5"2"0"0,2 2 0 0,0 0 0 0,0 2 0 0,0 0 0 0,0 8 0 0,2 5 294 0,5 3-131 0,0 2-65 15,0 7-32-15,-3-2 48 0,-1 8-44 0,-1 1-1 16,-2 0-71-16,0 0-1 0,-2-1 36 0,-5-6-112 15,-4 6 51-15,3-11 31 16,-3-1 0-16,0-4-44 0,1-4 37 0,3-6 9 16,0 1 15-16,-1-4 34 0,2-2-35 0,2 0-5 15,2 0-44-15,1 0 120 0,1-2-42 0,0-2 0 16,1-1 150-16,9 0-87 0,5 0-21 0,2-1 74 16,3 2-70-16,7 1-30 0,-1 1 0 0,2 1-22 15,1-1-10-15,1-1 9 0,0 2-8 0,0 1-248 16,0 0 124-16,-2 0 62 0,1 0 31 15,-6 0-680-15,7 0 334 0,-3 0 123 0</inkml:trace>
  <inkml:trace contextRef="#ctx0" brushRef="#br0" timeOffset="80708.81">19857 4039 681 0,'-2'-5'0'0,"0"1"0"0,2 3 0 0,0-4 0 0,0 4 0 0,8-1 0 0,4-1 372 16,6 2-169-16,-2 1-77 0,1 0-51 0,3 4 173 16,-2 5-108-16,-3 3-53 0,0 2 56 0,-1 3-46 15,-4 1-37-15,-2 0 19 0,-5 3-23 0,-1 5-1 16,-2-1-22-16,0-3-22 15,-7 6 22-15,-9 0 0 0,-5-2-1 0,-4 0-92 16,-2-3 47-16,1-4 30 0,-2-3-7 0,2-1-179 16,0-6 72-16,-1-4 56 0,3-3-286 0,3-2 135 15,1 0 63-15,4 0-228 0,5-2 162 0,4-5 81 16,5-3 40-16,2-2-119 0,0-2 84 0</inkml:trace>
  <inkml:trace contextRef="#ctx0" brushRef="#br0" timeOffset="80942.34">20135 4056 1427 0,'5'-13'0'0,"-3"6"0"0,2 0 0 0,-2-1 0 0,-2 3 0 0,0-2 0 0,0 4 0 0,-4 0 0 0,-5 3 238 0,-5 0-107 0,0 8 140 16,-4 10-119-16,2 5-59 0,-3 9-31 0,2-2 90 15,2 6-63-15,2-2-29 0,3 1 1 0,6-2 22 16,3 0-24-16,1-7 7 0,0 6-33 0,7-7-25 15,7 0 25-15,0-7 0 16,0 0-189-16,4-5 103 0,1-3 39 0,2-4-347 16,-3-2 167-16,3-4 101 0,0 0 12 0,-1-2-427 15,-1-6 243-15,4-7 115 0,-8 2 59 0,2-3-179 0</inkml:trace>
  <inkml:trace contextRef="#ctx0" brushRef="#br0" timeOffset="81383.32">20360 4141 559 0,'-4'-2'0'0,"1"0"0"0,1 2 0 0,0 0 0 0,-2-2 0 0,3 2 0 0,-1-1 395 0,2 1-182 16,0 0-82-16,-3 0 129 0,3 0-114 0,-2 0-56 16,-1 1-29-16,1 9 40 0,0 1-25 0,0 4-9 15,0 1-35-15,0 6 25 0,2-2-1 0,-1 3-23 16,1-1 74-16,0 0-42 0,0 1 1 15,0 0-6-15,1-5-1 0,7 2-26 16,2-6 8-16,3 1-12 0,3-3 4 0,3-4-1 16,2-3 1-16,4-4-29 0,-4-1 7 0,10 0 22 15,-5-5 0-15,0-8-34 0,1-4 1 0,-3-3 32 16,-2-1-150-16,1-4 54 0,-4-2 40 0,-1-2-148 16,0-3 86-16,-5-2 27 0,0-5 24 0,-2-7-131 15,-4 3 71-15,2-9 19 0,-6 1 23 0,-1-1-86 16,-2 7 46-16,0-8 33 15,-2 17 1-15,-13 4 75 0,-3 6-24 0,-5 8-1 16,-5 10 71-16,-3 6-44 0,0 2-25 0,-3 4 216 16,-3 18-116-16,5 4-38 0,7-2-38 0,-7 14 170 15,9-4-88-15,2 4-12 0,5 1-31 0,0 1-3 16,7-3 9-16,0 8-29 0,4-3 0 0,2-6-125 16,3 1 62-16,0 1 32 0,0-5-129 0,6-1 55 15,4-1 47-15,2-7-8 0,4-1-452 0,-4-8 198 16,6-1 119-16,-2-4-267 0,3-5 201 15</inkml:trace>
  <inkml:trace contextRef="#ctx0" brushRef="#br0" timeOffset="81611.78">20790 4088 1480 0,'0'-1'0'0,"0"-2"0"0,0 3 0 0,0 0 0 0,0 0 0 0,0 0 0 0,2 3 0 0,7 3 0 0,7 3 438 0,0 1-207 0,3 2-100 15,0-1-48-15,3 4 55 0,-3 1-53 0,-3-3-17 16,0 3-236-16,-2-2 101 0,-1 0 49 0,-4-1-162 16,-2 1 106-16,1-5 61 0,-4 1 19 0,-1-2-571 15,1-3 284-15,0-3 64 0</inkml:trace>
  <inkml:trace contextRef="#ctx0" brushRef="#br0" timeOffset="81782.33">21128 3942 1038 0,'0'-12'0'0,"0"7"0"0,0 1 0 0,0 2 0 0,0 2 0 16,0 0 0-16,-2 11 0 0,-3 12 537 0,-4 5-253 0,-5 7-117 0,-5 9 362 0,-1 3-248 15,-6 13-124-15,-3 2 79 0,-3 2-102 16,-1 5-42-16,-11 14-34 0,3-4-96 15,-6 7 35-15,0 1 0 0,2-3 36 0,7-16-553 16,1 1 272-16,7-7 140 0,10-15 71 0</inkml:trace>
  <inkml:trace contextRef="#ctx0" brushRef="#br0" timeOffset="83092.27">21236 3812 946 0,'-7'-6'0'0,"2"1"0"0,3 3 0 0,0-1 0 0,2 2 0 0,0 1 0 0,0-2 234 16,2 2-104-16,17 0-49 15,6 0 119-15,2-2-83 0,8 0-42 0,2 2 188 0,6-1-118 0,-9-2-57 16,3 2-27-16,-2-1-27 15,-3 1-2-15,-9-1 9 0,4-1-8 0,-4 3-160 16,-2-1 80-16,-5 1 40 0,-4-2-1 0,-3 2-330 16,-2 0 181-16,-3-2 38 0,-2 2-392 0,-1 0 231 15,-1 0 124-15,0 0-34 0,-10 0 82 0,-3 0 38 16,-3 0 0-16,2 0-75 0,-4 0 57 0,4 0 88 16,0 0 0-16,0-2-24 0,2 0-9 0,3 1 33 15,-1-2 0-15,2 2 205 0,1 1-134 16,1 0-53-16,-1 0 294 0,-1 4-129 15,1 6-92-15,-2 2 132 0,-2 3-100 0,-3 4-38 16,-2-1-25-16,-2 3 126 0,-1 2-68 0,-1-1-47 16,-1 1 0-16,0-3-10 0,1 2-28 0,1-3-1 15,4-1 9-15,0 0 26 0,2-1-34 0,3 0 35 16,3 0 0-16,3-1-35 0,1 2 8 0,3 1 56 16,0-1-32-16,0 1 1 0,0 0-34 0,0 2 21 15,0-3-12-15,1 3-8 0,1-3-1 16,0 2-48-16,2-2 24 0,-1-1 0 15,2 0 33-15,-3-1-284 0,1-4 121 0,1-2-325 16,-2 0 203-16,1-6 113 0,-1 2 18 0,0-4-250 16,0 0 166-16,0 0 81 0,-2-2 42 0,0 0-81 15,0-4 52-15,0-7 40 0,0-5-1 0,-8 0-91 16,-1-6 60-16,1-2 95 0,-1 2 0 0,0-7 0 16,0 4 0-16,1 5 0 0,0-4 17 0,1 4-6 15,3 1-30-15,3 5 339 0,1-1-152 0,0 5-94 16,1-1 0-16,14 0-39 15,4-1 49-15,11 3-37 0,2-1 71 0,9 3 75 16,-2 0-80-16,5 2-40 0,-7 2 270 0,11 1-160 16,-13 0-75-16,4 2-37 0,-5 0 8 0,-2 0-23 15,-5 0 8-15,-1 0-56 0,-3 0 25 0,-7 4-1 16,-2-1 1-16,-3 3 19 0,-4 0-11 0,-2-1-8 16,-1 3-1-16,1-1 84 0,-3 1-42 15,-1 3-20-15,-1 0 7 0,0 2 131 16,2 0-79-16,0 3-40 0,0 0 81 0,0 3-61 15,1 0-22-15,3 0-72 0,1 2 0 0,1 0 34 16,-2 0 0-16,1 0-233 0,0 0 124 0,0 2 51 16,-4-3 28-16,1 3-169 0,-2-5 64 0,0 3 59 15,-2-2-463-15,0-2 240 0,0-2 117 0,0-2-308 16,-8-2 211-16,-2-3 99 0,-1-3 61 0,-1 0-316 16,-4-4 185-16</inkml:trace>
  <inkml:trace contextRef="#ctx0" brushRef="#br0" timeOffset="83280.93">21434 4096 1595 0,'-9'-4'0'0,"1"3"0"16,6 1 0-16,-1 0 0 0,1 7 0 0,0 4 0 0,-2 5 0 0,3 2 0 0,-1 2 170 0,2 3-69 0,0 0-34 0,0 0 225 0,0 2-121 15,0 2-74-15,0-4-166 0,0-1 51 0,0 1 26 16,0-3-1-16,2 1-372 15,-1-5 195-15,1-1 101 0,0-4 51 0,0-3-588 16,1-4 296-16,1-4 92 0</inkml:trace>
  <inkml:trace contextRef="#ctx0" brushRef="#br0" timeOffset="83448.7">21566 4064 1271 0,'3'-2'0'0,"2"2"0"0,-1 0 0 0,-1 5 0 0,3 5 0 0,-3 4 0 0,3 2 0 0,-1 1 0 0,0 2 0 0,0 1 416 0,-1 1-191 16,-2 0-97-16,0 2 18 0,-2-1-61 0,0 0-26 16,0 1 0-16,0-4-351 0,0 3 162 0,-4-3 90 15,-2-2-475-15,-2-2 274 0,3-2 137 16,-3-5-7-16</inkml:trace>
  <inkml:trace contextRef="#ctx0" brushRef="#br0" timeOffset="83595.31">21445 4259 648 0,'0'-3'0'0,"0"0"0"0,0 2 0 0,0-1 0 0,4 0 0 0,2 0 342 16,4 0-154-16,0 2-78 0,4 0-30 0,1 0 163 15,-2 0-105-15,2 0-52 0,-1 0-27 0,0 4-205 16,-5 1 98-16,5 1 36 0,-7-1-490 0,1 5 257 16,-5-2 129-16</inkml:trace>
  <inkml:trace contextRef="#ctx0" brushRef="#br0" timeOffset="83735.06">21457 4372 1093 0,'-5'2'0'0,"2"-1"0"0,3 1 0 0,0 1 0 0,0-3 0 0,8 0 0 0,3 0 0 0,5 0 0 0,0 0 107 0,1 0-36 16,0 0 7-16,0 0-58 0,-1 0 13 0,0 0-1 16,-7 4 1-16,2 0-370 0,-3 4 189 0,-2 2 85 15,-4 1-369-15</inkml:trace>
  <inkml:trace contextRef="#ctx0" brushRef="#br0" timeOffset="83877.98">21477 4543 1092 0,'-18'4'0'0,"1"1"0"0,4-1 0 0,6-2 0 0,-2 0 0 0,6-2 0 0,-1 0 0 0,4 0 0 0,0 0 158 0,4 0-63 0,11 0-31 16,5 0 170-16,7 0-105 0,-1-2-48 0,6 0-17 16,0-2 1-16,2-3-33 0,-1 1 9 0,1-1-234 15,-2 2 112-15,-2 0 57 16,0 1 29-16,-3 0-502 0</inkml:trace>
  <inkml:trace contextRef="#ctx0" brushRef="#br0" timeOffset="84061.51">21928 3964 1260 0,'2'-12'0'0,"5"0"0"0,9 2 0 0,2-1 0 0,5-1 0 0,2 0 0 0,5-1 226 15,3 2-97-15,1 1-47 0,2 0-26 0,-3 3 107 16,-1 0-70-16,-2 2-30 0,-1 4-244 0,-8 0 106 16,0 1 55-16,-3 0-472 0,-5 0 246 0,-3 0 123 15,-3 2 61-15,-5 4-373 0</inkml:trace>
  <inkml:trace contextRef="#ctx0" brushRef="#br0" timeOffset="84237.08">22287 3618 920 0,'-6'0'0'0,"1"8"0"0,-1 7 0 0,-1 2 0 0,-2 7 0 0,-3 3 0 0,-3 5 236 0,-6 11-105 0,-1 0-50 15,-5 2 284-15,0 0-166 0,-3 2-84 0,1 3-35 16,1-2-9-16,0 1-38 0,2-3 0 0,3 2-336 16,5-3 168-16,6-10 92 0,4-3 34 0,8-13-562 15,0-3 293-15,0-15 146 0</inkml:trace>
  <inkml:trace contextRef="#ctx0" brushRef="#br0" timeOffset="84892.97">22123 4112 869 0,'4'-1'0'0,"-1"1"0"0,-1 0 0 16,-1 1 0-16,-1 11 0 0,0 1 0 0,0 4 365 0,0 3-165 0,0 1-84 0,0 2 79 0,0-1-80 16,0 2-34-16,0 3-7 0,-3-7-53 0,-2 7 12 15,2-6 0-15,-1 1-259 16,2-3 137-16,0-5 57 0,0-2 33 0,1-4-350 15,-1-3 191-15,2-2 35 0,0-3 70 0,0 0-260 16,0-10 140-16,0-8 71 0,0-3 16 0,0-4 27 16,0 3-8-16,0-11 34 0,0 4 50 15,0-5-25-15,0 0 1 0,0 2 116 0,2 1-79 0,5 2-27 16,0 8 0-16,3 2 233 0,1 1-125 16,5 4-22-16,-2 7-45 0,5-1 220 15,0 7-116-15,0-1-54 0,0 2 74 0,3 0-68 16,-1 0-25-16,0 0 5 0,-1 5-24 0,-1-1 0 15,-3 2-23-15,2-1 33 0,-7-1 8 0,-1 2-41 16,-1-3 0-16,-2 3 77 0,-3-2-38 0,-1 3-1 16,2-3-30-16,-3 4 120 0,-1 3-64 0,1 0-33 15,0 5 129-15,0 0-80 0,0 5-33 16,-2 3-7-16,2 3-3 0,-2-1-1 0,1 0-36 16,1 2-35-16,0-3 7 0,0 7 28 15,0-4 0-15,1-1-113 0,-1-2 56 0,3-4 29 16,-3 3 7-16,-1-5-161 0,1-3 88 0,0 0 11 15,-2-4-113-15,0-3 62 0,0-2 43 0,0-3-6 16,-7 0-18-16,-5-4 6 0,-1 0 22 0,-2 0-77 16,-4 0 40-16,0-8 34 0,-4-3-1 0,3-2-105 15,-2-2 64-15,-1-4 34 0,0-2-9 0,3-3-69 16,3-2 55-16,0 0 27 0,2 2-27 0,6 2 28 16,1 2-9-16,3 5 37 0,5 2 112 15,0 1-56-15,0 5-29 0,0-1 70 16,11 5-44-16,2-1-27 0,4 2 0 0,-1 2 136 15,3 0-47-15,-1 0-48 0,-2 0 21 0,0 0 3 16,-5 4-2-16,-4 3 1 0,-2 4-53 0,-3 0 23 16,-2 3 5-16,0 1 30 0,-7 2-1 0,-8 1-37 15,-4-2-11-15,5-4 51 0,-6 2-13 0,3-2-29 16,4-4 0-16,4-3 137 0,4-2-64 0,-2-1-23 16,6 0-9-16,1-2 29 0,0 0-30 0,5 0 1 15,16-7-201-15,7-6 94 0,10-2 34 16,0-3 20-16,1 2-531 0,2 0 263 15,-7 5 106-15,3-4-297 0,-5 2 205 0</inkml:trace>
  <inkml:trace contextRef="#ctx0" brushRef="#br0" timeOffset="85202.14">22709 4154 1784 0,'-5'0'0'0,"1"0"0"0,2 0 0 0,1 0 0 0,1 0 0 0,0 0 0 0,0 0 0 0,0-1 272 0,3-2-120 0,15 1-60 0,2 0 253 16,8 1-160-16,2-1-76 0,4-2-38 0,1 0 20 15,5-1-24-15,-2-1 8 0,-1 0-43 0,-1-1-45 16,-3-1 22-16,-3 1 1 0,-7 2-255 16,0-2 135-16,-2 0 71 0,-5 3-492 0,-7 0 233 0,1 1 151 15,-2 1-6-15,-5-2-319 0,-1 2 220 0,-2 0 109 16,0-4 56-16</inkml:trace>
  <inkml:trace contextRef="#ctx0" brushRef="#br0" timeOffset="85716.85">23123 3767 1238 0,'-2'0'0'0,"1"0"0"0,1 0 0 0,-2 0 0 0,2 0 0 0,0-1 0 0,2-3 0 0,10-2 188 16,9 0-78-16,4 2 151 0,2 0-114 0,3 3-58 0,3 1-19 0,-1 0-78 16,-2 0 20-16,-1 0 0 0,-4 5 21 0,-4 3-210 15,-2 4 113-15,-5 3 44 16,-4-1 27-16,-4 3-204 0,-4 1 102 0,-2-2 61 15,0 2-93-15,-7 0 9 0,-5-4 49 0,-1 0 88 16,-3-1-26-16,2-4 0 0,4-1-34 0,-1 0 242 16,5-4-114-16,1-3-42 0,2 1-32 15,3 0 240-15,0-2-118 0,0 0-32 16,10 0 83-16,5 0-77 0,0 2-38 0,2 0 0 0,2-1-23 0,-3 5-15 16,2 0-1-16,-3 4-50 15,-4-2 25-15,0 6-1 0,-6-2 35 0,-3 4-111 16,1-1 51-16,-3 2 25 0,0 1 1 0,-12-3-122 15,-1 2 70-15,-4-1 10 0,1-3 23 0,-4-2-229 16,4-1 115-16,-1-5 32 0,6-3-113 0,-7-2 86 16,8 0 44-16,-2-2-204 0,3-12 124 0,0-4 54 15,0-7 39-15,4-1-152 0,-1-4 92 0,3-2 45 16,-1 2 24-16,2 8-18 0,0-4 8 16,1 5 33-16,1 4-1 0,-2 6 216 0,0-1-108 0,2 7-63 15,0 3 412-15,0 0-201 16,0 2-120-16,0 0 166 0,0 9-126 0,2 9-13 15,3 4-53-15,3 3 248 0,1 4-146 0,3 4-73 16,-2 7-37-16,0-6 110 0,0 12-78 0,-5-13-34 16,0 7 1-16,-1-3-178 0,-2 3 71 0,0-5 44 15,-2 1-371-15,0 0 199 0,0-1 100 0,-9-3 50 16,1-4-255-16,3-9 84 0,0-6 91 0,0-1-440 16,3-8 252-16</inkml:trace>
  <inkml:trace contextRef="#ctx0" brushRef="#br0" timeOffset="86018.04">23743 3754 1247 0,'13'-1'0'0,"0"1"0"0,-3 0 0 0,-5 3 0 0,-3 7 0 0,-2 3 0 0,0 1 0 0,-13 5 322 0,-4 1-144 0,-3 4-73 15,-3-2-34-15,-2 2-30 0,2-1-9 0,2 0-158 16,0-3 79-16,3-7 40 0,5 1 0 0,6-9-461 15,0-3 236-15,2-2 120 0,3 0 60 0,2-6-328 16,0-6 174-16,0-4 79 0,9 1 10 0,-2 0 43 16,4 2 74-16,1 1 177 0,1 4-101 0,4-1-63 15,-1 2-19-15,5 3 185 0,6 3-105 0,-4-1-54 16,7 0-12-16,-1 2 473 0,3 0-189 16,-2 0-130-16,-2 2-64 0,0 1 163 0,-3 4-106 15,-1-3-65-15,-4 5-112 0,-2-4 28 16,-6-1-1-16,-1 3-413 0,-4-1 229 0,-4-3 102 15,-3 1 54-15,0 2-514 0,-5-3 231 0</inkml:trace>
  <inkml:trace contextRef="#ctx0" brushRef="#br0" timeOffset="86153.32">23711 4006 858 0,'0'5'0'0,"0"2"0"0,0 5 0 0,0 0 0 0,2-5 0 0,1 2 59 0,1 2 0 0,0 4-26 16,-1-3 0-16,4 1 249 0,-5-1-116 0,-1 4-63 15,1-3-184-15,-2 0 57 0,0 0 29 0,0-2-481 16,0-2 260-16</inkml:trace>
  <inkml:trace contextRef="#ctx0" brushRef="#br0" timeOffset="86312.89">23829 3974 860 0,'2'0'0'0,"2"0"0"0,1 10 0 0,1 12 0 0,4 4 0 0,-1 6 685 15,2 7-326-15,-3-5-163 0,3 11-82 0,-4-4 220 16,-1-5-143-16,-1 11-83 0,0-5-10 0,-1-2-33 16,-3-5 0-16,1 2-529 0,0 0 257 0,0-4 116 15,-2-2 61-15,0 1-790 0</inkml:trace>
  <inkml:trace contextRef="#ctx0" brushRef="#br0" timeOffset="89744.78">7060 7850 384 0,'-7'0'28'0,"2"0"1"15,4 0-29-15,1 0 0 0,-3 0 248 0,3 0-107 16,0 4-47-16,0 1-34 0,0 7 92 0,0 2-59 15,0 5-30-15,3 6 189 0,1-3-101 0,4 8-63 16,-1-2-28-16,1 1 106 0,0-1-67 16,0-4-25-16,0 8 31 0,0-6-36 15,-1 1-73-15,-1-7 0 0,0 3 36 16,-3-2 9-16,3-1-8 0,-4-3-63 0,1 0 32 16,-2-4-1-16,1-4-208 0,-2 3 116 0,0-5 25 15,0-3-330-15,0-2 192 0,0 0 69 0,0-2-210 16,0 0 149-16,0-5 85 0,0-14 39 0,-2-4-138 15,-2-3 89-15,-1-4 44 0,-4-5-78 16,-1-8 127-16,-1 4 28 0,-3 2 0 0,4 3 0 16,-7-2 0-16,5 2 0 0,-3 4 0 0,0 4 0 0,4 7 0 15,-3-1 170-15,1 6-112 0,5 3-53 0,-1 0 513 16,4 1-254 0,1 3-73-16,4-1 258 0,0-1-208 0,0-3-96 0,13 0 198 15,6-2-155-15,5-1-78 0,2 5-38 0,4 0 62 16,0 2-42-16,2 6-34 0,1 2 0 0,0 0-26 0,-2 2 43 15,-1 9-21-15,-3 4-50 16,-3 2-8-16,1 4 37 0,-1 2-38 0,-8 1 1 0,1 2 37 0,-5 3 8 16,0 1-8-16,-6-1-19 0,-1 1 19 15,-3-1-1 1,-2 1-18-16,0-5 22 0,0 5-36 0,-9-1 22 0,-5-1 42 16,-2 1-1-16,-2-5-38 0,-3 1 5 0,0-5-48 15,-4-2 21-15,0-2 8 0,-1-3-110 0,1-4 58 16,1 0 34-16,-2-4-79 0,3-3 47 0,3-1 17 15,1-1-21-15,4 0 41 0,4 0-3 0,1 0-10 16,2 0 28-16,-1-3-10 0,6-1-14 16,1 0-13-16,0-2 6 0,2 3 89 0,0-1-40 15,0 0-14-15,0 0 1 0,0 0 24 0,2 1-40 0,6 0 16 16,-2 0-245-16,3 1 112 16,0 0 55-16,0 1-505 0,7-1 270 0,-3 2 132 15,4 0-274-15,4 0 202 0,3 0 102 0</inkml:trace>
  <inkml:trace contextRef="#ctx0" brushRef="#br0" timeOffset="96768.16">24536 3634 987 0,'-9'-4'0'0,"4"2"0"0,1 0 0 0,0 0 0 0,3 2 0 0,-1 0 0 0,2 0 0 0,-2 0 0 0,0 13 185 0,1 4-81 0,-1 4-35 0,-5 3 173 16,0 3-104-16,-2 3-53 0,-2 2-18 15,-1-2-11-15,0 0-23 0,-4 0-1 0,1-2-111 16,0-4 56-16,2-1 36 0,-2-2-9 0,0-5-65 15,0-3 47-15,0 0 24 0,-1-6-1 16,6-4-21-16,-1 0-4 0,1-2-16 0,2-1 118 16,5 0-55-16,1 0 0 0,0 0-41 15,2 0 282-15,0 0-110 0,0 0-69 0,2 0-16 16,11 0-23-16,8 2 9 0,5 0-30 0,0 1 42 0,1-1-21 16,1-2 0-16,-6 3-22 0,3-2-91 0,-4 2 42 15,-1-3 25-15,-3 3-134 0,-3 0 75 16,-3-1 48-16,-2 0-609 0,-2 2 296 0,-2 0 112 15,-1-1 85-15,-1 3-433 0</inkml:trace>
  <inkml:trace contextRef="#ctx0" brushRef="#br0" timeOffset="97134.59">24186 3861 925 0,'-6'0'0'0,"4"0"0"0,2 0 0 0,0 0 0 0,0 2 0 0,8 1 0 0,9 2 294 0,8 1-130 0,7 1-66 0,7-2 83 16,-2-1-66-16,12 2-45 0,-4-3 0 0,-1 0 19 16,-11-1-28-16,3 1 1 0,-8-1-21 15,6-2-197-15,-11 1 94 0,-1-1 48 0,-4 1-382 0,-5-1 214 16,-2 3 85-16,-4-1-450 0,-4 0 248 0</inkml:trace>
  <inkml:trace contextRef="#ctx0" brushRef="#br0" timeOffset="97307.17">24511 3912 1102 0,'-4'2'0'0,"3"5"0"0,1 4 0 0,0 0 0 0,0 5 0 0,0-1 0 0,0 7 0 0,0-1 0 0,0 8 0 0,0 0 429 0,0 1-198 15,0 0-99-15,0 1 86 0,0-1-85 0,-2 2-54 16,-1-3-242-16,-1-1 98 0,1 0 49 16,1-1 24-16,2-7-199 0,-4 4 107 0,4-8 59 15,-2-2 29-15,1-4-582 0</inkml:trace>
  <inkml:trace contextRef="#ctx0" brushRef="#br0" timeOffset="97478.98">24380 4295 926 0,'-8'-2'0'0,"4"2"0"0,2 0 0 0,2 0 0 0,0 0 0 0,0 0 0 0,0 0 0 0,6 0 290 0,13 0-129 0,5 0-64 0,3 2 311 16,-4-2-180-16,9 1-101 0,-3-1-11 15,-1 0-42-15,-5 0-20 0,1 0 0 0,-1 0-360 16,-5 0 166-16,-2 0 86 0,-6 0 44 0,0 0-219 16,-5 0 131-16,0 0 74 0,-5 0 24 15</inkml:trace>
  <inkml:trace contextRef="#ctx0" brushRef="#br0" timeOffset="97925.07">24188 3742 1150 0,'-15'0'0'0,"6"0"0"0,2 0 0 0,2 0 0 0,1 3 0 0,3 2 0 0,-1 6 0 0,2-1 306 0,0 4-137 0,0 4-67 0,0 1-35 15,0 1 47-15,0 2-33 0,0 7-7 0,0-5-42 16,0-3-32-16,0 2-1 0,0-4 34 15,0-1-88-15,-2 1 39 16,0-2 25-16,2-2-1 0,-2-2-43 0,2-2 34 16,-3 0 8-16,3 1-21 0,0-1 32 0,0-2-42 15,0 0 33-15,0 1 79 0,0 0-35 0,0 1-21 0,0 0 1 16,5 1 36-16,1-2-25 0,1 3 7 0,1-3 19 16,-1 3-25-16,1-2-13 0,-1 3-70 0,-2-1 35 15,2 1 4-15,-4-4 38 0,-1 5-171 0,0-3 76 16,-2 3 25-16,0-2 23 0,-4 0-111 15,-7-1 59-15,-2-2 12 0,-3 0 0 16,0-3 39-16,0-1-6 0,4-3-19 0,1 0 10 16,1-1 69-16,2-1-32 0,5-1-4 0,-1 0 204 15,4 0-96-15,0 0-58 0,0 2 146 0,0 1-91 16,15 0-22-16,9 3-30 0,6-3 94 0,8 1-53 16,7 1-39-16,-2-1-1 0,3 0-3 0,-2 0-27 15,-3-1 0-15,-6-1-27 0,4 2-8 16,-4 0 35-16,-2 2-261 15,-3-5 130-15,0 5 63 0,-7-4 41 0,1 2-592 0,-4-2 283 16,1 1 105-16,-3-3 83 0,2 0-367 0,-3 0 217 16,-1-3 120-16,0-9 56 0,-2-10-296 0</inkml:trace>
  <inkml:trace contextRef="#ctx0" brushRef="#br0" timeOffset="98183.88">24970 3762 1171 0,'6'-5'0'0,"0"4"0"0,-2 1 0 0,-1 0 0 0,-1 0 0 0,1 6 0 0,-3 5 0 0,0 1 108 0,0 6-29 0,-10 4-9 16,-1 3 59-16,-4-1-48 0,0 2-24 0,-4-1 0 15,6-4-59-15,-4-3 14 0,0 2-1 0,2-6 22 16,2-3-14-16,1-2 14 0,7-1 8 0,-1-2 43 16,2-4-26-16,3 0 0 0,1-2 11 0,0 0 0 15,0 1-28-15,0-1-8 0,9 0 28 0,7 0-28 16,-2 0 0-16,5 0-1 0,-1 0-24 15,0 0-8-15,1-3 32 0,-1-1 1 0,-2-2-363 16,-2 3 176-16,0 0 71 0,-3 1-471 16,-2-3 244-16,-1 2 139 0,0-3-207 0,-3 0 173 15,0-3 78-15</inkml:trace>
  <inkml:trace contextRef="#ctx0" brushRef="#br0" timeOffset="98377.37">25080 3859 874 0,'0'-3'0'0,"0"0"0"15,0 3 0-15,0 0 0 0,-2 6 0 0,-8 7 0 0,0 7 141 0,-2 0-46 0,-2 6-36 0,-4 3 92 0,0 2-60 16,1 0-29-16,-3-2 1 0,4 1 141 0,2-4-90 16,3-6-40-16,4 0 17 0,0-3-29 15,5-7 0-15,0 0-21 0,2-5-30 0,0 2 22 16,0-5 0-16,2-2-33 0,9 0 0 0,3 0 41 16,4-2-8-16,3-6-34 0,-5-1 1 0,3-1 33 0,-2 0-1 15,-2 1-363-15,-2 2 146 0,-3 3 94 0,-1 3 17 16,-3 1-496-16</inkml:trace>
  <inkml:trace contextRef="#ctx0" brushRef="#br0" timeOffset="98526.97">24900 4314 857 0,'-12'9'0'0,"3"-3"0"0,4-1 0 0,1-1 0 0,1-2 0 0,2-2 0 0,1 0 189 0,0 0-78 0,4 0 233 0,9 0-148 15,6 0-85-15,5 0-40 0,-1 0-11 0,3-4-1 16,2-5-26-16,1-1 8 0,1 0-199 15,-2-2 96-15,-2 1 47 0,1-3 24 16,0 1-510-16</inkml:trace>
  <inkml:trace contextRef="#ctx0" brushRef="#br0" timeOffset="98718.45">25267 3748 1139 0,'-5'-9'0'0,"5"2"0"0,0-1 0 0,0-3 0 0,16-1 0 0,5-2 0 0,6 2 0 0,1 3 369 0,4-1-169 16,-2 3-83-16,2 1-34 0,-2 2-20 0,-2 2 0 16,-7 1-30-16,4 1 0 0,-7 0-111 0,-1 0 63 15,-2 0 21-15,-3 3-339 0,-5 3 183 0,-1 0 91 16,-1-1-431-16,-3-1 236 0,0 0 123 0,-2-4-7 16</inkml:trace>
  <inkml:trace contextRef="#ctx0" brushRef="#br0" timeOffset="99306.54">25524 3455 654 0,'-14'0'0'0,"5"0"0"0,-2 2 0 0,-3 12 0 0,0 4 0 0,-4 3 0 0,2 3 0 0,-3 3 193 0,-1 2-80 0,1 4-40 0,-4-4 0 16,2 4-17-16,3-2-23 0,0-5 0 0,7-5-33 16,3 0 0-16,3-4 33 0,3-7 8 0,0-3-68 15,2-2 30-15,0-1 1 0,9-4-17 16,14 0 23-16,2-2-10 0,8-4 29 0,1-1-40 15,1 0 30-15,2 1-25 0,-3 2 19 16,-6 0-30-16,4 2 29 0,-12 2 2 0,-1 0-30 16,-5 0 32-16,-3 0-3 0,-4 2 9 0,-5 6-93 15,-2 2 38-15,0-1 21 0,-4 3-136 16,-12-2 71-16,-2 0 25 0,-6 3 22 0,1-4-110 16,-3 1 59-16,2-3 14 0,-1-1 1 0,4-1 1 0,-2 1 32 15,2-5 0-15,2 2 21 0,2-1 0 16,2-1-21-16,6-1 122 0,1 0-57 0,2 0-24 0,2 0-1 15,4 1 241-15,0 2-127 16,0 1-42-16,0 2-39 0,0-1 127 0,0 3-72 16,0 0-10-16,2 1-26 0,2 1 39 0,-3-2-37 15,3 5 0-15,-1-1-82 0,-1-3 27 16,0 3-1-16,-2-3-49 0,0 3 33 0,0-4 23 16,0 2-1-16,1-3-258 0,-1 3 131 0,0-3 43 15,2 1 39-15,0-2-185 0,-2-1 99 0,0 3 16 16,2-5 36-16,-2 2 0 0,0 0 8 15,0 1 28-15,0-2 56 0,-7 1-29 16,-5-3 1-16,3 0-4 0,-6 0 8 0,1-1-32 16,0-1-1-16,-5 0 128 0,4 0-60 0,-2 0-13 15,0 0-18-15,2-1 185 0,1-1-93 0,5 0-28 16,2 0 184-16,3 0-94 0,0 0-68 0,3 2 75 16,1 0-67-16,0 0-32 0,11 0 0 0,10 4 15 15,7 2-48-15,2-1 0 0,4 1 0 0,1 0 33 16,2-1 10-16,1-1-44 0,-1 1 1 15,-2 0-153-15,-5-4 76 0,-2 1 38 0,-8 0 9 16,3-2-331-16,-6 0 138 0,-4 0 97 0,-2 0-354 16,-6 0 206-16,0 0 97 0,-3 0-138 0,-2-7 124 15</inkml:trace>
  <inkml:trace contextRef="#ctx0" brushRef="#br0" timeOffset="99443.37">25508 3902 701 0,'-4'-3'0'0,"3"3"0"0,-1 0 0 0,-2 1 0 0,-1 9 0 0,0 5 0 0,0 6 145 0,-4 0-48 16,1 7-36-16,-1 1 0 0,-6 1 176 0,-1 4-102 16,2-1-51-16,-3 2-18 0,-2-2-123 0,0 0 44 15,4-2 24-15,0-2-427 0,8-6 221 0</inkml:trace>
  <inkml:trace contextRef="#ctx0" brushRef="#br0" timeOffset="99582.97">25409 4250 873 0,'0'3'0'0,"2"7"0"0,3 1 0 0,0-5 0 0,2 5 0 0,2-2 178 0,0 2-72 0,3-1-37 16,-1 1 181-16,2 0-100 0,0 3-63 0,0-4-27 15,-1 0-78-15,1 0 25 0,-1-4 0 0,2-1 34 16,1-1-411-16,-2-4 202 0</inkml:trace>
  <inkml:trace contextRef="#ctx0" brushRef="#br0" timeOffset="99766.51">25974 3698 679 0,'0'11'0'0,"0"7"0"0,-11 5 0 0,-9-2 0 0,-1-1 289 0,-7 8-128 16,3-1-56-16,-9 9 33 0,6-6-53 15,2 1-26-15,3-5-85 0,-2 7 30 0,5-3 7 16,3-2 22-16,8-9-393 0,3-7 188 15,6-4 93-15,0-4 47 0,0-4-390 0</inkml:trace>
  <inkml:trace contextRef="#ctx0" brushRef="#br0" timeOffset="99899.15">25824 3953 771 0,'2'-4'0'0,"0"4"0"0,0 3 0 0,0 13 0 0,-1 6 0 0,-1 4 0 0,0 1 0 0,0 5 412 0,0 2-194 0,0 0-92 0,0-1-47 15,0 2 149-15,0-4-98 0,0-4-40 16,0 6-110-16,0-6 27 0,2-4-1 15,0-1 27-15,2-5 0 0,-2-6 8 16,6-2-9-16</inkml:trace>
  <inkml:trace contextRef="#ctx0" brushRef="#br0" timeOffset="100334.55">26195 3706 872 0,'23'-7'0'0,"2"6"0"0,-3-1 0 0,-1 2 0 0,-4 0 0 0,-8 0 0 0,3 0 0 0,-7 0 96 0,-1 7-31 0,-2 6-1 0,-2 0-52 16,-4 3 8-16,-14 2 13 0,1 0-119 15,-4-4 59-15,-3 2 30 0,5-5 9 0,-10 2-137 16,5-4 71-16,-1-3 34 0,4 0 1 0,1-5-12 16,1 1 2-16,8-2-7 0,2 0 181 0,2 0-81 15,4 0-33-15,3 0 104 0,0 0-63 0,8-2-25 16,9-2 1-16,9-1 76 0,1 1-48 15,3-2-10-15,0 3 8 0,2 0-64 16,-2 2 0-16,0 1 23 0,-4 0-1 0,-6 0-77 16,-1 0 47-16,-3 6-8 0,-3 1-100 0,-6 2 57 15,-5 4 36-15,-2-1-4 0,0 3-153 0,-4-2 70 16,-12 2 47-16,-4 2-24 0,-2-3 30 0,-3-2-4 16,5-1-6-16,-8 1 55 0,7-4-27 0,-2-1-17 15,0-3 14-15,5-1 125 0,7-1-65 16,-1-2-23-16,4 0 207 0,5 0-103 15,2 0-57-15,1 0-9 0,0 0 186 0,7 0-105 0,12-5-49 16,3-1-16-16,2 1-26 0,1-2 0 0,-4 3 7 16,1 0-89-16,1-1 41 0,-2 1 20 0,-3 2 0 15,-6 1-234-15,-3 1 114 0,-2 0 61 0,-2 0-445 16,-2 0 234-16,-3 0 94 0,0 0 65 0</inkml:trace>
  <inkml:trace contextRef="#ctx0" brushRef="#br0" timeOffset="100492.29">26156 3905 716 0,'-7'-3'0'0,"1"3"0"0,3 0 0 0,-4 0 0 0,2 8 0 0,-2 5 0 0,-1 10 164 0,1 0-66 15,-3 8-33-15,1 3 9 0,-4 5 268 0,-1 0-155 16,0 2-77-16,-2-3-39 0,0 2 120 0,2-4-71 16,0 4-48-16,2-5-296 0,3 3 128 15,1-4 64-15,5-9 41 0,1 0-521 0,2-5 272 16</inkml:trace>
  <inkml:trace contextRef="#ctx0" brushRef="#br0" timeOffset="100892.38">26034 4229 517 0,'-2'2'0'0,"2"3"0"0,0 3 0 0,0 0 0 0,0 1 292 0,0 0-130 0,0 3-64 0,0 1-33 15,2-1 120-15,0 4-80 0,0-1-36 0,0-1-72 16,-1-2 36-1,2 1 0-15,-1-3 8 0,0-3-320 0,-1-1 156 16,1 0 78-16,0-6-340 0,2 0 188 0,-2 0 94 16,-1 0 49-16,1-4-149 0,0-7 82 0,0-3 61 15,-1-3 60-15,1 0 0 0,1 1 0 0,-3-4 0 0,2 2-6 16,0 1 6-16,2-2 0 0,3 4 153 0,0-1-99 16,5 3-43-16,3 0-3 0,0 3 218 0,3 0-88 15,1 3-63-15,3 1 7 0,3 4 58 16,-2-3-54-16,4 2-27 0,-1 0 0 15,-5 1-48-15,0 2 22 0,0 0 0 0,-3 0-44 16,0 0 21-16,-5 2 1 0,-3 2 30 0,-4 4 13 16,2 1-1-16,-2 2-20 0,-4 0 86 0,-1 3-43 15,2 1-14-15,-3 1-8 0,2 2 97 0,-2-2-59 16,2 3-30-16,0 1 0 0,-1-4-72 0,2 0 17 16,2 1 0-16,-2-2-85 0,1 1 55 15,1-4 27-15,-2-1-338 0,-1 1 173 0,0-3 67 0,0 1 51 16,-2-3-381-16,0-1 195 15,0-2 90-15,-9 0 58 0,-3-3-166 0</inkml:trace>
  <inkml:trace contextRef="#ctx0" brushRef="#br0" timeOffset="101051.97">26151 4367 1032 0,'-19'-8'0'0,"3"2"0"0,8 5 0 0,0-3 0 0,2 2 0 0,4-1 0 0,-1 2 0 0,3-1 0 0,3-2 324 0,15 2-146 16,5 0-73-16,2-1 57 0,3 1-64 15,-1 0-25-15,6-2-100 0,-4 2 30 0,-4 0 0 0,-3-1 30 16,0 3-299-16,-5-1 157 0,-3 1 67 0,-3 0 37 16,-4 0-540-16,-3 0 272 0</inkml:trace>
  <inkml:trace contextRef="#ctx0" brushRef="#br0" timeOffset="101201.15">26216 4209 919 0,'-8'2'0'0,"3"1"0"0,4 5 0 0,-1-1 0 0,0 2 0 0,2 1 0 0,0 3 0 0,0 0 0 0,0 2 239 0,-3 2-94 0,3 0-61 0,0 0 30 16,-1 0-40-16,1 0-1 0,0-3-202 0,0 0 89 15,0 1 32-15,0-8 0 0,0 3-332 0,0-7 186 16,1-3 93-16</inkml:trace>
  <inkml:trace contextRef="#ctx0" brushRef="#br0" timeOffset="101337.3">26300 4240 1160 0,'0'-2'0'0,"-1"2"0"0,-1 0 0 0,-3 4 0 0,3 6 0 0,-4 1 0 0,4 3 0 0,2 0 0 0,-2 2 0 0,2 2 169 0,0 0-72 15,0 1-128-15,0 3 31 0,0-3 0 0,0 1 33 16,0 0-197-16,0-1 94 0,0-2 51 0</inkml:trace>
  <inkml:trace contextRef="#ctx0" brushRef="#br0" timeOffset="101719.8">26692 3753 909 0,'13'-19'0'0,"8"11"0"0,7 3 0 0,0 2 0 0,-2-6 0 0,-4-1 0 0,1 3 0 0,-3 3 132 0,1 1-60 0,0 0-29 0,-3 3 63 15,-2 0-40-15,-7 0-1 0,1 0-32 0,-5 6-66 16,-3 5 31-16,-2 3 7 0,-10 2 24 0,-10 1-147 0,-4 3 67 16,-5-1 32-16,-1-1-49 0,-2-2 39 15,2 0 1-15,2-5 83 0,5-1-32 16,3-3-1-16,3-2-53 0,5-1 226 0,4 1-95 15,4-4-46-15,-1-1-12 0,5 0 146 0,0 0-68 16,0 0-36-16,4 0-29 0,9 0-9 0,5 0-13 16,4-1 0-16,-3-2-61 0,4-3 39 15,-3 1-8-15,1-2-299 0,0 2 157 0,-4 0 84 0,-2 1 18 16,-6 2-458-16,0-1 214 0,-3 1 125 16,-4-3 54-16</inkml:trace>
  <inkml:trace contextRef="#ctx0" brushRef="#br0" timeOffset="101885.35">26731 3791 1004 0,'-12'10'0'0,"5"1"0"0,2 2 0 0,-2-1 0 0,3-1 0 0,-2 2 0 0,3 3 0 0,-2-1 0 0,5 0 226 0,0 1-97 0,0-1-48 0,0 0 240 16,0-1-148-16,8-1-70 0,2-1 0 16,6-2-34-16,3-1-1 0,4-3-27 0,3 0-185 0,0-3 88 15,0 0 45-15,0-3 22 16,1 0-487-16,-6 0 262 0,2 0 72 0,-5 0 80 15,-1 0-497-15</inkml:trace>
  <inkml:trace contextRef="#ctx0" brushRef="#br0" timeOffset="102052.93">26735 4150 940 0,'-22'6'0'15,"8"4"0"-15,5-7 0 0,1 1 0 0,4-3 0 0,2-1 0 0,2 0 0 0,0 0 111 0,14 0-38 0,6-1 154 0,2-3-97 16,4-3-49-16,-4 2-16 0,8-2-3 0,-10 3 0 15,3 1-30-15,-4-1 1 0,-5 2-245 0,-2 0 130 16,0 2 53-16,-7 0 31 0,-1 0-435 0,-2 0 222 16,-2 0 70-16,0 0-135 0,-8 0 97 0</inkml:trace>
  <inkml:trace contextRef="#ctx0" brushRef="#br0" timeOffset="102311.28">26834 4084 1120 0,'-7'-5'0'0,"-1"3"0"0,5 0 0 0,-3 2 0 0,2 0 0 0,-2 0 0 0,3 6 0 0,1 5 0 0,2 4 170 15,0 8-69-15,0 1 81 0,0 3-74 0,0 3-30 0,0 1-7 16,2 4 58-16,1-1-47 0,1 1-25 0,-2 0 0 16,0-2-102-16,0 2 31 0,-2-5 23 0,0-2 0 15,0-8-228-15,0 1 126 0,-2-3 72 0,-4-8-306 16,-1 0 165-16,0-5 32 0,-6-3-20 0,0-2 62 16,0 0 6-16,-1-7 9 0,1-8 63 15,-2-4 0-15,2-1-23 0,-1-1 0 16,7 2 102-16,-2-2-48 0,2 0-26 0,4 1-1 15,3 1 216-15,0 1-90 0,0 2-70 0,2 1 238 16,6 2-134-16,6 2-33 0,4 2-45 16,4-1-60-16,-3 4 25 0,6-1-9 0,2 1-319 15,0 1 160-15,-1-1 80 0</inkml:trace>
  <inkml:trace contextRef="#ctx0" brushRef="#br0" timeOffset="102695.43">27326 3726 1084 0,'3'-17'0'0,"2"6"0"0,-1 1 0 0,-2 4 0 0,0 1 0 0,-2 3 0 0,0 0 185 0,0 0-76 15,1 2-249-15,1 0 86 0,6 10 52 0,1 1 13 16,3 0-222-16,0 0 104 0,4-1 53 0,-2 0 26 16,2-5-348-16,-1 1 176 15,0-3 84-15,-2-3 49 0,1 0 67 0,-4 0 0 16,-2 0 0-16,1 0-34 0,-6 0 34 15,2 0 0-15,-3-2 300 0,-2 1-182 0,0-2-84 0,0 3-8 16,-12 0 178-16,-3 0-55 0,-6 0-70 0,-4 12 49 16,-1 1 76-16,-4 2-89 0,1 2-42 0,-10 6-62 15,2-5 21-15,2 3 9 0,-11 2-8 0,9-2-98 16,12-7 49-16,3-3 24 0,3 1-82 16,8-6 61-16,1-1 19 0,3-1-11 15,5-2-18-15,2-2 2 0,0 0 0 0,0 0-7 0,14 0 108 16,8-4-51-16,4-3 0 0,13-1 87 15,0 0-53-15,-4 3-13 0,11-3-4 0,-10 3-62 16,3 3 0-16,-4 0 62 0,-1-1-214 0,-10 2 98 16,1 1 40-16,-3 0 20 0,-5 0-306 0,-6 0 142 15,-2 0 81-15,-2 0 7 0,-6 0-142 0</inkml:trace>
  <inkml:trace contextRef="#ctx0" brushRef="#br0" timeOffset="102893.02">27347 3596 1395 0,'-5'0'0'0,"1"0"0"0,0 2 0 0,3 10 0 0,-4 2 0 0,3 3 0 0,2 9 0 0,0 3 0 0,0 4 0 0,0 1 241 0,0 4-108 0,0-2-51 16,0 1 129-16,0-1-89 0,0 0-45 0,0-5-14 16,0 0-140-16,-3-3 55 0,-1-2 27 15,0-4-181-15,-1-3 105 16,1-3 60-16,2-3 17 0,2-6 1 0,0-3 26 15,0-4 0-15,0 0-772 0,0-9 345 0</inkml:trace>
  <inkml:trace contextRef="#ctx0" brushRef="#br0" timeOffset="103130.4">27299 4008 520 0,'-8'-12'0'0,"-2"4"0"0,2 5 0 0,-4 2 0 0,1 1 0 0,-5 0 0 0,2 0 317 16,-2 4-142-16,0 8-71 0,0-1 203 16,0 2-141-16,-2 0-67 0,6 2-33 0,-2 0-106 15,5-1 36-15,3-3 8 0,1 0 29 16,5 0-361-16,0-4 180 0,0-1 90 0,7-6-379 15,10 0 213-15,5 0 110 0,1-8-4 0,2-4-59 16,0-2 89-16,-2 0 88 0,-2 2 0 0,5-1 0 16,-8 4 0-16,2 1 0 0,-4 3 107 0,0 3-58 15,-2 1-49-15,-1 1 8 0,4 0 394 0,-3 1-207 16,1 6-47-16,-2 1 237 0,2 1-168 16,-1-1-96-16,-3 1-44 0,1-1-21 15,-4-3 1-15,-3 3-24 0,1-2-256 0,-2-1 124 16,-4-1 66-16,0 0 33 0,0-1-511 0</inkml:trace>
  <inkml:trace contextRef="#ctx0" brushRef="#br0" timeOffset="103877.46">27236 4181 1500 0,'-2'10'0'0,"2"8"0"0,0-2 0 0,7-3 0 0,0 1 0 0,2 1 0 0,0 0 0 0,3-2 0 0,-4 3 231 16,2-4-103-16,-2 1-48 0,-2-3-97 0,-1-3 24 15,-1 0 1-15,1 0-108 0,-3-5 62 0,1 1 35 0,1-1 1 16,-2-2-273-16,3 0 154 0,-3-5 85 0,1-5 30 16,0-6-347-16,2 2 171 0,-2-4 21 0,1 0 55 15,1-1 29-15,-5 4 8 0,3 4 36 0,-1 1 148 16,-2 3-73-16,0 4-38 0,0 0 121 0,0 3-75 16,-8 0-41-16,-3 7-21 15,-2 13 275-15,-4-2-132 0,0 5-21 0,-4 1 6 16,0 2 74-16,-4 0-79 0,2-1-38 0,-3-1 7 15,0-3-78-15,2-2 0 0,5-6 30 0,-1 0-81 16,3-5 41-16,4-3 8 0,-2-5-11 0,6 0 21 16,-1 0 1-16,7-9 22 0,1-6-89 0,2-3 23 15,2-7 22-15,14 1-18 0,9-8 9 0,5 4-17 16,5-4 38-16,6 0-36 0,1-4 0 16,7-5 32-16,-3-1 1 15,3-5-158-15,-3 0 75 0,-7 7 29 0,10-14-143 0,-9 19 79 16,2-5 44-16,-3 6 18 0,-4 8 5 0,-5 5 12 15,0 5 8-15,-10 4 0 0,-7 5 59 0,-1 4-29 16,-7 1-1-16,-2 2-37 0,-3 0 252 0,-3 5-108 16,-15 12-66-16,-3 1 333 0,-2 5-180 0,-7 3-48 15,-6 6 77-15,5-3-93 0,0 1-47 16,10-5-23-16,-4-1-16 0,12-6 1 0,-1-2-8 16,11-8-1-16,0 0-48 0,1-2 24 15,2-4 0-15,2-2-17 0,18 0 16 16,6-8 0-16,4-5 26 0,2 2 43 0,0-2-21 15,1 1-6-15,2 5-58 0,-4 1 12 0,-1 5 0 16,-9 1 11-16,2 0 39 0,-5 1-21 0,-2 12-8 0,-7 7 8 16,-4 3-8-16,-5 4 7 0,0 3-4 0,-18 2 56 15,-6 3-31-15,-1-2-1 0,-4-2-22 0,3-1-27 16,-4 2 0-16,7-7 40 16,-8 0-200-16,4-3 90 0,2-3 44 0,4-9 20 0,1 1-372 15,1-7 172-15,-1-4 98 0,6 0 23 16,3 0-168-16,0-10 109 0,5-7 55 0,2-6-222 15,0-5 142-15,4-1 67 0,0-5 34 0,0-1-95 16,0 2 64-16,4 8 24 0,1 2 122 0,0 1-41 16,4 8 0-16,-2 7-41 0,6 0 478 0,3 5-235 15,7 2-122-15,1 3-60 0,12 15 279 0,3 0-87 16,2 3-98-16,3 3 350 0,2 2-219 16,3 1-110-16,-2 1-63 15,0-2-23-15,-2 1 8 0,-1-2-33 0,2-2-551 0,-2-2 275 16,-1-3 139-16,1 2 68 0,2-2-811 0</inkml:trace>
  <inkml:trace contextRef="#ctx0" brushRef="#br0" timeOffset="104005.12">28701 4543 1926 0,'4'0'0'0,"0"0"0"0,-3 0 0 0,1 0 0 0,-2 0 0 0,0 0 0 0,0-2 0 0,0-4 210 0,-2 1-89 16,-3-3 19-16,-1 0-344 0,3 1 126 0</inkml:trace>
  <inkml:trace contextRef="#ctx0" brushRef="#br0" timeOffset="109888.2">12305 5628 1008 0,'-10'-11'0'0,"3"6"0"0,5 2 0 0,0 3 0 0,2 0 0 0,0 0 145 0,0 0-56 0,0 0-29 0,0 0 119 16,0 0-77-16,6 11-35 0,3 1 1 0,4 9 64 16,-2 1-50-16,-2 5-16 0,2 2-9 0,-2 4 50 15,-4 0-37-15,2 1-44 0,0 2 7 0,-2-1 8 16,-1 1-9-16,1-1-133 16,-1-3 67-16,1 1 34 0,0-7-1 0,1-2-248 15,-3-5 115-15,1-3 75 0,-1-5 7 0,-1-6-169 16,0-1 64-16,0-4 61 0,0-1-296 0,0-19 180 15,-1-8 90-15</inkml:trace>
  <inkml:trace contextRef="#ctx0" brushRef="#br0" timeOffset="110160.51">12301 5640 1608 0,'-11'-17'0'0,"2"1"0"0,0 8 0 0,2-5 0 0,3 6 0 0,3-1 0 0,1 2 0 0,1-6 0 0,20-1 153 15,8 2-64-15,10-1 204 0,2 3-130 0,4 3-65 16,2 4-32-16,-5 2 114 0,10 0-78 0,-5 16-34 15,-4 0-1-15,-1 7-71 0,-8 0 45 0,1 8-8 16,-10 3-1-16,-5 2-24 0,-6 5 0 16,-9 6-3-16,-3 2 8 0,-2 3 20 0,-9 3-1 15,-12-1-22-15,-6-5 23 0,-3-4-1 16,4-9-7-16,-13 3 34 0,3-8-44 0,1-8 10 16,4-5-11-16,0-5-69 0,-1-4 43 0,2-4-1 15,1-5 35-15,8 0-135 0,0 0 63 0,7-3 31 16,3-6-417-16,3-6 191 0,4-3 109 0,4-2-345 15,0-4 224-15,12-1 112 0,4 3 48 16,5 1-357-16,2-1 210 0</inkml:trace>
  <inkml:trace contextRef="#ctx0" brushRef="#br0" timeOffset="110646.79">13175 5650 1350 0,'-4'0'0'0,"4"0"0"0,0 0 0 0,0 0 0 0,0 0 0 0,0 0 0 0,0 0 0 0,0 0 403 15,0 0-186-15,0 0-91 0,0 3-47 0,0 0 40 16,2 1-47-16,1 0 0 0,1 0-39 0,0-1-294 15,-2 3 148-15,1 5-590 0,-1 0 351 0</inkml:trace>
  <inkml:trace contextRef="#ctx0" brushRef="#br0" timeOffset="110791.54">13214 5920 1712 0,'-7'3'0'0,"1"3"0"0,1-3 0 0,0 0 0 0,1-2 0 0,3-1 0 0,-3 0 0 0,4 0 386 0,0 0-177 0,0 0-88 15,0 0-44-15,0 0 161 0,0 2-107 0,0 2-49 16,2 1-458-16,7-2 205 0,3 6 102 0,2-2 59 16</inkml:trace>
  <inkml:trace contextRef="#ctx0" brushRef="#br0" timeOffset="111489.77">13823 5508 905 0,'-12'-3'0'0,"4"-4"0"0,3 2 0 0,1 3 0 0,2 0 0 0,1 1 0 0,1-2 0 0,0 3 422 15,0-1-199-15,0 1 19 0,0 0-106 0,0 0-51 16,5 11-26-16,2 2 150 0,2 2-93 0,2 2-41 16,-4 0-21-16,0 1 10 15,1 1-31-15,-2-1 8 0,-1-2-8 0,-1-1-194 16,0-2 96-16,-3-3 50 0,1-1-405 0,0-3 211 16,0-3 112-16,-2 1-2 0,0-4-212 0,2 0 108 15,-2 0 86-15,2-6-248 0,0-12 171 0</inkml:trace>
  <inkml:trace contextRef="#ctx0" brushRef="#br0" timeOffset="111799.93">13798 5347 595 0,'-13'-16'0'0,"5"8"0"0,-1 0 0 0,3 2 0 0,3 0 235 0,-1 2-105 0,4 1-49 0,0-1-24 16,9-2 266-16,14-1-145 0,7 1-65 0,7-1-44 16,3 1 176-16,1 2-106 0,2 0-54 0,0 2-7 15,-4 1-15-15,7 1-8 0,-12 0-51 16,1 0-1-16,-3 0 30 0,-4 0 0 0,-7 0-27 15,-1 3 26-15,-6 3 1 0,-5-2 0 0,-1 2 8 16,-2-3-9-16,-4 1 9 0,0 0-8 0,-1-2 90 16,-1 1-45-16,0-1-23 0,0 1 134 0,0 0-82 15,0 1-38-15,0 2 46 16,0 1-41-16,0 0-20 0,0 5 7 0,0 1-49 16,0 0 0-16,2 3 21 0,0 0 0 0,0 3-37 15,0 2 9-15,-1-3 28 0,1 5 0 0,0-2-228 16,0 1 100-16,-2-1 62 0,0 1-464 0,0-1 242 15,0-3 79-15,0-1-327 0,0-3 234 16,0-3 119-16,0-4 50 0,-2-1-165 0,-3 0 116 16,-3-5 59-16,-3-1 28 0</inkml:trace>
  <inkml:trace contextRef="#ctx0" brushRef="#br0" timeOffset="111991.93">13947 5500 620 0,'-20'0'0'0,"4"4"0"0,0 2 0 0,6-5 0 0,0-1 0 0,4 2 0 0,2-2 453 0,3 0-210 0,1 0-105 0,0 3 202 16,13-3-158-16,9 0-74 0,5 0 167 16,1 0-121-16,4 0-61 15,1 0-21-15,1 0-67 0,0-3 28 0,1-2 0 16,-5 2 0-16,-3 0-312 0,-4 1 165 0,-1 2 69 16,-3 0 39-16,-4 0-211 0,-6 0 106 0,0 0 69 15,-4 2-591-15,-3 4 304 0,-2-1 149 0,0 3-194 0</inkml:trace>
  <inkml:trace contextRef="#ctx0" brushRef="#br0" timeOffset="112157.4">14080 5546 1226 0,'-10'7'0'0,"1"-1"0"0,1 3 0 0,4-3 0 0,1 1 0 0,1-3 0 0,2 2 0 0,0-3 0 0,2 2 310 16,13-2-138-16,7-1-70 0,1-2-35 0,0 0 140 0,9 0-91 15,-4 0-42-15,-2 0-20 0,-6 0-44 0,3-2-1 16,-2-1 32-16,-3 1-300 0,-4-1 145 15,-5 3 74-15,-2 0-456 0,-1 0 256 0,-4 5 66 16,-2 3 85-16</inkml:trace>
  <inkml:trace contextRef="#ctx0" brushRef="#br0" timeOffset="112330.81">14001 5638 1149 0,'-10'3'0'0,"3"1"0"0,1 1 0 0,-1 1 0 0,2 4 0 0,0-1 0 0,3 4 0 0,2 4 0 0,0 0 333 0,0 4-151 0,0 1-66 0,0 6 65 16,0-3-75-16,0 1-36 0,0 0-90 16,-2-5 27-16,1 1 7 15,-3 0 19-15,2-4-342 0,-1-3 170 0,-3-6 87 16,2 0 42-16,0-3-511 0,-2-3 261 0</inkml:trace>
  <inkml:trace contextRef="#ctx0" brushRef="#br0" timeOffset="112491">13933 5805 1682 0,'6'-2'0'0,"2"2"0"0,2 0 0 0,4 0 0 0,1 0 0 0,4 0 0 0,1 0 0 0,6 0 0 0,1 0 263 0,-1 0-115 0,2 0 86 0,-7 0-101 16,3 0-42-16,1 0-33 0,-3 0-98 16,-1 0 37-16,-1 0-1 0,0 0 37 0,-6 0-456 15,-2 0 224-15,-1 0 116 0,-4 2 57 0,-1 4-638 0</inkml:trace>
  <inkml:trace contextRef="#ctx0" brushRef="#br0" timeOffset="112679.68">14080 5900 1553 0,'-13'2'0'0,"1"0"0"15,6-1 0-15,1 3 0 0,3-3 0 0,0-1 0 0,1 0 0 0,1 1 0 0,0 1 202 0,7 1-89 0,8-2-40 0,5 2 142 0,3-3-91 0,2 0-46 16,-2 0-15-16,4 0 26 0,-6 0-28 0,2 0 0 15,-1 0-28-15,-2 0-282 0,-2 0 149 0,-4 0 62 16,-2 0-476-16,-3 0 272 0,-1 0 67 0,-5 1-373 16,-1 1 250-16,0 0 136 0</inkml:trace>
  <inkml:trace contextRef="#ctx0" brushRef="#br0" timeOffset="112981.87">14159 5731 467 0,'-6'-2'0'0,"2"2"0"0,2 0 0 0,2 0 0 0,0 0 0 0,0 9 0 0,0 1 354 0,0 3-161 0,5 0-80 0,2 5-40 16,2-1 137-16,-4 3-80 0,3 6-53 0,-4-3-127 0,0-3 41 15,-2 5 21-15,0-2-232 16,-2-1 134-16,0-1 55 0,-4-1 32 0,-6-3-197 16,-1-2 103-16,-2-3 52 0,-2-3-21 0,0-1 6 15,-2-3-26-15,2 1 26 0,2-4-2 0,2 3 197 16,2-5-94-16,-2 0-35 0,6 2 429 0,1-2-221 15,3 0-80-15,-1 0 261 0,2 0-176 0,0 2-98 16,0-2-47-16,9 2 97 16,8 0-71-16,1-1-27 0,5-1-9 0,4 2 32 15,-1-2-34-15,2 0 0 0,1 0-33 0,0 0-17 16,1 0 17-16,0-2-1 0,-2-3-332 0,2-3 167 16,-2 3 82-16,2-3-585 0,-3 3 282 0,-1-1 169 15,-1 0 34-15,-7 1-446 0</inkml:trace>
  <inkml:trace contextRef="#ctx0" brushRef="#br0" timeOffset="114232.26">14481 5455 988 0,'-5'-6'0'0,"3"5"0"0,0 1 0 0,2 0 0 0,0-1 0 0,0-2 0 0,8 0 373 0,5-2-174 16,2 0-83-16,4 0-41 0,-1-1 206 0,0 2-124 0,0 1-54 0,1-1-39 15,-2 2 28-15,1 0-30 16,0-3 41-16,0 4-28 0,5-1-7 16,-2 0-36-16,5-1-68 0,-2-2 35 0,-3 2-1 0,0-3-194 15,2-1 110-15,-5 3 60 0,-3-2 29 0,-4 3-446 16,-2-1 196-16,-3 2 113 0,-2 0 17 0,-2 0-127 16,-2 2 105-16,0 0 54 0,-3 10 26 0,-11 3-304 15</inkml:trace>
  <inkml:trace contextRef="#ctx0" brushRef="#br0" timeOffset="114415.9">14604 5585 885 0,'-11'9'0'0,"2"-1"0"0,0-3 0 0,4 1 0 0,1-4 0 0,2-2 0 0,2 2 444 0,0-2-207 16,0 0-101-16,8 0-44 0,16 0 254 0,5 0-157 16,2 0-78-16,12-8-39 0,-1-1 178 0,-6 0-101 15,5-1-62-15,-2-1-42 0,-3 3-12 16,-4 1 0-16,-3 2-165 0,-11 3 91 0,3 0 33 15,-7-1 20-15,-4 3-534 0,-1 0 278 0,-5 0 95 16,-2 0 89-16,-2 0-618 0,0 0 323 0,-4 0 161 16</inkml:trace>
  <inkml:trace contextRef="#ctx0" brushRef="#br0" timeOffset="114593.93">14743 5420 519 0,'-17'0'0'0,"6"0"0"0,1 0 0 0,2 0 0 0,5 3 0 0,-1 9 363 0,2 2-157 0,2 7-91 15,0 6 328-15,0 1-205 0,6 6-103 0,1 4 285 16,-1 0-186-16,0 9-105 16,-2-6-48-16,-1 3 0 0,-1-2-24 0,0-7 0 15,1 3-16-15,1-3-248 0,0-2 119 0,-1-4 61 16,0-8 29-16,-1 0-473 0,0-8 247 0,0-4 129 16,1-5-634-16,1-4 331 0</inkml:trace>
  <inkml:trace contextRef="#ctx0" brushRef="#br0" timeOffset="114775.47">14821 5429 1025 0,'6'-2'0'0,"2"2"0"0,3 0 0 0,-2 2 0 0,3 10 0 0,-3 1 301 16,4 8-134-16,-3-3-59 0,1 10-42 0,-2 1 459 16,-3 5-245-16,0 2-125 0,-4-2-60 0,-1 6 223 15,-1-5-146-15,0 3-70 0,0-5-230 0,0 2 80 16,0-3 41-16,0-8 7 0,0 1-497 0,0-6 265 15,2-11 133-15,0 2-293 16,2-8 118-16,3-2 133 0</inkml:trace>
  <inkml:trace contextRef="#ctx0" brushRef="#br0" timeOffset="114958.34">15126 5292 1282 0,'3'-3'0'0,"1"0"0"0,2 3 0 0,0 0 0 0,-2 0 0 0,-1 7 0 0,1 9 0 0,-2 0 0 0,-2 9 551 0,0 1-260 16,-2 3 177-16,-9 2-221 0,-5 1-108 0,4 2-53 16,-4-2-243-16,5-4 94 0,4-5 57 0,0 1 15 15,2-3-544-15,3-4 284 0,2-10 142 0,0-1 71 16,2-6-332-16,12 0 108 0</inkml:trace>
  <inkml:trace contextRef="#ctx0" brushRef="#br0" timeOffset="115098.06">15211 5447 781 0,'1'-6'0'0,"3"3"0"16,-2 1 0-16,0 2 0 0,-1 0 0 0,-1 0 162 0,0 11-65 0,0 2-32 16,0 3 379-16,0 3-206 0,0 2-94 0,0 6 171 15,-3 1-142-15,-6 1-70 0,0 1-35 0,-1-4-213 16,4-3 98-16,-1 1 35 0,3-1 22 0,1-2-550 16,3-7 286-16,0-4 143 0,0-4 80 0</inkml:trace>
  <inkml:trace contextRef="#ctx0" brushRef="#br0" timeOffset="115260.66">15354 5557 1442 0,'3'0'0'0,"3"9"0"0,-4 3 0 0,-2 4 0 0,0 3 0 0,0 6 0 0,-6 3 0 0,-4 5 179 16,-3 4-65-16,-4 5 262 0,-1-2-172 0,-1 3-85 16,-1-2-43-16,-1 0-17 0,3-5-18 0,-2 6-9 15,5-10 1-15,0-2-377 0,3-8 188 0,3-5 94 16,4-8 56-16,-1-5-606 0,4-4 313 0,2 0 73 15</inkml:trace>
  <inkml:trace contextRef="#ctx0" brushRef="#br0" timeOffset="115584.89">15591 5260 840 0,'18'-15'0'0,"0"7"0"0,-3 5 0 0,-5 1 0 0,-7 2 0 0,-1 2 430 16,-2 14-190-16,-5 9-108 0,-15 9-49 0,-5 2 176 15,-1 1-113-15,1-3-48 0,-7 11-37 0,7-8-24 16,5-4-4-16,-1-2-1 0,4-2 1 16,4-13-62-16,4 2 26 0,7-9 1 15,-2 0 8-15,4-3-1 0,0-5 28 0,3 2-58 16,8-3 25-16,3 0-5 0,3-4 1 0,3-5 12 16,-2-3 6-16,-1 4-19 0,-2-3 15 0,0 2-5 15,-2 1 5-15,-6 7 2 0,3-4 74 0,-4 4-29 16,-1 1-4-16,-1 0-27 0,-2 1 19 0,-1 13 10 15,-1 3-33-15,0 0 104 0,-1 3-52 16,-7 1-15-16,3 0-1 0,-1-1-42 16,5 0 17-16,-2-4 8 0,3 2-9 0,0-6-216 15,0-2 107-15,0-2 50 0,3 1-475 0,2-2 230 16,4-3 133-16,-2 1-562 0,4-1 335 0,-4 3 166 0</inkml:trace>
  <inkml:trace contextRef="#ctx0" brushRef="#br0" timeOffset="115726.52">15509 6009 771 0,'-13'9'0'0,"5"1"0"0,1-3 0 0,1-1 0 0,2-4 235 0,4 0-105 0,0 0-49 0,0-2-24 15,2 0 381-15,13 0-203 0,5-2-92 0,5-8-60 16,2-3 89-16,3-4-70 0,0-2-34 0,3-1-530 16,-1 0 256-16,-2-3 115 0,0 2 61 15</inkml:trace>
  <inkml:trace contextRef="#ctx0" brushRef="#br0" timeOffset="115898.13">15830 5482 1059 0,'0'2'0'0,"-2"-1"0"0,1 2 0 0,1-3 0 0,0 0 0 0,0 0 0 0,9 0 0 0,6-6 523 15,5-1-245-15,-2-1-123 0,3 2 75 0,-1 0-107 16,1 0-45-16,-2 5-428 0,-1 0 191 0,-1 1 96 15,-2 0 56-15,-2 0-644 0,-2 5 337 0</inkml:trace>
  <inkml:trace contextRef="#ctx0" brushRef="#br0" timeOffset="116059.72">15864 5654 940 0,'-15'4'0'0,"5"-2"0"0,3 0 0 0,2-2 0 0,1 0 0 0,2 0 0 0,2 0 0 0,0 0 366 0,2-4-167 0,11-4-82 15,4 1 104-15,1-1-97 0,3 1-46 16,0-1-23-16,-1 1-263 0,-1-1 120 0,1 3 69 16,-6 2-425-16,-5-2 238 0,5 2 119 15,-7-2 60-15</inkml:trace>
  <inkml:trace contextRef="#ctx0" brushRef="#br0" timeOffset="116384.35">15913 5078 1657 0,'-5'-5'0'0,"-2"5"0"0,4 0 0 0,-1 20 0 0,0 8 0 0,1 10 0 0,1 15 0 0,2 10 0 0,0 1 0 0,0 4 244 0,0 0-105 0,4-5-45 0,3 20 200 16,-2-10-131-16,4 3-65 0,-4-2-33 0,2-7-59 16,2-12 9-16,3 0 17 0,1-18 1 0,3 2-289 15,-4-8 144-15,1-10 81 0,1-5-164 0,-5-9 115 16,6-5 56-16,-6-2-411 0,0-4 206 0,-3-17 70 15,2-7 68-15,-6-1-39 16,0-3 49-16,-2-2 25 0,0 0-1 0,0 8 67 16,0-8-16-16,-4 15-1 0,-1 2-26 0,-2 6 258 15,0 2-129-15,2 6-72 0,-5 0 151 0,0 3-57 16,-1 4-65-16,-4 15 299 0,2 1-160 0,1 2-71 16,-4 6-49-16,1-5 6 0,2 2-22 0,2-3-1 15,-1-2-22-15,3-2-297 0,3-6 144 0,3-3 77 16,1-4 38-16,2-3-560 0,0-2 282 0,0-7 86 15</inkml:trace>
  <inkml:trace contextRef="#ctx0" brushRef="#br0" timeOffset="116526.1">16053 5199 1408 0,'9'-7'0'0,"0"6"0"0,4 1 0 0,-2 0 0 0,0 8 0 0,2 0 0 0,1 6 540 0,-3-1-253 0,2 0-127 0,-2-2-64 15,-2 1-24-15,2 0-39 0,-1-1 0 0,-1 3-1 16,3-1-650-16</inkml:trace>
  <inkml:trace contextRef="#ctx0" brushRef="#br0" timeOffset="117209.39">16805 5104 1322 0,'6'-13'0'0,"-3"6"0"0,3 2 0 0,1 4 0 0,1-1 0 0,-2 2 0 0,-1 0 0 0,1 0 0 0,-1 0 176 0,0 2-75 0,-3 5-34 0,0 5 23 16,-2 2-29-16,0 6 0 0,-16 2-20 0,-2 4-33 16,-5 1 0-16,-3-1 25 0,-1-2-1 0,-3-1-67 15,2-3 30-15,-2-3 0 0,0-3-11 0,1-3 24 16,1-4 0-16,8-1 33 0,-3-2-49 0,6-1-1 16,8 1-6-16,0-2 126 0,3 2-49 0,3 1-19 15,3 5 1-15,0 4 14 0,0 7 9 16,2 5-40-16,7 3 18 0,-2 5 28 0,2 6-6 15,-1 2-35-15,-2 1-28 0,-3 3 29 16,-1-1-1-16,0-6-53 0,-2 12 23 0,0-6 0 16,0-2 30-16,0-7-272 0,0 1 120 0,0-7 54 15,0-2 37-15,-4-5-405 0,3-11 189 0,-1-3 107 16,0-5-144-16,-2-4 116 0,1-2 71 0,-2-19 31 0</inkml:trace>
  <inkml:trace contextRef="#ctx0" brushRef="#br0" timeOffset="117481.66">16482 5671 1053 0,'3'-17'0'0,"1"8"0"0,8-1 0 0,-5 3 0 0,6 2 0 0,3 2 0 0,1-2 0 0,1 3 226 0,1 1-97 0,1 1 182 15,1 0-143-15,-2 0-68 0,-2 0-33 0,0 8-48 16,-2-2 14-16,-5 2 8 0,1 1-8 0,-4-2-252 16,-3 7 126-16,-4-3 63 0,0 4 31 0,-6 0-207 15,-12 2 114-15,-3 0 12 0,-2-2-15 0,-2-2-9 16,2 0 42-16,2-5 74 0,-4 1-19 0,4-1 0 15,3-2-25-15,3-1 295 16,4-3-143-16,3 0-58 0,5-1-37 0,-2-1 321 16,5 0-161-16,0 0-54 0,0 0-49 0,8 0-13 15,7 0-8-15,6 0-28 0,2 0-7 0,0 0 7 16,6-5 0-16,-5 0 8 0,8-3-320 0,-4 0 156 16,1-1 77-16,-1 0-573 0,-4 2 299 0,7-7 101 15,-1 1 94-15</inkml:trace>
  <inkml:trace contextRef="#ctx0" brushRef="#br0" timeOffset="117886.57">17141 5258 746 0,'11'-23'0'0,"-5"9"0"0,-1 5 0 0,-3 1 0 0,0 3 0 0,-2 3 0 0,0-1 282 0,-8 3-124 0,-3 0-63 0,-6 12 98 16,-1 3-80-16,-1 1-32 0,-6 5-19 15,0 3 1-15,2 1-31 0,-2-2 1 0,-1-1-39 16,5-3 47-16,0 3-8 0,3-6-1 15,4 1 49-15,2-2-25 0,3 1 1 16,3 0-16-16,4 0 66 0,2 3-37 0,0 2 0 16,0 3 90-16,4 1-64 0,1-1-23 0,3 8 28 15,-3-2-34-15,0 0 0 0,-3-1-34 0,-1 4-34 16,1-7 9-16,-2 6 25 0,0-6-1 0,0-5-294 16,0 0 148-16,0-5 73 0,0-5 36 0,2-4-557 15,0-6 233-15,0-1 150 0,3 0-307 0,1-4 227 16,2-13 105-16,-3 1 65 0,1-4-182 0,-3-8 120 15,1 3 59-15,-2-2 18 0,0 4 74 16,-1 0 0-16,1 2 0 0,0 2 31 16,0 2-27-16,1 6-1 0,-1-1-44 0,1 5 387 15,4 0-189-15,4 1 400 0,3 0-234 0,2 3-147 16,5-2-56-16,5-2 217 0,1 1-152 0,1 1-76 16,-1 0-38-16,2-1 40 0,-5 1-31 0,1 4-8 15,-1 0-39-15,-4-2-211 0,-2 3 106 16,-4 0 52-16,-4 0 35 0,-4 4-568 0,-2 8 288 15,-4-2 148-15</inkml:trace>
  <inkml:trace contextRef="#ctx0" brushRef="#br0" timeOffset="118065.35">17137 5612 1076 0,'-6'0'0'0,"2"0"0"0,1 0 0 0,-3 0 0 0,3 8 0 0,1 4 0 0,2 5 217 0,0 5-92 0,0 3-46 0,0-1 332 16,0 8-194-16,0 0-91 0,0 0-47 0,2 2 88 15,0-2-66-15,-1 2-85 16,1-3-7-16,0-1 24 0,0-2-468 16,0-5 233-16,-1-2 118 0,3-6 67 0,2-4-678 15,2-5 354-15,1-6 123 0</inkml:trace>
  <inkml:trace contextRef="#ctx0" brushRef="#br0" timeOffset="118245.47">17334 5447 1555 0,'4'-3'0'0,"1"3"0"0,3 0 0 0,-4 10 0 0,2 6 0 0,-1 9 0 0,1 3 0 0,-4 4 152 15,-1 4-59-15,-1 1 179 0,0 1-120 0,0-1-59 0,0-1-22 0,-3 2-117 16,-1-6 39-16,2-2 1 0,2-6-400 16,0-2 220-16,0-7 117 0,0-2 47 15,0-5-526-15,0-4 276 0,2-4 105 16,5 0-115-16,1-8 117 0</inkml:trace>
  <inkml:trace contextRef="#ctx0" brushRef="#br0" timeOffset="118558.64">17336 5204 730 0,'0'-32'0'0,"2"10"0"0,13-3 0 0,4 7 0 0,5 2 0 0,6 3 0 0,8-1 0 0,3 2 32 0,4 1 157 15,0 1-79-15,-3 0-30 0,10-1 17 16,-5 3-32-16,-4-1 0 0,-7 3-32 15,0 1-58-15,-6 3 37 0,-3 1-8 0,-4 1 55 16,-2 0 1-16,-6 0-27 0,-3 1 0 0,-3 5 41 16,-4 5-7-16,-1 1-34 0,-2 2 143 15,-1 4-71-15,-1 0-36 0,0 5 8 0,0 2 194 16,0 2-119-16,0 3-60 16,0 3 128-16,0 0-94 0,0 3-38 0,3 7-32 0,1 0-2 15,0 0 0-15,-1 3-21 0,1 1-43 16,-1-4 29-16,-1 11-8 0,0-5-208 0,0 1 114 15,-2 2 59-15,0-6 28 0,0-5-422 0,0 1 182 16,0-7 116-16,0-8-389 0,-2-4 238 0,-3-5 119 16,-1-9-765-16,1-1 873 0,-5-7 11 0,1-1 1 15</inkml:trace>
  <inkml:trace contextRef="#ctx0" brushRef="#br0" timeOffset="118728.19">17460 5436 610 0,'-15'0'141'0,"9"0"-70"16,2 0 70-16,3 0-54 0,1-1-28 0,3-5 344 16,18-2-177-16,8 1-100 0,2 0 87 15,5 0-89-15,0 0-46 0,1 0-15 0,1 1-226 16,-4 2 97-16,-2 1 50 0,-4 1 24 0,-6 1-475 16,1 1 256-16,-4 0 117 0,-3 0-295 0,-4 1 194 15</inkml:trace>
  <inkml:trace contextRef="#ctx0" brushRef="#br0" timeOffset="118890.78">17586 5560 1140 0,'-11'5'0'0,"5"0"0"0,0-1 0 0,4-3 0 0,0-1 0 0,2 0 237 16,0 0-95-16,2 0-58 0,14 0 169 0,0 0-110 0,3-1-55 0,2-3-276 15,-1-1 119-15,-1 2 47 0,0 0-999 31,-2 1 958-31,-4 2 35 0,-3 0-1 0</inkml:trace>
  <inkml:trace contextRef="#ctx0" brushRef="#br0" timeOffset="119114.18">17511 5771 906 0,'-12'0'0'0,"5"0"0"0,2 0 0 0,3-1 0 0,2-9 0 0,0 0 0 0,9 1 211 0,14-1-93 0,1-1-42 0,4 4 182 16,3-3-113-16,2 3-56 0,-7 3 28 15,7 0-47 1,-12 4 1-16,0 0-39 0,-4 0-121 0,-5 0 60 0,-3 0 40 16,-2 6-220-16,-5 5 121 0,-2-1 61 0,0 1 29 0,-2-1-125 15,-7-1 79-15,-4-2-24 0,1-2-180 16,0-2 85-16,-2-3 66 0,3 0-122 16,0 0 85-16,-1-10 55 0,1-9 23 0,4-3-168 0,-3-6 103 15</inkml:trace>
  <inkml:trace contextRef="#ctx0" brushRef="#br0" timeOffset="119399.43">17590 5230 1179 0,'0'-24'0'0,"0"0"0"0,0 14 0 0,0-2 0 0,1 9 0 0,1 1 0 0,4 2 0 0,2 4 215 15,1 18-96-15,0 4 298 0,1 10-193 16,-3 7-95-16,1 7-49 16,-3 1 100-16,-1 3-78 0,2-2-35 0,-2-2 1 0,1-1-156 15,-1-1 60-15,0-9 39 0,-1 10-470 0,-1-12 246 0,-2 3 123 16,0-3-519-16,0-3 307 15,0-6 95-15,-11 3 61 0,-2-13-152 0,-2-1 132 16,-3-8 67-16,2-4 88 0,-1-5-9 0,-1 0-13 0,-2 0 157 16,2-3-83-16,-1-1-38 15,4-2 1-15,4 5 456 0,0-4-243 16,2 3-124-16,6-1 494 0,1 2-279 0,0-1-131 0,2 2-65 0,4 0 231 16,13 0-155-16,8-2-77 0,1 2-40 0,4-2-9 15,4-1-21-15,7 0-8 0,-7-1-219 16,11-3 110-16,-4 0 54 15,-7 1-683-15,5-1 377 0,-1 1 177 0,2 1 91 16,3 0-691-16</inkml:trace>
  <inkml:trace contextRef="#ctx0" brushRef="#br0" timeOffset="119745.11">18444 5232 1597 0,'-1'-8'0'0,"1"7"0"0,0 1 0 0,0-2 0 0,5 2 255 0,6-1-103 0,4-2-64 0,2 1 165 16,4 0-111-16,3 1-54 0,3-2-28 15,-3 1 8-15,10-1-35 0,-6 1-288 0,0 0 143 0,-5 1 73 16,-1 1 36-16,-1 0-296 16,-6 0 158-16,-4 0 82 0,-1 0-509 15,-5 0 552-15,-1 1 5 0,-2 3-51 0,-2-2 9 0,0 1 21 16,0 0-1-16,-6-3 54 0,-1 0-27 0,-3 0-8 0,1 0-19 0,2 0 86 15,-3 0-43-15,0 0-22 0,1 0 1 0,0 0 102 16,-4 0-58-16,0 5-15 0,-3 10 143 16,-2 5-76-16,-1 5-43 15,-2 5-70-15,-5 10 6 0,0 0 39 0,-2 4-2 0,0 1-48 16,-1 2 25-16,3 0 8 0,-1-4 22 16,6-2-127-16,1-11-54 0,5 1 80 0,4-12 39 15,-2-3-182-15,3-2 90 16,5-7 52-16,-3-1 15 0,5-6 1 0</inkml:trace>
  <inkml:trace contextRef="#ctx0" brushRef="#br0" timeOffset="119953.56">18388 5482 674 0,'0'0'0'0,"0"2"0"0,0-1 150 15,0 2-58-15,0-2-21 0,0 3-9 0,7 1 456 16,9 1-242-16,4 1-122 0,2 2-60 0,1-4 337 0,9 4-203 15,-4-1-98-15,1 0-54 0,-3-1-22 0,1 1 0 0,-7-3-645 16,1 3 585-16,0-2 0 0,-5-1 39 0,-1-2-289 16,-6-1-170-16,1 1 238 15,-7-1 94-15,-1-2 61 16,-2 0-364-16,0 0 182 0,0 0 91 0</inkml:trace>
  <inkml:trace contextRef="#ctx0" brushRef="#br0" timeOffset="120230.08">18369 5182 873 0,'-4'17'0'0,"4"5"0"0,-2 4 0 0,-1 6 0 0,-5 5 0 0,1 2 364 0,-3 5-166 16,3-1-82-16,-4-1 102 16,-1 6-96-16,1-5-45 0,2-6-22 0,-3 0-17 0,1-4-6 15,4-8 9-15,0-3 6 0,0-3-14 0,3-10 0 0,3 1-1 0,1-3 82 16,0-1-33-16,0-4-8 0,0 0-40 0,9 0 188 15,8-2-94-15,8 0-47 0,1 0 239 16,4 0-147 0,4 0-69-16,3 0-36 0,1 0 84 0,7 0-59 0,-9-2 91 15,1 2-183-15,0-2 0 0,-1 0 0 0,-2 2 0 0,-1 0-446 16,-6 0 275-16,5 0 97 16,-4 0-710-16,2 0 358 0,-3 0 202 0,-1-2 76 0,-3 1-631 15,-5-2 378-15</inkml:trace>
  <inkml:trace contextRef="#ctx0" brushRef="#br0" timeOffset="120404.65">18893 5421 622 0,'-2'0'148'0,"2"0"-75"0,0 0 676 0,2-1-641 16,13-5-38-16,6-1 0 0,1-1 118 0,6 1-77 0,-3 1-32 15,7-2-7-15,-6 3-39 0,-3 2-1 0,-1-2 1 0,-1 1-441 16,-4 3 217-16,-2-4 112 0,-2 4-1014 15,-2-1 1012-15,-3 0 31 0,-3 0-6 0,-1 1-361 16</inkml:trace>
  <inkml:trace contextRef="#ctx0" brushRef="#br0" timeOffset="120751.84">19021 5049 1015 0,'0'10'0'0,"2"13"0"0,2 2 0 0,1 12 0 0,-1 1 0 0,-2 8 0 0,-1 5 0 0,1 4 191 0,-2 0-72 16,0 0-46-16,-2-1 242 0,-5-2-140 0,0-2 14 16,0-5-79-16,2-11-30 0,1 0-8 15,4-9-39-15,0-3-2 0,0-8 2 0,0-2-1 16,0-5-58-16,0-5 25 0,9-2 0 0,2-2-5 16,1-13-1-16,4-6 40 0,0-2 8 0,1-6-269 15,0-1 103-15,0-2 70 0,1-2-217 16,0-7 128-16,-3 5 39 0,3-8 43 0,0-2-98 0,5-3 63 15,0-8 33-15,4 3 47 0,-3 12-20 16,5-1 4-16,-1 5 0 0,-4 13 87 0,2 1-43 0,2 7-22 16,-7 6 205-16,2 4-109 15,-3 5-59-15,1-1 117 0,-6 3 29 0,0 0-86 16,-4 0-17-16,-1 0-73 0,-1 0 13 16,-3 3 20-16,-3-1 12 0,-1 1-421 0,0-2 208 15,-2 4 94-15,0-2-211 0,0 3 146 0,0-1 58 0,-4 4 40 0,-7 1-22 16</inkml:trace>
  <inkml:trace contextRef="#ctx0" brushRef="#br0" timeOffset="121308.43">19346 5350 793 0,'-11'17'0'0,"2"-2"0"0,2 0 0 0,4-5 0 0,-1-1 180 0,2-4-74 0,0 1-36 0,2-2 236 16,0 0-128-16,0-3-77 0,0 1-39 15,2 1 0-15,0-3-29 0,3 0-1 0,-1 0 9 16,2 0-201-16,0 0 96 0,-2 0 49 15,1 0-185-15,-1 1 116 0,-1 1 67 0,-1 3-23 16,0 3 12-16,-2 0 22 0,0 2-42 16,0-1 58-16,0 0 21 0,0-2-23 0,0 1-46 0,-2 0 9 15,-2-4-28-15,3 1 261 0,-1-3-96 16,0 0-2-16,0 0-36 0,0-2-29 16,2 0 11-16,-1 0-70 0,1 0 22 0,0 0 22 0,0 0 19 15,0-6-96-15,0-6 34 0,1-1 1 16,7-3-143-16,1-7 82 0,3 0 20 0,0-5 28 0,0-2-177 15,3-9 92-15,-6 1 17 16,5-9-33-16,-3-2 48 0,-1-3 24 0,-1-3 1 0,0-10 29 16,-2 9-13-16,1-16 9 0,-2 10 88 15,-4 16-44-15,-1 6-22 0,-1 13 0 0,0 8 121 16,0 4-67-16,-1 8-30 0,-5 7 313 0,-2 6-145 16,1 24-88-16,3 15-4 0,2 11 267 0,2 6-163 15,0 8-80-15,11 2 257 16,5 7-170-16,0 1-75 0,5 0 186 0,2-4-279 0,0-9 0 0,0-3 0 15,-2-13-34-15,4-1 9 0,-1-6 25 0,-2-5-1 0,-4-9-237 16,0-4 119-16,-5-8 59 0,0-7 38 16,-1-6-8-16,-1-5-392 0,-2 0 206 15,-2-2 37-15,0-17-227 16,-4-7 174-16,1-2 83 0,-2-6-72 0,-2-9 73 16,0 2 41-16,0 7 54 0,0 0 9 0,0 10-22 0,0-2 0 15,-6 6 1-15,1 6 154 0,0 4-86 0,-4 5-30 16,-2 2 0-16,-1 3 343 0,-6 0-188 0,-3 11 122 15,1 7-129-15,-4 2-38 0,-1 2-42 16,0-3-293-16,5 4 126 0,5-8 63 0,0 2 39 0,7-8-7 16,3 1-574-16,3-6 281 15</inkml:trace>
  <inkml:trace contextRef="#ctx0" brushRef="#br0" timeOffset="121432.11">19710 4893 1268 0,'7'-1'0'0,"7"1"0"0,4 0 0 0,2 1 0 0,1 9 0 0,-1 1 161 16,4 7-68-16,1 5-437 0,-1 4 165 0,2 7 84 0</inkml:trace>
  <inkml:trace contextRef="#ctx0" brushRef="#br0" timeOffset="121557.78">20347 5694 2102 0,'0'0'0'0,"6"5"0"0,6 3 0 0,-6-2 0 0,-1-4 0 0,-5-2 588 0,1 0-269 0,-1 0-147 16,0 0-394-16,0-2 128 15,0-15 63-15</inkml:trace>
  <inkml:trace contextRef="#ctx0" brushRef="#br0" timeOffset="125046.27">13690 6924 537 0,'1'-6'0'0,"1"1"0"0,0 1 0 0,2 1 0 0,-3-6 0 0,3 2 0 0,0-2 0 0,-2 0 252 15,1-4-114-15,1 1-53 0,-2-3-26 0,2 0 27 16,-2 1-27-16,0-1 8 15,0-2-70-15,-2 3 35 0,0-2 1 0,0 0-17 0,0 1 16 0,0 0 9 16,-6 2-8-16,0-2 14 16,-3 1-14-16,0 3 0 0,-3 2 0 0,-1-1 35 15,0 5-7-15,-2-1-29 0,0 4 1 0,0 1 45 16,-2-1-23-16,0 2 8 0,2 0-8 0,0 0 10 16,2 3-33-16,1 5 22 0,1-1 1 0,4-1-14 15,-1 3-9-15,2 3 49 0,3 3-25 0,-1 2 1 16,4 7-25-16,0-1 5 0,0 8-4 15,0 2-1-15,0 0 1 0,0 4-27 0,2 7 1 16,3-6 34-16,1 8-72 0,0-4 32 16,0-1 0-16,-1-2-32 0,-1-5 28 0,-1 3-6 15,1-2 13-15,-2-3-5 0,-2-4 3 0,0-1 11 16,0-2-14-16,0 2 30 0,-6-5-26 0,-3 0 6 16,-3-2-7-16,0-1-29 0,-3-1 1 0,0-3 33 15,0 0-160-15,-2-2 76 0,0-3 32 0,2-3-203 16,2-1 100-16,-1-4 65 0,5-2 12 15,0 0-73-15,3 0 55 0,4 0 28 0,2-9-8 0,0-7-190 16,0-2 113-16,14-1 56 0,0-4 29 16,5 1-253-16</inkml:trace>
  <inkml:trace contextRef="#ctx0" brushRef="#br0" timeOffset="125409.31">13947 6934 534 0,'9'-27'0'0,"0"3"0"0,-3 1 0 0,-2 1 0 0,-1-1 0 0,-1 0 0 0,-2 4 118 16,0-1-42-16,0 0-22 0,0 1 8 0,0 1-4 15,-3 1 0-15,-3 5-26 0,-2 1 1 0,1 0 78 16,-1 4-31-16,-1 2-8 0,-3 1 73 0,1 2-56 16,1 2-28-16,-2 0 89 0,-1 0-51 0,1 4-37 15,-1 5 0-15,2 4 102 0,-2 2-66 0,2 1-33 16,-1 2 9-16,3 3 32 0,-2 2-37 0,3-1 0 15,2 2-36-15,1 1 154 16,3-3-68-16,2 9-48 0,0-4 107 0,0 3-73 16,0-3-36-16,2 3 46 0,3 2-33 0,3-2-8 15,1 4-42-15,-3-2-29 0,-1-1-1 0,1 3 31 16,-3 0 8-16,0-2-108 0,-1-1 49 0,0-4 26 16,-2 0 0-16,0-4-51 0,0-2 27 0,-7-2 23 15,0 0-263-15,-2-4 129 0,-2-2 34 0,-1-1-305 16,1-3 184-16,1 0 90 0,-1-1 46 0,1 0-404 15,0 1 225-15,2 0 103 0,-1 3 65 16,2 3-420-16</inkml:trace>
  <inkml:trace contextRef="#ctx0" brushRef="#br0" timeOffset="125645.68">13527 7679 1012 0,'-2'0'0'0,"1"0"0"0,-3 0 0 0,2 0 0 0,2 0 0 0,-2 0 0 0,2 0 483 16,0 7-226-16,0 9-103 0,2 2-65 0,4 4 245 15,1 1-150-15,1 2-76 0,-1 3-37 0,-1-4 61 16,-1 8-54-16,1-4-23 0,-4 1-44 0,0-3 0 16,0 0 22-16,-2-3-203 0,0-1 97 15,0-1 53-15,0-4 26 0,0-2-344 0,0-8 181 0,-2 1 34 16,0-5 63-16,-2-1-431 0,0-2 229 0,1 0 114 15,1-13 58-15,0-7-323 0</inkml:trace>
  <inkml:trace contextRef="#ctx0" brushRef="#br0" timeOffset="125886.76">13477 7639 1642 0,'0'-9'0'0,"2"3"0"0,3 1 0 0,5-1 0 0,-1-1 0 0,6 1 0 0,4-1 0 0,7 3 0 0,4 0 182 0,2 4-75 0,1 0 331 16,2 0-207-16,-3 15-99 0,-2 4-50 0,-4 5 168 15,-2 4-100-15,-1 4-63 0,-6 1-27 0,-4 6 59 16,-4 4-42-16,-7-4-23 16,-2-3-73-16,0 7 21 0,-5-9 0 0,-10 0-65 15,-6 0 48-15,0-6 24 0,-3-2 7 0,0-5-36 16,-3-5 27-16,1-2-6 0,-2-7 31 0,1-1-154 16,5-5 67-16,0-1 3 0,1 0 27 0,2 0-98 15,4-1 55-15,4-7 12 0,3-1-234 0,4-4 130 16,4-2 64-16,0 0 31 0,4-4-622 0,13 2 327 15</inkml:trace>
  <inkml:trace contextRef="#ctx0" brushRef="#br0" timeOffset="127287.8">14483 6832 1051 0,'-7'-1'0'0,"-2"-2"0"0,-1 1 0 0,-1 2 0 0,0 0 0 0,-3 9 0 0,2 10 115 0,-2 4-42 0,3 3 9 15,0 5-49-15,3 3 114 0,0 5-56 0,5 0-30 16,1 0 1-16,2 0 95 0,0-2-66 0,0-2-29 16,7-1 52-16,5-2-40 0,3-3-1 0,2 0-81 15,1-2 16-15,1-3 0 0,2-2 25 0,-1-1-235 16,1 0 117-16,-1-4 67 0,-2-2 22 15,1 0-206-15,-1-2 78 0,1-4 66 16,-1-4-19-16,-4 0-412 0,4-5 232 0</inkml:trace>
  <inkml:trace contextRef="#ctx0" brushRef="#br0" timeOffset="127623.8">14786 6629 877 0,'3'-17'0'0,"3"8"0"0,6 3 0 0,1 0 0 0,-2 3 273 16,4-1-119-16,4 3-61 0,-1 1-30 0,3 0 8 0,6 7 72 15,-4 7-55-15,-3 5-28 0,1 5 93 16,0 5-60-16,-7 3-22 0,-1 0-35 0,-5 3-4 0,-4 1 1 16,-2 0 0-16,-2 0-64 0,0-5 40 15,-2 0-8-15,-10-5 32 16,-3-1-104-16,-2-5 52 0,1-5 26 0,-4-4-20 0,0-2 16 15,-4-7-20-15,-1-2-1 0,2 0-6 0,-1-1 30 16,6-9-24-16,-3-7 48 0,6 4 0 0,-1-6-26 16,6 3-2-16,2-5 34 0,2 1 5 0,4 0-25 15,2 1-7-15,0 1 8 0,5-1-5 0,6 2 1 16,3 0 9-16,3 2-115 0,3 2 51 0,-2 3 22 16,1-1-125-16,1 4 72 0,1 1 26 0,2 3-435 15,-3 1 225-15,3 0 112 0,3 2-315 16</inkml:trace>
  <inkml:trace contextRef="#ctx0" brushRef="#br0" timeOffset="127939.95">15244 6614 769 0,'2'-4'0'0,"0"1"0"0,-2 0 0 0,0 2 0 0,0 1 0 0,0 0 403 0,0 0-188 15,0 0-92-15,-2 11-45 0,-2 6 185 0,1 5-116 16,1-1-49-16,-2 11 65 0,4-2-65 15,0 2-33-15,0-2 0 0,0 0 48 16,2-5-32-16,11 3-8 0,2-6-40 0,2-5-41 16,4-2 0-16,-5-3 41 0,5-5 8 0,2-4-125 15,-3-3 59-15,1 0 29 0,0-1-1 0,-3-12-126 16,-1-6 71-16,-2-4 1 0,-3-1-40 0,-5-2 14 16,-1-2 37-16,-3 0-96 0,-1-5 60 0,-2 4 7 15,0-5 0-15,0 2 65 0,-7 0-1 0,-4 1-36 16,-3 1 8-16,1 5 0 0,1 5 0 15,-4 4 4-15,3 3-35 0,-2 9 27 0,0 4 6 16,0 0-47-16,0 7 23 0,0 13 1 16,2 2 22-16,3-2-195 0,3 3 102 0,1 6 46 15,3-8 23-15,-1 2-255 0</inkml:trace>
  <inkml:trace contextRef="#ctx0" brushRef="#br0" timeOffset="128207.24">15088 6939 975 0,'-15'0'0'0,"6"0"0"0,2 0 0 0,1 0 0 0,2-7 0 15,4-5 0-15,2-2 223 0,15-7-99 0,7 0-45 0,8-4 82 0,0 1-64 0,2-1-32 0,-6 6 22 16,4 1-31-16,2 3 0 0,-6 4 6 16,-4 5 1-16,-1 2-30 0,-1 4 8 0,-3 0 42 15,-1 6-24-15,-4 11-1 0,2 5 87 16,-5 1-57-16,-2-1-19 0,3 9 37 15,-3-5-36-15,3-2 0 0,2 1-38 0,-1-4-28 16,2-4 9-16,4 0 19 0,0-2 1 0,-1-5-175 16,5 0 88-16,1-3 43 0,-3-5 30 0,1 0-429 15,1-2 208-15,-2 0 75 0,-5 0 61 0,2-2-481 0,-9 0 249 16,0 1-210-16,-3-1 237 0</inkml:trace>
  <inkml:trace contextRef="#ctx0" brushRef="#br0" timeOffset="128543.34">14713 7247 1363 0,'-17'0'0'0,"8"0"0"0,-1 0 0 0,4 0 0 0,2 0 0 0,1 0 0 0,3 0 0 0,0 0 295 0,0 0-131 0,15 0-65 16,11 0-26-16,14 0 276 0,6 0-158 0,14-4 224 15,2-1-191-15,4-3-96 0,-4-1-40 16,15-1 96-16,-9 1-75 0,-4 0-39 0,-10 2 1 16,3 3-102-16,-2-3 39 0,-5 4-7 0,-5 1-88 15,-9 0 60-15,-1 0 30 16,-3 0 0-16,-9 2-307 0,-3-2 164 0,-6 2 49 15,-3 0-370-15,-4-1 190 0,-2 1 119 0,-4 0 52 0,-1 0-315 16,0-2 191-16,0 2 96 0,-12 0-402 16,0 0 249-16</inkml:trace>
  <inkml:trace contextRef="#ctx0" brushRef="#br0" timeOffset="129017.89">14899 7465 928 0,'-7'-8'0'0,"2"5"0"0,1-3 0 0,1 2 0 0,1-2 215 0,2 0-92 16,0 1-45-16,0-2-14 0,5-1 107 0,14-1-69 0,2 1-35 0,5 3 183 15,2-1-109-15,2 4-46 0,2 2 98 16,-2 0-80-16,0 2-41 0,-5 11 18 16,-4 2-29-16,-5 2 9 0,2 8-137 15,-9-1 93-15,-4 4 7 0,-1 0 0 0,-4 2-1 0,0 2-127 0,-2-2 59 16,-11 2 34-16,-4-4 1 0,1-1 34 15,-7-5-77 1,2-3 11-16,-6-2-108 0,0-6 56 0,1-3 41 0,-1-4-5 0,1-4 0 0,3 0 21 16,-4-2 7-16,4-8-22 0,2-5 121 15,6 1-51-15,0-4-23 0,4 0 139 16,4-2-74-16,2 2-31 0,5-1-22 0,0 2 61 0,0 0-35 16,10 2 2-16,3 0 13 0,4 0-24 0,5 2-11 0,1 2-199 15,0 1 97 1,-2 3 56-16,6 1 19 0,1 3-603 0,0 1 295 0,1 2 129 15,1 0-1117-15,-6 0 1234 0</inkml:trace>
  <inkml:trace contextRef="#ctx0" brushRef="#br0" timeOffset="129279.38">15354 7450 912 0,'3'0'0'0,"3"0"0"0,3-2 0 0,0-2 0 0,3 0 39 0,2 0-39 0,4 3 545 16,0 1-256-16,3 0-128 0,3 0 137 0,-3 1-132 0,-1 9-58 0,3 5-42 16,-10 0-42-16,4 5 9 15,-9-1 0-15,-3 2-1 0,-3 3-119 0,-2 5 55 0,-2-1-17 16,-11-2 41-16,-6 1 0 0,-3-3 40 0,-2-1 9 0,-3-4-82 16,-1-1-19-16,-2-1 36 0,0-4-71 15,0-2 45-15,2-3 3 16,-1-1 1-16,11-1-159 0,-3-4 91 0,10-2 40 0,3 0-271 15,4 0 147-15,4-8 87 0,4-8-323 16,17-1 201-16,4-4 99 0</inkml:trace>
  <inkml:trace contextRef="#ctx0" brushRef="#br0" timeOffset="129482.83">15807 7378 1254 0,'6'-11'0'0,"-1"4"0"0,-4-1 0 0,1 3 0 0,-2-1 0 0,0 1 237 0,-2 4-103 15,-6 1-50-15,-3 0 225 0,0 8-143 0,-1 9-66 16,1 5 58-16,1 4-16 0,-1 2-55 0,4 7-18 0,2-2 96 16,3 1-131-16,2 0-2 0,0-2-32 15,4-4-1-15,10-7 42 0,9 1-8 0,0-7-260 16,3-3 130 0,2-5 65-16,2-3 33 0,1-4-514 0,-1 0 260 0,0 0 96 0,-3-6-1172 15,-1-2 1286-15</inkml:trace>
  <inkml:trace contextRef="#ctx0" brushRef="#br0" timeOffset="130633.89">16035 7218 1095 0,'-8'0'0'0,"4"-1"0"0,3 1 0 0,1-2 0 0,0 2 0 0,0-2 0 0,0 0 466 0,5 0-216 0,11-1-109 16,6-1-54-16,0-2 301 0,6 0-182 0,-1 1-87 15,-1-1-43-15,3 2 63 0,-3 1-54 0,-3-1-17 16,4 0-9-16,-6 1-26 0,4 1 0 0,-4-1-1 16,-3-2-177-16,-1 1 97 0,-4 0 36 15,1-1-376-15,-7 1 210 0,2 1 55 0,-2-3 69 0,2 2-614 16,-4 0 322-16,2 1 157 0</inkml:trace>
  <inkml:trace contextRef="#ctx0" brushRef="#br0" timeOffset="131065.43">16835 7102 1188 0,'-21'0'0'0,"11"0"0"0,3 0 0 0,5 0 0 0,2 0 0 0,0 0 0 0,0 0 369 0,0 0-159 0,7 0 243 16,13 0-211-16,13 0-104 0,9-3-53 16,3-7 121-16,6-3-78 15,3 1-52-15,0 0-22 0,1-2 1 0,-2 5 128 16,-5 4-74-16,-8 1-31 0,6 2-14 0,-10 2-31 15,-1 0-1-15,2 0-313 0,-3 0 156 0,-2 3-463 16,-4 1 302-16,-2-2 155 0,-4 0 30 0,-1-2-492 16,-5 0 280-16,-4 0 132 0,-3 0 78 0,-1 0-180 15,-4 0 125-15</inkml:trace>
  <inkml:trace contextRef="#ctx0" brushRef="#br0" timeOffset="131418.03">16929 6413 1250 0,'-19'-13'0'0,"10"5"0"0,4 5 0 16,3-1 0-16,2 2 0 0,0 0 0 0,18 0 202 0,7 2-85 0,6 0 92 0,5 6-87 0,-1 6-45 16,-1 4-14-16,6 9 86 0,-10-1-58 15,-8 2-29-15,1 7 0 0,-4 0-67 0,-6-1 8 0,-6 3 30 16,-5 0-112-16,-2-3 55 15,0 1 29-15,-13 2-138 0,-6-6 91 0,-5-1 33 16,-2-3-38-16,-3-4-16 0,1-7 36 0,0-1-4 16,-2-7 0-16,0-4-18 0,1-2 61 15,2 0-53-15,0-2 22 0,9-5 69 0,-1-5-38 0,4-1 4 16,5 2 137-16,3-4-73 0,7 2-42 0,0-4 59 16,2 1-39-16,15-6-14 0,3 5 0 15,7-1-60-15,3 1 1 0,-1-1 46 16,5 4 1-16,1 0 9 0,2 2-123 0,-3 1 54 15,-1 1 26-15,-2 0-410 0,-5 5 202 0,6-1 79 16,-6 2-445-16,-2 3 272 0,-3-4 135 0</inkml:trace>
  <inkml:trace contextRef="#ctx0" brushRef="#br0" timeOffset="131594.04">17476 6391 848 0,'-1'-10'0'0,"1"6"0"0,-2 3 0 0,0-2 0 0,2 3 0 0,0 0 244 15,0 10 139-15,0 11-176 0,0 1-79 0,0 8-51 0,0 0 359 16,0 6-201-16,0-1-102 0,0 4 31 16,0-2-57-16,-4-2-42 0,1-1-194 0,1-2 80 15,0-4 42-15,2-5-491 0,0-1 261 0,0-3 135 0,0-4 67 16,0-5 34-16,0-5-608 0,0-1 232 16,0-4 171-16</inkml:trace>
  <inkml:trace contextRef="#ctx0" brushRef="#br0" timeOffset="131819.54">17370 6343 1319 0,'0'-8'0'0,"0"-2"0"16,5 1 0-16,15-5 0 0,2 1 0 0,4 4 0 0,4 2 143 0,2 1-56 0,-9 5-18 0,3-2-9 0,-1 3 161 0,-5 0-94 0,-3 7-47 0,-3 5-80 15,-3 2 9 1,-6 1 24-16,-3 5-114 0,-2 2 57 15,0 1 28-15,-11 1-99 0,-8-2 73 0,-2 1 22 16,1-2 1-16,-7-4 22 0,5-3-116 0,1-4 11 0,1-2 44 16,-1-1-289-16,1-1 149 0,6-2 62 0,1 2-271 15,1-1 177-15,5 1 80 0</inkml:trace>
  <inkml:trace contextRef="#ctx0" brushRef="#br0" timeOffset="132275.67">16958 7245 682 0,'0'-2'0'0,"0"0"0"0,0 0 0 0,0 1 0 0,0-2 104 0,0 2-36 16,1-3 1-16,10 0 286 0,2 2-165 0,2 2-79 16,1-3-39-16,2 3 172 0,-1 0-106 0,-1 0-45 15,0 0-33-15,0 5 49 0,-2 7-38 0,-1 3 1 16,-2 2-2-16,-1 4-29 16,-3 6-8-16,-1-2 0 0,-5 3-13 0,1 3 12 0,-2-2 1 0,0 4-28 15,-3-1-7 1,-8-1 34-16,-3-1-75 0,-1 1 38 0,-2-6-1 15,2-2-64-15,-7 1 35 0,1-7 25 0,1-3-47 16,1-6 29-16,-2-3 0 0,-1-5 22 16,1 0-8-16,2 0 13 0,1-2-26 0,2-12-1 0,2-3 22 0,3 0-34 15,1-4 23-15,6 1 6 0,2 0 10 16,2-1-11-16,0 0-1 0,2 2 60 16,9 2-26-16,5 3 0 0,0-2 21 0,5 5-1 15,-2 2-21-15,1 1 5 0,1 3-17 16,1 1-6-16,-2 0-188 0,3 3 93 0,2-2 45 0,-2 3-231 15,3 0 126-15,-2 0-500 16,-1 0 310-16</inkml:trace>
  <inkml:trace contextRef="#ctx0" brushRef="#br0" timeOffset="132562.22">17361 7257 1585 0,'-8'0'0'0,"4"0"0"0,0 0 0 0,1 0 0 0,1 0 0 0,0 0 0 0,0 1 170 0,2 1-68 0,0 3-35 0,0 5 404 0,2 0-220 0,7 1 127 15,3 1-176-15,-1 2-85 16,2-1-56-16,2 3-1 0,-2-6-27 0,2 4 8 15,0-3-8-15,0 0 0 0,-2-1-212 0,-1-3 106 16,-3-1 53-16,0-1-544 0,-1-1 294 0,-2-1 119 16,-1 0-597-16,-3-3 357 0,2 0 180 15,0 0-285-15</inkml:trace>
  <inkml:trace contextRef="#ctx0" brushRef="#br0" timeOffset="132778.66">17648 7185 1356 0,'3'-6'0'0,"-1"4"0"0,0 0 0 0,0 1 0 0,-2-1 0 0,0 2 147 0,0 0-49 0,0 0-37 0,0 10 0 0,0 8 150 16,-4 6-89-16,-5 3 381 0,-5 8-228 15,-2 12-124-15,-5 1 196 0,-3 9-156 0,-2 0-80 0,0 4-39 16,3-9 9-16,-7 17-71 0,1-4 0 16,3-3 23-16,1-1-220 0,2-2 110 15,2-15 64-15,-2 3 18 0,5-5-164 0,2-9 96 16,4-1 48-16,-2-4-496 0,7-9 246 15,-3 0 73-15,5-10-375 0,0 1 268 0,4-7 133 0,-1-1 66 16,0-2-432-16</inkml:trace>
  <inkml:trace contextRef="#ctx0" brushRef="#br0" timeOffset="133057.24">17765 6748 1883 0,'1'-15'0'0,"3"7"0"0,7 4 0 0,1 3 0 0,-3-2 0 0,0 1 0 0,6 2 0 0,2 0 604 0,6 5-286 0,1 6-142 0,1 1-72 0,3 7 211 16,-2 2-133-16,0 3-78 0,-3 3-42 16,-2 1 1-16,-5 6-31 0,0 6 2 0,-11-4 7 0,-3 12 136 15,-2-3-177-15,0 2 0 16,-13 0 0-16,-8 0 0 0,-2 0 0 0,-1-4 0 15,-2 0-212-15,0-4 186 0,-2-3 17 0,5-10-402 16,-2 1 177-16,1-8 113 0,7-1 20 0,0-2-529 16,4-7 299-16,6-4 148 0,0-1-505 15,7-2 331-15</inkml:trace>
  <inkml:trace contextRef="#ctx0" brushRef="#br0" timeOffset="133553.34">18653 7071 1178 0,'-15'-23'0'0,"5"6"0"0,3 2 0 0,-3-2 0 0,1-2 0 0,0 0 0 0,-3 5 0 0,1-1 92 0,0 1-34 0,-1 2 136 0,0 2-81 0,-2 2-40 16,1 5 1-16,0 1-33 0,0 2 118 0,-4 3-64 15,0 18-30-15,-2 6 86 0,-1 7-59 0,6 2 52 16,-4 12-59-16,6-5-26 0,3 0-1 0,3 1-25 0,5-9 82 16,-1 2-34-16,2-3-7 0,0-2-59 15,0-4 18-15,2-8-1 0,5-2-123 0,0-5 71 16,5-4 21-16,1-5 1 0,1-4 31 0,4 0-238 16,-1-15 114-16,3-10 36 15,5-8-237-15,-4-3 123 0,0-3 76 0,0-4 6 0,0-4-185 16,-4-3 112-16,0-3 67 0,1-9-31 15,-4 4 46-15,1-3 22 0,-3-5 1 0,0 6 14 0,2-16-38 16,-3 5 24-16,3 0 48 0,-5 16 1 16,-4 13-27-16,-1 11 308 0,-2 11-150 0,-2 3-79 0,0 7-39 15,0 9-1-15,0 1 352 0,-11 25-148 16,2 4-99-16,-5 15 0 0,3 3 105 0,-1 3-92 16,3 6 238-16,0 5-156 15,1-3-91-15,0 2-41 0,5-1-21 0,1-5 283 0,2-4-152 16,0-10 4-16,0 3-188 0,0-4 0 0,2-3 0 15,1-4 0 1,3-3-353-16,-2-5 217 0,0-4 80 0,0 1 45 0,-1-6-801 0,3 1 367 16,1-6 216-16,1 0-331 0,3-2 268 0</inkml:trace>
  <inkml:trace contextRef="#ctx0" brushRef="#br0" timeOffset="133773.76">18816 6928 1671 0,'4'-15'0'0,"5"5"0"0,3 1 0 0,-1 3 0 0,2 3 0 0,2 1 0 0,-2 2 0 0,4 0 0 0,-1 9 259 0,0 10-114 0,-1 2 99 16,-2 3-98-16,-2 4-60 0,-1 2-27 0,-4 0 0 15,-3 4-24-15,-1-2-2 0,-2-1 8 16,0 2-41-16,-9-3 0 0,-5 0 33 0,-4-4-1 16,-3-1-67-16,2-7 42 0,-6 1-8 0,0-6-198 15,0-3 105-15,4-7 62 0,-1 0-14 0,1-3-397 16,2 0 211-16,7-6 89 0,2-6 55 0,4-8-312 15,6-5 184-15,0 1 83 0,8-5 55 0</inkml:trace>
  <inkml:trace contextRef="#ctx0" brushRef="#br0" timeOffset="134355.21">19122 6834 934 0,'4'-10'0'0,"0"7"0"0,-3 0 0 0,-1 2 0 0,0 1 0 0,-9 0 225 16,-6 14-88-16,-5 8-56 0,3 6 367 0,-6 7-208 15,6 1-103-15,2 2-52 0,6-4-19 0,3 3-7 16,3-2-26-16,3 0 379 0,0-4-190 0,5 0-94 16,11-7-40-16,2 0-32 0,5-5-290 0,1-4 133 0,4-5 67 15,3-5 33-15,-8-4-438 0,11-1 231 0,-2 0 68 16,0-1-179-16,-2-10 91 0,0-3 98 0,-4 0-178 16,1-3 142-16,-4 0 66 15,-2-4 34-15,-3-1 5 0,-3-3 0 0,-4 0 20 16,0-6 8-16,-5-1 154 0,0 0-77 0,-4 0-38 15,-2 0 217-15,0 6-136 0,-2-6-56 0,-10 8-19 16,1 5 144-16,-2 2-30 0,-4 4-60 0,0 5 240 16,0 5-141-16,-2 3-66 0,-1 0-33 0,-1 11 117 15,0 9-66-15,-1 9-47 0,1 6 0 0,6 1 31 16,4-2-34-16,4 5 0 0,3 1 18 0,4-3-30 16,0-1-1-16,2-2-57 0,9-4-1 15,4-6 37-15,-2-5 8 0,3-2-175 16,0-6 84-16,3-3 41 0,-3-6 21 0,4-2-268 15,-4 0 134-15,3-14 35 0,-1-4 44 0,-4-7-285 16,-1-3 148-16,-1-4 74 0,-3-2-103 0,-2-9 92 16,-1 3 42-16,-2-4 21 0,0-3-59 0,-1-4 40 15,1-4-8-15,0-9 21 0,-1 3 1 0,3-3 26 16,-2-1 0-16,0 14-33 0,0 8-8 0,-3 1 41 16,1 16 1-16,-2 3 232 15,0 10-112-15,0 3-61 0,0 7-37 0,0 2 540 16,0 1-227-16,0 19-143 0,0 9 188 0,0 10-157 15,0 2-71-15,0 12 95 0,0 1-91 16,0-1 184-16,0 5-137 0,4-2-70 0,5 1-25 0,1-4 76 16,-1 3-60-16,2-3 97 0,1 2-189 15,1-9 0-15,-1-5-244 0,0-1 155 16,1-3 61-16,1-8 30 0,-2-10-541 0,4-4 284 16,-1-7 90-16,2-7-366 0,-1 0 233 15,3-13 133-15</inkml:trace>
  <inkml:trace contextRef="#ctx0" brushRef="#br0" timeOffset="134512.94">19823 6885 1228 0,'-8'-6'0'0,"4"4"0"0,3 2 0 0,-1 0 0 0,2 0 58 0,0 4 208 15,2 5-108-15,9 0-67 0,6 3 409 16,4 1-233-16,-1-1-117 16,-1 0-51-16,4 5 7 0,-5-4-37 15,1-1-541-15,0-1 253 0,-1-2 126 0,0 1 70 0,-4-3 25 16,0 1-682-16,-3-3 344 0,0-1 172 0,-3-4 7 0</inkml:trace>
  <inkml:trace contextRef="#ctx0" brushRef="#br0" timeOffset="134706.5">20165 6642 1183 0,'4'-21'0'0,"-1"7"0"0,-1 4 0 0,0 3 0 0,0 3 0 0,-2 4 32 15,0 0 280-15,0 18-140 0,-6 16-69 0,-6 7 429 0,-2 9-254 0,-4 13-123 16,-3 1 299-16,-2 9-211 0,-7 16-105 0,0-11-45 15,-9 24-34 1,-1-6-67-16,0-2 20 0,3-2 0 0,3-4-429 0,10-11 233 16,-1 3 104-16,7-10 56 0,0-4-260 0,7-15 158 0,2-10 80 15,5-11-782-15,4-11 396 0,0 3 199 16,0-13-246-16</inkml:trace>
  <inkml:trace contextRef="#ctx0" brushRef="#br0" timeOffset="134906.96">20220 7009 1396 0,'9'-29'0'0,"5"10"0"0,9 5 0 0,0 1 0 0,-3 1 0 0,1 3 0 0,-2 2 487 16,3 0-227 0,1 4-114-16,-2 1-48 0,7 0 86 0,-3 2-76 0,-2 0-37 15,2 0 22-15,-4 0-29 0,2 0 7 0,-5 0-283 16,1 0 122-16,-6 0 62 0,-1 0 30 0,-5 2-508 15,0-2 265-15,-5 2 137 0,0-2-630 16,-2 1 350-16,0 8 175 0</inkml:trace>
  <inkml:trace contextRef="#ctx0" brushRef="#br0" timeOffset="135048.6">20291 7196 1664 0,'-9'11'0'0,"9"6"0"0,1-6 0 0,18-7 0 0,7-4 0 0,4 0 0 0,2 0 253 16,5-4-111-16,4-3 488 0,3-3-299 0,-10 3-141 0,1-2-83 15,-1 2-37 1,-2-2 113-16,-4 2-76 0,-1 0-36 0,-8-1-590 0,-1 3 272 16,-2 2 140-16,-9 0-983 0,-2 3 549 0</inkml:trace>
  <inkml:trace contextRef="#ctx0" brushRef="#br0" timeOffset="135869.07">21344 6725 846 0,'-2'-8'0'0,"-3"5"0"0,1-1 0 0,-1 2 0 0,-2 0 0 0,0-2 0 0,0 2 126 0,-7 1-47 0,3 1-23 0,0 0 171 16,-2 0-96-16,0 9-42 0,-6 10-32 0,2 5 53 15,-2 8-38-15,-2 6-1 0,5 1-38 0,2 0 155 16,1 10-81-16,6-4-38 0,5-2 172 0,2-8-104 16,0 0-52-16,13-1-18 0,8-8 53 0,4-2-44 15,2-7-21-15,8-3-10 0,2-9-4 0,6-5-8 16,1 0 0-16,-3-9-85 0,0-10 43 16,1-9 20-16,-3-2 9 0,-2-6-93 15,-3-1 52-15,-4-1 27 0,-6-1-252 0,-6 6 126 16,-5-2 28-16,-8 1 5 0,-5 2-40 0,0 2 32 15,-5 0 32-15,-15 4 69 0,-1 4-7 0,-8 1-32 16,-3 5 0-16,-3 9 74 0,-9 3-37 0,5 4 0 16,3 0-45-16,-2 4 74 0,4 9-28 0,2 3 10 15,4-1 37-15,8-4-32 0,3 1-1 0,2 2-29 16,10-7 8-16,-2 4 8 16,7-1-6-16,0 0-331 0,0-1 152 0,12 0 72 15,3 1 42-15,2-5-382 0,1 1 206 0,3-3 105 16</inkml:trace>
  <inkml:trace contextRef="#ctx0" brushRef="#br0" timeOffset="136194.57">21615 6188 691 0,'-12'-17'0'0,"-1"8"0"0,2 4 0 0,-6 4 0 0,1 1 0 0,-4 0 367 15,-1 11-168-15,3 6-82 0,1 3-35 0,2 9 294 16,4 1-172-16,1 6-86 0,3 7 118 0,4 3-102 16,1 1-43-16,2 6 252 0,0 0-155 0,0 2-78 15,2-1-38-15,3 10 260 0,2-12-141 0,2 16 53 16,-2-5-244-16,-2 3 0 0,-3 4 0 0,0 1 0 16,-2-9 0-16,0 13 0 15,0-10 0-15,0-14 0 0,0 6 0 0,-2-12 0 16,-2 5 0-16,-2-13 0 0,-3 0 0 0,0-7 0 15,-5-2 0-15,0-9-220 0,-6 0 113 0,4-8 15 16,-3-2 41-16,-1-4-392 0,-1 2 206 0,0-5 93 16,3-2 60-16,0 0-428 0,4 0 239 0,4-4 120 15,2-6-440-15,5-3 272 0</inkml:trace>
  <inkml:trace contextRef="#ctx0" brushRef="#br0" timeOffset="137223.43">21725 7357 1477 0,'-2'-3'0'0,"0"1"0"0,2 2 0 0,0-1 0 0,0 1 0 0,0 0 0 0,0 0 0 0,0 1 0 0,0 10 0 0,0 4 215 0,0 6-83 0,0 7-54 0,0 2 202 16,-7-1-124-16,-2 6-62 0,-3-3-30 0,1 3 73 15,-1-4-57-15,-4 1-23 0,2-4 0 16,0 0 3-16,-3-6-28 0,6-5 9 16,-4-2 2-16,3-2-11 0,1-9 1 0,2 2 60 15,2-2-31-15,2-4 9 0,2 0-38 0,1 0 63 16,2 0-31-16,-2 0 0 0,2 0-32 0,0 0 29 15,9 0-9-15,12 0-20 0,2-2 0 0,3-2-43 16,6-1 21-16,0 2 9 0,2-4-62 0,1 1 37 16,-1 2 0-16,-2 1-300 0,0 0 159 0,-8-2 57 15,3 4 45-15,-3-1-499 0,-4 1 255 0,0-2 128 16,-6 3 63-16,0 0-444 16,-3-3 259-16,1 2 124 0,-5-1 63 0</inkml:trace>
  <inkml:trace contextRef="#ctx0" brushRef="#br0" timeOffset="137510.66">22137 6741 1990 0,'-5'-10'0'0,"3"6"0"0,-1 2 0 0,3 0 0 0,-2 0 0 0,2 2 0 0,-2 2 0 0,1 16 0 0,-1 9 205 0,-2 3-91 0,-1 7-40 0,1 5 368 16,0 1-205-16,3 2-102 0,-3-6-43 0,1 13 45 15,-1-7-52-15,4-3-26 0,-1 0-1 16,1-6-246-16,0 0 118 0,0-5 48 16,0-2-445-16,0-7 250 0,0-4 125 0,0-4-515 15,0-4 263-15,0-5 160 0,0-3 75 0,0-2-147 16,0 0 111-16,0-13 57 0,0-8 19 0,-2-7-250 15</inkml:trace>
  <inkml:trace contextRef="#ctx0" brushRef="#br0" timeOffset="137721.1">21989 6729 1191 0,'0'-21'0'0,"3"6"0"0,11 4 0 0,2 1 0 0,5 1 0 0,1 2 0 0,4-2 0 0,6 7 265 15,0-1-108-15,0 3-67 0,0 0 161 0,-2 3-110 16,-2 10-53-16,-3 1-11 0,-8 2-14 0,0 2-8 15,-5 5-22-15,-7 4-26 0,-5-4 26 0,0 4 0 16,-9-1 8-16,-12 1-58 0,-4-1 25 0,-3 0-1 16,-2-3 26-16,0-3-148 0,0-3 71 15,0-2 33-15,3-4-292 0,7-4 150 0,-2 1 44 0,2-4-330 16,10 0 196-16,0-4 108 16,7 0 52-16,3 0-304 0</inkml:trace>
  <inkml:trace contextRef="#ctx0" brushRef="#br0" timeOffset="138175.24">22589 7121 1110 0,'3'-1'0'0,"-1"-5"0"0,-2-9 0 0,0-8 0 0,0 0 0 0,-7 5 0 0,-2-3 0 0,-2 3 0 0,1-3 114 0,-1 3-40 0,-1 2-1 0,-2 2 5 16,1 1-23-16,-4 6 8 0,0 3-30 0,-7 2-23 15,1 2 22-15,-3 10 1 0,-1 11 61 0,5 7-23 16,-1 2-8-16,6 5-30 0,4 1 55 0,4 2-27 16,4-1 0-16,2-1 28 0,3-4-32 0,0-4 0 15,3-7-24-15,6 0-28 16,4-7 1-16,2-3 35 0,3-3-8 0,2-8-104 16,4 0 52-16,-1 0 25 0,-1-13-92 0,2-7 48 15,1-7 28-15,1-7-7 0,-4-4-266 0,-1-1 114 16,0-2 78-16,-4 4-203 0,2-14 134 0,-5 5 64 15,0 1 32-15,-3-1-46 0,-1-3 38 0,-1-1-7 16,0 0 46-16,-2-1 37 0,2-1 1 0,-4-1-38 16,1 9 34-16,-5 13-9 0,1 9-25 0,-2 8 1 15,0 3 251-15,0 3-106 0,0 8-70 0,0 0 371 16,0 25-201-16,-5 11-57 16,-1 6-62-16,1 6 197 0,-3 13-129 0,4-6-56 15,-1 14-41-15,1-6 300 0,2-1-166 0,0-1-83 16,0-9 75-16,2 3-71 0,0-4-48 0,0-5 0 15,0-9-193-15,0-1 76 0,0-5 39 0,0-8-556 16,4-4 293-16,2-6 151 0,-1-4 75 0,2-5-785 16,5-4 398-16,-3 0 190 0</inkml:trace>
  <inkml:trace contextRef="#ctx0" brushRef="#br0" timeOffset="138377.47">22768 6948 946 0,'0'-9'0'0,"0"5"0"0,2 1 0 0,6 0 0 0,3 3 0 0,1 0 374 15,4 0-171-15,0 6-85 0,3 7 303 0,4 4-199 16,-6 2-94-16,0 4-48 0,-4 1 58 0,-1 3-52 16,-7-5-19-16,-1 8-8 0,-4-6 0 0,0 3-27 15,-6 1 1-15,-9-2-87 0,-3-2 51 0,-3-1 14 16,0-2 0-16,-3-1-228 16,-3-3 125-16,1-4 62 0,5-3-305 0,-9-1 133 15,10-7 95-15,-3-2-6 0,4 0-261 0,6 0 171 16,3-7 77-16,7-11-125 0</inkml:trace>
  <inkml:trace contextRef="#ctx0" brushRef="#br0" timeOffset="138567.87">23063 6684 1930 0,'0'5'0'0,"0"6"0"0,-4 12 0 0,-9 0 0 0,-6 2 0 0,-5 11 0 0,1 2 0 0,7 0 0 0,-5 11 330 0,10-6-149 0,4-2 257 15,7-5-203-15,0 3-100 0,5-3-44 0,11-2-17 16,5-6-20-16,4-2-1 0,0-6-20 0,4-1-306 16,1-3 161-16,0-5 68 0,0-4 39 0,0-4-735 15,-4-3 386-15</inkml:trace>
  <inkml:trace contextRef="#ctx0" brushRef="#br0" timeOffset="138898.63">23136 7025 1941 0,'-15'-21'0'0,"12"18"0"0,3 1 0 0,0 0 0 0,7-4 0 0,2-1 0 0,0 1 112 0,5 0-31 0,2 1-8 16,9 1 160-16,3-2-100 0,4 3-50 16,2 1-25-16,1 2-157 0,2 0 62 0,-2 0 34 15,-3 0 1-15,0 0-129 0,0 0 82 0,-4 0 49 16,4 2-351-16,-9 0 192 0,-1-2 3 0,-5 0 79 15,-4 0-477-15,-3 0 252 0,-5 0 138 0</inkml:trace>
  <inkml:trace contextRef="#ctx0" brushRef="#br0" timeOffset="139085.13">23412 6670 901 0,'-5'2'0'0,"5"8"0"0,0 3 0 0,0 0 0 0,1 2 0 0,3 8 0 0,-2 4 315 15,0 6-134-15,-2 4-78 0,0 6 364 0,-4-1-217 16,-5 1-108-16,0 0-55 0,-1-4 44 0,-1 10-53 16,2-8-23-16,1-5-340 0,4 2 158 0,0-4 80 15,4-7 49-15,0-4-557 0,0-2 292 16,9-8 145-16,7-5 19 0</inkml:trace>
  <inkml:trace contextRef="#ctx0" brushRef="#br0" timeOffset="139418.24">23923 6650 1372 0,'0'0'0'0,"-1"0"0"0,-1 2 0 0,-5 11 0 0,-2 4 0 0,-7 9 0 0,-3 9 283 0,-1 7-126 0,0 5-61 15,1 2-32-15,3-1 209 0,8-2-112 0,0 8-69 16,8-9 13-16,0-9-36 0,1 1-1 0,12-7-35 15,2-7-32-15,7 1 31 0,3-7 1 0,2-5-81 16,3-11 41-16,0-1-1 0,2 0 49 0,-2-9-187 16,-1-8 90-16,-3-4 25 0,-1-3 29 0,-2-3-140 15,-5-5 70-15,-3-3 4 16,-4-1-11-16,1-5 18 0,-6 0 1 0,-3-2 15 16,-1 1 18-16,-2-10-17 0,0 7 13 0,-9-3 22 15,-7 7 0-15,-3 9-14 0,-1 2-12 0,-4 2 89 16,-1 11-37-16,-1 4-16 0,0 10 0 0,-2 0 22 15,5 3-3-15,-7 9-24 0,5 8-215 0,3 8 100 16,2 2 50-16,4 3-198 0,3 2 109 0,1 3 66 16</inkml:trace>
  <inkml:trace contextRef="#ctx0" brushRef="#br0" timeOffset="139670.6">23600 7141 424 0,'0'-16'0'0,"0"-3"0"0,17-1 0 0,8 1 0 0,7-10 0 0,-6 9 444 0,8-2-209 0,-2 4-101 16,1 3 190-16,-1 6-146 0,-3 3-72 0,-5 5-29 15,0 1 100-15,-3 0-73 16,-2 5-35-16,-5 10 25 0,2 8-31 0,-9-1 9 16,2 8-40-16,0 0 178 0,3 2-88 0,1-2-45 15,3-2-23-15,4-1 31 0,6-3-30 0,2-7-1 16,6-4-129-16,3-3 54 0,2-6 26 0,-2-4-313 15,0 0 166-15,1 0 87 0,-5-8 16 0,2-3-264 16,-5-3 113-16,-3-1 84 0,0-1-25 0,-1-3-439 16</inkml:trace>
  <inkml:trace contextRef="#ctx0" brushRef="#br0" timeOffset="140091.71">24720 6376 1540 0,'-7'-10'0'0,"6"9"0"0,1-1 0 0,0 2 0 0,-2 0 0 0,0 3 0 0,-3 14 0 0,4 7 251 16,1 4-110-16,0 12-53 0,0 1-28 0,0 0 287 16,0 14-161-16,0-4-77 0,0 1 52 0,0-3-64 15,1-7-24-15,2 11-8 0,-1-11-37 0,0 0 5 16,-2-8 0-16,0-1-132 0,0-8 74 0,0-2 25 15,0-7 0-15,0-6-178 0,0-3 103 0,0-3 54 16,-2-4-19-16,-4 0-122 0,1-2 39 0,-2-11 56 16,-2-2-156-16,2-2 95 0,-4-4 39 15,-2-3-13-15,0-1 35 0,-3-1 0 16,-2 2 34-16,-1-1 28 0,1 7-9 0,-9-3-18 16,5 8-1-16,-5 5 186 0,1 4-93 0,0 3-47 15,3 1-30-15,-3 3 146 0,7 12-49 0,2 4-48 16,6 3 292-16,3 5-153 0,6 3-32 0,2 0 116 15,0 0-112-15,11 0-55 0,12-2-27 0,5-4-35 16,3-3 15-16,4-4-8 0,1-8 0 0,2-3-435 16,-3-4 218-16,1-2 108 0,-2 0 63 15,-5-2-347-15,2-9 141 0,-7-2 109 16,-1-2-536-16,-5-2 306 0,-4-2 146 0,-1-7-179 16,-6-2 170-16</inkml:trace>
  <inkml:trace contextRef="#ctx0" brushRef="#br0" timeOffset="140212.41">24808 6821 1258 0,'-3'-17'0'0,"3"8"0"16,0-1 0-16,0 4 0 0,3 2 0 0,5 4 0 0,2 0 0 0,6 0 135 0,-1 4-44 0,7 9 204 0,-1-1-131 0,-1 1-66 16,3 1-32-16,-3 0-10 0,-3 0-15 0,3-1-9 15,-2 0 1-15,-3-2-434 16,-2-1 217-16,-1-2 109 0,-5 2 62 0,0-2-589 16</inkml:trace>
  <inkml:trace contextRef="#ctx0" brushRef="#br0" timeOffset="140409.88">25294 6535 915 0,'0'-20'0'0,"0"1"0"0,0 7 0 0,-7 3 0 0,-4 4 0 0,-1 5 0 0,-5 0 238 0,-2 21-103 0,-5 14-51 0,-2 6 323 16,-4 15-192-16,4 0-90 16,-3 6-47-16,3 7 286 0,-2 2-165 0,0 5-76 15,-8 18 29-15,2-7-60 0,-3 3-30 0,-3 2 0 16,-3 0-385-16,6-11 187 0,-13 15 79 0,11-14-275 15,11-20 182-15,3-9 91 0,9-14 46 0,-3 1-766 16,1-3 377-16</inkml:trace>
  <inkml:trace contextRef="#ctx0" brushRef="#br0" timeOffset="140600.65">24956 7736 10 0,'0'0'0'0,"0"0"0"0,0 6 0 0,2-6 0 0,-2 0 0 0,0 0 0 0,0-9 0 0</inkml:trace>
  <inkml:trace contextRef="#ctx0" brushRef="#br0" timeOffset="143747.34">7522 5649 604 0,'0'-2'0'0,"0"2"0"0,-1-2 0 0,-1 0 0 0,0 0 0 0,0 1 0 0,0-1 156 0,1-1-66 0,-1 2-29 0,2 1 112 15,0-2-70-15,-1 2-35 0,1 0 8 16,0 0 3-16,0 0-22 0,0 0-1 16,0 0-23-16,0 0-7 0,0 0 15 0,0 0-8 15,0 0 35-15,0 6-36 0,0 1 1 0,0 4 26 16,0 1 7-16,0 2-33 0,0 3 0 0,-3 2 58 16,-1 6-29-16,0-1 0 0,-2 4-21 0,-1 4 15 15,0 2-23-15,0 0 0 0,-4 2-1 0,1-1-64 16,-1-1 41-16,1-1-9 0,-1-2-65 0,2-1 45 15,-1-3 26-15,1-3-48 0,-1-6 37 0,-2 3-5 16,2-5 0-16,0-2-5 16,0-1 0-16,3-5-2 0,-1-1 19 0,0 1 96 15,1-5-47-15,5 1-25 0,-3 0 0 0,1-2 131 16,4-2-73-16,0 3-20 0,0-3 28 0,0 0-23 16,0 1-1-16,0 2-74 0,6 1 15 0,6 0 0 15,4-2 24-15,1 2 40 0,7-2 0 0,-3-2-32 16,9 0-8-16,-2 0 33 0,1 0-34 0,0 0 1 15,-2 0 0-15,-7 0-33 0,5 0 12 16,-4 0 0-16,-3 0-56 0,-2 0 34 16,-7 0-1-16,1 0-23 0,-5 0 22 0,-1 0 0 15,-2 0 31-15,-1 0-27 0,-1 0 0 0,0 0 4 16,0 0-12-16,0 0 171 0,0 0-71 0,0 0-38 16,0 0 0-16,0 0-53 0,0-2 7 0,0 0 21 15,0 0-552-15,0 0 258 0,0 0 132 0,2 2-871 16</inkml:trace>
  <inkml:trace contextRef="#ctx0" brushRef="#br0" timeOffset="147181.04">8160 6443 548 0,'-2'-2'0'0,"2"0"0"0,-2 1 0 0,1-2 0 0,-2 2 0 0,3 1 0 0,-2 0 0 0,2 0 67 16,0 0-1-16,0 0-33 0,0 0 0 0,0 0 8 16,0 0-8-16,0 0-1 0,0 0 1 0,0 0 84 15,0 0-42-15,0 0-13 0,0 0 0 0,0 0-1 16,0 0-28-16,0 0-15 0,0 0 15 0,0 0 8 16,0 7-9-16,0 5 45 0,0-1-22 0,0 4 0 15,0 0-22-15,0 0 37 0,0 4-9 0,0-1-28 16,0 1 0-16,0 0-15 0,0 1 15 0,0 1 8 15,-3 0-33-15,-2 0 1 16,0 0 23-16,-1-3-35 0,1 1 0 0,-1-3 44 16,0-1-16-16,3-5-26 0,-2 1 13 0,0-3 13 15,3-3-17-15,1 0 27 0,-1-2-20 0,0-3 5 16,2 2-6-16,0-2 54 0,0 0-21 0,0 0 5 16,0 0 66-16,0 0-44 0,0 0-15 0,0 0-2 15,0 3-24-15,7 0 8 0,9-2-8 16,2 2 112-16,5-3-56 0,3 0-28 0,1 0 0 15,-4 0-3-15,9-3-25 0,-3 0 0 16,0-5-1-16,0 0-75 0,1-1 37 0,-6 3 9 16,6-3-379-16,-3 6 197 0,-1 1 80 0,-2 2-844 15</inkml:trace>
  <inkml:trace contextRef="#ctx0" brushRef="#br0" timeOffset="171525.34">13176 8846 1005 0,'0'0'0'0,"0"0"0"0,0 0 0 0,0 0 0 0,0 0 0 0,0 0 0 0,0 0 0 0,0 0 0 0,0 0 128 0,0 0-47 0,0-3-25 0,0-4 63 15,0-1-47-15,0 1 0 16,0 1-17-16,0-2 0 0,0-1-22 16,0 1-9-16,0-1 8 0,-1 0 1 0,-1-3-62 0,-2 1 31 15,0-1-1-15,0-3 40 0,0 3-8 0,-1-3-72 16,-1 0 34-16,-3 2 0 0,1 0 5 0,-1 1-25 15,0 3 10-15,-1 1 0 0,-1 3 41 16,0 1-16-16,-1 0-17 0,1 2 60 16,-3 2-5-16,3 0-40 0,1 0 0 0,-4 0 51 15,5 2-20-15,0 4 3 0,-3 1-17 16,5 1 49-16,-1 1-22 0,1 1 1 0,3 1-17 0,0 0 36 16,0 4-1-16,2 2-39 0,2 2 31 15,0 5 1-15,0-3-23 0,0 9-9 0,0 0 31 16,4 4 1-16,2 6-32 0,2 2 1 0,-3-2 48 15,1 9-8-15,-3-4-41 0,3 0-37 16,-2-2 38-16,0 1 0 0,-2-9 8 0,0 5-48 16,-1-5 0-16,1-1 40 0,-2-4-35 15,0-6 0-15,0 1 39 0,0-4-19 0,-2-3-24 0,-3-3 32 16,-3 1-19-16,0-6 16 0,1-3-94 16,-2 2 33-16,-1-3-222 0,1-5 123 15,0 1 65-15,-3-2 33 0,3 0 2 0,1 0-391 0,1-2 198 16,1-4 98-16,4-4 50 0,2 0-312 0,0-5 172 15,0 0 99-15,10-4-259 0,5 0 174 16</inkml:trace>
  <inkml:trace contextRef="#ctx0" brushRef="#br0" timeOffset="171833.34">13405 8946 597 0,'12'-22'0'0,"-1"-5"0"0,-2 2 0 0,-1-1 0 0,-2 1 0 0,-3 0 0 0,-1 3 0 0,0-3 160 0,-2 3-65 0,0 1-30 0,0 2-1 0,0 3 33 16,-4 5-24-16,-3 1-8 0,-1 2 56 16,1 3-44-16,-3 3-22 0,-3 2 0 0,2 0 28 15,-2 2-29-15,-2 11 0 0,-2 6 69 16,2-1-45-16,2 5-22 0,-1-2 123 0,0 8-77 16,2-2-34-16,3 1 116 0,1 0-75 15,1 1-38-15,3 2 145 0,2-1-178 16,2 0-5-16,0 0-1 0,0-2-69 0,0 5 66 0,2-2 4 15,2 2 0-15,2-2-1 0,-1 1-50 0,-1 0 25 16,-1 0 9-16,1-2-171 0,-2-2 94 16,1 1 46-16,0-1 6 0,-3-2-1 0,0-4-365 0,0 7 183 15,0-9 53-15,0 4-356 0,0-5 231 16,-3 3 115-16,0-4-430 0</inkml:trace>
  <inkml:trace contextRef="#ctx0" brushRef="#br0" timeOffset="172079.47">13051 9788 2109 0,'-9'0'0'0,"8"0"0"0,-1 0 0 0,2 1 0 0,0 2 0 0,0 4 0 0,0 2 0 0,0 7 0 0,0 0 132 0,3 4-50 16,4 3 29-16,-2 4-38 0,3-1-1 0,-5 2-31 0,1 1-9 15,-1-1 1-15,0 0-35 0,-1 1 1 0,0-1 33 0,-2-6-127 16,0 2 60-16,0-3 34 0,0-1-237 16,0-5 136-16,0-4 20 0,-4-1-349 0,1-4 182 15,0-2 108-15,1-3-250 0,-2-1 179 0,3-1 90 0,-1-13 36 16,-2-10-138-16</inkml:trace>
  <inkml:trace contextRef="#ctx0" brushRef="#br0" timeOffset="172360.11">13005 9812 922 0,'0'-7'0'0,"0"-1"0"0,0 3 0 0,0-3 0 0,0 3 63 0,6-1 206 0,5 0-117 16,6 0-61-16,2 3-20 0,7-1 391 0,1 4-215 15,-1 0-107-15,4 0 209 0,2 11-158 0,-2 6 1 16,2 2-83-16,-5 2-39 16,2 1 1-16,-6 5-67 0,-2-1 1 0,-7 5 35 0,0-1-7 15,-9 5 0-15,-3 2-14 0,-2 4 14 16,0-1-1-16,-13-5 36 0,-8 9-8 0,-3-9-27 0,-3 1 57 15,-5-4-28-15,4-10 122 16,-4 1-184-16,2-4 0 0,-2-4 0 0,4-6 0 0,0-2 0 16,8-5 0-16,-1 1 0 0,2-3 0 0,6 0-336 15,4 0 225-15,1-3 55 16,2-8-133-16,4 4 78 0,2-7 52 0,0 3-377 0,0 0 202 16,4 0 101-16,10-1 50 0,-2 5 16 15,6 0 9-15,2 1-598 0</inkml:trace>
  <inkml:trace contextRef="#ctx0" brushRef="#br0" timeOffset="177520.23">12134 9147 902 0,'-4'-7'0'0,"-1"-4"0"0,1 0 0 0,-1-2 0 0,4 1 0 0,-1-1 0 0,0 0 0 0,0 0 78 0,2-1-23 0,0 3 0 16,0 0-14-16,0-4 27 16,0 2 10-16,0-1-22 0,4 1-1 0,6-2 18 15,-3 2 9-15,4 0-49 0,-1 2 25 16,1 0 0-16,0 1-25 0,-1 2 0 0,-1 5 16 0,2-1-16 16,1 0 0-16,-1 2-22 0,-2 1 22 0,5 1 0 0,-2 0-26 15,-1 0-8-15,3 4 33 16,1 3-71-16,-4 1 68 0,2 0 3 15,-1 1-1-15,-1 2-32 0,0-2-2 0,-1 2 26 0,-1-2-6 0,-3 3 9 16,1 1-7-16,-1-1 0 0,-2 0-8 0,-2 3 7 16,0 3 27-16,-2-2 5 0,0 5-32 15,0-1 56-15,-2 5-24 0,-7-6 0 16,2 3-1-16,-2 0-12 0,-2-3-9 0,1 3 9 16,-3-4-38-16,0 1-1 0,2-2 35 0,-2-3-30 15,-1 0-7-15,3-1 31 16,-2-2-83-16,0-1 39 0,0-2 16 0,1-1-7 0,0-2-40 0,-2 1 24 15,3-2-1-15,0-1 42 0,-1 1-15 0,3-4-6 0,0 2 4 16,1 0-11-16,2-2 126 0,3 2-57 16,-1-2-27-1,2 0 6-15,2 1 109 0,-2-1-60 0,2 0-33 0,0 0-5 0,0 0 12 16,0 0 6-16,0 0-8 0,0 0-77 16,0 0 26-16,0 0 0 0,4 0 26 0,3 0-24 15,5 0-7-15,1 0 30 0,0 0 3 0,2 0-8 16,2 3 3-16,2-3-4 0,0 0 1 15,1 0-15-15,4 0 11 0,1 0-16 0,-4 0 14 0,1 0 8 0,-1 0-19 16,0 0 26-16,-3 0-11 0,-1 0-116 16,0 0 54-1,-5 3 30-15,0-2-3 0,-3 1-9 0,2-1 0 0,-6 1 21 0,0 0 5 16,-1-2 26-16,-2 0-1 16,0 0-31-16,0 0 3 0,-2 0-4 0,0 0 27 0,0 0 3 15,0 0-25-15,0 0 7 0,0 0 11 0,0 0-6 16,1-2-7-16,2-4-273 0,-1-3 130 0,2 1 62 15,1 5-753-15,4-1 396 0</inkml:trace>
  <inkml:trace contextRef="#ctx0" brushRef="#br0" timeOffset="178887.23">13971 9014 683 0,'0'0'0'0,"0"0"0"0,0 0 0 0,0 0 0 0,0 0 0 0,0 0 0 0,0 0 80 15,0 0-24-15,0 0 236 0,0 0-237 0,0 0-14 0,0-1-9 0,0-5 1 16,0 0 0-16,0-2 0 0,0 0 46 15,-2-1-15-15,-4 0-8 0,0 2 1 16,-1-3-24-16,-2 3 0 0,-1-1 2 0,1 5 6 16,-4-2-8-16,-1 4 0 0,0 1 22 15,-3 0-22-15,2 4-1 0,-4 9 40 0,0 5-40 0,4 3 1 16,0 5 50-16,2 3-25 0,2 2 0 16,3 1 43-16,2 0-39 0,6-1 1 0,0-4-30 0,0-5 11 15,0 2-12-15,9-5 9 0,1-3-54 16,3 0 23-16,1-6 0 0,0-1-156 15,2-5 175-15,0-3 12 0,2-1-9 0,-2 0 1 16,3-5-132-16,-1-11 60 0,-2-6 20 0,-1-3 4 0,0-5 0 16,-2-4-148-16,0-7 66 15,-2-2 44-15,-1-4-58 0,-2-6 23 0,-1-9 34 16,-2 1-82-16,-1-1 51 0,-2-1 26 0,2 9 1 0,-2-2-14 16,0 7 9-16,0 13 30 0,-2 3 104 15,0 10-51-15,0 8-27 0,0 4 273 16,0 3-142-16,0 6-66 0,-6 0-39 0,2 2 0 0,-3 8 2 0,-1 13 139 15,-1 9-75-15,3 7 10 16,0 2 109-16,3 5-86 0,-1 2 77 0,4-2-73 0,0 12-49 16,0-7 0-16,0 0-40 0,0-3 46 0,2-6-14 15,3 7-9-15,1-11-23 0,0 1-122 16,1-2 62-16,-1-2 29 0,-1-9-271 16,1 3 140-16,-2-5 79 0,2-3-199 0,-2-4 125 15,1-6 25-15,-1-1-456 0,1-5 265 0,2-3 129 0,2 0 64 16,0-3-373-16,0-18 219 0</inkml:trace>
  <inkml:trace contextRef="#ctx0" brushRef="#br0" timeOffset="179103.55">14145 8890 1481 0,'2'-9'0'0,"3"5"0"0,2-1 0 0,0 2 0 0,0 0 0 0,5-1 0 0,-1 3 0 0,4 1 269 0,2 0-118 0,2 0 179 15,-1 10-140-15,3 7-83 16,-4 2-37-16,0 1 0 0,-4 5-6 0,-1 2 1 0,-5 1-24 15,-3 2-63-15,-3 0 28 0,-1 0-1 0,0 0-58 16,-3 0 43-16,-8-8 29 0,-6 6-104 16,0-7 59-16,-4-2 29 0,2-4 0 15,1-6-237-15,-5-1 123 0,2 0 33 0,3-7 37 16,2-1-13-16,5 0-301 0,2 0 162 0,3 0 72 16,4-1-106-16,2-7 98 0,2-5 47 15,12-4-349-15</inkml:trace>
  <inkml:trace contextRef="#ctx0" brushRef="#br0" timeOffset="179705.73">14581 8858 864 0,'0'-15'0'0,"0"4"0"0,0-2 0 0,-4 1 0 0,-5 7 193 16,-4 1-84-16,1 4-38 0,-2 0 0 0,-2 6 104 0,-2 12-71 0,1 5-28 15,2 7-8-15,0 2-35 0,2 4 108 16,1 2-54-16,7-1 16 0,1-1-27 15,2-3-9-15,2-1-34 0,0 0-46 16,7-6 24-16,11-1-1 0,-4-5-265 0,9 1 140 16,2-6 73-16,1-2-364 15,2-5 203-15,0-7 80 0,-4-1 52 0,6 0-11 0,-3-1-157 0,1-12 104 16,-3-4 50-16,-1-4 27 0,-2-1-9 0,-3-3 14 16,1 1 0-16,-6-2 93 0,-1-2-36 15,-3-1 0-15,-3 7 181 0,-1-6-105 0,-3 3-56 0,-1 5 232 16,-2-3-138-16,0 4-43 0,0 2-41 15,-5 4 28-15,-4 3-26 0,-2 5 53 0,-1 1-30 0,-3 4 5 0,0 0 135 16,-2 7-88-16,0 11-39 16,1 4 175-16,-2 4-107 0,5 3-54 0,2 2 88 15,2 0-75-15,1 0-33 0,5 0 0 16,3-5-41-16,0-6 7 0,0-1 9 0,3-1-8 16,8-3-147-16,2-5 74 0,2-4 36 0,0 0-180 15,0-6 117-15,0 0 28 0,1 0-80 16,0-8 47-16,1-11 37 0,-4-3-14 0,1-5-2 0,-2 0-148 0,0-5 83 15,-4-4 42-15,3-6 21 0,-4 2-55 16,-1-6 29-16,1-4 9 0,-1-13 2 0,-1 1-1 16,-1-5 22-1,2 1 22-15,-2 14-16 0,-2-3 8 0,0 20 0 0,-2 4 93 16,0 5-46-16,0 12-23 0,0 0-9 16,0 7 362-16,0 4-180 0,-2 3-64 0,-2 0 240 0,-4 19-138 15,3 8-77-15,-3 3 179 0,-1 11-136 0,3 3-68 0,0 2-33 16,3-3 171-16,1 14-107 15,0-3-49-15,2-1-24 0,0 1-1 0,0-2 6 0,0-8 8 16,0 7-38-16,6-9-94 0,4-7 46 16,0 1 25-16,3-3-406 0,1-3 223 15,0-4 99-15,4-5-703 0,0-2 378 16,-1-8 166-16,4-3-1087 0,1-6 1258 0</inkml:trace>
  <inkml:trace contextRef="#ctx0" brushRef="#br0" timeOffset="179868.3">15179 8915 1303 0,'0'-4'0'0,"0"3"0"0,0-2 0 0,0 3 0 0,1 0 0 0,1 0 0 0,2 0 314 0,1 4-141 0,4 3 294 16,0 5-218-16,2 1-100 0,1 0-62 0,0 0-27 16,1 4 0-16,1-2-214 0,0 0 93 0,4 0-505 15,-4 1 296-15,3-3 151 0,0-2-612 0,0-2 352 16</inkml:trace>
  <inkml:trace contextRef="#ctx0" brushRef="#br0" timeOffset="180056.79">15650 8656 1649 0,'0'-6'0'0,"0"4"0"0,-2 0 0 0,0 2 0 0,-2 0 0 0,-3 4 137 15,-3 17-56-15,-3 11-24 0,-2 9 620 0,-7 19-323 16,-8 18-160-16,0 0 299 0,-12 25-250 0,-1-6-33 15,-3 5-210-15,-9 15 0 0,6-7 0 0,8-12 0 16,-7 10-485-16,7-4 275 0,2-8 122 0,7-10 60 16,8-14-448-16,3 3 251 15,3-7 128-15</inkml:trace>
  <inkml:trace contextRef="#ctx0" brushRef="#br0" timeOffset="181779.01">10286 9352 493 0,'-13'0'0'0,"1"0"0"0,3 0 0 0,-2 0 0 0,-1-4 0 0,1-1 0 0,-2-1 0 0,3-2 147 15,3 1-48-15,0-4-38 0,0 0 1 0,4-2 66 16,1-3-48-16,2 2-23 0,0-4 47 0,0 3-40 16,0-2 0-16,0 0 3 0,2 3-34 0,1-2 0 15,2 1 7-15,2-1-29 0,1 1-1 0,-1 0 23 16,5 1-1-16,-1 0-18 0,1 3 27 0,4-1-8 15,-2 4 0-15,4 1-32 0,-2 5-4 0,3 0 35 16,-1 2-28-16,-2 0-5 16,1 4 15-16,0 10 31 0,-3 0-25 0,-2 2 2 15,-3 6 2-15,1 4 39 0,-4-2-39 0,-4 1 0 16,-2 1 1-16,0 2 22 0,0 2-12 0,-6 0-9 16,-7 0 7-16,0 0-30 0,-6 1 28 0,0-3-3 15,-2-2-18-15,-1-3-7 0,0-3 22 0,-3-3 22 16,1-4-22-16,3-4 0 0,-1 1 2 0,3-4 68 15,-1-3-33-15,6 0-1 0,5-2-32 16,1-1 142-16,2 0-61 0,4 0-43 16,0 0 0-16,2 0 39 0,0 0-37 0,2 2 0 0,9 0-28 15,7 1-57-15,1 1 24 0,4 0 0 16,2 0 59-16,-4-3 7 0,9 5-41 0,-5 0-111 16,1-2 55-16,-6 0 28 0,5-1 0 0,-4 1-266 15,1-2 120-15,-3-2 76 0,0 2 8 16,-1-2-199-16,1 0 87 0,-2 0 35 0,2-2-335 0,2-7 218 15,-1-6 109-15,3-6-339 0,1-2 224 0,1-6 104 16</inkml:trace>
  <inkml:trace contextRef="#ctx0" brushRef="#br0" timeOffset="182034.33">10925 8807 1763 0,'0'-11'0'0,"0"4"0"0,0-1 0 0,0 3 0 0,0 3 0 0,0 0 0 0,0 0 0 0,-4 2 0 0,-3 0 405 0,2 9-187 0,-4 10-84 16,-2 7 40-16,-5 8-71 0,4 3-35 0,-6 10 126 16,2-1-80-16,-1 6-33 15,-1 1-8-15,2 1-17 0,0 1 0 0,2 0-24 16,-3 8 1-16,4-12-68 0,0 6 30 0,-1-4-1 16,2-5 39-16,2-5-214 0,2-9 106 0,3-4 58 15,-1-3-152-15,3-3 56 0,1-5 59 0,0-7-359 16,2-2 191-16,0-5 86 0,0-1 55 0,0-4-367 15,0 0 208-15,4 0 104 16,7-9 51-16,0-12-336 0</inkml:trace>
  <inkml:trace contextRef="#ctx0" brushRef="#br0" timeOffset="182319.57">10884 8858 1887 0,'0'-13'0'16,"0"7"0"-16,0 5 0 0,0-1 0 0,0 0 0 0,0 0 0 0,0 2 0 0,0 0 210 0,-1 0-93 0,1 0-42 0,0 4 227 16,1 11-135-16,9 5-68 0,0 1-24 0,2 5 168 15,4 2-105-15,1 5-53 0,-2-2-26 0,2 3 70 16,-2-1-40-16,2 9-32 0,-4-4 1 0,-1 2 1 16,0 2-27-16,-1-2-26 0,-2-1 8 0,3 8 180 15,-1-5-194-15,-1-9-192 0,-1 5 177 0,0-4 24 16,-3-6 8-16,4 2-167 0,-5-10 86 0,1 1 16 15,-3-4 31-15,-1-3-235 0,0-3 93 16,0-2 71-16,-2-2 34 0,0-1-298 16,0 0 160-16,0-2 79 0,0-2-402 0,-4-2 244 15,2 0 120-15,1 0-169 0,-5-5 144 0</inkml:trace>
  <inkml:trace contextRef="#ctx0" brushRef="#br0" timeOffset="182535.99">10801 9348 2307 0,'-16'-2'0'0,"9"0"0"0,3 2 0 0,2 0 0 0,1 0 0 0,1 0 0 0,0 0 0 0,0 0 0 0,0 0 295 0,0 0-135 0,9 0-64 0,8 0 78 16,1 0-70-16,3 0-36 0,2 0 8 0,-1 0-2 15,1 0-1-15,-1 0-41 0,1 0 1 0,-3 0-246 16,-1 0 131-16,-1 0 53 0,-2 0-478 0,0 0 271 15,0 0 76-15,-3 0-566 0,2 0 351 0,0 0 171 16,0 0 86-16</inkml:trace>
  <inkml:trace contextRef="#ctx0" brushRef="#br0" timeOffset="182731.12">11422 9077 2141 0,'2'8'0'0,"5"-1"0"0,-1-4 0 0,0-1 0 0,1 0 0 0,2-2 0 0,2 0 0 0,5 0 0 0,-2 0 351 0,4 0-159 16,1-2 207-16,-3 0-187 0,3 0-89 15,0 1-46-15,-2-2-146 0,-1 1 51 0,0 0 34 16,-2 2-9-16,0 0-181 0,-1 0 103 0,-1 0 52 16,-3 2 26-16,-4 8-624 0,3 3 281 0,-4 2 178 15</inkml:trace>
  <inkml:trace contextRef="#ctx0" brushRef="#br0" timeOffset="182916.31">11458 9439 1468 0,'-15'3'0'0,"5"1"0"0,3 0 0 0,3-2 0 0,0-2 0 0,3 0 0 0,1 2 0 0,0-2 637 16,16 0-303-16,9 0-142 0,3 0-84 0,4 0 388 15,1-2-232-15,1-2-115 0,0 0-58 0,-2 2 21 16,0 0-43-16,-4 1 106 0,-5-1-175 0,1 2-289 15,-4 0 198-15,0 0 69 16,-5 0-500-16,-2 0 277 0,-2 3 139 0,-1 3-802 16</inkml:trace>
  <inkml:trace contextRef="#ctx0" brushRef="#br0" timeOffset="183923.23">15984 8922 1073 0,'-3'2'0'0,"1"-2"0"0,2 2 0 0,-2-2 0 0,2 0 0 0,0 1 0 0,2 2 252 0,11-3-109 0,6 2-56 16,3-2-27-16,4 0 248 0,0 0-130 0,4 0-77 16,-1 0-34-16,1-2 64 0,0-1-50 0,-2 0-24 15,-5 1 45-15,2 0-39 0,-4 0 0 0,-1 1-141 16,-6 1 55-16,-4 0 28 0,-1 0 8 0,-1 0-277 15,-5 0 148-15,-1 0 74 0,1 0 38 0,-3 0-515 16,0 0 210-16,0 3 129 16,-7 7 73-16,0 3-125 0</inkml:trace>
  <inkml:trace contextRef="#ctx0" brushRef="#br0" timeOffset="184156.67">16044 9177 1654 0,'-9'4'0'0,"1"5"0"0,4-5 0 0,3-1 0 0,-1-3 0 0,0 0 0 0,2 3 0 0,0-3 0 0,9 2 263 0,12 0-116 0,4-2-56 0,1 0 306 15,6 0-173-15,-2 0-100 0,2 0-46 0,2 0 79 16,-2 0-62-16,1 0-31 0,-3 0-9 0,-1 0-22 16,-1 0 0-16,-7 2-85 0,-1-2 43 0,-5 1 21 15,-2-1 8-15,-4 3-146 0,-1-3 80 0,-6 0 39 16,0 2 1-16,0-2-248 0,-2 0 130 0,0 0 21 15,0 0 45-15,0 0-387 16,0 0 205-16,2 0 104 0</inkml:trace>
  <inkml:trace contextRef="#ctx0" brushRef="#br0" timeOffset="185035.95">17076 8917 660 0,'-1'-2'0'0,"-3"0"0"0,0 0 0 0,-1 1 0 0,-2 1 0 0,-1 0 0 0,0 0 0 16,-5 0 96-16,4 0-31 0,-3 1 0 0,1 8-24 0,0-2 86 15,0 5-47-15,0-1-24 0,-1 2 1 0,1 3 60 16,2 0-34-16,-1 3 93 0,3 0-72 0,2 2-35 15,1 1-1-15,2 1 69 16,2-1-45-16,0 6-33 0,0-5 61 0,4-1-43 16,5-3-22-16,6 4-1 0,-4-6-13 0,5-1 16 15,1-3 0-15,6 2-24 0,-2-2 37 16,1-6-37-16,-1-2 8 0,5 1-21 0,-6-6 13 16,9 0-1-16,-6 0-23 0,-1 0 0 15,-1-10 32-15,3-5-9 0,-5-1 1 16,0-3-63-16,-2-2 28 0,0-2 0 0,-6 3-20 0,0-7 20 15,-3 1-17-15,-2 6-58 0,-3-8 38 16,-1 1 25-16,-2 3-16 0,0-9 36 0,0 4-111 16,-5-1 50-16,-6 2 13 0,1-1-59 0,-3 7 30 15,-5-2 12-15,2 3 33 0,-3 6 1 0,0 4-9 16,-1 1 6-16,-3 4-19 0,-3 1 66 0,3 3-23 0,-1 2 12 16,3 0-33-16,0 2-1 0,1 7-29 15,-1 0 9-15,4 3 22 0,4 1 9 0,-1-2-6 0,7 4-152 16,2-5 65-1,1 4-223-15,2-2 149 0,2-2 75 0,0 1 37 0,2-2-9 16,5 0 47-16,5 0-308 0</inkml:trace>
  <inkml:trace contextRef="#ctx0" brushRef="#br0" timeOffset="185512.73">17280 8479 436 0,'0'-9'0'0,"-2"3"0"0,-4-1 0 0,-1 1 0 0,1 0 0 0,-2 0 111 0,1 1-39 0,-2 1 1 0,-1 0 135 0,3 2-91 0,-2 0-43 15,-1 1-20-15,0 1 153 0,1 0-87 0,0 0-36 16,-1 0-29-16,3 0 115 0,0 0-68 0,-2 5-35 15,4 5 1-15,-1-1 67 16,3 6-56-16,-3 2-22 0,-1 5 24 0,1 1-24 16,0 1 0-16,1 1 64 0,-1 5-48 0,1 0 0 15,-2 0-40-15,2 1 80 0,1 2-39 0,2 2 7 16,1 1-48-16,-1 7 76 0,2-1-37 0,0-1-1 16,0 0 24-16,0-1-23 0,0 7-9 0,0-4-30 15,2 1 21-15,1-4-21 0,1 5 0 16,0-7-26-16,0 12-8 0,-2-6 34 0,2-1 0 15,-3 0-67-15,1-1 33 0,-2-9 9 16,0 5 25-16,0-4-91 0,0-2 42 0,0-2 4 16,-3-4-63-16,-6-3 35 0,-2-3 12 0,2-3-100 15,-4-4 56-15,0-1 32 0,-3-7 6 0,2 1-66 16,-3-4 33-16,0 0 24 0,-2-2-1 0,1 0-241 16,3 0 118-16,0 0 71 0,3-4 31 0,5-2-284 15,0-1 159-15,1 1 78 0,6 0-272 0,0 0 180 16,0-1 85-16,4 0 43 0,11-1-314 15</inkml:trace>
  <inkml:trace contextRef="#ctx0" brushRef="#br0" timeOffset="185874.87">17414 9379 1265 0,'3'-8'0'0,"-1"4"0"0,0 2 0 0,-2 0 0 0,0 2 0 0,0 0 240 0,0 0-103 15,0 0-53-15,0 9 293 0,0 7-163 0,-2 3-96 16,0 3-42-16,-1 3-22 0,3 3 108 0,-1-2-66 16,1-2-23-16,-2 7-46 0,0-9 6 0,0 0-1 15,0 1 1-15,-1-4-38 0,-1-3 46 0,-1 0-8 16,-1-3 0-16,-2-4-13 0,1-1 13 0,-1-2-1 16,1-1 123-16,-1-1-65 0,1-2-29 0,-1-2 0 15,5 1 122-15,-1-1-76 0,2 0 123 16,2 0-230-16,0 0 0 0,0 0 0 0,0 0 0 15,9 0 0-15,10 0 0 0,3 0 0 16,5 0 0-16,1 0 0 0,4 0 0 0,0 0 0 16,0 0 0-16,-4 0 0 0,-2 0 0 0,-3 0 0 15,-1 0 0-15,-3 0-209 0,-6 0 156 0,-1 0-29 16,-5 0 21-16,-1 0 21 0,-3 0-24 0,-1 0 100 16,0 0-30-16,-2 0-1 0,0 0-39 0,0-1 42 15,0-1-3-15,0-2-35 0,-2 0-586 0,0 3 292 16</inkml:trace>
  <inkml:trace contextRef="#ctx0" brushRef="#br0" timeOffset="190989.87">17931 8956 809 0,'-9'0'0'0,"0"0"0"0,1 0 0 0,1-2 0 0,-1-2 0 0,1 0 0 0,1 0 0 0,2-3 0 0,0 2 273 16,2-3-112-16,2 1-69 0,0-4 120 0,0 1-89 15,8 1-46-15,5-1 113 0,2-1-83 0,2 4-37 16,3-1 0-16,-2 2 23 16,3 5-30-16,-5-2 8 0,3 3-38 0,-2 0 64 0,0 4-32 0,-3 10 0 15,0 0-32-15,-5 3-7 16,0 5 7-16,-6 3-1 0,-1 1-25 0,-2 5-1 15,-4 3 27-15,-11 1-18 0,-6 4 17 0,-1-5 1 16,-1 3 0-16,2-11-31 0,-3 5-10 0,-2-4 44 16,0-3-23-16,1-6-19 0,-1-1-9 0,1-2 37 15,5-7-8-15,-3-1-142 0,4-3 62 0,3-2 38 16,6-2-281-16,1 0 147 0,5 0 57 16,4-7-347-16,2-8 213 0,15-3 103 0,8-4 52 15,10 0-370-15,1-2 211 0</inkml:trace>
  <inkml:trace contextRef="#ctx0" brushRef="#br0" timeOffset="191217.31">18307 8783 1500 0,'0'-19'0'0,"-6"6"0"0,-5 2 0 0,-4 2 0 0,-3 3 0 0,-2 3 0 0,-2 3 0 0,-2 0 0 0,1 16 0 0,0 3 195 0,1 7-81 0,0 2-32 16,1 12 211-16,6-4-130 0,7-3-65 0,3 3 147 15,5-2-106-15,0-3-45 0,0 0-35 0,13-6-4 16,4-2-1-16,5-1-21 0,3-2-81 0,3-4 48 16,0-2-7-16,2-3 39 0,0-1-333 0,-2-3 166 15,-2-3 84-15,-3-1-555 0,5-3 294 0,-5 0 144 16,-1 0 45-16,1 0-338 0,0 0 214 16,-3-3 99-16</inkml:trace>
  <inkml:trace contextRef="#ctx0" brushRef="#br0" timeOffset="191650.16">18657 8902 1190 0,'-6'-15'0'0,"2"3"0"0,-5-1 0 0,-2 4 0 0,-3 1 0 0,3 2 0 0,-4 5 0 0,2 1 0 0,-2 0 333 0,-2 1-150 0,-2 14-75 16,2 6 57-16,0 4-67 0,2 5-24 0,0 3 138 16,4 3-90-16,2 0-44 15,3-3-23-15,6-2 112 0,0-8-59 0,0 4-41 16,2-4-1-16,7-6-72 0,2-2 1 0,5-4 38 15,-2-4 7-15,2-1-7 0,0-6 0 0,2 0 0 16,-2 0-156-16,-1-9 78 0,2-10 47 0,0-5-389 16,-4-3 192-16,1-1 59 0,-2-6 61 0,0-1-172 15,-3-4 98-15,4-11 63 0,-3 0 26 0,1-12-84 16,-2-2 55-16,1-3 28 0,-1-9-7 0,0 1-45 16,1 3 40-16,-4 17 1 15,-1 0 67-15,-3 17-28 0,-2 10-8 0,0 2 254 16,0 11-123-16,0 4-61 0,0 5-31 0,-5 5 435 15,-3 1-218-15,0 5-67 0,-1 15-69 0,0 8 270 16,-1 10-158-16,5 5-80 0,-1 6-30 0,1 2 260 16,3 4-153-16,2-2-79 0,0 3 174 0,0-1-33 15,0 0-250-15,2-1 0 0,3-1 0 0,2-3 0 16,2-2 0-16,-2-5 0 0,-2-5 0 0,3 1 0 16,-3-3 0-16,1-7-196 15,0-6 131-15,-1-4 48 0,1-6-551 0,-3-6 242 16,3-1 153-16,0-6 35 0,2 0-433 0,-1-2 260 15,2-12 144-15,1-11-167 0,-1-2 151 0,-3-6 75 16</inkml:trace>
  <inkml:trace contextRef="#ctx0" brushRef="#br0" timeOffset="191809.74">18865 8781 1165 0,'2'-3'0'0,"0"1"0"0,4 2 0 0,-5 0 0 0,3 0 0 0,1 7 0 0,1 0 0 0,0 5 257 0,2-1-112 16,1 2-56-16,4 0 355 0,-2 1-206 0,2-3-94 15,1 2-60-15,-2-2 44 0,2 1-47 0,-1-1-25 16,1-2-325-16,-2 1 158 0,-1-3 68 0,1 0-543 16,1-1 309-16,-2-4 155 0,4 0 25 0,0-2-291 15</inkml:trace>
  <inkml:trace contextRef="#ctx0" brushRef="#br0" timeOffset="192130.59">19305 8608 1551 0,'0'-13'0'0,"-2"4"0"0,2-1 0 0,-2 1 0 0,0 3 0 0,0 1 0 0,1 3 0 0,1 0 0 0,-3 1 276 16,3 1-121-16,0 0-62 0,-2 0 346 0,0 1-195 15,-3 14-110-15,-1 8-51 0,-3 1 305 0,-1 6-178 16,-1 6-89-16,0 2 100 0,-2 8-41 0,0 1-180 16,-3 6 0-16,0 9 0 15,-3 0 0-15,2-3 0 0,-7 13 0 0,1-2 0 16,-2-2 0-16,1 1 0 0,0-2 0 0,5-10 0 15,0 3 0-15,1-7 0 0,4-5 0 0,5-10 0 16,0 0 0-16,3-12 0 0,0-2 0 0,4-9 0 16,-2-4 0-16,4-3 0 0,-2-4 0 0,2-4 0 15,0 0 0-15,0 0 0 0,0 0 0 0,0 0 0 16,-3 0 0-16,1 0 0 0,-3 0 0 0,1-2 0 16,0 0 0-16,0 0 0 15,-2 0 0-15,4-2-528 0,-1 2 244 0,3 1 128 16,0 1 49-16,0 0-337 0,0 0 198 0</inkml:trace>
  <inkml:trace contextRef="#ctx0" brushRef="#br0" timeOffset="192894.16">19483 9019 1002 0,'-6'0'0'0,"2"0"0"0,1 2 0 0,1-2 0 0,0 0 0 0,2 0 0 0,-2 0 0 0,2 0 0 0,0 0 409 15,0 0-193-15,2 0-91 0,7 0 212 0,10 0-152 16,2 0-76-16,3 0-30 0,6-2 226 0,0 1-137 15,5-1-67-15,-3 0 63 0,1 1-66 0,1-2-24 16,-2 1-9-16,-2 2 58 0,0 0-45 0,-2 0-23 16,-2 0 0-16,-3 0-38 0,-1 0-8 0,-2 0 23 15,-4 0-64-15,-1 0 32 0,-5 0 0 0,-3 0-22 16,-2 0 23-16,-1 0 0 16,-1 0 21-16,-3-1-18 0,0 1-17 0,0 0 35 15,0 0-31-15,0-2 16 0,0-4-7 0,0-1 9 16,-3 1-6-16,-1 1-408 0,2-1 190 0,1 2 100 15,1 0-721-15,-2 2 402 0</inkml:trace>
  <inkml:trace contextRef="#ctx0" brushRef="#br0" timeOffset="194077.69">20293 8693 964 0,'-14'-8'0'0,"7"6"0"0,1 1 0 0,2-1 0 0,1-1 0 0,1 3 241 0,0 0-104 0,0 0-53 15,2 0-25-15,0 8 293 0,0 6-152 0,8-1-87 16,3 4-41-16,4 1 187 0,0 1-114 0,2 2-55 15,-2-4-17-15,6 5-8 0,-5-3-33 0,1 0 1 16,1-1-181-16,-4 0 90 0,-1-1 53 0,2-2-391 16,-4-1 208-16,1 0 109 0,-1-5-7 0,0-2-226 15,-1-2 86-15,3-5 101 0,1 0 46 0,-2-2-341 16</inkml:trace>
  <inkml:trace contextRef="#ctx0" brushRef="#br0" timeOffset="194307.19">20677 8475 888 0,'2'0'0'0,"-2"0"0"0,0 0 0 0,0 4 0 0,0 7 0 0,-6 2 0 0,-4 8 378 0,0 3-165 0,-1 7-94 0,-4 11 349 0,-2 4-218 0,-3 14-109 16,-3 2-53-16,0-2 255 16,-3 17-159-16,-1-8-75 0,5 1-39 0,0-4 61 15,1-3-49-15,4-8-16 0,0 2-10 0,1-3-23 16,0-4-1-16,1-3-183 0,0-5 91 0,4-7 55 15,-3-1 15-15,5-6-279 0,2-7 151 0,1-8 75 16,2-3-12-16,2-5-482 0,2-1 257 0,0-4 123 16,2 0 62-16,12-12-227 0,7-8 144 15</inkml:trace>
  <inkml:trace contextRef="#ctx0" brushRef="#br0" timeOffset="194814.83">21095 8924 807 0,'-8'-13'0'0,"3"4"0"0,-2-1 0 0,2 0 0 0,-2-1 0 0,-1 1 0 0,-2-5 228 0,3 5-97 0,0-5-41 0,-1 1 30 0,-2 0-44 16,3 0-21-16,-2 3-1 15,-1 1 0-15,3 5-13 0,-6-1-8 0,-3 6 34 16,2 0-34-16,-5 6-1 0,1 13 1 0,-3 7 83 15,-2 8-46-15,5 2 0 0,0 0-38 0,5-1 138 16,2 1-68-16,1-1-27 0,7-1 55 0,1-6-48 16,2-3-25-16,0-3 55 0,0-3-31 15,2-2-8-15,3-6-41 0,6-1-58 0,1-7 28 0,3-3 1 16,2 0 38-16,3-2-169 16,1-12 80-16,2-9 41 0,0-3-1 0,2-11-247 15,-6 8 134-15,4-14 26 0,-5-1-184 0,1-2 111 16,-1-7 67-16,0-9 35 0,-4 7-47 0,2-16 45 15,-2 1-1-15,0-2-105 0,-3-2 70 0,1 9 36 16,-5 12-9-16,-3 3 21 0,-2 14-1 0,-2 11 24 16,0 3 0-16,0 10 260 0,0 5-138 0,-8 5-57 15,-1 2 353-15,-1 4-179 0,-1 16-107 0,2 6-11 16,-1 9 132-16,1 12-72 16,2 1-57-16,3 3 205 0,1 2-132 0,3 1-65 15,0 1-25-15,0-1 158 0,0 0-99 0,0 1-50 16,0-3-26-16,0 0 24 0,0 2-16 0,0-6-8 15,0-4-222-15,1-9 99 0,3-1 50 0,2-3 24 16,-3-9-459-16,3-4 216 0,-1-3 128 0,2-7-339 16,2-3 211-16,0-5 78 0,3 0 54 0,0-9-452 15,4-10 262-15</inkml:trace>
  <inkml:trace contextRef="#ctx0" brushRef="#br0" timeOffset="195027.91">21252 8787 699 0,'4'-9'0'0,"3"3"0"0,3 0 0 0,-1-2 0 0,2 3 0 0,3 1 0 0,-1 2 463 16,2 2-207-16,1 0-116 0,2 0 247 0,-5 11-178 16,2 7-88-16,-2 2-44 0,-6 1 111 0,3 7-82 15,-6-2-36-15,-2 3-11 0,-2-2 1 0,0-2-19 16,-4 5-8-16,-8-4-55 16,-2 1 27-16,-4-5 0 0,-2-2 28 0,3-2-131 15,-8-1 61-15,3-7 34 0,0 0-343 0,1-5 177 16,-1-2 47-16,1-3-334 0,3 0 216 0,8-2 104 15,4-9 51-15,4-6-311 0,2-4 182 0,2 0 82 16</inkml:trace>
  <inkml:trace contextRef="#ctx0" brushRef="#br0" timeOffset="195251.31">21654 8650 1678 0,'2'-13'0'0,"0"3"0"0,-2 1 0 0,0-2 0 0,0 3 0 0,-6 1 0 0,-5 3 0 0,-2 2 0 0,-2 2 0 0,-2 0 217 0,-3 11-92 0,-1 8 183 16,0 4-142-16,3 5-67 0,0 4-33 0,6 1 209 16,1 3-121-16,10 0-52 0,1 11-39 0,0-8 109 15,3-2-70-15,15 1-34 16,-2-6-1-16,7 2 137 0,1-4 25 0,5-2-229 16,-1-3 0-16,2-5 0 0,2-3 0 0,-2-4-623 15,2-3 401-15,-2-3 128 0,-2-3 63 0,-3-2-807 16,-3-2 398-16,0 0 195 0</inkml:trace>
  <inkml:trace contextRef="#ctx0" brushRef="#br0" timeOffset="195419.94">22544 9228 10 0,'0'0'0'0,"0"0"0"0,0 0 0 0,0 0 0 0,2 0 0 0,-2 0 0 0,0-2 0 0</inkml:trace>
  <inkml:trace contextRef="#ctx0" brushRef="#br0" timeOffset="198175.98">6520 10776 1152 0,'-10'-2'0'0,"5"0"0"0,1 0 0 0,2 0 0 0,-1 2 0 0,1 0 0 0,-2 0 0 0,0 0 0 0,0 2 0 0,1 8 308 16,0 4-137-16,1 6-69 0,-1 0 140 0,-1 10-108 0,1 2-51 0,0 7-25 15,-4 2 100-15,1 4-63 16,-1 2-23-16,0 4 25 0,-3 2-33 0,0 0 1 16,1 1-32-16,0 0 41 0,-1 1-13 0,1-2-8 15,-2-5-20-15,1 0-20 0,1-3 20 0,2-8-1 16,1-2-133-16,2-3 63 0,2-9 35 0,2-3-349 15,0-6 168-15,0-4 95 0,0-5 18 0,0-5-464 16,0 0 251-16,0-5 126 0,2-22 62 16,8-8-147-16,-3-2 97 0</inkml:trace>
  <inkml:trace contextRef="#ctx0" brushRef="#br0" timeOffset="198400.49">6486 10830 1268 0,'0'-15'0'0,"0"5"0"0,0 6 0 16,0 3 0-16,0 1 0 0,0 0 0 0,0 0 0 0,0 0 406 0,0 1-186 0,4 13 307 0,9 5-246 0,0 1-117 16,2 9-69-16,7 8 264 0,-4 3-163 15,0 3-82-15,3 2-40 0,-3 4 72 16,2 1 99-16,-2 1-245 0,1-2 0 0,-2 0 0 16,1-2 0-16,-2-10 0 0,0 9 0 0,-2-13-211 15,-1 0 203-15,1-4 1 0,-3-3-378 0,-4-6 216 16,-1-2 21-16,-5-7-525 0,4-2 320 0,-4-3 160 15,-1-2 80-15,0-4-468 0,-10 0 279 0</inkml:trace>
  <inkml:trace contextRef="#ctx0" brushRef="#br0" timeOffset="198570.2">6428 11309 1893 0,'-5'5'0'0,"5"-4"0"0,0 2 0 0,0-1 0 0,0 2 0 0,1 0 0 0,9-3 0 0,4 5 336 0,2-3-144 0,2 2-83 0,3-1 271 16,1-3-174-16,3 3-86 0,-1 0-44 0,0-2-264 16,3 0 106-16,-1-2 57 15,1 0-621-15,-3 0 339 0,2 0 170 0,-3 0 93 0</inkml:trace>
  <inkml:trace contextRef="#ctx0" brushRef="#br0" timeOffset="198731.83">7004 11057 1065 0,'3'0'0'0,"0"0"0"0,3 1 0 0,1-1 0 0,-1 3 0 0,4-3 531 15,-1 1-249-15,3 2-124 0,2-1-55 0,-1 1 203 16,2 0-136-16,0 0-69 0,2 1-34 0,1-1-360 16,-1 0 170-16,-3 2 74 0,1 0-303 0,-2 2 192 15</inkml:trace>
  <inkml:trace contextRef="#ctx0" brushRef="#br0" timeOffset="198901.37">7083 11364 874 0,'-12'7'0'0,"4"-3"0"0,2 0 0 0,0-3 0 0,5 1 0 0,1-2 585 0,0 0-276 0,1 0-138 16,14 0-61-16,4 0 385 0,6 0-232 0,-1 0-66 15,3 0-82-15,-1 0-41 0,-4 0-12 0,3 0-593 16,-1 0 281-16,-2 0 142 15,1 0 71-15,0 0 34 0,-2 0-338 0,-5 0 183 0</inkml:trace>
  <inkml:trace contextRef="#ctx0" brushRef="#br0" timeOffset="199086.87">7545 11179 1733 0,'7'0'0'0,"4"0"0"0,1 0 0 0,0 0 0 0,3 0 0 16,3-1 0-16,6-3 75 0,1-2 438 0,2 0-241 0,5 1-119 16,-1-1-62-16,1 2-21 0,0 3-9 0,0-1-210 15,-2 2 91-15,-2 0 45 0,-1 0 23 0,-7 0-476 16,1 5 244-16,0 1 126 0,-7 4 62 0,2 1-662 16,-9 2 323-16</inkml:trace>
  <inkml:trace contextRef="#ctx0" brushRef="#br0" timeOffset="199437.4">7626 11392 1107 0,'-19'1'0'0,"13"-1"0"0,1 0 0 0,5 0 0 0,0-5 26 0,19-11 350 16,5 6-172-16,6-2 92 0,7 3-132 0,-2-1-65 16,1 7-25-16,-1 1 123 0,-3 2-82 0,-2 0-55 15,-3 12-57-15,-5 4 1 0,-5 1 37 0,1 4-8 16,-8-3-1-16,-4 5-186 0,-5 3 93 0,-1-2-140 15,0-3 126-15,-12 7 49 0,-7-5-120 16,-3-2 150-16,-5-3-5 0,-4-1-42 0,0-2 22 16,-3-1-30-16,-2-5 127 0,6 1-69 0,3-8 1 15,6 1 328-15,5-1-171 0,3 0 281 16,3-2-207-16,5 0-103 0,3 0-52 0,2 0 50 0,2 0-42 16,13 0-34-16,9 0 0 0,3 0 142 15,4 0-200-15,5 0 0 0,2 0 0 0,0 0 0 16,-1 5 0-16,0-2 0 0,-3 3 0 0,-2-2-302 15,-6-1 192-15,1-1 67 0,-1-1-545 16,-7-1 249-16,-1 0 155 0,-7 0 67 16,-4 0-421-16,-3 0 257 0,-3 0-298 0,-1-6 273 15,0-5 137-15</inkml:trace>
  <inkml:trace contextRef="#ctx0" brushRef="#br0" timeOffset="199610.45">7793 10357 1761 0,'-7'0'0'0,"7"0"0"0,0 0 0 0,0 11 0 0,4 8 0 0,-1 5 0 0,3 7 466 0,-1 6-216 16,3 4-109-16,-2 12 38 0,-1 2-72 0,-1 3-30 16,-1-2-513-16,1 2 234 0,1-2 118 0,0 2-373 15,1-3 246-15</inkml:trace>
  <inkml:trace contextRef="#ctx0" brushRef="#br0" timeOffset="200464.54">8736 11012 390 0,'-3'-11'0'0,"-5"2"0"0,2 1 0 0,-1 0 0 0,0 1 129 15,-5 0-52-15,3 1-23 0,-1 0 1 0,1 2 176 16,-3 2-100-16,3 1-41 0,-3 1-32 0,2 0 146 16,0 0-85-16,-1 0-44 0,1 9 14 0,1 3-20 15,1 4-8-15,2 9-3 0,1-1-1 0,3 5-24 16,2 6 0-16,0 1 46 0,0 1-46 0,2 1-1 15,9-2 1-15,5-5 41 0,3-1-20 0,4-3 8 16,4-7 27-16,3-4-28 16,6-5 0-16,2-10-28 0,5-1-39 0,-8 0 47 15,8-12-9-15,-5-8-82 0,-2-2 41 0,-4-4 21 16,-6 1 0-16,-1-3-161 0,-7-4 75 0,-1 2 46 16,-8-2 8-16,-1 4-75 0,-6 4 27 0,-2-5 34 15,0 3-107-15,-10 4 60 0,-4-1 7 0,-5 2 23 16,-3 3-30-16,-4 1 48 0,3 4 1 0,-4 3 51 15,-1 7-25-15,2 2-1 16,3 1-34-16,-7 1 78 0,5 9-28 0,3 4 0 0,6-1-18 16,-2 0 28-16,3 1-13 0,6-1 5 15,5-4-66-15,2 2 21 0,2-2 12 0,0 1 12 16,0-2-345-16,8-1 167 0,6-4 70 0,4 2-301 16</inkml:trace>
  <inkml:trace contextRef="#ctx0" brushRef="#br0" timeOffset="200821.59">9112 10357 1195 0,'-9'-14'0'0,"1"9"0"0,-3-1 0 0,0 4 0 0,-5 2 0 0,0 0 0 0,0 2 0 0,0 9 0 0,-1 3 282 0,-2 5-124 0,4-1-63 15,-1 5-31-15,4 2 138 0,1 4-76 0,1 4-50 16,1 7 48-16,3 2-45 16,2 1-23-16,4 2-1 0,0-6 130 0,0 13-80 15,0-7-36-15,0 1 96 0,2-1-66 0,6 3-33 16,1 0 8-16,-1 1 28 0,1 1-35 0,0 0 1 16,0 0-35-16,-1 2-48 0,0 1 32 0,-3 0-8 15,-1-2-108-15,-2-4 65 0,0-3 34 0,-2-6 7 16,0 0-40-16,0-3 12 0,-8-2 23 0,1-7-198 15,-2-3 98-15,-2-5 20 0,-1-3 35 16,3-5-251-16,-1-3 130 0,1-3 66 0,1-4 33 16,-2 0-302-16,6 0 172 0,1-2 81 15,3-7-361-15,0-6 221 0,3-4 110 0,8 3 48 16</inkml:trace>
  <inkml:trace contextRef="#ctx0" brushRef="#br0" timeOffset="201133.1">9268 11290 884 0,'9'0'0'0,"-4"0"0"0,4 0 0 0,-6 0 0 0,-1 0 0 0,0 4 0 0,0 7 520 15,-2 2-244-15,0 4-122 0,0 6-60 0,0-1 286 16,0 7-177-16,-2-1-86 0,-5 2 49 0,-2-1-66 16,0-1-34-16,0-8 8 0,-1 4-76 0,2-6 1 15,1-2 34-15,2-7-4 0,1-1 4 0,3-2 7 16,-1-2-7-16,0-4 59 0,2 0-30 0,0 0 0 15,0 0-29-15,0 0 116 0,2 0-63 0,10 0-26 16,3 0 292-16,2 0-352 16,3 0 0-16,-1 0 0 15,4 0 0-15,2 0 0 0,-2 0 0 0,2 0 0 16,-4 0 0-16,2-3 0 0,-5 2 0 0,0-1 0 16,-6-1 0-16,0 2 0 0,-5-1 0 0,1 2-168 15,-7-2 128-15,1 2 26 0,0 0-606 0,1 0 293 16,-3 0 148-16,0 0-883 0</inkml:trace>
  <inkml:trace contextRef="#ctx0" brushRef="#br0" timeOffset="203128.92">9831 11130 1079 0,'-2'-5'0'0,"2"-1"0"0,0-2 0 0,0-2 0 0,0 0 0 0,7 2 0 0,7-1 0 0,2 3 206 0,4-1-86 0,-1 3-44 16,1 1-21-16,1 1 105 0,2 2-55 0,3 0-40 15,-2 0 0-15,0 3 6 0,-1 7-1 0,0 1-37 16,-5 0-12-16,1 3 12 0,-2 0-1 15,-3 2-43-15,-4 4 22 0,-3-1-1 0,-2 0 31 16,-3 3-46-16,-2-1-1 0,-2 1 39 16,-12 0-1-16,-5-2-49 0,3-2 28 0,-11-1-32 15,3-4-33-15,-3-1 29 0,2-4 0 0,-2-1-31 16,6-3 29-16,-3-3-2 0,6 2 35 0,0-3-219 16,7 0 102-16,0 0 37 0,3 0 6 0,6 0-238 15,2-7 137-15,0-1 68 0,10-4 34 0,9-3-257 16,0 2 137-16</inkml:trace>
  <inkml:trace contextRef="#ctx0" brushRef="#br0" timeOffset="203336.37">10339 10996 838 0,'0'-10'0'0,"0"4"0"0,0 1 0 0,-6 1 0 0,-8 0 0 0,0 1 0 0,-5 1 138 0,-1 2-56 15,0 0-25-15,-4 0 42 0,3 11-32 0,3 4 7 16,-3 7-41-16,3 5 79 0,4 4-40 0,-2 9 0 15,9-1 84-15,3-5-53 16,3 6-39-16,1-3-1 0,0-3 44 0,7-2-38 16,8-4 1-16,4-1-215 0,3-7 84 0,7-3 47 15,3-5 24-15,-1-5-184 0,5-3 103 0,1-4 60 16,0 0-1-16,-3 0-546 0,-1-8 227 0</inkml:trace>
  <inkml:trace contextRef="#ctx0" brushRef="#br0" timeOffset="203753.79">10636 11153 811 0,'0'-17'0'0,"-7"4"0"0,0 1 0 0,-4 0 0 0,1 2 0 0,-1 2 0 0,-1 1 0 0,3 3 203 0,0 2-85 0,-2 2-42 0,-1 0 33 16,1 5-42-16,-2 11 0 0,2 6-34 0,2 5 32 16,-2 3 0-16,6 4-24 0,1-2-8 0,3-2 44 15,1-2-23-15,0-6 1 0,0-3-22 0,7 0 72 16,5-6-40-16,0-2-1 0,4-3-77 0,0-4 22 15,2-4 0-15,0 0-63 0,3-2 38 0,-2-15 25 16,-1-4 0-16,0-3-137 16,-2-6 66-16,-1-4 26 0,-2-9 22 0,-1 4-111 15,-3-5 60-15,0-1 31 0,-1-2-22 0,-2-2-118 16,-1-3 76-16,1-10 26 0,-4 0 15 0,0-4 25 16,-1-2-1-16,1 13 25 0,0 0-25 0,-2 15 1 15,0 14-1-15,0 7 168 0,0 4-82 0,0 5-36 16,-2 9-18-16,-3 1 268 0,-3 24-132 15,0 7-44-15,1 8-41 0,1-1 116 0,3 16-72 16,1-4-16-16,2 3 129 0,0 0-87 16,0-3-36-16,0 0 92 0,2-2-71 0,3-4-36 15,3-9-1-15,0 4-69 0,1-5 42 0,0 0-8 16,1-4 0-16,-1-4-224 0,0 1 112 0,0-2 56 16,0-7 36-16,0 3-183 0,-2-5 97 0,3-2-3 15,-1-5-491-15,2-4 262 0,3-3 127 0,-2-2-308 16,-1-2 226-16</inkml:trace>
  <inkml:trace contextRef="#ctx0" brushRef="#br0" timeOffset="203924.9">10973 10924 687 0,'2'-4'0'0,"1"2"0"0,0 2 0 0,-1 0 0 0,-2 0 0 0,0 0 509 16,0 0-230-16,2 0-128 0,1 0-58 0,6 2 250 15,0 6-156-15,3-1-76 0,1 2-3 0,3 3-42 16,0 1 0-16,3 2-33 0,-1 0-135 0,2 0 68 15,-1-1 41-15,3 2-451 16,-3-6 238-16,2-2 119 0,-3 0 60 0,-1-4-595 16,0-4 289-16,0 0 144 0</inkml:trace>
  <inkml:trace contextRef="#ctx0" brushRef="#br0" timeOffset="204185.6">11367 10719 1250 0,'0'-11'0'0,"-1"1"0"0,1 3 0 0,-2 3 0 0,0 3 0 0,0-2 0 0,2 3 0 0,-2 0 0 0,-1 10 362 16,-4 12-164-16,4 6-83 0,-6 14 235 0,-1 5-159 16,-3 7-71-16,-4 12 43 0,0 0-65 0,-1-1-33 15,-1 3 0-15,-1-8 53 0,-1 15-46 0,1-7-1 16,1-6-38-16,5-13-32 0,-4 3 32 0,4-10 8 16,-2-2-9-16,4-3-83 0,1-7 42 0,2-7 21 15,4-3-152-15,1-6 94 0,-1-2 2 16,3-4-98-16,0-4 47 0,2-1 47 0,0-3-12 0,0 0-207 15,0 0 112-15,0 0 61 16,0 0 31-16,0 0-135 0,0 0 83 0,0-6 32 16,0-1 30-16,2-1-331 0,5-1 176 0,2-1 88 15,3 1-302-15</inkml:trace>
  <inkml:trace contextRef="#ctx0" brushRef="#br0" timeOffset="204526.21">11516 11198 693 0,'0'0'0'0,"0"0"0"0,0 0 0 0,0 0 0 0,0 0 0 0,0 0 378 0,0 0-165 16,0 0-94-16,0 0 189 0,0 0-138 0,0 0-69 15,4 0-34-15,3 0 118 0,3 0-80 0,-1 0-36 16,0 0 0-16,3 0 67 0,1 0-51 0,-1 0-19 15,4 0-7-15,-1 0 10 16,4 2 0-16,0-2-36 0,5 2-7 0,-3 0 15 16,5-1-8-16,-1 1-46 0,-5 1 22 0,2-2 1 15,1-1 22-15,-5 3-21 0,2-3-9 0,-5 0 30 16,-6 0-7-16,0 0-74 0,-3 0 24 0,-3 0 27 16,0 0-20-16,-1 0-1 0,0 0 17 0,-2 0 12 15,0 0 73-15,0 0-36 0,0 0-2 0,0 0-237 16,0 0 99-16,0 0 49 0,0 0 27 15,0 0-789-15,0 0 387 0,5 3 193 0</inkml:trace>
  <inkml:trace contextRef="#ctx0" brushRef="#br0" timeOffset="205108.65">12224 10891 1220 0,'-4'-18'0'0,"-3"11"0"16,4 3 0-16,3 2 0 0,0 0 0 0,0 2 209 0,0 0-88 0,0 0 109 0,0 0-103 0,9 2-47 15,3 9-24-15,4 7 225 16,-2 0-124-16,4 4-54 0,-2 3-39 0,1 0 83 16,-2 1-57-16,1 0-28 0,-4 0-1 0,2-2-153 15,1 5 59-15,-5-5 32 0,1-3-389 0,-1-2 212 16,0-2 105-16,-2-4-241 0,-1-3 161 0,-1-1 16 16,1-6 62-16,-4-3-427 0,6 0 235 0,-4-1 109 15</inkml:trace>
  <inkml:trace contextRef="#ctx0" brushRef="#br0" timeOffset="205317.09">12596 10804 957 0,'2'-4'0'0,"0"2"0"0,-2 2 0 0,0 0 0 0,0 0 0 0,0 0 0 0,0 2 0 0,0 12 455 0,0 6-216 0,-6 6-103 16,-8 10 294-16,0 5-199 0,-4 8-99 0,-2 4 103 15,-6 12-105-15,1-3-49 0,-1 0-24 0,1 2 3 16,2-2 0-16,4-9-19 0,-4 2-9 15,3-2-114-15,1-3 56 0,-1-5 30 16,6-12 0-16,-2 3-271 0,5-6 146 0,2-10 76 16,4-2-11-16,1-7-473 0,1-4 226 0,3-3 127 15,0-4-380-15,5 0 261 0</inkml:trace>
  <inkml:trace contextRef="#ctx0" brushRef="#br0" timeOffset="205819.46">13045 11176 1063 0,'0'-15'0'0,"2"3"0"0,0-3 0 0,-2 0 0 0,0 0 0 0,0 0 0 0,0 0 201 16,-8-1-77-16,0 4-49 0,1-3 131 0,-4 2-86 16,1 0-44-16,-1 1 14 0,0 1-20 0,-1 2-9 15,0 3-28-15,-2 3 0 0,1 1-1 0,-2 2 1 16,-2 7 8-16,0 14 18 15,1 5 0-15,-4 13-26 0,2 2 28 0,3 1 1 16,2-1-21-16,-1 10-8 0,7-6 85 0,5-11-42 16,2 1-21-16,0-4-51 0,0-9 37 0,2-1-9 15,7-4 1-15,3-6-33 0,1-5-1 0,-1-4 34 16,4-2 8-16,1 0-112 0,3-10 47 0,1-11 28 16,-3-3-167-16,7-11 88 0,-6 4 26 0,6-13-182 15,-5 1 95-15,1-3 59 0,-2-3 5 0,-3 1-155 16,2-6 90-16,-4 1 56 15,0-12 24-15,-3 3-99 0,0-2 62 0,-3 1 30 16,-1 7-7-16,-1-1 8 0,-3 15 1 0,-1 4 29 16,0 13 79-16,-2 8-40 0,0 4-8 0,0 5 296 15,0 5-164-15,0 0-81 0,0 3-31 0,-2 12 297 16,-1 11-124-16,-5 6-47 0,3 7-56 0,1 6 188 16,-2 3-121-16,2-4-53 0,-1 13-39 0,-1-2 79 15,3 0-55-15,-1 0-27 0,0 1 125 16,2-3-68-16,0 2-46 0,2-2-68 15,0-1-1-15,0-2 31 0,0-4 0 0,2-9-351 16,4-1 171-16,1 0 90 0,4-7 45 0,-1-5-640 16,1-4 315-16,2-8 120 0,1-3 96 0,0-6-466 15,0 0 277-15,2-8 139 0,-2-13-107 0</inkml:trace>
  <inkml:trace contextRef="#ctx0" brushRef="#br0" timeOffset="206042.9">13299 11001 927 0,'0'-11'0'0,"0"0"0"0,3 3 0 0,1-1 0 0,1 3 0 0,3 2 156 16,3 1-67-16,0 0-27 0,5 3 308 0,0 0-169 16,0 4-84-16,0 11 166 0,3 4-129 0,-4 4-60 15,-1 3-31-15,-2 2 24 0,-2 4-26 0,-2 0 7 16,-3 1-35-16,-1 2-61 0,-2-2 30 0,-2 3 1 16,0-4-17-16,-8 0 31 0,-3-4-7 0,-4-3-162 15,2-8 92-15,-4-3 21 0,0-1 31 0,-4-5-277 16,2-2 139-16,1-4 33 15,-1-2 45-15,2 0-221 0,2 0 129 0,4-2 55 16,1-7 40-16,5-3-245 0,5 1 138 0,0-4 70 16</inkml:trace>
  <inkml:trace contextRef="#ctx0" brushRef="#br0" timeOffset="206304.2">13731 11016 518 0,'5'-17'0'0,"0"4"0"0,-3 0 0 0,0 0 0 0,-2-1 0 0,0 3 317 16,0 4-142-16,-7-3-72 0,-2 6-34 0,-1-2 206 16,-3 5-112-16,-2 1-70 0,0 0-30 0,-3 13 150 15,4 6-91-15,-1 6-44 0,2 3 136 0,2 4-94 16,1-1-44-16,4 3 71 0,6 0-57 0,0 1-29 16,0 0 9-16,2-2 141 0,8-1-89 0,5 0-45 15,2-2-22-15,-1-3 58 0,5-3-32 16,2-2-8-16,-3-1-40 0,5-4-43 15,-1-2 21-15,1-4 1 0,-3-1-220 0,6-3 116 16,-3-1 63-16,1-5-645 0,-5 1 309 0,1 1 172 16,1-2 45-16,0 1-275 0,-5 3 196 0</inkml:trace>
  <inkml:trace contextRef="#ctx0" brushRef="#br0" timeOffset="206458.81">14568 11489 1926 0,'0'-2'0'0,"0"-2"0"0,2 1 0 0,0-1 0 0,-1-1 0 0,-1-1 0 0,0 2 0 0,2-2 0 0,0 0 74 0,0 1-21 0</inkml:trace>
  <inkml:trace contextRef="#ctx0" brushRef="#br0" timeOffset="-197604.66">10226 7381 574 0,'-2'0'0'0,"2"-4"0"0,-4 2 0 0,2-2 0 0,0 1 0 0,1 2 0 0,-1-1 89 0,0 0-28 0,2 0 0 15,-3 2-20-15,3 0 29 0,0 0 0 0,0 0-38 16,0 0 1-16,-2 0 28 0,2 0 7 0,-1 0-35 15,-3 2-24-15,2 6 19 0,0 3 5 0,0 0 14 16,1 4-6-16,-1 1-8 0,0-2 0 0,2 4 15 16,0-2-16-16,0-2 1 0,0 2 8 0,0-1-29 15,0-3 21-15,0-1 0 0,2-2-1 0,0-2-55 16,3-3 34-16,-1 0-11 16,-1-1-39-16,4-3 30 0,-2 0 0 0,1 0 4 15,1-11 5-15,-2-7 5 0,2 0 10 0,-2-7-25 16,1 2 21-16,-3-3-11 0,-1 4 11 0,0-7-62 15,-2 9 28-15,0-3-7 0,0 4 33 0,0 0-25 16,-5 4 0-16,-3 4 18 0,3 2 44 0,-3 1-2 16,2 5-38-16,1-1 92 0,-3 2-41 0,3 2-24 15,-3 0 1-15,0 6 4 0,3 9-1 0,-2 1-7 16,0 3-9-16,4 4 28 0,-1-3 0 16,2 3-6-16,2-3-14 0,0 1 15 15,0-2-6-15,0-4 2 0,0-2-32 0,4-1 1 16,-1-3 23-16,6-1-57 0,-4-5 31 0,1 1-10 15,-1-3 29-15,1-1-31 0,0 0 0 0,-1 0 23 16,1-1 1-16,-1-11-30 0,1-4 0 0,-1-3 16 16,2-6 10-16,-6 5-27 0,3-5-9 0,-2 1 31 15,0 2-59-15,-2-1 27 0,0 7 0 0,0 1 27 16,0 5-5-16,0 0 1 16,-2 4-3-16,-2 3 41 0,1 1-1 0,-4 0-38 15,4 2-3-15,-3 0 98 0,-1 7-40 0,1 9-23 16,1 1 11-16,-1 2-35 0,2-1 19 0,2-1-10 15,0-1 26-15,2-2 0 0,0-3-13 0,0 0-31 16,0-1-2-16,0-4 25 0,4-1-3 0,1-1-66 16,4-2 28-16,-4-1 3 0,2-1 20 0,1 0-19 15,2 0-6-15,-1-3 30 0,-4-10-6 0,2 0-17 16,0-2 10-16,-3-2 8 0,-1 0-25 16,-1-2 21-16,0 1-6 0,0-1-6 15,-2 2 9-15,0 1 2 0,0 2-1 0,0 4 40 16,-2 3-37-16,-2 1-3 0,0 2 6 0,-4 4 35 15,3 0 2-15,-2 0-38 0,-1 6 1 0,1 13 54 16,-3 3-22-16,1 3 0 0,3 1 30 0,3-7-26 16,-2 3 12-16,5-3 1 0,0 1 3 0,0-8-32 15,0-1 11-15,3-4-60 0,1 1 26 0,3-2 5 16,-2-4 20-16,1 0-108 16,2-2 47-16,-3 0 26 0,3 0-10 0,-3 0 9 15,1-10-12-15,-3-1 32 0,2-2-24 0,-2 0 17 16,-2 0-19-16,0-2 32 0,-1 1-23 0,0 1 5 15,0 4-6-15,0-1 43 0,0 5-35 0,0-1-3 16,0 5 10-16,-1-2 80 0,-6 2-35 0,2 1-23 16,-4 0 11-16,-1 13 6 0,0 2-26 0,1 1-7 15,2 2 29-15,2-3-25 0,-2-1 8 0,5-4 1 16,1 1-1-16,1-1-4 16,0-2 9-16,0-3-125 0,0-1 59 0,0 0 25 15,1-3-6-15,6-1-264 0,2 0 128 0,2 0 74 16,2 0 12-16,-2-1-179 0,2-1 111 0,1-2 54 15,-1 2-354-15</inkml:trace>
  <inkml:trace contextRef="#ctx0" brushRef="#br0" timeOffset="-195695.47">10276 6647 648 0,'0'0'0'0,"-3"0"0"0,0-1 0 0,-1 0 0 0,3-2 0 0,-1 1 0 0,0 0 0 0,0 2 0 0,2 0 99 16,0 0-34-16,0 0 114 0,0 0-65 0,0 0-45 15,0 0 0-15,0 0 10 0,0 0-24 0,4 0 1 16,6 0-15-16,1-3 111 0,2 1-60 0,2 0-29 16,0 0 79-16,0 2-55 0,0-2-19 15,2 2-14-15,-2 0-1 0,0 0-20 16,0 0 0-16,0 0-55 0,-2 0 35 0,4 0-7 16,-2 0 27-16,-1 0-104 0,-2 0 53 0,2 0 25 15,-3 0 8-15,0 0-85 0,-1 0 21 0,-3 0 33 16,0 0-17-16,-1-2-161 0,-2-2 68 0,-3 1-80 15,1-3 78-15,1 1 47 0,-3-2 25 0,0 3-156 16,0-4 82-16,0 3 53 0,-5-1 22 0,0 0-207 16,-2 0 115-16,-2-2 57 0</inkml:trace>
  <inkml:trace contextRef="#ctx0" brushRef="#br0" timeOffset="-195403.04">10410 6318 412 0,'0'-1'0'0,"0"0"0"0,0 1 0 0,0 0 0 0,0 0 173 16,0 0-75-16,-6 5 238 0,1 9-152 0,-2 7-76 16,5 0-38-16,1 8 118 0,1 0-81 0,0 9-38 15,0 4 1-15,0-1 6 0,0 2-21 0,0-7 7 16,3 5-29-16,6-3 33 16,-4-3-34-16,2-1 1 0,1-2 0 0,-2-8-5 15,3 7 5-15,-4-13-38 0,3 3 1 0,0-6 37 16,-1-3-1-16,-1-1-50 0,1-2 21 0,-2-4 0 15,4 1 6-15,-6-5-48 0,3 2 23 0,-1-3 12 16,1 0-4-16,-1 0-46 0,2 0 30 0,2 0 0 16,0-4 17-16,3-7-63 0,-1-4 35 15,3-4-310-15,2 0 161 0,-2-3 79 0,2-3 23 16,-2 4-322-16,5-4 190 0,-3 0 90 16,-1 1 46-16,-5 1-189 0</inkml:trace>
  <inkml:trace contextRef="#ctx0" brushRef="#br0" timeOffset="-195227.44">10742 6661 864 0,'0'-2'0'0,"0"2"0"0,0 0 0 0,0 0 0 0,0 0 0 0,-2 0 0 0,2 0 0 0,0 0 170 0,-1 0-68 0,1 0-35 16,0 0 262-16,0 0-148 0,0 0-66 0,0 0-46 0,1 0 145 15,9 0-91-15,2 0-45 16,0 0 12-16,3 0-54 0,0 0-3 0,2 0-69 16,-2 0 34-16,1 0 1 0,0 0 34 0,-3 0-284 15,2 0 137-15,-6 0 74 0,2 0 36 0,-2 0-499 16,-2 2 244-16,0 4 65 0,-3 1 84 0,-2 5-241 15,-1-2 160-15</inkml:trace>
  <inkml:trace contextRef="#ctx0" brushRef="#br0" timeOffset="-195058.38">10866 6804 1363 0,'-9'7'0'0,"1"-1"0"0,1 0 0 0,-1-3 0 0,5-1 0 0,-1 1 0 0,-1-3 0 0,5 0 0 0,0 0 221 15,0 0-94-15,0 0 40 0,0 0 24 0,9 0-80 16,3 0-30-16,2 0 14 0,-1 0-31 0,0 0 0 15,2 0-31-15,0 1-143 0,0-1 79 0,0 2 28 16,-2 2 0-16,2-3-354 0,0 3 195 0,-2 0 97 16,-1 0-540-16,3-1 251 0,-6-1 160 0</inkml:trace>
  <inkml:trace contextRef="#ctx0" brushRef="#br0" timeOffset="-194344.59">11321 6623 615 0,'-5'0'0'0,"0"0"0"0,1 0 0 0,-1 0 0 0,-1 0 0 0,1 0 0 0,0 0 184 0,0 0-75 0,1 0-39 16,1 0 1-16,-1 2 68 0,0 4-57 0,1 3-25 15,-1 4 1-15,2 2-3 0,-1 1 1 0,2 0-15 16,1 4 47-16,0-4-27 0,0 4-1 0,0-3 2 15,4 0 1-15,3-1-22 0,3 1-9 0,-1-5 27 16,1 2-26-16,1-1-1 0,0-3 1 16,-1-3-15-16,2 2 15 0,2-5-1 0,-3 1 1 0,0-3-19 15,1 0 19-15,-1-2 8 16,-2 0-8-16,3 0-41 0,-3 0 38 0,2 0-25 16,-1-5 20-16,-1-5 11 0,2-1-15 0,-1-4-38 15,-1 0 18-15,0-4 0 0,1-1 18 0,-3-1-95 16,1 0 41-16,-3 0 26 0,-1 1-9 0,-1-1-90 15,0 3 51-15,-3 1 19 0,0 0 0 0,0 5-3 16,-6-3 3-16,-2 4 23 0,-1 2-12 16,-1 3-12-16,-4 0 18 0,1 3 113 0,-1 1-54 0,0 0-27 15,0 2 1-15,3 0 87 16,-4 0-50-16,2 0-13 0,2 0 0 0,-1 4 9 16,5-1-22-16,-2 3 12 0,-1 0-55 0,2 0 50 15,1 2-11-15,2-4-155 0,-1 0 73 0,2 2 35 16,2-2-2-16,0-1-243 0,2-1 130 0,0 3 44 15,0-3 39-15,0 4-405 0,8 0 220 0</inkml:trace>
  <inkml:trace contextRef="#ctx0" brushRef="#br0" timeOffset="-192849.82">8965 5212 1301 0,'-5'0'0'0,"3"0"0"0,0 0 0 0,0 0 0 0,2 0 0 0,0 0 0 0,0 0 119 0,2 0-48 0,9 0 139 0,6 0-88 0,1 0-45 16,7 0-22-16,-6-3 44 15,3 1-38-15,3 1 1 0,-4-1-29 0,1 0-16 16,-2 0 15-16,0 1 9 0,-1 1-8 0,-5-2-90 16,2 2 45-16,-3-3-200 0,-4 3 122 0,1 0 68 15,-3 0-3-15,-3 0-369 0,-1 0 172 0,1 0 101 16,-2 0 50-16,-2 0-168 0,0 0 108 0,0 0 48 15,0 0 26-15</inkml:trace>
  <inkml:trace contextRef="#ctx0" brushRef="#br0" timeOffset="-192624.42">9100 4961 845 0,'-5'-3'0'0,"-1"0"0"0,2 3 0 0,1 0 0 0,0 0 0 0,-1 3 0 0,-3 10 100 0,5 5-34 16,0 7 240-16,2 5-136 0,0 4-61 0,0 9-42 0,0 0 184 15,0 5-109-15,0-2-55 0,0 1-27 0,2-5 40 16,5 6-38-16,-1-14 0 0,-1 2-29 16,3-4-25-16,0-4 24 0,0-7 9 0,3-1-8 15,3-2-58-15,-3-5 29 0,1-5-103 16,2 0 74-16,-1-4 24 0,2-1 1 0,0-3-229 16,1 0 100-16,4-13 67 0,-3-2 2 0,1-6-357 15,1 0 192-15,0-6 96 0,-2 1 48 0,0-4-176 16</inkml:trace>
  <inkml:trace contextRef="#ctx0" brushRef="#br0" timeOffset="-192456.87">9331 5054 1035 0,'-3'0'0'0,"1"0"0"0,0 0 0 0,0 0 0 0,1 0 0 0,1 1 80 0,0-1-23 0,1 0 297 0,12 0-152 0,4 2-89 15,-4 0-40-15,5-2 110 0,-1 2-75 0,1 0-38 16,0-1 9-16,1 2-245 0,-1 0 99 0,-2 0 50 15,1-1 25-15,0 1-423 0,-2 1 232 0,1 1 104 16,-5 1 55-16,0 4-305 0</inkml:trace>
  <inkml:trace contextRef="#ctx0" brushRef="#br0" timeOffset="-192293.72">9406 5315 962 0,'-11'5'0'0,"4"0"0"0,3 0 0 0,1-5 0 0,1 1 0 0,-1-1 0 0,3 0 459 15,0 0-214-15,0 0-106 0,5 0-45 16,7 0 142-16,3 0-102 0,1 0-51 0,3 0-24 16,-3 0-197-16,3 0 93 0,1 0 36 15,-1 0-433-15,2 0 238 0,-1 0 118 0,1 0-241 16,0 3 180-16</inkml:trace>
  <inkml:trace contextRef="#ctx0" brushRef="#br0" timeOffset="-192108.12">9730 5150 1678 0,'0'0'0'0,"3"0"0"0,5 0 0 0,-3 0 0 0,5-2 0 0,-1-2 0 0,5-2 0 0,2 0 0 0,3 1 234 16,3-1-104-16,3-2-49 0,0 0-24 0,-1 1 43 16,3 0-34-16,-4 1-231 0,6-1 94 0,-5 2 53 15,-3 0 24-15,2 0-174 0,-3 1 100 0,-3 2 58 16,-2 0 18-16,-1 2-518 0,-7 0 256 0,0 0 48 15</inkml:trace>
  <inkml:trace contextRef="#ctx0" brushRef="#br0" timeOffset="-191760.07">9827 5315 1182 0,'4'1'0'0,"6"1"0"0,-2-2 0 0,0 0 0 0,1 0 0 0,1 0 219 0,1 0-93 0,2 0-47 0,4 0 77 15,-1 0-61-15,-1 0-24 0,-3 0-7 0,2 7 7 16,-5 2-1-16,3 2-37 0,-7-1 0 16,1 6-121-16,-4 0 57 0,-2 4 31 15,0 2-174-15,-8-2 103 0,-5-2 52 0,-2 0-119 16,-2-3 77-16,-1-2 7 0,-3-1 29 0,0-3 46 16,2-3-35-16,0-3-37 0,3 0-1 0,0-3 156 15,7 0-63-15,-1 0-33 0,5 0 0 0,1 0 337 16,2 0-145-16,2 0-91 0,0 0-1 0,0 0 109 15,9-3-84-15,7 0-7 0,5-1-47 0,1 0-22 16,4 3-1-16,1-3-64 0,-3 2 9 0,8 0 32 16,-5 0-1-16,1 1-77 15,-4-2 39-15,-4 2 0 0,1-2 47 0,-1 1-327 16,0 1 120-16,-6-1 89 0,0-1-6 0,-3 2-385 16,-1-3 209-16,1 1-238 0,-2-3 232 0,-2-3 116 15,-2-6 58-15</inkml:trace>
  <inkml:trace contextRef="#ctx0" brushRef="#br0" timeOffset="-191535.67">9599 4740 1436 0,'-12'-19'0'0,"10"11"0"0,2 2 0 0,0-1 0 0,2-4 0 0,10 2 0 0,0-1 0 0,7 1 0 0,3 1 66 0,3 1 148 0,6-1-90 0,2 1 3 15,0 4-39-15,1-2-32 0,3 3 0 0,-2 1-23 16,-1-1 0-16,-2 0 0 0,-8 0 8 16,9 2-141-16,-14 0 66 0,2 0 33 0,-2 0-259 15,-8 0 145-15,-2 0 30 0,0 0-379 16,-6 0 195-16,-1 0 118 0,-2 0 59 0,0 4-206 16</inkml:trace>
  <inkml:trace contextRef="#ctx0" brushRef="#br0" timeOffset="-191381.08">9774 4698 374 0,'0'8'0'0,"0"6"0"0,0-2 0 0,0 0 0 0,0-1 264 15,2 0-115-15,1 4-51 0,1-2-36 0,-1 4 162 16,3 0-96-16,-1 2-47 0,-1 0-60 0,-1-1 20 16,4 3-8-16,-2-2-266 0,1-2 134 0,1-3 65 15,-1 1 34-15,-3-9-425 0</inkml:trace>
  <inkml:trace contextRef="#ctx0" brushRef="#br0" timeOffset="-191234.47">9930 4653 851 0,'0'0'0'0,"0"0"0"0,0 0 0 0,0 0 0 0,0 10 0 0,0 2 0 0,0 2 388 0,0 4-178 0,0 7-88 15,0-2-45-15,0 2 146 0,3 6-99 0,2 0-164 16,5 0 36-16,-1-1 1 0,4-1 35 0,2 2-623 15</inkml:trace>
  <inkml:trace contextRef="#ctx0" brushRef="#br0" timeOffset="-189442.79">6044 6807 893 0,'-5'-3'0'0,"3"2"0"0,2-2 0 0,-2 1 0 0,2 2 0 0,0 0 0 0,0-2 0 0,2 1 134 15,8-4-51-15,9-2-25 0,1-3 0 0,0 1 178 16,7-2-105-16,-1 1-50 0,1 1 90 0,-1 0-70 16,0 1-33-16,-4 2 1 0,3 1-7 0,-2 1-30 15,-1 2 1-15,-2 1-89 0,-4-2 44 0,-3 3 31 16,2 0-8-16,-5 0-242 0,-2 0 132 0,-2 0 66 15,-1 4 1-15,-4-2-184 0,1-2 69 0,-2 2 69 16,0-2-277-16,0 0 161 16,0 0 81-16,0-4-138 0,-2-8 113 0</inkml:trace>
  <inkml:trace contextRef="#ctx0" brushRef="#br0" timeOffset="-189251.27">6258 6456 812 0,'-12'0'0'0,"4"0"0"0,2 3 0 0,2 4 0 0,-5 8 0 0,5 4 0 0,-3 4 0 0,6 8 279 0,-2 3-116 0,3 7-68 0,0-2-32 0,0 3 172 16,3 1-101-16,2-1-50 16,6-6-18-16,3 1 5 0,-1-2 0 0,1-3-81 15,3-4 22-15,1-1 0 0,-2-7 29 0,5 1-167 16,-5-6 79-16,3-3 40 0,1-5 0 0,-2-4-287 16,1-3 159-16,-3 0 31 0,1-7 52 0,-4-12-344 15,-1-2 181-15,-1-1 91 0,-2 3 38 0</inkml:trace>
  <inkml:trace contextRef="#ctx0" brushRef="#br0" timeOffset="-189124.6">6506 6768 728 0,'-1'-2'0'0,"-1"2"0"0,2 0 0 0,0 0 0 0,0 0 0 0,0 0 0 0,6 0 256 16,8-2-112-16,-1 0 34 0,4 1-73 0,-2-3-36 16,5 3 8-16,0-2-105 0,0 1 30 0,0 0 0 15,1 1 31-15,-3-1-379 0,2 2 197 0,-10 0 87 16</inkml:trace>
  <inkml:trace contextRef="#ctx0" brushRef="#br0" timeOffset="-188964">6625 6971 1671 0,'-4'4'0'0,"1"-4"0"0,1 2 0 0,1-2 0 0,-2 0 0 0,3 0 0 0,0 0 0 0,3 0 0 0,10-5 117 0,1-2-34 0,3 2-53 16,2-3 3-16,-1 3 0 0,3-1 0 0,1-1-334 15,-3 1 175-15,2-2 75 0,0 4 42 0,-3-1-497 16</inkml:trace>
  <inkml:trace contextRef="#ctx0" brushRef="#br0" timeOffset="-188776.5">6824 6676 1022 0,'2'0'0'0,"4"2"0"0,3-2 0 0,3 0 0 0,-1 0 0 0,1 0 171 0,6-2-73 0,0-2 204 0,6-1-135 0,-1-1-67 16,3 3-33-16,-4 1 23 16,4-2-32-16,-6 2-1 0,5-1-24 0,-1 2-154 15,-4 0 76-15,0-2 48 0,-1 3-9 0,-5-2-308 16,-2 2 173-16,-3 0-379 0,-1 0 259 0,-3 0 87 16,-3 0 79-16</inkml:trace>
  <inkml:trace contextRef="#ctx0" brushRef="#br0" timeOffset="-188622.88">6986 6682 820 0,'-8'9'0'0,"1"0"0"0,1 1 0 0,2 1 0 0,-1 2 0 0,1 1 0 0,0 0 192 0,3 6-84 0,-2-2-37 16,3 3-1-16,-2 1 162 0,2 0-99 0,0 1-42 16,0-4-34-16,2 1-145 0,6-4 60 0,1-3 30 15,4-1-384-15,1-3 214 0,0-6 96 0</inkml:trace>
  <inkml:trace contextRef="#ctx0" brushRef="#br0" timeOffset="-188475.23">7108 6679 438 0,'-4'0'55'0,"2"0"-28"0,2 0 1 0,0 0 354 16,0 12-179-16,0 5-85 0,0 6 116 15,0 5-100-15,0 2-51 0,2 7-17 0,0 10-8 0,0-4 49 16,0 4-36-16,0-3-1 0,1 1-37 0,3-6-346 15,4 10 169-15,2-7 89 0</inkml:trace>
  <inkml:trace contextRef="#ctx0" brushRef="#br0" timeOffset="-185282.77">1119 10629 579 0,'-13'0'0'0,"2"0"0"0,0 0 0 0,4 0 0 0,4-1 0 0,-2 1 0 0,4 0 233 0,-1-3-101 0,2 3-41 15,0-1-33-15,0-1 32 0,11-1-29 0,7-1 1 16,6 1-30-16,-2-1 116 15,7 1-63-15,-4 1-25 0,2 0 35 0,0 2-30 16,-3 0-1-16,-4 0-23 0,4 0-60 0,0 0 25 16,-6 0 1-16,0 0-134 0,0 0 80 0,-6 0 49 15,1 0-10-15,-3 0-318 0,-4-2 149 0,-1-3 90 16,-2 1 10-16,-1-6-138 0,-2-3 72 0</inkml:trace>
  <inkml:trace contextRef="#ctx0" brushRef="#br0" timeOffset="-185067.81">1211 10246 1085 0,'-3'8'0'0,"-2"2"0"0,0 6 0 0,-3 7 0 0,2-1 0 16,3 8 0-16,0 8 0 0,3 5 0 0,0 4 224 0,3 3-96 0,9 4-47 15,3 0-16-15,2-2 4 0,4-6 0 0,-2 0-36 16,1-9-44-16,-2-6 22 0,6-1 8 0,-4-8-92 15,0-3 53-15,-2-6 26 0,3-4 1 0,-5-3-233 16,0-4 131-16,-2-2 16 0,0 0 45 0,-1-11-305 16,0-12 155-16,-2-3 66 0,0-4 35 0</inkml:trace>
  <inkml:trace contextRef="#ctx0" brushRef="#br0" timeOffset="-184893.56">1663 10207 535 0,'0'3'0'0,"0"15"0"0,-6 0 0 0,-1 4 0 0,0 0 0 0,0 13 0 0,4-2 389 0,-5 11-177 16,3-3-90-16,-2 2 127 0,2-1-99 0,0 9-63 15,2-8-27-15,-2-8-53 0,3 5 1 0,2-5 25 16,0 0 8-16,0-6-293 0,0-4 143 0,0-3 71 16,0-5-440-16,2-8 241 0,1-3 121 0</inkml:trace>
  <inkml:trace contextRef="#ctx0" brushRef="#br0" timeOffset="-184752.9">1673 10652 770 0,'0'0'0'0,"2"0"0"0,-2 0 0 0,0 0 0 0,0 0 0 0,0 0 0 0,0 0 270 16,4 2-123-16,-3 2-57 0,3 1-29 0,2 0-26 16,-1 1-3-16,0 1 9 0,6-1-8 0,-5 0-320 15,4-3 160-15,1-2 80 0</inkml:trace>
  <inkml:trace contextRef="#ctx0" brushRef="#br0" timeOffset="-184559.27">1873 10326 936 0,'3'-1'0'0,"0"-1"0"0,-1 2 0 0,-1 0 0 0,-1 0 0 0,0 13 0 0,0 2 231 0,0 8-103 0,0 1-48 15,-4 7-24-15,-5 11 254 0,-1 2-139 16,0 4-61-16,-3 4-43 0,-1 4 57 15,1-2-45-15,-2-1-24 0,2-6-87 0,2-8 40 16,0 1-8-16,-1-5-278 0,6-5 156 0,0-7 77 16,-1-3 39-16,6-7-217 0,1-1 64 0,0-8 82 15,0-3-42-15</inkml:trace>
  <inkml:trace contextRef="#ctx0" brushRef="#br0" timeOffset="-184396.33">1839 10721 647 0,'2'-2'0'0,"3"1"0"0,-4 1 0 0,1 0 0 0,0 0 0 0,1 0 364 0,2 0-166 0,2 7 148 16,0 2-157-16,2 0-78 0,4 5-31 0,-2-1-8 15,2 2-88-15,1 5 24 0,-1 0 0 0,4-2-282 16,-7 1 161-16,5 3 69 16,-2-5-194-16,-1 2 135 0,2-2 66 0,-3-2 41 0,1-3-7 0</inkml:trace>
  <inkml:trace contextRef="#ctx0" brushRef="#br0" timeOffset="-184046.23">2135 10539 1758 0,'-8'-2'0'0,"0"0"0"0,3 2 0 0,-4 0 0 0,2 4 0 0,2 7 0 0,-1 6 33 15,3 8 0-15,3-2 70 0,0 8 34 0,0-1-53 0,0 6-17 16,5-1 4-16,8-3 0 15,2-1-38-15,3-1 0 0,1-4-1 0,1-1-27 16,3-5 28-16,-3-3 0 0,2-4-76 0,-2-4 37 16,0-1 1-16,1-6 46 0,-2-2-118 0,0 0 54 0,1-8 29 15,-7-13-149-15,-1-5 78 0,0-4 24 0,-4-5 22 16,-3-9-82-16,-3 1 47 0,-2-2 3 0,0 0-112 16,0 4 51-16,-5-10 45 0,-5 8 11 15,-7 3-68-15,4 12 45 0,-4 2 23 0,2 9-8 16,-4 2 64-16,1 7 1 0,0 7-34 0,-1 1 0 15,-1 0 135-15,3 1-76 16,1 12-25-16,0 3 49 0,5-1-42 16,-1 1-2-16,4-1 1 0,4 1 16 0,4-1-3 0,0-2-24 0,0 0-335 15,7-2 164-15,10-2 80 0</inkml:trace>
  <inkml:trace contextRef="#ctx0" brushRef="#br0" timeOffset="-183852.75">2478 10274 1558 0,'0'0'0'0,"0"0"0"0,3 0 0 0,0-1 0 0,7-1 0 0,-2-2 0 0,6-2 157 16,-1 1-67-16,2-1-28 0,3 2 22 0,1-2-26 16,-1 5 1-16,4-1-280 0,-2 2 122 0,-5 0 66 0,2 0 33 15,-1 0 0-15,-2 0-403 0,-4 2 212 0,-1 2 101 16,-1 1-347-1,-3 1 204-15,-2-2 94 0</inkml:trace>
  <inkml:trace contextRef="#ctx0" brushRef="#br0" timeOffset="-183603.36">2641 10246 686 0,'0'8'0'0,"0"6"0"0,0-1 0 0,-3 3 0 0,0 0 63 0,-3 3-30 0,-4 4 0 0,4-4 21 0,-1 1 0 0,0 3-21 0,-2 0 8 16,0-1-61-16,1-4 26 0,-5 2 0 15,4-5-34-15,-2-4 30 0,1-4 8 0,2-1 23 0,0-2 70 16,2-3-36-16,0-1 1 0,4 0-35 0,0 0 169 16,2 0-89-16,0 0-40 15,0 0-5-15,0 0 0 0,2 0-35 0,9 0 8 0,3 0 81 16,3-1-44-16,-2-1-23 0,6 2 0 16,0-2-46-16,-1 2 7 0,2 0 17 15,-4 0-239-15,1 0 119 0,-1 0 60 0,-1 0 30 0,-2 2-458 16,0 1 230-16,-1-1 87 0,-4-2-162 15,-1 0 125-15,1 0 72 0</inkml:trace>
  <inkml:trace contextRef="#ctx0" brushRef="#br0" timeOffset="-183464.69">2790 10415 1049 0,'-4'0'0'0,"2"0"0"0,1 0 0 15,1 0 0-15,0 0 0 0,0 0 0 0,0 0 0 0,0 4 0 0,3 2 115 0,6-2-41 0,-2 3 132 16,1 3-91-16,2-3-40 0,-3 0-22 0,1 2-175 0,0 2 78 15,-6-1 46-15,5 1-376 0,-5 1 203 0,1 1 102 16,-3 2 51-16</inkml:trace>
  <inkml:trace contextRef="#ctx0" brushRef="#br0" timeOffset="-183301.13">2603 10703 916 0,'-16'5'0'0,"8"0"0"0,3 1 0 0,1-2 0 0,1-2 0 0,3-2 0 0,0 0 188 0,0 0-77 0,0 0-40 15,9 0 1-15,5 0 108 0,2 0-78 16,0 0-34-16,3-2-121 0,0-6 43 0,0 1 21 0,0 0 8 16,-3-1-344-16,2 1 178 0,-4 1-796 15,-2 2 925-15,-3 1-1 0</inkml:trace>
  <inkml:trace contextRef="#ctx0" brushRef="#br0" timeOffset="-183116.63">2681 10546 353 0,'-3'4'0'0,"3"9"0"0,-2 0 469 16,2 5-423-16,0 6-13 0,0 1 142 16,0 3-71-16,0 2-27 0,0 1-9 0,0-1 91 15,0-1-63-15,0-3-32 0,3-5 0 0,2-1-127 0,2-3 43 16,0-3 27-16,0-7-467 0,2-3 487 0,1-3 14 16,4-1-8-16,-4-1-278 0,7-19 133 0,-4-2 66 15,4 0 6-15,-4-7-259 16,1 1 138-16,-1-2 64 0,0-4-38 0,-2-1 51 0</inkml:trace>
  <inkml:trace contextRef="#ctx0" brushRef="#br0" timeOffset="-183007.92">2924 10486 644 0,'1'-7'0'0,"1"3"0"0,0 2 0 0,-1 0 0 0,-1 2 0 0,0 0 242 0,0 0-109 0,0 8-50 0,0 1-25 16,0 1 38-16,0-1-31 0,0 1 7 0,0 1-39 0,2-2-170 16,1 0 84-16,-1 1 43 0,1-4-382 15,1-1 205-15,1-3 99 0</inkml:trace>
  <inkml:trace contextRef="#ctx0" brushRef="#br0" timeOffset="-182772.51">3017 10205 1198 0,'0'0'0'0,"0"0"0"0,0 2 0 0,0 13 0 0,0 3 0 0,2 9 0 0,0 3 0 0,3 13 421 0,-1 2-186 0,4 4-106 16,-3 5-47-16,4 1 103 0,0 1-75 15,-2-1-39-15,3-1 49 0,-4-4-48 0,1-3 0 0,-4-9-39 16,1-1-80-16,1-2 40 0,-5-11 8 16,0-1-118-16,0-9 76 0,0-2 36 0,0-4 1 0,-5-5-198 15,-4-3 88-15,-2 0 63 16,-1 0-178-16,0-9 107 0,-1-12-305 16,2-5 197-16,3-6 90 0,2-10 58 0,1-2 25 0</inkml:trace>
  <inkml:trace contextRef="#ctx0" brushRef="#br0" timeOffset="-182452.37">3130 10374 1216 0,'11'0'0'0,"2"-2"0"0,3 2 0 0,-3-2 0 0,-1-1 0 0,-1 0 0 0,3 1 0 0,-1 1 225 0,2 1-95 0,2 0-49 0,-1 0 176 16,-2 9-116-16,1 2-54 0,-1 4-27 0,-1 2-12 15,-4 4-15-15,-1-1 8 0,-3 9-41 0,-4-1-1 0,1 2 34 16,-2 2 0-16,0-2-162 15,-5 2 90-15,-8-4 31 0,-2-4 0 0,-2-3-118 0,-3-4 74 16,-2-3-13-16,4-6-16 16,-2 0 36-16,1-5-6 0,3-3 1 0,5 0 216 0,0 0-93 0,3 0-45 15,3 0 128-15,3 0-67 0,0 0-43 0,2 0-22 0,0 0 297 16,0 0-136-16,2 0-80 0,8 0-11 16,6 0-31-1,3 2 0-15,3 3-30 0,-3 0 39 0,10 3-8 0,-5-3-32 16,1 1-236-16,-1-1 118 0,1-1 59 0,-6-1-191 15,5 0 119-15,-2-2 32 0,1-1 41 0,-3 0-619 16,4 0 306-16,-5 0 145 16,0 0-382-16,-2-7 272 0</inkml:trace>
  <inkml:trace contextRef="#ctx0" brushRef="#br0" timeOffset="-182259.88">3508 10432 1042 0,'-3'-3'0'0,"3"2"0"0,0 1 0 0,0-2 0 0,13-3 0 0,4-1 481 16,7-1-224-16,0 1-113 0,-1 2-47 0,9-1 149 16,-2 0-107-16,-1 2-53 0,1 1-27 0,0 0-25 0,-6 2 7 15,8 0-9-15,-13 0 1 0,3 0-206 0,2 0 103 16,-8 0 51-16,-2 0 34 0,-1 0-379 0,-4 0 199 0,-4 0-463 16,-3 0 305-16,1 0 125 15,-3 2 75-15,0 2-215 0</inkml:trace>
  <inkml:trace contextRef="#ctx0" brushRef="#br0" timeOffset="-182096.25">3702 10361 888 0,'-2'0'0'0,"2"0"0"0,0 0 0 0,0 0 0 16,0 0 0-16,0 7 0 0,0 6 366 0,0 4-159 0,0 8-91 0,0-1 95 16,0 7-89-16,0-2-45 0,0 5-22 0,2 1 50 15,-2 1-40-15,0 0 0 0,0-1-32 0,0 1-325 16,0-4 163-16,0-4 89 0,0 3-472 15,0-11 273-15,0-7 114 0,0-3-367 16</inkml:trace>
  <inkml:trace contextRef="#ctx0" brushRef="#br0" timeOffset="-181938.68">3838 10413 1466 0,'5'-2'0'0,"3"2"0"0,-3 0 0 0,0 0 0 0,-2 12 0 0,1 3 0 0,-2 1 304 0,3 10-139 0,-2 5-67 15,-2 2-32-15,1 10 162 0,0-1-97 16,-1-3-41-16,1 11-352 0,0-6 148 0,1 1 73 0,3 1 37 16,-1-2 0-1</inkml:trace>
  <inkml:trace contextRef="#ctx0" brushRef="#br0" timeOffset="-178089.35">14718 10868 657 0,'-1'-4'0'0,"1"2"0"0,-2 0 0 0,2 2 0 0,0 0 0 0,-2 0 0 0,2 0 0 0,0 0 219 0,0 0-93 0,0 0-38 15,5 0 99-15,8 0-78 0,1 0-37 0,0 2 107 16,2 4-73-16,0-3-29 0,2 2-7 16,0-1-2-16,-1 5 0 0,2-4-35 15,-2 1 0-15,2-1-52 0,-1 1 21 0,-1-2 1 16,-2-1 30-16,0-1-91 0,0-2 45 0,-3 0 32 15,-1 0-121-15,-2 0-134 0,-1 0 92 0,-2 0-344 16,-3 0 218-16</inkml:trace>
  <inkml:trace contextRef="#ctx0" brushRef="#br0" timeOffset="-177863.81">14759 11217 1396 0,'-9'0'0'0,"4"2"0"0,3 0 0 0,0-2 0 0,2 2 0 0,-2-2 0 0,2 2 0 16,0 1 300-16,8 1-133 0,4-1-68 0,6 2 229 0,2-2-139 15,1 1-83-15,5 0 49 0,-5-2-61 0,1-1-31 16,1 2 0-16,0-2-148 16,-2 1 54-16,-3-2 32 0,-1 2 1 0,-2 0-277 15,-2 0 154-15,-4 0 85 0,2 1-203 0,-1 1 67 16,-2 4 87-16,1-1-564 0,-2 1 308 0</inkml:trace>
  <inkml:trace contextRef="#ctx0" brushRef="#br0" timeOffset="-177587.45">15325 11035 1310 0,'0'0'0'0,"0"0"0"0,0 0 0 0,0 0 0 0,4 2 0 0,5 2 0 0,2-3 0 0,5 1 410 0,0-2-189 0,10 2-94 0,3 0-47 0,1-2 240 16,2 0-135-16,-1 0-80 16,3 0 26-16,-2 0-49 0,2 0-24 0,0 0-48 15,-2 0 9-15,-2 0 13 0,1 0 1 0,-6 0-240 16,-2 0 120-16,0 0 60 0,-4 0 38 0,-5 0-497 15,-3 0 250-15,-1 0 52 0,-2 0 88 0,-3 0-524 16,-3 4 285-16</inkml:trace>
  <inkml:trace contextRef="#ctx0" brushRef="#br0" timeOffset="-177252.93">15547 11185 957 0,'-12'1'0'0,"5"4"0"0,3-2 0 0,4 1 0 0,0 0 0 0,0-2 0 0,4-1 192 0,9 4-79 0,4-1-41 16,2-4 9-16,-1 7 164 0,3-3-106 0,-2 3-53 16,1 3-27-16,-2-1-43 0,-4 2 25 0,-2 3-8 15,-5 4-199-15,-3 2 100 16,-2 3 49-16,-2 2-186 0,-4-5 124 0,-10 8 51 16,-6-5-5-16,-1-2-35 0,0-4-11 0,-4-5 35 15,4-2-57-15,-7 0 175 0,8-7-70 0,-3 3 0 16,4-4-37-16,1-1 353 0,7 1-149 0,2-2-88 15,4 0 347-15,1 2-198 0,3-2-100 0,1 0-42 16,0 0 55-16,7 0-57 0,11 2-27 0,5-2 30 16,3 0-30-16,-1 2 9 0,7-2-37 0,-2 1 29 15,0-1 1-15,0 2-31 0,0-2 1 16,-8 3-161-16,2-3 77 0,-1 1 41 16,-2-1-462-16,-3 0 241 0,-2 0 76 0,-7 0-226 15,0 0-66-15,-1 0 207 0,-2 0 103 0,-3-6-161 16</inkml:trace>
  <inkml:trace contextRef="#ctx0" brushRef="#br0" timeOffset="-177077.72">15685 10390 1158 0,'-3'0'0'0,"3"0"0"0,0 6 0 0,0 5 0 0,0 5 0 0,0 3 0 0,-4 5 234 0,0 2-100 15,1 5-51-15,-3 11-81 0,3 1 1 0,-2-3 38 16,3 10-8-16,2-2-402 0,0-3 201 0,0-2 100 16</inkml:trace>
  <inkml:trace contextRef="#ctx0" brushRef="#br0" timeOffset="-176618.46">16450 10691 1266 0,'0'-26'0'0,"0"7"0"0,0 1 0 0,2-5 0 0,0-2 0 0,-2-2 0 0,0 5 0 0,0-1 0 0,0 3 0 0,0 0 123 0,0-2-45 0,0 1-22 0,0 0-45 16,-2 2 29-16,-4 4-7 0,1 2 0 0,-1 3-60 15,-2 1 30-15,1 3-1 0,0 3 39 0,-1-1 1 16,-2 4-10-16,-1 0 1 0,2 0 40 0,-3 4-45 16,1 7 12-16,-1 2 91 0,0 2-49 15,-1 2-25-15,1 3-1 0,1 4 138 0,2-3-72 16,-3 9-49-16,3 1 0 0,0 4 128 16,2 6-84-16,0 1-43 0,4-3-12 0,-3 16 87 15,4-6-58-15,2 1-29 0,0 1 17 0,0 0-23 16,0 0 9-16,4-1-33 0,5 1 27 0,1 2-1 15,-1-1-25-15,-1 1-32 0,-1-1 40 0,1-1-8 16,-4 0 154-16,-1-2-187 0,-1-3-169 0,0-8 338 16,-2 3-169-16,0-7 0 0,0 0 0 15,-9-5 0-15,-3-2 0 0,-2-3 0 16,-2-2 0-16,-4-4 0 0,4-4 0 0,-2-5 0 16,-1-4 0-16,0-3-198 0,4-2 111 0,0 0 42 15,2-2 26-15,4-11-593 0,2-2 290 0,2-2 145 16,5-1 63-16,0-6-738 0</inkml:trace>
  <inkml:trace contextRef="#ctx0" brushRef="#br0" timeOffset="-174601.67">16781 11335 268 0,'-11'0'0'0,"3"0"0"0,0 0 0 0,1-2 0 0,0 2 0 0,0-2 166 0,0 2-66 0,2 0-34 16,-1 0 1-16,1 0 21 0,0 10-32 0,0 5 0 15,1 5 44-15,2 4-34 16,0 5 0-16,1 1 69 0,1 0-55 0,0 2-24 16,0 0 1-16,1-3 80 0,7-4-51 0,2-3-19 15,1-2-8-15,1-3 17 0,2-1-21 0,-1-7-1 16,2-2-21-16,0-4 0 0,0-3 0 0,0 0 0 15,-1 0-48-15,2-3 24 0,-2-10 0 0,-2-4-53 16,1-7 34-16,-3 0 21 0,-2 0 1 0,-3-2-151 16,-3-2 77-16,0 3 20 15,-2-5 24-15,0 5-86 0,-8 7 48 0,-3 0 9 16,-2 1 57-16,-2 1-36 0,0 5 9 0,0 1-12 16,0 5 43-16,0 2-4 0,-1 1-29 0,6 2 52 15,-6 0-22-15,9 0 12 0,0 0-34 0,1 0-129 16,4 0 63-16,0 0 34 0,2 0 2 15,0 0-303-15,2-2 155 0,9-8 78 0</inkml:trace>
  <inkml:trace contextRef="#ctx0" brushRef="#br0" timeOffset="-174172.8">16740 10505 623 0,'-7'-15'0'0,"2"5"0"0,1 1 0 0,1 0 0 0,3 1 0 0,-2 1 179 15,2 2-73-15,0-1-37 0,3-2 197 0,8 3-116 16,5-1-51-16,0 2 47 0,2-1-56 0,-2 2-29 16,1 2 0-16,1 1 54 0,-4 0-33 0,2 0-29 15,-4 7 0-15,-1 7-44 0,-1 1 0 0,-2 3 24 16,-3 3-71-16,-3 5 32 0,-2 2-1 0,0 2-120 15,0 1 80-15,-11 3 36 0,-3-5-1 0,0 1-89 16,-2-4 28-16,0-3 38 0,-1-2-18 16,2-8-17-16,-4-3 4 0,2-3 5 0,0-3 1 15,3-4 100-15,-2 0-39 0,7 0-1 16,-3 0 149-16,5 0-80 0,0-2-35 0,3 0 218 16,2 0-112-16,0 0-64 0,2-1-4 0,0 2 71 15,0 1-47-15,6 0-32 0,6 0 0 0,8 0-5 16,-1 0-18-16,1 0-8 0,3 0-1 0,3 0 36 15,-1 0-35-15,-2 4 0 0,0-2-172 0,5 0 82 16,-7 0 45-16,1 0 23 0,0 0-410 0,-1-1 202 16,-1-1 65-16,0 0-398 0,-1 0 248 15,-3 0 125-15,1 0 62 0,0 0-137 16,-3-1 92-16</inkml:trace>
  <inkml:trace contextRef="#ctx0" brushRef="#br0" timeOffset="-173977.28">17124 10458 870 0,'0'-1'0'0,"0"-2"0"0,2 2 0 0,5-2 0 0,5 2 0 0,-1-1 0 0,4 1 388 0,0 1-170 16,6 0-97-16,-3 0 147 0,5-3-118 0,-2 3-59 16,1 0-29-16,0 0-48 0,-1 0-8 0,0 0 27 15,-1 0 0-15,0 0-106 0,-6 0 53 0,0 0 35 16,-2 0-339-16,-1 0 178 0,-2 0 90 0,-2 0 44 15,-3 0-548-15,-1 0 259 0</inkml:trace>
  <inkml:trace contextRef="#ctx0" brushRef="#br0" timeOffset="-173805.23">17229 10486 1149 0,'-9'6'0'0,"1"3"0"0,1-3 0 15,3 2 0-15,-2 1 0 0,2 4 0 0,2 0 0 0,1 4 0 0,-1 2 278 0,2 0-123 0,0 1-53 0,0 1-34 0,0 1 0 16,0 1-35-16,0-2-212 0,0 1 106 0,0-3 61 16,3 0 19-16,5-2-401 0,0-2 208 15,-1-2 105-15,1-5 51 0</inkml:trace>
  <inkml:trace contextRef="#ctx0" brushRef="#br0" timeOffset="-173570.29">17325 10586 1023 0,'0'-2'0'0,"0"0"0"0,0 2 0 0,0 0 0 0,0 2 0 0,0 8 0 0,0 6 0 0,0 2 126 0,0 0-47 15,0 4 262-15,0 6-154 0,0-9-70 16,0 9-45-16,0-1 160 0,0-8-99 0,0 3-50 16,0-1-26-16,0-4-41 0,0-2 17 0,0-4 0 15,2-2 0-15,0-1-147 0,0-4 82 0,-2 0 29 16,2-4-174-16,-2 1 105 0,0-1 52 0,0 0-5 15,0 0-82-15,0 0 10 0,0 0 45 0,0 0-157 16,0 0 89-16,0 0 42 0,0 0 15 0,-2 0-281 16,2 0 155-16</inkml:trace>
  <inkml:trace contextRef="#ctx0" brushRef="#br0" timeOffset="-172575.43">17999 10680 632 0,'-4'-7'0'0,"0"1"0"0,1 0 0 0,-1 2 0 0,-1-1 0 0,1 1 148 0,-4 0-62 0,2 1-26 16,1-1 179-16,-2 2-103 0,1 0-51 0,-2 0-18 15,1 2 132-15,-1 0-82 0,1 0-43 0,-3 0 110 16,3 0-75-16,-4 0-31 0,-1 6-7 16,3 3 50-16,-2 3-44 0,-1 4-23 15,1 3 1-15,0 1 27 0,-1 5-29 0,3-1 0 16,0 3 84-16,1 1-52 0,1 1-18 0,1 1 81 16,3 2-58-16,-1 3-28 0,0-2-1 0,4 3 39 15,0-2-25-15,0 1-8 0,0-1-35 0,0 2 27 16,6-2-1-16,3 0-26 0,2-2 9 0,2-2-33 15,2-2 185-15,2 0-193 0,0-5 0 16,2-1 0-16,-4-5 0 0,7 2 0 0,-4-4 0 16,0-2 0-16,-1 0 0 0,2-4-179 15,-4 1 157-15,-3-1 3 0,2-3 1 0,-3 0-33 16,-1-1 28-16,-3 1-18 0,1-2 41 0,-3-1-33 16,-1-1 29-16,-2 0-8 0,-1 0 19 0,2-2-17 15,-1 0 2-15,-2 0 46 0,0 0-21 0,0 0 2 16,0 0-23-16,0 0 68 0,0 0-30 0,0 0 9 15,0 0-39-15,0 0-156 0,0 0 77 0,0 0 40 16,0 0 0-16,0 0-736 16,2 0 369-16,5 6 184 0</inkml:trace>
  <inkml:trace contextRef="#ctx0" brushRef="#br0" timeOffset="-170194.44">18623 11057 616 0,'0'0'0'0,"0"0"0"0,0 0 0 0,-2 0 0 0,2 0 0 0,0 0 0 0,0 0 0 0,0-5 146 0,0-1-57 0,2 1-28 15,0-1 9-15,1 0 8 0,-1-2-45 0,2 3 0 16,-2-1 12-16,0-1-12 0,-1 0 0 0,1 1 29 15,-2-4-29-15,0 3-1 0,0-4 1 16,0-1-30-16,0 1 1 0,0 0 36 16,0-2-7-16,0-1-40 0,-2 2 0 0,-5-1 27 15,0 3-20-15,0-2 0 0,-4 1 25 0,1 4-12 16,-4-1 7-16,1 2-8 0,-1 5 8 0,-4-1 3 16,-1 2-5-16,3 0-4 0,-3 3 4 0,0 7-33 15,0 4 32-15,2 0 6 0,-1 5-6 0,0-1 25 16,2 3 1-16,2 0-24 0,1 2 44 0,6-3-15 15,-5 8-5-15,7 1-19 0,1-1 27 0,1 2 4 16,3 2-30-16,0 0 37 16,0-2-8-16,0 0-16 0,3-4-6 0,6-2-31 15,-1-5 32-15,3-2 8 0,0-2-8 0,3-4-54 16,-3-3 27-16,2-2-7 0,2-5-39 0,-2-1 34 16,3 0-6-16,0-1-39 0,1-15 32 0,-2-4-9 15,2-2 39-15,-2-3-46 0,-2-1 19 0,2-5-16 16,-3 3 35-16,-1-2-108 0,-2 2 49 0,-1 4 13 15,-1 0 2-15,-1 0 12 0,-3 8 13 16,-1 3-14-16,0 1 99 0,-2 5-48 16,0 2-17-16,0 2-3 0,0 2 190 0,0 1-92 15,0 0-39-15,0 0 43 0,-2 15-30 0,-1 6-27 16,-1 0-1-16,2 4 79 0,0-2-38 0,2 6-30 16,0-6-1-16,0 2 8 0,0-3-30 0,0-1 0 15,4-3-56-15,3 1 24 0,3-4 0 0,-1-1 32 16,2-1-232-16,1-4 112 0,1 0 43 0,0-5-138 15,0-2 74-15,4-2 53 0,0 0-6 16,0-2-362-16,2-9 187 0,2-6 106 16,-3 0 48-16,1 1-337 0,2-1 194 0</inkml:trace>
  <inkml:trace contextRef="#ctx0" brushRef="#br0" timeOffset="-169541.15">19145 10967 724 0,'0'-7'0'0,"0"1"0"0,0 2 0 0,0-2 0 0,0-1 0 0,0 1 0 0,0 0 0 0,0 4 120 15,0-4-35-15,0 0-31 0,0 2 1 0,0-2 93 16,0 1-58-16,-2 1-29 0,1-2 9 0,-2 3-34 16,-1-4-3-16,-1 2-26 0,-1 0 0 0,-1-1 26 15,-1 0 8-15,-1 1-48 0,-1 2 40 0,0 0 0 16,-2 2-1-16,1-1 24 0,-3 2-15 0,0 0-8 15,0 3-27-15,-1 10 75 0,0 4-29 0,-2 4-1 16,6 0 20-16,-6 7-9 16,6-2-29-16,-1 4 0 0,3 0 37 0,0-1-37 15,3-1 8-15,0 4 24 0,4-4-32 0,2-4 0 16,0-3-1-16,0 2-8 0,2-3 17 0,10-3-8 16,-1 0 0-16,5-4-29 0,-2-4 1 0,5-1 36 15,-1-2-97-15,2-6 42 0,1 0 16 0,2 0-1 16,-2-10-121-16,0-3 58 0,1-8 35 15,-1 3-160-15,-2-5 81 0,-1-2 48 16,0 1 6-16,-6-2-102 0,4 0 66 0,-5-1 24 16,-2 1 1-16,1 2 24 0,-4 3 6 0,-3 2-8 15,-1 8 67-15,0 0-30 0,0 5 0 0,-2 2 141 16,0 2-84-16,0 2-37 0,0 0-18 0,0 12 178 16,-9 10-89-16,3 2-21 0,-2 5-31 0,4-5 177 15,1 9-96-15,1-2-31 0,2-5-26 0,0 0 54 16,0-6-39-16,7 1 7 0,5-3-59 0,1-3 11 15,2-4-1-15,1-4 1 0,2-1-76 0,0-4 46 16,1-2-9-16,-1 0-104 16,0-5 71-16,-1-9 23 0,-2-1 22 0,0-3-181 15,-2-5 89-15,-4 4 21 0,1-2 30 0,-5-1-87 16,1-5 50-16,-4 5-1 0,0-6 7 0,-2 0 8 16,0 0 25-16,0-3 1 0,-2 0-16 0,-7 0 7 15,0 5 8-15,-3 1-17 0,1 9 18 0,-3-1-1 16,1 6 0-16,-2 5 75 0,-2 2-33 0,2 4-16 15,-1 0 0-15,0 0 104 16,1 12-58-16,2-1-24 0,0 2 3 0,4 1-5 16,4 2 0-16,-2-1 9 0,7 2-190 0,0-2 84 15,0 0 39-15,4-2-343 0,13-1 178 0,4-1 88 16,5-5 45-16</inkml:trace>
  <inkml:trace contextRef="#ctx0" brushRef="#br0" timeOffset="-169244.22">19749 10834 725 0,'0'-6'0'0,"0"0"0"0,0 1 0 0,-7 3 0 0,-4 1 0 0,-3 1 157 0,0 0-62 0,-5 11-31 16,2 4 102-16,-2 5-71 0,2 0-31 0,1 4 204 16,6-4-118-16,0 0-58 0,7 0-22 0,3-2 149 15,0-3-93-15,0 0-47 0,7-3-23 0,7-1 45 16,2-2-25-16,1-1-9 0,3-2-81 0,0 3 23 15,-1-2 0-15,-3-1 24 0,1 1-29 16,-2-1-9-16,-3 2 38 0,-3 1-109 16,-4-1 54-16,1 3 28 0,-3-2-22 0,-3 4-70 15,0 1 26-15,-5 0 33 0,-8 0-1 0,-2 0-20 16,-3 0 9-16,-5-1 3 0,6-4-111 0,-5 1 65 16,1-5 27-16,1-1-255 0,-1-4 130 0,3 0 78 15,2 0 35-15,0-9-132 0,6-14 83 0,4-5 42 16,2-8 13-16</inkml:trace>
  <inkml:trace contextRef="#ctx0" brushRef="#br0" timeOffset="-168869.11">19689 10488 1557 0,'14'-17'0'0,"-1"4"0"0,2 2 0 0,0-2 0 0,0 2 0 0,0 3 0 0,2 0 0 0,0 3 0 0,2 3 0 0,-3 2 164 0,1 0-65 0,-2 0-34 16,-1 11-53-16,-3 3 21 0,-1 3-1 0,-3-1-98 15,-3 4 50-15,-3-2 24 16,-1 1 8-16,0-1-34 0,0 1 26 0,-9-2 0 16,-3-2 24-16,0-2-68 0,-4 0-12 0,3-4 31 15,-2 0 22-15,4-4-1 0,2 1-25 0,2-4 209 16,0 0-88-16,4-2-45 0,1 1-11 0,0-1 111 16,2 0-55-16,0 0-33 0,4 0-1 0,11 0-72 15,1 0 1-15,4 0 37 0,1 0 1 16,-1 0 30-16,-1 6-30 0,2 1 0 0,-3 3-70 0,-3 3 35 15,-2 0 0-15,-2 2 43 16,-3 0-100-16,-2 1 43 0,-4 0 2 0,-1-1-5 16,-1 0-11-16,0 0 43 0,-9-1-17 0,-6-3 48 15,-2 0-6-15,-2-1-31 0,-2-5-22 0,-1-2 56 16,1 1 4-16,0-4-35 0,1 0-161 0,3 0 77 16,0 0 41-16,6-2-349 0,2-1 176 0,2-3 92 15,2 2 29-15,5 1-318 0,0-1 186 0,3-2 84 16,9 4 54-16</inkml:trace>
  <inkml:trace contextRef="#ctx0" brushRef="#br0" timeOffset="-168657.61">20174 10905 1389 0,'0'3'0'0,"2"3"0"0,0-5 0 0,-2-1 0 0,0 0 0 0,2 0 0 0,1 0 221 0,7 0-95 0,3-4-46 0,2-2 260 15,4-2-154-15,0 5-68 0,1-2-47 0,3 0-3 16,-1 4-35-16,1-2 0 16,-1 3 0-16,1 0-94 0,-2 0 44 0,-3 0 24 15,1 0-329-15,0 0 177 0,-4 4 90 0,-3 1-226 16,-1-2-119-16,-2-1 139 0,-2 0 113 0,0-2-258 16</inkml:trace>
  <inkml:trace contextRef="#ctx0" brushRef="#br0" timeOffset="-168410.61">20399 10517 1050 0,'-4'0'0'0,"3"0"0"0,1 0 0 0,0 9 0 0,0 6 0 0,-2 7 0 0,2 5 119 16,0 5-35-16,0 3-30 0,-2 9 319 0,0-2-170 15,0 4-86-15,-1 1 168 0,1-4-119 0,0 9-70 16,2-7-32-16,0 0 61 0,0-4-46 15,0-6-24-15,2-1 9 0,3 0-65 0,6-8 0 16,-1-6 34-16,3 1-82 0,-2-6 40 16,3-4 10-16,-2-3-44 0,0-5 38 0,1-3 0 15,1 0 37-15,-1 0-245 0,-1-9 113 0,2-5 22 16,-3-4 38-16,1 1-490 0,-3 2 249 0</inkml:trace>
  <inkml:trace contextRef="#ctx0" brushRef="#br0" timeOffset="-161378.96">21162 10828 229 0,'0'2'0'0,"0"-2"0"0,0 0 0 0,0 2 0 0,2-2 0 0,-2 0 0 0,0 0 172 16,2 0-61-16,-1 0-44 0,1 0 1 0,0 0 42 16,1 0-38-16,-1 0 0 0,-1 0 11 0,1 0-30 15,2-2 1-15,-2 0-21 0,0-4-2 0,-1 3 2 16,1-5 8-16,0 2-29 0,0-1 0 0,0-2 20 16,-1-1 1-16,-1-1-28 15,0 0 36-15,0-3-8 0,0 1 0 0,0 1-64 16,0-3 19-16,-1-1 0 0,-7 2 6 0,3-2-3 15,-4 2-13-15,1-1 39 0,-2 1-39 0,0 1 34 16,-2 4-5-16,1 1 47 0,-3 3-3 0,0 0-39 16,-2 5-1-16,1 0 32 0,-2 0 6 0,-3 16-33 15,1 1 8-15,1 5 2 0,-1 4 0 0,-1 5-6 16,2 2 30-16,-1 8-5 0,3 0-16 16,2 4-5-16,1 0 73 0,3 1-34 0,5-7 12 15,-1 10 57-15,4-12-50 0,2 2-24 16,0-6 0-16,2-5 55 0,7 3-45 0,5-10 1 15,-3-1-36-15,5-3 3 0,-2-6-3 0,2-2 8 16,0-4-66-16,1-5 29 0,0 0 0 0,4 0-91 16,-2-12 60-16,1-6 37 0,-1-5-7 0,-1-6-194 15,1 1 88-15,1-2 56 0,-6-2 0 0,0 1-139 16,-2-1 84-16,-1 3 18 0,-1 1 27 16,-4 6-1-16,-2-1 1 0,-3 8 16 15,1 5 79-15,0 0-35 0,-2 6 0 0,0 1 201 16,0 2-111-16,0 1-52 0,0 0-28 0,-4 15 226 15,-3 7-114-15,2 1-59 0,-4 1 4 0,6 1 161 16,1 7-103-16,0-2-48 0,2-1-23 0,0-2 39 16,0-3-32-16,6-5 9 0,5 1-75 0,0-2 0 15,2-3 34-15,3-2-206 0,-4-3 103 0,4-4 60 16,-2-1 18-16,2-4-421 0,-1-1 208 0,0 0 70 16,-2 0 62-16,0 0-422 15,-2-3 236-15,0-5 113 0,3 0 57 0,-1 1-362 16</inkml:trace>
  <inkml:trace contextRef="#ctx0" brushRef="#br0" timeOffset="-161154.5">21472 10896 1314 0,'0'1'0'0,"0"3"0"0,0-1 0 0,0-2 0 0,0 1 0 0,-2-2 0 0,2 0 0 0,0 0 0 0,0 0 412 0,0 0-190 0,0 4-86 16,0 0 32-16,0-1-67 0,0 3-34 0,0-2-60 16,2-1 9-16,1 1 17 0,-1 0 0 0,3-2-220 15,-1 0 110-15,-3-1 55 0,3 1 35 0,-2-2-377 16,0 3 197-16,-1-3 33 0,1 0 71 0,0 0-489 16</inkml:trace>
  <inkml:trace contextRef="#ctx0" brushRef="#br0" timeOffset="-160659.68">21721 10639 512 0,'-7'0'0'0,"4"-2"0"0,1 0 0 0,-2-2 0 0,0 1 0 0,3-1 381 16,-1-1-165-16,2 1-96 0,0 3 185 0,0-3-136 15,0 1-68-15,2-1 5 0,3 0-29 0,8-1-7 16,4 3-37-16,0-3-28 0,4 2 28 0,0-1-1 16,-1 3 9-16,1-2-76 0,-2 1 34 0,-1 2 0 15,-3 0 33-15,-4 0-126 0,-2 2 71 0,3 8 24 16,-8 1-134-16,0 2 71 0,-3 5 8 0,-1 4 27 16,0-1-5-16,-7 6 2 15,-5-2 2-15,-2 1 45 0,-2-1-38 0,0-3 7 16,0-4-9-16,0 0 111 0,-1-4-44 0,0-2-25 15,2-2 0-15,2-5 143 0,4 1-60 0,-1-5-47 16,4 2 131-16,4-3-78 0,1 0-30 0,-1 0 24 16,2 0-27-16,0 0-8 0,7 0-35 0,12 0-23 15,3 0 0-15,5 0 24 0,-3-3 7 16,8 3-47-16,-2 0 40 0,-2 0 0 0,-1 3 0 16,-6 8-51-16,2 3 21 0,-3 6 0 15,-3 1-25-15,-6 1-6 0,-4 3 10 0,-3-3 5 16,-2 6 38-16,-2-1-13 0,0-1-5 0,-11-2 79 15,-5 0-34-15,0-5 3 0,-7 4-45 0,0-8 29 16,0-5-14-16,-4 1-6 0,1-6 18 0,1-3-111 16,-5-2 49-16,4 0 23 0,-1 0-352 0,5-6 175 15,3-6 77-15,3-2-430 0,2-3 254 0,7 0 122 16,5 0 62-16,2-2-427 16</inkml:trace>
  <inkml:trace contextRef="#ctx0" brushRef="#br0" timeOffset="-160138.78">22507 10787 778 0,'0'-13'0'0,"0"-1"0"0,0 3 0 0,0-6 0 0,0 0 0 0,0 0 0 0,2 0 0 0,-2-1 0 0,0 1 75 0,0 2-21 0,0 2 92 16,0-2-60-16,0 4-27 0,0 1 0 0,-6 2 26 15,-4 3-18-15,-1 3-8 0,-1 0-27 0,-6 2 26 16,-1 0-25-16,-3 14 0 0,0 4 8 0,-3 3 14 16,2 2-22-16,1 1 0 0,1 0 30 0,4 0 0 15,6-3-22-15,2 0-8 0,4-2 90 0,1 0-46 16,4-2-21-16,0-1 35 0,2 1-20 16,7-2-9-16,5 0-29 0,2-2-35 15,7 2 1-15,-7-2 34 0,5-3 8 0,2 5-92 16,-7-5 42-16,2 3 20 0,-2-2-35 0,-2 0 18 15,-5 2 7-15,-4-2-69 0,-1 5 41 0,-2-3 0 16,-2 2 1-16,0 0 55 0,-13-1 0 0,-3 1-39 16,-5-1 9-16,-2-1 80 0,-2-2-37 0,1-1-14 15,2-5 2-15,-3 3-87 0,2-4 33 0,1 0 12 16,3-4-342-16,2 0 169 0,8 0 85 16,2 0 35-16,3-4-222 0,4-10 123 15,2-2 65-15,14 0-375 0</inkml:trace>
  <inkml:trace contextRef="#ctx0" brushRef="#br0" timeOffset="-159961.12">22597 10860 1426 0,'6'2'0'0,"-1"2"0"0,-3-2 0 0,-2-1 0 0,0 3 0 0,0 2 0 0,0-1 0 0,-2 3 0 0,-1 4 548 0,1-1-258 0,0 2-129 15,0 2 95-15,2 0-112 0,0 0-47 0,0 2-45 16,0-2-75-16,0 1 29 0,2 0-1 0,2 1-442 15,-1-6 244-15,1 0 108 0,0-1 60 0,-1-3-657 16,2-4 343-16,0-3 56 0</inkml:trace>
  <inkml:trace contextRef="#ctx0" brushRef="#br0" timeOffset="-159590.46">22702 10361 879 0,'4'0'0'0,"-2"0"0"0,1 0 0 0,2 7 0 0,-3 3 0 0,-1 5 141 0,1-1-55 16,0 7-26-16,0 1 71 0,0 11-53 0,0 1-22 16,-1 7-1-16,-1 2-54 0,0 6-1 0,0 2 41 15,0 3-8-15,-1-2-122 0,-5-1 61 0,1-5 30 16,1-11-109-16,-2-5 73 0,2 0 26 16,0-5 54-16,2-8-17 0,1-6-16 15,-1-5-32-15,2-3 87 0,0-2-45 0,0-1-1 16,0 0-18-16,0-10 163 0,2-11-62 0,5 2-35 15,7-5 2-15,-3 1-5 0,1 1 1 0,4-1-36 16,-3 8-31-16,2-1 8 0,0 2 24 0,0 5 29 16,-2 3 0-16,1 4-29 0,-2 0 0 0,-1 2 45 15,1 0-8-15,-1 12-37 0,-2 4 0 0,1 7 37 16,-4-2 0-16,-1 1-29 0,-1 4-9 16,-2 1 47-16,-1-6-23 0,1 3 0 15,1-4-135-15,-1 1 63 0,-2-6 21 0,2-4 0 16,-1-1-391-16,-1-5 199 0,2-1 79 0,-2-2-500 15,2-2 292-15,0 0 142 0,0-13 70 0,0-7-126 16,-1-5 98-16</inkml:trace>
  <inkml:trace contextRef="#ctx0" brushRef="#br0" timeOffset="-159302.5">22954 10368 1156 0,'1'-11'0'0,"10"3"0"0,-1 2 0 0,1 1 0 0,3 1 0 0,1 2 0 0,2 0 0 0,-1 2 203 15,2 0-85-15,-1 2 100 0,-1 9-93 0,-2 4-46 16,-3 3-15-16,-2 0-132 0,-3 3 51 0,-3 2 24 16,0-1 1-16,-3 1-172 0,0-1 107 0,-3 1 41 15,-6-2 24-15,-2-5-47 0,-3-1 36 16,0-2 0-16,-2-3-67 0,4-3-7 0,-1-2 32 16,-1-1 280-16,5-1-130 0,0-3-56 15,1 0-30-15,4 0 342 0,0 0-165 0,3 0-73 16,1 0-45-16,0 0 95 0,0 0-62 0,3 0-43 15,11 0 0-15,2-3-58 0,4 2 0 0,0-3 23 16,-1 2-98-16,2 0 45 0,-1 0 26 0,-1 1-404 16,0 1 216-16,-3 0 67 0,2 0 72 0,-2 0-693 15,0 1 352-15,-4 5 175 0</inkml:trace>
  <inkml:trace contextRef="#ctx0" brushRef="#br0" timeOffset="-159042.21">23212 10822 695 0,'-16'0'0'0,"9"3"0"0,5-3 0 0,-2 1 0 0,4-1 0 0,0 0 495 15,0 0-222-15,0 0-124 0,6 0 229 0,10 0-173 16,3 0-86-16,6-4-35 0,1 1 77 0,1-1-64 15,-2-1-32-15,0 0-75 0,-4 1 22 0,2 1 8 16,-3 1 12-16,-1 0-287 0,-3 1 143 0,-4-1 73 16,-1 2 35-16,-1 0-445 0,-4 0 230 0,-1 0 32 15,-3 0 88-15,0 0-370 0,-1 0 218 0,-1 0 101 16</inkml:trace>
  <inkml:trace contextRef="#ctx0" brushRef="#br0" timeOffset="-158857.71">23429 10457 687 0,'-7'0'0'0,"1"9"0"0,2 4 0 0,-1 2 0 0,-1 8 0 0,-1 6 0 0,0 11 591 15,2 3-279-15,-1 4-140 0,3 3-70 0,-1 2 402 16,1 2-240-16,3-2-116 0,0-3-58 16,0-2 62-16,0-9-60 0,5-1-21 15,8-6-370-15,4-6 167 0,1-2 82 0,3-8-247 16,0-6 164-16,2-2 92 0,3-7 32 0,0 0-767 15</inkml:trace>
  <inkml:trace contextRef="#ctx0" brushRef="#br0" timeOffset="-157832.05">24076 10767 648 0,'-4'-10'0'0,"-1"0"0"0,2 1 0 0,-1-3 0 0,2-1 0 0,-1-3 0 0,-1-5 0 0,-2 6 0 0,3-2 121 0,-4 2-44 0,0-2-14 16,0 4-8-16,-2 1 39 0,-3 4-31 0,1 0 0 15,-3 4-9-15,1 2 8 0,-1 2-29 0,-2 0 0 16,-3 17 35-16,1 8 0 0,-1 7-35 0,4 2 70 16,0 11-39-16,2-3 0 0,4 3-31 0,3 1 95 15,2-3-47-15,4-9-16 0,0 3-9 0,0-3 63 16,5-4-43-16,7-5-22 16,-1-5-53-16,3-1 40 0,0-4-8 0,2-5 0 15,-1-3-34-15,2-6 1 0,-2-1 32 0,4 0-131 16,-3-3 62-16,3-14 34 0,-4-2 1 0,2-6-210 15,-2 2 109-15,-4-2 27 0,4-5 38 0,-3 2-169 16,-3 1 90-16,-4 6 29 0,1 2 27 0,-2 3 56 16,-3 5-28-16,2 2 0 0,-3 5 41 15,0 2 0-15,0 2-41 0,0 0 177 0,-6 11-84 16,-3 10-30-16,3 4-28 0,3-1 205 16,-1 2-103-16,4-4-24 0,0 9-36 0,0-7 158 15,2-6-85-15,7 1-41 0,4-1 1 0,2-5-8 16,3-4-36-16,1-2-1 0,2-4-60 0,-1-3 31 15,1 0-1-15,-1-7-21 0,0-8 21 0,-1-5 1 16,-5-2 29-16,0-3-179 0,-3 1 84 0,-3-1 21 16,-2-5 26-16,-3 3-118 15,-1-2 63-15,-2 1 9 0,0-2 20 0,-5-1-22 0,-7 2 42 0,-3 0-22 16,-2 3 26-16,-1 6-13 16,-3 2 3-16,1 8 22 0,-5 2 6 0,-1 4-20 15,1 4-5-15,0 0 62 0,7 2-26 0,-1 9 4 16,2 2-20-16,4 1-47 0,4-2 38 0,5 1 4 15,4 0-221-15,0 3 106 0,0-4 45 0,11 0 28 16,10 0-307-16,3-5 163 0,4-4 73 0</inkml:trace>
  <inkml:trace contextRef="#ctx0" brushRef="#br0" timeOffset="-157552.12">24514 10614 879 0,'0'-11'0'0,"0"5"0"0,-7 1 0 0,-6 0 0 0,0 4 0 0,-3 1 0 0,0 0 0 0,-1 7 296 16,2 7-132-16,0 1-66 0,4 2 198 0,4-2-136 16,3 2-63-16,4-1-33 0,0 3 88 0,2-2-60 15,11-1-21-15,9 3-82 0,1-3 21 0,1-1 1 16,0-3 22-16,2 2-69 16,-4-3 43-16,-2 3-9 0,-3-3 35 0,-2 4-121 15,-3-2 60-15,-7 0 31 0,-3 2-102 0,-2 1 54 16,0 0-6-16,-4-1 25 0,-13 4 60 0,-1-2 0 15,-2-4-57-15,-8 4 57 0,2-6 3 0,-1 0-40 16,0-1 12-16,1-4-38 0,3 1 16 0,0-4 16 16,1-3 23-16,3 0-314 0,5 0 136 0,5 0 71 15,6-11-419-15,3-5 238 0</inkml:trace>
  <inkml:trace contextRef="#ctx0" brushRef="#br0" timeOffset="-157364.62">24619 10710 1107 0,'0'0'0'0,"2"0"0"0,7 0 0 0,-2 0 0 0,2 0 0 0,5-2 0 15,0-5 369-15,9-1-173 0,3 1-81 16,1 1-41-16,1-1 44 0,-1 1-42 0,-2 2-13 16,5-2-114-16,-7 3 41 0,0 1 22 0,-2 0-297 15,-3 0 159-15,-7 0 87 0,3 2 32 0,-8 0-447 16,0 0 227-16,-4 0 111 0,-2 0-2 0</inkml:trace>
  <inkml:trace contextRef="#ctx0" brushRef="#br0" timeOffset="-157138.09">24883 10361 1184 0,'2'0'0'0,"0"3"0"0,-2 3 0 0,0 5 0 0,0 2 0 0,0 6 0 0,0 6 244 0,-4 6-97 15,-2 13-62-15,0-1 310 0,-1 8-181 0,0 0-91 16,5 4-45-16,-2 2 164 0,2-2-109 0,0 0-50 16,2-4-25-16,0-6 62 0,0-9-43 0,9 1-14 15,6-6-62-15,2-7 32 0,3-3 0 16,-1-8 0-16,1-4-159 0,1-5 87 16,7-4 33-16,-6 0-460 0,4-13 242 0,-2-6 70 15,3 1 76-15</inkml:trace>
  <inkml:trace contextRef="#ctx0" brushRef="#br0" timeOffset="-153092.02">25421 10826 518 0,'-3'0'0'0,"-1"0"0"0,1 2 0 0,3-2 0 0,0 0 0 0,-4 0 0 0,2 0 85 0,0 0-31 15,1 0 0-15,-1 0 48 0,0 0-35 0,2 0 0 16,0 0 106-16,0 0-74 0,-2 0-33 0,2 0 0 15,0 0 76-15,0 0-54 0,0 0-19 0,0 0 33 16,0 0-34-16,0 0-1 0,0 2-34 16,0 2-4-16,0-2 4 0,2 2 0 15,3-2 0-15,1 2 61 0,5-1-30 0,-3 1 7 16,2-1-5-16,2 1-1 0,0-2-32 0,-1 2 0 16,6-2-18-16,-3-1 26 0,4-1-8 0,-2 2-35 15,2-2 0-15,-2 0 35 0,1 0 0 0,1 0-34 16,0 0 13-16,-2 2 0 0,0 0 10 0,-1-1-23 15,0 2-1-15,-5 1 7 0,6 2-34 16,-7-3 16-16,1 1-1 0,-1 0 5 0,-1 0 17 16,-1 0 1-16,-2 2 0 0,2-5 32 15,-2 2-32-15,-3-1 1 0,2-2-3 0,-2 3 40 16,-2-3-4-16,0 0-28 0,0 0-3 0,0 0 81 16,0 0-37-16,0 0-9 0,0 0 34 0,0 0-21 15,0 0-1-15,0 0-14 0,0 0 32 16,0-3-14-16,0-3-8 0,0-1-341 0,0 1 155 0,0 1 76 15,0 3 39-15,3 0-796 16,1 2 393-16</inkml:trace>
  <inkml:trace contextRef="#ctx0" brushRef="#br0" timeOffset="-151251.81">26342 10825 797 0,'2'0'0'0,"0"-4"0"0,0-2 0 0,-1 1 0 0,4-1 0 0,-2-4 0 0,1 3 0 0,0-2 68 15,-1-4-8-15,-1 1-27 0,2-2-39 0,-3 1 0 16,1 0 39-16,-2 3-21 0,0-6-9 0,0 3 30 15,0-3 0-15,0 4-71 0,0-1 31 0,-3-2 7 16,-3 2 24-16,0 0-41 16,0 0 7-16,-4 1-1 0,2 1 39 0,-1 4-13 15,-2-3-10-15,1 4 5 0,-1 2 37 0,-2 3-1 16,-2 1-27-16,0 0 43 0,-4 13-19 0,2 8-1 16,-3 3-9-16,-1 9 8 0,0 5-10 0,7-2 0 15,-6 10 51-15,8 0-26 0,-1-1 7 0,5 0-32 16,2 3 69-16,4-11-25 0,1 10-9 0,1-13-8 15,0 1 1-15,0-3-27 0,5-4 1 0,4-7-10 16,0-2 10-16,3-4-1 0,-1-6 1 16,1-2-58-16,1-3 29 0,0-4 8 15,2 0 21-15,1-4-88 0,3-14 32 0,1-5 24 16,-3-5-133-16,2 0 74 0,-2-4 17 0,1 0 23 16,-3-2-150-16,-2 1 78 0,0-3 25 0,-2 4-43 15,-1 1 37-15,-3 9 21 0,-4 2-20 0,0 8 60 16,-1 3 1-16,-2 3-32 0,0 5 152 0,0 1-70 15,0 0-36-15,-8 9 0 0,-4 12 144 0,7-3-85 16,-4 10-17-16,1 0 84 16,5-1 13-16,-1 1-64 0,4-1-8 0,0-5-37 15,0 2 6-15,0-1-8 0,5-2-1 0,6-1-73 16,2-3 37-16,5-4 8 0,-1-2 29 0,9-1-370 16,-1-9 155-16,-1-1 93 0,2 0-351 0,-3 0 196 15,7-3 110-15,-4-6-67 0,-1-1-18 0</inkml:trace>
  <inkml:trace contextRef="#ctx0" brushRef="#br0" timeOffset="-150940.62">26846 10715 559 0,'4'-28'0'0,"-3"6"0"0,1 3 0 0,-2 1 0 0,0 4 0 0,-3 3 0 0,-6 2 182 0,-5 5-66 15,1 1-46-15,-4 3 0 0,-5 0 4 0,1 14-20 16,-2 4-1-16,-1 6 43 0,-1 0-37 0,0 2 1 15,3-1-27-15,5-1 63 0,6-8-32 0,4 2 9 16,5-1-2-16,2-5 1 0,0 2-39 0,6-3 0 16,11 2-35-16,1-3 8 0,7-1 27 0,-2 0-29 15,0 3 1-15,-4-3 27 0,1 0 1 0,-2 5-59 16,-1-1 15-16,-4 0-1 0,-4 4 7 0,-4 0-61 16,-2 1 27-16,-1 3 28 0,-2-2-28 15,0 2 21-15,-8-2-13 0,-5 1 31 16,-3-2 32-16,2-3 0 0,-5 1-35 0,0-3-30 15,2-3 1-15,-1-3 32 0,1-1 1 0,2-3-93 16,3-3 43-16,3 0 23 0,4 0-289 0,5-7 145 16,0-14 59-16,1-2 34 0,14-4-279 0</inkml:trace>
  <inkml:trace contextRef="#ctx0" brushRef="#br0" timeOffset="-150759.1">26953 10779 852 0,'11'0'0'0,"-3"0"0"0,-2 0 0 0,0 0 0 16,-2 4 0-16,-2 2 0 0,-1 1 0 0,-1 2 363 0,4 1-157 0,-4 5-91 0,0 1 76 0,0 0-21 0,0 1-69 16,0 1-26-16,0 2-7 0,0-2-36 0,-5-1 1 15,3 0-184-15,0-2 92 0,0-3 54 0,1-1 14 16,1-4-317-16,-2 0 171 0,2-3 79 0,0-1 44 16,0-3-479-16,0 0 235 15,0-4 107-15,0-13 59 0</inkml:trace>
  <inkml:trace contextRef="#ctx0" brushRef="#br0" timeOffset="-150359.84">27096 10254 7 0,'0'7'0'0,"1"6"0"0,3 0 0 0,-2 3 0 0,0 2 0 0,1 7 0 0,1-1 0 0,-2 4 0 0,2 2 0 0,0 2 0 0,-2 0 0 0,1-1 0 15,1-1 41-15,0 1-39 0,-2 0 1 0,-1 2 0 16,1-1-1-16,-2 0 0 0,0-1 237 0,0 0-108 16,0-5-49-16,0 4-32 0,-3-4 165 0,-2-3-92 15,0-2-45-15,4-3-22 0,-3-1 72 0,1-6-52 16,2-1-22-16,-1-2-23 0,2-7 2 16,0 1 0-16,0-2 8 0,0 0-34 15,0-2 0-15,0-11 25 0,3-6-45 0,7 0 22 16,1-1 9-16,3-6 14 0,1 4-169 0,0-2 58 15,0 7 48-15,0-1-5 0,-2 5-43 0,1 1 25 16,-5 8 23-16,0 1 68 0,2 1-23 0,-1 2-11 16,-4 2-17-16,0 11 128 0,0 6-59 0,-1 5-26 15,-4 1 171-15,1 1-84 0,-2-2-45 16,0 8-7-16,0-6 7 0,0-5-14 0,2 0 0 0,0 0-16 16,0-7-99-16,-1 0 46 15,2-5 22-15,2-1-281 0,-2-5 147 0,1-1 65 16,2-2 36-16,0 0-383 0,-1-8 193 0,1-6 63 15,-1-5-148-15</inkml:trace>
  <inkml:trace contextRef="#ctx0" brushRef="#br0" timeOffset="-149995.25">27365 10274 787 0,'3'-17'0'0,"-1"8"0"0,3 0 0 0,3-1 0 0,-1-1 0 0,3 1 0 0,-1 1 140 0,2 2-54 0,1 1-26 0,1 1 66 15,-1 3-46-15,-2-1-16 0,3 3-8 0,-4 0-119 16,1 3 49-16,-2 8 23 0,-3 2-145 0,-3 0 91 16,0 4 33-16,-2 2 21 0,0 0-92 0,-2-1 49 15,-7 1 24-15,0-2-16 0,-4-2-5 0,3-2 0 16,1 1 1-16,-2-5 142 0,6-2-59 0,0 0-36 16,1-3 3-16,2 0 156 15,2-2-83-15,0 2-22 0,0-3-27 0,2 2 54 16,7 0-37-16,3 1 11 0,1 0-57 0,1 2 18 15,-2 1-1-15,1 1 9 0,1 1-66 0,-5 2 29 16,0 0 0-16,-2 3 29 0,-2-1-39 0,-3-3 15 16,-1 6-12-16,-1-3-33 0,0-1 27 0,0 1 1 15,-8-2 1-15,-3 0 48 0,-1-1-11 0,-4 1-20 16,1-4-15-16,0 0 16 0,-1 2-1 16,0-4 6-16,1-1-211 0,1 0 98 15,6-1 47-15,-1-1-155 0,2 0 84 0,5 2 55 16,2-2 4-16,0 1-338 0</inkml:trace>
  <inkml:trace contextRef="#ctx0" brushRef="#br0" timeOffset="-149810.25">27581 10701 927 0,'0'3'0'0,"0"1"0"0,0-2 0 0,0 0 0 0,0-2 0 0,0 0 0 0,0 0 0 0,7 0 290 0,4 0-129 0,4 0-56 0,3-4-40 16,1-1 107-16,3-1-69 0,-1-2-35 0,2 2-111 15,0-1 46-15,-2 5-9 0,3 1 39 0,-4-1-142 16,-2-1 70-16,-1 3 37 0,-4 0 7 0,1 0-347 16,-4 0 138-16,-4 3 107 0,0 0-363 0,-6-1 214 15,0-2 98-15</inkml:trace>
  <inkml:trace contextRef="#ctx0" brushRef="#br0" timeOffset="-149524.53">27815 10361 489 0,'-6'-3'0'0,"4"2"0"0,-1-1 0 0,1 2 0 0,0 0 184 0,-1 0-76 0,-3 3-38 15,0 15 208-15,-1 6-126 0,3 5-60 0,-5 5-30 16,0 10 199-16,4-1-114 16,-1-1-49-16,-1 12-36 0,1-4 116 0,3-3-73 15,2 1-36-15,1-3 1 0,0-8 11 0,1 4-9 16,12-6-39-16,1-4-71 0,5-4 35 0,3-3 1 15,-2-7 43-15,3 2-74 0,-4-10 32 0,4 1 1 16,-3-7-131-16,0-1 56 0,-3-2 43 0,0 0 26 16,-4 0-132-16,-5 0 66 0,1-2 6 0,-6-1-3 15,1 0 47-15,-3-2-18 0,2 0 14 0,-3-1-121 16,0 0 55-16,0 0 19 0,-4 3-224 16,-8 0 133-16,-6-4 65 0</inkml:trace>
  <inkml:trace contextRef="#ctx0" brushRef="#br0" timeOffset="-144349.41">28609 10676 556 0,'0'0'0'0,"0"0"0"0,0 0 0 0,0 0 0 0,0 0 0 0,0 0 0 0,0 0 0 0,0 0 57 0,0 0 1 16,0 0-17-16,0 0 19 0,0 0-27 0,0 0 0 15,0 0 0-15,0-2 23 0,0-1 9 0,-1-3-32 16,1-2-1-16,-4 1-49 0,-3 0 25 0,3-1 0 15,-1-2-31-15,0 0 23 0,-1 2-11 0,-1-2 40 16,-2-1-72-16,3 1 32 0,-2-1 8 0,1-1-13 16,-3 2 4-16,1-2 1 0,0 5-4 15,-1-2 16-15,1 5-3 0,-4-2 6 16,-3 5 30-16,3 1 1 0,-2 0-30 0,-1 3 0 16,-2 10 31-16,-1 6-28 0,-1 2 4 0,2 5-4 15,1 10 58-15,-1 0-27 0,4 3 11 0,-3 11 52 16,2-1-38-16,1 4-20 0,4-2 10 0,4-8 8 15,-1 10 6-15,7-18-39 0,0 2 43 0,0-2 0 16,9-7-40-16,3-4 9 0,2-3-45 16,3-4 0-16,0-5 37 0,1-3 0 0,3-2-62 15,0-7 39-15,-3 0-10 0,5 0-41 16,-2-7 27-16,-1-7-1 0,-2-3 19 0,-5 0-11 16,4-9-2-16,-4 1 0 0,1-1-60 0,-2-2 36 15,-2 0 11-15,-3 3-1 0,-2-7-30 0,1 6 23 16,-4 5-10-16,-1 3 33 0,-1 4 5 0,0 3-11 15,0 4-5-15,0 3 99 0,0 2-44 0,0 2-23 16,-3 0 1-16,-2 0 37 16,1 16-22-16,2-1 0 0,-2 1-9 0,4 5 51 0,0-2-18 15,0 0 1-15,0 1 7 0,0-3-10 16,4 0 0-16,2-2-27 0,4-2-95 0,-1-1 55 16,1-4 16-16,0 2-200 0,-4-4 103 0,3 0 40 15,-1-3 29-15,0-1-293 0,1 0 151 0,-2-2 51 16,2 0-70-16,-2 0 78 0,2 0 39 0,2 0-9 15,-2 0-137-15,-3-2 93 0</inkml:trace>
  <inkml:trace contextRef="#ctx0" brushRef="#br0" timeOffset="-144183.85">28763 10962 1033 0,'0'0'0'0,"0"0"0"0,0 0 0 0,0 0 0 0,0 0 0 0,0 0 0 0,0 0 0 0,0 0 0 0,0 0 162 0,0 0-65 0,0 0-32 0,0 0 55 15,0 0-48-15,0 0 1 0,0 0-94 0,0 0 27 16,1 0 8-16,4 0 18 0,2 0-228 0,0 0 114 16,4 0 58-16,1 0-373 15,0 0 206-15,1-4 52 0</inkml:trace>
  <inkml:trace contextRef="#ctx0" brushRef="#br0" timeOffset="-143776.49">28945 10655 892 0,'-3'-14'0'0,"1"4"0"0,2 1 0 0,0-5 0 0,0 0 0 0,4 0 0 0,9 1 136 15,5-1-44-15,7 0-34 0,-2 3 43 0,4 1-34 16,-2 3 0-16,-2 3-34 0,0 2-2 0,-3 2 1 16,-1 0 1-16,-3 2-95 0,-4 9 47 0,-4 4 24 15,-1 1 8-15,-6 2-100 0,-1 5 57 0,0 1 25 16,-9 1-62-16,-5-1 21 0,-6 2 28 0,0-2-17 15,-3-1 35-15,1-2-35 0,-2-2 26 0,4-2 87 16,2-6-42-16,2-1-19 0,5-5 0 16,4 1 100-16,4-5-55 0,-1 1-13 15,4-2 7-15,4 0-5 0,16 0-30 0,4 0 21 16,2 0-55-16,3 0 5 0,-7 0 44 0,7 8-10 16,-7-1-70-16,-1 4 29 0,-4 4 1 0,1 0 3 15,-7 5-10-15,-2 0 32 0,-4-1-25 0,-3 3 7 16,-2-1 12-16,-2 3-14 0,-10-6 0 0,-6 3 86 15,-1-3-32-15,-5-4-1 0,1-2 7 0,-2-1-1 16,3-5-26-16,-8-1-10 0,3-2-92 16,0-3 45-16,10 0 26 0,-4 0 1 15,3-3-101-15,4-4 55 0,3-4 23 0,4 0-290 16,3-2 132-16,4-3 75 0,0 0 8 0,14-4-221 16,5 6 144-16,5-3 72 0</inkml:trace>
  <inkml:trace contextRef="#ctx0" brushRef="#br0" timeOffset="-143221.45">29558 10749 501 0,'6'-19'0'0,"1"2"0"0,-2 0 0 0,-4-3 0 0,2-1 0 0,-3 1 0 0,0 0 119 0,0 2-43 16,0 3-22-16,0 2 1 0,-6 2 12 0,-2 3 9 15,2 2-43-15,-1 3 26 0,-5 3 1 0,0 0-28 16,-5 8-7-16,3 12 16 0,-4 5-8 0,-1 12 0 15,-1 0 47-15,2 7-24 0,5-1 0 0,2-5 93 16,-1 9-62-16,8-12-28 0,0 4 1 0,4-4 23 16,0-5-25-16,0-8 9 15,8 1-35-15,4-5-12 0,6-3 13 0,-1-4-1 16,-1-3-68-16,3-6 43 0,1-2-9 0,0 0 35 16,2-5-124-16,-2-13 62 0,-2-2 17 0,1-3 8 15,-3-1-153-15,1 0 82 0,-2-5 13 0,-1 1-54 16,-3 0 38-16,-3 5 25 0,0-1 3 0,-3 2-12 15,-4 5 17-15,1 7 15 0,-2 1 50 0,0 3-32 16,0 3 1-16,0 3-20 16,-8 0 161-16,-3 11-75 0,1 9-28 0,2 1-26 15,-1 5 122-15,6-1-63 0,3 1-15 0,0-2 70 16,0-3-40-16,2 0-25 0,10-2-2 0,3-5 1 16,2-2 1-16,1-3 1 0,2-2-68 0,2-4 34 15,-1-3-8-15,3 0 19 0,-4 0-107 0,-2-8 50 16,2-5 26-16,-2-2-19 0,-4-2-70 0,0 0 37 15,-6-4 30-15,2 2-43 0,-3-4 22 0,-2-4 8 16,-3 3 0-16,1-5-4 0,-3 1 26 16,0-2 0-16,0-2-38 0,-5 2-1 15,-5 0 34-15,-3 4-4 0,0 6-45 0,-3 2 21 16,-1 7-6-16,-1 4 72 0,-1 4-21 0,-3 3-2 16,-1 0-19-16,1 10 46 0,4 3-26 0,2 2 5 15,2 2-22-15,2-2-54 0,6 2 27 0,2 0 4 16,4 0-64-16,0-2 48 0,2 2-1 0,11-4 41 15,6 2-210-15,3-4 99 0,-3-3 42 0</inkml:trace>
  <inkml:trace contextRef="#ctx0" brushRef="#br0" timeOffset="-142942.62">30105 10687 707 0,'4'-13'0'0,"-3"2"0"0,-1 2 0 0,0-2 0 0,-3 1 0 0,-9 5 0 0,0 1 0 0,-1 2 211 16,-1 2-81-16,0 0-53 0,-2 0 87 0,3 9-65 15,-1 3-34-15,5 0 1 0,4 1 2 0,3 2-8 16,2 0-27-16,0 2 0 0,8 0-1 16,10-2 1-16,1-2 8 0,6 3-68 15,-1-3 30-15,0-1 0 0,-2 2 30 0,-3-3-98 16,-1 1 57-16,-2-1 4 0,-5 2 0 0,-2-2-92 16,-4 2 54-16,-4-2 8 0,-1 3 16 0,-1-1-14 15,-13 0 30-15,-6 0-18 0,-2-1 52 0,-3-3-7 16,3-1-32-16,-8-3 52 0,4-1-23 0,-1-2 7 15,0-2-28-15,5 0-95 0,-2 0 48 0,5-2 7 16,-1-7 41-16,5-10-262 16,4-4 123-16,6-7 45 0,5-8-257 0,0-5 158 0</inkml:trace>
  <inkml:trace contextRef="#ctx0" brushRef="#br0" timeOffset="-142673.89">30058 10281 813 0,'19'-20'0'0,"-5"7"0"0,4 2 0 0,0 2 0 0,0-1 0 0,0 0 0 0,4 3 0 0,-1-1 242 0,2 5-96 0,-3 1-61 0,0 2-26 16,-4 0 17-16,-2 5-22 0,-1 7 0 0,-2 2-104 16,-6 2 37-16,-3 1 23 15,-2 2-139-15,0-1 81 0,0 1 41 0,-9-2 7 16,-3-2-77-16,-3-2 49 0,0-2-4 0,-1 1 22 16,0-3 42-16,0-1-33 15,2-3-37-15,4-1 118 0,4-1-48 0,-2-1 1 0,7-1-24 0,-1-1 194 16,2 0-78-16,0 3-52 0,0-3 6 0,11 0-18 15,5 0-28-15,3 0 8 0,0 0-25 0,3 0 17 16,0 0 0-16,2-3 0 0,-5 2-230 16,5-1 120-16,-5 2 36 0,-1 0-165 15,-1 0 84-15,-1 2 62 0,0 6-10 0,-5 3-379 16</inkml:trace>
  <inkml:trace contextRef="#ctx0" brushRef="#br0" timeOffset="-142491.36">30391 10661 1172 0,'-6'4'0'0,"-2"2"0"0,5-3 0 0,2-3 0 0,1 2 0 0,0-2 0 0,0 0 0 0,6 0 0 0,11 0 178 15,4 0-73-15,3-2-36 0,-2 1 65 0,5-5-55 16,1 2-23-16,-2-1-175 0,-1 4 76 0,-4-1 37 16,1 1 10-16,2 1-129 0,-5 0 79 0,0 0 40 15,-6 0-1-15,1 0-363 16,-4 0 141-16,-4 0 111 0</inkml:trace>
  <inkml:trace contextRef="#ctx0" brushRef="#br0" timeOffset="-142291.87">30615 10358 631 0,'-6'-3'0'0,"4"1"0"0,-1 2 0 0,3 0 0 0,-1 2 0 0,-3 11 0 0,0 7 361 0,2 7-164 0,1 5-74 0,-2 9 184 16,-4 0-137-16,2 4-69 0,0 5-34 0,0 0 29 15,-4 1-24-15,6-2-7 0,-2-4-68 0,5-8 36 16,0 1 0-16,0-7-1 16,3-7-115-16,7-2 54 0,9-5 30 0,-2-4 1 15,3-7-201-15,5-5 117 0,-3-1 20 0,7 0-450 16,-3-1 241-16,-1-9 113 0</inkml:trace>
  <inkml:trace contextRef="#ctx0" brushRef="#br0" timeOffset="-140605.47">25576 10520 393 0,'0'-2'0'0,"0"-1"0"0,0 1 0 0,0-3 0 0,0 4 0 0,0-2 0 0,0 0 0 0,0 2 0 16,0-1 0-16,0 2 54 0,0 0-1 0,0-2-20 0,0 2 40 0,0 0-8 15,0 0-32-15,0 0 0 0,2 8 9 0,2 5-9 16,0 3 8-16,-1 9 98 0,0 3-53 0,3 4-27 15,-4 8 0-15,2 3 70 16,-3-5-40-16,1 16-32 0,-2-4 41 0,0 3-33 16,0 3 0-16,-2 0-32 0,-3-3-17 0,2 0-8 15,1-5 25-15,2-5 0 0,0-8-35 0,0 0 35 16,0-11 8-16,0 1-52 0,0-5 22 0,0-4 0 16,2-7 19-16,1-2-74 0,-1-1 25 0,0-4 17 15,-1-2-128-15,1 0 69 0,-2 0 24 0,3 0 20 16,-1 0-259-16,0-2 132 0,3-4 49 15,1 1 38-15</inkml:trace>
  <inkml:trace contextRef="#ctx0" brushRef="#br0" timeOffset="-139714.25">31201 10567 495 0,'2'-9'0'0,"3"1"0"0,-2 1 0 0,4-5 0 0,-3 1 0 0,-1-4 83 16,0 2-17-16,2-1-8 0,-3-1 20 0,-1 5-23 15,1 0 0-15,-2-1-22 0,0 4 13 0,0-1-13 16,-2 4 0-16,-9-1-23 0,-5 4 0 0,0 1 23 16,-3 0 8-16,-6 12-35 0,2-2 1 0,-2 8 26 15,5-2 33-15,0 1 0 0,3 1-25 0,6-1-21 16,0-1 43-16,8-3-11 0,1 3-22 0,2-2 2 15,0-1 49-15,12 1-49 16,3 0 1-16,7 0 13 0,-2 1-13 0,3-2 0 16,-6-2 8-16,4 4-50 0,-5 0 21 0,-1 0-1 15,-1 2-36-15,-3 0 24 0,-6 1-6 0,-2 0 33 16,1 0-26-16,-4 2-17 0,-4 2 38 0,-9-1-12 16,2-5 2-16,-10 5 3 0,-1-4-14 0,-3-2 24 15,4-2-11-15,0-3-4 0,-1-2 9 0,3-3-94 16,0-1 42-16,5-4 21 0,4 0-233 0,2 0 115 15,5 0 50-15,3-4 36 16,0-9-364-16,8-6 188 0</inkml:trace>
  <inkml:trace contextRef="#ctx0" brushRef="#br0" timeOffset="-139535.55">31330 10661 1244 0,'7'-3'0'15,"0"3"0"-15,1 0 0 0,-3 0 0 0,-2 5 0 0,0 3 0 0,-3 1 0 0,2 2 0 0,4 2 182 0,-3 2-66 0,-1 0-46 0,-1 0 129 16,1 3-84-16,1-5-41 0,-3 3-127 0,0-1 51 16,3 0 13-16,-3-3 0 0,0-3-236 0,0 0 129 15,2 1 64-15,-2-5-355 0,0 0 173 0,0-1 107 16,0 0-6-16,0-4-109 0</inkml:trace>
  <inkml:trace contextRef="#ctx0" brushRef="#br0" timeOffset="-139012.36">31549 10254 982 0,'9'-2'0'0,"4"2"0"0,1 5 0 0,-3 6 0 0,-2 2 0 0,1 3 0 0,-5 6 0 0,3 5 0 0,-3 10 192 0,-3 3-79 0,-1 3-40 0,-1-4 9 16,0 12-29-16,0-4 0 0,-6 0-20 0,-2-4-32 15,-3-10 32-15,6-2 8 0,-3-3-8 0,6-6-30 16,-2-4 30-16,4-7 0 0,0-4-60 0,0-3 38 15,0-4-8-15,1 0 30 16,11-5-145-16,5-15 65 0,-3-1 12 0,4-1-97 16,-1-4 58-16,4 2 36 0,-2-2 8 0,-3 3-34 15,-4 8 18-15,-4 2-3 0,2 4 9 0,-4 3 74 16,0 4-18-16,-2 2-38 0,-3 0 175 0,1 8-78 16,-1 7-41-16,1 8-21 0,-2 2 280 0,3-1-138 15,-1 1-44-15,1 5 66 0,2-4-22 0,4-1-61 16,-1-7-31-16,3 3-51 0,3-4 7 0,1-2 14 15,1-5 0-15,1-3-56 16,2-6 28-16,3-1 0 0,-4 0-139 0,3 0 79 16,2-10 44-16,-3-5-9 0,-2-5-238 0,0 0 95 15,3-6 73-15,-4-3-179 0,2-8 119 0,-5-2 58 16,1-7 30-16,-1 0-97 0,-1-7 55 0,-2-8 40 16,1 0-1-16,0 3-8 0,-4 9 0 15,1 2 40-15,-6 12-31 0,-1 10 31 16,-2 2 1-16,0 12-1 0,0 2 265 0,0 7-132 15,-2 2-74-15,-6 13 300 0,-1 14-165 0,1 3-46 16,0 10-54-16,3 5 282 0,-4 2-147 0,4 5-85 16,2-1-40-16,1 1 34 0,2-4-36 0,0 1-1 15,0-10-61-15,2 1-9 0,4-2 35 0,5-7 0 16,-3-2-300-16,0-7 150 0,0-2 84 0,1-2-422 16,-4-7 228-16,2-1 66 0,-2-5 72 0,-1-1-341 15,-4-4 190-15</inkml:trace>
  <inkml:trace contextRef="#ctx0" brushRef="#br0" timeOffset="-138845.78">31923 10507 1132 0,'-22'-11'0'0,"10"5"0"0,10 4 0 0,2 0 0 0,0 1 0 0,8-1 0 0,8-1 215 16,4 2-91-16,9 1-46 0,1 0 113 0,3 0-79 15,4 0-31-15,0 0-9 0,-1 4-12 0,-4 1-27 16,4 3 0-16,-10 0-318 15,-2-1 168-15,1 2 70 0,-5 0 40 0,-3 3-445 16,0-1 238-16</inkml:trace>
  <inkml:trace contextRef="#ctx0" brushRef="#br0" timeOffset="-138613.43">32411 10069 1424 0,'0'-14'0'0,"11"8"0"0,8 4 0 0,2 2 0 0,-1 0 0 0,-2 8 0 0,1 10 0 0,6 15 203 0,-7 5-85 16,-1 10-43-16,-1 14 268 0,-7-1-155 0,-5-2-69 15,-3 16-9-15,-1-1-38 0,-8 0 0 0,-11 3-40 16,-6-2-81-16,1-10 48 0,-9 7 13 0,3-9-91 16,7-15 56-16,-7 3 27 0,1-3 1 0,4-14-224 15,-7 2 74-15,9-13 81 0,-3-5-38 0,1-2-399 16,7-9 234-16,0-5 109 0,0-2-357 15</inkml:trace>
  <inkml:trace contextRef="#ctx0" brushRef="#br0" timeOffset="-137920.56">32916 10212 1175 0,'-2'-7'0'0,"2"5"0"0,0 2 0 0,2 0 0 0,-1 0 0 0,1 7 0 0,-2 11 0 0,0 6 107 0,0 13-38 16,-2 3 1-16,-3 1 186 0,-4 14-116 0,3-1-53 15,1 2-27-15,-3 8 64 0,3-5-45 16,-1-7-16-16,0 5-7 0,1-5 0 0,0-3-23 16,3-12 0-16,1 2-27 0,-1-3 8 0,0-8 19 15,2-5-54-15,-1-5 27 0,1-5 0 0,0-5 27 16,0-4-70-16,0-2 30 0,-6-2-4 0,4 0-16 16,-2-8 13-16,-1-6-1 0,-3-3 9 15,1-4-109-15,-4-5 49 0,3 1 34 0,-1-1 4 16,-2 2-159-16,1 3 69 0,-3 2 36 15,-1 4-59-15,-2 4 54 0,-1 5 28 0,4 5-1 16,-3 1 120-16,0 0-42 0,-1 18-26 0,2 2 139 16,1 7-81-16,5 1-40 0,2 2-19 0,1 2 226 15,6-1-109-15,0-1-30 0,0-1 35 0,0-1-49 16,11-7 17-16,5 4-6 0,3-7-28 0,3-6-14 16,2-5-1-16,3-7 1 0,2 0-76 0,1-4 34 15,0-12 20-15,0-7 1 0,-1-3-160 16,1-6 72-16,-6 2 50 0,4-9-182 0,-1-1 100 15,-6-4 28-15,3-3 33 0,-2-3-82 16,-3-6 42-16,8-12 19 0,-3 6-80 0,-4 0 57 16,-3 13 29-16,-4 0 1 0,-1 14 19 0,-7 7 10 15,1 3-1-15,-6 12 238 0,2 1-119 0,2 7-59 16,-4 3-39-16,0 2 252 0,0 7-124 0,-6 16-33 16,-4 6 135-16,-3 9-79 0,4-1-46 0,-7 13-29 15,4-1 36-15,4 4-33 0,-2-2-1 0,2 1-33 16,2 0 87-16,0-1-47 0,4-1-1 15,2-6-94-15,0-6 28 0,0-1 8 16,2-1 18-16,8-8-274 0,-3-5 137 0,4-3 69 16,-1-4 34-16,2-7-510 0,0-4 250 0,-2-3 76 15,0-2-99-15,-2 0 126 0,0-2 63 0,-2-11 23 16,-3-6-266-16</inkml:trace>
  <inkml:trace contextRef="#ctx0" brushRef="#br0" timeOffset="-137779.02">32924 10663 1479 0,'-2'-15'0'0,"2"13"0"0,21 2 0 0,12 0 0 0,0 0 0 0,4-2 274 15,1 1-120-15,6-1-61 0,9 2 220 0,4 0-132 16,10 0-78-16,-5 0-36 0,6 0-486 0,-3 7 226 16,0 2 112-16</inkml:trace>
  <inkml:trace contextRef="#ctx0" brushRef="#br0" timeOffset="-130964.85">7784 12682 899 0,'-5'0'0'0,"3"0"0"0,-1 0 0 0,1 0 0 0,2 0 0 0,-2 0 0 0,1 0 0 0,1 0 146 0,0 0-57 0,0 0-28 0,0 0 163 0,0 0-88 15,0 0-55-15,0 0 22 0,10 0-36 16,4 0 1-16,5 0-35 0,-1 0 103 16,5 0-56-16,0 0-23 0,2 0-1 15,-3 0-61-15,-1 0-1 0,-2 0 47 0,-3 0-74 0,0 0 33 16,-6 0 0-16,1 0 33 0,-1 0-256 0,-4 0 132 15,-1 0 29-15,-1 5 41 0,-2 9-475 0,0 0 236 16,-2 1 93-16</inkml:trace>
  <inkml:trace contextRef="#ctx0" brushRef="#br0" timeOffset="-130756.34">7862 13030 1026 0,'-5'7'0'0,"1"-4"0"0,2 0 0 0,1-1 0 0,-1-2 0 0,2 0 262 0,0 0-115 0,0 0-57 0,0 0-29 16,9 0 250-16,6 0-143 0,2 0-68 0,3 0-33 16,-3 0 141-16,2 0-87 0,2 0-36 0,-4 0-137 15,2 0 42-15,-1 0 22 0,-1 1-1 16,1 3-258-16,-7-2 147 16,3 1 63-16,0-1-169 0,-1-1 66 0,0 2 77 0,-5-3-50 15,3 0-395-15,2 0 242 0,-2 0 116 0</inkml:trace>
  <inkml:trace contextRef="#ctx0" brushRef="#br0" timeOffset="-130525.96">8293 12841 1309 0,'0'0'0'0,"0"0"0"0,0 0 0 0,2 0 0 0,-1 0 0 0,4 0 0 0,4 0 0 0,4 2 424 0,4 2-195 16,6 0-98-16,0-1-50 0,6 1 97 0,1-3-76 15,1-1-35-15,0 0 0 0,2 0 9 0,-1 0-21 16,-1 0 7-16,0 0-149 0,0-1 59 0,-5-3 31 16,-5 1-227-16,3-3 128 0,-7 0 73 15,-2 1 23-15,-4 1-422 0,-2 3 172 0,1-3 118 0,-8 2 2 16,0 0-272-16,0 2 188 16,-2 0 91-16,0 4 45 0</inkml:trace>
  <inkml:trace contextRef="#ctx0" brushRef="#br0" timeOffset="-130141.29">8471 13050 1250 0,'-8'0'0'0,"0"0"0"0,3 0 0 0,0 0 0 0,3 0 0 0,0 0 0 0,0 0 0 0,2 0 212 0,0 0-90 0,4 0-37 15,11-2 56-15,4 0-55 0,5 1-26 0,1-1 0 16,-4 2-5-16,0 0 8 0,1 3-30 0,-1 6-72 15,-5 5 35-15,1 1 1 0,-6 1 36 16,-1 2-132-16,-4 2 62 0,-3 1 34 0,-1-1-186 0,-2 7 101 16,0-4 15-16,-11-5 37 0,-4 7-73 15,-3-7 46-15,4-3-1 0,-9 2 1 16,0-6 102-16,5-3-40 0,-5-2-2 0,3-2 71 16,-1-1-43-16,2 1-24 0,3-4 295 15,4 2-147-15,3-2-52 0,3 0-45 0,3 0 305 0,0 0-163 16,3 0-80-16,0 0-33 0,6 1-20 0,9 3 1 15,10-1-30-15,-1-2 1 0,4 1 80 16,3-2-32-16,0 2-8 0,-2-2-72 0,4 0 0 0,-4 0 31 16,-4 0 1-16,-1 0-179 0,-2 0 84 15,-1 2 48-15,-5-2-417 0,1 0 215 16,-9 0 68-16,1 0 64 0,-4 0-393 0,2 0 222 16,-4 0 112-16,0 0 54 0,-2-2-297 0,-1-13 168 15</inkml:trace>
  <inkml:trace contextRef="#ctx0" brushRef="#br0" timeOffset="-129724.38">8338 12139 1217 0,'-5'-13'0'0,"5"5"0"0,0 5 0 0,3-3 0 0,10 1 0 0,3-1 0 0,0 4 0 0,3 0 0 0,3 2 142 0,3 0-54 0,-4 2-19 16,7 11-8-16,-4 2-28 0,-2 4 0 0,-3 2-70 16,-1 1 35-16,-9-3 8 0,2 8 26 0,-6-4-158 15,-3 2 79-15,-2 1 40 0,0-2-1 0,-2-3-108 16,-11 4 38-16,-2-7 42 16,0-2-4-16,-4-3 8 0,2-2 22 0,-1-4 159 15,3-1-78-15,3-3-39 0,3-2-16 0,4-1 109 16,2 0-60-16,0 0-13 0,3 0 7 0,0 0 91 15,9 0-60-15,9 0-24 0,0 0 0 0,3 0-56 16,0 0 23-16,0 3 0 0,-3 7-36 0,5 5 0 16,-10 0 36-16,1 3-8 0,-2 2 8 0,-5 1-1 15,-1-1 0-15,-4 0 21 0,-2-1-19 16,0 1 2-16,-13-6-28 0,-6 2 134 16,-1-5-54-16,-5-2-28 0,-1-4 0 0,1-1-59 15,-7-4-9-15,2 0 41 0,0 0-314 0,2 0 153 16,1-1 70-16,10-4-443 0,-3 0 229 0,9 2 125 15,4-2 34-15,2 2-126 0,5 0 104 0,2 2 42 16</inkml:trace>
  <inkml:trace contextRef="#ctx0" brushRef="#br0" timeOffset="-129202.68">9247 12693 530 0,'0'-15'0'0,"0"2"0"0,0-2 0 0,-1 0 0 0,-6 0 0 0,1-1 109 0,-5 2-38 0,0-1-1 0,0 0 36 16,-2 3-28-16,2 1-9 0,-5 3-36 0,3 3 14 15,-4 3-15-15,3 2 1 0,-4 2 8 0,0 17 20 16,-1 5-1-16,-1 13-27 0,2 3-1 0,1 3 62 16,4-3-23-16,-1 10-8 0,4-4 88 0,4-3-59 15,4-9-30-15,2 0 67 16,0-6-40-16,0 3-32 0,8-10 0 0,5-2-68 16,2-2 22-16,1-6 0 0,1-1 30 0,-1-6-55 15,2-4 23-15,2 0 0 0,1-9-132 0,-1-11 78 16,-1-6 35-16,0-4-228 0,-3-5 104 0,3-6 66 15,-6 4 1-15,-2 3-111 0,0-3 52 0,-5-1 51 16,2 4 22-16,-5 4 54 0,-1 10-34 16,0-2 1-16,-2 13-9 0,0 0 77 0,0 5-34 0,0 3-1 15,0 1 274-15,0 0-149 16,0 14-56-16,-4 11-4 0,3 3 203 0,-1 4-91 16,2-1-74-16,0 6 99 0,0-4-90 0,0 1-40 15,5 0 0-15,5-2-69 0,3-4 0 0,-4-4 37 16,8 5-8-16,-4-6-270 0,1-8 135 0,0 4 68 15,2-6-167-15,-2-3 85 0,1-6 63 0,-2-2-433 16,-2-2 227-16,2 0 112 0,-2-3 58 0,-1-15-269 16,-1-6 167-16</inkml:trace>
  <inkml:trace contextRef="#ctx0" brushRef="#br0" timeOffset="-128896.49">9441 12294 815 0,'0'-10'0'0,"0"3"0"0,0 1 0 0,2-3 0 0,5 0 0 0,0 3 371 16,2 2-169-16,3-2-85 0,-1 4 122 0,0 0-95 16,5 2-60-16,-6 0 102 0,5 6-77 0,-5 4-38 15,-1 7 0-15,1 1-143 0,-4 2 48 0,-3 6 29 16,-1-1-1-16,-2 2-212 16,0-1 120-16,-2-2 69 0,-9 3 22 0,0-9-201 15,-2-1 106-15,-1-4-10 0,1-2 64 0,2-5-24 16,-4 2 8-16,6-7 10 0,0 1 103 0,1 0-46 15,2-2-23-15,4 0 308 0,0 0-154 0,2 0-52 16,0 0-47-16,0 0 182 0,0 0-99 0,10 0-31 0,5 0-37 16,0 0 35-16,4 0-32 0,0 0 9 0,2 0-202 15,1 0 89 1,4 0 34-16,-1 0-193 0,-2 0 111 0,2 0 60 16,0 4 30-16,-1-1-711 0,5 3 338 0</inkml:trace>
  <inkml:trace contextRef="#ctx0" brushRef="#br0" timeOffset="-127082.38">10665 12329 940 0,'2'-7'0'0,"1"0"0"0,2 1 0 0,-3-2 0 0,-1-2 0 0,1 3 0 0,0-3 0 0,0 1 0 0,0-3 99 16,-2 2-33-16,0-1 21 0,0-2-31 0,0 1 0 16,0-2-23-16,0-1-54 0,0-1 27 0,0-2 8 15,0 2 19-15,0-1-40 0,0 0 1 0,0-2 39 16,0 4 0-16,-4-2-65 0,-1 3 8 0,-4-3 24 15,0 5-48-15,0-1 30 0,0 4 0 0,-3-1 20 16,1 3 3-16,-2 3 0 0,2 2-7 0,-5 0 36 16,3 2 1-16,-1 0-20 15,0 6-7-15,1 7-16 0,0 0 25 0,2 2-7 16,2 4 65-16,0 0-23 0,4 2-4 0,0 5 45 16,3-2-35-16,2 3-1 0,0 2-26 0,0 3 84 15,0 4-46-15,0 8 3 0,7-2-39 0,0 5 87 0,2 2-43 16,1 3-14-16,0 1-8 0,1 2 66 0,-1-1-44 15,-1 1-22-15,1-4 6 0,-3-4 9 16,2 6-37-16,-3-8 0 0,0 1-2 0,-2-3 2 0,-3-3 8 16,1 5-47-16,-2-9 39 15,0 1-1-15,0-2 1 0,-5-1-61 0,-7-1 38 16,-1-5-7-16,-2-5 29 0,-4 0-109 0,0-4 49 16,-2-4 11-16,3-5-56 0,-3-2 28 15,3-2 27-15,-1-2-3 0,1-1-202 0,2-3 91 16,4 0 53-16,3 0-211 0,2-3 128 0,3-2 65 15,4-4 32-15,0-5-282 0,2-1 149 0,14-4 87 16,5 2 39-16,6 0-281 0,1 0 160 0</inkml:trace>
  <inkml:trace contextRef="#ctx0" brushRef="#br0" timeOffset="-126794.25">10857 13020 940 0,'2'-4'0'0,"0"2"0"0,-2 0 0 0,0 2 0 0,0 0 0 0,0 5 0 0,-4 11 0 0,-1 1 186 0,2 5-76 0,3-1-31 0,0 7 159 16,0-1-103-16,0-3-50 0,8 0-27 0,3-6 71 0,2 2-40 16,4-4-32-16,1-4-1 15,3-2-68-15,0-4 23 0,-1-5-1 0,1-1-86 0,-2 0 51 16,0-4 29-16,-4-11-51 0,1-5 40 16,-5-1 1-16,-4 2 46 0,-2-9-186 0,-3 2 77 15,-2-1 8-15,0 1 30 0,-7-2-49 0,-6 1 28 16,-2 0 4-16,-3 2 0 0,0 1-17 0,1 9 40 15,-3 1-7-15,1 5 49 0,-1 5-18 16,4 2 1-16,0 2-19 0,4 0 22 0,4 0 5 0,-2 6-33 16,5 2-64-16,1-3 34 0,4 0 3 15,0 1 32-15,0-1-293 0,9-5 145 16,3 0 67-16</inkml:trace>
  <inkml:trace contextRef="#ctx0" brushRef="#br0" timeOffset="-126433.02">10949 12023 1235 0,'0'-18'0'0,"0"5"0"0,0 4 0 0,0 4 0 0,0-1 0 0,0 0 0 0,0 2 0 0,6-1 0 0,6 3 0 0,6 2 221 0,-2 0-95 0,3 0-38 0,1 6-27 16,3 7 0-16,-4 4-28 0,-2 3 0 0,-2 5-62 15,-4 0 38-15,-4 6-7 0,-4-1-17 0,-1 2 23 16,-2 0 1-16,-5-2 23 0,-7 1-107 0,-8-1 15 16,2-5 40-16,-3 0-23 15,-3-4-13-15,0-5 12 0,1-3-2 0,-5-1 85 16,1-7-23-16,8 1-6 0,1-4-17 0,-1 0 143 16,8-2-65-16,2 0-28 0,2 0 183 15,6 0-94-15,-1 0-53 0,2 0-8 0,0 0-8 0,14 0-8 16,6 0-22-16,4 0-1 0,3-4-59 0,1 0 30 15,-4 1 9-15,10-1-76 0,-4 0 49 0,4 1 24 16,-4-2 0-16,0 4-320 0,-3-3 163 0,3 2 51 16,-2-2-399-16,-3 0 231 15,-2 1 116-15,0-3 58 0</inkml:trace>
  <inkml:trace contextRef="#ctx0" brushRef="#br0" timeOffset="-126254.73">11345 11949 709 0,'-4'0'0'0,"2"0"0"0,2 2 0 0,0 2 0 0,7-2 138 0,11 0-45 0,5 0-34 0,3-2 386 16,4 0-207-16,0 0-102 15,-1 0 149-15,-2 0-118 0,5 0-71 16,-6 0-32-16,-5-2-127 0,4 0 47 0,-5 0 25 0,-1-2 8 16,-2 2-325-16,-4 0 170 0,-4 1 85 0,-1-1 43 15,-2 2-214-15,-4 0 103 0,-1 0 68 0</inkml:trace>
  <inkml:trace contextRef="#ctx0" brushRef="#br0" timeOffset="-126082.2">11477 11979 1099 0,'-2'8'0'0,"-3"7"0"0,5-2 0 0,0 2 0 0,-1-1 0 0,1 3 0 0,0 5 0 0,-2 2 206 15,0-2-87-15,0 2-35 0,0 1 147 0,-1 2-99 16,-1-3-50-16,4-4-24 0,-2 3-136 0,2-2 63 15,0-4 21-15,0 0-160 0,2-4 94 0,9 2 46 16,-1-4-511-16,-1-5 281 16</inkml:trace>
  <inkml:trace contextRef="#ctx0" brushRef="#br0" timeOffset="-125933.52">11627 12067 1271 0,'4'2'0'0,"-1"2"0"0,1 2 0 0,0 2 0 0,-2 3 0 0,-1 0 0 0,1 2 0 0,0 4 561 0,2 4-264 16,-3 3-132-16,-1 4-66 0,0 0 227 0,0 4-150 0,0 0-72 16,0 0-119-16,0-2 24 0,0 0 0 15,0 3-632-15,0-3 324 0</inkml:trace>
  <inkml:trace contextRef="#ctx0" brushRef="#br0" timeOffset="-114445.79">12511 12590 917 0,'-7'-13'0'0,"1"1"0"0,3 1 0 0,-1-2 0 0,-1-2 0 0,2 1 0 0,-4-2 0 0,1 3 159 0,1-3-63 16,-1 6-24-16,-2-3-8 0,1 5-3 0,1 1 0 16,-1 1-28-16,-3 1 36 0,1 4-4 0,-4 1-33 15,-1 0 1-15,0 4-23 0,-5 11-1 0,-1 3 24 16,2 3 28-16,1 0-29 0,1-1 1 16,2-4 0-16,5 0 65 0,2-2-25 15,1-3-7-15,1 0-33 0,5-2 32 0,0-1 1 16,0 0-33-16,5-1 30 0,8 1-31 0,1 0 1 15,4 0 0-15,1 0 26 0,-3 1-27 0,3 0 9 16,-2 3-57-16,-2 1 24 0,-2 0 0 16,-1 2 24-16,-3 1-51 0,-4 2 30 0,-1 1-7 0,-2 2 5 15,-2 0-10-15,0 3 0 0,-6-8 1 0,-6 5-1 16,-4-2 9-16,-2-2 5 16,1-4 1-16,-4-3-28 0,1-2-1 0,0-2 23 15,0-6-186-15,3 0 89 0,2 0 40 0,4-1 24 16,3-9-324-16,5-3 144 0,3-4 82 0,0-4 45 15,9 1-295-15,10-1 170 0,1 1 85 0,3-1-103 16,3 2 99-16,1 0 44 0,1 3 23 0,0-2-143 16,-2 3 90-16,-3 4 108 0,-1-2 0 15,-1 4 0-15,-4 2 0 0,-6 2 0 0,2 2 127 0,-4 0-66 16,-1 3-43-16,-2 0-25 0,0 0 475 16,-3 0-236-16,1 6-59 0,-1 2 172 0,-1 5-160 15,0-2-76-15,0 2 276 0,0 0-176 16,-2 3-88-16,0-5-36 0,0 4-8 0,0-2-22 15,0-4 0-15,2 3-22 0,-2-4-337 0,1-1 177 16,2-1 76-16,-1-3 41 0,0-1-557 0,0-2 295 16,-1 0 72-16,5 0-390 0</inkml:trace>
  <inkml:trace contextRef="#ctx0" brushRef="#br0" timeOffset="-114076.6">12617 12240 1271 0,'4'-1'0'0,"1"1"0"0,2 0 0 0,-1 0 0 0,2 5 0 0,-1 6 0 0,2 3 0 0,0 7 0 0,0-1 262 0,0 8-120 0,-2 0-54 0,1 4-27 15,-2 2-132-15,1 1 52 0,-2 3 34 0,-1 0-302 16,2-2 160-16,-5-3 80 0,4 1 39 16,-3-3-139-16,0-8 89 0,-2-1 37 15,0 0-180-15,0-7 91 0,0-5 7 0,0-2 36 16,0-3 157-16,0-4-58 0,-2-1-32 0,0 0 0 15,2 0 285-15,0-7-155 0,0-8-49 0,0-2 167 16,4-6-89-16,5 2-67 16,3-2-12-16,2 1-24 0,1 4 8 0,0 1-31 0,0 4 21 0,0 3 0 15,0 6-21-15,0 2 0 0,-4 2 58 16,3 0-33-16,-3 13-1 0,-2 8-24 0,-1 6 96 16,-2-1-48-16,-4 4-16 0,1-3-11 0,-1 3 1 15,0-10-23-15,-2 3-183 0,2-4 92 16,-2-8 54-16,0 2 14 0,0-6-172 0,1-3 96 15,-1-2 29-15,0-2 30 0,0 0-501 0,0 0 223 16,0-5 126-16,0-9 64 0,0-6-274 0,0-8 169 16</inkml:trace>
  <inkml:trace contextRef="#ctx0" brushRef="#br0" timeOffset="-113793.36">12927 12219 1361 0,'0'-12'0'0,"3"-2"0"0,1 5 0 0,1 0 0 0,1 3 0 0,2 1 0 0,3 1 0 0,0-2 0 0,5 5 344 0,-2-2-147 16,2 3-87-16,-2 0 32 0,2 4-54 0,-4 7-28 0,2 4 8 16,-3 2-76-16,-4 0 0 0,1 4 41 0,-4-1 0 15,-2 2-178-15,-2-2 98 0,0-2 35 0,-2 2-85 16,-8-4 65-16,-3-1 4 0,0-2 87 0,0-3-34 16,2-5-20-16,-1-1-51 15,3 0 340-15,0-2-143 0,1-2-70 0,4 0-20 16,0 0 120-16,3 0-64 0,1 0-42 0,-2 0-21 15,2 0 121-15,0 0-62 0,0 0-45 0,3 0-91 16,9 0 28-16,3 0 0 0,-1 0 28 0,4 0-183 16,-1 0 88-16,-1 0 47 0,2 0-563 0,0 0 265 15,1 0 155-15,0 0 17 0,3 0-545 0,3 0 326 16</inkml:trace>
  <inkml:trace contextRef="#ctx0" brushRef="#br0" timeOffset="-113407.1">13321 12469 1353 0,'-10'0'0'0,"8"0"0"0,1 0 0 0,-1 0 0 0,2 0 0 0,0 0 0 0,5 0 0 0,13 0 428 0,6 0-202 0,2-5-97 0,0-2-48 16,1-3 87-16,-6 4-67 0,5-1-27 0,-4-1-22 16,-1 5-19-16,-2-2-1 0,-1 2-285 15,-2 2 143-15,-5 1 80 0,-1 0 27 0,1 0-467 16,-2 0 246-16,-6 0 62 0,3 0 82 0,-4 3-460 16</inkml:trace>
  <inkml:trace contextRef="#ctx0" brushRef="#br0" timeOffset="-113209.6">13504 12077 837 0,'0'8'0'0,"0"5"0"0,-1 0 0 0,-1 5 0 0,-2 9 122 0,-1 3-45 16,1 10-22-16,-1 0 438 0,1 6-231 16,0-5-106-16,-2 16-66 0,2-5 261 0,2-2-159 15,2 0-80-15,0-5-39 0,0-8-10 0,0 1-8 16,6-6-22-16,6-4-240 0,2-5 121 15,2-9 59-15,0-3-157 0,5-5 104 0,4-6 57 16,-3 0 27-16,2-2-597 0,1-13 289 0,1-2 80 0</inkml:trace>
  <inkml:trace contextRef="#ctx0" brushRef="#br0" timeOffset="-112675.61">14101 12411 947 0,'-10'-17'0'0,"2"5"0"0,-1-4 0 0,0 5 0 0,-3 2 0 0,-1-1 215 16,-2 6-91-16,2 2-45 0,0 1 125 0,0 1-78 15,-2 6-51-15,0 12-20 0,0 8 166 0,3 3-95 16,-1 4-46-16,4 3-15 16,1 2 122-16,4 0-77 0,4-3-39 0,0-1 41 15,0-3-40-15,2-4 9 0,8 1-129 0,1-9 40 16,2 0 1-16,3-4 40 0,0-4-108 0,-1-6 62 15,2 0 19-15,0-5 0 0,-2 0-270 0,2-8 108 16,0-9 81-16,-6-2-14 0,2-5-203 0,-3 0 125 16,-1-1 68-16,-3-1-53 0,-1-1 59 0,2 5 23 15,-4-3 15-15,1 4 1 0,-2 5 21 0,-1 3 0 16,1 3 133-16,0 3-74 16,0 3-34-16,-2 2 8 0,2 2 78 0,-2 0-55 15,2 15-28-15,-2 6 221 0,0 5-109 0,1 0-26 16,1 3-38-16,5-3 163 0,0 0-88 0,2-3-29 15,0-1-16-15,5-3-40 0,0-2 0 0,2-4-1 16,2-6-80-16,1-1 48 0,-1-6-8 0,0 0 41 16,-1 0-58-16,-1-9 29 0,0-6-1 0,-3-2-114 15,-1-4 63-15,-2-3 8 0,-4-1 24 0,-2 0-89 16,-3-4 49-16,1-1 4 16,-2-4 14-16,0-1-12 0,-9-7 32 0,-2 10-13 15,-3 0 25-15,4 8-22 0,-10-4 6 0,6 12 1 16,-3 3 62-16,-2 6-26 0,0 6-1 0,-2 1 142 15,3 0-79-15,1 8-31 0,2 7-22 0,1 4 30 16,5 2-18-16,2 1 17 0,5 1-214 0,2-2 88 16,0 0 43-16,2-1 8 0,7-1-365 0,10-1 181 15,1-2 95-15,1-4 24 0,6-2-397 0</inkml:trace>
  <inkml:trace contextRef="#ctx0" brushRef="#br0" timeOffset="-112317.58">14731 12294 1153 0,'2'-1'0'0,"-2"-1"0"0,0 2 0 0,0-1 0 0,0 1 0 0,-9 0 0 0,-2 0 0 0,-3 0 0 0,2 3 99 0,-2 5-33 16,-1 0-1-16,-2 2 140 0,1 3-78 15,-4 3-51-15,6-3 119 0,-2 3-81 0,4 0-41 0,2 1 1 16,2-2 148-16,5-1-98 0,3 1-46 0,0 0-22 16,0 1 70-16,3-3-46 0,11 1-16 0,0 0-8 15,4-3-40-15,2 0 16 16,1 0 1-16,0-3-55 0,-3 2 36 0,1-3-9 0,0 2-158 0,-4-1 93 16,-4 2 46-16,-1-1 24 15,-5 0-241-15,1 5 116 0,-6-2 23 0,0 2 41 16,0 1-42-16,-11-2 33 0,-5 0-4 0,-2-1 51 15,-6 1-20-15,4-4 1 0,-6-2-1 0,2-3-28 16,1-4-7-16,-5 0 35 0,2-2-185 16,1-13 92-16,5-8 47 0,1-12 23 0,8-8-383 0</inkml:trace>
  <inkml:trace contextRef="#ctx0" brushRef="#br0" timeOffset="-112042.47">14692 12033 1271 0,'23'0'0'0,"3"3"0"0,-4-1 0 0,-5-2 0 0,4 0 0 0,-2 3 0 0,0 0 0 0,-1 4 0 0,1 1 310 0,-2 2-139 16,-4 3-69-16,0 1 41 0,-3-1-59 0,-3 2-26 15,-3 0-47-15,-2 0 22 0,-2 2 0 0,0-2 8 16,-8 0-73-16,-7 0 33 0,0-2-1 0,-4-3 33 16,3-2-67-16,-3-2 41 15,2-2-8-15,0-2 34 0,6 0 38 0,-1-2-22 16,5 0-44-16,1 0 226 0,5 0-106 0,-1 0-47 15,2 0 42-15,0 0-43 0,11 0-23 0,8 0 9 16,5 0-30-16,2 0 0 0,0 0 0 0,3-2-1 16,-3 2-256-16,-3 0 136 0,7 0 56 15,-4 0 33-15,0 3-516 0,-2 4 257 16,1 2 84-16,-4 0-544 0,-3 4 347 0</inkml:trace>
  <inkml:trace contextRef="#ctx0" brushRef="#br0" timeOffset="-111847.59">15103 12501 1415 0,'-6'4'0'16,"6"0"0"-16,0-2 0 0,0-2 0 0,11 0 0 0,3 0 0 0,11-2 0 0,3-6 0 0,0-1 504 0,2 2-228 0,0-1-126 0,0 0 77 16,1 3-106-16,-4 0-40 0,1 0-24 0,-3 2-157 15,-1 2 62-15,-1-2 36 0,-5 3-391 0,0 0 212 16,-7 0 116-16,-1 0 44 0,-5 0-240 0,-3 0 79 15,0 0 92-15,-2 0-88 0,0-4-279 0</inkml:trace>
  <inkml:trace contextRef="#ctx0" brushRef="#br0" timeOffset="-111668.68">15324 12090 2003 0,'0'-3'0'0,"0"1"0"0,0 2 0 0,3 0 0 0,1 3 0 0,-2 14 0 15,-1 7 0-15,1 11 0 0,0 10 0 0,-2 3 324 0,0 5-145 0,0 5-73 0,2 0 380 0,0 1-218 0,3-7-122 16,3-3-66-16,3-13-23 0,2-1 0 0,4-7-25 16,0-7-122-16,2-5 58 0,2-4 32 0,-1-6-464 15,1-4 248-15,0-2 124 0,2 0 71 0,-3-2-822 16</inkml:trace>
  <inkml:trace contextRef="#ctx0" brushRef="#br0" timeOffset="-110741.33">16189 12030 1052 0,'-6'0'0'0,"2"-1"0"0,2 1 0 0,2 0 0 0,0 0 0 0,0 3 0 0,0 14 0 0,0 7 91 0,0 8-30 0,0 11 247 0,0-3-130 16,0 12-77-16,0 2-34 0,0 11 135 0,0-6-85 15,0 2-42-15,-1-8-13 16,-3 3 35-16,2-5-32 0,0-12 0 0,1-2-71 0,1-12 39 16,0 0 8-16,-2-13-8 0,2 0-23 15,0-7 1-15,0-2 22 0,0-3-35 0,-2 0 8 16,-2-3 27-16,1-14 0 0,-4-1-111 0,0-7 52 15,-2 1 8-15,0-4 5 0,-3-4-174 0,-1 0 94 16,-2 0 33-16,-4 2-156 0,0 3 87 0,0 13 47 16,-3-1 10-16,1 7 90 0,-2 6-26 0,-3 2 1 15,8 8 55-15,-5 12-37 16,4 6-21-16,4 3-1 0,3 2 261 0,1 4-134 16,6-1-48-16,5 1-2 0,0-1 240 0,0-2-141 15,9-2-44-15,7-2 27 0,2-2-49 0,5-4-37 16,1-1 0-16,5-6-74 0,-1-1 23 0,5-7-1 15,1-5-67-15,5-2 41 0,0-5 25 0,-2-15-1 16,0-8-225-16,4-6 122 0,3-4 31 0,3-11-12 16,-5-1-235-16,-1 0 115 0,-4-4 81 15,-2-3-61-15,-6 4 64 0,3-14 43 0,-6 7-31 16,-3 1 18-16,-7 13 25 0,2-5 0 16,-6 13 47-16,-2-1 8 0,-2 9-31 0,-5 11 0 15,-1 4 173-15,0 4-86 0,-2 5-52 0,0 5-13 16,0 1 362-16,-9 0-146 0,-5 18-101 0,1 9 201 15,2 4-128-15,-2 11-76 0,2 0 195 0,5 5-131 16,3 2-67-16,3 4-32 0,0 0 132 0,0-1-87 16,3 1-38-16,10-4 143 0,3-4-216 15,2-4 0-15,-1-9 0 0,5 0 0 0,-1-6-209 16,2-5 137-16,-5-6 53 0,3-5-402 16,-4-1 229-16,0-7 59 0,-2-2 70 0,-4 0-468 15,-2-2 249-15,-1-10 125 0,-2-3-303 0,-4-2 219 16,-2-3 103-16,0-7 53 0</inkml:trace>
  <inkml:trace contextRef="#ctx0" brushRef="#br0" timeOffset="-110583.75">16373 12336 980 0,'-21'2'0'0,"11"3"0"0,1 2 0 0,4-4 0 0,1-1 155 0,4 2-61 15,0-1-30-15,11 3 342 0,16 2-190 0,4-2-92 16,13-3-45-16,1 1 355 0,10-4-201 0,1 0-92 15,11 0-156-15,-6-2 25 0,-10-3-1 0,6-5 23 16,1 2-688-16,-5 1 353 0,-4 1 164 0</inkml:trace>
  <inkml:trace contextRef="#ctx0" brushRef="#br0" timeOffset="-93250.79">17766 12346 906 0,'-12'-6'0'0,"7"4"0"0,3 0 0 0,0 2 0 0,2 0 0 0,0 0 277 0,0 0-114 16,0 0-69-16,0 0 84 0,0 0-73 0,2 0-36 0,8-1 0 16,5-2 102-16,4 0-73 0,1-1-33 0,5 0 0 15,-4 2 57-15,1-2-45 0,0 3-14 0,1-1-61 16,-2 2 0 0,-3 0 31-16,-1 0-193 0,-2 0 97 0,-1 0 56 15,-2 0 16-15,-2 0-191 0,0 0 69 0,-3 3 65 0,-2 1-17 16,-1 6-573-16</inkml:trace>
  <inkml:trace contextRef="#ctx0" brushRef="#br0" timeOffset="-93058.28">17851 12582 1731 0,'-6'4'0'0,"2"-2"0"0,4 0 0 0,-2-1 0 0,0-1 0 0,2 0 0 0,0 2 0 0,2 1 280 16,12 1-128-16,0-3-59 0,2 2 194 0,2 0-128 15,0 1-62-15,0-3-25 0,3 1-61 0,-2 2-1 16,1-2 23-16,1-2-316 0,-2 2 157 0,-1-2 88 16,3 0 32-16,-3 0-525 0,-2 0 281 0,1 0 65 15</inkml:trace>
  <inkml:trace contextRef="#ctx0" brushRef="#br0" timeOffset="-92865.73">18465 12432 1398 0,'0'0'0'0,"4"2"0"0,5 3 0 0,2 0 0 0,1 2 0 0,1-1 0 0,2-3 325 0,3 3-138 0,7-3-81 0,0-1 271 16,1 0-172 0,2-2-86-16,1 0-67 0,-6 0-11 0,7 0-8 0,-9 0 0 15,0 0-310-15,-3 0 155 0,0 0 77 0,-2 0 47 16,-6 0-579-16,1 0 297 0,-4 0 83 0</inkml:trace>
  <inkml:trace contextRef="#ctx0" brushRef="#br0" timeOffset="-92534.63">18535 12697 1119 0,'-16'4'0'0,"5"3"0"0,4-1 0 0,3-5 0 0,4-1 0 0,0 0 0 0,2 0 0 0,14-1 409 16,7-5-189-16,0 2-93 0,1 3 179 0,0 1-137 15,-3 0-60-15,8 0-42 0,-8 9-61 0,-5 4-1 16,1 2 28-16,-4 2 0 0,-4 3-215 0,-5 7 104 16,-2-2 55-16,-2-2-111 0,-2 4 84 0,-11-2 41 15,-2-5-269-15,-7 4 139 0,1-7-1 0,-2-3 58 16,-1-3 25-16,-2-4 24 16,3-3-8-16,-7-2 8 0,9-2 177 0,1 0-88 15,1 0-45-15,4 0 359 0,5 0-174 0,3 0-100 16,3 0-12-16,2 0 272 0,2-2-161 0,2 1-82 15,13-2-30-15,9 2-29 0,3-2 0 0,3 3-21 16,2-2 89-16,1 2-44 0,1 0-15 0,2 0-8 16,-2 0-160-16,0 0 69 0,-4 0 35 0,-2 0-1 15,-6 0-428-15,-1 0 225 0,0-1 63 0,-6-1-571 16,-1 0 340-16,-4-4 170 16,-4-3-191-16</inkml:trace>
  <inkml:trace contextRef="#ctx0" brushRef="#br0" timeOffset="-92142.5">18523 11832 1335 0,'-8'-12'0'0,"7"10"0"0,1 0 0 0,0 0 0 0,3 0 0 16,11 0 0-16,-1 1 0 0,4-2 0 0,3 3 107 0,5 0-38 0,1 0 1 0,1 0-64 0,-3 6 8 15,4 5 19-15,-6 5 0 0,-4-1-199 0,-4 2 99 16,-2 1 50-16,-7 3 33 0,-3-1-186 0,-2 1 97 16,0 2 49-16,-9-1-80 0,-5-7 47 0,-2 0-14 15,-1-1 234-15,-1-5-98 0,0 1-41 0,1-5-3 16,2-2 104-16,8 1-51 16,-1-4-38-16,4 0 22 0,2 2 210 0,2-2-112 15,0 0-62-15,14 2-93 0,2 0 32 0,9 0-1 16,-6 2-46-16,3 0 23 0,-1 3 0 0,-2 3 32 15,-2 0-98-15,-2 0 46 0,-6 2 21 0,-3 0-12 16,-3 2-10-16,-3-1-2 0,0-2-4 0,-5 1-1 16,-10-1 45-16,-6-2-43 0,-3-3 19 15,-1-1-1-15,-5-2 2 0,2-2 6 16,2-1-5-16,3 0-282 0,1 0 134 16,3 0 59-16,8-1 38 0,1-2-381 0,7-2 197 0,3-1 99 15</inkml:trace>
  <inkml:trace contextRef="#ctx0" brushRef="#br0" timeOffset="-91710.68">19374 12330 519 0,'0'-13'0'0,"0"0"0"0,0-1 0 0,0-2 0 0,-4-1 0 0,-3-1 217 0,-1 1-95 15,0-4-46-15,-2 2-21 0,0-1 47 0,-1 1-35 16,-2 0 9-16,-3 4-56 0,4 2 13 16,-4 4-1-16,2 5 1 0,-4 4-40 0,4 0 48 15,-4 16-8-15,2 17 51 0,-1 4-25 0,2 10-1 16,-2 14-25-16,6-9 94 0,-1 13-52 16,8-15-21-16,4 6 1 0,0-8 150 0,0-12-86 15,12 0-34-15,4-8-11 0,2-4-20 0,-2-9 0 16,3-2-21-16,2-9-108 0,-2-4 62 0,2 0 19 15,0-7-222-15,-5-12 124 0,1-6 63 0,-2-3 31 16,-2-4-324-16,-2-1 160 0,-2-1 37 0,2-2 53 16,-6 3-91-16,-1 2 65 0,-1 10 24 15,-1 3 64-15,0 8-23 0,-2 3 1 0,0 1-1 16,0 4 213-16,0 2-115 16,0 8-44-16,0 11 296 0,0 0-164 0,2 7-47 0,1-1-52 15,3-4 213-15,2 8-121 0,-1-3-57 0,2-1-28 16,2-6-115-16,-1 2 43 0,1-5 31 0,3-3-424 15,-1-2 219-15,0-3 108 0,0-4 34 0,0-4-297 16,-1 0 118-16,-3-2 105 0</inkml:trace>
  <inkml:trace contextRef="#ctx0" brushRef="#br0" timeOffset="-91419.44">19480 11893 1513 0,'1'-9'0'16,"5"5"0"-16,5 2 0 0,0-4 0 0,2 1 0 0,-2 2 0 0,5 0 0 0,-3 1 0 0,0 2 196 0,2 0-82 0,-1 0-40 0,-7 5 27 0,4 5-38 0,-6 2 0 15,-1 3-105-15,-1-1 38 16,-3 3-1-16,0 0 46 0,-9 2-132 0,-5 4 62 16,-3-4 31-16,0-3 0 0,2-2-22 0,-2 0 14 15,4-1-6-15,3-5 38 0,0 0 83 0,3-3-48 16,2-3-35-16,3 0 201 0,2-2-104 15,0 0-49-15,0 0 30 0,2 0-36 0,11 0 0 0,6-2-27 16,2-3 21-16,0-3-29 0,-1 2 0 0,6-4-1 16,-7 6-173-16,3-2 94 0,-1-2 36 15,0 5 22-15,-1 1-581 0,-1 0 249 16,0-1 155-16,-2 3-583 0</inkml:trace>
  <inkml:trace contextRef="#ctx0" brushRef="#br0" timeOffset="-90551.4">20452 12023 888 0,'-7'0'0'0,"1"0"0"0,0 0 0 0,0 0 0 0,1 2 0 0,-4 3 0 0,0 6 153 0,-3 2-64 0,-1 8-28 15,-1 2 143-15,-2 1-85 0,-1 7-43 0,0 0-14 16,-5 7 18-16,2-1-24 0,0 1 0 0,-1 1-68 15,0-1 23-15,3-2 7 0,-5 4-29 0,6-10 21 16,3 2 1-16,-2-5 21 0,5-6-206 16,4-6 111-16,1 0 9 0,0-8 38 0,4-1-354 0,2-5 177 15,0-1 52-15,0 0 50 16</inkml:trace>
  <inkml:trace contextRef="#ctx0" brushRef="#br0" timeOffset="-90347.43">20048 12144 912 0,'0'-3'0'0,"0"1"0"0,0 2 0 0,0 0 0 0,0 9 0 0,0 7 0 0,0 4 434 0,0 3-201 0,11 3-100 15,5 6 145-15,2 0-115 16,5 6-69-16,1-5-30 0,3 1 203 16,-1-2-117-16,2-4-58 0,-4-3-22 0,4 0-101 0,-3 0 32 15,0-2-1-15,-4-3-274 0,-3 0 154 0,-3-2 84 16,-4-1 30-16,-2-2-489 0,0-4 252 15,-6-1 47-15,-1-8-136 0,0 3 141 0,0-5 83 0</inkml:trace>
  <inkml:trace contextRef="#ctx0" brushRef="#br0" timeOffset="-90010.28">20730 11970 1427 0,'0'2'0'0,"0"8"0"0,0 2 0 0,-4 2 0 0,-3 1 0 0,-5 3 0 16,-1 5 210-16,1 1-89 0,-6 2-44 0,1-4 64 0,-1 2-58 16,0-2-25-16,-2-1 0 0,1-2-21 0,2-4-5 15,-1 0 9-15,-1-5-8 16,4 0 4-16,3-4-4 0,3-2-1 0,0 0 121 16,5-4-52-16,1 0-38 0,3 1 172 0,-3-1-102 15,3 0-49-15,0 0-26 0,10 0 73 0,10 0-54 16,6 0-21-16,5 0-1 0,2 0 55 0,6 0-38 15,0 0 8-15,5 0-47 0,-2 0 25 0,-1 0 118 16,0 0-176-16,-4 0 0 0,2-1 0 0,-3 1 0 16,-1-2 0-16,-5 0-350 0,-2 0 247 15,-7 0 38-15,-1 1-421 0,-2-2 214 16,-7 3 124-16,-1 0 34 0,-5 0-129 0,-3 0 106 16,0 0 43-16,-2 0 35 0,0 0-370 0,-6 0 198 15,-6 0 99-15,0 0-306 0</inkml:trace>
  <inkml:trace contextRef="#ctx0" brushRef="#br0" timeOffset="-89823.78">20820 11901 843 0,'-5'0'0'0,"3"0"0"0,0 8 0 0,2 2 0 0,0 3 0 0,0 8 574 0,0 2-271 0,2 5-134 0,3 6-69 15,3 5 390-15,-3-1-221 0,3 9-122 0,-2-4-57 16,-3 4 82-16,1 1-70 0,-2-2-35 0,0-5-59 15,0 10-9-15,-1-9 34 0,1 2-449 0,0-8 224 16,1 1 113-16,0-1 64 0,-1-3-832 0,0-2 419 16</inkml:trace>
  <inkml:trace contextRef="#ctx0" brushRef="#br0" timeOffset="-89324.59">21705 11966 730 0,'0'-19'0'0,"0"1"0"0,6-1 0 0,-5-2 0 0,1-1 0 0,-2 2 0 0,0 5 172 0,0-7-62 16,-2 4-42-16,-5 1 0 0,-3 0 118 0,1 0-76 0,-4 4-39 0,1 0 87 15,-2 1-67-15,0 3-29 16,0 1 38-16,-2 4-34 0,1 1 1 0,-2 0-27 16,4 3 85-16,-1 0-46 0,-2 6-24 0,4 4 1 15,-2 5 72-15,1 1-51 0,3 2-22 0,1 6-1 16,2-1 68-16,1 3-45 0,4 3-14 0,2 0 118 15,0 3-74-15,0 1-37 0,0 4 43 0,2 6-40 16,4-3 9-16,3 8-49 0,1 0 110 16,-1 0-55-16,0 0 127 0,0 4-215 0,1 2 0 15,-3 1 0-15,1-1 0 0,-1-2 0 16,-4 1 0-16,-1-4 0 16,-1-6 0-16,-1 6 0 0,0-13 0 0,-3 3 0 0,-9-3 0 15,-3-5 0-15,-2 0 0 0,-1-5 0 0,-7-3 0 16,2-4 0-16,-5-3-193 0,4-4 156 15,-1-8-176-15,-4 1 81 0,1-3 55 0,1-2-390 0,1 0-993 16,3-4 1315-16,5-7 48 0,2-4 36 16,5-3-1004-16</inkml:trace>
  <inkml:trace contextRef="#ctx0" brushRef="#br0" timeOffset="-88515.97">21887 12659 695 0,'0'3'0'0,"-1"4"0"0,-3 2 0 0,-1 0 0 0,0 4 0 0,-1 1 0 0,1 2 237 0,1 4-103 0,3 6-50 0,1-5-18 0,0 9 133 15,0-3-83-15,0 2-42 0,1-1 38 16,8-5-32-16,2 5-8 0,3-4-39 0,-3-7 7 16,6-3-7-16,0-1-1 0,0-5-20 0,1-3-10 15,0-3 31-15,-1-2 0 0,-3 0-84 0,2-8 42 16,-5-7 29-16,0-7-8 0,-1-3-132 0,-7-2 70 15,1-3 13-15,-2 1 25 0,-2-2-156 0,0 2 82 16,-7-4 22-16,-5 5-25 0,-1 4 18 0,-4 2 25 16,0 10-18-16,-2 2 9 0,0 1 16 15,-1 8 6-15,-1 1 93 0,0 0-45 16,3 10-32-16,2 2 8 0,4 1 55 0,3 0-34 16,5-1-7-16,4-1-209 0,0-3 89 15,0 5 49-15,9-8 10 0</inkml:trace>
  <inkml:trace contextRef="#ctx0" brushRef="#br0" timeOffset="-88238.65">21872 12011 789 0,'-6'-1'0'16,"5"-1"0"-16,-1-1 0 0,2 3 0 0,0-1 0 0,0 1 0 0,0 0 514 0,5 0-241 0,13 0-112 0,3 0-68 0,2-2 316 0,4 0-188 15,-1 0-94-15,2-2 75 16,-3 2-77-16,4-1-50 0,-3 1-21 0,-5-2-152 16,4 3 66-16,-2-3 32 0,-3 2-369 0,-1 0 197 15,-3 0 103-15,0 0 50 0,-5 0-280 0,-1 0 88 16,-3 2 103-16,-3 0-58 0,-2 0-389 0</inkml:trace>
  <inkml:trace contextRef="#ctx0" brushRef="#br0" timeOffset="-87915.44">21964 12096 907 0,'-9'3'0'0,"3"2"0"0,5-4 0 0,1 1 0 0,0-2 0 0,0 0 0 0,1 2 0 0,8-2 319 0,9 2-143 0,0 2-63 16,-1-1 125-16,2 1-102 0,0 3-52 0,-5 0-26 15,2 1 7-15,-9 2 9 0,5 3-42 0,-7 0 1 16,-3 3-86-16,-2 2 42 0,0 3 22 0,-7-3-170 16,-9 3 91-16,-3-4 51 15,3-4-139-15,-5-2 64 0,1-1 53 0,-3-5-23 16,2 0 87-16,3-4-31 0,-1-1-12 0,1 0-41 16,4 0 348-16,5 0-150 0,0 0-72 0,6 0-27 15,1 0 185-15,0 0-79 0,2 0-63 0,0 0 188 16,11 0-123-16,6 0-58 0,8 0-28 0,2 0 79 15,1-1-53-15,2-2-20 0,2 1-41 0,-2 2 5 16,0-1 1-16,-3-1 0 0,0 0-253 0,-5-1 135 16,1 2 55-16,-3-1 31 15,-2-2-223-15,-1 1 77 0,-4 0 81 0,-2 0-644 16,-1-2 341-16,-3-2 168 0,0 3 83 0</inkml:trace>
  <inkml:trace contextRef="#ctx0" brushRef="#br0" timeOffset="-87670.09">21859 11561 1491 0,'-10'-6'0'0,"6"0"0"0,4 4 0 0,0-1 0 0,0-4 0 0,7 0 0 0,9 0 0 0,11-2 147 0,5-1-57 15,7-1 279-15,3 1-168 0,-7 3-76 0,6-1-51 16,-3 5 68-16,0-1-54 0,-6 2-28 0,-2 0 0 15,-8 2-89-15,2 0 27 0,-1 0 0 16,-5 0 34-16,-2 4-306 0,-5 0 153 0,-1-1 85 0,-3 1-199 16,-3 0 70-16,-2 0 88 15,-2-3-52-15,0 5-398 0,-2 0 239 16,-9 0 132-16</inkml:trace>
  <inkml:trace contextRef="#ctx0" brushRef="#br0" timeOffset="-87505.53">22040 11471 523 0,'-2'3'0'0,"2"1"0"0,0 1 0 0,0 1 0 0,0 1 0 0,0 6 396 0,0-1-186 0,0 4-88 0,2 4-45 15,-1 5 335-15,1-2-189 0,-2 6-88 0,0 1 54 16,0 2-79-16,0 1-38 0,-3 0-1 0,-1-3-161 16,1-4 69-16,3 3 23 0,0-5-457 0,0-4 244 15,0-1 122-15,3-6 61 0,2-7-625 0</inkml:trace>
  <inkml:trace contextRef="#ctx0" brushRef="#br0" timeOffset="-87357.92">22153 11607 1527 0,'0'-2'0'0,"0"1"0"0,0 1 0 0,0 0 0 0,0 0 0 0,0 6 0 0,0 7 0 0,0 2 0 0,0 1 232 0,0 5-100 15,0 3-49-15,0-1 1 0,2 9-30 0,0-4 0 16,1 2-217-16,1 1 98 0,1 0 49 0,4 4 33 15</inkml:trace>
  <inkml:trace contextRef="#ctx0" brushRef="#br0" timeOffset="-86881.89">22962 12059 804 0,'-10'-12'0'0,"4"3"0"0,-1 1 0 0,-2 1 0 0,-1-4 0 0,-3 7 0 0,-2 0 0 0,0 2 0 0,-4 0 183 0,-1 2-80 0,-5 0-34 16,1 8 47-16,-3 7-41 15,-1 2-22-15,2 3 9 0,-1 3 6 0,5-1-1 16,1 1-34-16,10-7 0 0,1 4 111 0,7-6-48 16,3 4-35-16,0-3 66 0,5-2-47 0,12 0-24 15,6-3 8-15,4 0-10 0,1-2-1 0,-3-1-20 16,4 1-60-16,-3 2 30 0,-5-3 8 0,-1 5 22 15,-3-2-97-15,-1 3 48 0,-7 1 25 16,-3 1-4-16,-5 1-32 0,-1 1 21 16,0 3-1-16,-9 0 48 0,-8-1-1 0,-3-3-47 15,1 0-3-15,-9 0 51 0,1-5 0 0,2-1-33 16,0-3-164-16,6-3 81 0,0-4 43 0,2 0-1 16,5 0-408-16,7-1 201 0,3-16 108 0,2-4 34 15,6-4-193-15,11-3 133 0</inkml:trace>
  <inkml:trace contextRef="#ctx0" brushRef="#br0" timeOffset="-86737.43">22954 12237 1378 0,'12'0'0'0,"-2"0"0"0,-2 2 0 0,-3 5 0 0,0 2 0 0,-3 5 0 0,-1 1 0 0,1 1 0 0,0-1 260 0,-2 2-114 0,0 1-48 0,0-2 187 16,0 1-126-16,0-2-63 0,0 1-198 0,0-1 67 15,0-6 43-15,2 0-9 0,0-3-427 0,-2 0 231 16,1-5 114-16,1-1 59 0,0 0-626 0</inkml:trace>
  <inkml:trace contextRef="#ctx0" brushRef="#br0" timeOffset="-86371.33">23067 11826 705 0,'5'0'0'0,"4"0"0"0,5 3 0 0,-3 7 0 0,-1 3 0 0,-1 2 381 0,-2 9-174 0,1 2-79 0,0 6-51 15,-3 2 147-15,-1 2-96 0,0 9-47 0,-3-5-16 16,-1 10-128-16,0-3 48 16,0 1 24-16,0-3-83 0,-3-1 53 0,1-12 35 15,0 0-138-15,0-9 79 0,2-5 39 0,-2-7-1 16,2-1-61-16,0-7 40 0,0-3-34 0,0 0 27 16,0-8 117-16,0-15-46 0,2-2-10 0,4 3-44 15,3-8 181-15,1 3-80 0,1 1-18 0,0 2 88 16,4 1-51-16,-4 8-28 0,5 0 30 0,-4 4-36 15,4 4 0-15,-3 3-35 0,-2 2 88 16,2 2-36-16,-2 2-31 0,1 10 1 0,-3 12 28 16,-2-2-25-16,-1 4 1 0,-2-2-90 0,2 9 28 15,-4-4 1-15,0-2 34 0,-1-5-286 16,1 3 139-16,0-5 80 0,0-3-253 0,0-4 146 16,-1-2 38-16,1-3 48 0,0-4-450 0,0-4 228 15,0 0 127-15,0-2 59 0,-1-15-298 16</inkml:trace>
  <inkml:trace contextRef="#ctx0" brushRef="#br0" timeOffset="-86114.31">23407 11792 1262 0,'5'-16'0'0,"5"5"0"0,3 2 0 0,0 1 0 0,0 4 0 0,-2 3 0 0,3-1 0 0,-3 2 0 0,2 0 189 0,-2 3-69 15,-1 9-10-15,-5 1-39 0,-1 6 1 0,-3 3-39 16,-1 3-72-16,0-5 44 0,-1 7-8 0,-10-3 36 15,-2-1-159-15,1-6 79 16,-2-1 40-16,0-2 9 0,1-3-45 0,-1-2 1 0,5-3 31 0,2-3 140 16,2 0-58-16,1-1-42 15,2-2-29-15,2 0 290 0,0 0-133 16,0 0-48-16,4 0-12 0,8-2-36 0,6-2 0 0,0-4-28 16,3 3 49-16,2-1-25 0,-1-1 8 0,0 3-269 15,1 0 119-15,-3 2 58 0,-1 2 31 0,1 0-581 16,-2 0 291-16,-3 0 95 0,-2 11-438 0</inkml:trace>
  <inkml:trace contextRef="#ctx0" brushRef="#br0" timeOffset="-85945.76">23644 12186 578 0,'0'4'0'0,"0"-3"0"0,0 1 0 0,1-2 0 0,8 0 412 0,4 0-194 15,3 0-93-15,1 0-45 0,3 0 144 0,-1 0-95 16,-1 0-41-16,3 0-31 0,0 0 100 0,-2 0-62 15,0 3-32-15,-2-1-219 0,-1 3 103 0,0-3 38 16,-1 2-392-16,-3-2 220 16,-2-1 110-16,0-1 55 0,-2 2-521 0</inkml:trace>
  <inkml:trace contextRef="#ctx0" brushRef="#br0" timeOffset="-85762.25">23840 11947 1463 0,'-3'-1'0'0,"-1"-1"0"0,4 2 0 0,-2 0 0 0,0 0 0 0,1 3 0 0,-1 11 0 0,0 7 178 0,2 5-72 16,-3 4-37-16,1 5 342 0,1 6-180 0,-3 5-104 15,2 1 84-15,2-1-89 0,0 5-45 0,0-2-22 16,0-8-201-16,2 1 85 0,12-5 47 0,2-6 24 16,3-6-550-16,-1-7 295 0,9-3 135 0,-2-6 72 15,3-7-452-15</inkml:trace>
  <inkml:trace contextRef="#ctx0" brushRef="#br0" timeOffset="-85179.8">24364 12284 1152 0,'0'-15'0'0,"0"1"0"0,0-2 0 0,0-1 0 0,0-2 0 0,0 2 0 0,0-2 0 0,-1 2 0 0,-2 2 0 0,0 2 109 15,-2 6-38-15,-1-1 0 0,-2 6-6 0,-3 2 8 16,0 0-40-16,-6 13 20 0,1 8-20 0,0 5 0 16,-1 6-1-16,0 3 48 0,3-1-9 0,4 4-38 15,0-2 0-15,7 0 121 0,3-4-60 0,0-8-23 16,0 4 31-16,9-9-35 0,4-2 0 0,4-4-34 15,2-6-102-15,1-3 60 0,1-4 16 16,4 0 1-16,-3-9-201 0,-1-10 113 16,0-4 39-16,-1-2-255 0,-3-2 128 0,-3-1 80 15,0 0-45-15,-7 7 52 0,1-2 18 0,-2 6-9 16,-4 3 158-16,-2 2-60 0,0 4-29 0,0 4-1 16,0 3 263-16,0 1-152 0,-7 0-47 0,4 5 205 15,-3 11-110-15,3 3-70 0,1 1 6 0,2 2 58 16,0 5-62-16,0-6-27 0,2 2-18 0,5-5-9 15,5 0 8-15,1-6-8 16,2-1-66-16,-1-5 33 0,4-5 0 0,-2-1 33 16,4 0-171-16,-4-3 82 0,0-8 18 0,-4-2-166 15,2-2 89-15,-5 0 56 0,-3-3-1 0,-1 0-32 16,-3-3 20-16,0 1 21 0,-2-5-6 0,0-2 24 16,0 5-8-16,-9-7 8 0,-2 2 38 0,-1 1-1 15,-1 3-37-15,0 6 0 0,-4 2 92 16,0 4-40-16,-2 3-11 0,-2 7 152 0,3 1-76 15,-3 0-46-15,2 9-7 0,-1 10 59 0,3 0-40 16,8-1-7-16,0 3-168 0,6 2 67 16,3-3 44-16,0 2 6 0,3-1-178 0,15-4 90 15,5-2 50-15,3-5 23 0,3-4-539 0</inkml:trace>
  <inkml:trace contextRef="#ctx0" brushRef="#br0" timeOffset="-84900.53">24975 12088 967 0,'0'-9'0'0,"-2"3"0"0,-5-1 0 0,-9 1 0 0,-5 5 0 0,-2-1 0 0,4 2 159 0,-2 0-63 15,2 7-32-15,2 4 284 0,4 2-149 0,4 3-87 16,1-2 12-16,8 1-45 0,0 0-23 0,0 2 0 16,8-2 12-16,6 2-35 0,8-2 0 0,-4 2-58 15,3-3 29-15,-4-2 0 0,3 2 37 0,-2-1-127 16,-6-1 59-16,1 0 30 0,-5 1-54 0,-4-2 18 15,-3 1 31-15,-1 1-25 0,0 0 25 16,-6-2-6-16,-10-1 8 0,-2-1-15 16,-3 1 19-16,-6-3-14 0,3-4 7 0,-3 0-115 15,7-3 55-15,-2 0 28 0,-1 0 2 0,6-4-288 16,2-9 148-16,4-8 60 0,5-5-305 0,6-9 185 16</inkml:trace>
  <inkml:trace contextRef="#ctx0" brushRef="#br0" timeOffset="-84650.69">24943 11710 1180 0,'13'-12'0'0,"4"5"0"0,1 2 0 0,2 1 0 0,1 1 0 0,-3 0 0 0,0 2 313 0,0 1-139 15,0 0-71-15,2 7-27 0,-4 2 120 0,-1 3-82 16,-5 5-40-16,-1 0 31 0,-4 4-36 0,-2-1 8 16,-3 3-44-16,0-2-121 0,-8 0 60 0,-3-3 31 15,-4-1-124-15,0-2 85 0,-1-4 31 0,0 0-1 16,-2-3-31-16,3-2 9 0,3-3 23 0,2 1-37 15,1-3 175-15,5-1-67 0,3 0-43 16,1 0 0-16,0 0 119 0,5 0-56 16,18-1-14-16,-2-5 76 0,8 1-55 0,-1 1-30 15,2 0-136-15,-3 2 61 0,4 2 18 0,-2 0 1 16,-3 0-411-16,1 0 212 0,-3 6 87 0,-2 2 61 16,-1 0-697-16,-5 6 354 0</inkml:trace>
  <inkml:trace contextRef="#ctx0" brushRef="#br0" timeOffset="-84463.19">25240 12167 1539 0,'-3'6'0'0,"3"-2"0"0,10-4 0 0,10 0 0 16,1 0 0-16,2 0 0 0,7-4 250 0,2 0-108 0,0 0-55 0,-2-1 200 0,2 1-126 15,-7 1-57-15,7 0-39 0,-11 0-184 0,2 0 75 16,0 2 39-16,-7-1-1 0,-6 2-433 0,0 0 230 15,-7 0 120-15,-1 0-267 0,-2 0 177 0,0 0 88 16</inkml:trace>
  <inkml:trace contextRef="#ctx0" brushRef="#br0" timeOffset="-84274.18">25501 11728 1232 0,'0'0'0'0,"0"13"0"0,0 10 0 15,0 5 0-15,-6 3 0 0,1 10 494 0,-2 7-235 0,2 1-114 0,0 0-55 0,1 1 176 32,2 1-116-32,2-8-163 0,0 8-51 0,0-13 94 0,2 1 3 0,9-6 0 15,4-5-176-15,-2-7 96 0,4-3 36 0,3-6 21 0,0-4-529 16,4-6 275-16,3-2 139 0,-3-2 4 0,0-13-559 16,-4-4 314-16,0-3 157 0</inkml:trace>
  <inkml:trace contextRef="#ctx0" brushRef="#br0" timeOffset="-83428.01">26218 11572 964 0,'0'0'0'0,"0"0"0"0,0 13 0 0,0 9 0 0,2 7 0 0,-1 3 0 0,-1 10 117 0,0 12-42 0,0 0 161 16,0 4-101-16,0 0-52 15,0 0-16-15,0-1 98 0,0-2-66 0,0-5-33 0,0-6 0 16,0-9-27-16,2-6 2 0,1 0-8 16,-3-8-1-16,2-8 34 0,-2-3-33 0,0-7 0 15,0-1 28-15,0-2-28 0,0 0 0 0,0-11-25 16,-8-9 0-16,-1-2 24 0,0 0 9 0,-3-6-123 16,-1 0 47-16,0-3 31 0,-2 3 3 0,-2-2-136 15,0 4 68-15,-1 1 39 0,1 10 4 0,-3 4-43 16,0 4 14-16,-1 7 99 0,-1 0-39 15,-3 11 3-15,7 11-39 0,-3 7 190 0,6 1-82 16,2 4-37-16,3 0-21 0,7 2 171 16,3-2-86-16,0 1-27 0,0-4-26 0,11-2 36 15,8-3-32-15,1-5 1 0,6-6-23 0,3-6-57 16,6-5 28-16,0-4-29 0,9-2 24 0,-4-15 1 16,3-6 33-16,0-5-225 0,2-3 105 0,0-4 37 15,-2-4 28-15,6-6-167 0,-11 7 87 0,7-11 20 16,-13 8 29-16,4-7-108 0,-1-7 69 0,-5 2 29 15,-8 5 0-15,3-3 71 0,-2 6-41 16,-6 7 47-16,-2 3-19 0,-8 11 0 16,1 2-28-16,-6 12 215 0,0 2-105 0,-2 1-41 15,0 7-26-15,-8 0 239 0,-5 22-121 0,-3 6-34 16,0 11-38-16,1 4 96 0,3 4-64 0,3 4-28 16,4 1 71-16,3 1-49 0,2-2-24 0,0-8 7 15,4 8-5-15,8-8-27 0,2-7 0 0,3-2-90 16,0-5 45-16,-1-5 30 0,2-4-7 0,-1-5-289 15,1-4 151-15,-1-4 57 0,-3-4 44 16,3-3-407-16,-4 0 208 0,-1-6 75 16,0-7-246-16,-5-4 181 0,-1-2 91 0,-3-1 38 15,-3-4-292-15,0-4 173 0,0 2 86 0</inkml:trace>
  <inkml:trace contextRef="#ctx0" brushRef="#br0" timeOffset="-83274.39">26405 11884 1163 0,'-35'0'0'0,"17"2"0"0,4 1 0 0,3-1 0 0,4-2 0 0,7 3 0 16,0 2 244-16,13 0-106 0,13 1-52 0,12 1-27 0,9-1 371 0,5 0-202 15,16-3-122-15,0-3-36 0,0 0-1 16,4 0-36-16,-12 0 8 0,14-3-627 0,-10-3 309 16,-2 0 156-16</inkml:trace>
  <inkml:trace contextRef="#ctx0" brushRef="#br0" timeOffset="-81679.58">8217 14348 894 0,'-6'0'0'0,"4"0"0"0,-1 0 0 0,3 0 0 0,0 0 0 0,0 0 0 0,0 0 184 0,3 0-76 15,6 0-38-15,5 0 246 0,2 0-146 0,-2 0-69 0,4 0-34 16,0 0 133-16,-1 0-84 15,4 0-33-15,-6 0-11 0,2 0 0 16,0 0-39-16,-2 0-1 0,-1 0-61 0,0 0 40 16,-5 0-9-16,1 0 30 0,0 2-323 0,-3 3 162 0,0 0 81 15,-1 1-664-15,-1 4 345 0</inkml:trace>
  <inkml:trace contextRef="#ctx0" brushRef="#br0" timeOffset="-81483.11">8261 14644 1254 0,'-11'0'0'0,"7"0"0"0,4 0 0 0,0 2 0 0,0-2 0 0,0 2 230 0,0-2-90 0,7 0-58 0,6 0 364 0,3 0-206 16,0 0-104-16,3 0 10 16,0 0-48-16,2 0-37 0,1 0 0 0,-1 0-332 0,1 0 152 15,-3 0 76-15,3 0 46 0,-5 0-503 0,1 0 266 0,-4 4 133 16,0-1-261-16,-3 1 143 15,-1-2 100-15</inkml:trace>
  <inkml:trace contextRef="#ctx0" brushRef="#br0" timeOffset="-81052.26">9156 13863 677 0,'0'-6'0'0,"0"2"0"0,0 2 0 0,0 1 0 0,-5 1 0 0,-2 0 360 0,-4 0-155 0,-3 9-91 0,0 9-40 16,-2 6 199-16,0 1-120 0,-5 14-60 0,3 4 101 15,0 3-85-15,-3 15-38 0,5 1 25 16,2 4-31-16,3 1-1 0,3-9-23 15,4 15 166-15,4-18-87 0,0 1-43 0,0-4-23 16,10-14 117-16,9 7-74 0,-2-16-31 0,6 3-1 16,2-10-2-16,0-3 0 0,-2-6-22 0,5-3-88 15,-2-8 40-15,-6-2 0 0,3 0-49 0,2-2 44 16,-9-12 30-16,3-8-7 0,-3 0-271 0,-5-7 105 16,-2-1 79-16,-5 0-7 0,-3-1-165 0,-1 2 101 15,0 1 57-15,-5 2-43 0,-10 3 51 0,-1 2 24 16,0 4-8-16,-8 0 8 0,1 8 1 0,0 1 24 15,-1 7 1-15,0 1 0 16,5 0-9-16,-3 0 8 0,3 11-30 0,1-1 1 16,7 3 29-16,2-2 0 0,8-2-139 0,-1 4 73 15,2-1 34-15,2-3-311 0,10 0 171 16</inkml:trace>
  <inkml:trace contextRef="#ctx0" brushRef="#br0" timeOffset="-80496.21">9776 14410 1122 0,'0'-2'0'0,"0"-2"0"0,3 0 0 0,-3-3 0 0,0-3 0 0,0 0 0 0,0 0 0 0,0-3 0 0,-3-1 159 0,1 1-64 0,-1-2-31 0,-1 0 76 16,0-1-45-16,1 4-36 15,-3-5-8-15,1 5-18 0,-1-3 0 0,0 2-1 16,-1-1-2-16,-2 0 3 0,-1-1-1 0,0 2-53 16,-2 0 26-16,-2 2 1 0,1-1 35 0,-2 3-64 15,0 3 28-15,0 3-6 0,0 1 54 0,-2 2-8 16,2 2-24-16,-1 16-14 0,0 7 96 0,3 5-40 16,0 10 1-16,4-5-28 0,-1 14 35 0,3-4-13 15,3 1-1-15,2-1 54 0,2 0-39 0,0-8 8 16,0 2-47-16,2-4 48 15,5-2-24-15,4-5 1 16,3-6-57-16,-2-5 8 0,3-2 24 0,-1-3-1 0,3-7-119 16,0-3 60-16,0-2 29 0,-1 0-68 15,3-13 29-15,-3-8 30 0,-2-3 0 0,-1-5-180 16,-1 0 94-16,-3-3 18 0,0-2-107 16,-2 0 77-16,-2 0 27 0,-1 4 22 0,-1 1 62 0,-1 6-47 15,0 0 8-15,0 7 1 0,-2 5 141 0,2 3-70 16,-2 3 115-16,0 4-91 0,0 1 19 15,2 0-45-15,1 9-11 0,2 12 0 0,0 3 127 16,1 3-63-16,1 1-24 0,0 2 0 0,3 0 13 16,-1 0-24-16,0-1 1 0,3-3-15 0,1 2-56 15,-1-4 24-15,1-3 0 0,-2-3 24 0,0 2-296 16,2-6 150-16,-2 1 60 0,1-3 37 0,-1-3-218 16,1-1 117-16,-3-2 35 0,0-5 36 0,6-1-458 15,-7 0 235-15,3 0 118 0,1-4 59 0,-3-10-320 16,0-7 182-16</inkml:trace>
  <inkml:trace contextRef="#ctx0" brushRef="#br0" timeOffset="-80137.59">9958 13861 586 0,'0'-11'129'0,"0"4"-64"0,0 0 392 15,2 0-394-15,6 0-30 16,-4 0 166-1,2 1-87-15,5-1-40 0,3 3 0 0,2 3 140 16,1 1-90-16,-1 0-37 0,2 0-30 0,-4 8-33 16,2 3 10-16,-2 2 1 0,-2 2 0 0,-1 2-48 15,-4 2 20-15,0-1 0 0,-5 3 27 0,-1-1-103 16,-1 0 52-16,0-2 34 0,-3 2-9 0,-7-3-29 0,-1-2 28 16,-3-3-24-16,1-1 1 0,1 0-43 0,-2-4 32 15,3-1-5-15,2-3 1 0,1 1 210 16,0 0-87-16,5-2-42 0,-1-1 264 15,4-1-135-15,0 0-75 0,0 5 87 0,0-4-78 0,6 1-31 16,6 3-8-16,4-3 33 0,0 0-37 16,3 0 1-16,1-2-74 0,0 0 46 15,-1 0-8-15,0 0-160 0,-3 0 79 0,2 0 41 0,-6 0-365 16,-1 0 201-16,1 0 74 0,-3 0 55 0,-3 0-585 16,-1 0 295-16,1 0 150 0,-5 0 66 15,0 0-663-15</inkml:trace>
  <inkml:trace contextRef="#ctx0" brushRef="#br0" timeOffset="-79203.52">11397 13861 900 0,'0'-15'0'0,"0"2"0"0,0 0 0 0,0 2 0 0,0-4 0 0,0 0 0 0,-1-3 0 0,-3 0 83 0,0 2-25 16,-1 0 116-16,0 0-71 0,0-2-35 0,-2 3 9 16,1 0 15-16,-1 2-30 0,-1 0 0 0,-1 1-29 15,-1 1 0-15,3 4 61 0,-5-2-35 0,1 2 1 0,-1 2 9 16,0 1 0-16,1 3-36 0,-1-1 39 16,-1 2-39-16,-1 0-1 15,4 5 36-15,-1 9 0 0,-3 4-35 0,5 6 7 0,0 9 52 16,1 8-30-16,2 4 1 0,2 1 68 15,4 5-50-15,0 0-15 0,0 0 205 16,2 2-233-16,10-3-5 0,-1 3-1 0,0 0 62 0,3-3-49 16,-3 1-12-16,-2-1 0 0,1-1 0 0,-3-2 9 15,-2-2-9-15,-1-4 8 0,-2 7-8 16,0-7-33-16,-2-6-1 0,0 5 34 0,0-5 0 0,-9-2-92 16,-4-1 42-16,-3-7-215 0,0 0 125 15,-5-7 47-15,2-2 36 0,3-5-6 0,-5-3-329 16,1-4 150-16,2-3 89 0,1-1-105 15,4 0 96-15,4 0 40 0,1-5 33 0,4-8-328 16,4 1 175-16,0 0 89 0,9-8-323 16,12 3 196-16,4-2 112 0</inkml:trace>
  <inkml:trace contextRef="#ctx0" brushRef="#br0" timeOffset="-78924.76">11521 14496 1596 0,'11'0'0'0,"-1"9"0"0,-2 4 0 0,-5 3 0 0,1 2 0 0,-2 1 0 0,0 2 0 0,-2 3 218 0,1-4-92 0,2 2-47 16,-1-3 48-16,3-3-48 0,5-1-14 16,-1-7-9-16,3 3-23 0,0-7-34 0,4-4 1 0,-3 0 33 15,2 0-146-15,-2-4 69 0,1-12 38 0,-4 2-166 16,0-6 102-16,-3 1 51 0,-5 0-77 16,-1-2 52-16,-1 0-3 0,0 3 1 15,-7-2-1-15,-4 4 0 0,-4 3 130 0,2-1 40 16,-4 5-71-16,0 3-35 0,0 1-11 0,1 3 109 15,-2-1-48-15,2 3-31 0,2 0 7 0,3 0-81 16,2 0 17-16,3 0 40 0,2 3-380 16,2-3 181-16,2 2 88 0,0-2 46 0,6 0-410 15,9 0 213-15,2-6 96 0,5-8-430 16,-4-10 577-16</inkml:trace>
  <inkml:trace contextRef="#ctx0" brushRef="#br0" timeOffset="-78584.19">11617 13585 1030 0,'0'-15'0'16,"0"4"0"-16,0 3 0 0,0 1 0 0,0 1 0 0,2-2 214 0,6 4-90 0,1 1-46 0,4 1 221 0,4 0-125 0,-2 2-75 16,2 0-33-16,-2 0 2 0,0 10 1 0,0 2-37 15,-3 4-50 1,-5 2 21-16,-2 7 0 0,-3-1-183 0,-2 4 106 15,0 3 61-15,-9-3 19 0,-6 1 0 0,-2-1-222 0,-2-2 118 16,-1-4-85-16,-1-5 52 0,-3 1 54 16,3-5 23-16,1-2-8 0,0-6 147 0,2 1-59 0,4-5-38 15,2 2 9-15,4-3 273 0,2 0-144 16,2 0-71-16,3 0 189 0,1 0-83 0,0 0-74 0,7 1 17 16,12-1 81-16,4 2-76 0,0-2-38 0,2 0 116 0,5 0-82 15,2 0-36 1,-2 0 1-16,-2 0-164 0,2 0 63 15,-5 0 41-15,5 0-9 0,-3 0-419 0,-1-2 225 16,-8-2 84-16,5-1-314 0,-2-1 149 0,-3 1 127 0</inkml:trace>
  <inkml:trace contextRef="#ctx0" brushRef="#br0" timeOffset="-78284.92">11953 13534 1181 0,'-5'0'0'0,"1"2"0"0,4-2 0 0,0 0 0 0,2 0 0 0,5 0 0 0,7 0 264 0,1-3-108 0,2-4 232 0,1 2-178 16,3-1-89-16,0 3-147 0,-3-1 29 0,2 0 9 15,-2 2 20-15,-3 0-142 0,0-1 72 0,-3 1 35 16,-1 2-287-16,-4 0 169 0,-1 0 73 16,-2 0-209-16,-2 0 134 0,0 0 25 0,-2 0 44 15,0 0 7-15,0 0 14 0,-2 0 0 16,-4 0 0-16,0 0 181 0,-1 0-91 0,1 0-53 15,1-2-14-15,1 0 0 0,-2 1 109 0,0-2 256 16,1 1-176-16,1 1-57 0,0-1-55 16,-1 2 100-16,0-2-68 0,3 2-33 0,1-2 8 15,-1 2-206-15,2 0 82 0,-2-2 41 0,2 2-1252 16,0 0 1258-16,0-1 6 0,0-2-840 0</inkml:trace>
  <inkml:trace contextRef="#ctx0" brushRef="#br0" timeOffset="-77717.4">11467 13412 857 0,'-8'0'0'0,"3"2"0"0,0 2 0 0,-1 0 0 0,0 0 0 0,0-3 0 0,-1 2 0 0,3 0 106 0,-1-1-28 0,3 0 216 15,0-1-130-15,-1-1-66 0,3 0-32 0,-1 0 161 16,1 0-88-16,0 0-58 0,0 0 94 16,0 0-72-16,0 0-34 0,0 0 7 0,0 0-43 0,0 0 0 0,0 0 67 15,4 0-34-15,3 0 1 0,3 0 24 16,2 0-33-16,4 0-1 0,3 0 17 15,3 0-20-15,2 0-1 0,1 0 9 16,7 0-8-16,0 0-21 0,3 0-34 16,9 0 34-16,-3 0-1 0,-5-1 9 0,11-1-97 0,-6 0 44 15,-5-1 22-15,3 2 1 0,-4-1-157 16,2 2 89-16,-5 0 26 0,-4 0 23 16,-6 0-83-16,-1 0 47 0,-4 0 4 0,-6 0-1 0,-2 2-87 15,-3-1 54-15,-2-1 5 0,-2 0-85 16,0 0 60-16,-2 0 22 0,0 0-264 15,-7 0 151-15,-2 0 76 0,-2 0-984 0,1 0 1027 0,1 0-9 16,-3-1 42-16</inkml:trace>
  <inkml:trace contextRef="#ctx0" brushRef="#br0" timeOffset="-77403.13">11539 13100 949 0,'-10'0'0'0,"1"0"0"0,1 0 0 0,-2 0 0 0,3 0 0 0,0 0 0 0,3 0 0 0,2 0 426 0,2 0-197 0,0 0-98 0,2 0-49 16,11 0 223-16,10 0-140 0,3 0-67 0,4 0-32 15,2-7 156-15,0-2-86 0,2 0-56 0,-2-1-24 16,-2 2 23-16,-2-1-23 0,-7 4 0 0,1-3-83 16,-1 3 26-16,-2 3 0 0,-5-2-283 0,-2 2 158 15,-3 0 80-15,-1 2 47 0,-3 0-641 0,-3 0 310 16,0 0 120-16,0 0 89 0,-2 0-372 0,0 0 222 16,0 4 123-16</inkml:trace>
  <inkml:trace contextRef="#ctx0" brushRef="#br0" timeOffset="-77236.56">11734 13024 758 0,'-9'0'0'0,"-1"0"0"0,2 1 0 0,3 2 0 0,-2-2 0 0,3 0 0 15,2 4 259-15,-1-2-113 0,3 5-56 0,0 4 126 0,0 2-95 16,0 4-44-16,0 2 296 0,0 6-170 0,0 0-86 0,0 2-33 16,0 3 32-16,3-1-41 0,-3-2-22 0,2 0 1 15,0-2-371-15,0-4 182 16,1 2 81-16,3-2-545 0,-3-3 294 0,3-2 163 15</inkml:trace>
  <inkml:trace contextRef="#ctx0" brushRef="#br0" timeOffset="-76692.86">11907 13090 855 0,'-2'0'0'0,"2"0"0"0,0 0 0 0,-3 0 0 0,3 0 0 0,0 0 0 0,0 0 0 0,-1 1 144 0,1 8-55 0,0 1 215 0,-2 7-135 15,2 2-60-15,-2 4-43 16,2 3 133-16,-2 0-83 0,2 0-42 0,0 0-20 15,0-5 22-15,0 3-7 0,0 1-36 0,0-3-127 16,0-1 64-16,4-2 31 0,-1-1 9 0,6 2-378 16,-2-6 200-16,0 4 91 0,3-6-611 0</inkml:trace>
  <inkml:trace contextRef="#ctx0" brushRef="#br0" timeOffset="-76294.92">12281 13469 781 0,'0'-7'0'0,"0"3"0"0,0 1 0 0,-2-2 0 0,-5-1 0 0,6 0 0 0,-5 1 0 0,1-1 128 16,-3 2-51-16,3 1-23 0,-3-1 118 0,-1 2-69 0,-2 0-35 0,1 2 7 15,-3 0 75-15,-2 0-59 0,-2 0-28 0,0 6 60 16,0 3-45-16,-2 1-14 0,-1 4-9 0,1 3 179 16,2 2-101-16,-2 4-50 0,2 5 189 0,2 2-111 15,0 10-69-15,2-3-29 16,4 4 210-16,3 0-120 0,6 1-60 0,0-4-22 15,0 10 138-15,8-5-33 0,10 3-176 0,7-3 0 16,3 4 0-16,6-2 0 0,1 1 0 0,3-2 0 16,0 0 0-16,1-4 0 0,0-3-450 0,0-4 266 15,3-1 75-15,-2-6 66 0,1-1-896 0,-1-5 454 16</inkml:trace>
  <inkml:trace contextRef="#ctx0" brushRef="#br0" timeOffset="-74636.55">12923 13913 1181 0,'0'-8'0'0,"0"-2"0"0,2-1 0 0,0-2 0 0,0-1 0 0,-1 0 0 0,-1-2 0 0,0 2 0 0,0-2 76 0,0 3-22 0,0 2 8 16,0-1-13-16,-5 2-16 0,-3 4-1 0,-1-2 1 15,-4 3-24-15,-1 3 32 0,0-1-9 0,-4 3-29 16,2 0-1-16,-3 0 31 0,-4 10 0 0,5 4 29 16,-5 0-29-16,2 1-11 0,3 2 41 0,2 1-4 15,2-3-29-15,2 3 7 0,3-2 23 0,3-3 3 16,4 1-31-16,2-1 1 16,0 1 41-16,2-2-33 0,9 2-8 0,6-1-23 15,0-2 1-15,0 0 22 0,4 3-50 0,-1-3 33 16,-1 0-8-16,0 3 25 0,0-2-45 0,-7 4 16 15,2-2 0-15,-7 4 13 0,-1 0-8 0,-4 0-2 16,-2 3 12-16,0 4-21 0,-9-2 108 0,-4-4-39 16,-8 4-26-16,0-4 41 0,-1-1-27 0,-1-4 10 15,2-3-195-15,-2 1 85 0,5-4 33 16,3-5 5-16,6-1-391 0,0-2 191 0,5 0 101 16,4 0 30-16,0-7-224 0,16-11 126 15,7 0 70-15,9-9 36 0</inkml:trace>
  <inkml:trace contextRef="#ctx0" brushRef="#br0" timeOffset="-74466.98">13079 14004 917 0,'11'-3'0'0,"0"2"0"0,-5-1 0 0,-2 2 0 0,-1 0 0 0,-1 0 142 0,0 3-59 0,2 10-25 0,-2 3 367 16,-1 1-197-16,1 4-97 16,0 0 137-16,0 1-122 0,-2 6-57 0,2-3-28 15,-2-5-172-15,1 4 72 0,2-3 44 0,1-4-9 16,0-2-399-16,-1-6 218 0,-1-2 108 0,0-2 56 15,0-5-307-15,-1 0 165 0,1-13-38 0</inkml:trace>
  <inkml:trace contextRef="#ctx0" brushRef="#br0" timeOffset="-74133.88">13257 13521 919 0,'10'4'0'0,"-1"11"0"0,0 2 0 0,-3 5 0 0,2 3 0 0,-1 5 0 0,0 9 209 15,1-3-80-15,0 11-53 0,-3-1 60 0,1 5-51 16,-3 0-27-16,1 0 1 0,-2-6-78 0,-1 9 22 16,2-10 0-16,-3-9-30 0,0-3 29 15,0-11 1-15,0-6 38 0,0-5-92 0,0-3 41 16,0-5 22-16,0-2-58 0,0-2 30 0,0-11-10 16,0-6-3-16,6-3 88 0,5 1-27 15,2-2-5-15,2 1 108 0,0 8-53 0,4-2-35 16,0 2-4-16,-1 7 43 0,3 1-15 0,-2 6-20 15,-3 0 83-15,5 9-55 0,-6 11-24 0,-1 6 1 16,-3 3 110-16,-2 5-66 0,-3 2-26 0,0 2-8 16,-3-3 34-16,1-5-34 0,-1-5 0 0,-1-3-33 15,2-7-146-15,-2-2 69 0,0-5 38 0,0-3-462 16,0-4 231-16,0-1 132 16,0-11-248-16,1-14 167 0,3-1 38 0,-4-6 57 15,1-9-367-15,-1 4 204 0</inkml:trace>
  <inkml:trace contextRef="#ctx0" brushRef="#br0" timeOffset="-73876.56">13607 13544 909 0,'1'-23'0'16,"7"4"0"-16,1 7 0 0,3-2 0 0,-1 0 0 0,2 3 0 0,4 3 0 0,0 0 407 0,1 2-188 0,1 3-93 0,-2 0-38 0,0 3 141 0,-2 0-98 16,0 3-49-16,-2 9-86 15,-3 3 1-15,-5 3 44 0,-1 1-8 0,-2 3-67 16,-2 4 33-16,0-1 1 0,-9-1-74 0,-3-5 61 15,-1 1 20-15,0-3-1 0,-2-2-72 0,2-3 45 16,1-3-29-16,5-3 155 0,0-1-52 0,1 0-17 16,2-5-37-16,4 1 269 0,-2-1-124 15,2 0-34-15,0 0-28 0,0 0-24 16,10 0 0-16,4 0-26 0,4 0 28 0,0 0 8 16,3-1-36-16,0-2 1 0,1 1-240 0,1 1 121 15,-1-2 59-15,1 2 38 0,-3 1-667 0,-1 0 279 16,2 0 177-16</inkml:trace>
  <inkml:trace contextRef="#ctx0" brushRef="#br0" timeOffset="-73676.11">13966 13895 1364 0,'-7'9'0'0,"4"0"0"0,-1-3 0 0,2-2 0 0,2-2 0 0,0-2 0 0,2 0 485 0,17 0-231 0,5 0-110 0,4 0-56 16,4 0 116-16,4-4-86 0,2-2-34 0,-5 1-28 15,1-1 0-15,-2 3-23 0,-2 0 0 0,-3 0-361 16,-5 1 189-16,-2 2 81 0,0 0-429 0,-8 0 256 16,-2 0 130-16,-1 0-18 0,-5 0-383 0,0 0 238 15,-4 0 116-15,0 0 58 0</inkml:trace>
  <inkml:trace contextRef="#ctx0" brushRef="#br0" timeOffset="-73474.63">14235 13506 2618 0,'-7'-4'0'0,"2"4"0"0,-1 0 0 0,0 0 0 0,0 10 0 0,1 11 0 0,-1 5 0 0,1 13 0 0,-1 4 0 0,-2 5 0 0,1 6 0 0,1 1 0 0,-1 11 0 0,4-5 259 0,0-9-113 16,3 7-57-16,0-5 79 0,0-1-72 0,3-6-32 16,7-4 1-16,3-11-158 0,6 0 62 15,-2-10 41-15,6 3-145 0,-1-10 84 0,1-6 41 16,-3-5 22-16,5-4-496 0,-2 0 188 0,3-4 147 15,-2-11-537-15,0-4 327 0,-1-4 162 0</inkml:trace>
  <inkml:trace contextRef="#ctx0" brushRef="#br0" timeOffset="-73317.29">14609 14022 1045 0,'5'0'0'0,"-2"0"0"0,3 3 0 0,-3-2 0 0,3 2 0 0,1-2 0 0,3 1 515 0,3 0-241 0,2 0-113 0,2 0 134 15,4 0-131-15,-1-1-65 0,6-1-34 0,-5 0 82 16,7 0-62-16,-1 0-26 0,-1 0-465 0,0-1 220 16,2-5 109-16,-5 2 63 0,5-4-718 0</inkml:trace>
  <inkml:trace contextRef="#ctx0" brushRef="#br0" timeOffset="-72918.16">15597 13905 988 0,'-2'-15'0'0,"2"-2"0"0,0-1 0 0,0-1 0 0,-4 1 0 0,1 2 0 0,-3 3 0 0,-3 1 201 0,-1 3-88 0,-4 2-41 15,-2 6 17-15,-4 1-28 0,-3 0 0 0,-1 15-20 16,-3 4 15-16,5 0 1 0,-2 4-24 0,3-2-1 16,8-2 155-16,-1 0-69 0,7-2-46 0,5 0 103 15,2-4-71-15,0-2-36 0,6 1 1 0,9-2 1 16,7 1-37-16,3-4 0 16,-1 0-32-16,5 2 0 0,-3-2 32 0,-6 3 7 15,8 4-121-15,-12-2 56 0,2 2 29 0,-4 3 0 16,-5-2-118-16,-2 3 46 0,-5-1 38 0,-2 2 6 15,0 0 0-15,-6-3 23 0,-6 2-34 0,-6-3 109 16,0-5-38-16,-3 3-3 0,0-8-66 0,1 2 30 16,1-3 10-16,5-2 17 15,0-2-359-15,3 0 162 0,5 0 80 0,6 0 38 0,0-9-487 0,2-3 259 16</inkml:trace>
  <inkml:trace contextRef="#ctx0" brushRef="#br0" timeOffset="-72758.58">15795 14014 1491 0,'9'-2'0'0,"3"2"0"0,-3 0 0 0,-4 0 0 0,-1 0 0 0,-2 4 0 0,-1 5 0 0,1 0 0 0,-2 4 451 0,0 0-209 0,0 3-105 15,0-2 27-15,0-1-66 16,0 0-25-16,0 3-7 0,0-7-189 0,0 1 78 16,0-3 39-16,0 0 0 0,0-3-416 0,0 0 223 15,0-4 116-15,2 0-582 0,0 0 323 0</inkml:trace>
  <inkml:trace contextRef="#ctx0" brushRef="#br0" timeOffset="-72400.54">15919 13360 583 0,'7'0'0'0,"4"0"0"0,-1 8 0 0,-3 3 0 0,0 10 135 0,-1 1-51 0,0 7-25 0,2 5-1 16,-1 4 33-16,0 9-34 0,0-2 1 0,-2 4-26 15,-1 2-35-15,-1 2 0 0,-1-8 44 0,0 6-77 16,0-7 34-16,0-8 0 0,-2-1 100 0,0-2-34 16,0-9 9-16,0-2-41 0,0-9 122 15,0-4-61-15,0-2-30 0,0-5 0 0,0-2 9 16,0 0-9-16,0-6-30 0,1-13 53 16,3 0-27-16,4-5 0 0,1 7-18 0,0-4-76 15,3 3 34-15,-1 3 0 0,2 1 4 0,-1 7 8 16,1-1 22-16,-1 6 0 0,0 2 44 0,-1 0-21 15,3 6-1-15,-3 11-35 0,1 7 214 0,-3 3-101 16,-2 5-50-16,0 1 78 0,2 0-65 0,-2 4-23 16,-2-6-8-16,3 0-1 0,-3-8-31 0,1 0 0 15,0-7-305-15,-2-7 160 16,-1-1 68-16,-1-4 39 0,3-4-661 0,-1 0 331 16,3-10 117-16,-4-9 93 0,1-7-462 0</inkml:trace>
  <inkml:trace contextRef="#ctx0" brushRef="#br0" timeOffset="-72109.28">16407 13341 1183 0,'7'-2'0'0,"1"2"0"0,2 0 0 0,-7 0 0 0,1 6 0 0,-2 4 0 0,-2 8 215 0,0 2-96 0,-2 3-43 15,-8 1 53-15,-3 1-47 0,0 1-26 0,2-5 10 16,-6 5-84-16,5-7 26 0,0-1-1 0,1-2 47 15,-1-3 0-15,5-5-13 0,1-1-9 0,4-3 65 16,-1-3-32-16,3 1 0 0,0 1 98 0,1-3-57 16,12 0-41-16,6 0 1 0,3 0 96 0,3 0-64 15,-1-3-33-15,-3 1 8 16,9 2-72-16,-10 0 0 0,9 0 32 0,-8 0-256 16,2 0 128-16,-4 0 72 0,1 0 24 0,-1 0-190 15,-5 0 77-15,-1 2 65 0,-3 1-522 0,-3 0 261 16,-3-1 141-16,0-1 68 0,-2 1-313 0,-2-2 189 15</inkml:trace>
  <inkml:trace contextRef="#ctx0" brushRef="#br0" timeOffset="-71939.41">16556 13286 1520 0,'-9'0'0'0,"8"4"0"0,1 2 0 0,-4 1 0 0,2 4 0 0,2 1 0 0,0 3 0 0,0 4 0 0,0 3 274 0,0 10-125 16,2 2-58-16,0 8 184 0,3-3-120 0,0 2-62 15,-3-2-59-15,0 10-1 0,-1-6 0 0,1 3-1 16,-2-4-309-16,0 2 154 0,0-8 87 0,2-3 30 16,0-2-505-16,0-9 211 15,1-2 154-15</inkml:trace>
  <inkml:trace contextRef="#ctx0" brushRef="#br0" timeOffset="-71742.88">16728 13877 1267 0,'4'7'0'0,"7"0"0"0,4-5 0 0,4-2 0 0,3 0 0 0,4 0 0 0,8 0 148 16,8-6-57-16,-3-1-30 0,0-2 333 15,3-1-181-15,-8 0-82 0,5-1-53 0,-4 1-25 16,-1 2 1-16,-4 1-22 0,-3-1-294 16,-7 3 156-16,-1 1 65 0,-6 3 37 0,-2-1-401 15,-5 1 219-15,-4-2 45 0,-2 1-330 0,0 1 221 16,-6-3 109-16,-7-5 54 0</inkml:trace>
  <inkml:trace contextRef="#ctx0" brushRef="#br0" timeOffset="-71557.38">17083 13391 777 0,'0'-2'0'0,"0"2"0"0,0 0 0 0,0 4 0 0,0 15 0 0,0 4 0 0,-8 11 459 0,0 5-213 15,1 8-107-15,-2 4 421 0,-1 13-268 0,1-4-129 16,3 1-66-16,1-1 261 0,1-7-163 0,4 2-73 15,0-2-61-15,0-7 0 0,6-3-28 0,5-12 0 16,6-2-332-16,-3-10 174 0,11-2 75 16,3-3 41-16,4-10-257 0,6-4 149 0,-3-13 75 0,-8-3-705 15,4-5 362-15</inkml:trace>
  <inkml:trace contextRef="#ctx0" brushRef="#br0" timeOffset="-70966.83">17449 13485 890 0,'6'-9'0'16,"10"9"0"-16,10 0 0 0,5 9 0 0,-1 3 0 0,-2 1 0 0,0 3 307 0,-1 5-138 0,-5 4-67 0,2 7-35 0,-8-1 72 15,0 9-57-15,-6 1-25 0,-5 1 0 0,-3 2 15 16,-2 4 0-16,-2 0-31 0,-13 4-26 16,-7-2 17-16,-4 0 1 0,-3 1-33 0,-4-4 0 15,-3-1 41-15,-2-10-8 0,2-1-105 0,1-7 53 16,6-10 20-16,-1-3 0 0,9-5-281 0,5-4 122 15,7-3 78-15,3 0 8 0,6-3-294 0,2 0 166 16,17-3 76-16</inkml:trace>
  <inkml:trace contextRef="#ctx0" brushRef="#br0" timeOffset="-70323.7">18275 14115 655 0,'10'-12'0'0,"-1"-1"0"0,-2-1 0 0,-3-5 0 0,-2-2 0 0,-2 0 0 0,0 1 254 0,0-1-110 0,-6 2-56 0,-3 0 138 16,0 1-105-16,-3 2-31 0,-1 4-34 0,0 4 43 15,-2 2-33-15,-4 5 0 16,-1 1-56-16,-1 11 31 0,0 8-8 0,-3 15 0 16,5 1 22-16,2 6 0 0,4 2-23 0,6-3 9 15,0 8 83-15,7-10-45 0,0-1-24 0,3-3 1 16,8-7 70-16,4-8-39 0,4-2-31 0,2-6-44 15,-3-8-1-15,3-3 22 0,4 0-76 0,-4-13 47 16,0-13-9-16,4-10 38 0,-2-3-274 0,-5-6 124 16,3-4 68-16,-2-4 15 0,-1 1-129 15,0-1 49-15,-4-1 51 0,-2 1-162 0,-1-4 96 0,-4 2 40 16,1-9 32-16,-4 2 1 16,0 0-1-16,0 9 25 0,-3-2 46 0,-1 18-32 15,0 7 9-15,0 11-24 0,0 5 251 0,0 4-125 16,0 8-63-16,-1 2-18 0,-5 21 128 0,-2 12-43 15,-1 11-50-15,-2 12 24 0,4 8-31 0,-4 5 55 16,4 6-39-16,0 4 128 0,3 2-75 0,0-2-39 16,4-4 240-16,0-11-131 0,1 9-77 15,15-24-35-15,1-2-166 0,5-5 66 16,-3-14 33-16,1-7 8 0,3-7-118 0,5-8 71 16,-3-6 36-16,3-4-292 0,1-25 154 0,-1-6 35 15,0-8 53-15,6-10-268 0,-4-3 143 0,0-4 73 16,-2-5-119-16,0-5 87 0,-2-3 57 0,0-16 23 15,-3 5-145-15,0-2 85 0,2 0 42 0,-7 18 13 16,1 3 45-16,-5 19-16 0,-3 13 0 16,-6 9 0-16,-1 12 132 0,-3-1-63 0,-1 12-34 0,0 1 403 15,-5 19-218-15,-11 14-66 0,6 2 313 16,-6 14-184-16,3 9-109 0,6 5-54 16,2 3 198-16,5 5-126 0,0-7-55 0,0 15-40 15,0-7 148-15,3-6-90 0,8-4-45 0,0-9-76 16,1 2 8-16,2-6 24 0,0-5-1 0,-3-6-313 15,0-3 156-15,-1-12 79 0,-1-5-507 0,-2-8 280 16,1-4 79-16,2-6 91 0,-5 0-468 0,3-18 269 16,-5-3 127-16</inkml:trace>
  <inkml:trace contextRef="#ctx0" brushRef="#br0" timeOffset="-70164.71">18581 13715 1594 0,'-15'0'0'16,"15"0"0"-16,0 0 0 0,15 0 0 0,8 0 0 0,9 0 0 0,9 0 0 0,17-2 182 0,4-6-74 0,-2 1 406 0,16-2-244 15,-9 3-119-15,-10 3-59 0,1 3-206 0,-4 0 73 16,-9 0 46-16,8 0-9 0,-10 0-784 0</inkml:trace>
  <inkml:trace contextRef="#ctx0" brushRef="#br0" timeOffset="-60460.32">19676 13882 887 0,'-5'-2'0'0,"1"-1"0"0,4 2 0 0,-1 1 0 0,-2 0 183 15,3-1-67-15,0 1-45 0,0 0-1 0,0-2 85 0,0 2-61 16,8-2-31-16,5 0 9 0,2 1 116 0,2 1-78 16,2-4-39-16,-1 4 1 0,1 0-14 0,0 0 7 15,0 0-32-15,-2 0-93 0,-3 0 46 0,2 0 23 16,-5 0 9-16,0 0-249 15,-3 0 132-15,-1 0 56 0,-1 0-433 0,-4 0 207 16,-1 0 117-16,1 0 39 0,-2 5-131 0</inkml:trace>
  <inkml:trace contextRef="#ctx0" brushRef="#br0" timeOffset="-60279.8">19699 14089 1519 0,'-10'6'0'0,"3"4"0"0,3 1 0 0,2-3 0 0,1-4 0 0,1 1 0 0,0-1 0 0,0 2 0 0,3-1 0 0,10-1 233 0,3 0-100 16,0-2 182-16,3-1-146 0,0-1-68 0,1 0-34 16,-1 0-130-16,2 0 47 0,-1 0 33 0,0 0-8 15,-2 0-351-15,-1-1 188 0,0-1 93 0,-2-1 47 16,1 2-215-16,-2 0 85 0,-1 1 81 0,1-3-524 16</inkml:trace>
  <inkml:trace contextRef="#ctx0" brushRef="#br0" timeOffset="-59893.8">20439 13493 1138 0,'0'-6'0'0,"-3"4"0"0,-6 1 0 0,0 1 0 0,-3 0 0 0,-2 6 0 0,-1 8 230 0,-2 12-103 0,1 7-47 0,-2 4 218 0,-3 8-132 0,1 13-67 16,3-5-25-16,-4 14 141 15,3 0-91-15,2-4-45 0,3 0 86 0,4 0-67 16,6-9-24-16,0 4-8 0,3-3 5 0,0-6 1 16,0-5-39-16,10-11 8 0,3 1-32 0,2-6 1 15,2-7 23-15,-2-5-40 0,3-4 0 16,3-5 48-16,0-3-8 0,-1-4-133 0,1 0 52 0,0-11 38 16,-4-9-173-16,-2-5 95 15,-2-3 23-15,-2-5 31 0,-3 1-104 0,-4-2 59 16,-2 3 11-16,-2-3-6 0,0 3 10 0,-4 2 0 15,-8 2 31-15,-3 4 8 0,-2 3-8 0,1 7-8 16,-5 5 102-16,1 0-47 0,-3 5-24 0,0 3 1 16,2 0 116-16,3 0-69 0,1 5-13 0,4 2 1 15,3-2-45-15,1 3 13 0,3-2 20 0,1 1-15 16,5-1-321-16,0 2 153 0,0 1 73 0,7-3-216 16,9 1 140-16,2-4 61 0,6 4 44 0</inkml:trace>
  <inkml:trace contextRef="#ctx0" brushRef="#br0" timeOffset="-59418.02">20903 14041 987 0,'7'-19'0'0,"-3"3"0"0,-2-3 0 0,0 0 0 0,-2-2 0 0,0 0 0 0,0 3 0 0,-8 1 0 0,1 1 123 0,-3 0-37 0,1 1 28 0,-2 4-40 15,-3 0-1-15,2 2-40 0,-4 3 79 0,0 4-32 16,-3-1-8-16,0 3-39 0,-2 3 70 0,0 14-35 16,1 5 0-16,-1 7-27 0,-1 10 100 0,3 0-54 15,0 5-28-15,5 2 123 0,2-3-67 16,3 12-45-16,5-10 0 0,4 0 37 0,0-9-37 0,0 0 0 16,11-3 27-16,6-4-37 0,0-6 1 0,4-8-28 15,-5-2-67-15,5-5 34 16,0-4 8-16,1-4 25 0,2 0-175 0,-3-4 87 15,0-12 44-15,-2-7-248 0,2-5 134 0,-2-8 31 16,-3-1 44-16,-3-2-184 0,1-3 101 0,-3 0 50 16,-3 8-1-16,-3-1 29 0,1 3 1 0,-4 12 21 15,-1 3 67-15,-1 5-34 0,0 4-8 0,0 5-25 16,0 2 300-16,0 1-133 0,0 3-80 0,-3 19 282 16,-3 6-158-16,1 2-45 0,0 6-53 15,2 0 185-15,3 3-115 0,0 0-59 16,0-1 18-16,0-4-41 0,8-4-1 0,1-2-35 15,4-1-72-15,-2-8 36 0,4 0 9 0,-1-4 28 16,-2-3-372-16,1-1 187 0,1-6 92 0,-1-2-537 16,-1-3 280-16,0 0 125 0,-1 0-277 0,1-5 218 15,-1-13 109-15,3-2 55 0,-3-7-296 0,-1-1 179 16,2-11 86-16</inkml:trace>
  <inkml:trace contextRef="#ctx0" brushRef="#br0" timeOffset="-59088.07">21171 13500 1132 0,'0'-9'0'0,"0"2"0"0,0 1 0 0,3-1 0 0,4 1 0 0,4 2 0 0,0 1 0 0,4 2 366 0,0 1-159 0,1 0-91 16,-2 0 92-16,2 11-88 0,-2 1-44 0,0 3-21 16,-3 2-44-16,-4 1-8 0,1 3 30 0,-2 0 0 15,-4 3-41-15,-2-1 28 16,0 5-8-16,-2-4 21 0,-7 0-122 0,-5-4 61 15,1-3 30-15,-4 2-56 0,1-6 35 0,-2-2-21 16,2-2 166-16,0-2-68 0,7-1-26 0,-3-2-13 16,5 0 305-16,2-4-139 0,3 2-79 0,0-2-28 15,2 0 111-15,0 2-71 0,4-1-46 0,8 4 0 16,7-2-3-16,1 1 0 0,3 0-36 16,-2-1 65-16,4 1-37 0,-2-1 136 0,-2 0-413 15,2-2 192-15,-4-1 29 0,0 0 7 0,-4 0-241 16,0 0 131-16,-5 0 31 0,-1 0 44 15,-2 0-444-15,-1 0 213 0,-3-1 100 0,-1-2 61 16,1 3-177-16,-1 0 118 0</inkml:trace>
  <inkml:trace contextRef="#ctx0" brushRef="#br0" timeOffset="-57119.04">22075 13634 509 0,'0'-8'0'0,"0"-2"0"0,0 0 0 0,0 0 0 0,0 1 0 0,0 1 0 0,0 1 0 0,0 1 33 0,0 3-1 15,0-1 1-15,0 2 35 0,0 0 0 0,0 0-27 16,-2 0 27-16,-1 2 0 0,-2 0-35 0,1 0 0 16,-1 0 25-16,1 0 7 0,-3 0-32 15,0 6 0-15,-3 3 41 0,1 7-21 16,-2 4 36-16,-1-1-20 0,-1 10-9 0,1-2-27 0,-1 3 0 0,3 2 69 16,-2 2-34-16,1 2 7 15,0-1 63-15,-1 8-53 0,5-4-26 0,-1 1 0 16,5 0 100-16,1-5-54 0,2 11-41 0,0-8 0 15,0 5 14-15,0-4-23 0,5 2 1 0,4-5 16 16,4 6-7-16,1-3-32 0,-1-6 0 0,4 1-51 16,-1-2 34-16,4-5-8 0,-1 2-64 0,-3-6 44 15,1-1 23-15,-2-5 0 0,0 1-70 0,-2-4 38 16,1-1 21-16,-3-1-13 0,-4-5-34 16,0 1 10-16,0-3 0 0,-4-1-128 0,1-2 67 15,-2-1 41-15,0 2 21 0,1-2-331 16,1-1 159-16,1 3 92 0,6-1-488 0</inkml:trace>
  <inkml:trace contextRef="#ctx0" brushRef="#br0" timeOffset="-54688.63">22316 13998 953 0,'-9'0'0'0,"6"0"0"0,1 0 0 0,0 0 0 0,2 0 0 0,0 0 0 0,0 0 105 15,0 0-36-15,2 0 283 0,14 0-160 0,2 0-80 0,3 0-31 16,7-1 277-16,0-3-163 16,2-1-81-16,2 4-41 0,0-3 143 0,2 0-83 15,-2 0-55-15,1 1-12 0,-1 1 0 0,0-2-34 16,-2 3 1-16,-7-1-36 0,7-1 14 0,-12 2-1 15,3-3-222-15,-2 2 122 0,-6-1 62 0,-2 0 38 16,-1 0-504-16,-3 1 244 0,-1 0 67 0,-4 1 79 16,0-2-441-16,-1 3 260 15,-1 0 127-15</inkml:trace>
  <inkml:trace contextRef="#ctx0" brushRef="#br0" timeOffset="-54315.99">22482 14141 969 0,'-17'5'0'0,"4"1"0"0,4 1 0 0,-1-1 0 0,3-2 0 0,3-2 0 0,1-2 66 0,3 0 151 16,0 2-85-16,2 2 169 0,10-1-135 0,7-1-66 15,6 2-34-15,-2 0 0 0,-3 1 144 0,1 1-93 16,2 1-42-16,-3 1 9 16,-1 3-25-16,-5-2-1 0,0 3-78 0,-5 3 22 0,-2-1 0 15,-5 2 31-15,1 1 0 0,-3-1-69 16,-5 2 42-16,-9 3-137 0,-5-5 80 15,-3 1 13-15,-1-3 29 0,-2-1-33 0,3-6-60 16,-8 2 27-16,6-5 96 0,1-1-11 0,0-1-26 16,4 0-15-16,5-2 281 0,3 0-124 0,1 0-63 15,4 0 254-15,3 0-144 16,3 0-64-16,0 0-30 0,0 3-8 0,12-2-75 0,11 1 0 16,4 0 36-16,3-2 66 0,3 0-24 15,1 0-9-15,2 0-32 0,2 0-43 0,-1 0 21 16,-3-4 1-16,-2-2-163 0,-4 1 88 15,-5 3 48-15,-3-1 24 0,-1 1-383 0,-4 2 167 0,-4 0 98 0,-1 0-183 16,-3 0 129-16,-4 0 66 0,1 0-393 16,1 0 229-16,-2 0 106 0,-1 0 65 0,2 0 29 0</inkml:trace>
  <inkml:trace contextRef="#ctx0" brushRef="#br0" timeOffset="-54064.14">22552 13361 1333 0,'-9'-7'0'0,"5"4"0"0,2 0 0 0,0 2 0 0,2-1 0 0,0 2 0 0,0 0 274 0,0 0-121 0,0 15 85 16,0 5-103-16,2 1-43 0,2 11-33 0,1 0-1 0,-1 3-23 15,0 3-3-15,-3-1 1 0,1 0-62 0,1-2 27 16,-1-3-1-16,0 0-302 0,-1-4 168 0,-1-2 85 0,2-5-219 16,0 2-157-16,2-2 165 0</inkml:trace>
  <inkml:trace contextRef="#ctx0" brushRef="#br0" timeOffset="-53843.73">23068 13968 1403 0,'0'0'0'0,"0"0"0"0,0 4 0 0,0 1 0 0,0 1 0 0,0 2 0 0,0 1 226 0,0 0-100 0,0 1-47 15,0 0 127-15,0 1-86 0,2-3-36 0,-2 7-30 16,2-2-152-16,-2-5 65 0,2 3 33 0,0-5-163 15,0 2 106-15,-1-1 41 0,1-1-576 16,3-3 291-16</inkml:trace>
  <inkml:trace contextRef="#ctx0" brushRef="#br0" timeOffset="-53631.29">23437 13934 1729 0,'0'0'0'0,"0"0"0"0,7 0 0 0,0 0 0 0,3 0 0 0,1 0 0 0,3 0 295 16,2 0-135-16,5 0 101 0,4-1-114 0,-2-6-57 0,2 2-29 15,-4 2 86-15,4-2-61 0,-3 4-27 16,-1-3-256-16,0 1 115 16,-5 2 57-16,1-1-478 0,-2 2 264 0,-3 0 135 0,-3 0 69 15,0 0 34-15,1 0-744 0</inkml:trace>
  <inkml:trace contextRef="#ctx0" brushRef="#br0" timeOffset="-53260.74">23516 14090 1058 0,'-12'0'0'0,"5"1"0"0,1-1 0 0,3 0 0 0,1 0 0 0,2 0 0 0,0 0 0 0,2 0 446 0,9 0-207 0,6-1-94 0,1 0-61 16,3-1 261-16,2-1-157 15,-3 3-23-15,3 0-66 0,-2 0-25 0,-3 6-59 0,-1 5-41 16,-2 4 30-16,-1 2-1 0,-5 2 38 0,-4 2-122 16,-1 6 56-16,-4-3 30 0,0 0-266 15,0 1 147-15,-8-5 25 0,-6 5-148 0,-3-7 82 0,-4-1 63 16,-1-2 22-16,-5-2 68 16,2-3-8-16,-4-3-23 0,2-4 1 0,4 0 242 0,0-3-122 15,4 0-60-15,-1 0-38 0,9 0 214 16,1 0-82-16,4-3-66 0,1 2 407 0,4-1-216 15,1 2-98-15,0-1 24 0,8 1-70 0,8 0-36 0,9 0 79 16,1 0-56-16,6 0-21 0,0 0 137 16,3 0-206-16,1 0 0 0,-2 0 0 15,0 0 0-15,-2 1-518 16,-2-1 337-16,-2 0 106 0,-2 0 55 0,-5 0-2 0,-1 0-308 16,-1 0 106-16,-3 0 104 0,-4 0-552 0,-2 0 320 15,2 0 160-15,-7 0 79 0</inkml:trace>
  <inkml:trace contextRef="#ctx0" brushRef="#br0" timeOffset="-53027.36">23268 13410 1249 0,'-15'-14'0'0,"9"9"0"0,6 3 0 0,0 1 0 0,0-1 83 0,11 0-25 0,10 0-1 0,7-1 344 15,8-1-189-15,7 2-89 0,0 0-45 0,2 0 131 16,4 1-88-16,-10 1-36 0,12 0-85 16,-15 0 0-16,3 0 33 0,-5 0-1 0,-2 3-243 0,-8 3 129 15,-1-3 54-15,-5 3 30 16,-6-3-219-16,-3 1 124 0,-3 0 72 0,-3 0-645 16,-3-3 316-16,0 4 159 0</inkml:trace>
  <inkml:trace contextRef="#ctx0" brushRef="#br0" timeOffset="-52836.87">23561 13339 1364 0,'-4'4'0'0,"0"1"0"0,4 2 0 0,-2 6 0 0,2-1 0 0,-1 5 0 0,-3 6 268 16,1 0-109-16,1 5-68 0,-1 1 175 0,-1 1-117 0,1 3-58 15,1-3-30-15,0 1 9 0,0-1-81 0,2-1 22 16,0-3 0-16,0-3-349 0,0-3 186 0,2-3 100 0,5-4 39 15,-1-7-561-15,5 0 298 16,0-6 77-16,-2-3-280 0</inkml:trace>
  <inkml:trace contextRef="#ctx0" brushRef="#br0" timeOffset="-52680.45">23670 13433 785 0,'4'-4'0'0,"1"2"0"0,1 2 0 0,-1 0 0 0,2 2 0 0,-2 9 408 0,0 6-188 0,-1 4-94 0,-2 1 284 15,1 4-193-15,-1 5-92 0,-2 1-46 0,0 2-23 16,0 1 20-16,0-1-14 0,0-2-8 0,0 0-310 16,0-2 145-16,0-3 71 0,2-4 37 0,2-4-549 15,4 1 288-15</inkml:trace>
  <inkml:trace contextRef="#ctx0" brushRef="#br0" timeOffset="-52400.84">24143 13876 1182 0,'0'0'0'0,"0"0"0"0,0 0 0 0,7 4 0 0,5-2 0 0,-3 0 564 0,0 0-266 15,5 2-125-15,1-3-74 0,4 1 389 0,1 0-228 16,3 0-114-16,1-1-56 0,-3-1 97 0,6 3-81 15,-6-2-36-15,6 1-61 0,-6-1 1 0,-1 2 23 0,1 1 8 16,-2-1-193-16,-3 3 92 0,0-2 46 0,-2 1 24 16,-5-1-167-16,0 1 104 0,-4-4 38 0,-1 1-263 15,-2 0 133-15,-1-2 17 0,0 0 48 0,-1 0-98 16,0 0 76-16,0 0 35 16,-4-2-204-16,-2-4 120 0,-7-5 58 0</inkml:trace>
  <inkml:trace contextRef="#ctx0" brushRef="#br0" timeOffset="-50356.08">24902 13875 695 0,'0'0'0'0,"0"0"0"0,0 0 0 0,-2 0 0 0,2-2 0 0,0 2 144 0,0 0-55 0,0 0 83 0,0 0-70 16,0 0-26-16,8 0-8 0,8 0 120 0,9 0-77 16,-1 0-40-16,6 0 1 15,0 0 101-15,4 0-74 0,-2 0-33 0,-2 0 7 16,2 0-40-16,-4 0 0 0,-3 0 8 0,1 0-80 16,-4 0 36-16,-1 0 0 0,-2-2-42 0,-2 2 40 15,-4-2 7-15,-2 2 31 0,-2-1-307 0,-3-3 144 16,0 4 35-16,-4 0 49 0,0-1-378 0,-2 1 200 15,0-2 95-15</inkml:trace>
  <inkml:trace contextRef="#ctx0" brushRef="#br0" timeOffset="-49990.23">25154 13897 1055 0,'-9'4'0'0,"6"0"0"0,-1 1 0 0,-1-2 0 0,1 2 0 0,-1-2 0 0,-3 5 0 0,0-1 0 0,1 3 0 0,-1 1 245 0,1 0-110 0,-5 4-51 0,1 2-26 16,-2 2-53-16,-2 2 28 0,1-3 8 0,-2 7-83 15,-1-3 37-15,2-5 0 16,0 0 38-16,0-3-56 0,1 1 36 0,2-4-9 16,3-4 65-16,-2 1-31 0,6-2-11 0,0-1-37 15,1-3 226-15,2-1-97 0,0 2-47 0,2-3-9 16,0 2 138-16,0 1-75 0,2 1-51 0,9-3 84 15,5 4-63-15,0-4-32 0,5 2 53 0,0 0-33 16,4 0-30-16,2-3 0 0,-3 0-5 16,2 3-16-16,-1-2-1 0,-2 2 9 15,-1-3-39-15,1 1 0 0,-2 1 31 0,-3-2-1 16,1 2-150-16,-6-2 84 0,2 0 29 0,-5 0-366 16,0 0 187-16,-1 0 58 0,-4 0 59 0,1 0-420 15,-3-2 230-15,1 0 113 0,-1-3-322 0,-1 2 216 16,1-4 109-16,-1-1 46 0</inkml:trace>
  <inkml:trace contextRef="#ctx0" brushRef="#br0" timeOffset="-49757.86">25161 14016 975 0,'-9'-7'0'0,"0"2"0"0,4 1 0 0,0 2 0 0,-1 1 0 0,3-1 0 0,-1 2 0 0,1 0 254 0,2 0-111 16,1 11 257-16,0 5-176 0,0 7-99 0,0 5-47 15,0 2 214-15,0 6-130 0,1 2-65 0,4 1-23 16,0 4-7-16,-2-7 0 0,3 3-34 16,-2-1-68-16,-1 0 33 0,2-3 9 0,-3-1 26 15,0-2-257-15,0-4 128 0,-2-1 65 16,0-3-313-16,0-3 145 0,0-5 45 0,0-4 69 16,0-3-277-16,0-5 165 0,-2-1 82 0,-2-3 33 15,1 0-223-15,3-7 137 0</inkml:trace>
  <inkml:trace contextRef="#ctx0" brushRef="#br0" timeOffset="-49316.93">25062 13161 1085 0,'0'-21'0'0,"0"9"0"16,1 3 0-16,7 2 0 0,2-1 0 0,6-1 0 0,-1-1 137 0,0 4-56 0,3 4-24 0,2 0 58 0,1-1-42 0,-5 3 1 16,1 0-55-16,-1 0-8 0,-2 10 22 0,-6 3 0 15,2 2-109-15,-3 3 54 16,-3 0 36-16,-3 2-8 0,-1-1-121 0,0-1 73 16,0 2 19-16,-8-3-75 0,-6 0 37 0,3-1 31 15,-5-4-18-15,0-1 15 0,-2-4-15 0,4-1 30 16,4-3 120-16,-1-1-56 0,2 0-28 0,5-2-1 15,-1 0 157-15,4 0-86 0,1 0-21 0,0 2-30 16,8 4 40-16,7-3-26 0,4 4 5 0,3 4 11 16,-3-2 8-16,5 6-42 0,-3 0-1 15,-4 3-37-15,0 2 0 0,-6-4 38 16,0 4-33-16,-1 2 33 0,-6-2-8 0,-3 1 6 16,-1-2-27-16,0 0 22 0,-1-1-7 0,-13 0 4 15,-1-5 81-15,-4 0-39 0,-2-4-16 0,-3-4-30 16,2-3 19-16,-7-2-8 0,5 0 9 0,0 0-206 15,0-2 95-15,3-4 47 0,-1-7-142 0,6 3 89 16,2-1 33-16,5-1 27 0,6 3-419 16,3 0 204-16,0 1 85 0,7 2 61 15</inkml:trace>
  <inkml:trace contextRef="#ctx0" brushRef="#br0" timeOffset="-49030.66">25759 13859 932 0,'-5'0'0'0,"2"0"0"0,1 0 0 0,2 0 0 0,0 2 0 0,0 0 0 0,-3-1 436 0,2 4-202 16,1 1-100-16,0-4 339 0,0 3-224 0,-2 0-109 15,2 1-53-15,0-2-75 0,0 1 21 0,0 1 8 16,0-2-438-16,0 2 215 0,0-3 108 0,3 2 53 16,7-2-761-16</inkml:trace>
  <inkml:trace contextRef="#ctx0" brushRef="#br0" timeOffset="-48612.36">26143 13833 1468 0,'-21'0'0'0,"9"3"0"0,2 0 0 0,4 1 0 0,1-4 0 0,3 1 0 0,0-1 0 0,0 0 0 0,2 0 418 0,0 2-192 0,6 0-89 0,11 0 3 16,5-2-54-16,6 0-27 15,2 0 1-15,4 0 145 0,2 0-78 0,0-2-51 16,-1 0-46-16,0-5 2 0,0 1 1 0,-5-1 0 16,-3 1-197-16,4-1 94 0,-5 1 52 0,-3 0 25 15,-3 0-471-15,1 5 237 0,-8-2 63 0,1 1-203 16,-5 2 163-16,-2 0 86 0,-4 5 43 0</inkml:trace>
  <inkml:trace contextRef="#ctx0" brushRef="#br0" timeOffset="-48261.46">26230 14060 778 0,'-10'0'0'0,"6"0"0"0,1 0 0 0,3 0 0 0,0 0 0 0,0 0 371 0,7 0-174 16,8 0-81-16,7 0-42 0,1 0 286 0,-3 0-156 15,9 0-89-15,-9 0 16 0,3 0-49 0,-4 6-25 16,0 4 0-16,-6 1-80 16,0 0 24-16,-5 6 0 0,-4 1-114 0,-4 1 73 15,0 6 36-15,0-2 9 0,-14 3-155 0,-2-4 91 16,-5-1 3-16,1-3 37 0,0-1-108 0,1-5 55 16,-6-2-9-16,8-2 177 0,-6-2-68 0,1-4-26 15,5 0-3-15,4-1 280 0,3-1-139 0,1 0-70 16,5 0 120-16,0 0-85 0,4 0-12 0,0 0-13 15,0 0 33-15,13-1-40 0,8-1-1 16,-1-1-39-16,5 0-24 0,-4 1 7 0,2 0 17 16,-2 1 0-16,3 1-151 0,-2 0 76 0,-2 0 37 15,-1 0-299-15,-1 0 157 0,-2 0 46 16,-2 0-147-16,-5 0 117 0,2 0 13 0,-2 1 24 16,-1-1-316-16,-1 0 189 0,-1 0 94 0,-1 0 47 15,0-7-299-15</inkml:trace>
  <inkml:trace contextRef="#ctx0" brushRef="#br0" timeOffset="-48057.02">26286 13168 1460 0,'-8'-18'0'0,"6"9"0"0,1 6 0 0,1 1 0 0,0 0 0 0,0 2 0 0,0 0 218 0,3 7-94 16,6 17-45-16,0 0-23 0,-5 5 266 0,1 3-137 15,0 3-80-15,-3 2-38 0,-1 6-1 0,3-1-33 16,-4-1 0-16,0-5-271 0,0 10 132 0,0-10 69 16,0 4-474-16,3-3 265 15,4-1 138-15,4-2-4 0</inkml:trace>
  <inkml:trace contextRef="#ctx0" brushRef="#br0" timeOffset="-47851.57">26894 13839 785 0,'0'0'0'0,"0"0"0"0,2 1 0 0,2 5 0 0,-1-1 0 0,0 1 389 0,1 0-170 0,-2 0-98 16,1 1 174-16,-2-1-132 0,4-1-64 0,-5 1-34 15,3-2-54-15,1 1-7 0,1 1 28 0,-2-1-317 16,1 1 159-16,1 1 79 0,3 3 49 0,-3-2-647 15,1-6 325-15</inkml:trace>
  <inkml:trace contextRef="#ctx0" brushRef="#br0" timeOffset="-47631.16">27319 13891 1944 0,'0'0'0'0,"2"0"0"0,11 0 0 0,6 0 0 0,0 0 0 0,-1 0 0 0,3 0 0 0,2 0 0 0,0 0 0 0,3 0 222 0,5 0-95 0,-3 0-47 16,2-1 26-16,-1-7-37 15,-3 2 8-15,3-1-44 0,-5 2-257 0,-1 0 128 16,-3 1 65-16,-1 0-432 0,-3 3 255 0,-2 1 117 16,-3 0-10-16,-3 0-241 0,1 0 123 0,-4 0 85 15,-3 0-257-15,-2 0 196 0</inkml:trace>
  <inkml:trace contextRef="#ctx0" brushRef="#br0" timeOffset="-47281.6">27462 14008 1000 0,'-22'1'0'0,"9"4"0"0,4 0 0 0,2-3 0 0,5-1 0 0,2-1 0 0,0 3 183 0,0-2-78 0,11 3-37 16,6 2 354-16,8-2-194 0,-4 1-98 0,3 0-41 15,4 5 84-15,-2-2-70 0,-1 3-36 0,-5 1-71 16,-3 2-1-16,1 3 46 0,-6 0-8 0,-4 3-35 15,-3 5 0-15,-3-1 35 0,-2 4-121 0,-2-3 69 16,-13 1 22-16,-2-2 0 0,-3-1-119 16,-1-2 68-16,-3-4-15 0,4-6 36 15,-10 3 2-15,3-7 16 0,2-3-18 0,6-2 128 16,-2-2-54-16,5 0-28 0,5 0 126 0,-1 0-71 16,2 0-25-16,7-2-21 0,2 0 259 0,1 0-119 15,-2-1-72-15,2 2-31 0,2-1 83 0,9 2-57 16,6-1-30-16,2 1-47 0,7 0 19 0,-3 0 0 15,3 0-1-15,-3 0-206 0,0 0 103 0,2 0 60 16,-3 0 18-16,0 0-160 0,-2 1 60 16,-1-1 58-16,-5 2-457 0,0-2 211 15,2 0 129-15,-2 0 59 0,-3 0-299 0,-1 0 179 16,3-7 90-16,-2-5-307 0,1-9 202 0,-3-3 98 16,-2-7 48-16</inkml:trace>
  <inkml:trace contextRef="#ctx0" brushRef="#br0" timeOffset="-47048.26">27175 13358 770 0,'-16'-21'0'0,"9"4"0"0,5 8 0 0,2 5 0 0,0-2 0 0,4 3 0 0,11-1 308 0,7 0-137 0,7 3-61 0,2-2 233 15,4 2-154-15,3 1-79 0,0 0-38 0,-3 0 89 16,2 0-56-16,-5 0-41 0,-2 0-54 15,-2 0-1-15,-7 0 24 0,1 0 0 0,-1 0-34 0,-5 0 13 16,-4 0 0-16,-1 0 21 0,-4 0-279 16,-4 0 140-16,3 0 77 0,-3 0-26 15,-1 0-601-15,-2 5 297 0,0 1 163 0,-7-4-269 16</inkml:trace>
  <inkml:trace contextRef="#ctx0" brushRef="#br0" timeOffset="-46874.69">27390 13333 450 0,'0'6'0'0,"0"-2"0"0,0 4 0 0,1 1 0 0,3 2 0 0,-3-2 221 16,0 4-94-16,-1 3-47 0,0 1 315 0,3 3-186 15,-3 2-88-15,0 0-44 0,0 3 78 0,0 0-61 16,0-2-23-16,0 5-69 0,0-4 31 0,0-4 0 16,-3 5 0-16,2-5-330 0,0 0 173 0,1-4 74 15,0-5-401-15,0-1 196 0,0-4 133 0,0-6 5 16</inkml:trace>
  <inkml:trace contextRef="#ctx0" brushRef="#br0" timeOffset="-46689.62">27559 13345 972 0,'2'2'0'0,"0"3"0"0,0 4 0 0,2 5 0 0,-3-3 0 0,-1 3 120 0,0 2-44 0,0 1-21 0,0 3 315 16,0 2-172-16,0 0-83 0,0 6 51 0,-1-6-67 15,-1 5-33-15,2-5 9 0,-2 8-406 0,2-6 182 16,0 3 90-16,0-3 47 16,0 2-526-16,0-2 269 0,2-2 135 0,0-6-215 15,-1-8 143-15</inkml:trace>
  <inkml:trace contextRef="#ctx0" brushRef="#br0" timeOffset="-46458.06">27905 13472 1010 0,'10'0'0'0,"12"0"0"0,4 6 0 0,0 9 0 0,1 4 0 0,0 7 353 0,-4 4-153 16,9 11-87-16,-5 2 246 0,-5 5-164 0,-2 3-81 16,-2-1-40-16,-1 0 82 0,-6 3-65 0,-4-2-30 15,-4-2 98-15,1-1-64 0,-4 1-30 0,-9 1 7 16,-7-6-106-16,-8 0 33 0,1-3 1 0,-4-2 32 15,-5 1-345-15,-1-5 182 0,-7 2 77 0,-2-2-799 16,-8 2 381-16,8-8 220 0</inkml:trace>
  <inkml:trace contextRef="#ctx0" brushRef="#br0" timeOffset="-40918.54">28553 13795 661 0,'0'0'0'0,"0"0"0"0,0 0 0 0,0 0 0 0,0 0 0 16,0 0 0-16,0 0 0 0,0 0 125 0,0 0-38 0,0 0-31 0,0 0 0 0,3 0 70 15,2 0-47-15,4 0-23 0,-2 0 66 0,3 0-49 0,0 0 0 16,2 0-41-16,1 2 67 15,2-2-33-15,1 1 8 0,1-1-11 0,-2 3-30 16,2-2-1-16,2 2 1 0,-3-1-27 0,0 0 9 16,-2-2 18-16,0 1 0 0,-4 2-173 0,0-1 87 15,-4-1 43-15,0 3-433 0,1 2 221 0,-6-2 78 16,2 6 65-16</inkml:trace>
  <inkml:trace contextRef="#ctx0" brushRef="#br0" timeOffset="-40722.06">28610 14026 653 0,'0'6'0'0,"-1"3"0"0,0-2 0 0,-2-1 0 0,2-2 154 0,-1-2-52 0,2-2-39 0,0 3 0 16,0 0 281-16,0-1-156 0,2 0-77 0,9-1 129 16,3-1-107-16,0 0-51 0,2 0-24 0,0 0-56 15,1 0 0-15,1 0 39 0,1-3-287 0,-1-1 139 16,2-2 70-16,-1 2 35 15,-1 0-461-15,3 1 213 0,2-1 128 0</inkml:trace>
  <inkml:trace contextRef="#ctx0" brushRef="#br0" timeOffset="-40519.56">29144 13827 1808 0,'2'-4'0'0,"-1"3"0"0,13 1 0 0,-1 0 0 0,3 0 0 0,0 0 0 0,3 0 0 0,4 0 0 0,4-2 0 0,-1 0 212 16,10 0-90-16,6-1-44 0,-4-3 5 0,-5 1-24 15,6 0 7-15,-4 2-136 0,1-2 51 0,-5 2 26 16,-1-1 0-16,-1 2-304 0,-10 1 173 0,0-1 75 16,-2 2-482-16,-8 0 260 0,0 0 71 0</inkml:trace>
  <inkml:trace contextRef="#ctx0" brushRef="#br0" timeOffset="-40028.62">29417 13915 856 0,'-20'6'0'0,"-2"-1"0"0,2 5 0 0,-4 0 0 0,5 1 0 0,-10 2 0 0,7 3 92 0,-3 2-30 0,4 4 0 0,0 4 274 15,3 2-143-15,5 1-85 0,4-1 181 0,2-1-128 16,7-5-64-16,0 3-33 15,4-6 39-15,9 4-40 0,9-6 0 0,-1-1-30 16,5-4-56-16,-1 0 28 0,0-4 8 0,6 0-40 16,-5 0 30-16,1 0 0 0,-9-2 30 0,3 1-120 15,-5 1 59-15,-1-1 24 0,-3 2-124 0,-6 1 66 16,0 1 6-16,-5 1 26 0,-1 2 37 0,0 3-18 16,-10 3-15-16,-6-4 13 0,-5 2 59 0,-2 1-27 15,1-5 4-15,-6 2-39 16,1-6 18-16,3-1-5 0,1-5 13 0,0-2-21 15,3-2 20-15,2 0-8 0,2 0-8 0,6-2 8 16,0-8 0-16,6-3 0 0,4-1 8 0,0-3-10 16,2-4-8-16,12 0 7 0,4-2-38 0,2-1 36 15,4-1 1-15,3 0-40 0,1-1 39 0,0-1-1 16,2-5 3-16,-5 9 4 0,2-5-9 0,-5 3 2 16,-4 0 38-16,-2 6 0 0,-5-1-38 0,-3 1-1 15,0 0 31-15,-7 4 0 16,-1 0-24-16,0 2-2 0,-1 0 32 0,-12-1 1 15,-1 1-17-15,-2 2-18 0,0 1 14 0,-3-1-4 16,1 4 6-16,-4-1-28 0,4 4-2 0,-2 0 24 16,4 1-3-16,0 1-36 0,2 0-5 0,3 2 34 15,0 0-190-15,7 0 82 0,-3 0 49 0,7 0 25 16,-2 0-326-16,2 0 156 0,0 0 92 16,7-2-312-16</inkml:trace>
  <inkml:trace contextRef="#ctx0" brushRef="#br0" timeOffset="-39613.13">29206 13090 1175 0,'-11'-15'0'0,"7"11"0"0,3 2 0 0,1-1 0 0,0 3 0 0,0-1 0 0,1-3 0 0,14 0 122 0,5 1-45 0,6 1-22 0,-1 0 29 15,5 0-30-15,-2 2 0 0,-3 0-106 0,-5 0 42 16,4 4 21-16,-6 6 9 0,-3 5-58 0,-3-1 36 16,-6 1-1-16,-2 4 36 0,-4-3-119 0,0 4 23 15,-10 1 39-15,-5-3-30 0,-2 0 29 0,-1-4-15 16,-1-3-1-16,2 0 155 0,2-3-59 0,2-1-31 16,4-3 154-16,1 1-77 0,5-4-41 0,2 0-8 15,1-1 26-15,0 3-6 0,4 0-20 0,13 1-56 16,5-2 45-16,4 4-9 15,1-1 1-15,3 4 21 0,-4 1-1 0,1 1-20 16,-9 3 8-16,0 0-46 0,-3 4 1 0,-3 3 36 16,-7 2-30-16,-5 2-10 0,0-4 43 0,-1 7-19 15,-15-2 15-15,0-2-10 0,-8-1 3 0,2-4 1 16,1-4-20-16,-9 0-13 0,3-4 30 16,6-4-181-16,-4-3 85 0,4 0 36 0,2-4 19 0,2 0-318 15,7 0 161-15,-1 0 61 16,6-2-274-16,5-4 177 0,0-1 82 0,3-2 53 15</inkml:trace>
  <inkml:trace contextRef="#ctx0" brushRef="#br0" timeOffset="-39402.7">29822 13526 1056 0,'3'3'0'0,"6"1"0"0,-1 1 0 0,2-3 0 0,2-2 0 0,3 0 0 0,2 0 0 0,10 0 413 15,5-2-190-15,4-3-95 0,1-5 138 0,5-1-117 16,-7 3-50-16,5 1-37 0,0-3-22 0,-3 3-7 16,-4 3 0-16,-3 0 0 0,-4 3-143 0,-3-1 68 15,-2 2 37-15,-7 0-120 0,-4 0 79 0,-1 3 39 16,-6 7 8-16,-1 1-470 0,-2 0 168 0,-3 4 138 16,-14 0-338-16</inkml:trace>
  <inkml:trace contextRef="#ctx0" brushRef="#br0" timeOffset="-39217.19">29996 13541 911 0,'-5'5'0'0,"0"0"0"0,4 9 0 0,-1-4 0 0,-2 4 0 0,2 3 0 0,1 3 365 0,-1 4-166 0,1 5-83 0,-1 1 120 16,0 1-101-16,-1 4-43 0,1-1-34 0,-1 1 44 15,2-2-35-15,-3 3 0 0,1-2-263 16,1-1 122-16,-2-1 50 0,4-8 28 15,0-3-425-15,0-7 227 0,0-5 91 0,0-2-428 16,6-7 235-16</inkml:trace>
  <inkml:trace contextRef="#ctx0" brushRef="#br0" timeOffset="-39054.63">30123 13614 1354 0,'4'-2'0'0,"0"2"0"0,2 0 0 0,-3 3 0 0,-1 8 0 0,0 6 0 0,-1 8 0 0,-1 2 0 0,0 0 208 16,0 2-91-16,0 2-42 0,-1 3-3 0,-3 1 0 16,1 0-39-16,-3 0-117 0,5 1-152 0,-1 2 135 15,2-1 67-15,0-1-518 0</inkml:trace>
  <inkml:trace contextRef="#ctx0" brushRef="#br0" timeOffset="-38589.04">30544 13953 751 0,'16'-14'0'0,"-2"-2"0"0,-1 3 0 0,-1-4 0 0,-5 0 0 0,-1-2 0 0,1 1 138 0,-2-1-52 0,0 1-27 0,-1 0 116 16,-3-1-62-16,1 2-45 15,-2 2 0-15,0 0 4 0,0 2-39 0,-5 4 0 16,-6 2 14-16,0 1-14 0,-5 3 0 0,-1 3-1 15,-4 5-32-15,-3 11 0 0,2 7 41 0,-2 4 30 16,0 1-38-16,2 3 0 0,5 2-1 0,1 0 84 16,6 1-34-16,2-2-29 0,7 0 1 0,1 0 104 15,0-4-62-15,0 1-32 0,3-8-58 0,8 2 27 16,1-2 0-16,1-6 0 0,0 0-83 16,3-5 41-16,0-5 29 0,3-4-222 0,0-1 116 15,-3 0 39-15,3-5 36 0,-3-11-300 16,0 0 146-16,0-6 39 0,-2-3 50 0,-1-1-73 15,-1 0 57-15,-1-4 31 0,-1-1-10 0,1 4 5 16,-5-2-1-16,-1 9 34 0,0-1 29 0,-3 9-1 16,-1-1-36-16,1 8 9 0,-2 1 203 0,0 2-102 15,0 2-51-15,0 6 276 0,-2 12-149 0,-3 4-41 16,2 0-47-16,-2 2 178 0,4 0-100 0,1-4-52 16,0 6-112-16,0-3 27 0,1-5 0 15,9-1 35-15,2-2-100 0,1-3 50 16,4-2 33-16,-2-4-343 0,2-4 171 0,-1-2 52 15,2 0 54-15,-4 0-400 0,-4 0 201 0,7-2 112 16</inkml:trace>
  <inkml:trace contextRef="#ctx0" brushRef="#br0" timeOffset="-38255.47">30920 13326 1000 0,'0'-15'0'0,"8"9"0"0,5 2 0 0,-2 1 0 0,0-3 0 0,2 4 89 0,0 1-29 0,2-2 1 0,0 3 275 16,4 0-156-16,-2 0-74 0,2 0-4 0,-6 8-23 15,1 3-24-15,-3 2 9 0,-4 2-83 0,-1 0 26 16,-5 5 0-16,-1-2 25 0,-1 5-88 0,-13-6 52 16,-4 5 14-16,-6-2-23 0,-1-4 23 0,-4-3 0 15,-1 0-8-15,0-5-3 16,-2-3-23-16,2-2 34 0,2 0-30 0,4-3 173 15,3 0-68-15,5 0-32 0,4 0 200 0,3 0-110 16,4 0-55-16,1 0-27 0,4 1 101 0,0 3-57 16,5 0-40-16,17 2 0 0,3 0-6 0,4-1-26 15,4-1-1-15,2 0-34 0,2-2 13 16,2-1-1-16,0-1 23 0,-3 0-251 0,1 0 125 0,-4 0 71 16,1 0-602-16,-1 0 303 0,-3 0 107 0,-1 4 91 15,-1 5-499-15</inkml:trace>
  <inkml:trace contextRef="#ctx0" brushRef="#br0" timeOffset="-38084.92">31549 14041 2234 0,'-3'-7'0'0,"3"5"0"0,0 0 0 0,-2 1 0 0,-1-2 0 0,0-1 0 0,-2-2 0 0,2 2 0 0,-1-2 111 0,4-3-39 0,0 0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6:51:43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3830 17993 442 0,'-1'0'0'0,"-4"0"0"0,3 0 0 0,2 0 0 0,0 0 0 0,0 0 0 0,0 0 0 0,0 0 8 0,2 0 0 16,4 0-1-16,7 7 71 0,-5-1-29 0,3-3 4 15,2 3-39-15,-2-1 6 0,1 1 0 0,0 0 0 16,-1-1 10-16,0 1-5 0,0 0-5 0,-4 0 73 15,5-1-34-15,-2 1 0 0,-4-2-27 0,5 3 32 16,-3-1 1-16,-2-1-35 0,1-1 6 0,-1 1 28 16,2 2 0-16,-3-3-23 0,3 1 24 0,0-1-33 15,-2-1 1-15,2 1 0 16,-2 0 37-16,1-1-29 0,3 1-9 0,-1-1 31 16,0 4-1-16,1-3-29 0,1 1-1 0,2 0 33 15,1 1-32-15,-1 1 0 0,2-2-1 0,0 1-26 16,2-1 27-16,-2-1 8 0,2-1-41 0,-3 0-1 15,2-2 34-15,0 1 0 0,0-2-49 0,-3 2 30 16,2-2-19-16,0 0 12 0,-1 0 11 0,0 0 4 16,3 0-12-16,-2 0 48 0,2 0-41 0,-2 0 3 15,4-2-3-15,-3 0 19 0,3-2-15 0,0 1 5 16,0-3 12-16,3 3-16 16,-4-1 7-16,2-1-6 0,1 0-10 0,0 1 17 15,-1 0-4-15,1 1-39 0,0-1 35 16,1 1-40-16,4-2 39 0,-5 2 5 0,3 1-8 15,-3-1 2-15,2 2-34 0,-1-1 32 0,0 0-4 0,-1 0-27 16,0 2 27-16,-1 0-3 0,1 0 2 0,0 0 1 16,2 0-30-16,-3 0 24 15,4 0 12-15,-1 0-10 0,-1 0 0 16,-1 0-9-16,5 0 11 0,-1 0-2 0,-1 0-1 16,0 0-20-16,-3 0 20 0,2 0 0 0,1 0 3 15,-1 0-3-15,3 0-17 0,-3 0 16 0,2 0 0 0,-4 0-2 16,1 0 28-16,2 2-28 0,2 0 2 0,-1 0 22 15,-1 2 0-15,-3-2-21 0,3 0 3 0,5 2-18 16,-5-1 16-16,3 1 4 0,-2-1-3 0,1 1-23 16,-3 0 2-16,6 1 20 0,-4 0-26 0,1-2 23 15,1 1 1-15,0 0-6 16,-5 0-25-16,6-1 23 0,1 0 4 0,-2 0-10 16,5-3 39-16,-3 2-34 0,1-2 4 0,-1 0 23 15,1 0-1-15,0 0-18 0,0 0-3 0,0 0 12 16,-1 0-7-16,1 0 1 0,0 0-8 0,0 0 9 15,0 0-3-15,0 0 4 0,0 0-35 0,0 0 31 16,-1 0-1-16,1-2-15 0,1 2 14 0,2-2-3 16,0 1 4-16,-1 1 9 0,0-3-11 0,0 1 2 15,1 1-2 1,-2 1 1-16,0-2 0 0,1 0-12 0,-2 2 11 16,2-2 1-16,-2 2 13 0,0-2-13 15,1 2 0-15,0 0 1 0,-4-1-2 0,3 1 38 0,-2 0-36 16,1-3 0-16,1 3 2 0,0 0 17 15,2-1-18-15,0-1 3 0,-1 2-3 0,1-3-30 16,0 2-3-16,0 0 32 0,0-2 1 0,0 1-17 16,-2 0 16-16,3 2-2 15,-4-2 3-15,1 0-6 0,0 2 2 0,0 0-2 0,0 0 2 0,-2-2 3 16,4 2-4-16,-2-1-2 16,2 1 2-16,0-2 14 0,2 0-14 0,-1 2 2 15,-1-2-2-15,0 1 3 0,1-1-4 0,0-1 4 16,-1 2-2-16,1-1 5 0,0 2-4 0,-1 0 1 0,3-2 1 15,-2 2-3-15,2 0 1 16,-1 0 1-16,0 0-1 0,3 0 0 0,0 0-9 16,7 0 9-16,-10 0 0 0,5 0 0 0,1 0-20 15,-2 0 19-15,-1 0 0 0,2 0 0 0,-1 0-9 16,0 0 9-16,-3 0-2 0,3 0 1 0,-1 2-9 16,0 0 7-16,-2-1 1 0,2 4-2 0,6-2 31 15,-1 1-29-15,-1-1 0 0,0 1-1 0,1-2 26 16,-6 3-23-16,10-4 2 0,-2 3-18 0,-1-2 17 15,0-1-15-15,0 2 11 0,-5-2 4 0,9 1-1 0,-4-2-9 16,1 4 8-16,0-2 1 0,-1-1-3 16,-1 1-11-16,5 2 11 0,-6-2 0 15,2 0-2-15,1 0 6 0,-5-1-5 0,-1 1 0 16,6 0 1-16,-2-2 28 0,-1 0-27 16,0 0-1-16,1 0 1 15,-1 0 25-15,8 0-1 0,-6 0-22 0,3 0 2 31,-3 0 17-31,-1 0-14 0,-3 0-2 0,5 2 14 0,0 0-13 0,-5 0 4 0,2 0-36 16,0 1 33-16,-4 2 1 0,7-2-23 0,-3 1-1 0,3 0 20 16,-3 0-33-16,3 0 28 0,-9-2 4 0,10 1-3 15,-3 1 5-15,-1-3-7 0,0 2 2 0,-1-3-5 0,-3 2 21 16,8-2-19-16,-6 0 2 0,3 0 0 16,-1 0 0-16,3 0 0 0,-5 0 1 15,9 0 0-15,-6 0-4 0,-1 0 4 0,-5 0 0 16,6 0 2-16,-3 0 18 0,-2 0-19 0,1 0-1 0,0 0 1 15,-2 0 28-15,-1-2-26 0,-1-1-2 0,0 2 1 0,1 1 16 16,-1 0-13-16,0 0-2 0,-3 0 5 0,1 0 29 16,1 0-28-16,-3 0-3 0,-2 0-7 0,2 0 8 15,0 0 5-15,0 0-5 0,0 1-13 0,0-1 13 16,2 3 159-16,0-3-344 16,1 0 185-16,2 0 158 0,-1 0-167 0,0 0 0 15,1 0 0-15,1 0 0 0,1 0 0 0,1 0 0 16,0 0 0-16,-3 0-172 0,1 0 151 0,-3 2 24 15,1-2-3-15,0 1 2 0,-2-1-32 0,0 2 30 16,-2-2-3-16,0 0 4 16,0 2-4-16,0-2 1 0,-4 2-4 0,3-2 10 15,-1 2-9-15,2-2 2 0,-2 0 36 16,2 2-35-16,0-2 2 0,-1 2-2 0,1-2 44 16,-2 0 122-16,-2 1-164 0,3-1 0 0,0 2 0 15,-1 0 0-15,-2-2 0 0,1 0 0 0,-4 2 0 16,1 0 0-16,2-1-188 0,-5 1 158 0,2 1 11 15,-2-3 18-15,-3 5-2 16,1-3-4-16,-1 1 3 0,-1 0 0 0,0 0-3 16,0-1 22-16,-2 2-21 0,2-3 0 0,-1 4 0 15,0-4 21-15,-1 4-20 0,2-4 0 0,-2 2 1 0,0-2-26 16,-2 1 26-16,0-1 0 0,0 1 2 0,-3-2-9 16,1 3 8-16,-2-1-1 15,1-1-24-15,-3 1-1 0,-1 0 24 0,-2-2 0 0,1 2-45 16,-3-2 0-16,0 0 40 0,0 0-6 0,-2 0-37 15,0 0-4-15,0 0 36 0,0 0-2 0,0 0-51 16,0-12 24-16,0-17 0 16,0-1-313-16,-4-5 170 0,-3 2 80 0,-4 0 40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7:06:56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7154 4307 841 0,'0'-1'0'0,"-2"0"0"0,2-2 0 0,-3 1 0 0,1-2 84 0,-2 3-25 0,1-1 5 15,-1 0-30-15,0 0 7 16,-2 2-9-16,2 0 1 0,-3 0 0 0,2 0-15 0,-3 0 14 0,-2 0 9 0,0 4-30 16,-1 8 22-1,-1-3-1-15,0 8 1 0,-2 4-1 0,4-5 7 0,-1 9-7 16,1-4 13-16,6 4-15 0,-3 0 1 0,5 2 23 15,1-6 8-15,1 8-29 0,0-9-1 16,0 3-29-16,3 3 30 0,4-7-1 0,5 1 9 0,-1 0-38 16,2-2 30-16,0-1-1 0,-1 0 1 0,0-4-73 15,0 2 37-15,-1-2-21 0,-1-1-6 0,-1-1 21 16,0-2 0 0,0 1-75-16,-4-3 43 0,2 0 23 0,-1 2 0 0,1-4 7 15,-2-2-191-15,0 2 88 0,1-3 34 16,-1-1 34-16,2-1-278 0,2 0 146 0,0-1-32 15,2-9 89-15,-4-4 35 0</inkml:trace>
  <inkml:trace contextRef="#ctx0" brushRef="#br0" timeOffset="289.33">7217 4507 1041 0,'0'-2'0'0,"0"0"0"0,0 1 0 0,0-2 0 0,0 2 0 0,1 0 193 0,9 1-80 15,3 0-32-15,1 0-8 0,0 0 17 0,2 0-28 16,-2 0-51-16,4 8 17 0,-4 1 13 0,-1 2-8 16,1 3 0-16,-1 1-22 0,-2 0-1 0,-2 2 23 15,-1 0 8-15,-3 0-73 0,0 1 32 0,-4 1 1 16,-1 1 31-16,0 0-77 0,0-3 39 16,-6 3-37-16,-5-2 28 0,0-4-13 15,0 1 37-15,-2-3-13 0,-1-3-72 0,-1-2 35 16,1-2 21-16,0-5-77 0,-1 0 46 0,2 0 17 0,4 0-216 15,-3-3 108-15,5-6 57 0,3-2 14 16,4-3-139-16,0-1 89 0,0-1 35 0,5-5 32 16,9 0-129-16,1 1 76 0</inkml:trace>
  <inkml:trace contextRef="#ctx0" brushRef="#br0" timeOffset="506.42">7553 4384 1152 0,'-1'0'0'0,"-7"0"0"0,-2 1 0 0,-2 8 0 0,2 3 0 0,-1 0 0 0,-5 5 0 0,2 4 73 0,3-4 0 16,-1 3-41-16,3 4 48 0,0-4-25 0,4 1 10 15,3 0-33-15,2-1 1 0,0-1 22 16,0-1-22-16,4-1-66 0,11 0 41 0,-4 0-8 16,5-1 32-16,0-5-186 15,1 2 82-15,2-4 49 0,-1-1 13 0,-1-3-249 16,2 1 114-16,-1-4 69 0,-2 0-109 0,0-2 78 15,-2 0 18-15,-1 0-127 0,-1 0 92 0</inkml:trace>
  <inkml:trace contextRef="#ctx0" brushRef="#br0" timeOffset="689.29">7655 4512 1146 0,'3'2'0'0,"3"2"0"0,1 2 0 0,1-3 0 0,3 4 0 0,0-2 0 16,2 3 98-16,1-3-33 0,0-1 0 0,2 0-60 0,0-1-8 0,0 1 35 16,0-2-106-16,1 0 53 0,-4-2 27 0,-1 0-336 15,2 0 162-15,-2 0 79 0,-4 0 40 0,2-2-243 16,-6-4 129-16</inkml:trace>
  <inkml:trace contextRef="#ctx0" brushRef="#br0" timeOffset="900.32">7919 4369 1541 0,'0'8'0'0,"0"6"0"0,0-2 0 0,0 6 0 0,0-2 0 0,0 5 0 0,0 0 0 0,3 2 83 0,-2-3-26 0,0 6-47 0,3-5 0 15,-1 5 23-15,-1-5 8 0,1 1-172 16,-1 1 82-16,0 0 39 0,0-3 0 0,-2 1 41 0,0-2-283 15,0-3 127-15,0-1 65 0,0-5 31 0,0-2-273 16,0-5 135-16,0 0-26 0,0-3 84 0,0 0 38 16</inkml:trace>
  <inkml:trace contextRef="#ctx0" brushRef="#br0" timeOffset="1141.51">8014 4311 781 0,'8'0'0'0,"2"0"0"0,3 0 0 0,-3 0 0 0,-1 0 0 0,0 2 0 0,0 8 0 0,1-1 227 0,-1 7-102 0,2-2-46 0,1 9-23 16,-5-2 91-16,3 2-57 0,-4-2-21 0,2 10 0 0,-3-5-37 15,-2 4 1-15,-1-1 0 0,1 0-25 16,-3 4 9-16,0-5 16 0,0 1-1 16,-5-1-62-16,-3-1 32 0,-3-1-1 15,2-6 40-15,-4 1-124 0,-2-1 33 0,0-5-161 16,-1-5 96-16,-2-2 57 0,3-2 7 0,0-6-204 15,2 0 103-15,0 0 60 0,1-14 28 0,3-10-184 16,3-4 100-16,1-10 61 0</inkml:trace>
  <inkml:trace contextRef="#ctx0" brushRef="#br0" timeOffset="1450.79">8227 4166 1103 0,'15'-5'0'0,"0"1"0"0,2 4 0 0,-4 0 0 0,1 0 0 0,0 0 0 0,-1 0 0 0,3 0 0 0,-2 9 85 16,0-2-19-16,-3 2-4 0,1 2-1 0,-3 3-28 16,-2-2 0-16,-3 4-87 0,-1-1 52 0,-1 2 13 15,-2-2 0-15,0-1-113 0,0 1 68 0,-4-1 33 16,-5-1 8-16,-2-2-51 0,-2-3 5 0,1-1 28 16,-2 1-45-16,1-5 27 15,5 2-11-15,-4-4 157 0,5 2-65 0,2-3-29 16,3 0 0-16,1 0 166 0,1 0-82 0,-3 0-47 15,3 0-4-15,0 0-19 0,3 1 9 0,10-1-5 16,1 0-7-16,3 0 21 0,4 0 1 0,0 0-73 16,-1 0 24-16,1 0 9 0,-2 0 17 0,2 0-234 15,-3 0 104-15,2 0 59 0,-3 0 9 16,3 2-379-16,-3-1 197 0,-1 2 66 0,-1 0 58 16,0 1-258-16</inkml:trace>
  <inkml:trace contextRef="#ctx0" brushRef="#br0" timeOffset="1675.24">8617 4574 894 0,'0'5'0'0,"0"-4"0"0,0 1 0 0,1-2 0 0,4 2 0 0,3-2 85 0,5 0-26 0,0 2 0 0,6-2 171 15,1 0-103-15,6 0-47 0,-2 0-24 0,2 0 36 16,0 0-30-16,-4 0 9 0,3 0-39 0,-1 0-98 15,-1 1 50-15,-3 1-192 0,1 0 120 0,-2 0 69 16,-2 0 21-16,-2 0-148 0,-2 0 83 0,-4-2 2 16,1 0 34-16,-4 0-310 0,-1 0 157 0,-2 0 73 15,-2-2 38-15,-1-9-98 0</inkml:trace>
  <inkml:trace contextRef="#ctx0" brushRef="#br0" timeOffset="1837.87">8838 4272 988 0,'-8'0'0'0,"5"0"0"0,3 5 0 0,0 0 0 0,0 4 0 0,0 0 0 0,0 4 0 0,1 8 0 0,4 2 156 0,1 7-66 0,0 1-28 0,1 3 78 15,0 2-54-15,-2 8-27 0,-1-9 9 0,-1 12-68 16,-1-5-1-16,1-7 34 0,-2 5 0 16,1-5-253-16,1-1 134 0,2-6 56 15,0-6 31-15</inkml:trace>
  <inkml:trace contextRef="#ctx0" brushRef="#br0" timeOffset="2740.04">9298 4710 685 0,'11'22'0'0,"-1"-2"0"0,2-4 0 0,1 1 0 0,3-3 0 0,-2-6 0 0,2 2 0 0,-2-6 0 0,2-2-61 15,0-2 0-15,-2 0-46 0,2 0 42 16,-2-9 0-16,-1-5 32 0</inkml:trace>
  <inkml:trace contextRef="#ctx0" brushRef="#br0" timeOffset="2922.76">9503 4493 688 0,'-5'-1'0'0,"3"0"0"0,2 1 0 0,-1 0 0 0,1 0 0 0,0 0 0 0,0 0 162 0,0 0-57 0,3 8-40 16,7 2 0-16,-1-1 49 0,0 3-41 0,6 1 1 15,-5 0-33-15,1 0-79 0,1 2 36 0,1-2-84 16,-1 2 60-16,-2 1 29 0,1-3 9 0,-1-2-292 16,3-2 150-16,-6-1 74 0,5-5 10 0,-4-3-280 15</inkml:trace>
  <inkml:trace contextRef="#ctx0" brushRef="#br0" timeOffset="3706.46">9392 4329 390 0,'-5'-4'0'0,"1"-2"0"0,-3 1 0 0,2 2 0 0,-1-1 0 0,1-1 251 15,-1 1-109-15,4 2-55 0,-6 1 34 0,5-1-44 16,1 0-14-16,0 0 68 0,0 0-50 0,2 2-23 16,0 0-1-16,0 0 23 0,0 0-48 15,0 0 1-15,0 0-51 0,0 0 25 0,0 0 0 16,0 0 34-16,0 0-8 0,0 0-93 16,0 0 47-16,0 0-29 0,0 0 36 0,0 0 3 15,0 0-6-15,0 0-46 0,0 0 32 16,0 0-1-16,0 0 1 0,0 0 41 0,0 0-20 15,0 0-11-15,0 0 9 0,0 0 82 0,0 0-39 0,0 0-14 16,0 0 65-16,0 0-35 0,-2 0-22 16,0 0-12-16,1 0-4 0,-1 0 13 0,-2 0-10 15,2 0-19-15,-3 0 20 0,0 0 9 16,-2 8-7-16,0 2-42 0,1-2 17 16,1 8-6-16,-3-2 27 0,2 5 36 0,1 3-39 0,1 0-7 15,2 1 34-15,2 3 11 16,0-2 0-16,0 0-6 0,0 0 0 0,2-3-17 0,4 0-8 15,3-1-30-15,1 1 32 0,-1-3 11 0,2-2-9 16,1-1-89-16,-2 1 39 0,1-4 22 0,3 1-166 16,-3 0 82-16,1-1 46 0,1-1 10 0,-1-1-273 15,2-1 128-15,-1 0 75 0,2-3 11 16,2-1-215-16,0-3 127 0,1-2 76 16,3 0 33-16,4 0-193 0,-2-3 113 0</inkml:trace>
  <inkml:trace contextRef="#ctx0" brushRef="#br0" timeOffset="4175.67">9774 4332 552 0,'0'-1'0'0,"0"-1"0"0,0 0 0 0,0 0 0 0,0-2 0 0,0 2 0 0,0 0 150 0,0-1-58 16,0 3 96-16,0 0-70 0,0 0-46 0,0-1-1 15,0 1 47-15,0 0-42 0,0 0-22 0,0 0 8 16,0 0-3-16,0 0 0 0,0 0-26 0,0 0-1 16,-1 0 4-16,-3 0 5 0,-2 12-8 0,1 3 28 15,0 0-29-15,-5 10 1 16,-1 1 23-16,1 3 8 0,-3 3-31 0,0 10 0 16,-1-3-20-16,2 2 19 0,2 2 1 0,-3-5 8 0,0 9-62 15,4-12 27-15,-1 1 0 0,3-1-62 16,1-6 41-16,3-4 22 0,-1-3-16 0,-1-1-31 15,5-4 29-15,-1-2 1 0,1-7 0 0,0-1-188 16,0-3 83-16,0-1 52 0,0-3 27 0,0 0-291 16,0 0 147-16,6 0-147 0,5-11 151 0,2-7 71 15,2-2 37-15,0-2-1 0</inkml:trace>
  <inkml:trace contextRef="#ctx0" brushRef="#br0" timeOffset="4352.2">9797 4603 820 0,'6'-6'0'0,"-3"4"0"0,-1 0 0 0,4 0 0 0,-5 0 0 0,0 2 0 0,1 0 351 0,2 0-159 0,-1-2-79 16,7 2-33-16,1 0 91 0,-1 0-69 0,2 0-35 15,2 0 62-15,1 0-48 0,-2 0-16 16,2 0-199-16,2 0 84 0,-2 0 41 16,2 0 21-16,-1 0 0 0,0 0-357 0,0-1 184 0,2 1 89 15,-4-2-454-15,3 0 222 0,-1 0 135 0</inkml:trace>
  <inkml:trace contextRef="#ctx0" brushRef="#br0" timeOffset="4427">10259 4319 10 0</inkml:trace>
  <inkml:trace contextRef="#ctx0" brushRef="#br0" timeOffset="4652.39">10278 4323 1311 0,'0'9'0'0,"0"7"0"0,0-2 0 0,0 5 0 0,-8 2 0 0,-1 1 119 16,0 1-35-16,-2-3-30 0,1 1 0 0,-1-2-85 15,2-2 32-15,-3-2-1 0,5-2 41 0,-2-2-79 16,2-1 34-16,2-3-1 0,-1-1 25 0,3-3 4 16,1-1 7-16,0 0 32 0,2-2 0 0,0 0-38 15,0 0-37-15,0 0 86 0,2 0-22 0,9 0-1 16,6 0-28-16,1 0 97 16,5 0-44-16,0-2-22 0,1 0 9 0,-3 0-72 15,3 1 20-15,-1 1-151 0,0 0 85 0,-1 0 43 16,-1 0 30-16,-2 0-168 15,-1 0 84-15,1 0 24 0,-3 0 27 0,0 0-364 16,-5 3 170-16,1-1 74 0,-1 0 51 0,-4 0-234 0,0 0 142 16,0-2 64-16</inkml:trace>
  <inkml:trace contextRef="#ctx0" brushRef="#br0" timeOffset="4847.82">10434 4284 1140 0,'0'3'0'0,"0"5"0"0,-2-1 0 0,2 2 0 0,-3 5 0 0,1-1 0 0,2 4 0 0,-3 3 0 0,3 5 170 0,0-1-68 16,0 1 58-16,0 7-68 0,0-4-29 0,0 4 0 0,0-2-67 15,0 2 0-15,0 0 45 16,0 0-9-16,0-2-219 0,0 0 110 0,0-4 55 16,0-4-286-16,0-1 153 0,0-3 85 0,0-9-320 15,0 0 182-15,0-6 78 0,-2-3 49 0</inkml:trace>
  <inkml:trace contextRef="#ctx0" brushRef="#br0" timeOffset="5067.81">10571 4325 941 0,'15'0'0'0,"4"0"0"0,-2 4 0 0,-1 5 0 0,2 5 0 0,-4 2 0 0,2 4 64 0,-2 1 61 15,0 5-46-15,-1 1-23 0,0-1 0 0,-2 4-15 16,-2-1-9-16,2-2 101 0,-4 2-50 0,-4-1-26 0,1-2 1 15,-2-3-17-15,-2 1-124 0,0-1 58 0,-6-2 29 16,-6-1-1-16,-6-2-163 0,-1-4 104 16,-3 3 0-16,-4-6-82 0,-1-2 36 0,1-3 49 15,0-4-26-15,4-2-173 16,-3 0 113-16,1-3-112 0,4-15 109 0</inkml:trace>
  <inkml:trace contextRef="#ctx0" brushRef="#br0" timeOffset="5376.85">10783 4153 779 0,'8'0'0'0,"2"0"0"0,0-3 0 0,0 1 0 0,0 2 0 0,-1 0 150 0,3 0-59 0,-1 0 47 16,1 0-57-16,-3 6-23 0,3 3-1 0,-4 2 15 15,-1 2-40-15,-2 2 9 0,0-1-8 0,-3 2-93 16,-2 2 46-16,0-4 23 0,0 2 1 0,-2-3-76 15,-6-1 45-15,-3-3 27 0,0 4-54 0,-3-4 19 16,3-2 24-16,4-1 102 0,-1 0-45 16,2-4-16-16,3 1-30 0,1-3 91 0,2 2-44 15,0 3-11-15,0-3 1 0,0 3 94 16,9 1-54-16,5-2-17 0,0 0 0 0,5 1 61 16,1-2-51-16,1-1-21 0,2 0 9 0,0 0-58 15,-3-1 1-15,1 2-133 0,-2-3 75 0,-1 0 42 16,0 0 21-16,-4 0-172 0,0 0 73 0,-3 0 57 15,-2 0-10-15,1 0-579 0</inkml:trace>
  <inkml:trace contextRef="#ctx0" brushRef="#br0" timeOffset="7581.3">11443 4616 287 0,'-6'0'0'0,"2"0"0"0,2 0 0 0,2 0 0 0,0 0 0 0,-2 0 232 15,2 0-99-15,0 0-51 0,0 0-16 0,2 0 98 16,7 0-65-16,7 0-33 0,-3 0 89 0,4 0-61 15,-1 0-23-15,2-2-1 0,1-2-1 0,-3 3-36 16,1-3 0-16,0 2-33 0,-2 1 8 16,0-4 24-16,-1 3 1 0,-3 0-142 0,-2 0 70 15,3 0 45-15,-5 0-9 0,-2 1-278 16,-1 1 146-16,0 0 42 0,-3 0-261 0,2 0 142 16,-3 1 94-16,0 11-93 0</inkml:trace>
  <inkml:trace contextRef="#ctx0" brushRef="#br0" timeOffset="7765.92">11500 4772 914 0,'-10'8'0'0,"0"-3"0"0,3 3 0 0,1-5 0 0,0 1 0 0,3-2 0 0,1-2 0 0,2 2 207 0,0-2-92 0,0 0-41 16,0 2-20-16,9-1 183 0,6-1-103 0,2 0-42 16,2 0-33-16,4 0 167 0,-3 0-97 0,1 0-61 15,0 0 0-15,-1 0-27 0,-1 0-9 0,-3 0-195 16,2 0 98-16,-3 0 49 0,0 0 25 0,-3 0-159 15,0 0 87-15,-1 0 48 0,-2 0-13 0,5 0-576 16</inkml:trace>
  <inkml:trace contextRef="#ctx0" brushRef="#br0" timeOffset="9880.23">12481 4329 393 0,'0'0'0'0,"0"0"0"0,0 0 0 0,0 2 0 0,0-2 0 0,0 0 41 0,0 0-9 15,0 0 1-15,0 0 69 0,0 0-35 0,0 0 0 16,0 1-26-16,0-1 37 0,2 0-23 0,0 0 0 15,-1 0-22-15,2 0 30 0,-1 0-22 0,0 0-1 16,0 0-7-16,0 0-1 16,-1 0 1-16,-1 0 25 0,2 0-17 0,-2 0-8 15,2-1-1-15,0-3-1 0,-2-2 1 0,0-2 1 16,0 1 8-16,0-3-47 0,0 1 0 0,0-1 38 16,0 0 1-16,0 0-68 0,0-3 27 0,-4 4 12 15,-1-3-31-15,-1 3 20 0,-2 0 0 0,3-1 25 16,-3 1-8-16,1-1 2 0,-1 5 1 0,1-3 33 15,-3 2-35-15,3 2-1 0,-3-1 2 16,1 2 41-16,0-1-16 0,-1 2 1 0,1 0-22 0,0 2 35 16,-5 0 4-16,3 0-32 15,0 0 14-15,-3 0-13 0,3 9 6 0,-4 1-19 16,2 3 16-16,0 2-2 0,-2 3 0 0,4-1 29 16,-1 2-1-16,1 0-20 0,4 2-7 0,-1-4 32 15,2-1-30-15,3 2 0 0,3 1 2 0,0-5 37 16,0 4-3-16,0-4-32 0,1 1 41 0,7-1-41 15,4-2 1-15,0 0 31 0,2-3-7 16,1-1-25-16,2-1 1 0,-1-3 30 0,0 0-30 16,-2-4 8-16,4 0-8 0,-4 0 9 15,0 0-10-15,1 0 1 0,-2-8 0 0,2-1-15 16,-1-4-8-16,0-1 23 0,-1 0-76 0,-1-1 36 16,-1 0 14-16,-2 1-104 0,-1 1 48 0,-3 1 34 15,1 3 4-15,-3 0-39 0,-1 0 20 0,0 3 1 16,0 0 10-16,-2 4 20 0,0-3-23 15,0 4 15-15,0-2-22 0,0 1 114 16,0 2-45-16,0 0-22 0,0 0 88 0,0 0-50 16,0 0-16-16,0 0 22 0,0 0-18 0,0 0 0 15,0 0-7-15,0 0 7 0,0 0 8 0,0 0-20 16,0 0 5-16,0 0 21 0,0 0-26 0,0 0-3 16,0 0-1-16,0 0-16 0,0 0-7 0,0 0-33 15,0 0 24-15,0 0 1 0,0 0 23 0,0 0-46 16,0 0 20-16,0 2-1 15,0 2 18-15,0 3 25 0,0 1-1 0,0 0-30 16,-4 3 7-16,2 1 30 0,1-2-29 0,-3 2-4 0,2 2 5 16,-1 0 18-16,1 2-17 0,0 0-8 15,0 2 9-15,0-1 160 0,-1 2-176 0,2 2 0 16,-1 0 0-16,0 1 0 0,0 0 0 0,2 6 0 16,-2-7 0-16,2 8 0 0,-1-1 0 0,1-1-167 15,-2 2 141-15,2-1 27 0,0-4-20 0,0 9-4 16,0-7 24-16,0 2-23 0,0-4 22 0,0 2-6 15,0-3 5-15,0 0 0 0,0-2-2 0,0 0-4 16,0-5 4-16,0-1 10 0,0-2-12 0,2-2 1 16,-2-1 0-16,0-4-26 15,0-1 26-15,0-1 2 0,0-2-3 0,0-2-1 16,0 0 2-16,0 0 25 0,0 0-25 0,0 0 0 16,0 0-1-16,0 0 16 0,0 0-15 0,0 0 0 15,0 0 1-15,0 0-67 0,0 0 32 0,0 0 0 16,0 0 32-16,0 0-358 0,0 0 168 0,0 0 73 15,1 2 39-15,3 6-750 0</inkml:trace>
  <inkml:trace contextRef="#ctx0" brushRef="#br0" timeOffset="13462.81">1722 9118 627 0,'-10'4'0'0,"3"3"0"0,5-2 0 0,-3 3 0 0,4-3 0 0,1-1 0 0,0-2 0 0,-2 0 0 0,2 0 74 0,0-2-9 0,0 0 22 16,0 0-28-16,0 0 1 0,0 0-28 0,0 0 103 16,0 0-55-16,0 0-24 0,0 0 1 0,0 0 52 15,0 0-37-15,0 0 7 0,0 0-46 0,0 0 38 16,0 0-38-16,0 0-20 15,0 0 20-15,0 0 8 0,0 0-8 0,3 0-17 0,4 0 17 16,0 0-1-16,3 0 1 0,-2-2 17 16,4 0-17-16,-2 0-1 0,-2 0 1 0,-1 0 21 15,3 0-21-15,-2 2 6 0,1-2-40 0,1 2 30 16,-3-1 3-16,1 1 17 0,0 0-17 0,-1 0 11 16,2-2-11-16,2 2 20 0,-3-2-19 0,1 1 0 15,1-2-1-15,1 1 32 0,3 1-9 0,-4-3-22 16,5 2 0-16,-2-2-24 0,3 1 1 0,-2 0 31 15,4 2-30-15,-2-3 21 16,1 2 1-16,1 0-37 0,-1 1 36 0,-2-1 6 16,5-1-6-16,-1 2-28 0,-1-1 25 0,4 0-3 15,-2 0 2-15,3 1-1 0,-3-2 0 0,2 3-12 16,1-2 10-16,4 0 17 0,-3 0-10 0,6 1-7 16,-2-4 26-16,1 4-24 0,-2-3 1 0,1 0 1 15,-1 1-1-15,3-1 4 0,-2 0-3 0,0 1-23 16,1 1 1-16,-2 0 17 15,3-1 10-15,0 0-27 0,0 1 19 0,2-1-3 16,-2 1 2-16,2-2 1 0,0 2 4 0,3 0-8 16,-3 0-15-16,4 1 15 0,-3-1 1 0,2-1-25 15,-3 3 29-15,0 0-5 0,2 0 0 0,-2 0-7 16,0 0 6-16,1 0 161 0,1 0-182 0,1 0 0 16,0 0 0-16,1 0 0 0,-1 0 0 0,1 0 0 15,-1 0 0-15,5 0 0 0,3-2 0 0,-2 1 0 16,-1-1 0-16,0-1 0 0,-5-2 0 0,4 0 0 15,1 1 0-15,-2 0 0 16,-1 1 0-16,-1-1 0 0,-3 2 0 0,1 1 0 16,1-3 0-16,-6 2 0 0,4-1 0 0,-1 2 0 15,-1-3 0-15,4 0 0 0,-2 0 0 0,-1 1 0 16,3-1 0-16,-3-2 0 0,-2 2 0 0,0 0 0 16,-1-1 0-16,1 1 0 0,0 1 0 0,-2-3 0 15,2 4 0-15,-2-2 0 0,2 1 0 16,-1 1 0-16,-2-1 0 0,1 0 0 15,-3-1 0-15,7 3 0 0,-6-4 0 0,4 3 0 16,1-1 0-16,-2-1 0 0,0 1 0 0,1-3 0 16,2 2 0-16,1 0 0 0,-1 1 0 0,-1-3 0 15,0 2 0-15,-1 0 0 0,0 3 0 0,-5-1 0 16,-2 0 0-16,-1 2 0 0,1 0 0 0,-5 0 0 16,1 0 0-16,-3 0 0 0,-3 0 0 0,-3 0 0 15,2 0 0-15,-3 0 0 0,-2 0 0 16,-1 0 0-16,0 0 0 0,-4 0 0 15,3 0 0-15,-4 0 0 0,0 0 0 0,-1 0 0 16,0 0 0-16,0 0 0 0,0 0 0 0,0 0 0 16,0 0 0-16,0 0 0 0,0 0 0 0,0 0 0 15,0 0 0-15,-5 0 0 0,-5 0 0 0,-3 0-788 16,2 0 437-16,1 0 151 0,1 0 88 0,3 0-548 16,-1-4 313-16,6-9 157 0,1-6 79 0</inkml:trace>
  <inkml:trace contextRef="#ctx0" brushRef="#br0" timeOffset="13703.16">5207 8475 1338 0,'-2'2'0'0,"2"2"0"0,0-3 0 0,0 2 0 0,2 0 0 0,6 1 0 0,6 0 0 0,5 4 0 0,5 3 361 0,5 0-164 0,4 2-74 15,8 2-49-15,-12 0 172 0,13 6-106 0,-5-4-54 16,-9-2-26-16,4 7 7 15,-3-3-8-15,-2 0-26 0,-8-1 10 0,-3 0-10 16,-3 1 0-16,-4-2 40 0,-3 3-41 0,-6 0 1 16,0 5 0-16,-12 1 34 0,-14 4 0 0,2-3-26 15,-14 6-8-15,2-3-98 0,-5 0 50 0,1-1 23 16,-7-1-545-16,2-4 259 0,-6 0 139 0,3 1-797 16,-14-3 452-16</inkml:trace>
  <inkml:trace contextRef="#ctx0" brushRef="#br0" timeOffset="14790.73">2594 6327 210 0,'0'-2'0'0,"0"0"0"0,0 0 0 0,0-1 0 0,0 3 0 0,0 0 183 0,0 0-75 0,0 0-37 16,0 0-1-16,0 0 9 0,0 0-9 0,0 0-37 15,0 0 0-15,0 5 29 0,0 1 1 0,0 3-22 16,3 3-9-16,-1 3 31 0,-2 1 0 0,4 3 6 16,-1 2-37-16,-1 1 9 0,3 7-8 0,-1-1 35 15,0 1-1-15,-1 4-34 0,2 2-1 0,-5 3 40 16,6 5-9-16,-5-1-30 15,4 0 0-15,-5 3 21 0,5 4 1 0,-2 4-14 16,0 1-9-16,1 10 25 0,2-2-1 0,-2 2 11 16,1 4-34-16,2-8 7 0,-2 16-7 0,1-4 9 15,1 0-9-15,0-1 0 0,1-2 0 0,-1-7 23 16,3 13-23-16,-3-9 0 0,1-2 0 0,0 2 25 16,-1-2 1-16,0-5-18 0,-2 18-9 0,0-7-3 15,1 1 3-15,-3 1-27 0,2-10 8 0,-2 13 20 16,2-9 0-16,0 0 12 15,-2 0-12-15,0 2 0 0,2-5 8 0,-4 11-17 16,4-4 8-16,-4 1-7 0,1-1 6 0,0-2-37 16,-2-8 3-16,1 13 30 0,-1-5 0 0,2-1-45 15,1-1 21-15,-1-4-44 0,-2-9 33 0,1 3-4 16,1-2 21-16,0-3-53 0,1-4 27 0,0-2-8 16,-1-6 24-16,5 7-17 0,-2-5-9 0,-3-2 28 15,2-4-13-15,0 1-49 0,-1-4 21 16,-1 0 1-16,1-3-44 0,-2-5 35 15,1-2 9-15,-2-2-167 0,0-5 75 0,0-3 54 16,0-2 18-16,0-4-263 0,-2-3 145 0,-4-3 72 16,3 0 28-16,-5-6-144 0,3-19 94 0,-1-17 47 15</inkml:trace>
  <inkml:trace contextRef="#ctx0" brushRef="#br0" timeOffset="15180.87">2599 6274 286 0,'0'-4'0'0,"-5"2"0"0,1 2 0 0,0 0 0 0,-3 0 0 0,1 0 0 0,0 0 244 0,-2 0-105 0,0 0-45 16,3 8-34-16,1 0 26 0,-1 1-26 0,-2 4-1 15,2 2-26-15,-3 4 7 0,2 6-7 0,-5-2 0 16,3 0-19-16,-2 5 19 0,-2 1 0 15,-1-1-37-15,1-1 14 0,2 0 0 16,-1-3 23-16,1-2-145 0,1-1 68 0,1-5 26 16,1-4 16-16,0-4-218 0,2 0 109 0,3-4 37 15,1-4 34-15,1 0-219 0,0-2 118 0</inkml:trace>
  <inkml:trace contextRef="#ctx0" brushRef="#br0" timeOffset="15350.42">2481 6338 796 0,'3'-2'0'0,"0"2"0"0,2 0 0 0,0 0 0 0,-2 0 0 0,5 0 0 0,0 4 0 0,3 5 84 0,2 1-26 0,2-1 216 15,3 2-121-15,-2 1-52 0,1-1-39 0,-1 0 77 16,0-2-53-16,0 3-27 0,0-5 1 0,-2 2-146 16,2 1 56-16,-2 0 31 15,2-1 0-15,-3 2-314 0,4-1 172 0,-2 3-492 0</inkml:trace>
  <inkml:trace contextRef="#ctx0" brushRef="#br0" timeOffset="17282.24">3351 7328 132 0,'0'0'0'0,"0"0"0"0,0 0 0 0,0 0 0 0,0 0 0 0,0 0 0 0,0 0 153 0,0-2-64 0,0 0-28 15,0 0 0-15,0 0 33 0,0 0-31 0,0 1 43 16,0 1-41-16,0-3 0 0,0 3-32 0,0 0 28 16,0 0 8-16,0-1-36 0,0 1 0 0,0 0-4 15,0 0 3-15,0 0 1 16,0 0 8-16,0 0-32 0,0 0 0 0,0 4 24 15,0-3 0-15,0 3 31 0,0-2-23 0,0 0-53 16,3 0 23-16,-3-2-1 0,2 0 13 0,-1 0-60 16,2 0 33-16,1-2-6 0,1-6 25 0,0-2-22 15,-1 1-7-15,-1 1 31 0,-1 2-7 0,1 0-38 16,-2 5 13-16,1-3-1 0,-2 1-1 0,0 3 58 16,0 0-7-16,0 0-30 0,0 0-4 0,0 0 85 15,0 0-33-15,0 0 29 16,0 3-23-16,0 2-5 0,0-1-22 0,0-1-37 15,0-1 5-15,0 0 25 0,0-1 17 0,0-1-103 16,0 0 43-16,0 0 1 0,0 0 33 0,0 0-364 16,2 0 154-16</inkml:trace>
  <inkml:trace contextRef="#ctx0" brushRef="#br0" timeOffset="19307.78">3049 6462 323 0,'0'0'0'0,"0"0"0"0,0 0 0 0,0-2 0 0,0 1 0 0,0-2 0 0,0 3 64 0,0-2 0 0,-1 2-31 16,-1-1 0-16,-1 1 41 0,1 0-8 0,1-3-34 16,-1 3 1-16,0-1 15 0,-2-1-15 15,2 2 16-15,-2-2-15 0,2 0 5 16,-1 0-6-16,-1 0 28 0,0 1-28 0,2-2 8 15,-5 2-9-15,2-1 20 0,0 2-19 0,0 0 0 16,0 0 0-16,-3 0-9 0,1 0 9 0,2 0-1 16,0 0 1-16,0 0-29 0,0 0-1 0,-1 0 38 15,0 0-44-15,-1 0-1 0,2 0 33 0,1 2-4 16,-1-1 1-16,-4 2 2 16,4-2-10-16,-2 1 20 0,-1 0-14 0,2 0-7 0,-3 2 6 15,2-3 27-15,-1 3-24 0,-1 1-2 16,1-2 6-16,0 3-9 0,0-2 9 0,0-1 3 15,0 3-2-15,0-3-36 0,0 1-2 0,0-1 15 16,-1 2 13-16,1-1 7 0,-1 2-9 0,-1-3-18 16,2 3 17-16,-2-3 2 0,2 2-4 0,-1 0 4 15,-1 2-4-15,-2-1 2 0,5-1-3 0,-1 3 1 16,-2-2 3-16,3-1 3 0,-4 2-2 0,4 1-42 16,-5 0 38-16,2 0-28 0,0-1 26 15,4 0 5-15,-7 3-8 0,4-1-22 0,1 0-1 16,-3-1 24-16,4-1-1 0,-2 3-12 15,0-1 7-15,1-2 4 0,1 3-8 0,-1-3 4 16,2 1 1-16,-2-1 0 0,0 2 27 0,3-2-26 16,-4-1 0-16,1 1 12 0,3-1-9 0,-3 1-2 15,3-1 1-15,-2-1 9 0,0 2-8 0,1-1-1 16,-1 2 7-16,2-1-35 0,-2 1 28 0,-1 2 1 16,4-3-1-16,-2 4-6 0,-3-1 6 15,4 1 0-15,-3 0-15 0,0 1 13 16,3 1-3-16,-1-2 33 0,0 2-29 0,1 0 0 15,0 0-2-15,0 0 44 0,0 2-41 0,1-1 0 16,1 0 5-16,-2-1 18 0,3 3-18 0,1-3-3 16,-1 0 6-16,0 2-3 0,1 0 6 0,-2-2-7 15,3 2 7-15,-2 1-41 0,2-2 34 0,-2-1 0 16,2 2 1-16,0 0-27 0,-1 1 24 16,1-2-4-16,0 3 3 0,-2-3 0 0,2 1 0 15,0-3 24-15,0 4-24 0,0-3 0 16,0 0 1-16,0 0 24 0,0 0-19 0,0 1-1 15,0-1-3-15,0-1 8 0,0 2-7 0,0 2 5 16,2-6 6-16,-1 3-7 0,3-2-3 0,-1 1-19 16,0 1 20-16,0-2 0 0,-1-1 3 15,3 3-22-15,-2-2 18 0,1-2-2 0,1 3 1 0,-3-1 10 16,3-2-7-16,-2 2-5 0,2 1 1 0,1-1 21 16,0 3-20-16,2-3 26 15,-3 2 3-15,3 1-25 0,0 0-2 0,-2 1 24 16,2 0 0-16,-1-1-16 0,3 4 1 0,0-2-28 15,-2 1 24-15,3-3 4 0,-3 1-4 0,3 2-26 16,2-2 5-16,-2-2 18 0,-1 2-22 0,2 0 19 16,-1 0 2-16,1 1 3 0,2-1-4 0,-1-1-5 15,1 1 3-15,0 0 13 0,2 2-12 0,0-2 1 16,1 0-1-16,1-2 8 0,-1 2-8 0,5-2 3 16,-2 1-3-16,3-3-19 15,3 0 20-15,2 0 1 0,-1-1-1 0,3-1-32 16,2-2-1-16,3 0 31 0,2 2-1 0,-1-3-70 15,8-1 32-15,-2 0-86 0,-2-1 55 0,7-2 21 16,3-1 1-16,5-1-323 0,2 0 165 0,8 0 65 16,-5 0 47-16,-1 0-413 0,13-4 234 0,-10-6 113 15,1-8 57-15,-1-1-470 0,0-6 263 0</inkml:trace>
  <inkml:trace contextRef="#ctx0" brushRef="#br0" timeOffset="21026">2835 6528 319 0,'-2'0'0'0,"-1"-2"0"0,-2-1 0 0,4 2 0 0,-3 0 0 0,3-2 0 0,-2 1 0 0,0 1 64 0,0-1-31 0,1 0 37 16,0 0 8-16,2 0-45 0,-1 1 0 0,-1-2 61 15,2 0-31-15,0 3 1 0,0-3-23 0,0 2 36 16,0-1-22-16,0-4 0 0,0 1-22 0,2-3 38 16,1 1-30-16,5-2 13 0,1-3-21 0,1 0-1 15,0 1 1-15,4 0 34 0,-3-2-27 0,3 4-7 16,-3-3 0-16,1 3 4 16,0 2-5-16,-1 0 1 0,2 0 8 0,0 1-5 15,-2 1-4-15,0 2 1 0,2-1 13 0,-5 2-5 16,9 0-8-16,-7 0 9 0,5 0-10 0,-2 0 1 15,3-1 0-15,-3 2 15 0,2-2-15 0,0 0-1 16,0 0 1-16,0 1 9 0,0-2-10 0,0 1 9 16,2-1-8-16,-2 2-22 0,2-2 21 0,-2 1 1 15,0 1-23-15,0 0 30 0,0 0-8 0,0-2 27 16,0 2-27-16,0 1-1 0,2-2 0 0,-2 0 20 16,0 2-19-16,0-2-2 15,1-1 1-15,-2 1 12 0,-2 0-11 0,5 2 11 16,-3-1-11-16,-1-1-11 0,3 2 11 0,-2 0 1 15,2-2-21-15,-2 1 8 0,4 2 12 0,-1 0-30 16,-3 0-1-16,4 0 25 0,-2 0 3 0,1 0-27 16,0 0 24-16,-2 0-6 0,2 0 5 0,-2 0-38 15,0 0 35-15,0 5-1 0,0-4 0 0,0 0 11 16,0 4-12-16,0-4-3 0,2 2 3 16,-2-2 42-16,0 3-41 0,0-2 20 15,1 2-18-15,-2-3 1 0,2 4-1 0,-3-2-21 16,1 3 22-16,-1-2 0 0,0 1 2 0,1-1-15 15,-2 1 13-15,4 1 5 0,-3-1-8 0,-2 1-26 16,2 0 24-16,0 0 2 0,-1 0-5 0,1 1-20 16,-2-1-8-16,2-1 30 0,0 1-30 15,-1 1 27-15,1-2-3 0,1 1-19 0,-4 2 18 16,3-1 2-16,2-1-3 0,-5 2-7 16,-1-1 5-16,1 1 6 0,1 2-8 0,-1-3 7 15,-1 2-4-15,0-2 1 0,0 3-19 0,0-2 21 16,-1 1-4-16,-2 0-2 0,1 1 3 0,3-1-1 15,-3 0 0-15,1 1-6 0,2 1 163 0,-3-1-165 16,0 1 0-16,2 0 0 0,-1-2 0 0,0 2 0 16,2-2 0-16,-4 3 0 0,2-1 0 0,3 1 0 15,-5-1 0-15,1 2 0 0,1-2 0 0,-2 3 0 16,2 1 0-16,-3-3 0 0,3 4 0 16,-2-2 0-16,-1 2 0 0,0 0 0 15,1-1 0-15,-1 0 0 0,1-3 0 0,-2 1 0 16,3 0 0-16,-5-1 0 0,2 0 0 0,0 0 0 15,-1-1 0-15,2 2 0 0,-2-1 0 0,1 2 0 16,-2-2 0-16,0 1 0 0,1 2 0 0,-3 1 0 16,2-3 0-16,1 1 0 0,-2 1 0 0,-1 0 0 15,0 1 0-15,2-1 0 0,-2-1 0 0,0 2 0 16,0 0 0-16,0 0 0 16,0-2 0-16,2 1 0 0,-2 0 0 0,0 1 0 15,0-2 0-15,0 3 0 0,0-3 0 0,0 1 0 16,0 2 0-16,0-2 0 0,0 3 0 0,0-1 0 15,-4-1 0-15,3 4 0 0,-4-4 0 0,5 2 0 16,-5 0 0-16,3-1 0 0,-2 1 0 0,1-2 0 16,-2 3 0-16,2-2 0 0,-1-3 0 0,0 4 0 15,2-2 0-15,-3 1 0 0,1-2 0 0,1 0 0 16,-2 1 0-16,2-1 0 0,-1 0 0 0,0 0 0 16,-1-2 0-16,1 0 0 0,0 0 0 0,1 0 0 15,-3-2 0-15,2 3 0 16,-2-3 0-16,1 1 0 0,2-4 0 0,-3 4 0 15,1-1 0-15,-2 1 0 0,3-2 0 0,-3 2 0 16,0-1 0-16,-1 0 0 0,3 0 0 0,-3 1 0 16,0-2 0-16,0 1 0 0,1 0 0 0,1-2 0 15,-5 3 0-15,2-2 0 0,-1 0 0 0,2-1 0 16,-3 2 0-16,0 1 0 0,3-1 0 0,-5 1 0 16,4 0 0-16,-4-4 0 15,2 4 0-15,3-3 0 0,-5 0 0 0,2 1 0 16,3-2 0-16,-4 1 0 0,2-4 0 0,2 3 0 15,-3-1 0-15,1 1 0 0,4-3 0 0,-4 0 0 16,3 2 0-16,-3-1 0 0,4-1 0 0,-7 0 0 16,4 1 0-16,-1 0 0 0,3 0 0 0,-5-3 0 15,4 3 0-15,-4-3 0 0,0 1 0 16,1 0 0-16,0 0 0 0,1-2 0 0,-2 2 0 0,1-3 0 16,-2 1 0-16,-1-2 0 15,-1 3 0-15,1-2 0 0,-2-1 0 0,2 2-186 16,-5-2 146-16,0 0 25 0,0 0 7 0,-4 0-163 15,3 0 70-15,-4 0 38 0,0 0 0 0,-1 0-260 16,1-3 144-16,6-4 66 0,-1-4-523 0,6 0 301 16</inkml:trace>
  <inkml:trace contextRef="#ctx0" brushRef="#br0" timeOffset="32106.57">3227 5998 914 0,'0'0'0'0,"0"0"0"0,0 0 0 0,0 0 0 0,0 0 0 0,0 0 0 0,0 0 0 0,0 0 0 0,0 0 0 0,0 0 73 0,0 0 0 0,0 0 41 15,0 0-33-15,0 0-7 0,0 0-42 16,0 0 30-16,0 0 0 0,0 0-29 0,0 0 45 16,0 0-45-16,0 0-1 0,0 0 1 0,0 0 7 0,0 0-7 15,-3 0 8-15,3 0 5 0,-2 0-14 0,-1 0 1 16,-1 0 0-16,2 0 21 0,-1 0-13 16,-1 4-8-16,1-2 0 0,0 1-25 0,0-1 25 0,0 2 8 15,-1 0-9-15,-2 1-21 0,2 1-2 0,-1 0 23 16,0 1-2-16,0 1-13 0,-2 3 10 15,0-1 3-15,-1 1-19 0,0 2 16 16,-4 0-5-16,3 1 28 0,-2 0-26 0,0 1 2 16,0 0-23-16,-2 0 22 0,1 2 1 15,-1-2 6-15,2-2-44 0,-2 2 0 0,2-2 35 16,0 1 1-16,0-3-38 0,1-1 41 0,-2 1-10 16,4-4 4-16,-4 3-27 0,3-3 24 0,1 1-8 15,0-3-1-15,1 1-30 0,0 0 34 0,0-4-7 16,4 1 33-16,0 1-1 15,-2-4-22-15,5 2 34 0,-1-2-34 0,-1 0-1 16,2 0 0-16,0 0 47 0,0 0-16 0,0 0-4 16,0 0-18-16,0 0 22 0,0 0-16 15,0 0-6-15,0 0 4 0,0 0-2 0,0 0 5 0,0 0-3 16,0 0-24-16,0 0 0 0,0 0 29 0,0 0-7 0,0 0-38 16,0 0-1-16,0 0 32 0,0 0-25 15,0 0 27-15,0 0-3 0,0 0-15 16,0 0 14-16,0 0-6 0,0 0 4 0,0 1 31 0,2 4-4 0,1-4-27 15,5 4 0-15,2 1 55 16,2 0-25-16,-1 0 11 0,8 2-36 0,-1-3 31 16,1 3-1-16,1-3-16 0,0 1-7 0,3-1-20 15,1 3 162-15,-5-3-169 0,3 3 0 16,-1-1 0-16,0 3 0 0,-1-2 0 0,1 1 0 16,-3 0 0-16,2 1 0 0,-3-1 0 15,-2-2-166-15,0 3 332 0,-2-2-349 0,-3-3 187 0,-3 1 4 16,0-2-9-16,-2-3 173 0,-4 1-172 0,1 0 0 15,0-2 0-15,-2 0 0 16,0 0 0-16,0 0 0 0,0 0 0 0,0 0 0 16,0 0 0-16,0 0 0 0,0 0 0 0,0 0 0 15,0 0 0-15,0 0 0 0,0 0 0 0,0 0 0 16,0 0 0-16,0 0 0 0,0 0 0 0,0 0 0 0,0 0 0 16,0 0-167-16,0 0 133 0,0 0 0 0,0 0-718 15,0 0 360-15,0 0 180 0,1 2 89 0,7 5-449 16</inkml:trace>
  <inkml:trace contextRef="#ctx0" brushRef="#br0" timeOffset="37671.11">7082 6329 1169 0,'-5'-8'0'0,"2"4"0"0,0 3 0 0,1-4 0 0,-1 4 0 0,1-1 0 0,1 0 0 0,-2 0 0 0,3 2 148 0,0 0-62 0,0 0-27 0,0 0 116 16,0 0-71-16,0 0-36 0,0 0 8 0,0 0-14 15,0 0-1-15,0 0-29 0,0 0 1 0,0 0 50 16,0 0-17-16,0 0-8 0,0 0 3 0,0 0-28 16,0 0-1-16,3 0-34 15,-2 0 8-15,4 6 27 0,-2 1 0 0,2 1-59 16,-4 2 30-16,3-3-1 0,-1 1 38 0,2 1-64 15,-3-2 14-15,2 0-1 0,-2-1 2 0,2 0-180 16,-2 0 81-16,2 0-260 0,-2-3 158 0,0 3 91 16,-1 3 30-16,1 0-303 0,-2 5 172 0,0 1 96 15,0 0 46-15</inkml:trace>
  <inkml:trace contextRef="#ctx0" brushRef="#br0" timeOffset="37846.75">7034 6661 1279 0,'-5'4'0'0,"4"-1"0"0,-4-1 0 0,3 0 0 0,2-2 0 0,-1 0 0 0,1 0 0 0,-2 0 93 0,2 0-22 0,0 0-9 0,0 0 112 15,0 2-72-15,2 0-34 0,1 0 8 0,4 2-74 16,2 0 30-16,-1-1-289 0,0 1 145 0,3 3 72 16,-3-1 45-16,3 3-527 0,-2 1 262 15,1 1 129-15</inkml:trace>
  <inkml:trace contextRef="#ctx0" brushRef="#br0" timeOffset="38016.44">7104 7042 1046 0,'-3'6'0'16,"0"-2"0"-16,-1-4 0 0,2 0 0 0,2 0 0 0,-2 0 89 0,2 0-29 0,0 0 339 0,0 0-187 15,0 0-89-15,0-1-46 0,2-12 35 16,7 0-40-16,0-2 9 0,2-2-49 0,2 1-283 15,-2 0 142-15,5 0 71 0,0-2-500 0,1 2 276 16,2-1 134-16</inkml:trace>
  <inkml:trace contextRef="#ctx0" brushRef="#br0" timeOffset="38233.89">7264 6591 1741 0,'0'0'0'0,"0"0"0"0,0 0 0 0,0 0 0 0,0 0 0 0,0 0 0 0,0 0 0 0,7-1 0 0,8-5 235 0,5 0-101 0,0-4-51 0,2 4 136 16,-2-2-86-16,10 0-53 0,-7 3-24 15,-2-1-150-15,1 3 63 0,-1 0 32 0,0 0-231 16,-1 0 127-16,-2 3 68 0,-4 0-151 16,0 0 109-16,-3 0 55 0,-1 0-9 0,-2 0-451 15,-4 0 225-15,2 0 112 0,-3 0 56 16,-2 0-234-16,0 0 149 0</inkml:trace>
  <inkml:trace contextRef="#ctx0" brushRef="#br0" timeOffset="38789.51">7404 6353 594 0,'0'0'0'0,"0"0"0"0,0 0 0 0,0 3 0 0,0 0 309 0,0 1-138 15,0 1-70-15,0 0-34 0,0 3 132 0,0 2-76 16,0 3-49-16,2-2-20 0,2 5 11 0,0-4 0 15,0 5-32-15,-2 0-57 0,-1 3 24 16,-1 1 0-16,0 4-71 0,0-1 52 0,-7 0 26 16,-5-1 8-16,0 5-66 0,-4-3 35 0,1 1 22 15,-2-2-27-15,3-1 136 0,3-4-59 0,-3-1-24 16,1 0-23-16,3-3 123 0,5-4-58 0,1-1-30 16,2-6 190-16,2 2-104 15,0-2-49-15,0-2-55 0,4-2 6 0,9 0 1 16,2 0 8-16,2-2-69 0,1-4 30 0,1-2 0 15,-3-2 30-15,-1 2-145 0,-1 1 80 0,-4 4 21 16,1-2 11-16,-3 3-114 0,-3 1 46 0,-3 1 24 16,1 0 5-16,0 0 2 0,-3 8-5 0,0 4 201 15,-6 4-87-15,-5 0-41 0,0 2-4 0,-4 5 174 16,4-5-89-16,-3 0-51 0,1 3-7 16,2-5 85-16,2 0-38 0,1-2-38 15,1-1 0-15,4-5-62 0,0 1-1 0,1-5-7 16,2 2 9-16,0-4 32 0,0 1 0 0,2-1-170 15,7-2 83-15,4 0 42 0,3 0 5 0,3-2-137 16,2-7 60-16,1-2 43 0,0-1-5 0,-4 1-84 16,2 1 56-16,-4 2 26 0,0 0 52 0,-6 4-33 15,2 1-11-15,-2 0 125 0,-5 3-53 0,2 0-27 16,-3 0 0-16,0 8 94 16,-2 5-49-16,0 0-25 0,0 5 4 0,-2-2 223 15,0 1-118-15,0 0-35 0,0-2-38 0,0-3 30 16,0 3-33-16,0-4-1 0,2-3-195 0,0-1 85 15,-1-1 43-15,1-3-392 0,0-1 207 0,0 0 95 16,0-2 55-16,-1 0-302 0,5 0 162 0,0 0 47 16,3-9 56-16,1-5-455 0,1-7 251 0</inkml:trace>
  <inkml:trace contextRef="#ctx0" brushRef="#br0" timeOffset="38956.58">7738 6736 1339 0,'0'4'0'0,"0"-1"0"0,3 0 0 0,-2-1 0 0,7-1 0 0,1 1 0 0,9-2 0 0,4 0 641 0,6 0-304 0,0 0 205 16,4 0-259-16,0-2-125 0,2 1-63 0,-2-1-156 15,-1-1 46-15,-1 1 33 0,1 1-9 0,-2 1-202 16,-7-2 113-16,0 0 57 0,-2 0 27 0,-4 1-638 16,1-1 329-16,-3 0 153 0</inkml:trace>
  <inkml:trace contextRef="#ctx0" brushRef="#br0" timeOffset="39101.44">8347 6475 1933 0,'0'0'0'0,"0"0"0"0,2 0 0 0,0 0 0 0,2 0 0 0,-2 2 0 0,4 2 0 0,-3 1 0 0,2-1 4 0,0 3 0 0,-2 2-219 15,4 1 119-15,0 3 65 16</inkml:trace>
  <inkml:trace contextRef="#ctx0" brushRef="#br0" timeOffset="39239.1">8388 6813 2866 0,'-9'8'0'0,"4"3"0"0,2-4 0 0,0 1 0 0,1-4 0 0,2-1 0 0,0 2 0 0,0-2 258 15,0-1-112-15,0-1 33 0,0 2-65 0,0-1-44 16,5-2-1-16,0 2-841 0,0-1 402 0,4 7 201 0</inkml:trace>
  <inkml:trace contextRef="#ctx0" brushRef="#br0" timeOffset="46362.73">9578 6714 186 0,'0'1'-70'0,"0"4"34"0,-2-2 1 0,2-1 109 15,0 0-25-15,-2-2 6 0,2 2-31 0,-2-2 29 16,0 2 0-16,2-2-23 0,-2 0 1 0,1 0 38 16,-1 0-8-1,-1 0-28-15,1 0 23 0,0 0-1 0,1 0-22 0,-2 0 37 16,0 0-9-16,1 0-28 0,-1 0 0 16,1 0 16-16,0-2-16 0,1-2 8 0,-2-1-9 0,2-5-11 15,1-1 12-15,0-2-1 0,0-3-26 0,0-1-8 16,4-1 35-16,2 1-28 0,2-1-4 15,-1 2 29-15,1-1-2 0,0 2-6 0,-1 2 0 16,0 2 2-16,1 1-7 0,1 3 13 0,1-1-3 16,1 2-4-16,2 0-2 0,-2 5-5 15,5-1 8-15,-4 0-1 0,4 2 11 0,0 0-42 16,2 0 32-16,-4 0-1 0,3 10-11 0,-1 1 10 16,-3 3 3-16,-1-1-24 0,2 2 18 0,-3-1 1 15,-2 3-5-15,-1 0 33 0,0 0-25 0,-3 2-4 16,-3 1 2-16,2 1 3 0,-4 1-3 15,0-1-1-15,0 3 7 0,0 1-28 0,-8-1 23 0,1-4-48 16,-2 2 21-16,-3-3 0 16,-1 2 25-16,0-3-105 0,-4-1 45 0,2-2 25 15,-2-3-11-15,0-3-73 0,-1-1 42 0,0-3 26 16,1-1 1-16,1-3-115 0,0 1 54 0,2-2 34 16,3 0-3-16,-1 0-52 0,5 0 39 0,1 0-43 15,4 0-29-15,2-2 56 0,0-2 20 0,2-2-150 16,13-2 93-16</inkml:trace>
  <inkml:trace contextRef="#ctx0" brushRef="#br0" timeOffset="46689.96">10062 6577 303 0,'4'-15'0'0,"-2"-1"0"0,0 2 0 0,-1-2 0 0,-1 6 0 0,0-6 209 16,0 9-88-16,0-3-44 0,0 3-23 0,-1 0 47 15,-3 2-38-15,-1 1 51 0,-2 3-40 0,2-1-1 16,-4 2-40-16,-2 0 28 0,-1 0-28 0,-1 7 0 16,-2 9 0-16,-2 4 17 15,2 1-17-15,-2 3 8 0,2 4-9 0,0 0 39 16,2 1 0-16,2-3-38 0,0 2-1 0,4-6 85 16,2 3-47-16,3-3 18 0,2 1-27 0,0-1-1 15,0-3-27-15,0 0 50 0,7-2-29 0,3 0 0 16,3 0-21-16,1-2-27 0,0-1 0 0,2-4 35 15,0 2-8-15,2-4-88 0,-2 1 43 16,3-2 23-16,-3-2-74 0,2-1-100 16,1-2 88-16,-1-2-142 0,-1 0 107 0,2 0 28 15,0-3 35-15,-3-6-364 0,3-6 193 0,-1 3 93 16,-2-3 46-16,0-4-256 0</inkml:trace>
  <inkml:trace contextRef="#ctx0" brushRef="#br0" timeOffset="46903.96">10297 6549 1009 0,'1'3'0'0,"-1"-1"0"0,2 0 0 0,1-1 0 0,-1-1 0 0,0 3 0 0,3-1 117 0,1 1-42 0,4-1-21 0,2-2 196 15,3 1-108-15,0-1-47 0,2 0-35 0,2 0 17 16,-1 0-22-16,-1 0 0 0,3 0-22 0,-4-1-136 15,1-1 64-15,-2 0-285 0,-1 1 178 0,-3-1 89 16,-1-1 45-16,-1 3-467 0,-2 0 202 0,-3 0 123 16</inkml:trace>
  <inkml:trace contextRef="#ctx0" brushRef="#br0" timeOffset="47119.99">10408 6756 1137 0,'-2'6'0'0,"2"2"0"0,0-7 0 0,0 3 0 0,0-4 0 0,0 2 0 0,0 0 0 0,0 1 182 16,4-2-75-16,7 1 186 0,0 2-129 0,8-3-66 15,-2 1-25-15,2 1 20 0,-1-3-30 0,1 1 0 16,0 1-30-16,0-2-152 0,0 2 85 0,-4 1 28 16,2-3 1-16,-6 0-93 0,0 1 65 0,-1 1 33 15,-3-2-359-15,-2 1 184 0,-1-1 35 0,-2 0-270 16,0 3 188-16,0-3 95 0,-2 0 39 0</inkml:trace>
  <inkml:trace contextRef="#ctx0" brushRef="#br0" timeOffset="47488.85">10884 6428 876 0,'0'0'0'0,"0"0"0"0,0 0 0 0,0 0 0 0,0 0 0 0,0 0 0 0,0 4 0 0,0 3 0 0,0 3 213 0,0 1-90 0,-1 2-45 16,1 4-22-16,0 4 111 0,-2 3-72 0,-2 1-30 15,0-1-1-15,1 2 18 0,-1 2-25 0,2-3 8 16,1 5-48-16,1-2 16 0,0 0 0 16,0-2-1-16,0 2-28 0,0-5 8 15,0 4 21-15,0-7-77 0,0 3 39 0,0-3-1 16,0-1 39-16,0-2-155 0,0-2 67 0,0-2 18 16,0-3 23-16,1-1-259 0,-1-1 130 0,2-5 40 15,-2-1-110-15,2 0-39 0,0-2 110 0,1 0-56 16,3-5 83-16</inkml:trace>
  <inkml:trace contextRef="#ctx0" brushRef="#br0" timeOffset="47679.34">10923 6731 730 0,'2'0'0'0,"-1"0"0"0,1 2 0 0,0-2 0 0,0 0 99 16,1 0-33-16,5 0 0 0,2 0-33 0,1 0 334 15,3 0-171-15,4-2-82 0,3 0-40 0,2 0 146 16,2 0-94-16,-4 0-38 0,3 0-96 0,-2 2 20 15,1 0 0-15,2 0-209 0,-4 0 114 16,-1 0 66-16,-1 0 21 0,-2 0-151 16,-2 0 89-16,-6 0 46 0,3 0 22 0,-5 0-497 15,-2 0 234-15,-1 0 88 0,-2-1 67 0</inkml:trace>
  <inkml:trace contextRef="#ctx0" brushRef="#br0" timeOffset="47877.83">11150 6435 1077 0,'-6'-1'0'0,"4"1"0"0,1 0 0 0,1 0 0 0,0 0 0 0,0 11 0 0,0 3 181 0,0 4-77 15,1 5-36-15,1 5 99 0,2 0-67 0,-1 4-34 16,-1 1 9-16,2 2 104 0,-2 0-73 0,0 1-36 16,-2-1-1-16,0 1-115 0,0 0 47 0,0-2-8 15,0-5-231-15,0 2 135 0,0-8 68 0,0-2-354 16,0 0 174-16,1-5 108 0,2-9-7 0,1 1-293 15,1-7 188-15</inkml:trace>
  <inkml:trace contextRef="#ctx0" brushRef="#br0" timeOffset="48296.71">11495 6472 1021 0,'7'-12'0'0,"5"6"0"0,1-1 0 0,-1-1 0 0,-1 4 0 0,-2 1 0 0,1 2 139 0,-1 1-58 0,-2 0-24 0,5 0 36 0,-5 7-30 0,-1 5-1 16,-1 2-21-16,1 3-48 15,-3-1 0-15,0 0 40 0,-1 0 0 0,-2 0-54 16,0 1 35-16,0-2-8 0,-6-1-57 0,-4-1 41 16,1 0 22-16,-3-3-82 0,0-2 33 0,1-3 24 15,-3 1-14-15,3-2 99 0,2-2-39 0,1-1 0 16,2-1-41-16,3 0 231 0,1 0-102 0,0 0-40 15,2 0-29-15,0 0 26 16,0 0-14-16,7 0-8 0,9 0-58 0,0 0 0 16,3 5 35-16,-2 0-24 0,2 2 24 0,0 2 0 15,-2 7-1-15,0-1-72 0,-4 0 36 0,-1 3 19 16,-3 1-7-16,-2 1-47 0,-3-4 28 0,-3 1-2 16,-1 0 0-16,0 0 66 0,-1-2-2 0,-12-2-40 15,-3 0 61-15,-2-4-28 0,-7 1 0 0,4-5 11 16,-5-1-5-16,-2-4-14 0,-2 2-12 0,0-2-181 15,-2 0 87-15,0 0 52 0,4 0 16 0,8-2-334 16,2 0 165-16,7-3 63 16,1 0 47-16,7-2-287 0,3-2 162 0,0 2 77 15,10-1-295-15,11-3 186 0</inkml:trace>
  <inkml:trace contextRef="#ctx0" brushRef="#br0" timeOffset="48902.58">12166 6661 168 0,'3'-15'0'0,"-1"2"0"0,2 0 0 0,-2-4 0 0,-2 2 0 0,0-2 283 16,0 0-126-16,-2 2 76 0,-5-1-104 0,-1 4-48 15,-1-2-24-15,-1 1 38 0,-1 4-31 0,2 4 9 16,-5-1-41-16,2 4 73 0,-4 2-36 15,0 0 0-15,-3 11-36 0,2 7 21 0,-2 7-21 0,0 4 0 16,3 4 30-16,0 3 0 16,3-3-31-16,1 4 79 0,5-6-43 0,3 0 0 15,3-4-35-15,1 3 38 0,0-10-38 0,0 2 8 16,5-3-8-16,7 0-46 0,1-6 23 0,-1-2 1 16,6-2 29-16,-1-5-149 0,0-2 67 0,4-2 38 15,-3 0-177-15,5-8 95 0,-6-5 31 0,3-7-114 16,-3-1 65-16,-2-1 43 15,0-1-3-15,-4 0-29 0,-1 2 22 0,-2 1 9 0,-3 2 29 0,0 0 29 16,-3 7 0-16,0 0-28 0,0 6-9 16,-2-1 153-16,0 3-72 0,0 2 200 15,0 1-117-15,0 0-65 0,0 0-15 0,0 10 16 16,-4 6-11-16,1 3 0 0,1 1 9 0,2 1 14 16,0 0-5-16,0 0-9 0,0-3-24 0,3-1-34 15,7-4 1-15,1 1 33 0,2-5 8 0,1-1-121 16,-1-3 42-16,2-3-102 0,1-2 68 15,0 0 40-15,0 0 9 0,-2-6-63 0,1-5 34 16,-3-2 22-16,2-2-22 0,-5 0-2 16,1-2 4-16,-2-2 5 0,-3-2 4 0,-1-3 34 15,-3-2-23-15,1-3 2 0,-2 0-10 0,0-3 9 16,-2 1 2-16,-5 1 15 0,-2 5-14 0,-3 5 0 16,-1 0-4-16,0 5 99 0,-4 4-43 0,0 5-23 15,-1 2 5-15,-3 4 76 0,2 0-44 0,-1 2-24 16,2 11 16-16,0-1-7 0,3 6 8 0,2-1-30 15,3 0 20-15,4-1-92 0,6 4 47 16,0-4-114-16,0 1-112 0,9 0 118 16,9-3 46-16</inkml:trace>
  <inkml:trace contextRef="#ctx0" brushRef="#br0" timeOffset="49219.25">12744 6497 833 0,'0'-9'0'0,"-3"4"0"0,-7-1 0 0,-3 1 0 0,-4 3 0 0,-2 0 0 0,0 2 0 0,1 0 248 0,-3 0-107 0,6 7 20 15,0 2-64-15,6 1-24 0,-3 3-8 0,8-2 59 16,3 3-46-16,1-1-23 0,0-1 0 0,3 2-42 16,6-2 19-16,7 1 1 0,1-2 0 0,0 2 10 15,2-2-10-15,-1 3 8 0,-3-1-9 0,0-1-63 16,-3 2 31-16,-1-2 1 0,-4 3 32 0,-1-1-80 15,-2-1 34-15,-2 0-27 16,-2-2 29-16,0 0 4 0,-2 1-1 0,-12-2-10 16,0-2 27-16,-9-1-16 0,-2-2 12 0,-1 1 17 15,-2-3-18-15,-2-1-2 0,0 0 1 0,1-2-151 16,8 0 72-16,-2 0-261 0,4 0 156 0,8-2 65 16,3-7 47-16,5-4-139 0,3-2 87 0,5-6 45 15,13-1 21-15</inkml:trace>
  <inkml:trace contextRef="#ctx0" brushRef="#br0" timeOffset="49383.81">12769 6543 273 0,'11'-4'-27'0,"2"0"0"16,2 3 27-16,-2-1 388 0,-3-1-178 0,1 3-89 15,0-1-44-15,1-1 119 0,2-1-86 0,2 2-39 16,0-3 0-16,7 1 155 0,0-3-97 0,-3 3-40 16,6-3-32-16,-1 2-61 0,-4 2 1 0,1-1-279 15,0 2 157-15,-2-1 87 0,-2 2 32 0,-1 0-350 16,-4 0 191-16,1 0 55 0,-5 0 59 15,-2 0-209-15,-2 0 116 0,-2 0 55 0</inkml:trace>
  <inkml:trace contextRef="#ctx0" brushRef="#br0" timeOffset="49576.28">13026 6157 617 0,'-5'0'0'0,"3"0"0"0,2 6 0 0,0 8 0 0,0 1 0 0,0 7 0 0,0 6 289 16,0 6-129-16,3 7-63 0,-1-5 210 0,0 15-142 15,0-5-65-15,1 1 95 16,-1 2-81-16,0-2-41 0,0-7 8 0,2 9-112 16,2-14 32-16,1 1 8 0,1-4 24 0,1-4-110 15,3-6 63-15,-2-1 19 0,2-2 0 0,1-6-334 16,2-4 137-16,0 0-406 0,2-8 264 0</inkml:trace>
  <inkml:trace contextRef="#ctx0" brushRef="#br0" timeOffset="49712.92">13483 6806 1210 0,'11'1'0'0,"4"2"0"0,-4-3 0 0,-4 0 0 0,-1 1 0 0,-2 1 0 0,0 2 0 0,-2 2 255 0,0 3-111 0,-2 6-56 16,0 2-27-16,0 7 19 0,-4-1-16 0,-8 5-8 16,1 0-162-16,2-2 69 0,-1-7 35 0,-1 2 0 15</inkml:trace>
  <inkml:trace contextRef="#ctx0" brushRef="#br0" timeOffset="50498.65">13965 6385 906 0,'0'-4'0'0,"0"2"0"0,0 0 0 0,0 1 0 0,0 1 0 0,0 0 0 0,0 0 0 0,0 0 0 0,0 13 0 0,1 2 117 16,6 2-43-16,-3 1 112 0,1 2-68 0,2 0-47 15,2-2 0-15,-2 3-8 0,0-1 0 0,2-4-30 16,1-2 8-16,1 2-38 0,0-1 29 0,1-4 1 16,-3 0 0-16,0-1-90 0,-1-3 53 0,0 0-229 15,-1-2 119-15,-2 1 70 0,1-3 1 0,0 1-336 16,-2 1 153-16,0-3 103 0,-1 0 27 15</inkml:trace>
  <inkml:trace contextRef="#ctx0" brushRef="#br0" timeOffset="50813.18">14299 6246 986 0,'0'-6'0'0,"0"2"0"0,0 3 0 0,0 1 0 0,-2 0 0 0,1 0 0 0,-3 0 0 0,0 0 158 0,2 0-62 0,-1 0-32 0,-1 10 91 0,1 2-53 0,-2 5-39 16,-1 8 0-16,1 3 66 16,0 5-49-16,-3 5-15 0,-4 11-8 0,1 1 47 15,-4 13-36-15,-1-2 0 0,-2 6-35 0,0 2 49 16,-3 5-29-16,-2 2 18 0,-1 13-39 0,0-7 1 16,3-11 0-16,0 6-31 0,-1-7-8 0,3-5 39 15,6-14 0-15,-2 2-67 0,6-9 34 0,1-10 8 16,4 1 24-16,0-7-116 15,2-8 53-15,2-3 10 0,-1-6 1 0,1-3-126 16,0-2 73-16,0-4-63 0,0-2 62 0,0 0 17 16,0 0 19-16,0 0-161 0,0 0 87 0,0-2 39 15,0-13 1-15,0-6-228 0,7-2 134 0,7-5 58 16,-2-2 42-16</inkml:trace>
  <inkml:trace contextRef="#ctx0" brushRef="#br0" timeOffset="51014.93">14395 6710 753 0,'0'0'0'0,"0"0"0"0,4 0 0 0,4 0 0 0,-1 0 196 16,0 0-86-16,3 0-38 0,1 0-1 0,2 0 176 16,1 0-108-16,0 0-44 0,4 0-36 0,-2 0 2 15,1 0 0-15,0 0-29 0,-2 0 1 0,-2 0-180 16,2 0 86-16,-2 0-312 0,-3 0 192 0,1 0 98 15,-4 0 47-15,-1 1-395 0,-1 5 192 0</inkml:trace>
  <inkml:trace contextRef="#ctx0" brushRef="#br0" timeOffset="51162.61">14513 6918 877 0,'-7'9'0'0,"5"-2"0"0,0-2 0 0,2-1 0 0,0-2 0 0,0-2 0 0,0 2 0 0,2-1 0 0,9-1 270 0,1 0-119 0,3 0-59 15,0 0 94-15,1 0-80 16,4 0-37-16,1-1-256 0,-5-5 110 0,5 0 54 16,-3 3 37-16,3 0-483 0,0 2 241 0</inkml:trace>
  <inkml:trace contextRef="#ctx0" brushRef="#br0" timeOffset="51490.93">15109 6383 823 0,'0'-2'0'0,"0"2"0"0,2 0 0 0,0 0 0 0,-2 8 0 0,0 3 99 0,0 6-33 0,-8 4 8 0,-3 5-15 16,-2-2 0-16,-2 1-26 0,-2 1-1 0,2-2-26 16,0-4 7-16,0 0 20 0,0-3 0 0,0-2-32 15,4-5 32-15,2-3-1 0,-2-1 85 0,8-3-47 16,-1-1 1-16,2-2 69 0,2 0-54 0,0 0-26 15,0 0 8-15,0 0-11 16,4 0-1-16,12 0-23 0,4 0 0 0,2 0 75 16,3-2-29-16,5-1-8 0,-2-2-38 0,2 4-48 15,-4-1 24-15,0 2 0 0,-3 0-32 0,0 0 24 16,0 0-1-16,-3 0 33 0,-1 0 0 0,-3 0 0 16,2 0 8-16,-4 2-380 0,-2-1 171 0,-3 2 40 15,0-1 61-15,-1-2-637 0,-4 0 340 16,0 0 165-16,-2 0 83 0</inkml:trace>
  <inkml:trace contextRef="#ctx0" brushRef="#br0" timeOffset="51680.42">15233 6395 844 0,'-8'-7'0'0,"3"4"0"0,3 1 0 0,-2 0 0 0,2 0 0 0,2 2 0 0,-1 0 0 0,1 12 268 0,0 8-118 0,0 4 64 15,0 5-91-15,0 4-37 0,1 4-30 0,1 0 136 16,2 2-79-16,-1 1-40 15,-1-2-1-15,0-1-81 0,3-1 16 0,-3-1 0 16,1 0 26-16,1-2-235 0,-2-5 117 0,1-4-299 16,1-1 201-16,0-6 71 0,-3-5 60 0,5 0-193 15,-2-4 110-15,2-5 26 0,-3-3 42 0</inkml:trace>
  <inkml:trace contextRef="#ctx0" brushRef="#br0" timeOffset="51884.61">15446 6557 1107 0,'7'0'0'0,"4"0"0"0,4 0 0 0,0-3 0 0,0-5 0 0,2 3 0 0,0-1 186 16,3 0-77-16,7 3 78 0,-5-1-77 16,-1 3-31-16,5-2-50 0,-5 1 4 0,2 2 0 0,-2 0-205 15,-1 0 102-15,-1 0 60 0,-3 0 17 16,0 2-359-16,-5 1 180 15,1-1 91-15,-3 1 45 0,-2-1-202 0,-5-2-79 0</inkml:trace>
  <inkml:trace contextRef="#ctx0" brushRef="#br0" timeOffset="52077.84">15646 6204 1053 0,'-7'5'0'0,"3"2"0"0,2 2 0 0,2 2 0 0,0 5 0 0,0 0 133 0,0 11-54 0,0 1 218 16,2 6-132-16,5 0-66 0,-3 3-34 16,3 1 9-16,-1 7-21 0,-2-6-20 0,0 1-1 0,-2-1 1 15,0-3-225-15,0 3 121 0,-1-2 48 0,-1 1 28 16,2 0-402-16,0-4 212 0,0-4 104 0,0-8 10 16,1-1-428-16</inkml:trace>
  <inkml:trace contextRef="#ctx0" brushRef="#br0" timeOffset="52478.63">15982 6299 1175 0,'21'-11'0'0,"9"5"0"0,2 0 0 0,-2 3 0 0,-1 0 0 0,-6 3 0 0,-2 0 0 0,-1 0 0 0,-4 10 106 0,3 3-37 0,-6 2 1 0,0 2-38 0,-5 1-9 15,-3 4 18-15,-3-2-8 16,0 2-34-16,-2-1 1 0,0 0 32 16,-11-2-40-16,-1-4 28 0,1-1-8 0,0-2 21 0,-3 0-12 0,4-4 9 15,-1-2 58-15,1 0-24 0,2-1-11 16,3-1-27-16,1-4-5 0,2 2 124 0,2-2-48 0,-1 0-37 16,1 2-47-16,0 1-1 0,9 2 21 0,3 0-1 0,4 0-19 15,0 6 20-15,2-3 0 16,-2 4-74-16,0 2 37 15,0 0 0-15,-2 1 45 0,-3 0-102 0,-1 2 36 0,-5-2 24 0,-3 2-64 16,-2 0 38-16,0-3 10 0,-4 2-15 16,-9-3 26-16,-4-4 6 0,-2 1-7 0,-7-3-5 15,6-5 3-15,-10 0 5 0,-1-2-113 16,-2 0 53-16,-2 0 24 0,-1 0 1 0,3-2-204 16,3-6 111-16,7 3 46 0,5-3 28 0,9 1-236 15,0-1 131-15,9 2 57 0,0-7-300 16,12 4 195-16</inkml:trace>
  <inkml:trace contextRef="#ctx0" brushRef="#br0" timeOffset="53031.16">16648 6500 247 0,'0'-21'0'0,"0"1"0"0,0 0 0 0,0 2 0 0,0-1 332 15,0 2-141-15,-7 2-83 0,0 4 128 16,-2 1-101-16,0 7-51 0,-5 0-26 0,1 3 4 16,-4 0-9-16,-1 14-20 0,1 8 5 0,-3 5-5 15,4 2 0-15,-1 6 8 0,4 1 42 0,1-1-25 0,5 1 0 16,1-3 14-16,6-1-39 0,0-7 8 0,0 1-8 0,2-4-63 16,7-1 31-16,3-4 0 0,1-2-112 15,1-4 75 1,0-1 24-16,3-4 0 0,-2-5-67 0,2-1 47 0,1 0 12 15,2-7-171-15,-1-9 80 0,-3-1 48 0,0-3 1 0,-2-1-79 16,-3 1 45-16,3-5 36 0,-5 1 0 0,0 5 63 16,-2-4-35-16,-2 5-1 0,-1 4 106 15,-3 2-48-15,-1 1-29 0,0 5-1 0,0 2 174 16,0 3-97-16,0 1-42 0,-3 0 25 16,-3 7-19-16,1 8 0 0,0 3 2 0,5 3 61 15,0 0-22-15,0-1-30 0,0-1-20 16,2 1 5-16,8-3 2 0,1-3-1 0,5-1-56 15,-2-3 24-15,0-3 0 0,2-4-157 16,0-3 161-16,0 0 17 0,0 0-6 0,0-2-46 16,-2-8 14-16,-2-6 1 0,1 0 9 0,-3-1-46 0,-2-2 18 15,-3-2 0-15,-3 0 9 0,-2-1 17 0,0-5-9 16,0 4 4-16,-7 2 15 0,-9-7-15 16,1 7-3-16,1 6 39 0,-3 0-33 0,-4 5-2 0,1 3-1 0,0 6-10 15,-2 1 13 1,2 0 0-16,0 4-23 0,3 8 23 0,3 3 0 0,4 0 1 15,4-1-131-15,4 4 62 16,2-1 29-16,2-2-453 0,10 0 446 0,9-3 24 0,4 0-1 0,4-4-291 16</inkml:trace>
  <inkml:trace contextRef="#ctx0" brushRef="#br0" timeOffset="53298.44">17230 6422 677 0,'9'-15'0'0,"-6"0"0"0,-3 4 0 0,0-2 0 0,0 4 0 0,-12-1 0 0,-4 4 181 15,-3 5-74-15,-1 1-37 0,-1 0 248 16,0 0-239-16,3 6-8 0,-1 5-39 0,2 1 64 16,3 5-31-16,7-3-1 0,2 2 14 15,3 0-8-15,2 3-37 0,0 0-1 0,5 3-6 16,8-3 7-16,1 0 8 0,4 3-8 0,-1-4-87 16,-2 0 43-16,0 1 22 0,0-3 0 0,-1-1-85 15,-5-2 49-15,-2 2 23 0,-1-1-21 0,-4-1 9 16,-2 0 1-16,0-1-1 15,-4-1-70-15,-7-2 33 0,-4-1 24 0,-4 0-118 16,0-5 63-16,-1-1 19 0,-1-1 6 0,0-1-132 0,3 0 79 16,-1 0 38-16,4-1-380 0,3-11 379 0,7-3 9 15,3-8 31-15,2-2-319 0</inkml:trace>
  <inkml:trace contextRef="#ctx0" brushRef="#br0" timeOffset="53534.9">17501 6083 616 0,'16'-19'0'0,"-7"2"0"0,2 4 0 0,-3 4 0 0,-4 1 0 0,-3 4 32 0,1 2 78 16,-2 2-39-16,0 0 0 0,-2 14 178 0,-10 8-113 15,2 6-51-15,-3 10-26 0,-1 3 154 0,1 5-91 16,1 6-36-16,3 0 3 0,6 3-29 16,1 1 1-16,2 1-52 0,0-1 24 15,0-6 8-15,7-1-8 0,5-8-110 0,-1-7 54 16,0 0 28-16,3-6-87 0,-2-7 65 0,0-3 20 15,-1-6-9-15,-2-6-268 0,1-3 117 16,-2-3 77-16,-1 0-1 0,-2-1-239 0,-3-15 143 0,0 1 73 16,-2-6-207-16,0-2 139 0</inkml:trace>
  <inkml:trace contextRef="#ctx0" brushRef="#br0" timeOffset="53692.48">17271 6348 635 0,'-23'0'154'0,"12"-2"-77"0,3 2-39 0,8-3 137 15,0 2-72-15,0-3-34 0,13-1 105 0,10 1-62 16,11 0-44-16,5-3 0 0,-2 5 127 16,5 0-82-16,1-1-40 0,-7 3 9 0,1 0-49 0,-1 0-195 0,-5 7 97 15,2 4 49-15,-3 2-468 0,2 1 256 0,-2 1 121 16</inkml:trace>
  <inkml:trace contextRef="#ctx0" brushRef="#br0" timeOffset="53938.71">18089 6826 1511 0,'0'0'0'0,"0"0"0"0,0 0 0 0,0 5 0 0,0-2 0 0,2 1 0 0,-2 3 0 0,0 4 101 0,-4 6-34 0,-9 4 8 0,-4 5-426 16</inkml:trace>
  <inkml:trace contextRef="#ctx0" brushRef="#br0" timeOffset="56073.42">18453 6434 861 0,'0'-10'0'0,"0"4"0"0,0 3 0 16,0 1 0-16,0-1 0 0,0 0 0 0,0 0 0 0,0 1 128 0,0 0-40 0,-1 0-31 0,1 2 86 0,0 0-55 0,0 0-28 16,0 0 1-16,1 0 88 0,10 0-62 0,3 0-27 15,5 0 0-15,5 0 88 16,0 2-57-16,1 0-21 0,5-2-10 0,-2 2 1 15,3 0-29-15,-3-1-64 0,0 3 33 0,-6-2 7 16,2 0 25-16,-1 1-69 0,-4 0 34 0,0-2 0 16,-6-1 43-16,0 2-267 0,-2-2 98 0,-1 2 69 15,-4-2 33-15,-5 0-353 0,1 0 154 0,0 0 100 16,-2 0-224-16,0 0 158 0,0 0 79 0</inkml:trace>
  <inkml:trace contextRef="#ctx0" brushRef="#br0" timeOffset="56328.25">18643 6204 744 0,'-9'0'0'0,"2"0"0"0,1 0 0 0,0 0 0 0,4 0 0 16,0 0 0-16,0 5 100 0,2 2-34 0,0 4 0 0,0 4-33 0,0 4 268 16,0 6-126-16,0 6-75 0,4 8 180 15,1 0-123-15,-2 5-63 0,-1 3 63 16,0 2-55-16,-2 4-38 0,0-3 0 0,0 3 0 15,0-3-31-15,-2-1 0 0,0-7 8 0,0-1-57 16,2-3 25-16,0-4-1 0,0-7 25 0,2-3-41 16,7-4 49-16,2-5-8 0,3-4-55 0,0-2 28 15,4-7-2-15,5-2-186 0,0 0 89 0,2-17 50 16,7-7 11-16,-4-5-529 0,2-2 256 0,-2-1 136 16</inkml:trace>
  <inkml:trace contextRef="#ctx0" brushRef="#br0" timeOffset="61905.78">19287 6203 630 0,'0'0'0'0,"-2"0"0"0,2-3 0 0,0 2 0 0,0 1 0 0,-1 0 79 0,1 0-23 0,0 0 0 0,0 0 128 16,0 0-80-16,0 4-36 0,0 7 1 0,0 2 59 15,0 5-47-15,0-2-17 16,0 5-7-16,0 3 9 0,0 1 1 0,0 0-34 16,0 0-25-16,-4 0 33 0,-3 8-8 0,-3-2-79 15,1-1 39-15,-2 2 0 0,-3-1 48 0,1 2-66 16,-2-2 26-16,2-2 0 0,0-1-11 0,3-8-160 15,1-1 69-15,4-8 51 0,-1-2-111 0,3-4-80 16,3-2 86-16,0-3 62 0,0 0-205 0,0-10 137 16</inkml:trace>
  <inkml:trace contextRef="#ctx0" brushRef="#br0" timeOffset="62069.4">19231 6521 1123 0,'3'-6'0'0,"-2"2"0"0,-1 2 0 0,2 0 0 0,0 2 0 0,0 0 0 0,0 0 0 0,0 0 182 0,1 0-74 15,3 8-29-15,-1 0 104 0,3 4-75 0,-2 2-37 16,-1-1-1-16,2 2 108 0,-1 1-65 0,0 1-44 16,-2-2 0-16,1 0-201 0,1-2 82 0,-1-1 41 15,1-3-382-15,2-1 207 16,-1-1 109-16,1-3-469 0,-1-2 226 0,3-2 143 0</inkml:trace>
  <inkml:trace contextRef="#ctx0" brushRef="#br0" timeOffset="62296.48">19507 6280 771 0,'6'-10'0'0,"-2"6"0"0,0 1 0 0,-1 1 0 0,1 2 0 0,0 0 110 0,-3 2-30 0,1 13-9 0,0 2-38 16,0 6 299-16,1 5-150 0,-3 5-74 16,0 5 181-16,-9 9-133 0,-3 2-61 0,-6 0 13 15,0 1-38-15,-3 3 0 0,-3-1-29 0,-3-1-61 16,2-1 26-16,-4 0 0 0,1-5 27 0,0-2-159 15,0-3 75-15,1-5 42 0,3-7 21 0,1-2-163 16,1-5 86-16,6-7-13 0,4-5-371 0,3-5 194 16,2-4 111-16,5 0-232 0,2-6 172 0,0-11 77 15</inkml:trace>
  <inkml:trace contextRef="#ctx0" brushRef="#br0" timeOffset="62456.74">19379 6749 435 0,'10'-6'0'0,"0"4"0"0,-1 2 0 0,0 0 0 0,1 0 0 0,-3 0 370 0,-1 5-168 0,1 2-85 16,-1 2-42-16,0 2 254 0,-1 4-153 0,1-5-71 16,-3 3-41-16,4 2 0 0,0-2-31 0,-2 2 8 15,1-1-142-15,-1-3 67 16,4 0 33-16,0-4-380 0,0 2 207 0,0-8 111 16,6-1 44-16,-2 0-513 0</inkml:trace>
  <inkml:trace contextRef="#ctx0" brushRef="#br0" timeOffset="62795.48">19785 6562 934 0,'0'-6'0'0,"0"2"0"0,0 2 0 0,-2 2 0 0,-2 0 0 0,-1 6 0 0,1 6 131 0,-3 10-45 0,3-2-18 16,-2 10 223-16,1-2-129 0,3 4-65 0,2 1 58 15,0-4-62-15,0-2-21 0,5 5-9 0,9-10 0 16,0 0 1-16,2-6-31 0,2-1-1 0,3-4-51 15,6-5 22-15,-1-5 0 0,-1-1-119 0,0 0 75 16,-2-7 36-16,-2-6-140 0,2-6 82 0,-7-2 17 16,0-1 30-16,-4 0-84 0,-3 0 46 15,0-9-10-15,-4 3 24 0,-1-2-63 0,-2-2 36 0,-2-4 10 16,0 1-7-16,-6-1 9 16,-4 2 22-16,-5 4 0 0,0 4 27 0,-3 5 0 15,-1 10-35-15,-1 1 9 0,-7 6 103 0,3 4-50 16,-3 0-25-16,2 14 134 0,7 1-71 0,-6 5-33 15,6 1-8-15,6-4 27 0,1 4-10 0,2-3-1 16,6-1 7-16,3 0-93 0,0-2 41 0,2-4 0 16,11-1 44-16,4-5-363 0,2-1 152 0,9-4 85 15</inkml:trace>
  <inkml:trace contextRef="#ctx0" brushRef="#br0" timeOffset="63288.17">20151 6353 602 0,'12'-4'0'0,"-1"-2"0"0,5 3 0 0,0-4 0 0,1-1 122 0,-2-1-45 0,4 1-22 0,-1-1 8 0,3-1 203 15,0 1-117-15,-1-1-58 16,1 1-29-16,-2 1-7 0,-1 1-14 0,2 1-9 16,-6 2-308-16,0 3 154 0,-3-1 77 0,-2 2-360 15,-1 0 196-15,-2 0 101 0,-5 0 50 0,1 3-154 16,-2 3 105-16,0-1 107 0,0 4 0 0,-9 1 0 15,1-3 0-15,-1-2 0 0,-2 3 0 0,1-1 0 16,1 0 0-16,-4 4 0 0,1-1 53 0,-1 4-23 16,-2-1-28-16,-3 4 270 0,0-3-110 0,-3 7-78 15,0 0 6-15,-4-1 136 0,0 3-96 16,2-3-49-16,5-4-16 0,1 2 113 16,8-7-72-16,2-1-37 0,3-3 0 0,4 1 25 15,0-2-34-15,0-4-1 0,7-1-17 0,11-1-9 16,0 0-1-16,3 0 6 0,5-6-5 0,-4-1-1 15,3-2 1-15,-3-3-218 0,-2 5 109 16,1-4 63-16,-1 0 18 0,-4-1-352 0,-1 3 153 0,0 0 95 16,-3-1-131-16,-3 3 83 15,0-1 62-15,-1 1 26 0,-2 1-82 0,-3 0 55 16,-1 2 26-16,0 0 66 0,-2 3-15 0,0-1 0 16,0 0-24-16,0 0 253 0,0 2-126 0,0 0-72 15,-2 0-23-15,-1 0 301 0,-1 7-151 0,2-1-32 16,0 4-51-16,1-3 98 0,-1 5-69 0,2-1-40 15,-3-2 0-15,3 1-22 0,-2 3-1 0,2-3-225 16,-2 0 109-16,2 0 58 0,-2-1 30 16,1 1-461-16,-5 1 229 0,3-4 70 0</inkml:trace>
  <inkml:trace contextRef="#ctx0" brushRef="#br0" timeOffset="63427.78">20275 6670 648 0,'-16'9'0'0,"2"0"0"0,5-2 0 0,2-2 0 0,3-1 0 0,2-2 0 0,2 0 0 0,0 0 195 15,0-2-81-15,2 0-40 0,9 0 117 0,3 0-71 16,-2-4-48-16,3-2-75 0,1-3 36 0,-2 2 0 16,2-3 0-16,-2-1-299 0,0 1 146 0,-1 2 76 15,-1-2 39-15,-3 2-385 0</inkml:trace>
  <inkml:trace contextRef="#ctx0" brushRef="#br0" timeOffset="63711.55">20371 6560 541 0,'-9'0'0'0,"0"0"0"0,1 3 0 0,0 8 0 0,3 1 0 0,-1 1 0 0,3 2 145 0,1 2-47 0,0 2-37 16,2-1 0-16,0 3 121 0,0-2-75 0,0 0-37 16,0-3 9-16,2 2-46 0,1-4-1 0,5-1 1 15,-5-5-165-15,6 0 83 16,-2-2 49-16,0-6-103 0,4 0 67 0,1 0 35 16,1-7 0-16,-1-8-328 0,0-5 121 0,6-5 98 15,-6 2-15-15,1-4-51 0,1-3 74 0,-1 2 102 16,-2 3 0-16,-1 1 0 0,-1 1 0 0,-2 5 0 15,-1 2-19-15,-4 8 11 0,2 0-7 0,-2 2 127 16,-1 5-75-16,-1 1-35 0,2 0 25 0,0 0 342 16,0 1-134-16,0 10-108 0,1 0-22 0,-1 3 105 15,0-3-88-15,3 3-45 16,-4 2-107-16,1-3 27 0,2 0 0 0,-2-3-341 16,1 1 189-16,1-4 93 0,0 1 56 0</inkml:trace>
  <inkml:trace contextRef="#ctx0" brushRef="#br0" timeOffset="63936.47">20675 6239 651 0,'2'-12'0'0,"-2"6"0"0,0 3 0 0,2 3 0 0,-2 0 0 0,0 3 115 16,0 12-40-16,0 6-22 0,0 2 336 0,0 8-183 15,0 6-86-15,0 6-44 0,3-2 217 0,-1 6-130 16,1-5-58-16,3 11 3 0,-1-6-38 0,-1-1 0 15,-1-2-37-15,1 1-93 0,-1-11 54 0,-1 7 15 16,-2-7 1-16,0-2-87 0,0-1 55 16,0-7 36-16,-5-1-8 0,0-7-306 0,-1-4 101 15,1-5 102-15,-3-1-394 0,2-6 222 16,-3 0 121-16</inkml:trace>
  <inkml:trace contextRef="#ctx0" brushRef="#br0" timeOffset="64252.45">20817 6435 1363 0,'12'-13'0'0,"7"4"0"0,4 2 0 0,4 3 0 0,-4-1 0 0,0 3 0 0,-2 2 0 0,-3 0 0 0,3 0 128 0,-3 7-48 0,-4 6 65 16,-1 7-56-16,-5 1-20 0,-4 7-8 0,-2 3-128 15,-2-1 50-15,0 2 25 0,-8 0 0 0,-5-3-133 16,-2 1 75-16,-4-2 41 0,3-3 21 0,-5-3-143 15,1-3 74-15,2-8-1 0,-3 1 21 0,7-7-4 16,-2 0-1-16,7-4-11 0,2-1 133 0,-1 0-60 16,4 0-17-16,2 0 299 0,2 0-149 15,0 0-54-15,0 0-44 0,9-1 170 16,7-4-101-16,0 3-45 0,3-1-23 0,2 1 31 16,-1 1-27-16,1 1 8 0,0 0-168 0,-3 0 66 15,2 0 33-15,-1 0-161 0,-1 0 97 0,1 0 57 16,-1 0 16-16,0 0-561 0,-2 0 270 0,1 0 83 15,1 0 84-15</inkml:trace>
  <inkml:trace contextRef="#ctx0" brushRef="#br0" timeOffset="64443.06">21213 6371 1461 0,'0'0'0'0,"0"0"0"0,5-1 0 0,16-4 0 0,3-4 0 0,6-1 0 0,10-3 0 0,-4 3 250 0,10-3-113 0,-2 3-52 0,-3-1 32 16,0-2-42-16,-4 4-22 0,-2-1 9 0,-1 3-101 16,-4-1 36-16,-7 2-1 0,-2 3 37 15,-1 1-334-15,-9 0 175 0,-1 2 75 16,-7 0-476-16,-3 0 264 0,0 0 132 0</inkml:trace>
  <inkml:trace contextRef="#ctx0" brushRef="#br0" timeOffset="64616.11">21470 6236 968 0,'-11'14'0'0,"1"3"0"0,5 5 0 0,-3 0 0 0,3 3 0 0,-1 5 250 0,1 2-109 0,-2 4-46 0,4 2 205 16,-1 1-133-16,1-1-60 0,-3-1-40 0,4-2 247 16,-1 5-132-16,1-5-79 0,-3 3-288 0,3-6 108 15,2-8 56-15,0-1-468 0,0-5 270 0,0-6 121 16,7-4 66-16,4-8-570 0,0 0 244 0</inkml:trace>
  <inkml:trace contextRef="#ctx0" brushRef="#br0" timeOffset="64783.66">21609 6280 998 0,'0'-6'0'0,"0"5"0"0,0 1 0 0,0 0 0 0,2 3 0 0,2 12 0 0,1 5 229 0,1 5-89 0,-3 5-59 16,1 10 378-16,1 1-213 0,-3 3-107 0,-2-1 108 15,0 9-111-15,0-5-52 0,0-2-26 0,0 0-356 16,1-4 165-16,1-1 91 16,0 7 34-16,-2-4-664 0,2-8 353 0</inkml:trace>
  <inkml:trace contextRef="#ctx0" brushRef="#br0" timeOffset="64937.25">21799 6943 1318 0,'0'0'0'0,"0"0"0"0,0 0 0 0,2 0 0 0,-2 0 0 0,0 0 0 0,0 0 0 0,0 0 552 15,0 0-259-15,0 0-122 0,0 0-74 0,0 0-229 16,0 0 83-16,-2 0 40 0</inkml:trace>
  <inkml:trace contextRef="#ctx0" brushRef="#br0" timeOffset="71247.5">23029 6139 553 0,'4'0'0'0,"-2"0"0"0,0 0 0 0,-2-1 0 0,1-2 0 0,1 2 0 0,-2-2 0 0,2 1 73 0,-2 2-32 0,2 0-8 0,0 0 78 16,-1 0-40-16,1 0 1 0,3 0-39 0,-3 9 76 15,0 2-42-15,-1 2 0 0,-1 2 1 16,0 3 0-16,0 3-35 0,-3-1 8 0,-7 7-3 0,-1-4-5 15,0 1 0-15,-3 1-22 16,1-3 1-16,2-3 29 0,0 0-9 0,0-4 1 16,1-4 0-16,4-4 0 0,1 0-1 0,1-3 52 15,0-2-30-15,4 0 0 0,-1-2-21 0,1 0 70 16,0 0-36-16,0 0 9 0,0 0-10 0,3 0-33 16,12-2 0-16,6-4-25 0,0 3 8 0,7-3 17 15,-1 4 0-15,2 0-43 0,-1 1 22 16,0 1 0-16,-5 0 29 0,5 0-84 0,-8 0 37 15,5 3 5-15,-4 1-50 0,0 0 27 16,-5-1 3-16,1 1-7 0,-4-2 36 0,-4 0-9 16,1 0 7-16,-4 0 31 0,-1 0-31 0,-1-2-7 15,-2 1 4-15,0 2 76 0,-1-3-36 0,1 0-12 16,-2 1 1-16,0 1 75 0,0 1-45 0,0 0-12 16,0 3 79-16,0-1-42 0,0 5-20 0,0 1-7 15,0 2-4-15,0 3-1 0,0 2-22 16,0 3-21-16,0 0 29 0,0 5-8 0,0-4 0 15,0 3-58-15,0-5 29 0,3 4 0 16,-1-1 37-16,0-3-109 0,-1 1 37 0,1 0 28 16,0-3-64-16,-2-3 32 0,0 2 11 0,0-3-9 15,0-1 12-15,0-5 0 0,-2 1 7 0,-3-2-16 16,-3-1-6-16,-5-1 30 0,2-1-5 0,-5-2-57 16,2-2 27-16,-5 0 0 0,-2 0 24 0,-3 0-318 15,1-2 146-15,-1-11 78 0,1-3-382 0,1-7 230 16,1-5 107-16,0-8 66 0,5-3-417 15</inkml:trace>
  <inkml:trace contextRef="#ctx0" brushRef="#br0" timeOffset="71420.05">22945 6311 977 0,'-6'-7'0'0,"4"3"0"0,2 3 0 0,0-2 0 0,0 2 0 0,2 1 0 0,13 0 0 0,4 0 356 0,7 0-161 0,-3 0-73 16,9 0-49-16,0 0 106 0,0 0-73 15,1 0-36-15,1 0 55 0,0 0-38 16,-2-2-31-16,-4 0 0 0,0 0-253 0,-8 1 114 16,1 1 59-16,-2 0-426 0,-2 0 238 0,-5 0 122 15,-3 3 18-15</inkml:trace>
  <inkml:trace contextRef="#ctx0" brushRef="#br0" timeOffset="71604.23">22989 6653 1304 0,'-16'8'0'0,"3"1"0"0,5-3 0 0,2-3 0 0,3 2 0 0,1-5 0 0,2 0 0 0,0 2 0 0,2-2 213 0,10 0-90 0,9 0 135 16,4 0-116-16,3 0-55 0,2 0-28 0,0 0-164 16,1-2 69-16,-5-3 43 0,6 0-9 0,-5-1-427 15,3 3 231-15,-2 1 116 0,1-2-225 0</inkml:trace>
  <inkml:trace contextRef="#ctx0" brushRef="#br0" timeOffset="72049.78">23677 6289 1141 0,'0'-7'0'0,"0"3"0"0,0 2 0 0,0 2 0 0,0 0 0 0,-2 0 0 0,-8 4 0 0,1 9 0 0,-3 5 314 0,0 7-141 15,-1 2-70-15,2 2-35 0,1 5 165 16,1 2-104-16,3 2-48 0,5-3 9 0,1 1-29 16,0-3 9-16,0 1-8 0,7-7 0 0,6 1-30 15,4-6 1-15,2-1-28 0,-3-4 8 0,9-2 20 16,-7-6 0-16,5-3-80 0,0-4 40 0,-2-2 0 16,-1 0-60-16,3-6 28 0,-2-7 31 0,-5-5-63 15,0-3 40-15,-2-2 4 0,-2 1 1 16,-1-8-120-16,-4-1 67 0,-1 1 17 0,-3-5 23 15,0 0-90-15,-1-5 42 0,-2-6 22 16,0 3 0-16,0 0-44 0,-8 0 39 0,-1 10-1 16,-4-5-10-16,-3 6 48 0,2 6 0 0,-5 6 99 15,1 8-50-15,-5 2-24 0,2 6-8 0,-6 4 46 16,3 0-31-16,0 4 0 0,-1 10-31 0,1 2 263 16,1 3-102-16,5 4-66 0,0-1-33 0,7 2 226 15,6 1-115-15,3-1-34 0,2-1 51 0,0 1-66 16,4-3-30-16,8-2-8 15,4-2 0-15,2-2-21 0,3-2 8 0,4-2-42 16,-2-6 1-16,0-2 32 0,2-2 1 0,-1-1-225 16,-2 0 121-16,5-1 48 0,-4-7-4 0,1-2-561 15,-1 1 246-15,-1 0 156 0</inkml:trace>
  <inkml:trace contextRef="#ctx0" brushRef="#br0" timeOffset="72249.28">24154 6157 497 0,'-4'5'0'0,"2"-2"0"0,2-1 0 0,0 2 0 0,9-4 411 0,7 0-189 0,3 0-95 15,1 0-47-15,7-1 158 0,-3-4-95 0,6 2-59 16,-3-3-26-16,-1 4 121 0,-2 0-74 0,-3 0-27 16,0 1-9-16,-3 1-201 0,-2 0 82 0,-6 0-313 15,1 0 197-15,-2 0 108 0,-4 0 41 16,-1 3-440-16,-3 2 185 0,-1 0 126 0,0-2 25 15,0-1-152-15</inkml:trace>
  <inkml:trace contextRef="#ctx0" brushRef="#br0" timeOffset="72416.83">24417 6156 608 0,'-9'0'0'0,"-1"0"0"0,3 0 0 0,0 0 0 0,-2 0 0 0,0 0 0 0,0 1 166 0,0 7-67 0,1 4-32 0,-3 1 208 16,2 4-125-16,-5 5-59 0,0 2-29 0,-2 3 100 15,0 1-65-15,-5 2-23 0,-4 5 137 0,0-1-89 16,0-2-45-16,-3 2-54 15,-1 0 9-15,5-2 9 0,-8 3-8 0,5-2-316 16,6-7 158-16,3 0 79 0,6-9 39 0,5-2-496 16,3-4 251-16,4-2 69 0,0-6 80 0</inkml:trace>
  <inkml:trace contextRef="#ctx0" brushRef="#br0" timeOffset="72588.5">24250 6473 1325 0,'4'0'0'0,"2"0"0"0,-1 0 0 0,1 0 0 0,-3 2 0 0,1 6 0 0,-2 0 0 0,-1 4 226 0,1 3-88 16,1-1-57-16,-3 3 201 0,0-1-124 0,0 3-63 15,0 1-31-15,-5-1-175 0,0 3 68 0,0-4 37 16,-1-2-358-16,1 1 198 0,3-7 99 0,2-1 59 16,0-3-492-16,0-4 201 0,0-2 142 0</inkml:trace>
  <inkml:trace contextRef="#ctx0" brushRef="#br0" timeOffset="72737.1">24363 6454 685 0,'5'-7'0'0,"-1"1"0"0,2 4 0 0,1 1 0 16,1-2 0-16,-3 2 0 0,1 1 257 0,2 0-112 0,-3 0-56 0,-1 0-20 0,1 4 159 16,1 1-98-16,-3 2-48 0,2 3-25 0,-3 0-133 15,2-1 62-15,-3 0 20 0,3-1-424 0,1-1 226 16,-1 1 113-16</inkml:trace>
  <inkml:trace contextRef="#ctx0" brushRef="#br0" timeOffset="72943.55">24609 6336 879 0,'0'-3'0'0,"0"1"0"0,0 0 0 0,0 2 0 0,0 0 0 0,0 6 0 0,0 7 0 0,1 2 392 16,1 3-180-16,0 3-89 0,0 3-45 0,0 3 258 15,-1-5-144-15,1 6-83 0,1-2-15 0,-1-5-31 16,0 3 1-16,-2-2-312 0,0-1 149 0,0-5 61 16,0 1 36-16,0-8-193 15,0 0 114-15,0-1 57 0,0-5 37 0,0 0-570 0,0-3 226 0,0 0 148 16,0 0 76-16,0-10-179 0</inkml:trace>
  <inkml:trace contextRef="#ctx0" brushRef="#br0" timeOffset="73363.03">24566 6100 887 0,'0'-16'0'0,"0"3"0"0,2 0 0 0,9 4 0 0,4-1 0 0,1 1 0 0,5 1 0 0,8 1 127 0,1 1-47 0,3 1-23 0,3 1 69 16,0 1-46-16,-1-2-16 0,2 4-8 0,-2-1-56 16,-1 2 33-16,-2 0 0 0,-6 0 0 0,-6 0-20 15,3 0 20-15,-4 0 0 16,-4 3 36-16,-6 3 1 0,3 0-37 0,-7 1 62 15,1 0-35-15,-5 0 0 0,1 2-27 0,0-2 133 16,-2 2-67-16,0 1-25 0,0 3-8 0,0 2 95 16,0-3-65-16,0 6-31 0,0 2 0 0,0-1 7 15,0 8-9-15,0 0-30 0,0-2-8 16,0 6 7-16,2 2 1 0,0 2-80 0,2 1 36 0,0 8 22 16,0-3-1-16,-1 3-106 0,3-1 65 15,-3-6 15-15,1 10 17 0,-1-13-143 0,4 4 57 0,-3-3 44 16,1-5-6-16,-1-6-28 15,-2-2 31-15,5-6-9 0,-5-4 43 0,2-3-14 16,-3-3-17-16,2-5 30 0,-1 1 6 0,0-2-18 16,-2 0-2-16,0 0 87 0,0 0-40 0,0-7-19 15,0-3 4-15,-7-3-66 0,-2 0 23 0,0-2 9 16,-4-1 17-16,-1-2-133 0,-3-5 64 0,3 3 27 16,-3-2-116-16,-1-1 59 15,0-3 38-15,1-1-298 0,0 0 172 0,1-6 82 0,2-1 41 16,-1-1-280-16,2 1 160 0</inkml:trace>
  <inkml:trace contextRef="#ctx0" brushRef="#br0" timeOffset="73466.75">24911 6306 572 0,'0'-6'0'16,"0"2"0"-16,2 3 0 0,-2-1 0 0,2 0 0 0,0 0 0 0,-2 2 0 0,1-1 123 0,1-1-37 0,0 0-31 0,2 0 1 0,-1 0-27 16,2-2 4-16,-1 2 0 0,1 2 8 0,-3 0-311 15</inkml:trace>
  <inkml:trace contextRef="#ctx0" brushRef="#br0" timeOffset="74017.28">24857 6450 470 0,'-4'6'0'0,"-2"0"0"0,5 2 0 0,-3-5 0 0,2 1 92 0,-3 0-29 0,2-2-1 0,3-2 134 0,-2 0-73 0,2 1-50 15,-2-1 1-15,2 0 171 0,0 0-105 16,-2 0-54-16,1 0 123 0,-2 0-93 15,2 0-41-15,-1 0-21 0,0 0 12 0,-1 0 0 16,1 0-25-16,2 0-61 0,-3 0 27 0,3 0-1 16,0 0 27-16,-1 0-35 0,1 0 9 15,0 0 26-15,0 0-1 0,0 0-64 0,0 0 32 0,0 0 4 16,0 0-17-16,0 0-15 0,0 0 5 0,0 0 1 16,0 0 57-16,0 0-1 0,0 0-27 0,-3 2 46 15,3 3-19-15,0 4 0 0,0-3-15 16,0 1 25-16,0 1 13 0,0-1-39 15,0-1 16-15,0 1-37 0,0-2 7 0,3 1 19 16,1-2-198-16,0 0 92 0,-3-1 42 0,1-1 25 16,0 1-245-16,-1 0 123 0,2-3 39 0,-2 1-101 15,-1-1 84-15,0 0 42 0,0 0 20 0,0 0-15 16,0 0-9-16,0 0 45 0,0 0 1 0,0-1 32 16,-4-3 0-16,-1-6-33 0,0 2-8 0,-2-2 33 15,4 0 0-15,-3 2-25 16,3 0 197-16,-1 1-105 0,0 1-17 0,3 0 251 15,1 3-129-15,-2 2-78 0,2-1-11 0,0 0 103 16,0 0-77-16,7 1-34 16,6 1 1-16,1 0-22 0,0 0-13 0,3 0 8 0,-2 0-8 0,-1 5-45 15,-2 4 23-15,0 1-1 0,-3 1-116 0,-3-1 78 16,-1 5 26-16,-3-4-160 0,0 2 73 0,-2 0 51 16,0 0-5-16,-11-2-100 0,-2 2 51 0,-4-5 37 15,0 0-4-15,0-3-34 0,0-3 21 0,1 0-8 16,0-2 48-16,3 0-85 15,1-2 42-15,5-3 21 0,3-7-166 0,4-1 85 16,0 0 56-16,0-4 22 0</inkml:trace>
  <inkml:trace contextRef="#ctx0" brushRef="#br0" timeOffset="74250.45">24733 6256 887 0,'-17'0'0'0,"4"0"0"0,5 0 0 0,3 0 0 16,1 0 0-16,-1 0 0 0,5 0 0 0,0 0 355 0,0 0-165 0,11 0-78 0,10 0-40 0,6-3 166 16,3 0-102-16,4-2-44 0,2-1-34 0,1-2-83 15,-3 2 28-15,0 1 1 0,-6 1-101 0,-3 2 73 16,-3 0 25-16,0 1-434 15,-1 1 233-15,-4 0 84 0</inkml:trace>
  <inkml:trace contextRef="#ctx0" brushRef="#br0" timeOffset="74833.05">25565 5786 261 0,'3'-15'0'0,"-3"1"0"0,0 7 0 0,0 2 0 0,0 1 0 0,0 1 0 0,0 1 351 0,0 0-164 16,0 2-77-16,0 0 67 0,0 4 4 15,-3 10-74-15,-1 5-28 0,0 5 125 0,-1 1-85 16,1 2-43-16,1 2 80 0,1 0-62 0,1 2-22 16,1-1-9-16,0 2-83 0,0 0 26 0,0 0 0 15,0 0 27-15,0 0-122 0,1-2 57 0,1 2 33 16,-2 0-1-16,0 0-359 0,0 2 152 0,0-2 110 16,0 7-409-16,-7 2 237 0</inkml:trace>
  <inkml:trace contextRef="#ctx0" brushRef="#br0" timeOffset="74998.64">25563 6875 1216 0,'0'0'0'0,"0"0"0"0,2 0 0 0,-2 2 0 0,3-2 0 0,-1 2 0 0,0-2 0 0,-2 0 285 0,0 0-126 0,0 0-56 0,0 0 265 0,2 0-168 16,0-4-83-16,-2-1-562 15,0 0 239-15</inkml:trace>
  <inkml:trace contextRef="#ctx0" brushRef="#br0" timeOffset="80140.55">2973 8961 189 0,'-6'4'0'0,"-2"-2"0"0,3 0 0 0,0 1 0 0,-1 0 0 0,1 1 0 0,-1-2 0 0,3-1-14 0,1 3 0 0,-1 0 29 16,0-2-1-16,1 1-18 0,2-1 17 0,-3 0 0 15,3 0-28-15,0-2 1 0,-2 2 24 0,2-2-22 16,0 2-2-16,-2-2 22 16,2 2-5-16,-1-1-4 0,1-1 4 15,-4 2 4-15,4 1-5 0,-2-2 3 0,2 1-9 16,-3 0 7-16,1-1 28 0,2 1 2 0,-2 1-28 15,2-1 65-15,-1 1-30 0,-1-1 1 0,1 2 47 16,-1-2-31-16,-1 1 1 0,1 1-38 0,1 0 10 0,-1 2 61 16,-1 0-26-16,0-1 7 15,0 1 11-15,-2-1-24 0,3-1-1 0,-1 1-25 16,1 2 24-16,-2-4 9 0,2 1-34 0,-1 2 1 0,-1-3 62 16,2 1-32-16,-1-1 1 0,-2 0 32 15,3 0-35-15,1 1 0 0,-1-2-29 0,-1 0 37 16,3 0-1-16,-2-1-27 0,2-1 25 0,-3 2 0 15,3-2-34-15,0 0 1 0,0 0 0 0,0 0 29 16,0 0-8-16,0 0 23 0,0 0-23 16,0 0 1-16,0 0-22 0,0 0 8 0,0 0 32 15,0 0-19-15,0 0-1 16,0 0 0-16,0 0-20 0,0 0 8 0,0 0-48 0,0 0 0 16,0 0 40-16,0 0-1 0,0 0-22 15,0 0 8-15,0 0 15 0,0 0 0 0,0 0-39 16,0 0 1-16,0 0 16 0,0 0-1 0,0 0 39 15,0 0 1-15,0 0-39 0,0 0 34 0,3-2 5 16,-1 1-26-16,-1-1-5 0,1 0 8 0,0-3-2 16,1 2-40-16,2-1 47 0,0 1-4 0,-1-1-2 15,-1 2-22-15,3-1 0 0,-2 0 16 0,-1 0 10 16,3 1-52-16,-1 0 0 16,-2 1 33-16,2-2 6 0,0-1-13 0,-2 2 13 15,2-1-10-15,0-1 33 0,0 2-2 0,-1-1-25 16,-1-3-1-16,2 4 44 0,-2-1-40 0,0-1 0 15,2 0 5-15,-2 0-4 0,2 3 6 0,1-4 0 0,-4 2-36 16,6-1 32-16,-3-2 3 16,5 1-31-16,0-1-1 0,-3 1 31 0,4-5-8 0,-2 2-28 15,1 1 26-15,1-2 2 0,-2-1-6 0,2 1 6 0,-2-1-4 16,3 2 1-16,-2-2-3 16,-1 0-5-16,2 3 6 0,-1-1 4 0,0 1-7 15,2-1 4-15,-2 1 1 0,1-1-1 0,0 2-19 16,2-1 21-16,1 0-4 0,-2-4 2 0,2 3-2 15,1-2 162-15,1-1-169 0,-4 1 0 0,2-1 0 16,1 0 0-16,0 2 0 0,-3-3 0 0,1 2 0 16,1 3 0-16,-3-2 0 0,1 2 0 0,0-2 0 15,-1 2 0-15,2 0 0 0,-1-1 0 0,0 1 0 16,2-1 0-16,-3 0 0 16,3 2 0-16,-1-4 0 0,3 1 0 0,0-1 0 15,-1 1 0-15,2-3 0 0,0 1 0 0,-1 2 0 16,3-2 0-16,-6 0 0 0,4-1 0 0,-4 3 0 15,3-3 0-15,-4 4 0 0,2-4 0 0,-1 3 0 16,0-1 0-16,0-1 0 0,0-3 0 0,1 2 0 16,0 0 0-16,2-3 0 0,-3 2 0 0,4 0 0 15,-3-2 0-15,2 2 0 0,0-1 0 0,0-1 0 16,-2 2 0-16,2 0 0 0,0 0 0 16,0 0 0-16,-2 1 0 0,2-1 0 15,-2 2 0-15,2 1 0 0,-3-2 0 0,0 1 0 16,1-1 0-16,-1 3 0 0,1-1 0 0,-4 2 0 15,3-2 0-15,0 1 0 0,0 2 0 0,0-2 0 16,0 1 0-16,4 1 0 0,-6 0 0 0,5 0 0 16,-5 3 0-16,2-2 0 0,-2 2 0 0,-1 1 0 15,-1-1 0-15,2 0 0 0,-5 0 0 0,3 1 0 16,0-2 0-16,-1 0 0 0,0 1 0 16,3-3 0-16,0 0 0 0,0-3 0 15,3-2 0-15,-1 0 0 0,3-2 0 0,-3 1 0 16,3 2 0-16,-1-3 0 0,0 1 0 0,-1 2 0 15,-1-1 0-15,1 1 0 0,-4 2 0 0,1 0 0 16,0 2 0-16,-2-3 0 0,4 3 0 0,-5-2 0 16,3 0 0-16,1 0 0 0,0 0 0 0,1-2 0 15,1-3 0-15,-1 3 0 0,4-4 0 16,-4 2 0-16,6-2 0 0,-6 3 0 16,4-5 0-16,-1 5 0 0,-2 0 0 0,-3 1 0 15,3 2 0-15,-3-1 0 0,-2 3 0 0,1 1 0 16,-2-2 0-16,1 3 0 0,-1-1 0 0,-1 3 0 15,0-3 0-15,1 0 0 0,0 1 0 0,1-1 0 16,-3 2 0-16,1-1 0 0,1 1 0 0,-3 0 0 16,-1 0 0-16,2 1 0 0,-5 1 0 0,2 0 0 15,-2 0 0-15,1 0 0 0,0 2 0 0,-1 0 0 16,-1 0 0-16,0 0 0 16,0 0 0-16,0 0 0 0,0 0 0 0,0 0 0 15,0 0 0-15,0 0 0 0,0 0 0 0,0 0 0 16,0 0 0-16,0 0 0 0,0-2 0 0,0 0 0 15,0 1 0-15,-1-1-210 0,-3 2 100 0,-1 0 42 16,1 0-881-16</inkml:trace>
  <inkml:trace contextRef="#ctx0" brushRef="#br0" timeOffset="82574.45">1946 6342 365 0,'2'0'0'0,"-2"-2"0"0,0 0 0 0,0 0 0 0,0 1 0 0,0-1 0 0,0 0 72 0,0 0 8 0,0 0-47 0,0 0-1 16,0 0 101-16,0 2-51 0,0 0-24 15,0-2 72-15,0 2-52 0,0 0-23 0,0 0 0 16,0 0 13-16,0 0 7 0,0 0-42 0,0 0 25 16,0 0-1-16,0 0-24 0,0 0-1 15,0 0-11-15,0 0 12 0,0 0-1 0,0 0 23 16,0 0-23-16,0 4 1 0,0 2 8 0,0 1 14 15,0-2-22-15,0 2 0 0,0 2-1 0,0-2 5 16,0-2 4-16,0 1-9 0,0 0-18 0,0 0 19 0,0 0 0 16,0 1 0-16,0-3-28 15,0 1 28-15,0 1-1 0,0-1-2 0,0-1-25 16,0 1 20-16,0-2 12 0,0 2-15 0,0-1-23 16,0 0 24-16,0 2-22 0,0 0-2 15,0-1 31-15,0 3-10 0,0-3-23 0,0 2-2 16,0 3 25-16,0-4-5 0,0 5-35 0,0-4 35 15,3 3 1-15,-3-3-20 0,0 1 18 0,3 1-4 16,0-1 7-16,-2-1-40 0,1 0 34 0,1 2-4 16,-3-2 3-16,5 0-17 0,-3 0 18 0,-1 3-5 15,1-4 3-15,1 3 6 0,-1 0-7 16,1-2-2-16,-1 1 11 0,-2 0-10 16,5 1 1-16,-3 0-4 0,0 3 4 0,1-3 0 15,-1 1 3-15,1 3-1 0,0-2-1 0,0 1 0 16,-1 1 0-16,3-1 1 0,-5 2 15 0,6-1-15 0,-3 0 7 15,0 2-10-15,-1-2 3 0,3 1 0 0,-2 1-10 16,-2-2 10-16,3 0-1 0,1 0-28 16,-1 0 28-16,-3 1 0 0,3-3 2 0,-1 1-4 15,2 2-19-15,-2-2 17 16,0-2-16-16,-1 1 6 0,3 1 11 0,-2-1-5 16,0-2 19-16,0 1-17 0,0 2 1 0,-1-3-3 15,2 2 28-15,0-3-25 0,-1 2 0 0,-1 2 0 16,1-3 11-16,3 3-7 0,-3-1-2 0,0 2 7 15,-1-2-7-15,3 2 2 0,-2 0-1 0,-2-1 3 16,3 3-2-16,1-4 0 0,-1 2-1 0,-1-1 9 16,2-1-9-16,0-1 2 0,-2 2-27 0,2-2 25 15,0 0 0-15,-2-2-26 16,1 2 25-16,1-1 1 0,0 3-3 0,-2-5-13 16,0 4 12-16,1 1 2 0,-1-5-1 0,0 4 5 15,0-1-8-15,0 1 2 0,0 0 0 0,-1 0 0 0,3-1-1 16,-2 0 1-16,-1-1 6 0,4 4-6 0,-4-2 1 15,4-1-1-15,-3 0 18 0,0 2-16 16,3-1 1-16,-2 3-6 0,-1-3 5 0,2 0 0 16,1 2-20-16,-3-1 20 0,2 3-1 15,0-2 0-15,-2-1-9 0,2 4 8 16,0-3 1-16,0 0 0 0,-1 0-18 0,1 1 16 16,-1-3-1-16,1 1 1 0,0-1-1 0,0 1 0 15,1 1-2-15,-1 1 20 0,0-1-18 0,-1 0 0 16,3 0 0-16,-4 2 29 0,3 2-27 0,-1-2 0 15,1 1 2-15,-1 2 12 0,0-4-11 0,0 4-2 16,-1-3 2-16,1 0 0 0,0 0 1 0,0-2-5 16,-2 3 5-16,3-4 0 15,-1 1 0-15,0 0-15 0,-2 1 14 0,3-1-1 16,-3 0-1-16,4 0-12 0,-5-1 12 0,5 3 0 0,-4-5-10 16,4 4 10-16,-2-1-3 0,-2 0 3 0,2 0-16 15,2 0 14-15,-2 0 0 0,0 0 0 0,0 1-33 16,0 1 32-16,1 0-2 0,-2 2-7 0,1-3 7 15,2 4 0-15,-4-1 6 0,2-2-6 16,0 2-1-16,0-3 0 0,2 2 7 16,-5-2-6-16,2-2-1 0,1 1 1 0,-1-2 3 15,2 0-3-15,-2 1 1 0,0-1-30 16,-1-1 29-16,2 0 0 0,-2 0 1 0,2 2-5 16,0-2 2-16,-5 3 2 0,5-3-4 0,-1 3 15 15,-1 1-13-15,2-1 1 0,-2-2-2 0,0 2 28 16,2-2 0-16,-3 4-15 0,4-3-9 0,-3-1 1 15,0 0 2-15,4-4-4 0,-4 5 6 0,2-3 1 16,-1 2-3-16,1-1 3 0,0-1-19 0,-2 1 16 0,2-1 1 16,-2 4-1-16,2-1-16 0,0-1 14 15,-2 2 12-15,1-2-12 0,-2 0 0 16,1 3-2-16,2-3 9 0,-2-2-6 16,0 1-1-16,1-1 2 0,-1 1-4 0,0-3 3 0,1 2 0 15,0-1-8-15,-3-1 8 0,4 1 0 0,-2 1-15 16,0-1 14-16,1-1 1 0,-1 3-2 15,-1-3 1-15,2 1-7 0,-1-1 6 0,-1 1-2 16,1-1 2-16,-1 1 0 0,1 0 0 0,-2-3 0 16,1 3 0-16,0-3-1 0,-1-1 1 15,1 0 3-15,1 1-4 0,-3-1 1 0,2 0 0 0,-2-2 6 16,1 1-6-16,-1 0 1 16,0 0-1-16,2-1 9 0,-2 0-9 0,0-1 18 15,3 2-17-15,-3-2 1 0,0-1-1 0,0 2 24 16,0 0-22-16,1-2 0 0,-1 0 0 0,0 0 1 0,0 1 15 15,0-1-13-15,0 0-1 0,0 0 29 0,0 0-28 16,0 0 3-16,0 0-28 0,0 0 1 0,0 0 26 16,0 0-2-16,0 0-143 15,0 0 66-15,0 0 34 0,0 0-341 16,0 0 180-16,0 0 75 0,0 0 46 0,0 0-236 16,0-12 140-16</inkml:trace>
  <inkml:trace contextRef="#ctx0" brushRef="#br0" timeOffset="119361.16">4497 7224 309 0,'0'2'0'0,"0"-2"0"0,0 0 0 0,0 0 0 0,0 0 0 0,0 0 0 0,0 0 0 0,0 0 69 16,0 0-1-16,0 0-35 0,0 0 8 0,0 0 27 15,0 0 1-15,0 0 16 0,2 0-26 0,-1 0 9 16,1 0-36-16,0 0 37 0,1 0 0 0,-2 0-37 15,5 0 1-15,-2 0 49 0,1-2-29 0,1 2 1 16,2-6-21-16,-1 5 25 0,1-1 0 0,-1 0-17 16,0 0-8-16,2 0-28 0,-1 2 28 0,-2 0-9 15,1 0 8-15,2 0 9 16,-4 0-8-16,0 0-31 0,1 0 1 0,-1 0 30 16,-3 0-1-16,2 0-41 0,-2 0 15 0,0 0-13 15,0 0 32-15,-2 0-30 0,0 0 0 0,0 0 21 16,0 0 3-16,0 0 35 0,0 0 0 0,0 0-37 15,-4 0 3-15,-4 0 4 0,3 0-4 0,-3 0-58 16,0 0 28-16,-3 0 0 0,3 0 27 0,0 2-29 16,0 0-4-16,2 0 26 0,1 0 3 0,2-2 27 15,-2 1-1-15,2-1-31 0,-1 0 3 0,2 0 70 16,2 0-34-16,-2 0 35 16,2 0-31-16,0 0 11 0,0 0-39 0,0 0-17 15,0 0 21-15,0 0 14 0,0 0-12 0,0 0-74 16,4 3 33-16,5-3 1 0,0 0 37 0,4 0-39 15,-2 0 34-15,-3 0-6 0,4 3-34 0,-3-3-8 16,0 0 41-16,1 0-42 0,-1 0 0 0,-4 0 32 16,0 0 3-16,-2 0-25 0,-1 2 23 0,1-2-1 15,-2 0 0-15,-1 0-22 0,0 0 21 16,0 0-3-16,0 0 2 0,0 0 136 16,0 0-66-16,-4 0-28 0,-3 0-14 0,1-2 7 15,-7-4 11-15,5 3-29 0,-1-3-56 0,0 3 36 16,-1-3 5-16,2 2-32 0,0 3 22 0,3-4 0 15,-4 4 22-15,5-2-21 0,1 2 7 0,0-1 9 16,0 2-36-16,3 0 64 0,-1 0-15 0,1 0-21 16,0 0-3-16,0 0 11 0,0 0 0 0,0 0-4 15,0 2-27-15,5 3-2 16,0 0 31-16,5 0 11 0,1 1-15 0,-3-3 1 16,1 1-1-16,4 0-11 0,-5-3 6 0,2 2 4 15,-1-3-10-15,0 0-2 0,0 0 7 0,-3 0 2 16,0 0 3-16,-1 0-20 0,-3 0 22 0,1 0-4 15,-2 0 2-15,-1 0-2 0,0 0-6 0,0 0 167 16,0 0-76-16,0 0-39 0,-6-3-13 0,-2 0-44 16,-3-1 30-16,0 0-4 0,-2 1 14 15,2-1-41-15,0 2 18 0,0 0 13 0,1 1 21 0,1-1-86 16,1-1 33-16,0 3-11 16,5 0 1-16,1 0 35 0,0 0-15 0,1 0 50 15,1 0-48-15,0 0 6 0,0 0-13 0,0 0-42 16,0 0 28-16,1 0-1 0,6 0 30 0,5 5 33 15,0-4 5-15,0 1-40 0,2 0 22 0,0 0-21 16,3-2 0-16,-6 0 0 0,3 0-23 0,-3 0-1 16,1 0 17-16,-5 0-55 0,0 0 26 0,-3 0 0 15,-2 0 27-15,0 0-49 16,-1 0 22-16,-1 0 0 0,0 0 18 0,0 0 31 16,0 0-48-16,-1 0 17 0,-7-2-18 0,3 0-23 15,-3 0 33-15,2 1 5 0,3-4-435 0,-1 4 213 16,4 1 100-16,0 0-632 0</inkml:trace>
  <inkml:trace contextRef="#ctx0" brushRef="#br0" timeOffset="154441.64">7115 7636 524 0,'-3'-4'0'0,"-1"-2"0"0,0 4 0 0,2-1 0 0,1 1 0 0,-2-2 0 0,1 0 117 0,-2 2-42 16,2 1-22-16,2-1 1 0,0 0 128 0,0 2-78 15,0 0-36-15,0 0 0 0,0 0 63 0,0 0-49 16,0 0-16-16,0 0 13 0,0 2-23 16,2 1 0-16,4 1 115 0,2-2-68 0,-2 2-28 15,3-1-7-15,-2-1 65 0,1 2-50 0,-1 0-25 16,2 2 0-16,-3-1 8 0,2 5-8 0,0-1-25 15,-3 0 0-15,0 2-38 0,1 1 0 16,-2-3-86-16,3 5 57 0,-4-6 34 16,0 0 0-16,1 1-117 0,-1-3 72 0,0 0 13 15,-2-1 22-15,1 1-414 0,1 0 201 0,-1-2 68 16,-1 2 61-16,-1-3-336 0,0 3 203 0</inkml:trace>
  <inkml:trace contextRef="#ctx0" brushRef="#br0" timeOffset="154613.34">7136 7889 958 0,'-10'4'0'0,"3"4"0"0,1-3 0 0,1-3 0 0,1-1 0 0,-2 2 0 0,4-3 243 15,2 0-105-15,-2 0 175 0,2 0-140 16,0 0-62-16,0 0-43 0,0 2-27 0,2-1-8 16,3 4 0-16,0-4-1 0,4 5-188 0,1-1 89 15,1 5 51-15,-2-1 24 0,2 4-461 0,2 4 240 16</inkml:trace>
  <inkml:trace contextRef="#ctx0" brushRef="#br0" timeOffset="154783.88">7149 8338 740 0,'-10'5'0'0,"-1"1"0"0,4-2 0 0,-2-4 0 0,1 0 0 0,2 0 421 0,0 0-186 0,4 0-105 15,2-2-48-15,0-3 218 0,0-7-133 0,0-1-67 16,0-2-26-16,12-1 10 0,1-5-26 0,0 1 1 15,2-2-27-15,5 3-139 0,-6 4 77 0,7-4-403 16,-5 4 233-16,4 2 117 16,-4 2 57-16,1 2-502 0,-2 0 208 0,-1 1 149 0</inkml:trace>
  <inkml:trace contextRef="#ctx0" brushRef="#br0" timeOffset="155009.4">7336 7836 1023 0,'0'0'0'0,"0"0"0"0,0 0 0 0,0-1 0 0,0-7 0 0,0 1 0 0,0-5 302 0,0 3-126 0,2-4-76 15,12 2 313-15,2-1-190 0,6 0-96 0,0 0 69 16,-1 2-74-16,6 1-49 0,0 2 1 0,-2 1-155 16,2 2 57-16,-3 0 28 0,-4 1 8 0,4 1-239 15,-1-1 130-15,-4 0 65 0,-1 0 32 0,0 0-161 16,-7 2 57-16,0-3-394 0,-4 2 213 15,-1 1 126-15,-4 1 63 0,0 0-258 16,-2-3 152-16</inkml:trace>
  <inkml:trace contextRef="#ctx0" brushRef="#br0" timeOffset="155593.34">7491 7416 942 0,'1'0'0'0,"2"0"0"0,-2 4 0 0,1-2 0 0,1 1 0 0,-2 1 0 0,1 2 0 0,3-1 91 0,-1 5-33 16,2-1 0-16,1 4 10 0,0 0-1 16,-1 4-34-16,-3 5-4 0,0 1 4 0,-1 5 0 15,-2 3-1-15,0-1-67 0,0 4 34 0,-5 0-18 16,-4 4 21-16,-3-5 1 0,1 0 30 0,-3-1 0 0,0 0 16 16,-2-3-29-16,0 1 4 0,-1-4 33 15,0 0 0-15,1-3-46 0,4-5 8 0,-2 1 145 16,5-2-70-16,2-3-25 0,5-5 1 0,1-2 32 15,1 0-35-15,0-3 9 0,3 2-89 16,11-6 23-16,4 0 0 0,1 0 22 0,6 0-81 16,-4 0 49-16,2-3-215 0,-3-5 236 15,1 2 9-15,-4-1-17 0,-4 5 11 0,-2-2-51 16,-1 3 18-16,-5-1-11 0,-1 2 0 0,-2 0-6 16,-2 0 23-16,0 2-20 0,0 8 16 0,-6 3 165 15,-3 1-79-15,-3 2-35 0,0 1 115 0,-2 2-60 16,1 0-43-16,0 0 31 0,2-1-27 15,-2 0 4-15,4-1-31 0,0-2-14 16,0-3-7-16,6-3 20 0,-1-2 1 0,4-4-78 16,0 1 40-16,0 0-161 0,4-4 93 0,8 0 36 0,0 0 28 15,6 0-8-15,-2-2-97 0,4-7 41 16,-1 2 33-16,2-3-15 0,-3 2 37 16,2 3-16-16,-4 1 11 0,-2 2 85 0,1 1-39 0,-4 1-25 15,-2 0 0-15,1 3 69 0,-1 6-41 0,-3 2 174 16,1 3-88-16,-1-1-52 0,-3 2-25 0,4-2 8 15,-6-2 108-15,3 4-63 0,-2-6-55 16,2 2-1-16,-3-2 1 16,1-2 0-16,2-2 8 0,-2-1-142 0,-1 0 68 0,2-2 32 15,-2 0-119-15,1 0 73 0,1-2 27 0,-3 1 18 0,3-1-373 16,-3 0 181-16,2 0 58 0,1 0 55 0,0 0-400 16,4 0 228-16,2-7-290 15,5-10 255-15,-3-6 128 0</inkml:trace>
  <inkml:trace contextRef="#ctx0" brushRef="#br0" timeOffset="155811.28">8020 7854 1280 0,'0'-2'0'0,"0"0"0"0,0-2 0 0,0 2 0 0,0-2 0 0,-2 0 149 15,2 3-57-15,0-1 429 0,0-2-235 0,2 0-123 16,10 3-69-16,1-3 132 0,5 2-96 0,-3 0-49 15,6 0-16-15,0 2-8 0,-2-2-157 16,2 2 67-16,1-2 33 0,-4 2-325 16,0 0 188-16,-2 0 80 0,0 0-557 15,-4 0 314-15,0 2 99 0,-6 8 94 0,-3 1-234 0,-1 2 157 16</inkml:trace>
  <inkml:trace contextRef="#ctx0" brushRef="#br0" timeOffset="155975.84">8025 8159 1192 0,'0'4'0'0,"0"-2"0"0,0 0 0 0,1-2 0 0,5 0 0 0,3 0 0 0,0 0 129 0,5-2-48 15,0-4 305-15,4 1-169 0,0-3-96 0,1 4 21 16,3 1-54-16,-3 0-28 0,0 2 0 0,2 1-19 0,-4 0-161 16,0 0 77-16,-3 0-434 0,4 4 255 0,-3 0 127 15,0-1 73-15,-1-1 22 0</inkml:trace>
  <inkml:trace contextRef="#ctx0" brushRef="#br0" timeOffset="156158.99">8630 7797 1726 0,'0'-2'0'0,"0"2"0"0,0 0 0 0,0 0 0 0,0 0 0 0,0 0 0 0,0 0 181 15,0 0-75-15,0 0-28 0,0 0-8 0,0 0-73 16,1 0 1-16,0 2 34 0,1 8-442 0,2 1 229 0,2 2 103 16,-6 5 55-16</inkml:trace>
  <inkml:trace contextRef="#ctx0" brushRef="#br0" timeOffset="156301.6">8648 8057 1248 0,'0'11'0'0,"0"-8"0"0,0 5 0 0,0-6 0 0,-2 0 0 0,-3-2 269 0,-2 0-117 16,-2 0-60-16,4 0-30 0,-4 0 274 0,1 0-144 16,-2 0-105-16,1 0-27 0,-1 0 0 0,1 0-27 15,2 0 0-15,1 2-521 0,1 1 256 0</inkml:trace>
  <inkml:trace contextRef="#ctx0" brushRef="#br0" timeOffset="162229.9">11022 7735 599 0,'2'0'0'0,"-2"0"0"0,0 0 0 0,0 0 0 0,0 0 0 0,0 0 0 0,0 0 0 0,0 0 121 0,0 0-45 0,0-2-21 16,0 1 0-16,2-2 56 0,-1 2-43 0,3-2 0 16,-2 0-35-16,2 0 57 0,-1-2-29 0,0 4 8 15,-1-1-10-15,0 0 1 0,-1-3-27 0,-1 0-1 16,0 0 39-16,0-4 7 0,0-2-45 16,0-3-37-16,0-1-1 0,0-2 38 0,0 0 0 0,-3-1-41 15,-2 0 16-15,0 1 0 16,-3 0 25-16,1 5-31 0,0-2-12 0,-5 3 28 15,3 3 6-15,-5 1 20 0,3 3-23 0,-1 3-12 16,-2-1 51-16,-1 2 6 0,2 0-46 0,-2 2 117 16,0 7-54-16,0 2-19 0,1 0 1 0,2 5 54 15,1 2-48-15,1 1 1 0,0 6-39 0,5-3 80 16,0 4-40-16,3 3 8 0,2 3-49 0,0-1 63 16,0 5-31-16,0-1 18 0,0-1-25 15,5 2 8-15,2-2-32 0,3-2-25 16,-2 0 25-16,-1 0 0 0,0-3 8 0,-1 2-76 15,-3-1 34-15,2 2-1 0,-3-2 35 0,0 2-80 16,-2-6 45-16,0 6-2 0,0-6-1 0,0-3-71 16,-9 0 44-16,2-4 6 0,-4-3-109 0,-1-3 57 15,0-2 36-15,-1-2 6 0,-3-5-92 0,4 1 44 16,0-4 27-16,1-1-301 0,4 0 163 0,-2 0 81 16,6 0 41-16,3-3-314 0,0-11 169 15,0-5 97-15,13-1 44 0,7-5-331 16,9-3 187-16,-1 0 95 0</inkml:trace>
  <inkml:trace contextRef="#ctx0" brushRef="#br0" timeOffset="162548.09">11167 7942 546 0,'22'-27'0'0,"1"-2"0"0,-4 6 0 0,-3-4 0 0,-2-1 0 0,-3-2 0 0,-2 0 0 0,-1-1 72 0,-2 0 1 0,-1 1 40 16,-3-2-40-16,0 3 0 15,-2 2-32-15,0-3 19 0,0 9 0 0,-2-1-27 16,-5 3 0-16,-4 4 58 0,2 4-21 0,-2 1-8 15,0 5-29-15,-2 2 117 0,0 3-58 0,-4 0-30 16,1 0 106-16,-2 14-72 0,-1 4-32 0,3 0 154 16,-2 2-93-16,5 2-46 0,2-3-15 0,0 8 76 15,2-2-54-15,3-1-27 0,0 0 1 16,6-1 124-16,0-1-67 0,0 7-47 0,0-1 1 16,0-2 50-16,6 0-43 0,0 1-24 15,-1 1 3-15,2 0-24 0,-1 1 0 0,0 2-48 16,0-3 24-16,-3 0-1 0,-1-2 33 0,2 6-122 15,-2-3 56-15,-2 1 29 0,0-1-6 0,0 0-89 16,0 1 36-16,-4-2 33 0,-3 2-379 0,-2-2 190 16,0-1 68-16,-2-4 49 0,-2 4-461 0,2-2 261 15,0 0 130-15,-1-3-475 0</inkml:trace>
  <inkml:trace contextRef="#ctx0" brushRef="#br0" timeOffset="162755.12">10883 8561 936 0,'0'10'0'0,"0"0"0"0,0 2 0 0,0-2 0 0,0 1 0 0,0 4 127 0,1 0-51 0,1 4-22 15,5 5 0-15,-4 1 404 0,1 1-213 0,0 2-98 16,-1 2 112-16,1 0-112 0,-1 2-58 0,2-2-112 16,-3 0 28-16,0-5 8 0,0-1 20 15,-1-3-330-15,1-4 164 0,0-6 84 16,-2-1 40-16,0-7-452 0,0-1 195 0,0-2 133 15,0 0-24-15,0-5-94 0,0-14 109 0,0-6 46 0</inkml:trace>
  <inkml:trace contextRef="#ctx0" brushRef="#br0" timeOffset="162977.29">10861 8708 710 0,'-7'-23'0'0,"2"5"0"0,1 5 0 0,4-2 0 0,0 1 0 0,0 3 0 0,0 0 177 0,9-2-73 0,7 2-27 0,7-1 350 0,0 1-198 15,4 1-97-15,-1 3 274 16,2 6-187-16,-1-2-84 0,3 3-56 0,-2 3 104 15,-3 10-74-15,-2 3-39 0,-2 3 0 0,-5 2-18 16,0 9-19-16,-5-2-1 0,-4 4 1 0,-6 3-58 16,-1-1 29-16,0 4 8 0,-8-3-13 0,-8-2 0 15,-3-1 33-15,-3-3-63 0,-3-4 31 0,-1-8 1 16,-2-2-8-16,-1-6-152 0,1-5 83 0,0-4 24 16,4 0 26-16,1 0-309 15,2-6 155-15,5-6 60 0,2-2 44 0,5 1-411 16,6 1 218-16</inkml:trace>
  <inkml:trace contextRef="#ctx0" brushRef="#br0" timeOffset="164461.31">11796 7556 590 0,'0'-10'0'0,"0"0"0"0,0 3 0 0,0 2 0 0,0-4 0 0,0 2 0 0,0-2 0 0,3 1 131 0,8 2-53 0,5 3-22 16,-2 1-1-16,4 0 82 0,1 2-53 0,-1 0-17 15,-1 7 47-15,2 4-41 0,2 7 0 0,-4-1-40 16,-3 1 28-16,0 1 8 0,1 8-36 0,-4-3-13 16,-1 0 12-16,-5 4 1 0,-1-2 0 0,-2-1-26 15,-2 7 26-15,0-2-1 0,-4-2 1 0,-7 0-39 16,-4-1-1-16,0-8 48 16,-8 7-79-16,2-7 32 0,1-7 5 0,-4-1-38 15,1-5 23-15,2-4 4 0,-3-2 13 0,0 0 29 16,4-2-24-16,-1-7 3 0,5-3-6 0,0-2 79 15,4-2-36-15,5 2-1 0,3-1-30 0,2 0 44 16,2-1-17-16,0 0 4 0,2 1-10 0,5 1 33 16,8 0-12-16,0-1-51 0,3 1 8 15,2 4 25-15,1 1 1 0,-3 0-208 0,3 2 93 16,2 1 49-16,-3 3 15 0,2-1-433 0,1 2 202 0,4 2 113 16,-3 0 25-16,2 0-168 15,-2 0 120-15</inkml:trace>
  <inkml:trace contextRef="#ctx0" brushRef="#br0" timeOffset="164779.81">12237 7520 1351 0,'0'-6'0'0,"0"4"0"0,0 2 0 0,0 0 0 0,0 0 0 0,-7 3 0 0,-1 13 0 0,-1 4 0 0,5 3 0 0,-2 3 196 0,2 2-82 15,3 2-40-15,1 2 189 0,0-2-119 0,0-4-56 16,1-3-27-16,10-2 19 0,3-3-16 0,2-2-8 15,7-5-47-15,-2-6 24 0,6-1 0 0,-3-4-59 16,-4 0 38-16,7 0-9 0,-4-9 30 0,-3-6-110 16,-1-6 54-16,-2-3 28 0,-4-3 9 0,-4-1-160 15,-1-2 77-15,-6-2 14 0,0 0 28 0,-2 1-85 16,0-4 46-16,-9 4 14 0,-3-3-31 0,-3 4 23 16,0 1 0-16,-4 5 26 15,4 7-4-15,-4 4-3 0,-1 3 9 0,-1 9 39 16,-2 1 0-16,1 0-39 0,3 11-8 0,-4 10-44 15,7 0 26-15,0 3 2 0,5 0 25 0,1 3-154 16,7-6 68-16,-1 6 46 0,2-4-244 16,2 3 140-16,-2-3 72 0</inkml:trace>
  <inkml:trace contextRef="#ctx0" brushRef="#br0" timeOffset="165038.12">12051 7865 791 0,'-15'4'0'0,"2"-4"0"0,5 0 0 0,3 0 0 0,-2-6 0 0,7-7 0 0,0-6 195 0,1-4-82 0,14-3-40 0,10 0 9 16,5-5 122-16,2 2-86 0,1 3-43 0,-4 5-20 16,4 4 106-16,-6 6-56 15,5 1-40-15,-4 8-1 0,-4 2 24 0,1 0-28 16,-5 15 48-16,-1 0-29 0,2 10-9 0,-3-1-37 16,-2 1 33-16,0 1 1 0,0-4-34 0,-3-1 8 15,6 1-35-15,-5-6 27 0,4-1 0 0,0-1-1 16,3-7-102-16,2 0 60 0,1-3 17 0,0-4-282 15,-1 0 145-15,-2 0 53 0,-1-2-345 0,-1-7 183 16,-5 2 104-16,0-2 50 0,-5 5-328 0,1-1 190 16,-4 1 87-16,-6 1 56 0</inkml:trace>
  <inkml:trace contextRef="#ctx0" brushRef="#br0" timeOffset="165305.1">11850 8071 1304 0,'-24'0'0'0,"8"0"0"0,5 5 0 0,4-4 0 0,2 1 0 0,3-2 0 0,2 0 0 0,0 2 296 0,2-2-131 0,16 0-67 16,8 0-32-16,8 0 259 15,10 0-151-15,2-4-70 0,5-3 158 0,4 1-115 16,-1-1-57-16,0-1-21 0,-1 4-26 0,0-2-11 15,-3 3 1-15,-2 0-176 0,-4 0 88 0,-6 1 52 16,-2 2 14-16,-4 0-330 0,-8 0 170 0,-2 0 89 16,-4 0-10-16,-7 0-210 0,-4 0 73 0,-3 0 89 15,-4 0-342-15,0 4 214 0,-8 3 107 16,-6 3-304-16</inkml:trace>
  <inkml:trace contextRef="#ctx0" brushRef="#br0" timeOffset="165620.96">12019 8267 901 0,'-15'4'0'0,"4"-1"0"0,3 0 0 0,3 0 0 0,1-1 0 0,4-2 0 0,0 1 0 0,4 1 383 0,13 0-175 0,5 1-88 0,-1 2-35 0,5 0 152 16,-1 5-102-16,-1 4-51 0,-2-1-27 16,-1 3-1-16,-6-1-15 0,2 3-43 15,-6 2-44-15,-2 0 39 0,-4 3 1 0,-3 3-103 16,-2-5 80-16,0 5 26 0,-16-3 1 0,-2-1-124 15,-3-3 72-15,-5-4-8 0,-1-4 32 0,-3-2-34 16,0-5 24-16,0-2-9 0,0-2 49 0,3 0-12 16,7-2-17-16,-1-7 5 0,5 0 113 0,1-1-44 15,6-1-29-15,3 4 167 0,1-3-89 16,5-1-30-16,0-2-27 0,5 1 110 16,10 1-60-16,2-1-15 0,1-2 9 0,7 0-135 15,-1 3 43-15,1-2 22 0,0 2-410 0,4 2 202 16,-6 1 106-16,7-1-236 0,-9 5 156 0,3 1 47 15,-2-2 49-15,-5 2-382 0</inkml:trace>
  <inkml:trace contextRef="#ctx0" brushRef="#br0" timeOffset="165829.44">12269 8366 18 0,'6'-3'0'0,"0"-2"0"0,3 1 0 0,2-1 0 0,-1-1 340 0,-1 1-154 16,3 1-76-16,2 1 294 0,3-1-178 0,2 2-100 15,2 1-47-15,-1 1 297 0,-1 0-171 0,0 5-87 16,-3 4-34-16,0 4 99 0,-3 2-75 0,-6 2-38 15,-2 2-36-15,-2 1-2 0,-3 1 9 0,0 5 0 16,-8-5-88-16,-7 2 40 0,-6-3 0 0,-1-1-42 16,2-6 49-16,-10 4-8 0,3-6 41 0,1-1-340 15,3-5 119-15,5-1 92 0,2-2-6 0,3-2-325 16,6 0 197-16,1-2 99 16,6-7-258-16,2-10 179 0,9-2 80 0</inkml:trace>
  <inkml:trace contextRef="#ctx0" brushRef="#br0" timeOffset="166015.94">12590 8246 1244 0,'6'-13'0'15,"-1"5"0"-15,-1 4 0 0,-4 1 0 0,0 3 0 0,-2 0 0 0,-9 2 255 0,-1 11-110 0,-2 5-57 0,3 3 164 0,-5 7-114 16,4 1-53-16,0 2-25 0,6-1 270 16,3 2-149-16,3-5-65 0,0 3-46 0,1-5 77 15,13-2-56-15,4-2-30 0,5-2-141 0,5-2 65 16,4-4 19-16,2-2-409 0,2-3 219 0,-3-3 109 15,3-1 55-15,-2-4-669 0,-4 0 309 0,0 0 175 16,-2-3 86-16</inkml:trace>
  <inkml:trace contextRef="#ctx0" brushRef="#br0" timeOffset="166189.53">12998 8104 1893 0,'-6'0'0'0,"6"0"0"0,0 0 0 0,0 0 0 0,0 0 0 0,0 0 0 0,8 0 0 0,3 0 0 0,4 0 294 0,4 0-134 0,-1-3-64 0,3 1-31 15,0 0-307-15,1 1 137 0,-1 1 77 0,0-2 27 16,1 2-285-16,-1 0 160 0</inkml:trace>
  <inkml:trace contextRef="#ctx0" brushRef="#br0" timeOffset="166582.6">13445 7562 1356 0,'-4'-21'0'0,"-4"7"0"0,7 4 0 0,-1 2 0 0,2 0 0 0,0-2 0 0,0 3 0 0,2-1 0 0,8 3 290 0,6 1-128 0,1 1-65 0,9 0 51 16,-2 3-58-16,-1 0-20 16,7 4-9-16,-5 9-82 0,1 4 27 0,-4 5-1 15,-3 2-20-15,1 5 32 0,-6-1-9 16,-3 4 25-16,-3 0-117 0,-2 2 58 0,-4-2 30 16,-2 1 7-16,0-2-135 0,-12 1 67 0,-3-6 3 15,-4-2 27-15,1-3-11 0,-1-8-2 0,-8 0 6 16,9-7 19-16,-5-4 63 0,0-2-30 0,3 0 2 15,-1-4 38-15,6-9-26 0,2 0-1 0,2-3 27 16,5 2-28-16,4-3-1 0,2 1 1 0,0 2 112 16,2-1-61-16,10 2-19 0,2 0 0 0,9-3-28 15,-4 7 5-15,7-2 2 16,-2 1-8-16,1 4-197 0,-4 2 95 0,5-1 46 16,-4 4-541-16,1 1 264 0,0 0 143 0,-3 0-266 0</inkml:trace>
  <inkml:trace contextRef="#ctx0" brushRef="#br0" timeOffset="166807.04">13935 7604 742 0,'0'-8'0'0,"0"5"0"0,0 0 0 0,0 2 0 0,0 0 0 0,0 1 533 0,0 0-242 16,0 7-134-16,0 7 288 0,0 7-207 0,0 3-102 0,0 3-2 15,0 1-43-15,0 2-33 16,0 2 1-16,0-2-27 0,0 2-273 0,0-2 137 0,0-7 76 0,0 9-161 15,0-14 111-15,0 0 55 0,0-6-465 16,0-3 210-16,0-3 137 16,0-4-17-16,0-2-201 0,0-2 164 0,0-11 81 0,-2-9 40 0,0-4-8 0,-3-8-116 15</inkml:trace>
  <inkml:trace contextRef="#ctx0" brushRef="#br0" timeOffset="166985.56">13881 7583 15 0,'-2'-23'0'0,"-2"1"0"0,4 9 0 0,0-4 0 0,0 4 475 16,2 3-222-16,11 1-110 0,0 4-55 0,4-1-19 0,4 2 242 15,1 0-138-15,1 3 82 16,-2 1-112-16,-1 0-54 0,-1 5-21 0,0 6-14 0,-3 2-21 16,-2 3 0-16,-3-2-1 0,-2 3 1 15,-2 2-25-15,-4 0-7 0,-3 0 31 16,0 1-80-16,-3 3 40 0,-13-4 0 0,1-2-103 16,-4-3 59-16,0 1 40 0,-7-1-287 0,4-3 149 0,-5-1 51 15,5-3 39-15,-8 2-4 0,1 0 20 0,1 3-22 16,4-3-1-16</inkml:trace>
  <inkml:trace contextRef="#ctx0" brushRef="#br0" timeOffset="167212.94">13531 7983 792 0,'-9'10'0'0,"2"-1"0"0,3-2 0 0,0-3 0 0,4 0 0 0,-3-4 31 0,3 2 402 0,0-2-200 16,12 0 285-16,13 0-242 0,5-2-113 0,9-8-70 15,6-1-29-15,4-2 191 0,2-2-111 0,3 0-132 16,2 4 8-16,-5 1 12 0,-4 3 1 0,-2 3 0 16,-7 1-109-16,1 0 55 0,-2 3 34 0,-6 0-357 15,-3 0 188-15,-6 0 95 0,-1 3-436 16,-6 3 201-16,-3-1 124 0,-5 0 73 16,-5 3 34-16,-2 1-298 0,0 2 165 15,-17 1-215-15</inkml:trace>
  <inkml:trace contextRef="#ctx0" brushRef="#br0" timeOffset="167504.26">13635 8212 792 0,'-12'0'0'0,"6"0"0"0,6 0 0 0,0 0 0 0,8 0 33 0,11-2 299 16,7 0-149-16,3 1-67 0,1 1 96 16,0 0-89-16,0 0-45 0,-2 5 113 0,-1 10-80 15,-9 2-30-15,3 6-9 0,-9 2-39 0,-1-2-39 16,-10 4 1-16,-1-1 38 0,0 2-101 0,-12 0 46 15,-8 1 28-15,-6-3-97 0,-2-2 62 0,-1-1 31 16,-2-4 9-16,-3-4-36 0,0-6 21 16,-1-2-12-16,2-2 0 0,1-5 19 15,8 0-6-15,1 0-24 0,2-5 140 0,9-6-56 16,3-2-28-16,6-1 12 0,3-2 82 0,0-2-47 16,8 1-29-16,8 1 3 0,5-1-5 0,2 2-3 0,-1 2 1 15,8-2-226-15,-2 2 105 0,4 2 51 0,-2-1 26 16,-1 3-255-16,-3 1 118 0,4 3 71 0,-2 1 3 15,-3 2-567-15,-5 1 299 0</inkml:trace>
  <inkml:trace contextRef="#ctx0" brushRef="#br0" timeOffset="167638.91">13980 8283 1088 0,'2'-9'0'0,"0"4"0"0,0-1 0 0,-1 2 0 0,1 1 127 0,0 1-48 0,2-1-23 0,0 2 9 15,4 0 368-15,-1 1-200 0,4 0-101 0,1 0-49 0,-1 7 39 16,2 4-36-16,0-1-31 0,0 5-491 15,1-1 234-15,-2 0 117 0,4 0-272 0,-2-1 202 16</inkml:trace>
  <inkml:trace contextRef="#ctx0" brushRef="#br0" timeOffset="167804.47">14361 8146 451 0,'0'-11'62'0,"2"3"-31"15,-2 3 0-15,0 2-31 0,0 1 263 16,0 2-115-16,-2 2-50 0,-5 18 493 0,-6 8-280 15,-4 9-139-15,-1 9 275 0,-9 14-203 0,3-4-98 16,-7 16-156-16,0-3 22 16,-3 3-1-16,2 3-1044 0,0 0 1012 0,0 0 34 15,-2 13-7-15,3-9 26 0,-2-10 1 0</inkml:trace>
  <inkml:trace contextRef="#ctx0" brushRef="#br0" timeOffset="168215.54">11706 7754 618 0,'-20'0'0'0,"4"0"0"0,-3 2 0 0,2 9 0 0,2 8 82 0,-1 5-24 0,-4 8 8 0,4 11 251 0,2 6-142 15,2 10-71-15,3-1-36 0,6 2 133 16,3-6-76-16,0 6-50 0,6-2-87 0,12-1 22 16,9-4 0-16,12-1-387 0,3-15 213 0,18 3 94 15,4-10-281-15</inkml:trace>
  <inkml:trace contextRef="#ctx0" brushRef="#br0" timeOffset="168841.44">14763 7795 627 0,'0'-7'0'0,"2"1"0"0,2 5 0 0,4 1 0 0,1 0 64 0,0 0-23 0,5 0 5 16,-2 7 248-16,8 6-131 0,-4 6-65 0,1 1 59 15,-2 5-2-15,0 2-65 0,-4 2-29 0,-3 1-4 16,-2 0-1-16,-4 2-23 0,-2 2 8 16,-4 2-43-16,-13 1 0 0,-4 0 34 0,-3 1 1 15,-4-2-44-15,3-4 30 0,-10 4-8 16,3-8-201-16,5-9 111 0,-1-1 17 0,7-5-287 16,-1-3 142-16,3-4 68 0,8-4 54 0,3-1-187 15,4-1 119-15,4 0 60 0</inkml:trace>
  <inkml:trace contextRef="#ctx0" brushRef="#br0" timeOffset="169633">15329 8096 446 0,'0'-2'0'0,"0"0"0"0,0-2 0 0,0 2 0 0,0-1 0 0,0-1 211 0,0-1-81 0,0 1-53 16,0-2 79-16,0 0-61 0,-2 2-31 15,2-1 23-15,-2 1-19 0,1 1-8 16,-2 0-27-16,-1 2 39 0,2-1 0 0,-1-1-40 16,-1 2 9-16,0-1 37 0,1 0-23 0,-3 0 0 15,3 2-23-15,-2-2 22 0,0 0 9 0,1 2-31 16,0-1 25-16,1-1 0 0,1 0-24 0,0 2-22 15,-2-2 30-15,4 0-8 0,-1 2 0 0,1 0-51 16,0 0 25-16,-3-2 0 0,3 2 34 0,0 0-74 16,-2 0 30-16,0 0 7 0,0-2-1 0,1 2-22 15,-1 0 16-15,-2 0-16 16,2-2 25-16,-1 1-1 0,1 1 6 0,-2-2-7 16,2 2 12-16,-1-2-7 0,-2 1 0 0,3 1 0 15,-1 0 1-15,-1-3 4 0,2 3-4 0,-1 0-27 16,-1 0 26-16,0 0 1 0,1 0 0 0,-2 0-23 15,0 0-1-15,1 0 18 0,0 0-22 0,-1 4-4 16,1 1 26-16,-2 3-17 0,2 1 12 0,-1 3 3 16,1 1-1-16,-1 4 20 15,1 2-20-15,-2 0-4 0,2 6 1 0,2 0 35 16,0-1 2-16,2 2-32 0,0-5 4 0,0 3 26 16,0-2 4-16,0-3-30 0,4-3 38 0,4-1-35 15,-1-4 6-15,1-3-34 0,1-1 31 0,1-3-1 16,1-4 3-16,2 0-69 0,0 0 30 0,3-5 3 15,0-14 25-15,-3-2-54 0,2-3 21 0,-2-4 1 16,3-2 14-16,-6-4-140 0,2-4 60 0,1-3 39 16,-4 0-102-16,-1-1 63 15,0-5 27-15,-1-3-39 0,-2-4 40 0,1-1 1 16,0-10 32-16,-2 15-39 0,0-3 39 0,-1 10-8 16,1 2 8-16,-2 7 29 0,0 12 0 0,-1-1-29 15,1 10 0-15,0 2 121 0,-2 3-57 0,0 5-32 16,0 1 253-16,0 2-130 0,0 0-45 0,0 0 126 15,0 0-79-15,0 10-50 0,0 6 2 16,-4 5 71-16,1 3-57 0,-3 4-20 16,3 4-9-16,-5 7 40 0,5 1-35 0,-4 3 1 15,2 1-35-15,1-5 106 0,-1 13-57 0,1-8-24 16,0 2 21-16,3-3-23 0,-2-1 1 0,3-6-90 16,0-1 30-16,0-1-1 0,0-2 38 0,4-2-220 15,2-6 119-15,1 3 46 0,0-6 7 0,2-1-377 16,-2-1 171-16,0-4 104 0,2-1 5 0,0-4-155 15,-2 2 117-15,2-5 58 0,2-2-402 0,-1 0 230 16</inkml:trace>
  <inkml:trace contextRef="#ctx0" brushRef="#br0" timeOffset="170307.51">15623 7850 1221 0,'0'-4'0'0,"0"-2"0"0,0 1 0 0,9-3 0 0,-2-1 0 0,4 3 0 0,2 1 0 0,0-1 0 0,3 4 0 0,-2 2 139 0,-1 0-54 16,3 0-25-16,-4 11 80 0,2 4-45 15,-1 0-36-15,-1 2 20 0,-3 0-23 0,-2 1 0 16,0 2-23-16,-3-1 48 0,-1 1-48 0,-3 1 0 16,0 0-1-16,0-1 25 0,-9 5-24 0,-1-6 5 15,-6 3-5-15,0-5-1 0,0-2 1 0,-6 3 0 0,1-4-54 16,2-3 36-16,-5 0-9 0,2-2 27 0,1-2-180 15,-2-2 84-15,3 1-228 16,1-5 144-16,2 1 61 0,7-2 39 0,1 0-1 0,6 0-135 16,-1 0 63-1,4 0 35-15,0 0-251 0,13-3 152 0,6-7 75 0,5-3-183 16</inkml:trace>
  <inkml:trace contextRef="#ctx0" brushRef="#br0" timeOffset="170515.21">15952 7825 923 0,'4'-18'0'0,"-2"3"0"0,0 1 0 0,-2 1 0 0,0 4 0 0,0 1 0 0,-6 5 0 0,-7 1 297 15,3 2-132-15,-1 0-66 0,-4 11-33 0,0 10 61 16,4 3-39-16,0 4-31 0,1 2 112 0,5 5-68 16,3-3-35-16,2-2 1 0,0-3 11 0,4 5-9 15,10-6-36-15,6-2-76 0,1-4 38 0,2-4 1 16,-2-2 45-16,11 0-271 0,-6-5 131 0,3 0 66 15,-1-4 16-15,-2-1-454 0,-4-1 197 0,3-3 129 16,3 0 27-16</inkml:trace>
  <inkml:trace contextRef="#ctx0" brushRef="#br0" timeOffset="171193.74">16413 7932 822 0,'0'0'0'0,"0"-1"0"16,0-6 0-16,0-3 0 0,-2-2 0 0,-2-1 0 0,0 1 0 0,-2-4 0 0,1 1 165 0,-1 2-67 0,-1 4 67 0,0-5-70 0,-3 3-31 0,0 4 0 15,-2 1 3-15,0 2-35 0,-1 3 9 0,-1 1-8 16,0 0 45-16,0 0-22 15,0 11-1-15,-2 5-22 0,5 1 54 0,-2 8-31 16,3-3 0-16,3 3 36 0,3-1-29 0,1 1-1 16,3-5 6-16,0 3-9 0,0-1-26 15,3-3 0-15,6-2-23 0,5-1 1 0,-1-3 30 16,1-4-8-16,0-2-90 0,2-3 46 0,0-3 21 16,1-1 1-16,0 0-137 0,-2-3 55 0,4-12 44 15,-4-1-149-15,0-5 74 0,0-4 48 0,-2-3-127 16,-1-2 69-16,0-2 40 0,-1-2 17 0,-1-3-30 15,0-7 27-15,-3 7-9 0,0-12 34 0,0 0-17 16,-4-2 17-16,-1-1 0 0,2 2 1 16,-4 10-26-16,0 2 26 0,0 16-1 15,0 1 144-15,0 9-72 0,-6 3-36 0,1 5-8 16,-2 3 295-16,0 1-148 0,0 7-54 0,1 8 191 16,1 10-112-16,0 3-59 0,2 5-41 0,-1 9 79 15,4 3-57-15,0 0-28 0,0 2 0 0,0-7 114 16,0 12-75-16,2-9-17 0,5-2-25 15,1-4 0-15,1 0-25 0,0-4-208 16,2-5 100-16,1 1 53 0,-3-11-371 0,3 3 208 16,-1-6 85-16,-4-3 60 0,7-3-19 0,-7-5-428 15,4-4 227-15,-1 0-48 0,-1 0 137 0,2-7 61 16,-2-9 43-16,0-2 0 0,-4-7-231 0</inkml:trace>
  <inkml:trace contextRef="#ctx0" brushRef="#br0" timeOffset="171344.31">16671 7774 164 0,'2'-13'-82'0,"0"3"41"0,-2 5 41 15,3 4 0-15,-1-1 317 0,-1 1-122 0,3 1-81 0,2 0 237 16,1 0-159-16,0 1-72 0,3 7 230 16,1-2-160-16,-2 4-78 15,3 1-39-15,1 1-11 0,-1 1 8 0,-1-2-37 0,-1 2-377 16,2-2 189-16,-1 1 94 0,0-3 46 16,1 1-215-16,1-2 128 15,-1-5 67-15,0-1 34 0</inkml:trace>
  <inkml:trace contextRef="#ctx0" brushRef="#br0" timeOffset="171659.5">17013 7617 778 0,'1'-11'0'0,"-1"3"0"0,0 5 0 0,0-2 0 0,0 3 0 0,0-1 0 0,0 1 468 16,0 0-210-16,0 2-117 0,0 0 360 0,0 0-234 0,0 0-117 15,0 0-59-15,-3 8 217 0,-3 7-142 0,-1 5-67 16,-2 7 51-16,-5 3-59 15,0 9-29-15,-1-3 8 0,-7 15 76 0,-5 7-56 0,-1 1-29 16,0 2 137-16,-4 7-198 0,2 3 0 16,-4 2 0-16,2 1 0 0,0-2 0 0,1-4 0 15,2-4 0-15,6-12 0 0,1 3-165 16,4-8 330-16,4-9-453 0,3-1 231 0,2-4 21 16,1-10 23-16,2 0-16 0,1-6-34 0,1-7 8 15,2-1-2-15,2-6 12 0,-2 1-5 0,2-4 15 16,0 0 10-16,0 0 44 0,0 0-22 0,0 0-2 15,0 0-95-15,0 0 40 16,0 0 1-16,0 0 35 0,0 0-1 0,0 0-433 0,0 0 217 16,0 0-242-16,0 0 225 0</inkml:trace>
  <inkml:trace contextRef="#ctx0" brushRef="#br0" timeOffset="173168.31">17315 7871 1118 0,'-5'0'0'0,"3"-2"0"0,0 0 0 0,2 0 0 0,0 2 0 0,0-2 0 0,2 0 0 0,3 0 227 16,7-1-97-16,-1 1 116 0,0 0 14 0,5-1-118 15,0 0-55-15,1 1 108 0,4 2-81 0,-1-2-41 16,3 0 9-16,0 2-72 0,3-2 1 0,-6 0 22 15,1 1 0-15,0-1-50 0,-4 0 34 16,-2-2-9-16,-6 2-278 0,2 1 151 16,-5-1 76-16,0 0-601 0,-4 2 302 0,0 0 143 15,-2 5 84-15</inkml:trace>
  <inkml:trace contextRef="#ctx0" brushRef="#br0" timeOffset="173327.9">17368 8122 1025 0,'-11'7'0'0,"5"-3"0"0,2 2 0 0,4-2 0 0,0-2 0 0,0-2 0 0,2 0 337 0,8 0-153 0,5 0-75 16,2 0-38-16,1 0 295 0,3 0-158 0,2 0-92 15,3 0 24-15,-2-2-54 0,1 1-27 0,-3-5-284 16,8 3 125-16,-1 2 66 0,-1-4 33 0,0 4-548 16,2-1 291-16,2 0 146 0</inkml:trace>
  <inkml:trace contextRef="#ctx0" brushRef="#br0" timeOffset="173693.21">18215 7814 947 0,'-20'-2'0'0,"6"2"0"0,3 0 0 0,0 8 0 0,-3 3 0 0,2 4 240 0,-2 2-103 15,-1 5-53-15,2 1 287 0,2 8-169 0,0-2-76 16,3 1-51-16,6 0 197 0,2 0-120 15,2-3-59-15,13-3-31 0,6-4 27 0,5-3-32 16,2-2-1-16,2-5-61 0,5-5 37 16,2-3 1-16,-1-2-96 0,-1 0 43 0,1-4 27 0,-3-11-1 15,-1-2-45-15,-4-5 36 0,-1-1 8 0,-6-3-13 16,-3 0-178-16,-2-4 96 0,-7 1 15 16,-4 0 34-16,-3-1-93 0,-2 0 43 0,0 0 31 0,-9-1 16 15,-6 2 5-15,-2 3 7 0,-6 1 45 16,0 4-18-16,-2 8-1 0,-3 4-27 0,-1 7 32 15,-1 2-1-15,0 0-21 0,4 9 19 16,1 7-15-16,5 2 11 0,1 3-10 0,8-4 16 16,-1 5-170-16,7-3 76 0,3 2 36 15,2-3-250-15,0-1 138 0,4-2 70 0,11-1-244 16,1-7 161-16,5-3 76 0,0-4 38 0</inkml:trace>
  <inkml:trace contextRef="#ctx0" brushRef="#br0" timeOffset="173992.3">18499 7485 124 0,'0'-39'0'0,"0"3"0"0,-6 7 0 0,-2 5 0 0,-1 2 244 15,-2 4-106-15,-1 2-52 0,0 6-19 0,-2 5 249 16,1 4-142-16,1 1-71 0,-4 0 209 0,3 6-140 16,-2 14-61-16,0 8 180 0,0 8-130 0,6 3-63 15,-3 8-33-15,4 4 217 0,5 5-116 0,1 9-70 16,2-1-32-16,0 2 80 0,0 0-55 0,0 2-28 15,2-11 104-15,3 13-70 0,1-6-31 16,2-4 0-16,-3-7-9 0,3 2 0 16,-5-1-14-16,3-4-103 0,-4-3 48 0,0 0 23 15,-2-5 0-15,0-6-141 0,0-3 91 0,-10-3 32 16,-2-3 8-16,-6-1-265 0,0-5 112 0,-3-5 75 16,4-1-3-16,-3-3-110 0,2-4 66 0,4-3 46 15,4-3-273-15,-1-2 159 0,4 0 73 0,3 0-337 16,4-2 212-16,0-11 106 0,2-7 54 0,12-3-375 15</inkml:trace>
  <inkml:trace contextRef="#ctx0" brushRef="#br0" timeOffset="174243.37">18611 8263 1363 0,'10'-6'0'16,"-1"5"0"-16,-1 1 0 0,-1 0 0 0,-3 0 0 0,-2 7 0 0,2 6 0 0,-2 6 0 0,0 6 433 0,-2 1-200 0,0 2-100 0,0 2 83 0,-8 0-83 15,-2 2-55-15,1-4 85 16,2-2-65-16,0-7-33 0,-2 0 1 0,4-6-25 16,-1-2-9-16,1-3 1 0,3-3 0 0,2-3 8 15,-2-2-8-15,2 0 8 0,0 0-8 0,0 0 65 16,0 0-33-16,6 0 1 0,5 0 45 0,4 0-31 16,2-2-8-16,4-1-18 0,3-3 0 0,0-1-21 15,2-1 161-15,-5 0-581 0,7-1 286 0,-7 1 67 16,1 1 33-16,-1 3-767 0,-2 1 374 15,-2 3 140-15</inkml:trace>
  <inkml:trace contextRef="#ctx0" brushRef="#br0" timeOffset="174935.81">19224 7633 1012 0,'-17'-14'0'0,"9"10"0"0,4 4 0 0,2 0 0 0,2 2 0 0,0 9 0 0,0 2 92 0,0 10-30 0,0 4 8 0,2 15 183 16,4 2-110-16,-2 3-56 0,2 3-26 0,-3 3 125 15,1 3-69-15,0 8-46 0,-2-4 0 0,-1 2 0 16,-1 2-38-16,0-1 0 0,0-10-29 15,-1 4-8-15,-1-9 37 0,-2-10-180 16,0-1 90-16,1-10 45 0,-1-4 31 0,1-9-252 16,0-4 102-16,-1-6 71 0,-1-4-8 0,1 0-239 15,0-17 117-15,1-12 82 0,3-3 38 0,0-10-139 16,0-3 88-16,0-7 44 0</inkml:trace>
  <inkml:trace contextRef="#ctx0" brushRef="#br0" timeOffset="175133.31">19149 7844 523 0,'0'-30'0'0,"0"6"0"0,0 8 0 0,7 1 0 0,6 4 0 0,4-1 172 16,4 4-70-16,1 2-27 0,6 4 211 0,2 2-126 16,-1 0-64-16,-1 0 145 0,-2 13-104 0,-3 0-44 15,1 6-34-15,-5 2 40 0,-5-4-34 0,-5 5 1 16,-4-1-33-16,-3 2-29 0,-2 3-8 0,-4-3 36 16,-11-1-56-16,-5 0 28 0,-3-3 1 0,-5 1 36 15,-1-6-89-15,-1-1 41 0,2-3-1 0,6-3-279 16,0-1 145-16,6-3 43 15,1 1 47-15,6-4-335 0,8 0 177 0,1 0 89 16,1 0 44-16</inkml:trace>
  <inkml:trace contextRef="#ctx0" brushRef="#br0" timeOffset="175569.18">19834 8064 890 0,'4'0'0'0,"-2"-1"0"0,-2-8 0 0,0-2 0 0,0-4 0 0,-4 0 0 0,-5 0 147 0,2 3-58 0,-3 3 40 16,-1 2-48-16,2 3-16 0,-7 2-8 0,3 2 68 16,-2 0-45-16,-3 19-24 0,2 4 0 0,0 4 21 15,0 6-44-15,3 8 0 0,1-3 0 0,7-5 78 16,0 5-39-16,3-4 8 0,2-2-15 0,0-10-33 16,2 1 1-16,5-7-30 0,4-2 30 0,2-5 8 15,2-5-8-15,1-4-56 0,0 0 28 0,3-4 0 16,0-16 28-16,-2-5-122 15,4-9 43-15,-5-3 34 0,-1-3-182 0,2-3 98 16,-5 3 29-16,4-11 32 0,-2-1-118 0,-3 0 66 16,2-11 15-16,-2 3-14 0,-2-1 18 0,2-18 9 15,-2 2 26-15,2-15-16 0,-1 19 16 0,-1-4 0 16,-4 16-8-16,-1 6 49 0,-2 22-41 0,-2 13 0 16,0 6 245-16,0 7-120 0,-8 7-51 0,-4 9-28 15,-4 27 242-15,2 5-124 0,0 8-38 0,-1 15 182 16,5-7-112-16,1 23-70 15,2-1-30-15,3 3 51 0,2-1-40 0,2-2 0 16,0-15-33-16,0 16 69 0,0-17-39 0,6-8 1 16,1 1-111-16,0-6-141 0,-1-8 115 0,4-5 45 15,-5-10-485-15,4-5 258 0,-3-7 88 0,2-8-394 16,-1-7 251-16,3 0 139 0,-3-17 66 0,1-12-266 0</inkml:trace>
  <inkml:trace contextRef="#ctx0" brushRef="#br0" timeOffset="175772.65">20036 7877 817 0,'5'-16'0'0,"0"9"0"0,6 5 0 0,3 0 0 0,-1 2 0 0,1 0 264 16,2 0-116-16,-1 2-58 0,4 9-20 0,2 6 123 15,-2 0-79-15,-3 4-41 0,0 3 160 0,-4 0-99 16,-3 0-43-16,2 5-33 0,-8-3-1 0,-1-1 1 16,-2 1-25-16,0 0-66 0,-14-2 42 0,-2 4-9 15,-3-7 33-15,-6 0-187 0,3-2 94 0,-2-4 47 16,-1-6 30-16,-3 3-159 0,5-7 35 15,3-4 58-15,3-1-394 0,6 0 205 16,5-5 95-16,6-10 59 0,0-9-251 0,6-2 151 0</inkml:trace>
  <inkml:trace contextRef="#ctx0" brushRef="#br0" timeOffset="175952.86">20367 7808 1126 0,'10'-13'0'0,"-6"4"0"0,1 5 0 0,-3 3 0 0,-2-2 0 0,0 2 0 0,-7 1 0 0,-7 0 190 0,-2 9-79 15,0 9-39-15,0 7 298 0,-3 2-169 0,4 3-75 16,2 5-52-16,3-2 262 0,9 2-152 0,1-3-75 16,0-4 0-16,5-3-30 0,14 2-8 0,3-4-38 15,3-2-145-15,5-7 72 0,0 2 37 0,2-5-444 16,-2-4 235-16,4 0 123 0,-3-6 61 0,0-1-676 16,-3 0 335-16,-4 0 161 0</inkml:trace>
  <inkml:trace contextRef="#ctx0" brushRef="#br0" timeOffset="176110.02">20595 7957 1149 0,'-14'-6'0'0,"9"4"0"0,3 0 0 0,2 1 0 0,0-3 0 0,4-4 0 0,13 1 0 16,3 0 0-16,3 1 404 0,7 0-190 0,0 0-91 0,-2 1 46 0,4 1-68 16,0 0-34-16,0 1-111 0,-2 0 34 0,-2 2 22 15,-5-1 0-15,2-1-438 0,-5 3 229 0,-1 0 123 16,-5 0 50-16</inkml:trace>
  <inkml:trace contextRef="#ctx0" brushRef="#br0" timeOffset="176293.65">20809 7608 1384 0,'-5'1'0'0,"0"11"0"0,5 3 0 0,0 3 0 0,0 5 0 0,0 3 0 0,0 7 0 0,0 12 245 0,0-2-106 0,0 2-53 0,0 1-27 15,0 1 224-15,0-3-117 0,-2 8-70 16,1-3-32-16,1 0-139 0,0-2 54 0,0-1 27 0,0-13-417 16,0 0 217-16,5-2 114 0,7-13-510 15,2-1 258-15,4-9 157 0</inkml:trace>
  <inkml:trace contextRef="#ctx0" brushRef="#br0" timeOffset="176620.77">21222 7729 1733 0,'0'-1'0'0,"0"1"0"0,0 0 0 0,0 15 0 0,0 3 0 0,-7 9 0 0,-9 9 0 0,2 5 0 0,0-2 0 0,-1 11 180 16,8-2-73-16,4-1-38 0,3 0 150 0,0-1-94 16,3-12-37-16,14 2-30 0,0-6 0 0,3-5-25 15,3-9 0-15,3-4 8 0,-1-7 0 16,9-5-8-16,-6 0-1 0,4-7-62 15,-4-14 31-15,4-9 0 0,-8 2-104 0,3-8 64 16,-7 1 18-16,-5-4 24 0,-2-1-191 0,-6-3 94 16,0 3 19-16,-4-14-100 0,-3 1 65 0,0 1 42 15,-1 1 3-15,-11 2-62 0,-3 13 39 0,-8 4 32 16,1 8-1-16,-7 7 47 0,-3 12-1 0,1 3-21 16,-1 2-13-16,2 11 12 0,0 10 0 0,-2 9-79 15,5 4 39-15,5 0 0 16,0 4 33-16,-1 8-250 0,3-1 128 0,1 2 65 15,1 0 32-15,6-8-193 0</inkml:trace>
  <inkml:trace contextRef="#ctx0" brushRef="#br0" timeOffset="176841.18">20978 8310 794 0,'-13'10'0'0,"-1"-10"0"16,7 0 0-16,2 0 0 0,1-2 0 0,2-16 0 0,2-8 0 0,0 6 255 0,9-9-115 0,7 4-54 0,0 0-27 0,7 0 211 0,0 2-118 15,2 5-52-15,5 3 39 0,0 2-53 16,-1 6-26-16,-1 4 44 15,-7 3-35-15,4 0 8 0,-2 8-44 0,-2 9 30 16,0 4-30-16,-3 1-1 0,2 0 1 0,0 3-31 0,-1-4-9 16,3-3 39-16,3-1 1 0,2-5-56 0,1-3 28 15,4-5 8-15,1-4-53 0,1 0 17 16,2 0 23-16,6-11-8 0,-3-3-289 0,-4-3 127 16,8-1 82-16,-11 3-452 0,0-1 254 15,0-3 127-15,-6 4 63 0</inkml:trace>
  <inkml:trace contextRef="#ctx0" brushRef="#br0" timeOffset="177444.57">22011 7989 783 0,'2'-4'0'0,"-2"-4"0"0,0 5 0 0,0-3 0 0,0-3 0 0,0-3 0 0,-3-1 119 0,-4 0-47 0,0 1-1 16,1-2-38-16,1 2 201 0,-1 0-100 0,0 0-43 16,1-1 105-16,-3 3-81 0,3 5-41 0,-2-2-21 15,-2 1 12-15,0 2 7 16,0 2-39-16,-3 0 32 0,1 2 0 0,-1 0-32 15,-2 2-1-15,-2 10-54 0,-2 2 24 0,2 4-1 16,-3 3 31-16,1-1-22 0,4 4 23 0,3-3 8 0,-3 7 32 16,7-3 0-16,1-1-40 0,5-4-48 0,1 1 30 15,0 0-12-15,0-6 25 0,5 0-34 0,8-6 0 16,0-2 33-16,4-2 5 0,2-5-115 0,4 0 51 16,-3-5 24-16,3-9 1 0,-1-9-142 0,0-1 62 15,-3-4 43-15,2-4-216 0,-4 0 106 16,0-10 65-16,-6 5-84 15,-2-1 63-15,1-9 42 0,-3-2 0 0,1-10 14 0,-5-2 0 16,4-5 21-16,-2 6-8 0,-1-17-36 0,0 7 23 16,-3 19-1-16,-1-1 22 0,0 19 23 0,0 8-31 15,0 8 8-15,-5 2 282 0,1 10-140 16,1 3-56-16,-6 2 230 0,4 18-123 0,-1 17-77 16,1 4-8-16,1 7 103 0,1 4-68 0,3 4-39 15,0 8 9-15,0 9 143 0,0-5-94 0,0 2-49 16,3-3-23-16,1-12 126 0,3 4-66 15,1-5-47-15,2-3-133 0,1-6 48 16,1-11 24-16,2-3-325 0,-1-10 183 0,2-3 78 0,0-9 44 16,0-5-361-16,0-2 158 0,0-2 100 0,-2-14-9 15,3-10-8-15,-7-1 49 0,-2-2 25 0,0-6 0 16,0 0 0-16,-4-1 16 0,-1 2 8 0,0 2 166 16,0 7-83-16,-2 2-41 0,0 3 352 0,0 10-190 15,0 1-96-15,0 2 0 16,0 5 411-16,0 1-223 0,0 1-115 0,0 1-49 15,7 14-1-15,2 4-33 0,3 2 0 0,1 1-32 16,0 4 104-16,0-3-44 0,3 4-34 0,-2 1-285 16,4-6 130-16,-4 1 64 0,5-5 32 15,-4-5-580-15,2 4 298 0,0-3 83 0,-2-3-532 0,0-1 350 16,-2-7 165-16,2-1 97 0,-5-2-301 0</inkml:trace>
  <inkml:trace contextRef="#ctx0" brushRef="#br0" timeOffset="177643.89">22608 7600 866 0,'6'-30'0'0,"-1"7"0"0,2 3 0 0,-4 2 0 0,1 10 0 0,-2 0 0 0,-2 4 0 0,0 4 255 0,0 2-115 15,-6 27-54-15,-11 9-26 0,-3 13 412 0,-5 10-219 16,-1 4-102-16,-2 10 329 0,-8 16-223 16,2-6-112-16,-6 10 175 0,-1 2-144 0,2 5-64 15,2-5-43-15,3-3-136 0,1-5 50 0,11-18 24 16,-1 1 1-16,4-15-372 15,5 2 194-15,0-9 102 0,3-4-213 0,2-13 112 16,0-2 93-16,1-9-764 0,2-2 408 0</inkml:trace>
  <inkml:trace contextRef="#ctx0" brushRef="#br0" timeOffset="177802.67">22702 8593 2130 0,'2'0'0'0,"0"0"0"0,8-1 0 0,-1-1 0 0,-4 0 0 0,-1 0 0 0,-2 0 0 0,0 0 160 0,-2-4-64 0,0-1-32 0,0-2-483 0</inkml:trace>
  <inkml:trace contextRef="#ctx0" brushRef="#br0" timeOffset="184604.75">14324 2281 411 0,'-6'-1'0'0,"1"-1"0"0,3 0 0 0,-2 1 0 0,3-4 0 0,-2 3 70 16,1-2 0-16,2 0-29 0,-2 1-8 0,2 1 72 15,-2-1-36-15,2-1 1 0,0 2 24 0,0 1-22 16,0-2-9-16,0 3 1 0,0 0-1 0,0 0-30 15,0 0 0-15,0 0-17 0,0 0 16 0,0 0 1 16,0 6 0-16,0 1 39 0,0 5-39 0,2 1 8 16,0 3-8-16,0 3 21 0,2 3-1 0,0 1-20 15,-2 4 36-15,0 2 7 0,0 4-43 0,-2 6 52 16,0 1-27-16,0 3 1 0,0 0-27 16,0-4 29-16,0 12-28 0,-4-2 0 15,2-3-1-15,0 0 2 0,2-10-1 0,0 3 8 16,0-2-9-16,0-1-33 0,2-4-1 0,4-2 35 15,-3-5-31-15,1-1 31 0,-1-1-1 0,1-2-66 16,-2 0 24-16,0-5 1 0,-2-3 24 0,0-1-57 16,0-3 25-16,0-4 0 0,0 2 19 0,0-4-57 15,0-1 27-15,-4 0-1 16,-1-2 23-16,-3 0-55 0,3 0 23 0,-1 0 0 16,2-7-251-16,2-8 135 0,2-6 49 0,0-3-313 15,0-3 193-15,5-5 96 0,6-2 40 0,1-7-247 0</inkml:trace>
  <inkml:trace contextRef="#ctx0" brushRef="#br0" timeOffset="184878.33">14307 2295 491 0,'-13'-19'0'0,"7"6"0"0,3 3 0 0,-1 2 0 0,2-2 0 0,2 2 300 15,0 2-133-15,0 0-68 0,2 5-24 0,13-1 72 16,6 0-57-16,1 2 111 0,8 0-84 0,2 0-42 15,4 0-13-15,-1 10 12 0,-1 1-1 0,-2 4-40 16,-4-1 0-16,-1 6-63 0,-9-4 39 0,1 9-7 16,-3-2 30-16,-7 2-59 0,-4-6 29 0,-1 5-13 15,-2-3 30-15,-2 2-24 0,0-2 34 0,-6-2-56 16,-8 1 21-16,-6-5-5 0,1-2 2 16,-7 0 53-16,2-3-35 0,-2-2-2 15,-1-5 1-15,1-1-45 0,5-2 24 0,-3 0 2 16,3 0 20-16,4-2-185 0,2-3 87 0,4-2-307 15,5-2 178-15,-1 1 88 0,5 0 49 0</inkml:trace>
  <inkml:trace contextRef="#ctx0" brushRef="#br0" timeOffset="186071.75">20946 2308 784 0,'0'-13'0'0,"0"6"0"0,0 2 0 0,0 3 0 0,0 1 0 0,0-1 0 0,0 2 0 0,-2 0 0 0,-1 3 75 16,-7 18-21-16,-1 2 8 0,0 5 31 0,-3 4-30 15,-2 9-1-15,3 2 82 0,-1-2-56 0,5-1-20 16,-1 9-7-16,4-8 79 0,6-6-53 0,0 4-27 16,0-4-1-16,9-1 29 15,7-4-31-15,3-2-1 0,1-6-46 0,5 0 0 16,1-6 22-16,-3-7 9 0,7-1-35 0,-3-6-1 16,-2-2 27-16,0-2-49 0,1-10 24 0,-3-9 9 15,2-4-3-15,-5-4-50 0,2-9 31 0,-4 2-4 16,-4-4 1-16,-3 3-56 0,1-12 28 0,-6 6 21 15,-5-4-68-15,-1 2 41 0,0 2 0 0,-3 7 1 16,-13-3-2-16,-2 9 33 0,-7 3-10 0,-1 7-3 16,-2 7 10-16,-2 3-16 0,1 8-1 15,3 2-86-15,4 0 42 0,1 4 25 0,5 10-11 16,0 2-227-16,5 8 131 0,3 2 63 16,3 2-250-16</inkml:trace>
  <inkml:trace contextRef="#ctx0" brushRef="#br0" timeOffset="186330.06">20560 2924 817 0,'-12'0'0'0,"1"-3"0"0,5-2 0 0,3-8 0 0,3-5 0 0,0-7 0 0,5 0 0 0,12 0 109 16,4 2-39-16,5-4 1 0,4 1-30 0,7 0 132 15,1 4-71-15,1 2-34 0,1 3 67 0,-1 7-51 16,-5 3-18-16,1 6 34 0,-4 1-33 0,-3 0-1 15,-4 8-33-15,-3 8 74 0,-2 3-29 0,2 5-9 16,-5 1-36-16,5 1 38 0,0-1 0 0,4-3-38 16,3 1 7-16,7-1 20 0,4-7-27 15,4-4 0-15,7-3-128 0,2-6 64 16,2-2 40-16,4 0-346 0,-3 0 165 0,0-8 93 16,-4 1 20-16,-5-1-527 0,-7 5 268 0</inkml:trace>
  <inkml:trace contextRef="#ctx0" brushRef="#br0" timeOffset="188056.99">9544 9348 1158 0,'-6'-9'0'0,"3"3"0"0,1 2 0 0,-1-1 0 0,3-1 0 0,-2 1 0 0,2-1 0 0,0 2 0 0,0 1 153 0,0-2-59 0,0 4-32 0,0-1 151 16,0 0-83-16,0 2-52 0,0 0-23 0,2 0 29 16,3 0-26-16,2 5 0 15,-2 11-17-15,3 6 106 0,-3 5-57 0,0 6-29 16,0 9 89-16,-3 4-58 0,0 2-22 0,0 4-8 16,-2 4 10-16,0 10 0 0,0-4-40 0,0 4-46 15,0-4 32-15,0 17-9 0,0-9 24 0,0-14 0 16,2-2 0-16,-1-16-1 0,3-5 9 0,0 2-187 15,-1-12 64-15,2-1 53 0,-3-7-190 0,0-7 110 16,-1-2 28-16,1-2-300 0,0-4 169 0,0 0 89 16,0 0 46-16,-1-4-305 15,1-13 167-15,0-5 95 0,0-4 44 0,-2-4-265 16,0-11 155-16,0-3 76 0</inkml:trace>
  <inkml:trace contextRef="#ctx0" brushRef="#br0" timeOffset="188273.41">9508 9619 550 0,'-5'-36'0'0,"0"2"0"0,5 10 0 0,0 2 0 0,0 1 0 0,2-1 284 0,12 1-125 0,5 1-64 16,-1 5-22-16,9 3 85 0,-1 4-63 0,0 6-31 16,-2 2 181-16,2 0-107 0,-5 8-44 0,6 10 30 15,-6 5-46-15,-5 2-22 16,-2 1-1-16,-3 4 17 0,-6 0-31 0,-3 2-8 16,-2 0 0-16,0-1-27 0,-5 1 26 0,-11-1 9 15,-2-3-8-15,-1-2-61 0,-4-5 30 0,2-4 0 16,-3-2-35-16,3-8 26 0,0 1 14 0,1-5-294 15,1 0 145-15,8-3 54 0,0 0 42 0,3 0-377 16,6-3 198-16,2-4 97 0,0-4 47 0,16-4-332 16</inkml:trace>
  <inkml:trace contextRef="#ctx0" brushRef="#br0" timeOffset="188449.94">10130 9617 1232 0,'2'5'0'0,"1"1"0"0,-1 0 0 16,0-3 0-16,0-3 0 0,0 3 116 0,1-3-46 0,4 0 384 0,2 0-210 0,2 0-106 16,2 0-52-16,4 0 68 0,0-3-64 0,4 2-29 15,-3-4 0-15,1 4-369 16,0-1 171-16,-2 2 92 0,2 0 36 0,-4 0-659 16,-4 0 335-16</inkml:trace>
  <inkml:trace contextRef="#ctx0" brushRef="#br0" timeOffset="188612.62">10208 9897 830 0,'-14'8'0'0,"6"-3"0"0,3-2 0 0,0-1 0 0,3-2 0 0,1 0 270 0,1 0-119 16,0 0-59-16,8 0 253 0,5 0-160 0,4 0-76 16,-1 0-38-16,5 0 43 0,-3 0-40 0,3 0 7 15,0 0-48-15,-2 3-381 0,2 0 191 0,-2 1 94 16,-1 0-586-16</inkml:trace>
  <inkml:trace contextRef="#ctx0" brushRef="#br0" timeOffset="188825.18">10755 9528 1238 0,'-2'0'0'0,"2"0"0"0,0 0 0 15,0 0 0-15,2 0 0 0,3 0 0 0,4 1 0 0,0 7 490 0,4 0-229 0,0 2-114 0,0 1 189 0,2 2-156 16,2 4-73-16,-3-3-38 0,0 2-64 0,-2 1 27 16,1 2 9-16,-4 0-198 15,-1 0 95-15,-1 1 48 0,1-1 23 0,-1 0-182 16,-2-2 116-16,4 0 40 0,-2-4 25 0,0-4-679 16,0-4 288-16,3 0 175 0</inkml:trace>
  <inkml:trace contextRef="#ctx0" brushRef="#br0" timeOffset="189055.66">11118 9367 1236 0,'5'-7'0'0,"-1"3"0"0,-1 2 0 0,-1 0 0 0,1 2 0 0,-1 0 0 0,-2 4 222 0,0 11-94 16,0 7-48-16,0 4 194 0,-5 7-112 0,-4 12-69 15,-2 1-30-15,-4 7 363 0,-3 9-196 0,0-3-99 16,2-9 164-16,-5 14-136 0,0-6-62 0,1 0-8 15,-1-1-27-15,2-8-1 0,-3 4-20 0,1-5-209 16,-2-3 101-16,5-5 49 0,2-8 26 0,2-6-399 16,6-8 219-16,4-4 99 0,2-5-349 15,2-4 204-15,0-5 45 0,6 0 61 16,13-3-547-16</inkml:trace>
  <inkml:trace contextRef="#ctx0" brushRef="#br0" timeOffset="189208.26">11171 9799 805 0,'10'-11'0'0,"6"4"0"0,-1-1 0 0,2 0 0 0,-1 1 0 0,2-1 378 15,0 1-172-15,1 3-87 0,0 0-42 0,1 2 154 16,1 2-103-16,0 0-47 0,1 0-25 0,-1 0-299 16,2 2 137-16,-1 2 78 0,-1-3-302 0</inkml:trace>
  <inkml:trace contextRef="#ctx0" brushRef="#br0" timeOffset="189453.65">11647 9489 1153 0,'6'-7'0'0,"4"1"0"0,4 1 0 0,0-1 0 0,1 2 0 0,2 3 0 0,1-2 441 0,5 3-209 0,1 0-99 15,-2 8-51-15,1 5 207 0,0 4-128 0,-6 1-56 16,5 6 11-16,-6-3-42 0,-2 4-20 0,-4 2-60 15,-6-1 38-15,-2 1 9 0,-2 2-8 0,0 1-63 16,-10-4 32-16,-5 1-1 0,-4-3 32 16,-1-1-152-16,-3-5 72 0,-3 2 36 15,-4-6 21-15,1 1-386 0,-3-1 184 0,1-2 50 16,0-2-290-16,9-3 199 0,0-3 100 0,6-4 51 16,5 0-124-16,4-2 78 0</inkml:trace>
  <inkml:trace contextRef="#ctx0" brushRef="#br0" timeOffset="189664.92">12104 9378 1623 0,'0'-13'0'0,"0"6"0"0,0 1 0 0,0-2 0 0,-4 3 0 0,-7 2 0 0,-4 0 0 0,0 3 0 0,-2 0 0 0,-2 15 202 15,2 2-85-15,0 8 175 0,4 3-121 0,1 4-73 16,3 3-33-16,6 2-1 0,1-2 0 0,2 1-31 15,0-5 8-15,5 2-31 0,13-3 22 0,0-6 1 16,5 0 0-16,3-4-253 16,2-2 134-16,2-5 55 0,2 0-565 0,0-1 297 15,2-5 90-15</inkml:trace>
  <inkml:trace contextRef="#ctx0" brushRef="#br0" timeOffset="189819.01">12658 9767 1184 0,'5'2'0'0,"4"0"0"0,3 0 0 0,-6-2 0 0,-1 2 0 0,1-1 0 0,-2 4 307 0,-2 2-137 0,0 2-69 0,0 5-34 15,-2 3 297-15,0 5-157 0,-16 4-91 16,0 4-270-16,-2 2 93 0,0 2 47 0,-3 5-706 0</inkml:trace>
  <inkml:trace contextRef="#ctx0" brushRef="#br0" timeOffset="190674.56">13362 9393 757 0,'-1'-11'0'0,"-5"7"0"0,0 1 0 0,2 0 0 0,-1 3 0 0,3 0 0 0,-2 6 0 0,2 8 0 0,0 10 167 0,1 4-67 0,1 11-33 16,0 0 105-16,0 7-70 0,0 1-26 0,0 3 59 15,0 3-51-15,0-2-26 0,0-4 0 0,1-9 16 16,5-2-12-16,5-1-9 16,3-7-20-16,0-6 81 0,5-4-41 0,2-5 0 15,-1-8 0-15,10-3-8 0,-1-2-32 0,2-6 0 16,3-16-28-16,-6-6 0 0,-3 0 36 0,1-12-107 16,-7 1 49-16,-4-3 25 0,-4-1 0 0,-4 0-60 15,-6 6 31-15,-1-12 19 0,-1 7-13 0,-13 1-156 16,-5 0 66-16,-3 3 49 0,1 10-6 0,-7 0-35 15,-4 7 21-15,0 6 24 0,2 8-7 16,-4 3 26-16,2 4-8 0,2 0-77 16,4 13 42-16,-1 6 22 0,9 2 0 0,1 1-66 15,6-1 35-15,2 7 31 0,8-1-1 0,1 0-260 0</inkml:trace>
  <inkml:trace contextRef="#ctx0" brushRef="#br0" timeOffset="190947.96">13143 10086 1112 0,'-18'0'0'0,"6"0"0"0,6 0 0 0,0-4 0 0,6-12 0 0,0-10 0 0,2-3 0 0,15-1 229 0,8-4-99 0,1 2-48 16,4 0-25-16,0 6 103 0,7-2-71 0,-6 11-29 16,2 2 1-16,-1 7 0 0,-2 7 1 0,-5 1-21 15,5 0 33-15,-6 11-20 0,0 9-1 0,1 4-20 16,-4 1 131-16,1 6-57 0,-1-1-42 0,1-1 154 15,1 2-93-15,-1-3-46 0,4-2-24 0,1-3 6 16,1-4-7-16,0-5-23 16,6 0 1-16,0-6-170 0,7-3 85 0,-6-5 51 15,2 0-178-15,0 0 106 0,-1-3 53 0,-1-9 9 16,1-1-606-16,-1 0 257 0,-4-4 168 0,1 2-395 16,-3-4 277-16</inkml:trace>
  <inkml:trace contextRef="#ctx0" brushRef="#br0" timeOffset="191119.51">14149 9500 1422 0,'-9'0'0'0,"5"0"0"0,4 0 0 0,0 0 0 0,0 0 0 0,4 0 0 0,8 0 217 16,2 0-92-16,5 0 77 0,1 0-84 0,3 0-34 15,0 0-30-15,3 0-38 0,0 0 17 0,-2 0-1 16,-3 0 1-16,0 0-503 0,-1 6 248 0,1 0 127 15</inkml:trace>
  <inkml:trace contextRef="#ctx0" brushRef="#br0" timeOffset="191275.81">14215 9854 1268 0,'-13'11'0'0,"7"-4"0"0,4 1 0 0,2-5 0 0,0-1 0 0,2-2 0 0,9 0 175 0,12 0-71 0,2-2 49 15,3-3-60-15,0-2-30 0,-2 1 8 16,8-2-181-16,-6 5 71 0,0-1 36 16,0 0 0-16,-2 2-532 0</inkml:trace>
  <inkml:trace contextRef="#ctx0" brushRef="#br0" timeOffset="191652.81">14685 9474 771 0,'5'-17'0'0,"4"4"0"0,7 2 0 0,2-3 0 0,1 3 109 0,2 2-40 16,-3 3 0-16,5 3-33 0,-2 3 214 15,-3 0-108-15,1 7-55 0,1 9-27 0,-8 6-17 16,-1-3-2-16,1 9-8 0,-6-4-89 0,-5 4 45 16,-1 1 22-16,0-2-1 0,-7 4-41 0,-5-3 28 15,-2-2 0-15,-4-3 13 0,6-6 1 0,-4 0 11 16,5-9-46-16,0 2 93 0,1-6-38 0,5-3 0 15,1-1-25-15,4 0 215 0,0 0-82 0,0-3-58 16,4-5 11-16,11 1-29 16,3-1-1-16,2 1-21 0,1 3-38 0,0 3-1 15,0 1 31-15,0 0-100 0,-2 3 50 0,0 9 33 16,-3 0-8-16,0 5-36 0,-5 1 13 0,-1-2 20 16,-5 3-23-16,-3 0-70 0,-2 0 24 0,0 1 32 15,-6 3 1-15,-9-5 1 0,-1 0 6 0,-2-4 11 16,-6 2 41-16,1-3 0 0,-1-4-35 0,-1-2-132 15,-1-2 64-15,3 0 28 0,1-5 7 0,1 0-318 16,6 0 162-16,4-2 81 16,4-9 41-16,7-8-164 0</inkml:trace>
  <inkml:trace contextRef="#ctx0" brushRef="#br0" timeOffset="191934.1">15143 9538 1081 0,'2'-4'0'0,"0"-8"0"0,5 3 0 0,4-1 0 0,3-3 0 0,0 1 0 0,0 2 0 0,0 3 457 15,7 0-212-15,0 3-106 0,1 2-53 0,3 2 176 16,-1 0-119-16,1 8-55 0,-3 7-19 0,1 3 0 16,-4 3-36-16,-5-2-39 0,4 5 15 0,-9 1 0 15,-2 2 24-15,-5-2-31 0,-2 3 0 0,0 2 39 16,-7-1-8-16,-10-2-81 0,-4 2 41 0,-1-5 15 15,-3-2-1-15,-2 2-172 0,-6-6 86 16,4-1 24-16,-6 0-97 0,-1-4 60 16,5 0 40-16,2-3-278 0,1-5 153 0,8-3 72 15,3-2 36-15,8 0-263 0,5-4 150 0,4-12 66 16,2-7 46-16</inkml:trace>
  <inkml:trace contextRef="#ctx0" brushRef="#br0" timeOffset="192149.65">15586 9410 1111 0,'0'-11'0'0,"0"5"0"0,-4 5 0 0,-13-1 0 0,-1 2 0 0,-7 0 0 0,1 11 0 0,-5 7 189 0,1 7-70 0,-2 5-48 16,6 2 164-16,7-1-101 0,2 4-51 0,5 0 348 16,9 1-191-16,1-1-107 0,0-3-51 0,7-2 61 15,8-1-56-15,5-5-27 0,1 1 9 0,2-4-129 16,2-4 47-16,3-2 22 0,-2-3-376 15,0 0 200-15,-3-6 108 0,5-1 42 0,-2-3-256 16,1-2 71-16,-1 0 102 0,1 0-550 16,-5-2 300-16</inkml:trace>
  <inkml:trace contextRef="#ctx0" brushRef="#br0" timeOffset="192314.21">15783 9547 1058 0,'0'-4'0'0,"-2"-2"0"0,2 1 0 0,0 2 0 0,0-4 0 0,0-2 0 0,0 2 0 0,12 0 309 0,4-2-138 16,7 2-69-16,0 2 189 0,1 1-129 16,5 1-56-16,0 0-38 0,1 2-125 0,0-1 45 15,-2 0 22-15,-1 0-191 0,-3 2 115 0,-1 0 45 16,-1 0 27-16,-1 0-446 0,-6-1 175 0</inkml:trace>
  <inkml:trace contextRef="#ctx0" brushRef="#br0" timeOffset="192511.68">15943 9189 1118 0,'0'7'0'0,"0"-1"0"0,0 11 0 0,0 2 0 0,0 5 0 0,0 2 0 0,0 12 290 0,0 1-129 0,0 0 364 16,0 14-251-16,0-4-120 0,0 0-61 0,0 2 80 15,2-2-71-15,0-9-26 0,3 9-8 0,1-14-191 16,-1 0 78-16,2-5 39 15,0-3-465-15,0-9 259 0,2-2 119 0,1-6-575 0,1-6 282 16,0-4 184-16</inkml:trace>
  <inkml:trace contextRef="#ctx0" brushRef="#br0" timeOffset="192695.19">16202 9348 1297 0,'2'-8'0'0,"1"4"0"0,8 0 0 0,-1 1 0 0,3 2 0 0,1 1 0 0,0 0 231 0,7 4-100 16,2 7-48-16,-1 4 334 0,-1-2-184 16,5 4-104-16,-1-1-48 0,0 1 31 0,-2 1-40 15,2-1 1-15,-2-5-373 0,-2 2 163 0,-1-3 85 16,-3 1 42-16,-1-2-549 0,0-3 296 0,-3 3 69 0</inkml:trace>
  <inkml:trace contextRef="#ctx0" brushRef="#br0" timeOffset="192935.1">16747 9087 1586 0,'0'-10'0'0,"0"5"0"0,0 1 0 0,2 1 0 0,-2 1 0 0,0 0 0 0,0 2 0 0,0 0 0 0,0 15 594 16,-9 12-280-16,-5 10-141 0,-4 6-70 0,-3 13 255 15,4-3-155-15,-8 22-88 0,-1 10-42 0,0 0 84 16,-4 4-62-16,-4 5-32 0,2-7-37 15,-8 21 6-15,5-12 1 0,3-4-237 0,7-16 118 16,2 2 60-16,5-12-268 0,-1 5 160 16,6-16 83-16,2 0-526 0,-1-9 274 0,7-14 132 0,0-9 60 15,3-10 44-15,0-3 0 0,2-3-408 16,0-7 221-16</inkml:trace>
  <inkml:trace contextRef="#ctx0" brushRef="#br0" timeOffset="193159.47">17021 10085 2498 0,'-2'7'0'0,"-3"0"0"0,5-3 0 0,11 1 0 0,-6 0 0 0,-1-3 0 0,-1 0 69 0,-1 2-36 0,0-4 0 16,0 0-35-16,-2 0-321 0,0 0 145 0</inkml:trace>
  <inkml:trace contextRef="#ctx0" brushRef="#br0" timeOffset="197761.51">18317 9067 792 0,'0'-4'0'0,"0"2"0"0,0 1 0 0,0-3 0 0,0 0 0 0,7-1 0 0,4 0 0 0,3 0 0 0,2 3 165 0,3 2-70 0,2 0-32 16,3 0 55-16,-1 12-42 0,-2 4-22 0,-5 1 8 16,5 8-10-16,-4 1-19 0,-4 1-1 0,-4 4 6 15,-1 1-5-15,-4 2 8 16,-2 1-8-16,-2 1-30 0,0 1 1 0,-7-1 28 15,-7-2 1-15,-4-2-36 0,0-2 14 0,-3-3-3 16,0-6-18-16,-4 0 12 0,0-7-1 0,4-5 13 16,-9-2-19-16,10-5-6 0,-8-2 27 0,5 0-2 15,-1-2 1-15,7-9-1 0,-2-4 0 0,3-2 0 16,4-2-1-16,3 0 0 0,5 1 0 16,2 1 30-16,2-1-3 0,0 0-25 0,2 4 0 15,11-4-34-15,6 1 35 0,-3 6 7 0,9-4-131 16,0 4 59-16,1 1 26 0,2 1-355 15,-1 1 173-15,6 3 89 0,1-1 33 0,2 1-160 0,-1 2 105 16</inkml:trace>
  <inkml:trace contextRef="#ctx0" brushRef="#br0" timeOffset="198036.8">18797 9138 1226 0,'0'0'0'0,"0"0"0"0,0 0 0 0,0 2 0 0,-7 7 0 0,-2 8 0 0,-5 4 0 0,5 5 0 0,-2 3 209 0,3 1-80 0,0 4-52 15,7-3 228-15,1-1-136 16,0-2-68-16,0-2 44 0,9-7-48 0,6 1-36 0,0-6 0 16,4-3-74-16,2-3 23 0,1-4 1 0,-1-4 30 15,0 0-48-15,2-7 0 0,-5-11 40 0,-1-2-1 16,-1-7-147-16,-4-1 82 0,-4-4 28 0,-1 0-187 16,-5 0 100-16,-1-1 11 0,-1-1-29 15,0-3 27-15,-5 4 34 16,-6 0-4-16,-4 2-15 0,2 3 13 0,-3 4 0 15,4 9 14-15,-6 1-28 0,4 5 36 0,-2 6 0 16,2 3 1-16,-2 0-117 0,3 9 50 0,2 10 38 0,0 3-217 16,3 3 123-16,3 3 61 0</inkml:trace>
  <inkml:trace contextRef="#ctx0" brushRef="#br0" timeOffset="198277.19">18547 9489 587 0,'-23'1'0'0,"9"-1"0"0,5 0 0 0,-1 0 0 0,3-3 0 0,7-12 271 0,0 0-120 16,1-7-58-16,13 6-23 0,6-6 112 0,5 4-75 16,3-3-36-16,2 6 25 0,2 0-23 15,3 5-9-15,-1 3-31 0,0 6 55 0,-4 1-28 16,0 0 0-16,-2 4 93 0,-3 11-64 0,-2 4-29 16,0 2 1-16,-5 0 62 0,1-1-45 15,-1-2-14-15,3 2-9 0,2-3-52 0,0-6 30 16,0 0 0-16,4-5 0 0,-5-2-154 0,9-2 73 15,-7-2 41-15,3 0-128 0,-6-2 65 16,0-5 48-16,0-1-528 0,-4 0 266 0,-2 1 103 16,-4 1 73-16,-2 2-330 0</inkml:trace>
  <inkml:trace contextRef="#ctx0" brushRef="#br0" timeOffset="198539.5">18303 9737 572 0,'-24'0'0'0,"5"0"0"0,10 3 0 0,1 0 0 0,6-2 0 0,2 1 560 16,0 2-264-16,10-2-123 0,18 0-75 0,10-2 320 0,6 0-193 16,7 0-97-16,11 0-47 15,-9-6 230-15,7-2-144 0,8-3-67 0,-6 2-24 0,-14 4-22 16,7-3 0-16,-8 2-48 15,5-1-7-15,-6 3 33 0,-11 1 1 0,-1-2-318 0,-4 4 159 16,-7-2 87-16,-3 0 32 0,-6 0-603 0,-5 2 300 16,-4-1 76-16,-3 2 100 0,-2 0-436 0</inkml:trace>
  <inkml:trace contextRef="#ctx0" brushRef="#br0" timeOffset="198862.3">18515 9899 932 0,'-12'0'0'0,"2"0"0"0,6 0 0 0,4 0 0 0,0 0 0 0,0-2 0 0,12 0 183 0,4 2-67 0,7 0-46 15,-4 0 0-15,7 2 245 0,-4 6-142 0,1 5-70 16,-2 0 87-16,1 5-84 0,-3 5-36 0,-4-1 0 0,-2 3-92 16,-2-1 27-16,-7 1 8 15,0 6-13-15,-4-2-1 0,0 1 34 16,-6-2 0-16,-10 2-95 0,-3-2 55 0,-4-4 17 0,-1 1-2 15,-2-5-75-15,-2-3 12 0,-1-5 32 0,5-5-17 16,-8-1 14-16,5-4-19 0,1-2 42 0,4 0 15 16,1 0-16-16,0-4-1 0,7-6 35 15,2-1 1-15,3-2-32 0,3-1 4 0,6-1 29 16,0-1 5-16,0-1-33 0,11-3 5 0,6 2-27 16,3 2 28-16,0-1-4 0,1 4-205 0,5-4 98 0,-2 5 46 15,2 3 24-15,0 2-448 16,3 2 222-16,-1 0 105 0</inkml:trace>
  <inkml:trace contextRef="#ctx0" brushRef="#br0" timeOffset="199103.29">18823 10047 1286 0,'4'-7'0'0,"6"3"0"0,-1-2 0 0,4 1 0 0,-1 1 0 0,2 0 0 0,2 2 0 0,-2 2 264 0,6 0-116 16,-2 2-58-16,1 7 223 0,-2 2-144 15,0 5-69-15,-2 0-33 0,-2 1 13 0,-4 3-15 16,-1 0-9-16,-6 0-99 0,-2 5 38 0,0-3 0 16,-8 3 38-16,-8-3-146 0,-5-1 68 0,-2-2 39 15,-5 0 0-15,0-3-224 0,-2-2 90 0,0-3 30 0,0 0-93 16,0-4 57-16,2-1 57 0,1-2 28 16,6-4-209-16,5 0 110 0,4 0 68 15,7-10-167-15,5-5 113 0,0-7 56 0,13-2 29 16,7-2-155-16</inkml:trace>
  <inkml:trace contextRef="#ctx0" brushRef="#br0" timeOffset="199279.17">18991 10053 637 0,'22'-21'0'0,"3"-3"0"0,-8 9 0 0,-1 0 0 0,-4 4 0 0,-5 2 0 0,-3 4 0 0,-2 1 0 0,-2 2 338 16,0 2-156-16,0 0-75 0,-9 4-37 0,-3 12 271 16,-1 4-155-16,2 4-68 0,1 5 178 0,1 0-132 15,6 3-66-15,1 0 28 0,2-2-47 0,0 0-15 16,5-4-8-16,13 1-52 15,0-2 29-15,6-7 0 0,5 1-1 0,1-6-359 0,2-4 176 16,-1-3 92-16,3-2 46 0,0-4-649 0,0 0 325 16,-4-2 98-16</inkml:trace>
  <inkml:trace contextRef="#ctx0" brushRef="#br0" timeOffset="199461.69">19547 9628 1365 0,'0'-7'0'0,"6"5"0"0,6 0 0 0,2-4 0 0,1 2 0 0,0-1 0 0,0 1 0 0,2 0 418 0,-3 0-185 0,9-1-104 0,-2 1-138 16,-3 2 21-16,3 1 0 0,-1 1 20 0,-4 0-515 16,0 0 249-16,-4 3 128 0</inkml:trace>
  <inkml:trace contextRef="#ctx0" brushRef="#br0" timeOffset="199635.73">19609 9910 1421 0,'-10'3'0'0,"8"3"0"0,2 0 0 0,0-2 0 0,0-1 0 0,8-1 0 0,7-2 268 0,2 0-117 0,7 0-59 16,-1 0 162-16,5-2-114 0,-2-5-54 0,3 0-143 0,-3-3 44 15,1 1 24-15,-7 0 7 0,8-1-618 0,-4 1 311 16</inkml:trace>
  <inkml:trace contextRef="#ctx0" brushRef="#br0" timeOffset="200027.71">20103 9363 1630 0,'11'-19'0'0,"4"4"0"0,9 4 0 0,4-1 0 0,-1 0 0 0,-1 3 0 0,2-1 0 0,-1 6 0 0,3 1 243 0,-4 3-106 0,-6 0-44 16,3 0 109-16,-5 11-85 0,-2 7-42 0,-5 3-22 15,-5 4 8-15,-4-1-20 0,-2 8-8 0,0-2-74 16,-12 2 38-16,-4 0-1 0,-3 0-13 16,-6-2 16-16,3-4 1 0,-2-2 33 15,-1-7-39-15,6-5 0 0,1-3-5 0,0-1 32 16,7-6 111-16,2-2-57 0,1 0-27 0,4 0-16 15,4 0 93-15,0 0-53 0,6-2-4 0,11 0 5 16,10-4-1-16,-1 5-39 0,6-1 8 0,0 2-22 16,0 0 14-16,0 5-1 0,-4 10-75 15,0 4 38-15,-3 3 8 0,-3 5 30 0,-5 0-87 0,-4 4 40 16,-6 1 2-16,-2 0 0 16,-5 0-2-16,0-1-3 0,-9-1-6 0,-7-3 29 15,-7-3 95-15,-1-3-45 0,-3-4-9 0,-1-3 21 16,-4-5-21-16,-2-4 1 0,-1-5-241 15,1 0 102-15,0 0 58 0,2 0 20 0,4-5-535 0,7-4 260 16,5-5 113-16,4-1 72 0,10 0-557 0,2-2 319 16</inkml:trace>
  <inkml:trace contextRef="#ctx0" brushRef="#br0" timeOffset="200222.19">20963 10019 1945 0,'2'0'0'0,"-2"0"0"0,4 4 0 0,3-1 0 0,-3 1 0 0,-3 2 0 0,-1 1 0 0,0 5 272 0,0-1-120 0,-10 4-51 16,-10 3 52-16,2 1-59 15,-5 0-31-15,1 0-373 0,9-2 171 0,-6 2 95 0</inkml:trace>
  <inkml:trace contextRef="#ctx0" brushRef="#br0" timeOffset="201002.76">21840 9324 1082 0,'-11'-37'0'0,"-3"1"0"0,9 9 0 0,3 3 0 16,2 0 0-16,0-1 0 0,0-1 143 0,6 1-55 0,5 5-28 0,0 3 229 0,7 4-120 0,0 2-72 15,6 3-32-15,1 6 164 0,2 2-99 16,1 8-48-16,-1 11 17 0,-2 5-37 0,-1 4-9 16,-1 9-20-16,-5-1 17 0,-4 4-18 15,-7-4 9-15,-1 13-8 0,-6-5-12 0,0 1 11 16,-4 0 1-16,-10-2-63 0,-4-4 39 0,-6 2-8 15,0-8-65-15,-1-8 33 0,-3-1 28 0,-2-6-5 16,5-9-42-16,-7 0 28 0,4-9 0 0,4 0 13 16,2-6-5-16,1-11 8 0,5 1-7 0,4-9 11 15,4 1 70-15,6-3-33 0,2 3 3 16,0 0-5-16,6 5 11 0,8 1-38 0,4 0 51 16,3 1-21-16,1 4 12 0,2 4-31 15,-1 1-100-15,5 0 47 0,-1 3 28 0,0 1 1 16,3-2-446-16,0 1 221 0,2-1 87 0,3 3 66 15,-2-1-547-15,1 0 296 0</inkml:trace>
  <inkml:trace contextRef="#ctx0" brushRef="#br0" timeOffset="201184.54">22441 9039 1090 0,'2'-6'0'0,"0"2"0"0,-2 2 0 0,2 2 0 0,0 0 0 0,0 2 98 16,-1 11-32-16,1 6 8 0,-2 5 448 0,2 3-244 15,-2 4-123-15,0 2-61 0,0 3 245 0,0 1-145 16,0 2-84-16,0-1-39 0,0-4-198 0,0-1 80 16,0-1 40-16,0-7-509 0,2 6 271 0,0-12 138 15,6 0-276-15,-3-4 206 0,3-7 23 0,-5-5 80 16</inkml:trace>
  <inkml:trace contextRef="#ctx0" brushRef="#br0" timeOffset="201394.1">22410 9099 746 0,'-10'-36'0'0,"0"6"0"0,7 7 0 0,1-1 0 0,2 3 0 0,0 2 0 0,5 3 0 0,15-1 372 0,-2 6-161 0,8 1-93 0,1 5-43 15,3 3 229-15,-2 2-135 0,4 0-69 0,-7 0 12 16,6 9-44-16,-9 4 1 16,1 4-36-16,-6 2-79 0,-4 1 39 0,-6 2 9 15,-2 3-26-15,-5 0 29 0,0 1-1 0,-8-2 29 16,-7-1-128-16,-4 0 55 0,-4-3 30 0,0 1-41 15,-2-4-178-15,-1 0 82 0,1-1 65 0,0-2-334 16,-2 1 196-16,2 0 93 0</inkml:trace>
  <inkml:trace contextRef="#ctx0" brushRef="#br0" timeOffset="201644.43">21797 9720 1655 0,'-28'0'0'0,"7"0"0"0,8 0 0 0,8 2 0 0,3-2 0 0,2 0 0 0,0 0 0 0,7 0 230 0,21 0-99 15,10 0 265-15,8-2-181 0,9-7-83 0,14-1-54 16,1 1 96-16,3-2-71 16,-2-1-34-16,3 1-1 0,-1-2-52 0,-4 4-8 15,0-1 25-15,-17 3-121 0,4 1 61 16,-5 3 30-16,-12 0 8 0,-1 2-409 0,-8 1 216 0,-7 0 75 15,-2 0-475-15,-9 0 263 0,-3 0 135 0,-2 4 80 16,-5 1-367-16,-2 4 219 0</inkml:trace>
  <inkml:trace contextRef="#ctx0" brushRef="#br0" timeOffset="201925.71">22229 9803 837 0,'-17'4'0'0,"10"0"0"0,1 1 0 0,6-2 0 0,0 0 0 0,0 0 0 0,7 3 174 0,9 0-70 0,0 3-27 0,5 5 271 16,-3 0-157-16,0 5-79 0,-4 1 99 0,-2 5-89 16,-5-2-37-16,-3 9-30 0,-2-2 0 0,-2 2-1 15,-7 1-21-15,-13 7 0 0,0-10-27 16,-8 8-8-16,0-9 35 0,2-4 0 16,-5-2-47-16,0-6 24 0,0-2 16 0,1-8-71 0,0-4 23 15,0-3 24-15,6 0-75 16,-1-3 43-16,9-8 7 0,-2-5-2 0,7-2-7 0,4-3 32 15,3 0-10-15,4-1 9 0,0 0-18 0,10-1 16 16,7 4 1-16,5-2-1 0,2 4-151 0,5 1 70 16,1 0 34-16,2 4-154 0,1 1 80 15,1 1 50-15,3 0-436 0</inkml:trace>
  <inkml:trace contextRef="#ctx0" brushRef="#br0" timeOffset="202079.31">22544 9903 1569 0,'2'-4'0'0,"2"2"0"0,-2 0 0 0,0 2 0 0,-2 0 0 0,0 0 0 0,0 0 0 0,1 0 0 0,1 0 545 0,3 8-256 0,0 2-128 0,1 2-64 15,3 3 57-15,1 0-52 0,1 2-39 0,0 0-511 16,1-2 240-16,0 2 121 16,6-4-292-16,0 2 215 0,1-4 93 0</inkml:trace>
  <inkml:trace contextRef="#ctx0" brushRef="#br0" timeOffset="202262.24">22884 9748 1159 0,'-7'-2'0'0,"3"2"0"0,1 0 0 0,-5 14 0 0,0 7 0 0,-3 5 0 0,-4 10 0 0,-2 6 596 0,-5 9-274 0,-7 13-149 0,-1 2 403 15,-2 5-271-15,-3 14-136 0,1-4 19 0,2-6-69 16,-3 15-47-16,8-19-1 0,-1 4-372 0,3-6 167 15,8-14 84-15,1 0 49 0,2-6-669 0,5-12 352 16,0-1 175-16</inkml:trace>
  <inkml:trace contextRef="#ctx0" brushRef="#br0" timeOffset="202987.87">23201 9499 1469 0,'0'-6'0'0,"0"3"0"0,0 3 0 0,0 0 0 0,4 0 0 15,4 0 0-15,1 0 0 0,1 0 0 0,1 0 427 0,6 0-189 0,0 0-106 0,0 0-50 16,4 0 195-16,1 0-122 0,-2 0-61 0,1 3-81 16,-2 1-8-16,0-1 28 0,0 3-1 0,-3 0-107 15,2 0 54-15,-3 1 36 0,0-1-484 16,-3 1 251-16,2 0 125 0,-3 3 62 0</inkml:trace>
  <inkml:trace contextRef="#ctx0" brushRef="#br0" timeOffset="203171.39">23247 9807 1432 0,'-17'0'0'0,"6"5"0"0,9 5 0 0,2-4 0 0,0-3 0 0,0-1 0 0,2 2 0 0,7-2 0 0,5-1 519 0,6 2-243 0,1-2-114 15,5 1 106-15,1-2-118 0,-1 0-59 0,1 2-29 16,-4-2 25-16,7 0-32 0,-5 0 1 0,-2 0-24 16,3 0-436-16,-6 0 218 0,3 0 117 15,-2 0 48-15</inkml:trace>
  <inkml:trace contextRef="#ctx0" brushRef="#br0" timeOffset="204618.22">24038 9082 1592 0,'-8'-15'0'0,"2"4"0"0,3 5 0 0,3 3 0 0,-2 0 0 0,2 1 0 0,0 0 0 0,0 2 0 0,-2-1 0 0,2 1 0 0,0 0 0 0,0 0 200 16,0 8-83-16,0 6-43 0,0 5 207 0,0 6-125 16,0 2-53-16,-2 5 138 0,1 10-104 0,-1-1-52 15,-2 4-26-15,1 6 191 0,0 3-101 16,-3 3-62-16,3 1-27 0,-1 0 23 16,-2 0-25-16,3-1 0 0,-2-3-17 0,2-4-248 0,-1 0 120 15,0-4 60-15,1 0-225 0,-1-5 142 16,-1-6 80-16,1 4-849 0,-1-4 424 0</inkml:trace>
  <inkml:trace contextRef="#ctx0" brushRef="#br0" timeOffset="208406.69">25067 9207 963 0,'-2'0'0'0,"-1"-1"0"0,1-1 0 0,0 0 0 0,2 2 0 0,0-2 0 0,0 2 0 0,0-3 0 0,0-1 288 0,4-2-132 16,8-2-61-16,9 0 51 0,4 0-56 0,0 0-29 15,5 0 8-15,3 3 65 0,-1 1-51 0,-1 0-26 16,2 1-62-16,-1-1 0 0,0 2 46 0,-4-2-8 15,-6 2-272-15,-2 1 136 0,-2-2 68 0,-7 3 33 16,-2 0-485-16,-2 0 240 0,-3 0 67 16,-4 0 77-16</inkml:trace>
  <inkml:trace contextRef="#ctx0" brushRef="#br0" timeOffset="208605.29">25389 8915 922 0,'0'-5'0'16,"0"2"0"-16,0 0 0 0,-1 3 0 0,1 0 0 0,-4 0 0 0,1 13 0 0,-3 3 130 0,1 3-40 0,-5 10-33 0,-1-2 283 0,-5 12-154 16,0-1-76-16,-5 6-31 15,-1 3 144-15,-6 1-95 0,-4 8-47 0,0-4 14 16,2-6-31-16,0 1 8 0,1-4-243 0,4-1 102 16,7-12 51-16,0-2 25 0,4-6-239 0,1 1 141 15,2-6 58-15,3-2 16 0,2-5-675 16</inkml:trace>
  <inkml:trace contextRef="#ctx0" brushRef="#br0" timeOffset="208764.86">25165 9490 1683 0,'9'3'0'0,"1"4"0"0,-3 5 0 0,-2-2 0 0,1-1 0 0,-2 3 0 0,0 3 0 0,0 3 0 0,-2 2 285 0,-1 1-119 15,1 2 47-15,0 2-72 0,-2 2-54 0,0-1-27 16,0 0-114-16,0-3 52 0,0-1 13 0,0 0 0 15,0-8-452-15,0-2 237 0,4-3 119 0,3-7 66 16,3-2-682-16</inkml:trace>
  <inkml:trace contextRef="#ctx0" brushRef="#br0" timeOffset="209089.5">25226 9476 929 0,'-5'-15'0'0,"1"6"0"0,3 1 0 0,1 3 0 0,0-1 0 0,0 1 0 0,3-2 0 0,10-1 153 0,4 3-53 0,0 0 175 0,5-1-122 15,3 1-60-15,0 1-30 0,-1 2 26 0,-4 0-20 16,5 0-8-16,-7 1-29 0,-1 1-21 0,-1 0 0 16,-7 0 22-16,0 0 15 0,-3 0-16 15,-2 0 1-15,-3 0 0 0,2 3 57 16,-1 1-20-16,-2 1-9 0,0 1 130 0,0 3-79 16,0 2-39-16,0 3-1 0,0 1 81 0,0 2-64 15,2 3-28-15,3 5 0 0,2 2 5 0,1-1-1 16,2 1-24-16,-4 2-8 0,4 3-28 0,0-2 0 15,-1 2 27-15,0-2-81 0,-1 0 49 16,0-2-8-16,-3 0 41 0,1-7-169 0,-3 3 82 0,-1-3 12 16,0-4-142-16,0-4 91 15,-2-4 20-15,0-1 30 0,0-5-161 0,-9-1 86 16,-2-2 34-16,-3 0 29 0,1-2-129 0,-1-9 75 16,0-2 39-16,1-2-422 0,-2-4 221 0,-4-7 123 15</inkml:trace>
  <inkml:trace contextRef="#ctx0" brushRef="#br0" timeOffset="209226.13">25304 9579 1085 0,'-12'0'0'0,"7"0"0"0,-1 0 0 0,3 0 0 0,1 0 0 0,0 0 0 0,2 0 232 0,0 0-100 0,4 0-49 16,10 0 149-16,2 0-103 0,0 0-48 0,3 0-24 16,0 0-176-16,1 0 76 0,0 2 47 0,-2 4-9 15,-3 1-495-15,-2 4 260 0,-1-1 128 0</inkml:trace>
  <inkml:trace contextRef="#ctx0" brushRef="#br0" timeOffset="209350.8">25418 9760 969 0,'-13'7'0'0,"2"1"0"0,1-4 0 0,-1-1 0 0,2-1 0 0,1-2 0 0,4 0 0 0,1 0 196 16,3 0-73-16,0 0-49 0,0 0 159 0,7-3-100 16,8-5-50-16,3-2-25 0,2 1-219 0,3-1 92 15,1 1 52-15,0 2 24 0,-5-3-529 0</inkml:trace>
  <inkml:trace contextRef="#ctx0" brushRef="#br0" timeOffset="209518.34">25681 9534 1565 0,'0'0'0'0,"0"-2"0"0,0 1 0 0,-2-1 0 0,2 1 0 0,0-5 0 0,0-1 0 0,8 2 186 0,7-2-76 0,2-1-31 16,4 0 242-16,3 2-144 0,0 1-73 0,0 0-35 15,2 1-289-15,-4 0 134 0,8-2 55 0,-7 5 32 16,2-1-708-16</inkml:trace>
  <inkml:trace contextRef="#ctx0" brushRef="#br0" timeOffset="209999.36">26036 9224 797 0,'4'-12'0'0,"7"2"0"0,2 1 0 0,6-5 0 0,4 6 0 0,1-3 173 15,4 2-70-15,0 3-27 0,2 1 75 0,0 3-60 16,-1 1-28-16,-7 1-1 0,1 0 3 16,-5 0 8-16,-2 3-41 0,-5 6 1 15,-6 2-96-15,-3 3 47 0,-2 1 25 0,0 2-51 16,-7 3 33-16,-6 1 21 0,-4-2 39 0,0-3-27 16,2-1 5-16,2 1-48 0,1-5 182 0,7-3-77 15,-1-1-32-15,4-2-3 0,2 1 0 0,0-2 26 16,2 0-46-16,9-1 16 0,5 1-71 0,0-2 29 15,3 3 0-15,1 1-55 0,-2 0 37 0,-1 0 23 16,-4 3-94-16,-2 0 47 16,-3 2 34-16,-3 3-12 0,-5 1 22 0,0 2-15 15,0 0 12-15,-10 0-23 0,-4-1 53 0,-6 3-8 16,2-4-26-16,-1-3 2 0,1-1 35 0,-1-4-27 16,0-1-3-16,4-4-220 0,0-2 105 0,4 0 54 15,0 0-288-15,2-11 147 0,4-7 75 0,0-6 40 16,3-4-200-16,2-2 124 0,0-2 61 0,0 1 32 15,0 11-43-15,0-2 41 0,0 9 0 16,0-1 169-16,0 6-68 0,0 4-35 16,0 1-8-16,0 2 415 0,0 1-220 0,0 4-111 15,0 10 432-15,0 7-210 0,0 2-128 0,0 6-63 16,2 4 179-16,-1 0-127 0,1 1-63 0,0 2-33 16,0-1-61-16,-2 1-8 0,0-2 38 0,1-2-178 15,1-2 89-15,-2-4 44 0,3-3 31 0,-3-5-8 16,2 0 22-16,0-9-1 0,3-3-1195 0,1-6 565 15</inkml:trace>
  <inkml:trace contextRef="#ctx0" brushRef="#br0" timeOffset="210291.57">26602 9108 1276 0,'5'0'0'0,"-1"2"0"0,-2 10 0 0,-2-2 0 15,0 5 0-15,-2 1 0 0,-15 4 0 0,0 1 430 0,-2 1-198 0,-1 3-92 0,1-1-33 0,2 1-38 0,4-8 1 16,0 3-37-16,1-3-250 0,7-6 133 16,-1 2 54-16,3-9-519 0,3 0 277 15,0-4 138-15,0 0 70 0,1-2-376 0,7-10 208 16,5 0 99-16,-2-2 16 0,0 1 58 0,-2 6 59 16,4-5 0-16,-1 8 0 0,2 0 0 0,-2 1 0 15,2 1 233-15,1 2-145 0,0 0-56 0,0 0-33 16,4 0 477-16,-1 2-237 0,2 2-47 0,0 2-76 15,-2-2 137-15,1-1-111 0,-2 1-54 0,-2 0-179 16,-7-3 62-16,5 3 39 16,-5-1-8-16,-3-2-179 0,-3 2 105 0,0 0 53 15,-2-2-540-15</inkml:trace>
  <inkml:trace contextRef="#ctx0" brushRef="#br0" timeOffset="210454.71">26568 9346 528 0,'-17'6'0'0,"2"3"0"0,3 5 0 0,3 1 0 0,2 2 0 0,-1 1 0 0,4 5 380 0,2 1-174 0,2 3-86 0,0-4-36 16,0 4 286-16,0 0-169 0,0-3-84 0,0 0 22 15,0-3-53-15,2 2-19 0,0-4-8 0,2 0-430 16,0-5 202-16,1 1 101 0,0-4-227 0,1-3 172 16,6-4 74-16</inkml:trace>
  <inkml:trace contextRef="#ctx0" brushRef="#br0" timeOffset="210619.27">26641 9456 896 0,'2'-2'0'0,"0"2"0"0,-1 0 0 0,5 11 0 0,-4 7 0 0,1 7 0 0,2 4 0 0,-2 4 428 0,1 8-198 16,-3 1-98-16,2-8 236 0,-1 12-168 0,-1-12-75 16,-1 7-50-16,2-3-73 0,-2-2 31 0,2-5 0 15,0-4-384-15,-1 0 188 0,3-7 98 16,-1-3 49-16,1-6-256 0,1-3 152 0,3-5 85 0</inkml:trace>
  <inkml:trace contextRef="#ctx0" brushRef="#br0" timeOffset="210788.81">26894 9337 1315 0,'19'-19'0'0,"1"7"0"0,5-2 0 0,0 1 0 0,-1 2 0 0,3 0 0 0,1-1 0 0,0 3 0 0,0-1 263 0,4 1-115 0,-2-1-58 0,-2 3-173 16,0 0 59-16,-3 3 36 0,-3 0-8 16,-1 2-195-16,-4 2 113 0,-3 0 55 0,-4 0-479 15</inkml:trace>
  <inkml:trace contextRef="#ctx0" brushRef="#br0" timeOffset="211342.55">27267 9010 699 0,'0'0'0'0,"-1"0"0"0,1 0 0 0,0 11 0 0,0 5 0 0,0 3 0 0,0 7 140 0,-5 2-53 16,-1 2-27-16,-1 2 196 0,-4 2-112 15,1-1-47-15,-6 0-36 0,2 2 69 0,-2-3-49 16,2-2-24-16,-3-4 2 0,4-5 8 0,2-4-34 16,-1-2 0-16,6-7 46 0,1-1-23 0,1-5 0 15,2 0 41-15,2-2-36 0,0 0 0 0,2 0-28 16,11 0 23-16,7-6 0 0,7-1-15 0,2-3-8 15,-1 1-31-15,2 2 0 16,-3-3 30-16,-2 4-90 0,0 1 42 0,-3-1 24 16,-2 4 0-16,-4 0-346 0,-6 0 152 0,3 2 94 15,-6 0-393-15,-2 0 226 0,-1 0 114 0,-3 0 56 16,-1 2-205-16,0 0 122 0,-1 0 74 0,-6-2 33 16,-4 0-93-16,0 0 62 0,1-8 32 0,1-3 64 15,2 0 0-15,-4-2 0 0,4 1 0 0,2 5 0 16,-2-3 0-16,1 5 0 0,1 1 83 15,0 2-39-15,1 2-39 0,1 0 1 16,-1 8 396-16,2 9-196 0,2 7-53 0,0-1-66 16,0 3 252-16,0 2-153 0,0 0-77 0,0-3-29 15,0 6-1-15,-2-6-22 0,2-4-1 0,0 3-148 16,-1-3 62-16,-3-3 39 0,1 0-411 0,-1-5 218 16,1 0 108-16,-3-6 54 0,-1 0-455 0,-2-4 220 15,3-1 95-15,-4-2 65 0,1 0-5 0,-1-2 102 16,1-8 0-16,2 3 40 0,-3-3-17 0,4 2-28 15,0 0-1-15,3 2 172 0,1-1-100 0,2 2-58 16,0-1 508-16,0 1-257 16,11 0-56-16,7 1-89 0,-2 0 194 0,5 1-130 15,-3-1-77-15,3 3-34 0,-2-4 13 0,2 1-23 16,-4 1-1-16,-3-1-358 0,2 0 162 0,-9 2 87 16,1 0 43-16,-2 0-488 0,-4 2 224 15,-2-1 77-15</inkml:trace>
  <inkml:trace contextRef="#ctx0" brushRef="#br0" timeOffset="211766.58">26965 9187 635 0,'-16'-15'0'0,"7"7"0"0,2 2 0 0,2 5 0 0,3-1 0 0,0 2 0 0,-1 0 367 0,3 0-167 0,0 5-75 0,0 7 57 15,0 3 34-15,0 4-92 0,0 1-46 0,0 5-22 16,0-5 8-16,0 6-32 0,-5-5 207 0,1 1-103 15,-2 1-52-15,0-4-25 16,-2 0 38-16,2-4-36 0,1-2-1 0,2 0-27 16,-2-3 27-16,2 1 0 0,3-2-19 0,0 4-7 15,0 1-2-15,0 0 1 0,0 2 0 0,2 2-56 16,6 1 36-16,1 0-8 0,0 2-48 0,3 1 33 16,-3-1 1-16,0-1 15 0,1-1-35 0,-3-1 7 15,1-2 0-15,-1-3 6 0,-5-2-82 0,0-2 37 16,-1 1 29-16,-1-2-97 0,0-2 58 0,0-1 15 15,-11-1 0-15,-5 0 76 16,-1-3-27-16,-4-1-5 0,1 0 105 0,-3 0-55 16,3 0-28-16,2 0 3 0,5 0 202 0,0 0-100 15,6 0-56-15,1 0-10 0,1 0 113 0,5 0-46 16,0 4-38-16,0 6 50 0,13-1-47 0,7 4-25 16,6 1 1-16,6-3 60 0,4 0 102 0,9 2-219 15,-4-4-241-15,3-1 178 0,-9 2 48 0,3 0 23 16,1 3-567-16,8-1 262 0,-6-1 150 0,3 0 31 15,-1-1-329-15,-2 1 207 0,-10-4 94 0,-4-2-608 16</inkml:trace>
  <inkml:trace contextRef="#ctx0" brushRef="#br0" timeOffset="212139.3">27836 9142 1469 0,'1'-8'0'0,"-1"5"0"0,8 3 0 0,0 0 0 0,-2 6 0 0,-3 0 0 0,-3 4 32 0,0 3 1 0,-9 6 0 0,-5 0 195 16,-5 1-102-16,-6 7-46 0,0-3 58 0,-2 2-53 16,1-1-26-16,2-1 8 0,-1-3-69 0,3-4-1 15,7-6 36-15,0 2 0 0,6-6 58 0,3-1-20 16,2-2-9-16,1-2-66 0,3 0 0 0,0-2 37 15,3 0 0-15,14 0-90 0,3 0 32 16,2 0 26-16,-2 0-65 0,-2-2 41 16,1 0 12-16,-6 2 4 0,4 0-24 0,-9 0 40 15,1 6-16-15,-4 5 12 0,-5 3 71 0,0 2-34 16,0 3-6-16,-9 4 106 0,0-7-57 0,-3 3-33 16,1-2-4-16,6-6 23 0,-2 1-14 0,3-3 0 15,0-1-123-15,4-3 49 0,0-1 26 0,0-2 9 16,1-2-480-16,11 0 233 0,3 0 99 0,1 0 65 15,1-2-555-15,1-4 286 0,-4 4 154 16,-6 1-337-16</inkml:trace>
  <inkml:trace contextRef="#ctx0" brushRef="#br0" timeOffset="212264.12">27685 9775 1129 0,'-17'13'0'0,"-1"2"0"0,4 0 0 0,7-5 0 0,-1-5 0 0,5-1 0 0,3-2 0 0,0-2 154 0,0 0-60 0,11 0-31 0,8-6 226 16,6-9-132-16,0 0-62 0,9-6-108 0,-1-1 23 15,2-1 8-15,5-4 15 16,-3-1-481-16,-2 3 241 0</inkml:trace>
  <inkml:trace contextRef="#ctx0" brushRef="#br0" timeOffset="212445.64">27963 9171 1148 0,'0'0'0'0,"0"0"0"0,4-3 0 0,6-5 0 0,2 1 0 0,3-1 240 0,-1 1-104 0,4 1-52 16,1 1 110-16,2-1-81 16,-3 3-32-16,1-1-8 0,-1 2-167 0,-1 0 63 15,0 2 32-15,-5 0 0 0,-2 0-389 0,0 0 205 16,-2 0 105-16,0 0-479 0</inkml:trace>
  <inkml:trace contextRef="#ctx0" brushRef="#br0" timeOffset="212965.15">28280 8858 158 0,'-11'0'0'0,"1"0"0"0,-1 4 0 0,-3 15 0 0,0 3 0 0,-1 2 232 0,0 5-100 0,0 3-50 15,-2-1 105-15,5 4-78 0,-4-2-29 0,3-1-9 16,1-2 1-16,0 0-40 0,1-5 1 0,2-7 0 16,0 2-33-16,4-9 33 0,1-2 0 15,2-3 29-15,0-3-30 0,1-2 1 0,1-1 8 16,0 0-46-16,3 0 38 0,7 0-1 15,0-1 77-15,3-4-39 0,0 1 9 0,3-1-46 16,-3 1-32-16,-3 2 0 0,3 0 32 0,-4 0 0 16,-2 0-55-16,0 2 23 0,-4 0 0 0,-2 0-295 15,-1 6 154-15,0 3 63 0,-1 2-245 0,-9 0 136 16,-1-1 80-16,-2 1 16 0,0-1-19 0,-2 1 30 16,-2-2 8-16,2 1 38 0,-2-1 85 0,1-1-43 15,0 1-21-15,2 0-8 0,0-3 93 0,5 0-52 16,1-1-28-16,3-1 315 0,2 0-162 15,-1-3-40-15,4 3 4 0,0 1 129 16,0 0-103-16,4 1-52 0,3-1-26 0,-1 1-17 16,6 1-9-16,-5 3 1 0,0-1-171 0,0 1 85 15,-3 1 43-15,-3 0 29 0,1 2-112 0,-2 0 62 16,0 0-16-16,0 0-219 0,-5 0 95 0,-6-1 72 16,-3-1-10-16,-1 1 44 0,-2-3 1 0,3-4 31 15,-5 3 68-15,2-4-43 0,0-1 9 16,1 1-34-16,4 0 188 0,1-3-92 0,3 2-28 0,0-3-34 15,5 0 293-15,1 0-144 0,2 0-40 16,0 2 47-16,0-2-51 0,8 0-28 16,10 0-9-16,0 0 3 0,8 0-39 0,-1-2 0 15,2-2-238-15,-2-2 127 0,4-1 51 0,0 1 30 16,-6 1-393-16,0 1 199 0,-2 0 65 0,-3 2 61 16,-2 0-292-16,-7 1 162 0,1-2 81 0,-6-2-3 15</inkml:trace>
  <inkml:trace contextRef="#ctx0" brushRef="#br0" timeOffset="213109.28">28146 9428 936 0,'-6'-20'0'0,"1"7"0"0,0 4 0 0,1 1 0 0,3 1 0 0,-3 5 0 0,-2 0 0 0,1 2 0 0,0 5 146 0,-4 15-48 0,-1 6-37 0,0 4 126 16,-3 9-77-16,-2 2-39 0,-2-1 184 0,2-2-103 16,-7 9-64-16,5-5-27 0,1-2-206 0,4-6 89 15,-5 2 53-15,7-2 13 0,0-5-472 0,5-4 247 16,-3-6 124-16</inkml:trace>
  <inkml:trace contextRef="#ctx0" brushRef="#br0" timeOffset="213242.94">28031 9710 1419 0,'6'0'0'0,"3"3"0"0,1 4 0 0,2 1 0 0,-4-1 0 0,2 1 0 0,0 3 279 0,2 0-122 0,-2 3-63 15,3 0 107-15,2 0-88 0,-5 1-41 0,4-2 1 16,-1 2-311-16,1 0 136 0,-1-2 75 0</inkml:trace>
  <inkml:trace contextRef="#ctx0" brushRef="#br0" timeOffset="214361.06">28726 9021 785 0,'3'-14'0'0,"0"4"0"0,-1 5 0 0,1 1 0 0,-1 2 0 0,0 1 0 0,-1-2 0 0,-1 3 171 16,0 0-62-16,0 0-41 0,0 10 196 0,0 5-116 16,-3 5-57-16,-12 5-30 0,-4 3 166 0,-7 7-102 15,-1-1-45-15,-3 2-24 0,-2 0-30 0,0 0 7 16,4-5 8-16,-7 10-35 0,3-5-26 0,3-2 27 16,1 0-1-16,8-6-252 0,1 0 136 0,8-11 50 15,3-4-192-15,4-3 85 0,4-7 80 16,1-3-34-16,18-4-312 0</inkml:trace>
  <inkml:trace contextRef="#ctx0" brushRef="#br0" timeOffset="214526.61">28604 9306 594 0,'9'0'0'0,"1"5"0"0,3 13 0 0,-6 3 0 0,-1 0 0 0,-3 5 254 0,1 1-110 0,-1 3-56 0,-3-1 350 16,3 1-202-16,-3-5-94 0,0 7-58 0,0-6 100 15,0 0-75-15,0-5-39 0,0 1 1 0,-3 0-251 16,0-6 103-16,0-2 54 15,3-5-380-15,-1 0 218 0,1-5 109 0,0-3 62 16,0-1-263-16,1-1 64 0,10-16 101 0,0-7-249 16</inkml:trace>
  <inkml:trace contextRef="#ctx0" brushRef="#br0" timeOffset="-214538.79">28896 9044 953 0,'22'-28'0'0,"2"5"0"0,1 9 0 0,-2 0 0 0,4 5 0 0,1-1 0 0,-2 6 0 0,-6 1 0 0,3 1 152 0,-9 2-60 0,2 0-30 0,-6 0 122 16,-3 9-80-16,-5 3-36 0,-2 2-30 0,0 4-5 16,-10 2 0-16,-9-3 8 0,-3 4-96 0,-5-2 44 15,3 1 22-15,-8-2-24 0,7-2 22 0,-5 0 9 16,4-4 15-16,4-3-91 0,3 1 10 0,3-2 31 16,7-3 26-16,2-3-1 0,0 0-21 0,7 0 16 15,0-2 97-15,1 0-45 0,17 0-15 0,8 0-2 16,9-2 2-16,2-6 1 0,5-1-5 15,-2-1-14-15,-5 5-85 0,4-3 39 16,-8 5 7-16,-7 1-13 0,1 0 22 0,-7 2-1 16,-7 0 10-16,-3 0-60 0,-3 11 18 0,-5 0 20 15,0 6-35-15,-13 0 24 0,-6 2-17 0,-3 2 37 16,-4 0-31-16,-3-4 0 0,1 5 20 0,-2-5 6 16,1 0-40-16,2-5 38 0,5-2 3 0,3 0-12 15,0-3 7-15,6-3 2 0,4 0-14 0,1-1 68 16,6-3-27-16,-1 0 0 0,3 0 176 15,0 0-94-15,0 0-41 0,8-3-26 16,6-1 88-16,2-2-50 0,1-1-8 0,0 1 0 16,0 0-49-16,-2 0 22 0,2 3 23 0,-3-1-144 15,0 0 66-15,-6 1 28 0,2 1 8 0,-1 0-385 16,-6 0 167-16,2 2 101 0,-2-2-334 0,-2 2 206 16,-1-1 95-16,0-2 58 0</inkml:trace>
  <inkml:trace contextRef="#ctx0" brushRef="#br0" timeOffset="-214392.5">29082 9278 392 0,'-13'-7'0'0,"-1"2"0"0,6 3 0 0,-3 0 0 0,-2 2 0 0,5 0 123 16,-1 0-45-16,2 10-23 0,-2 6 189 0,2 3-105 16,-1 2-46-16,0 9-33 0,-2 0 247 0,-3 7-137 15,-3 1-69-15,-2 4 126 0,-4-7-88 0,-3 10-58 16,-2-6-24-16,1-1-111 0,2-2 43 0,2-8 22 16,0 0-131-16,6-3 73 0,4-9 39 0,3 1 1 15,5-7-429-15,2-3 180 0,2-5 133 16</inkml:trace>
  <inkml:trace contextRef="#ctx0" brushRef="#br0" timeOffset="-213984.97">28833 9605 506 0,'1'-7'0'0,"1"5"0"0,-2 2 0 0,2 0 0 0,-2 4 0 0,1 7 0 0,-1 4 385 0,0 4-177 0,4 1-87 0,-4 3 225 16,2 0-161-16,-2-1-75 0,0-1-40 15,0-2-9-15,0 0 0 0,0-8-20 0,1 0-319 0,1-3 156 16,0-2 77-16,1-5 39 15,0-1-177-15,0 0 116 0,1 0 45 0,-3-5-4 16,-1-5-367-16,0-3 141 0,0 0 109 0,0-4 21 16,0-4 49-16,0 0 0 0,-1 2 40 0,-1-4 71 15,0-1-35-15,2 4-9 0,0 1 162 0,0 1-94 16,2 5-48-16,3-1-23 0,9 3 145 0,-1 4-40 16,4-1-52-16,3 2 32 0,7 2 208 15,1-1-110-15,5-1-71 0,2 2 72 0,1-2-75 0,1-1-34 16,-3 0 0-16,-6 2 41 15,-7 1-38-15,-4 0 9 0,7 2 53 0,-13-1-49 16,0 2-25-16,-3-1 0 0,-6 2 79 0,3 0-44 16,-4 0-34-16,2 0 1 0,-1 3 13 0,0 10 1 15,-1-1-40-15,1 4 8 0,1 2 57 0,3 3-32 16,-3 2 0-16,1-3-120 0,5 7 44 0,-2-7 29 16,0 1-8-16,0-1-266 15,-1 1 143-15,-1-4 46 0,-3-1-384 0,-1 2 189 0,-1-5 94 16,0 0 67-16,0-1-121 0,-9-4 94 0,-3 1 47 0,0-2-305 15,-5-2 180-15,0-1 86 16,-6-2 43-16</inkml:trace>
  <inkml:trace contextRef="#ctx0" brushRef="#br0" timeOffset="-213824.37">28988 9748 820 0,'-28'-8'0'0,"5"3"0"0,2 2 0 0,3 0 0 0,6 2 0 0,1-1 0 0,5 0 0 0,5 0 292 15,1 0-122-15,1 2-72 0,13-2-33 0,10 1 176 16,0-1-104-16,12 0-53 15,-1-4 59-15,3 0-60 0,-6 0-25 0,3 1 0 16,-5 2-283-16,-11-2 129 0,2 2 72 0,-8 2-202 16,0-2 130-16,-3 3 64 0,-8 0 25 0,-2 0-572 15</inkml:trace>
  <inkml:trace contextRef="#ctx0" brushRef="#br0" timeOffset="-213681.18">29049 9566 608 0,'-12'0'0'0,"7"0"0"0,0 0 0 0,-2 0 0 0,4 4 0 0,-1 5 0 0,0 1 165 16,4 3-65-16,-2 0-34 0,1 0 224 0,-1 2-133 16,-2 2-62-16,3-2-31 0,-6 2 23 0,3 1-27 15,1-4 8-15,-2-1-367 0,4-4 166 0,1 3 83 16,0-5 41-16,0-1-195 0</inkml:trace>
  <inkml:trace contextRef="#ctx0" brushRef="#br0" timeOffset="-213538.07">29084 9578 730 0,'0'-4'0'0,"0"4"0"0,0 0 0 0,0 2 0 0,0 7 0 0,0 6 0 0,0 2 0 0,0 2 0 0,0 0 245 0,0 1-111 0,0 3-50 0,0-3-26 16,0 1-77-16,0-5 25 0,0 2 9 0,1-7-340 16,5-2 171-16,-1-3 85 0</inkml:trace>
  <inkml:trace contextRef="#ctx0" brushRef="#br0" timeOffset="-213213.27">29462 9151 876 0,'22'-29'0'0,"8"2"0"0,3 6 0 15,6 1 0-15,1 1 0 0,-3 2 0 0,0 2 0 0,5 4 173 0,-15 4-62 0,6-2-43 0,-16 5 40 0,3 3-38 0,-12 1 1 16,4 0-38-16,-10 0-10 15,-2 14 10-15,-7 4 0 0,-18 6-38 0,-7 3 38 16,-5 1 0-16,5-2 8 0,-13 6-1 0,7-4-7 16,9-6-1-16,-1 1 1 0,5-2 51 0,8-8-18 15,4 0-8-15,6-5 55 0,6-4-41 0,-5 2 1 16,6-5-41-16,0 0 37 0,6-1-9 0,8 0-27 16,5 0-15-16,5-5 14 0,-5-4 1 0,2 0 8 15,-2-1-107-15,3 1 49 0,-3-1 26 0,-3 3-1 16,0-1-357-16,-5 2 157 15,0 1 99-15,-5-1-467 0,2 3 264 0,-3-1 132 16,-1 0 65-16,-4-4-261 0,0-1 168 0,0-4 80 16,-2-4 25-16,-4 0 87 0</inkml:trace>
  <inkml:trace contextRef="#ctx0" brushRef="#br0" timeOffset="-213052.33">29680 8999 1115 0,'-17'0'0'16,"-7"0"0"-16,5 8 0 0,-5 11 0 0,2 2 0 0,-1 4 0 0,-4 8 0 0,6 2 0 0,0 1 198 0,11-2-82 0,-1 1-34 15,5-1 271-15,6 0-160 0,0-4-81 0,4-4-39 16,9-5 60-16,8-1-55 0,3-5-22 0,10-5-64 16,-5-6 0-16,6-4 41 0,-2 0 8 0,-1 0-293 15,-2-2 143-15,-1-6 71 0,-11 3-584 0,2-1 312 16,-7 1 83-16,-4 2 105 0,-9 0-338 0</inkml:trace>
  <inkml:trace contextRef="#ctx0" brushRef="#br0" timeOffset="-212630.46">29504 9570 653 0,'-20'6'0'0,"13"-1"0"0,2-1 0 0,0 0 0 0,5-3 0 0,0 2 326 0,18-3-150 15,-1 0-72-15,10 0 110 0,-3 0-90 0,-3-3-46 16,8 0-14-16,1-5 92 0,-5 3-62 0,-5 1-30 16,2-2-266-16,-4 3 117 0,-9-1 68 0,3 2 20 15,-7 0-423-15,0 2 221 0,-4 0 108 0,-1 0 56 16,0 0-429-16,-2 0 219 15,-4-2 106-15,-6-4 43 0,5-2 96 0,-1-4 0 16,3-3 0-16,-4-2 0 0,8 2 0 0,-1-2 0 16,2 2 0-16,-2 2 0 0,-1 1 0 0,-2 1 0 15,2 5 59-15,3 3-31 0,-2 1-11 0,2 2-22 16,0 0 321-16,0 5-153 0,0 10-31 0,0 5 190 16,0 4-145-16,0 2-71 0,0-2-29 0,0 8 44 15,0-1-44-15,0-2-22 16,-5-3-81-16,-2 1 29 0,-1-3 9 0,-3 5 21 15,2-7-213-15,-5-1 106 0,3-4 53 0,-3-2 28 16,4-2-243-16,-4-5 124 0,0-4 19 0,4-4-55 16,-2 0 35-16,5 0 42 0,-4-6 2 0,6-7 62 15,-4-3-1-15,4 1-24 0,2-2 170 0,3 2-93 16,0 1-35-16,0-1-21 0,5 0 302 0,7 1-148 16,1 1-40-16,6 0-5 0,4-1-39 0,-3 4-2 15,5 0 0-15,1 1-359 16,-4 0 168-16,2 1 84 0,1-5 34 0,-6-1-282 0</inkml:trace>
  <inkml:trace contextRef="#ctx0" brushRef="#br0" timeOffset="-212493.82">30114 9076 779 0,'0'0'0'0,"0"0"0"0,0 0 0 0,1 0 0 0,2 0 0 0,2 0 0 0,-1 0-104 0,6 0 38 15,-5 0 1-15,6 4-109 0,3-2 71 0</inkml:trace>
  <inkml:trace contextRef="#ctx0" brushRef="#br0" timeOffset="-212243.63">30346 9003 886 0,'0'5'0'0,"-4"1"0"0,-7 6 0 0,-8-1 0 0,0 2 0 0,-5 4 0 0,-3 1 0 0,4 3 0 0,-4 0 202 0,6-1-88 0,-5-1-41 15,1 0 9-15,3-2-25 0,-1 0 0 0,4-4-16 16,-1-2 9-16,2-3-17 0,9-2-1 0,6-3 16 16,-4-1-15-16,4-2 8 0,3 0-8 0,0 0-33 15,12 0-1-15,11-5 34 0,4-3 33 0,3-2-25 16,0 1-8-16,2 3 0 0,3-1-46 0,-5 2 16 16,0 0 0-16,-6 2 24 0,3-1-181 15,-6-2 80-15,3 5 44 0,-5-5-321 0,-3 2 167 16,-2 0 64-16,-3-1 50 0,-3-1-249 15,0 1 142-15,-3-3 73 0,-4-5-125 0</inkml:trace>
  <inkml:trace contextRef="#ctx0" brushRef="#br0" timeOffset="-212059.12">30346 8857 642 0,'-12'-4'0'0,"6"2"0"0,-1 2 0 0,-2 3 0 0,1 12 0 0,0 8 411 0,3 3-190 16,-2 6-85-16,2 4-57 0,3 9 168 0,-1-4-107 15,1 5-54-15,2-1 221 0,-3-4-130 0,0 10-76 16,-2-5-37-16,-2-1-196 0,-2-1 82 0,1-9 41 16,0 3-426-16,-4-2 230 0,2-4 119 0,-1-6 59 15,3-7-569-15,0-2 287 0,8-14 106 0,-3-3-73 16,3 0 121-16</inkml:trace>
  <inkml:trace contextRef="#ctx0" brushRef="#br0" timeOffset="-211844.6">30137 9337 485 0,'-14'-11'0'0,"1"5"0"0,-2 4 0 0,5 2 0 0,-7 0 0 0,1 2 262 0,-3 10-115 0,-5 0-56 0,8 4 56 16,-8 2-49-16,13-6-37 0,-3 5 0 0,-1-5-58 15,12 2-1-15,3-1 31 0,0-5-238 0,0 1 114 16,13-7 63-16,12-2 30 0,2 0-344 0,13 0 170 16,-6-4 82-16,11-7 44 15,-5 1-94-15,2 1 54 0,-5 3 26 0,0 0 77 16,-2 0-33-16,-2 5 9 0,-3-3 188 0,-7 3-107 15,-1-2-53-15,-3 3-27 0,1 0 287 0,-5 0-141 16,-3 0-27-16,-2 0-50 0,-2 0-136 0,-3 0 58 16,-2 0 18-16</inkml:trace>
  <inkml:trace contextRef="#ctx0" brushRef="#br0" timeOffset="-211062.72">30162 9478 1041 0,'-15'7'0'0,"-1"5"0"0,8 3 0 0,3 2 0 0,1-1 0 0,2 3 0 0,0 0 0 0,2 0 0 0,0 0 193 0,0 0-80 0,0-2-32 16,0-3 124-16,2 0-85 0,0-4-45 0,2 5-20 15,1-8-122-15,-3 0 58 0,1-2 16 0,0-1 1 16,-1-4-227-16,4 0 126 0,-5 0 63 0,4 0-230 16,0-1 132-16,0-11 22 0,-2-1 49 0,6 0-102 15,0-3 63-15,-3 0 23 16,2-1 44-16,1 2-4 0,-1 0 1 0,0 5-1 15,-3-1 89-15,0 4-53 0,1 1-13 0,-4 3 188 16,-1 1-101-16,-1 0-28 0,0 2-33 0,0 0 235 16,-3 0-121-16,-11 9-32 0,-7 6-38 0,1 2 63 15,-3-1-44-15,-7 2-16 0,3 1-24 0,-4-2-6 16,1-1-1-16,-2 0 1 0,-2-5-48 0,16-2 32 16,-7-3-9-16,2-3 4 0,4-3 20 0,7 0 1 15,1 0 0-15,9-2-35 16,2-10-7-16,0-7 16 0,13-2-37 0,17-6 21 15,2-1 0-15,10-4 24 0,10-9-43 0,2 5 19 16,-3-7-1-16,8 2 19 0,-1-2-225 0,-9 3 96 16,10-7 58-16,-9 2-271 0,0-2 151 0,-7 1 74 15,0 1 29-15,2-9-107 0,-10 16 76 0,4-4 39 16,-15 14 0-16,1 3 67 0,-11 11-7 0,-4 6-22 16,-7 1 259-16,-1 7-129 0,-2 0-65 0,-5 17-32 15,-14 3 138-15,1 7-55 16,-4 8-53-16,-1-1 302 0,2 1-6 0,0 1-140 15,2-8-68-15,3 6 31 0,2-5-58 0,6-7-29 16,0 3-43-16,3-7 14 0,4-5 8 0,1-1-8 16,0-6-99-16,0-2 50 0,0-3 24 0,0-1 0 15,4-1-2-15,9-9-7 0,1-3 34 0,-1-3-35 16,3 3-1-16,0 0-15 0,0 2 38 0,0 1-46 16,-1 5 1-16,-2 3 19 0,3 2 39 15,-5 0-1-15,-1 5-23 0,-1 12 2 0,-2 6 106 16,-3 2-46-16,-2 2-28 0,-2 2 15 15,0 0 72-15,0 2-50 0,-8-1-25 0,-4-2-27 16,0 0 5-16,-5-5 0 0,4-4 7 0,-6 1-154 16,3-5 74-16,-3-3 36 0,0-3-250 0,-2-3 126 15,-2-5 57-15,-1-1 37 0,1 0-208 0,-2 0 109 16,3-5 32-16,0-6 35 0,7-4-26 16,-7-6 34-16,8 1 0 0,3 1 53 15,3-2 0-15,3 2-27 0,5 8-9 0,0-2 237 16,0 2-114-16,7 7-58 0,11 1-26 0,9 3 348 15,7 4-136-15,9 13-100 0,4 6 197 0,12 7-137 16,-6 0-68-16,5 6-35 0,-4-4-50 0,11 9-8 16,-8-6 24-16,-4-1-1 0,-9-5-218 0,4-1 109 15,-4-2 64-15,2-4-700 0,-3 1 304 0,-4-2 197 16</inkml:trace>
  <inkml:trace contextRef="#ctx0" brushRef="#br0" timeOffset="-210932.06">31576 9951 10 0,'0'-8'0'0,"-5"5"0"0,-5-5 0 0</inkml:trace>
  <inkml:trace contextRef="#ctx0" brushRef="#br0" timeOffset="-208866.53">7092 10990 1224 0,'-5'0'0'0,"3"0"0"0,0 0 0 0,2 0 0 0,0 3 0 0,0 9 0 0,0 1 0 0,0 6 415 0,2 2-191 16,3 7-96-16,1-3-47 0,0 4 237 0,0 1-134 16,1 2-80-16,-3 1 41 0,2 1-56 15,-3 2-28-15,0 0-7 0,-2-2 7 16,1 1-28-16,0-1 0 0,-2-2-99 0,0 1 49 16,0-5 25-16,0-3 8 0,0 4-225 15,0-10 121-15,-2-3 57 0,0-4 31 0,1-6-473 16,-2-1 222-16,1-5 78 0,1 0-110 0,-2-8 125 15,3-16 63-15,-1-7-349 0,-5-2 198 0,1-11 110 16,-3-3 52-16,-4 1-124 0,0-3 88 0,-3 2 56 16,2 3 64-16,-4-4 0 0,2 6 0 0,4 9 0 15,-1-1 0-15,5 11 112 0,1 0-81 0,2 4-28 16,4 4 399-16,0 1-188 0,2 5-116 16,11 0 14-16,10-1 167 0,5 3-108 15,6 1-69-15,9 2 253 0,0 3-161 0,2-2-81 16,-8 3-32-16,13 4 164 0,-9 12-106 0,-4 2-53 15,-2 7-27-15,-5 4 57 0,-9 2-34 0,4 10-28 16,-8 0 80-16,-6 1-50 0,-5 3-26 0,-6 1 30 16,0-6-20-16,-4 9-8 0,-13-8-27 0,-1 1 68 15,-7-5-35-15,4-7 9 0,-3 0-42 0,-4-3 182 16,1-5-215-16,-4-3 0 0,3-4 0 16,-2-5 0-16,0 0 0 0,-1-4 0 0,5-6-445 15,5 0 298-15,3 0 82 0,0-1 14 16,8-11-510-16,0-1 264 0,6-6 132 0,4 1-195 15,0-9 164-15,4 3 74 0,13-3 48 0</inkml:trace>
  <inkml:trace contextRef="#ctx0" brushRef="#br0" timeOffset="-208701.97">7963 11028 1477 0,'3'0'0'0,"3"0"0"0,-1 0 0 0,-1 0 0 0,-2 0 0 0,2 1 0 0,-3 3 296 0,1 4-132 0,1-3-57 16,-1 1-42-16,-1 0-98 0,1 4 33 0,1 2-1 15,-2 1 34-15</inkml:trace>
  <inkml:trace contextRef="#ctx0" brushRef="#br0" timeOffset="-208561.27">8004 11494 1694 0,'0'10'0'0,"-3"-2"0"0,3 3 0 0,0-2 0 0,1-1 0 0,1-4 0 0,-1 1 0 0,1-3 522 0,-2 0-244 0,0-2-123 0,0 0 2 15,0 0-62-15,0 0-23 0,0 0-8 0,-3-2-196 16,-3-2 83-16</inkml:trace>
  <inkml:trace contextRef="#ctx0" brushRef="#br0" timeOffset="-207549.59">4636 6321 529 0,'0'-11'0'0,"0"1"0"0,0 1 0 0,0 4 0 0,0-1 0 0,0 0 0 0,0 2 188 0,0 2-78 16,0 1-39-16,0 0 9 0,0 1 72 0,0 0-60 16,0 0-29-16,4 1-1 0,1 12-3 0,3 3 9 0,1 6-36 15,-1 3 95-15,2 2-47 16,-4 1-24-16,4 2 18 0,-1 2-13 0,-4-1-8 15,0 4-20-15,-2-4-62 0,2 2 31 0,-4-3-1 16,1-4 40-16,1-2-159 0,-3 1 75 0,0-5 38 16,0-2 9-16,0-10-113 0,0 2 46 0,0-4 36 15,0-4-299-15,0-2 154 0,0 0 44 16,0-8-156-16,0-10 118 0,0-9 70 0,0-1 32 16,0-4-145-16</inkml:trace>
  <inkml:trace contextRef="#ctx0" brushRef="#br0" timeOffset="-207316.22">4658 6311 783 0,'-9'-16'0'0,"3"7"0"0,1 3 0 16,1 2 0-16,4 2 0 0,0 1 0 0,2-4 0 0,15 3 246 0,7-5-107 0,5 4-53 0,5-1-19 0,-1 2 184 15,1 2-110-15,-2 0-53 16,-2 16-28-16,-4 6 69 0,-3 4-40 0,-5 10-32 0,-4 5 20 16,-7 3-22-16,-3 4 0 0,-4 1 65 15,0-7-35-15,-2 11-31 0,-11-6 1 0,-2-4-24 16,-3-3 2-16,0-9 0 0,0-4 8 0,-3-1-77 15,5-8 35-15,-3-4 0 0,1-2 33 0,0-5-189 16,1-3 99-16,2-4 23 0,2 0-295 0,3 0 149 16,3 0 85-16,0 0-155 0,6-6 100 0,1-1 64 15,0-3 27-15,5 1-348 0,12-1 188 0</inkml:trace>
  <inkml:trace contextRef="#ctx0" brushRef="#br0" timeOffset="-205847.37">9204 10901 668 0,'2'0'0'0,"-2"-1"0"0,0-2 0 0,0 2 0 0,0-1 0 0,0 0 0 0,0 1 0 0,0-4 99 0,0 2-33 0,-4-1 148 16,0 1-90-16,-2 2-46 0,1-1-14 0,-1 0 40 16,-1 2-36-16,-2 0 1 0,0 4-37 0,0 10 58 15,-2 5-21-15,0 8-8 0,3 5-29 0,-1 8 78 16,1-3-39-16,4 5 1 16,1-5 46-16,3 12-47 0,0-7 0 0,0-2-16 15,0-5-1-15,5 0-22 0,7-3 9 0,3-4-132 16,2-2 61-16,-1-5 32 0,3-3-1 0,2-2-103 15,-2-3 74-15,7-4 27 0,-1-3-10 0,-1-3-419 16,1-3 175-16,-3 0 118 0,-1-3-323 0,6-12 217 16</inkml:trace>
  <inkml:trace contextRef="#ctx0" brushRef="#br0" timeOffset="-205599.66">9413 11057 932 0,'-10'-13'0'0,"4"6"0"0,2 1 0 0,1 0 0 0,3 1 0 0,0-3 0 0,0 3 367 0,11 1-167 0,6 0-83 16,1 2-42-16,7 2 156 0,-2 0-91 0,3 6-58 16,-1 9-24-16,-2 4 29 0,-2-1-26 0,-1 7-1 15,-8-4-18-15,2 8-9 0,-7-1 0 0,-5 3-28 16,-2 1 28-16,0-2-1 16,-12 2 9-16,-4-4-10 0,-5-2 2 0,1-1-1 15,-3-5 1-15,-2-5-80 0,4-2 49 0,-7-1-9 16,10-6 11-16,-5-3-91 0,4-1 40 0,6-2 25 15,1 0-365-15,0 0 170 0,8-7 99 0,4-9-178 16,0-2-66-16,7-7 156 0,14-1 91 0</inkml:trace>
  <inkml:trace contextRef="#ctx0" brushRef="#br0" timeOffset="-205396.58">9726 10931 1247 0,'6'-14'0'0,"-5"4"0"0,1 7 0 0,-2-1 0 0,0 1 0 0,0 2 0 15,-9 1 0-15,-3 0 0 0,3 9 448 0,-4 10-211 0,1 3-103 0,2 5-50 0,0 3 243 16,-1 4-147-16,5 2-65 0,4-3 47 0,2 3-65 16,0-2-32-16,0-3 10 0,11 0-21 15,7-3 8-15,1-2-30 0,3-3-190 16,2-5 95-16,1-1 48 0,1-5 24 0,-1-5-394 0,2 0 205 16,0-4 50-16,-6-3 72 0,3 0-536 0,-4 0 281 15,1-10 132-15,0-5-305 0,-6-1 227 0</inkml:trace>
  <inkml:trace contextRef="#ctx0" brushRef="#br0" timeOffset="-205231.99">9951 11054 1033 0,'-5'-8'0'0,"1"4"0"0,2 3 0 0,2-1 0 0,0 0 0 0,0 0 0 0,2 2 122 0,7-2-36 16,8 2-31-16,0 0 340 0,2 0-181 0,2-2-91 15,1 2-45-15,1 0 154 0,-2 0-103 0,-1 0-49 0,1 0-23 16,-2 0-288-16,-1 0 131 0,-1 0 75 0,0 0-475 15,-2 0 267-15,-2 0 132 0,-1 0-508 16,-1 0 292-16</inkml:trace>
  <inkml:trace contextRef="#ctx0" brushRef="#br0" timeOffset="-205060.4">10284 10892 889 0,'0'-1'0'0,"0"-1"0"0,2 2 0 0,-1 0 0 0,-1 0 0 0,2 0 0 0,0 5 0 0,0 6 231 0,0 4-99 16,1 4-50-16,-1 2-16 0,3 7 320 0,-2-2-176 15,-1 4-89-15,0 0-44 0,-2 0 208 0,0-4-118 16,0 6-71-16,0-3-107 0,0-6 22 0,0-2 0 16,0 2-397-16,0-6 218 15,0-3 97-15,0-5 51 0,0-2-256 0,2-3 112 16,2-4 90-16,1 0-63 0</inkml:trace>
  <inkml:trace contextRef="#ctx0" brushRef="#br0" timeOffset="-204837.89">10381 10822 1559 0,'9'-3'0'0,"5"1"0"0,1 0 0 0,0 2 0 0,3 0 0 0,3 0 0 0,0 6 0 0,4 5 0 0,-3 4 0 0,2 2 200 0,-3 5-83 16,-1 3 114-16,0 1-91 0,-8 4-58 0,2 0-24 16,-7 4 2-16,-5 2 0 0,-2 0-27 0,0 3 8 15,-4 2-43-15,-10-1 35 0,-3-1-1 0,-3-9-79 16,-1 2 39-16,-4-4 9 0,2-4 32 0,-3-4-208 15,-1-4 102-15,4-2 16 0,3-7-330 16,0-1 161-16,3-6 106 0,2 0 12 0,4-2-267 0,2-19 171 16,5-7 85-16</inkml:trace>
  <inkml:trace contextRef="#ctx0" brushRef="#br0" timeOffset="-204559.07">10592 10683 1355 0,'21'-18'0'16,"-3"3"0"-16,8 0 0 0,-3 2 0 0,0-1 0 0,1 5 0 0,-1 2 0 0,-1 5 259 0,3-1-118 0,-5 3-53 0,1 0 148 0,-5 7-102 16,-2 7-50-16,-3 3-13 0,-6 4-39 0,-3 4 1 15,-2-3 0-15,0 0-174 0,-5 1 87 0,-6-4 51 16,-7 3 14-16,0-5-159 0,1-3 90 16,-1-3 46-16,-3-2-7 0,2-1-93 0,4-3 55 15,0-1-32-15,5 0 192 0,3-2-78 16,4-2-23-16,-1 0 337 0,2 0-168 0,2 0-67 15,0 0-48-15,11 0 132 0,5 0-78 0,7 0-31 0,5 0-7 16,1-2-14-16,1-3-1 0,0-1-24 0,-2 2 0 16,-3 0-238-16,5 0 115 15,-10 2 61-15,3 1-257 0,-1-2 125 16,-2 2 91-16,3 1-720 0,-5 0 382 0</inkml:trace>
  <inkml:trace contextRef="#ctx0" brushRef="#br0" timeOffset="-204381.55">10973 11024 1066 0,'-11'7'0'0,"4"-1"0"0,3-1 0 0,2-3 0 0,2 0 0 0,0 0 0 0,0-2 0 0,9 0 418 0,8 1-192 0,5 2-97 16,5-3 214-16,-4 0-147 0,10 2-86 0,-3-1-39 16,1-1-77-16,-3 3-1 0,0 0 40 0,-6-2-174 15,4 4 83-15,-3-2 45 0,-2 3 23 0,-3-2-469 16,-2 2 254-16,-5-3 106 0,0 1 65 0,-3-1-628 0</inkml:trace>
  <inkml:trace contextRef="#ctx0" brushRef="#br0" timeOffset="-204208.01">11227 10721 1995 0,'-3'4'0'0,"1"7"0"0,2 2 0 0,0 8 0 0,0 3 0 0,0 4 0 0,0 8 0 0,0 11 0 0,0 2 271 0,0 2-119 0,-3 2-60 15,-4 3 28-15,1 0-35 0,1 2-30 0,-2-3-1 16,4-5-285-16,-1-3 132 0,2-9 66 16,2-1 41-16,0-5-543 0,0-10 284 0,6-7 142 15</inkml:trace>
  <inkml:trace contextRef="#ctx0" brushRef="#br0" timeOffset="-203997.58">11531 10935 1255 0,'1'-18'0'0,"-1"5"0"0,0 5 0 0,0 4 0 0,0-2 0 0,0 4 0 0,-11 2 0 0,1 0 435 0,-6 20-201 0,1 4-101 0,0 6-42 16,0 11 318-16,3 2-188 0,3 6-94 0,4 0 174 16,3 0-135-16,2-10-58 0,0 8-41 0,9-13-170 15,9 1 68-15,2-4 34 0,4-6-487 0,3-2 268 16,1-3 122-16,0-8 66 0,2-2-337 15,2-7 109-15,-2-3 127 0</inkml:trace>
  <inkml:trace contextRef="#ctx0" brushRef="#br0" timeOffset="-203816.34">11743 11005 880 0,'-6'-9'0'0,"3"5"0"0,1 2 0 0,2 0 0 0,-2 0 0 0,2 2 505 0,0 0-236 15,0 0-118-15,6 6 283 0,4 7-205 0,2 3-98 16,1 5-49-16,1-1-176 0,-1 5 64 0,-1-4 39 0,4 2-240 16,-3-5 131-1,2 1 67-15,1-2 33 0,2-2-577 0,1-1 297 16,-5-5 145-16</inkml:trace>
  <inkml:trace contextRef="#ctx0" brushRef="#br0" timeOffset="-203625.85">12036 10918 440 0,'0'-21'0'0,"0"7"0"0,0 2 0 0,0 3 0 0,0 3 0 16,0 3 434-16,0 1-204 0,0 2-99 0,0 0-49 15,-1 13 356-15,-7 9-203 0,-2 9-92 0,-3 8-60 16,0 2 214-16,0 4-132 0,-3 2-67 0,2 2 22 16,-3 2-35-16,2 2-31 0,-2-3-68 15,0 2 24-15,0-4-1 0,2-3 24 0,4-11-442 16,3 1 217-16,3-11 113 0,1-1-620 0,4-4 303 15,0-6 183-15</inkml:trace>
  <inkml:trace contextRef="#ctx0" brushRef="#br0" timeOffset="-203456.27">12047 11134 1514 0,'12'-9'0'0,"5"3"0"0,4-2 0 0,-2 0 0 0,6-2 0 0,-2 0 0 0,2 3 0 0,-4 1 0 0,9-2 400 0,-3 1-185 0,-3 1-90 0,-3 3-47 16,2 1-197-16,-1 0 83 0,1 2 31 0,-2 0-562 16,-5 0 300-16,2 0 149 15,-2 0 76-15</inkml:trace>
  <inkml:trace contextRef="#ctx0" brushRef="#br0" timeOffset="-203173.67">12559 10832 693 0,'1'-2'0'16,"3"0"0"-16,1 0 0 0,-3 2 0 0,0 0 0 0,0 0 96 0,-2 14-31 0,0 4 8 0,-7 7 252 0,-6 3-147 16,-4 2-72-16,0 2-37 15,-2 2 113-15,-2 0-66 0,1-2-46 0,-1-2 0 16,0-3-58-16,3-2 21 0,1-2 0 0,4-8 52 16,1-1-30-16,5-7 0 0,1 2 5 15,3-6-1-15,1-1-26 0,2-2 8 0,0 0 108 0,2 0-57 16,12 0-30-16,7-2 0 0,6-3 39 0,1-2-26 15,2 0-9-15,0 0-145 0,0 1 55 16,0 3 29-16,0-2 0 0,-4 4-279 0,8-3 148 16,-8 2 56-16,-3 1-399 0,-1 1 205 0,-3 0 119 15,-6 0 35-15,-4 0-128 16,-1 0 103-16,-4 0 51 0,-2 3 25 0,-2-1-255 0,0 0 132 16,0-2 79-16</inkml:trace>
  <inkml:trace contextRef="#ctx0" brushRef="#br0" timeOffset="-203004.12">12605 10884 1444 0,'-15'-5'0'0,"4"1"0"0,1 4 0 0,5 0 0 0,1 1 0 0,1 15 0 0,1 0 0 0,2 9 0 0,0 4 221 0,0 1-94 0,0 3-47 16,0 0 238-16,0 5-143 0,2-3-63 0,1 4-43 16,-1-2-112-16,2 2 37 0,-2-4 1 0,-1-1 38 15,3-2-178-15,0-3 84 0,-1-8 48 0,4 0-530 16,-2-8 289-16,1-3 93 0</inkml:trace>
  <inkml:trace contextRef="#ctx0" brushRef="#br0" timeOffset="-202807.65">12752 10964 1606 0,'19'-15'0'0,"1"5"0"0,10 8 0 0,-2 2 0 0,-1 0 0 0,-5 9 0 0,1 10 0 0,-3 6 0 0,-1 5 469 0,-4 4-217 16,-1 8-110-16,-7-2-55 0,-2-2 146 0,-3 9-105 15,-2-6-47-15,0-5-79 0,-11-1 31 16,-2-3 0-16,2-9-307 0,-8 3 149 16,2-7 79-16,-2-3 39 0,-3 0-451 0,-2-3 243 15,3-5 51-15,-2-1 82 0,3-7-380 16,1 0 214-16,2 0 108 0,0-15 54 0,1-11-219 0</inkml:trace>
  <inkml:trace contextRef="#ctx0" brushRef="#br0" timeOffset="-202554.93">12906 10734 1607 0,'24'-26'0'0,"3"5"0"0,3 5 0 0,2 0 0 0,-4 4 0 0,-4 0 0 0,-2 6 175 0,-2 5-64 0,0 1-42 15,-3 0 123-15,-2 4-79 0,-5 11-40 16,-5 5 124-16,-3 6-74 0,-2 4-49 0,0-2-21 16,-11 1-124-16,-3-4 51 0,0 0 27 0,-2-4 7 15,-2 3-61-15,2-6 40 0,0-3-1 0,1-2 41 16,4-2-50-16,2-4 33 0,2-1-24 0,2-1 115 15,3-2-55-15,2 0-39 0,0 1 318 16,5-2-143-16,13 0-77 0,6-2-40 16,2 0 203-16,0 0-5 0,2 0-269 0,-3 0 0 15,9-2-169-15,-6-2 117 0,2 0 42 0,-3 0-270 16,-3 2-240-16,-2 2 284 0,-5 0 90 0</inkml:trace>
  <inkml:trace contextRef="#ctx0" brushRef="#br0" timeOffset="-201804.09">14060 10637 931 0,'0'-12'0'0,"0"9"0"0,0 0 0 0,0 2 0 0,0 1 0 0,0 0 0 0,0 1 0 0,0 11 315 0,-5 3-141 0,-1 6-63 0,-4 5-43 16,-4 0 85-16,-1 2-60 16,-2 3-31-16,-1-4 28 0,-3 2-21 0,-2-3-8 15,-1-2-28-15,0-3-39 0,-1-2 0 16,0-4 38-16,4-5 33 0,1-1-9 0,0-3-23 0,3-3-1 16,7-1 87-16,-1 0-43 0,6-2-13 0,1 0-9 15,2 0 119-15,2 0-71 0,0 0-34 0,0 4 10 16,9 1-46-16,11 3 1 0,0 1 0 0,6 1 69 15,4-1-34-15,2 3 7 0,0-3-71 0,2 2 0 16,-3-2 29-16,1 1 0 0,-2-1-215 16,-3 1 116-16,3 0 45 0,-4 0 27 15,-1-1-552-15,-7 1 266 0,3 3 100 0,-2-2-213 16,-4 2 184-16,-1 3 89 0,-4-1 43 0</inkml:trace>
  <inkml:trace contextRef="#ctx0" brushRef="#br0" timeOffset="-201614.6">13847 11286 725 0,'-19'0'0'0,"8"0"0"0,3 0 0 0,4 0 0 0,1 0 0 0,1 0 409 0,2 0-181 16,0-1-101-16,3 1-48 0,9 0 366 0,5 0-206 16,0 0-103-16,1 0 217 0,7 9-164 15,-4 1-78-15,1 1-40 0,0 3-68 0,1 0 0 0,-2 1 38 16,5 2-368-16,-2-2 180 0,1 2 89 0,3-2 46 15,-1 2-635-15,-1-4 343 0,2 0 69 16</inkml:trace>
  <inkml:trace contextRef="#ctx0" brushRef="#br0" timeOffset="-201087.48">14869 10776 928 0,'0'-25'0'0,"0"3"0"0,0 3 0 0,0 0 0 0,0-4 0 0,0 3 0 0,0 0 0 0,-7-5 0 0,-2 4 166 0,-2-3-66 0,-1 3-34 0,-4 2 71 16,-1 5-44-16,-5-2-34 0,-1 6-5 0,-3 3 0 15,-1 5-22-15,-3 2 1 0,0 0 13 0,0 19-13 16,-4 8 0-16,4 2 0 0,2 7 25 0,3 3 1 15,5-3-18-15,1 10 68 0,10-13-39 16,5 3 1-16,4-1 84 0,0-4-61 16,4-1-22-16,13-5-9 0,3-8-43 15,3 0 12-15,5-7 1 0,3-4 0 0,0-6-68 16,1 0 30-16,0-4 0 0,0-10-144 0,-2-5 91 16,-3-1 42-16,-3-2 31 0,-4 0-216 0,-1-3 103 0,-4 1 17 15,-1 0 56-15,-7 3-11 0,2 0 8 0,-5-1-29 16,-1 2 262-16,-2 4-113 0,-1 3-54 0,0 2-23 15,0 1 128-15,0 2-57 0,-6 2-41 0,2 5 16 16,-1-2 201-16,1 3-114 16,-1 0-50-16,1 10-1 0,0 9-32 0,3 5 0 15,-2 6-32-15,3 11 66 0,0-2-25 16,0 15-9-16,0 0 35 0,0 12-33 0,0-4-1 0,0 4 107 16,0-4-173-16,3 17 0 0,-2-8 0 0,-1 1 0 15,0-5 0-15,0-4-203 0,0-13 205 0,0 4-321 16,0-5 164-16,-1-11 62 0,-4-3-194 15,1-11 112-15,3 1 64 0,-1-8 40 0,0-7-175 16,0-3 108-16,2-4 52 0,0 0 26 16,0-3-393-16,0 0 214 0,0 0 103 0</inkml:trace>
  <inkml:trace contextRef="#ctx0" brushRef="#br0" timeOffset="-200897.83">15402 11448 2217 0,'0'0'0'0,"0"0"0"0,0 0 0 0,0 0 0 0,2 0 0 0,0 0 0 0,-2 0 0 0,0 0 293 0,0-2-131 0,0-5-64 15,0-9-584-15,0 3 267 0</inkml:trace>
  <inkml:trace contextRef="#ctx0" brushRef="#br0" timeOffset="-193680.25">10663 12265 456 0,'-4'1'0'0,"1"-1"0"0,1 0 0 0,0 3 0 0,2-3 0 0,-2 0 0 0,2 0 76 16,0 0-21-16,0 0-1 0,0 0-13 0,0 0 46 15,0 0-28-15,4 0 1 0,5 0 32 0,3 0-30 16,1 0 9-16,2 0-6 0,1 0-32 0,4 0-1 16,0 0 1-16,-1 0 26 0,4 0 8 0,-2-3-35 15,4 3 1-15,-6 0-36 0,1-1 35 16,1-2 1-16,-2 2 8 0,-2 1-66 15,0-2 28-15,-4 0 1 0,-1 0-53 0,-3 0 31 16,-2 2 28-16,-2 0-67 0,-3 0 37 0,1 0 6 16,-1 0-1-16,-2 0-122 0,0 0 67 0,0 0 19 15,-2 0 23-15,-6 0-84 0,1 0 48 0,-3 0 9 16,2 0-5-16,-1 0-15 0,-2 0 21 0,2 0-7 16,-1 0 76-16,1 0-32 0,2 0 8 0,-3 0-23 15,2 0 129-15,1 0-58 16,0 0-33-16,2 4 91 0,0 4-44 0,-1-1-31 15,4 1-1-15,1 2 178 0,-1 1-95 0,2 0-18 16,0 2-6-16,0 2 73 0,0 0-60 0,0 2-30 16,2 2 27-16,-1 1-20 0,3 5-9 0,0-2-25 15,-1 3-4-15,2 0 1 0,-3 4 0 0,0 0-29 16,-1 3 29-16,-1 2-1 16,0-1 1-16,0 1-68 0,0-1 34 0,0-2 8 0,0-2 19 0,0-2-118 15,-3-2 43-15,-4-4 33 0,2 2-81 0,-2-6 52 16,-2 2 11-16,-2-4-1 15,2-1-17-15,-2-2 21 0,0 1-14 0,1-7 29 16,0 2-7-16,-2-1 7 0,4-3-10 0,-1-1 51 16,4-2 0-16,-3 0-44 0,2-2 9 0,3 0 146 15,-1 0-63-15,2 0-38 0,2 0 196 0,-2 0-103 16,2 0-43-16,0 0 93 0,0 0-73 16,0 0-36-16,4 0 0 0,7 0 43 0,4 0-44 0,2 0 0 15,2 0-35-15,2 0 26 0,1 0 0 16,-1 0-18-16,3 0-8 0,-1 0-31 15,-1 0 30-15,1 0 1 0,-2 0-107 0,-1 0 62 16,-1 0 18-16,-3 1-261 0,0 1 125 0,-2-2 72 16,0 3 15-16,-5-3-378 0,1 0 180 0,-1 0 104 15,-1 0 52-15,-1 0-328 0,3-3 191 0,-3-7 86 16,2-3 56-16,-1-4-136 0,2-6 91 0</inkml:trace>
  <inkml:trace contextRef="#ctx0" brushRef="#br0" timeOffset="-193492.58">11224 12529 1079 0,'5'-5'0'16,"2"1"0"-16,0 2 0 0,3-1 0 0,0 0 0 0,1 0 0 0,-1-1 0 0,4 0 0 0,-1 1 321 0,2-1-144 0,0 0-72 0,0-1-36 0,0 3 116 16,2-2-68-16,0 2-47 0,0-2 1 0,1 2-63 15,0 0 0-15,-1 0 25 0,-1 1-185 16,0-1 88-16,-2 0 49 0,0 0-378 15,-5 1 212-15,2 1 107 0,-4 0-7 0,0 0-459 0</inkml:trace>
  <inkml:trace contextRef="#ctx0" brushRef="#br0" timeOffset="-193169.44">11366 12734 780 0,'-15'8'0'0,"1"1"0"0,3-1 0 0,4-5 0 0,-3 3 0 0,3-2 125 16,3-2-46-16,1 0-23 0,3 1 354 0,0 0-189 16,0 0-86-16,1 2 167 0,8-1-134 0,2-1-68 15,5 2-33-15,-2-3 105 0,6 0-62 0,-1 0-42 16,1-2-1-16,1 0-25 0,0 0-9 0,-1 0 0 16,-1 0-68-16,0 0 31 0,-1 0-1 0,-2 0 38 15,0 0-61-15,-2 0 31 0,-3 0 8 0,0 0-125 16,-1 0 70-16,-3 0 1 15,0 0 28-15,-3 0-89 0,0 0 48 0,-3 0 6 16,2 0-1-16,-1 0 54 0,-2 1-20 0,0-1-13 16,0 0 61-16,0 0-22 0,0 0-1 0,0 0 6 15,0 0-1-15,0 2-17 0,0 2-6 0,0-1-135 16,0 2 67-16,0-1 35 0,0-1 1 0,0 2-529 16</inkml:trace>
  <inkml:trace contextRef="#ctx0" brushRef="#br0" timeOffset="-189441.59">12610 12252 965 0,'0'0'0'0,"0"-3"0"0,0 1 0 0,0 1 0 0,0-1 0 0,0 1 0 0,0-2 0 0,0 2 0 0,0-5 0 0,0-1 0 0,0-3 120 0,0-1-44 0,0 2 4 0,0-7-8 15,0 3-39-15,-1-1 0 0,1-3-61 0,-4 5 31 16,0-3 7-16,1 2 23 0,-3 0-42 0,1 1 21 16,-2 1 0-16,2 2 20 0,-2 1-12 0,-1 1 12 15,1 1 17-15,-1 2 1 0,-1 3-42 0,1-1 13 16,-2 0 91-16,1 2-46 16,-2 0-14-16,2 0 0 0,-3 0 49 0,5 4-35 15,-2 3 10-15,-1 1-44 0,1 1 67 0,2 1-34 16,1-2 1-16,-2 7-5 0,2-3 7 0,3 5-35 15,1 1 46-15,-2 7-23 0,4-1-1 0,0 5-22 16,0 1 78-16,0 2-43 0,0 3 0 0,2 9-35 16,4-3 52-16,-1 4-26 0,1-4 8 0,0 10-35 15,-2-4 26-15,1-2-1 0,-1-2-24 0,-2-4-49 16,-1-4 33-16,1 4-9 16,-2-4 25-16,0-1-34 0,0-4 1 15,0 2 32-15,-2-7-97 0,-5 5 43 0,0-10 10 0,-3 1 0 16,-1-5-136-16,0 0 77 0,-1-4 19 0,1-7 27 15,0 0-201-15,-1-3 103 0,1-2 32 0,-1 0-174 16,3 0 108-16,0-2 66 0,2-8 29 16,1-5-103-16,2 1 65 0,4-6 26 0,0-5-297 0,2-1 169 15,11-3 84-15,6-1 43 16,5-5-312-16</inkml:trace>
  <inkml:trace contextRef="#ctx0" brushRef="#br0" timeOffset="-189074.94">12943 12253 906 0,'8'-21'0'0,"-4"1"0"0,1 1 0 0,-3-1 0 0,-2 1 0 16,0-2 0-16,0 3 140 0,0-1-53 0,-2 2-19 0,-3-1 45 0,-1 4-40 16,0-1 0-16,1 4-40 0,-1 1 68 0,-1 3-25 15,0-1-9-15,0 4-34 0,0 1 31 0,-2 1-31 16,1 0 0-16,-2 2 54 0,1 0-31 0,-3 2 0 15,2 7-23-15,-1 3 71 0,-1 1-36 16,1 4 9-16,0-2 16 0,1 3-30 0,1 1-1 0,2 2-29 16,-1 1 136-16,2-1-60 15,0 5-42-15,3-1 0 0,1 2 105 0,0 0-69 0,2 1-36 16,0 2 99-16,0 3-71 0,0 2-31 16,0 1 0-16,0 7-17 0,0-3-14 15,0-7 8-15,2 7-84 0,0-3 39 0,3-3-1 0,-1 0 38 16,-1-6-101-16,0-4 58 0,-1 3 18 0,0-5 0 15,-2 1-303-15,0-2 119 0,0-3 87 0,0 1-439 16,-4-3 251-16,-4 2 123 0,-1-2 60 16,2 3-405-16,-3 1 233 15,0 2 108-15,0 3-357 0,-2-3 241 0</inkml:trace>
  <inkml:trace contextRef="#ctx0" brushRef="#br0" timeOffset="-188818.82">12577 13134 1341 0,'-9'0'0'0,"1"0"0"16,5 0 0-16,-3 0 0 0,2 0 0 0,0 0 0 0,2 0 0 0,0 2 0 0,2 2 0 0,0 2 432 0,0 5-192 0,2 1-108 0,2 6 236 0,6 3-168 16,-5 3-84-16,3 4-41 0,-3-3 103 0,1 8-77 15,-2-3-33-15,0 1-1 0,-1-3-34 0,-1 0 0 16,0-6 8-16,0 3-101 0,-2-5 47 15,0-3 23-15,0-2-215 0,0-5 119 0,0-1 68 16,0-5 21-16,0 0-414 0,0-4 199 0,-4 0 55 0,1 0 64 16,-1-4-352-16,2-9 211 0,-1-6 100 0,2-6 51 15,-1-3-173-15,0-4 111 0</inkml:trace>
  <inkml:trace contextRef="#ctx0" brushRef="#br0" timeOffset="-188550.51">12515 13144 791 0,'-6'-16'0'0,"1"7"0"0,3 0 0 0,0 2 0 0,2-3 0 0,0 1 0 0,0 0 458 0,6-1-212 0,6 0-99 0,6 3 142 16,1-1-128-16,5 5-64 0,2 1 360 0,2 2-211 16,2 0-99-16,-3 2-61 0,1 9 173 0,-3 2-113 15,-1 3-56-15,-2 0-29 16,-5-1 5-16,2 5-8 0,-4 2-25 0,-4-3 0 16,-1 7-57-16,-4-2 29 0,-5 4 8 0,-1 4-9 15,0-2 1-15,-1 4 28 0,-13 0-40 16,-2-2 9-16,-5-1 191 0,-2 0-193 0,-1-5 0 0,-2-4-168 15,-4-1 158-15,1-4 3 0,-1-4-33 0,2-4 24 16,5-1-2-16,0-2-62 0,5-4 40 16,3-2 22-16,2 0-7 0,2 0-190 0,5-2 94 0,0-8 53 15,6-1 13-15,0-2-175 0,0 0 100 16,7 0 49-16,11-1-493 0,3 1 271 16,2 7 135-16</inkml:trace>
  <inkml:trace contextRef="#ctx0" brushRef="#br0" timeOffset="-185079.39">13364 12560 621 0,'0'2'0'0,"-3"-2"0"0,-5 0 0 0,2 3 0 0,-1-3 0 0,-1 0 0 0,3 0 0 0,-3 0 0 0,2 0 91 16,1 0-34-16,-1 0 59 0,3-3-41 0,1-5-22 15,0 1 1-15,0-3 17 0,2-1-7 0,0 0-31 16,0-3-1-16,0 1 56 0,0-2-28 0,0 2 8 16,0 0-35-16,0 0 73 0,0-3-36 0,2 6 0 15,3-4 41-15,1 5-31 16,-1-4-8-16,3 3 18 0,2 1-28 0,-1 4-1 0,0-3-28 16,5 4-29-16,-2 0 29 0,4 2 0 0,-2 2-1 15,4 0-24-15,-4 0 0 0,4 8 33 0,0 5-8 16,-1 0-59-16,2 6 29 0,-2 0 0 0,-2 2-35 15,-4-5 34-15,2 9-7 16,-1-1-16-16,-5 0 28 0,0 1 6 0,-1 0-13 0,-5-3 54 16,2 6-44-16,-3-1 1 0,0-1 2 0,0-1 11 15,-4-3-4-15,-5 4-7 0,-4-3 9 16,-1-1-35-16,-2-1 3 0,-2-4 24 16,2-3-31-16,-5-2-3 0,0-1 28 0,-4-3 31 0,5-2-3 15,0-3-26-15,-3-1-3 0,5 0 127 0,0-1-58 16,4-1-30-16,2 3 6 0,1-3 62 0,4 0-29 15,1 0-33-15,4 0 7 0,-1 0 134 16,3 2-81-16,0-2-39 0,0 0 1 0,11 1-8 0,3 2-33 16,5-3 17-16,6 1-18 0,0-1 1 15,-4 0 150-15,9 2-183 0,-3-2 0 16,1 0 0-16,0 0 0 0,-1 2 0 0,-7-2 0 16,3 2 0-16,-2 0 0 0,-3 0 0 0,-1-1 0 15,-2 2 0-15,-3-2 0 0,-3 1-166 0,0-2 149 16,-3 0-152-16,0 0 82 0,-1 0 23 0,-1 0 24 15,-1 0-193-15,1 0 100 0,0 0 49 0,0-2 25 16,2 1-365-16,3-5 188 0,0-2 106 0,5 4 48 16,0 1-264-16,7 0 156 15</inkml:trace>
  <inkml:trace contextRef="#ctx0" brushRef="#br0" timeOffset="-184316.39">14407 12562 389 0,'-6'0'0'0,"2"0"0"0,2 0 0 0,0 0 0 0,0 0 0 0,-1 0 227 0,1 0-97 16,-2-2-49-16,0 1 22 0,3-4-35 0,-3-1 8 15,0 2-43-15,-2-1 39 0,0-1 1 0,-1-1-40 16,-2-1 0-16,1 1 42 0,-3-3-42 0,2 3-1 16,-5 0 1-16,3-1 53 15,-1 2-27-15,-2 2 8 0,-1 2-1 0,-2 1-1 16,2 1-33-16,-2 0 28 0,0 0-27 0,0 5 8 16,0 4-8-16,1 5 23 0,0 1 0 0,2 5-23 15,0 1 0-15,5 0 45 0,0 5-8 0,1-1-38 16,4-1 1-16,2 2 31 0,2 2-1 0,0-7-22 15,0 8-3-15,5-5-6 0,2-5 1 0,4-1-41 16,2 0 0-16,2-4 49 0,1-3-8 0,0-3-34 16,1-4 1-16,-2-1 32 0,2-3-8 15,-1 0-112-15,2-3 42 0,-2-12 32 0,0-6 0 16,0-5-96-16,0-2 43 0,-4-2 33 16,6-12-122-16,-7 4 71 0,2-4 21 0,-2-3-92 0,-2-5 58 15,1-4 24-15,-2-10 8 0,-3 3-10 0,-1-2 21 16,-1 0 0-16,-1 8 14 0,-2-15-51 0,0 20 30 15,0-3-1-15,0 8 116 0,0 9-43 16,0 8-29-16,-2 5 7 0,-1 3 228 0,-1 11-124 16,0 0-42-16,-1 9-38 0,1 0 311 0,-2 3-157 15,-1 17-42-15,3 9-2 0,-1 3-42 16,1 9-24-16,2-3 8 0,2 13 68 0,0-3-50 16,0 0-24-16,0 6 35 0,2 9 16 0,0-10-31 15,1 15-7-15,1-8 21 0,0-7-30 16,-1 4 1-16,1-4-132 0,2-10 60 0,0 1 16 15,-1-7 1-15,3-5-226 0,-3-8 123 0,1-4 62 16,0-3 14-16,-1-4-189 0,-1-6 75 0,0-2 64 16,-1-3-239-16,1-2-29 0,1 0 144 15,0 0 84-15,2-2-318 0,1-12 198 16,3-7 98-16</inkml:trace>
  <inkml:trace contextRef="#ctx0" brushRef="#br0" timeOffset="-184043.12">14568 12432 875 0,'4'-17'0'0,"3"4"0"0,3 2 0 0,-1-3 0 0,0 3 0 0,1 4 272 0,1-1-124 0,0 3-57 16,1 1 361-16,4 2-210 0,-2 2-104 0,2 0-45 15,0 3 181-15,-2 11-121 0,4 3-60 0,-7 0-23 16,1 2-1-16,-3 3-28 0,-2 6-8 0,-2-1-27 16,-3 1 1-16,-2 1 25 0,0 2-108 0,0-2 63 15,-11 2 18-15,-1-4 1 0,-4 1-87 0,-1-8 56 16,-1 0 30-16,0-4-17 0,-5 0-145 0,0-2 77 15,-2-3 15-15,1-2-20 0,-1 1 20 16,3-2 18-16,-1-4-105 0,4 1 60 0,3-3 29 16,6-2 0-16,1 0-58 0,3 0 49 15,6 0-1-15,0-7 40 0,0-3-262 0,15-5 132 16,0 1 56-16,10-4 42 0,-1 1-293 0,4-2 162 16</inkml:trace>
  <inkml:trace contextRef="#ctx0" brushRef="#br0" timeOffset="-183784.81">15131 12315 263 0,'7'-18'0'0,"-4"3"0"0,-1-1 0 0,0-1 0 0,-2 1 101 0,0 1-36 16,0 2 0-16,-7 1 135 0,-7 1-87 0,1 4-40 16,-4 3 0-16,1 2 122 0,-5 2-82 0,0 0-31 0,-6 8-9 15,5 8 98-15,-2 7-69 0,-1 4-35 0,-3 7 169 16,7-2-93-16,-3 9-59 0,5-2-26 0,3 1 92 15,6-7-58-15,0 5-30 0,5-5 152 16,5 1-95-16,0-5-43 0,0-1-22 16,2-2-39-16,9-4 18 0,1-1 8 0,4 0-8 0,1-3-232 15,0-2 115-15,0-3 59 0,1-2 29 16,3-1-430-16,0-5 217 0,1-2 55 0,4 1-428 16,-1-4 275-16,2 0 137 0,3 0-140 0</inkml:trace>
  <inkml:trace contextRef="#ctx0" brushRef="#br0" timeOffset="-183265.26">15593 12547 545 0,'4'-14'0'0,"-1"3"0"0,-1 0 0 0,-2-4 0 0,0-2 0 0,0 0 0 0,-9 2 0 0,2-2 0 0,-4 2 204 0,1 0-86 15,-3 2-42-15,1 0 100 0,-4 1-71 0,1 3-28 16,0 4 70-16,-1 0-56 0,-2 4-30 0,-1 1 0 15,1 0 17-15,-1 9-15 0,-1 12-7 0,1 1-24 16,1 5 98-16,2 3-49 16,2 4-24-16,3-1 63 0,2 5-47 15,4-4-1-15,0 1-39 0,5-5 107 0,0 0-54 16,0-5-18-16,2-3-3 0,6-1 0 0,3-6-32 16,2-1 0-16,0-7-30 0,2-2 9 0,2-3 20 0,1-2 1 15,0 0-84-15,3-11 41 0,-1-8 22 0,-1-3-183 16,2-5 93-16,-3-5 28 0,3-7 32 0,-3 2-255 15,-2-5 130-15,-5 3 30 0,4-16-91 0,-4 5 86 16,-1-5 43-16,-1-9 20 0,-3 4-20 0,-1 6 13 16,1-4 8-16,-2-1 21 15,-2 5-3-15,0 5 4 0,0 13-1 0,-2 5 148 16,0 0-70-16,0 8-38 0,0 9-1 0,-4 5 317 16,-2 3-168-16,2 2-51 0,1 4 205 0,-3 0-126 15,1 6-75-15,1 16-38 0,-1 5 39 0,3 5-31 16,-3 9-7-16,5 2-38 0,0 3 71 0,0 8-35 15,0 0 0-15,0 2 108 0,0 12-76 16,2-3-35-16,6 1 1 0,-1 0 1 16,1-4-1-16,1-9-26 0,1-1-114 0,1-4 52 15,-2-13 28-15,1 1-1 0,1-7-188 0,-4-6 116 16,1-5 45-16,-2-4 9 0,-1-5-178 0,-1-3 63 16,0-3 64-16,-1-2-442 0,1-1 241 0,-1 0 115 15,0 0 58-15,3-8-387 0,-3-6 214 0,5-9 119 16</inkml:trace>
  <inkml:trace contextRef="#ctx0" brushRef="#br0" timeOffset="-183097.72">15821 12438 1310 0,'2'-9'0'0,"0"3"0"0,1 1 0 0,3 4 0 0,-1-1 0 0,-1 2 0 0,2 0 0 0,0 0 0 0,3 8 490 0,2 5-233 0,3 5-112 0,-2 1-56 15,4 4 270-15,-2 1-163 0,4 0-73 0,-4 3-52 16,4-5 0-16,-6 1-38 0,2-6-357 0,1 0 179 15,0-5 96-15,0-3 38 0,0-7-640 0,0-2 343 16,0 0 103-16,-2 0 107 16</inkml:trace>
  <inkml:trace contextRef="#ctx0" brushRef="#br0" timeOffset="-182799.51">16292 12066 1677 0,'0'-7'0'0,"0"1"0"0,0 2 0 0,0-1 0 0,-2 2 0 0,-3 2 0 0,1-1 0 0,-2 2 348 0,-1 0-150 0,-2 15-86 0,-1 9 372 0,-3 10-226 15,0 5-112-15,-3 9-57 0,2 7 254 0,-5 14-159 16,2 5 72-16,-4 15-256 0,0-1 0 0,1 5 0 16,-1-4 0-16,-7 20 0 0,5-11 0 0,2-5 0 15,3-18 0-15,1 1 0 0,6-17 0 0,-2 2 0 16,3-8 0-16,1-9 0 0,2-9 0 0,0-2 0 15,-2-12 0-15,4-4 0 0,-1-8 0 0,3-1 0 16,-3-4 0-16,3-4 0 0,-2 0 0 0,3 0-236 16,0 0 174-16,2 0 26 15,0 0-261-15,0 0 120 0,-1 0 77 0,1 0 33 16,0 0-271-16,0 0 152 0,0 0 77 0,0 0 30 16</inkml:trace>
  <inkml:trace contextRef="#ctx0" brushRef="#br0" timeOffset="-182136.18">16732 12385 1398 0,'-10'-8'0'0,"5"5"0"0,1 3 0 0,4 0 0 0,0 0 0 0,0 0 0 0,0 3 0 0,0 5 221 0,4 0-95 16,5-3-46-16,5 1 259 0,0 0-153 15,5-5-68-15,1-1-47 0,1 0 80 0,6 0-60 16,-2 0-29-16,-5 0 1 0,2-1-173 0,-1-5 67 16,-1-2 38-16,-3 5-147 0,0-3 92 15,-2 2 46-15,-4 3-506 0,1-2 265 0,-3 3 61 0,-4 0 91 16,-1 0-463-16</inkml:trace>
  <inkml:trace contextRef="#ctx0" brushRef="#br0" timeOffset="-181953.1">16873 12612 963 0,'-9'12'0'0,"2"-3"0"0,4 4 0 0,1-2 0 0,0-3 0 0,2-2 0 15,0 0 66-15,0-5-33 0,0 1 368 0,5 0-188 0,7-2-90 0,1 0 223 16,1 0-156-16,0 0-71 0,4 0-38 15,-2 0-25-15,1 0-305 0,-1 0 140 0,2 0 72 16,0 0 42-16,1 0-7 0,2 0 35 16,1 0-543-16,2 0 271 0,-1 0 91 0</inkml:trace>
  <inkml:trace contextRef="#ctx0" brushRef="#br0" timeOffset="-181470.39">17579 12548 1147 0,'-21'-1'0'0,"4"-5"0"0,4 0 0 0,2 0 0 0,-1-5 0 0,3-3 215 0,0-2-92 0,1 1-44 16,4-4-24-16,0 1 169 0,2-3-100 16,2-1-45-16,0-5 76 0,0 4-61 15,4 5-31-15,6-5 42 0,1 3-41 0,4 0 1 0,2 2 3 16,-5 3 0-16,6 2-35 0,1 0 8 0,-1 3 24 15,1 5-33-15,-1 1 1 0,3 2 0 16,-1 2 0-16,0 0-32 0,-1 6-8 16,4 7 40-16,-3 5-61 0,-1 2 31 0,-2 3-1 15,-4-1-58-15,4 6 37 0,-6-2 15 0,-2 0-29 16,-3 3 16-16,-2 1 0 0,-2 1 8 0,-2 2 17 16,0 0-31-16,-10 1-17 0,-3 2 11 0,-8 2 0 0,5-7 6 15,-12 4 16-15,3-1-10 0,-3-3 49 16,-4-3-43-16,-2-1 2 0,4-7 52 0,-5-2-23 15,-1-3 1-15,0-2-26 0,4-3 7 0,6 0 246 16,0-5-113 0,5 1-61-16,2-5 120 0,10 3-82 0,-1-4-30 0,7 2 165 15,1-2-24-15,2 0-223 0,0 0 0 16,5 2 0-16,14 0 0 0,7 2 0 0,6-4 0 0,10 0 0 16,1 0 0-16,0 0 0 0,2 0 0 0,-6 0 0 15,3 0 0-15,5 0 0 0,-15 0 0 0,1 0 0 16,-3 0 0-16,-7 0-438 0,0 0 190 0,-5 0 113 0,-2 2 27 15,-7-2 38-15,0 2-307 0,-3 0 164 16,0-2 94-16,-3 0-457 16,1 0 271-16,0 0 137 0</inkml:trace>
  <inkml:trace contextRef="#ctx0" brushRef="#br0" timeOffset="-180523.95">18576 12346 693 0,'0'-14'0'0,"0"1"0"0,0 3 0 0,0-2 0 0,0-3 0 0,0-1 0 0,0-4 0 0,0 2 0 0,0-3 167 0,0 0-68 0,0 2-32 0,0-1 55 16,0-1-49-16,0 2 1 0,0 0-47 0,0 2 6 16,-2 0-1-16,-2 1 9 0,-1 1-31 0,-1-3-1 15,0 5 23-15,0-1 1 0,-1 0-22 0,-2 3-9 16,1-2 31-16,-1 3 0 0,-2 1-40 0,-1 0 1 15,3 3 17-15,-4 1 22 0,-1 0-12 16,3 3-9-16,-2 2 78 0,2 0-33 16,2 0 6-16,-5 5-33 0,5 6 26 0,0 4 11 15,3 4-37-15,0 5 15 0,4-1 42 0,2 11-32 16,0-2 1-16,0 3 39 0,2 8-31 16,4-3 1-16,2-3-24 0,4 13 32 0,0 0-19 0,-1 0-1 15,0 3-14-15,-1 1-7 0,1-1 9 0,-2-2-8 16,1-4-50-16,-1-5 25 0,-3-4 0 15,1-6 25-15,-3-3-15 0,2 3-8 0,-4-8 23 16,0-2-77-16,-2-2 35 0,0-2 4 16,0-5 7-16,-6-2-120 0,-4 0 64 0,-3-5 19 15,0 2-189-15,-2-4 99 0,0-1 52 0,-2-2 16 16,0-1-241-16,2 0 132 0,0 0 67 0,4 0 33 16,4-2-110-16,-3-10 75 0,10-3 34 0,0-1 1 15,0-9-218-15,15-1 125 0</inkml:trace>
  <inkml:trace contextRef="#ctx0" brushRef="#br0" timeOffset="-180188.48">18972 12083 830 0,'4'-26'0'0,"-3"2"0"0,1 3 0 0,-2 0 0 0,0-6 0 0,-3 5 0 0,-5 3 0 0,-3 0 221 0,-2 2-98 0,2 4-45 0,-3 4-22 0,0 1 60 0,0 5-42 15,-1 1-12-15,-2 2 104 0,1 0-67 0,-4 14-34 16,4 6 76-16,2-2-46 16,2 8-35-16,0 3 0 0,3 3 103 0,3 0-65 15,4-1-33-15,2 3 9 0,0 0 61 0,0 1-52 16,0-1-24-16,4 3 28 0,3 0-27 16,2 0 8-16,-2 7-35 0,0-3 37 0,-1 1-37 0,-1-2 0 15,1 0-1-15,0-5-34 0,-2 3 13 0,1 0 0 16,0-3-46-16,-1-3 34 0,3-2 0 15,-2-5 42-15,-1-1-175 0,-1-3 77 0,-1 0 18 16,0-6-264-16,0 0 135 16,0-3 73-16,-1-3 21 0,-1 1-197 0,0 4 119 15,0-3 60-15,0 4-417 0,0 0 230 0,-7 3 127 0,-2 0 60 16</inkml:trace>
  <inkml:trace contextRef="#ctx0" brushRef="#br0" timeOffset="-179992">18692 13071 794 0,'-5'0'0'0,"1"1"0"0,2 2 0 0,1 0 0 0,-2 1 0 0,3 1 0 0,-2 5 0 0,2 1 326 0,0 2-147 0,0 4-73 15,0 2 213-15,0 0-143 0,0 3-63 0,0 1-45 16,0-1 67-16,0 0-51 0,0 2-25 0,0-4-60 16,0 1 8-16,0-6 26 0,0 0 0 0,0-6-286 15,0-1 142-15,0-5 73 0,0 1 43 0,0-4-493 16,0 0 247-16,0 0 57 0,0-7-245 0,0-9 198 15,0-6 90-15</inkml:trace>
  <inkml:trace contextRef="#ctx0" brushRef="#br0" timeOffset="-179757.39">18634 13007 856 0,'0'-16'0'0,"0"5"0"0,0 2 0 0,7-2 0 0,5 2 0 0,3-1 0 0,2 2 323 0,3 3-145 0,5-1-73 0,-6 4-36 15,4 2 95-15,-2 0-70 16,4 2-30-16,-4 10-1 0,-3 8 39 0,-2 1-34 0,-5 0 7 0,1 7-102 15,-5-2 30-15,-4 2 0 16,-1 2 30-16,-2-2-76 0,0 2 46 16,-9-1-88-16,-6-1 59 0,-4-4 27 0,-2-2 1 15,-1-2-5-15,1-8-15 0,-7 1-12 0,2-3-1 16,1-7-10-16,3 2-8 0,-1-4 14 0,3-1-142 16,1 0 78-16,2 0 40 0,3 0 12 0,5-6 1 0,4-3-182 15,3-2 89-15,2-4 57 0,0-5-197 16,15-1 124-16,6-1 60 0</inkml:trace>
  <inkml:trace contextRef="#ctx0" brushRef="#br0" timeOffset="-179260.49">19466 12494 728 0,'2'-17'0'0,"0"0"0"0,-2 1 0 0,0 1 0 0,0-3 0 0,-8 0 0 0,-1 1 0 0,-3-2 33 0,0 4 133 16,-2 0-67-16,-1 2 69 0,-4 3-59 16,1 6-42-16,-3 1 0 0,-4 3-34 0,4 4 32 15,-2 12 1-15,2 5-25 0,0 7 18 0,1 10-1 16,4-3-25-16,5 3 0 0,2-3 65 0,3 3-25 16,4 0-7-16,2-4-34 0,0-1 79 0,0-4-39 15,8-9-68-15,3 1 29 16,4-6 0-16,0-4 0 0,0-5-126 0,4-4 64 0,2-2 38 0,1 0-94 15,1-11 52-15,-1-10 31 0,1-3-1 0,1-10-1 16,-5 4-267-16,6-9 133 0,-7-2 35 16,-1-3 44-16,-1-4-139 0,-4-1 82 15,-1-3 16-15,-2-2 38 0,-2-11-1 0,-2 6 30 16,-1-5 39-16,-2-1-38 0,0 4-9 0,-2-8 8 16,0 16 136-16,0 3-68 0,0 12-34 0,0 4 134 15,0 12-75-15,0 8-17 0,-2 3-30 0,0 5 398 16,0 4-195-16,-2 2-96 15,1 10 102-15,-3 16-99 0,0 12-45 0,4 5-22 16,-2 7-1-16,1 14 164 0,3-9-85 0,-2 17-55 16,2-9 127-16,0 1-87 0,0-1-43 0,-2 2-6 15,0-9 7-15,2 2-44 0,0-4 0 0,0-2-1 0,0-13-156 16,0 1 78-16,4-11 47 0,1 0-155 0,3-7-125 16,2-7 123-16,-3-7-502 15,2-3 305-15,1-5 152 0,3 0 88 0,0-9-382 0,0-11 231 16,-2-5 116-16</inkml:trace>
  <inkml:trace contextRef="#ctx0" brushRef="#br0" timeOffset="-179050.08">19636 12319 1090 0,'1'-13'0'0,"1"1"0"0,4 5 0 0,3 0 0 0,0 1 0 0,3 1 0 0,-1 2 0 0,4 2 158 16,0 1-67-16,2 0-29 0,-2 4 0 0,0 9 50 0,0 6-39 0,-8 1 52 15,3 9-50-15,-5-2-22 16,-3 4 1-16,-2-1-21 0,0-1-13 0,0 4 21 0,-7-5-8 0,-5 0-63 15,1-4 31 1,-2-4 0-16,0-2 40 0,-2-1-8 16,-2-6-140-16,2-2 71 0,-2-2-103 0,2-3 78 15,-2-1 13-15,4-3-221 0,0 0 112 0,4 0 68 0,1-3 10 16,5-6-217-16,3-4 123 0,0-3 74 0</inkml:trace>
  <inkml:trace contextRef="#ctx0" brushRef="#br0" timeOffset="-178847.63">20016 12167 973 0,'0'-10'0'0,"0"3"0"0,-5 4 0 0,-7 0 0 0,-1 3 0 0,-6 0 0 0,-3 3 67 0,1 14 99 16,0 5-66-16,1 6-34 0,1 4 246 0,0 4-132 0,3 4-77 15,4-5-36 1,3 2 107-16,5-1-71 0,2-4-35 0,2-6-144 15,0 6 50-15,8-9 30 0,9-1-1 0,3-5 30 16,4-3-470-16,3-6 243 0,5-3 109 0,-2-5-567 16,0 0 295-16</inkml:trace>
  <inkml:trace contextRef="#ctx0" brushRef="#br0" timeOffset="-178428.6">20353 12426 237 0,'2'-18'0'15,"-2"-1"0"-15,0 0 0 0,0-3 0 0,0-1 184 0,-8-1-79 0,0 3-37 0,-1 0 125 0,0 1-80 16,-3 0 121-16,1 8-92 0,-2 1-59 0,0 3-25 16,0 6 0-16,-3 2 100 0,0 4-63 0,-1 17-23 0,0 5 28 15,0 11-34-15,4 4 1 0,1 3-35 16,7-7 9-16,-1 11 28 0,6-13-1 0,0 1-35 0,2-7 18 16,9 0-18-16,1-11-97 0,3 0 44 15,0-5 26-15,1-3 1 0,4-9 25 0,-4-1 1 16,3 0-209-16,2-15 96 0,-5-7-198 15,4-5 137-15,-4-3 52 0,1-4 37 16,-4-5-15-16,3-6-110 0,-6 0 73 0,1-2-5 16,-4-2 39-16,0-2-1 0,-1-3 30 0,-3-12 8 15,-1 6-55-15,0-2 27 0,1-2 1 0,-2 12 69 16,1 4-29-16,-2 5 8 0,0 7-20 0,0 15-1 0,0 7 327 16,0 3-163-16,0 5 426 15,0 5-273-15,-2 1-108 0,-2 26 4 0,0 11-73 0,2 8-38 16,1 11 9-16,-1 14-45 0,2 1 302 0,-2 2-150 15,2 2 79-15,0-3-115 16,0-10-50-16,0 11-37 0,0-20-1 0,2 2-157 16,5-9 64-16,3-10 32 0,-3-6-422 0,2-4 224 15,2-7 115-15,-4-7 57 0,4-5-721 0,-1-7 364 16,-1 0 145-16,2 0-127 0,-2-11 166 0</inkml:trace>
  <inkml:trace contextRef="#ctx0" brushRef="#br0" timeOffset="-178267.03">20593 12253 1327 0,'0'-4'0'0,"0"2"0"0,0 2 0 0,0 0 0 0,2 0 0 0,0 6 0 0,0 7 0 0,3 1 61 0,6-1 409 0,1 4-218 0,4 2-51 16,0-5-77-16,4 7-49 0,1-2-21 0,0-2 0 0,-1-2-479 16,-1-4 237-16,4 2 106 0,-2-1 58 15,1-4-261-15,-1 0 159 16,0-2-500-16</inkml:trace>
  <inkml:trace contextRef="#ctx0" brushRef="#br0" timeOffset="-178075.51">21074 11930 1218 0,'0'-5'0'0,"0"3"0"0,0 0 0 0,0 2 0 0,0 2 0 0,-2 17 0 16,-7 13 521-16,-5 6-236 0,-6 17-131 0,-7 7 289 0,-3 7-206 0,-7 19-102 15,0 3-51-15,-7 15 85 16,-11 20-72-16,5-5-33 0,-3 6 1 0,-1 7-114 16,2 2 41-16,8-18 9 0,-3 23 31 0,14-15-545 15,6-3 273-15,10-21 136 0</inkml:trace>
  <inkml:trace contextRef="#ctx0" brushRef="#br0" timeOffset="-174202.22">21454 12377 483 0,'0'-5'0'0,"-7"1"0"0,4 2 0 0,1 0 0 0,0 0 0 0,2 2 0 0,-2 0 0 0,2 0 118 0,-2 0-42 16,2 0-22-16,0 0 0 0,0 0 13 0,2 0 8 15,9 0-42-15,5 0 98 0,1 0-49 0,1 0-24 16,5 0 33-16,0 0-21 0,-2 0-7 0,2 0-31 16,0 0 81-16,-3-1-40 15,1-3-1-15,-4 0-31 0,0 2-25 0,-2 1 17 16,0-1-1-16,-1 0 1 0,-5-1-104 0,2 3 59 15,-1-1 19-15,-1 1-217 0,0-2 105 16,-2 0 63-16,0 0 5 0,-2 1-283 0,-1 1 153 0,-1-3 72 16,-1 3-84-16,0-2 73 0,-2 2 37 0,0 0-8 15,0 0-123-15</inkml:trace>
  <inkml:trace contextRef="#ctx0" brushRef="#br0" timeOffset="-173943.42">21547 12565 1004 0,'-10'6'0'0,"1"-2"0"0,4 0 0 0,1-1 0 0,1-1 0 0,3 0 0 0,-2-2 0 0,2 0 0 0,0 0 172 0,0 0-70 0,0 4 178 0,0-1-127 15,9 1-61-15,2 0-29 0,4-1 158 0,3 4-95 16,0-2-38-16,3-1-32 0,-1 1 20 0,1-1-21 16,0 2 0-16,1-2-23 0,0 0-25 15,-1-1-9-15,-1 1 35 0,0-2-126 16,-6 1 62-16,2-1 33 0,-7-2-127 0,1 2 67 15,-5-2 44-15,-1 0-15 0,-2 2-100 0,0-2 46 16,-1 0 35-16,-1 0-6 0,0 0-5 0,0 0 0 16,0 0-1-16,0-2-2 0,0-2-158 0,-1 2 97 15,1 1 46-15,0 1-334 0,0 0 189 0</inkml:trace>
  <inkml:trace contextRef="#ctx0" brushRef="#br0" timeOffset="-173260.37">22400 12111 778 0,'0'-7'0'0,"-2"-1"0"0,0 4 0 0,2 2 0 0,-2 0 0 0,2 1 0 0,-2-1 117 0,2 0-35 0,0 2 32 0,0 0-40 15,0 0-1-15,0 2-40 16,0 9 92-16,2 2-38 0,0 6-31 0,2 3 0 15,-3 3 64-15,1 1-43 0,1 5-22 0,-3-2 8 16,0 4 27-16,0 3-28 0,0 6 0 0,0-3-51 16,0 3 1-16,0-8 29 0,0 3-49 0,0-1 20 15,0-3 0-15,0 2 21 0,0-10-122 0,0 7 57 16,0-11 20-16,0 1 1 0,0-2-174 0,-3-3 96 16,3-8 22-16,0 2 1 15,0-3-196-15,0-4 117 0,0 1 41 0,0-3-198 16,3 0 126-16,6-2 75 0</inkml:trace>
  <inkml:trace contextRef="#ctx0" brushRef="#br0" timeOffset="-172662.72">22856 12317 458 0,'-4'-20'0'0,"-1"3"0"0,-2-1 0 0,0 2 0 0,0 2 0 0,0-4 245 0,-1 2-98 0,0 4-61 16,1 1 55-16,-2 1-55 0,2 2-26 0,-5 1 0 16,3 4 3-16,-4 0-31 0,1 2 1 0,-3 1 0 15,0 0-46-15,-1 7 23 0,-2 5 8 0,2 3 15 16,-2-1 35-16,1 7-36 0,6-5 1 0,0 2 71 16,-1 1-27-16,7 0-9 15,3-1-35-15,2 1 96 0,0-2-47 0,0 2-25 16,6-2 64-16,7-2-48 0,2 0 0 0,4-2-41 15,4 2 12-15,0-4-11 0,-2 0 8 0,6 2-8 16,-4 0-33-16,0 3 32 0,-2-1 1 0,0 2-65 16,-3-1 40-16,2 7-7 0,-3-2-106 0,-2-2 57 15,-5-1 35-15,1 1 0 0,-4-1-104 0,-2 0 48 16,-3-1 34-16,-2-2 0 0,0-2-9 0,0-3 2 16,-9 1-4-16,-3-2-5 0,-2-3 70 15,-1-2-14-15,-4-4-27 0,0 0 43 0,0 0-17 16,0 0 2-16,0-3 19 0,3-2-14 15,0-2 0-15,2-5-11 0,3 1 52 0,3-1-22 16,2 0-1-16,2-1-19 0,4-4 46 0,0-1-20 16,0 0-2-16,4-5-19 0,5 0-6 0,5-3 9 15,-1 0-7-15,2-1-26 0,0 0 3 0,0-4 25 16,2 2-34-16,-4 0 0 0,2-1 31 16,-3 2 0-16,-1 0-27 0,-4 2 0 0,-2 4 23 15,0 3-14-15,-3-2 29 0,-2 2-23 16,0 2-1-16,0 2 31 0,-8 1-27 0,-3 1 0 15,0 4 0-15,-7 2 65 0,2 1-27 0,-3 4 1 16,0 0 5-16,-1 2-33 0,-1 0 7 0,2 0-2 16,2 4-84-16,2 2 39 0,2 1 3 0,6-1 36 15,-2 1-234-15,4-1 107 0,5 4 47 0,0-1-158 16,0 2 84-16,7 1 58 0,12-1 9 0,1-2-331 16,8 1 192-16,2-4 90 0</inkml:trace>
  <inkml:trace contextRef="#ctx0" brushRef="#br0" timeOffset="-172433.33">23159 12124 1240 0,'3'0'0'0,"1"0"0"0,-2 0 0 0,3 0 0 0,0 0 0 0,2-2 0 0,2-5 0 0,5-1 322 0,2 2-144 0,9-3-73 0,-6 4 99 0,10-5-89 16,-1 2-42-16,1 0 129 0,3 1-85 15,-2 0-34-15,0 1-29 0,-2 1-103 0,0-1 41 16,1 2 0-16,-1 1 41 0,-5-1-248 0,-2 0 120 16,2 1 63-16,-4 2-390 0,-4 0 180 0,0-1 121 15,-5 2-12-15,-1 0-305 0,-6 0 203 0,0 0 101 16,-3 4-82-16</inkml:trace>
  <inkml:trace contextRef="#ctx0" brushRef="#br0" timeOffset="-172203.43">23389 12094 1255 0,'-13'4'0'0,"4"-4"0"0,4 3 0 0,-1 0 0 0,2-2 0 0,0 1 0 0,2 2 0 0,2 1 0 0,0 3 0 0,0 3 195 0,0 2-81 0,0 3-33 0,0 2 188 16,0 1-119-16,0 8-58 15,0-3-3-15,0 4-29 0,-1-4 9 0,-3 8-36 16,0-2-86-16,1 0 43 0,-1-1 21 0,-1-1 1 15,4-6-218-15,-1 1 115 0,0-5 63 0,0-1-345 16,2-6 188-16,0-1 39 0,0-2 60 0,0-3-225 16,0-1 139-16,0-4 70 0,6 0-62 0,2-2 65 15</inkml:trace>
  <inkml:trace contextRef="#ctx0" brushRef="#br0" timeOffset="-171975.62">23589 12092 1369 0,'1'0'0'0,"3"0"0"15,-2 0 0-15,0 0 0 0,0 0 0 0,0 4 0 0,-1 4 0 0,1 3 236 0,-2 6-94 0,0 5-58 0,0 2 365 0,0 7-208 0,0 4-104 16,0 7 158-16,0-7-123 0,-3 10-74 0,1-3-32 16,0-7-42-16,0 5 8 15,0-1 1-15,0-1 8 0,0-2-69 0,1 0 30 16,-1-7 1-16,2-5-263 0,0-1 147 0,0-6 81 15,0-4 28-15,0-1-549 0,0-7 271 16,0-1 74-16,2-1 89 0,-1 0-398 0,5-3 246 0</inkml:trace>
  <inkml:trace contextRef="#ctx0" brushRef="#br0" timeOffset="-171768.16">24040 12719 1093 0,'0'0'0'0,"0"0"0"0,0 3 0 0,0 0 0 0,0-1 0 0,0-1 0 0,0-1 287 0,0 2-128 0,0-2-62 0,-2 0-33 0,-1 0 51 15,0 0-33-15,1 0-28 0,0 0-322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7:12:10.3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2544 9622 457 0,'0'0'0'0,"0"0"0"0,-4 0 0 0,1 2 0 0,-4 0 0 0,4-2 0 0,-2 2 0 0,0-2 108 0,2 0-41 0,0 0 20 15,0 0-27-15,1 0 1 0,1 0-29 0,1 0 74 16,0 0-41-16,0 0 0 0,-3 0-32 0,3 0 28 15,0 0 0-15,0 0-20 0,0 0-8 0,0 0 31 16,0 0 1-16,0 0-32 0,0 0 37 0,0 0-29 16,0 0-8-16,0 0 31 15,0 0-31-15,0 0-1 0,0 0 1 0,0 0 45 16,0 0-9-16,0 0-36 0,0 0 0 0,0 0 22 16,0 0 0-16,0 0-14 0,0 0-8 0,0 0-22 15,0 0 22-15,3-2-1 0,-2 0-28 0,1 0 37 16,2 1-8-16,-2 1-41 0,1-2 40 0,2 2 1 15,-2-2 0-15,1 2-29 0,-1 0 18 0,2 0 6 16,-2 0 0-16,1 0-23 0,1 0 21 0,0-2 1 16,0 2-4-16,0 0-2 15,4-2 3-15,-3 2 12 0,2 0-12 0,2-2 6 16,-3 2-4-16,2 0-24 0,0 0 22 0,1 0 0 16,-1 0 0-16,1 0-5 0,1 0 4 0,-2 0 1 15,1 0-3-15,0 0-6 0,2 0 6 0,-1 0 7 16,3 0-9-16,-1 0 16 0,3 0-14 0,-2 0 2 15,4 0-1-15,-4 0 5 0,3 0-3 0,-2 0-14 16,2 0 12-16,1 0 1 16,-1 0 4-16,3 0-9 0,-2 0 3 0,3 0 1 15,0 0-1-15,-2 2-25 0,-1 2 28 0,2-2-3 16,2 0-5-16,-2-1-29 0,0 1 29 0,3-2 2 16,0 0-4-16,3 0 3 0,0 0-3 0,0 0-4 15,1 0 5-15,-2 0 1 0,-3 0 2 0,6 0-5 16,-3 0 2-16,-2 2 0 0,-2 2 0 0,0 0 1 15,1-1 3-15,2 2-4 0,-4-2 2 0,4 1 0 16,0-2-1-16,1 2-1 0,-1-4 18 16,3 2-17-16,-1-2-2 0,1 1 9 15,-2-1-7-15,0 2 0 0,-1-2 6 0,1 0-14 16,1 2 9-16,0-2 0 0,0 1-1 0,1 1-7 16,-3 1 12-16,5-2-5 0,-1 1 150 0,1-2-166 15,-2 0 0-15,2 0 0 0,-6 0 0 0,9 0 0 16,-3 0 0-16,-1 0 0 0,2 0 0 0,0 0 0 15,-4 0 0-15,6 0 0 0,-2 0 0 0,-3 0 0 16,3 0 0-16,0 0 0 0,2 0 0 0,3 0 0 16,3 0 0-16,-3-2 0 15,9-4 0-15,-10 1 0 0,4-2 0 0,-3-1 0 16,0 1 0-16,1-1 0 0,-1 2 0 0,-2 1 0 16,-1 1 0-16,-2 2 0 0,0 1 0 0,-1 1 0 15,-3 0 0-15,1 0 0 0,-4 0 0 0,7 0 0 16,-4 1 0-16,1 3 0 0,-1-2 0 0,2 0 0 15,1-2 0-15,1 0 0 0,0 0 0 0,-3 0 0 16,3 0 0-16,-1 0 0 0,-4 0 0 16,6 0 0-16,-4 0 0 0,-5 0 0 15,3 0 0-15,-3 0 0 0,1 5 0 0,1-1 0 16,-1 2 0-16,-3 0 0 0,3-1 0 0,-4-1 0 16,3 2 0-16,0-4 0 0,-3 1 0 0,2 0 0 15,1-1 0-15,-3 1 0 16,2-2 0-16,1 1 0 0,-5-2-170 0,2 1 167 0,0 2-1 0,-2 0-35 15,-2-2 1-15,0 2 29 0,0 0 2 0,0-1 25 16,-1 1-27-16,-1-3-6 0,1 2 28 16,0 0-25-16,1-2 2 0,-1 0 42 15,-3 0 0-15,0 0-38 0,2 0 0 0,-5 0 44 16,0 0 157-16,0 0-195 0,-2 0 0 0,-1 0 0 16,-2 0 0-16,-3 0 0 0,2 0 0 0,1 0 0 15,-3 0-183-15,0 0 164 0,0 0-27 0,0 0 19 16,0 0 1-16,0 0-182 0,-3 0 96 0,-2 0 30 15,-4-2 34-15,1-3-553 0,0-3 284 0,3-3 142 16,3 0 71-16,2-3-662 0</inkml:trace>
  <inkml:trace contextRef="#ctx0" brushRef="#br0" timeOffset="256.31">5982 9354 938 0,'-5'-4'0'0,"5"2"0"0,0 2 0 0,2-2 0 0,1 2 0 0,7 0 0 0,2 0 416 0,1 0-191 0,2 0-97 15,6 0-47-15,0 6 202 0,4 2-129 0,2 3-61 16,1 0 30-16,-2 6-17 0,-2-3-36 0,-3 4 36 16,4 1-40-16,-6-1 0 0,-3 3-34 0,-2 0 32 15,-6 1-31-15,-3-1 8 0,-4 7-8 0,-1-2-13 16,-1 7 13-16,-17 2 0 0,2-3 8 15,-12 7-82-15,-1-1 37 0,-3 0 0 0,-3 1 36 16,-10 6-320-16,5-4 137 0,-17 12 78 0,5-2-688 16,1 1 364-16</inkml:trace>
  <inkml:trace contextRef="#ctx0" brushRef="#br0" timeOffset="1380.44">3330 7763 445 0,'0'-10'0'0,"0"2"0"0,0 2 0 0,0 0 0 0,0-1 153 16,-1 1-60-16,-3 0-22 0,0 1 285 16,2-1-323-16,-3 2 0 0,3 2 0 0,0 1 53 15,0-1-18-15,2-1-9 16,-1 3 17-16,1 0-21 0,0 0-1 0,0 0-13 0,0 0 28 0,0 0-36 16,0 5-1-16,0 3 73 15,0 8-36-15,0-1 8 0,0 4-45 0,0 8 94 0,0-4-47 0,0 6-23 16,-2 1 36-16,-3 2-22 15,-1 4-8-15,1-1-29 0,-3 10 44 0,2 1 13 0,-2 1-28 16,0 6 7-16,1 11-7 0,1-2 11 16,-2 6 0-16,2 2-40 0,1 1 30 0,-2-7 7 15,2 17-37-15,3-4-9 0,-3-2 9 0,3 0 0 16,1-2-1-16,-1-7 2 0,1 13-2 0,1-12 1 16,-2 1 0-16,2 0 0 15,-3 1-15-15,3-4 23 0,-2 15-8 0,-1-5-6 0,0 0 5 16,-3 4 0-16,1-2 1 0,0 1-22 0,-1 1-6 15,1-1 21-15,1-3 4 0,-1-6-62 0,-2-1 29 16,4-10 1-16,-2 2 25 0,-1-4-58 16,1-2 26-16,0-1-8 0,-1-2-7 0,3-7 31 15,-1 8 4-15,0-7-18 0,2-2-33 0,-1-7 15 0,1 2 1 16,2-1-37-16,-1-2 29 16,1-3-9-16,0 1 36 0,0-2-136 0,0 0 64 0,0-5 18 15,0 0-179-15,0-4 101 16,0-6 52-16,0-1-105 0,0-6 79 0,0-3 31 15,0-2 8-15,0-3-275 0,0-1 156 0,0-1 80 0,0-15 39 16,0-10-338-16,-3-10 192 0,3-7 93 0</inkml:trace>
  <inkml:trace contextRef="#ctx0" brushRef="#br0" timeOffset="1723.52">3281 7685 847 0,'0'-17'0'0,"0"9"0"0,-4 2 0 0,2 1 0 0,-3-1 0 0,0 4 0 0,-1-1 90 0,4 1-29 0,-7 2 0 0,1 0 144 15,3 0-87 1,-3 0 63-16,0 5-78 0,-1 7-36 16,-1 3 1-16,-1 5-35 0,-3 5 48 0,-1 1-15 0,-2 6-9 15,-3 5-58-15,5-1 1 0,-4 2 32 0,0 0 1 0,1-9-61 16,1 7 26-16,-1-4 0 0,5-4-213 16,-2-2 112-16,5-9 65 0,5-1 10 0,-1-5-330 15,2-4 153-15,4-3 91 0,0-4-193 16,0 0 137-16,3 0 61 0,6-13 42 0,6-8-121 15</inkml:trace>
  <inkml:trace contextRef="#ctx0" brushRef="#br0" timeOffset="1900.06">3206 7709 1365 0,'9'-21'0'0,"0"4"0"0,-6 6 0 0,3 2 0 0,-2-1 0 0,-3 7 56 0,4-2 1 0,0 4-25 0,1 1 656 0,5 0-608 15,0 0-8-15,5 9 101 0,-1 3-70 0,3 5-35 0,0-1-1 0,-4 1 79 16,5 5-61-16,-3-2-27 0,0 0 1 0,0 3-121 15,0-1 47-15,-4-1 32 0,6 5-785 32,-7-1 768-32,2-1 32 0,-2 1 1 0,-2-3-1185 0,5 5 1136 0,-5-6 10 15,4 2-51-15,2-2-253 0</inkml:trace>
  <inkml:trace contextRef="#ctx0" brushRef="#br0" timeOffset="4552.07">3251 9634 398 0,'0'0'0'15,"0"0"0"-15,0 2 0 0,0-2 0 0,0 0 0 0,-3 1 0 0,3-1 0 0,-2 0 0 0,1 0 55 0,1 0-14 0,-2 0 42 0,2 0-25 16,-3 0 0-16,3 0-25 0,-2 0 29 0,2 0 7 0,-1 0-36 16,1 0 20-16,-2 0-21 0,2-3 1 0,-2-1 16 15,1-2-8-15,1-1-9 0,0 0 1 0,-3-1 15 16,3-1-16-16,0-3 1 15,0 3 37-15,0-5-37 0,0 1 0 0,0 2-10 16,0-1 10-16,0-2 0 0,0 1 8 0,0 0-41 16,0-2 33-16,0 0 0 0,0 2-1 0,0-2-24 15,0 1 7-15,3-1 14 0,-2 2 2 16,1-2-34-16,0 2 32 0,1-2-8 0,2 2 13 0,-2-2-19 16,1-1-18-16,1 0 21 0,0-1 5 15,0 0-6-15,0 0 10 0,0 1-8 16,2-2-12-16,-2 1 13 0,1 0 0 0,-2 2-4 15,2-1 9-15,-3 1-5 0,3-2 0 0,-1 2-30 0,1 0 30 0,-1 0-2 16,2-2-10-16,-1 3 9 16,2 0 1-16,-3-1-19 0,1 2 18 0,1-1-2 15,2 1 3-15,-1 0-19 0,-2 0 15 0,4 2 1 16,-1-2 0-16,-3-1-4 0,3 3-18 0,1-2 20 16,-3 0-3-16,2 0 2 0,1 1 0 0,1 1-1 15,-3 0 3-15,2 0 7 0,1 1-10 0,-2 1 0 16,3-2 28-16,0 1-27 15,-1 1 4-15,2-1 11 0,-1 1-13 0,1 2 0 16,0-3-1-16,-4 2 2 0,1 1 4 0,3-1-4 0,-2 0-2 16,1 3 3-16,0-2-1 0,-1 2 0 15,-2 1 5-15,4-4-5 0,-2 2 8 0,2 1-7 16,-2-1-2-16,0 0 19 0,2 1-19 0,0-1 21 16,-1 0-18-16,-2 1-1 0,4-1 3 0,-3 1 9 15,-1-1-10-15,2 1 0 0,-1-1-20 16,1 2 20-16,-3 0 0 0,0 0 5 0,3 2-16 0,-1-1 11 15,-2-1-1-15,3 2 0 16,0 1-1-16,-4-2 2 0,5 0-4 0,-2 1 3 0,0 1-2 16,1-2 0-16,0 2 0 0,-4-2-34 15,6 1 33-15,-3 2 5 16,0-1-6-16,2 1 1 0,-3-3 0 0,-1 3 3 0,4-2-4 0,-2 1-6 0,3 1 5 16,-3-2 1-16,2 2-3 0,-2 0 10 15,2 0-9-15,-1-2 1 0,1 2 36 16,-3 0-35-16,1 0 2 0,-2 0 43 0,3 0-41 15,-3 0-1-15,0 0 22 16,3 0-21-16,-3 0 2 0,1 0 4 0,-2 0 17 16,2 0-20-16,-1 0 2 0,4 0 10 0,-3 0-10 0,0 2 5 0,-2-2-4 15,4 0-10-15,-2 2 10 16,-2-1-1-16,4 1-1 0,-3 1 7 16,0 0-32-16,1 1 0 0,1 0-17 0,-5-1 40 0,4 3-2 15,-1-2 5-15,-2 0-8 0,2 1-21 0,-1-1 20 0,3-1 2 0,-5 1 14 16,3 1-11-1,1-2 154-15,-3-1-172 0,3 2 0 0,-1-2 0 16,2 1 0-16,-3-1 0 0,-1 2 0 0,3-1 0 16,-3 3 0-16,3-2 0 0,-3 0 0 15,1 0 0-15,-1 3 0 0,1-1 0 0,0-1 0 16,-1-1 0-16,0 2 0 0,-1 0 0 0,1-2 0 0,-1 1 0 0,2-1 0 16,-3 1 0-16,3-2 0 0,-2 3 0 15,1-2 0-15,0 2 0 0,-1-2 0 16,-1 2 0-16,2-3 0 0,0 3 0 15,0 0 0-15,-3-2 0 0,2 3 0 0,1-2 0 16,-1 3 0-16,1-3 0 0,-2 1 0 0,1 1 0 16,1-1 0-16,0 0 0 0,0 0 0 0,-3 1 0 0,3-2 0 15,-1 1 0-15,0 2 0 16,1-2 0-16,-1 1 0 0,-1 2 0 0,2 1 0 16,-2-3 0-16,2 1 0 0,-2 3 0 0,0-4 0 0,0 3 0 15,1 1 0-15,0-4 0 0,-1 3 0 16,1 0 0-16,-2-3 0 15,3 2 0-15,-1 0 0 0,1-3 0 0,-2 2 0 0,0 1 0 16,0-2 0-16,1 3 0 0,0 0 0 0,-1-3 0 16,1 2 0-16,-1 1 0 0,0-1 0 0,-2 3 0 15,3-3 0-15,-1 0 0 0,-3 1 0 0,4-1 0 16,-3-2 0-16,4 3 0 0,-4 0 0 0,1-3 0 16,2 4 0-16,-2-3 0 0,1 1 0 0,-2-2 0 15,2 3 0-15,1-1 0 0,-3-1 0 16,2 1 0-16,-2 0 0 0,2 3 0 0,-2-4 0 0,2 1 0 0,-2 0 0 15,1 1 0 1,0 1 0-16,-1-2 0 0,-1 1 0 0,2 0 0 0,-2-3 0 16,1 0 0-16,-1 1 0 0,3 2 0 15,-4-3 0-15,3-2 0 0,-2 2 0 16,0 1 0-16,3-1 0 0,-5 3 0 0,4-1 0 0,0 0 0 16,-1 1 0-16,-3 1 0 0,5-1 0 0,-4 0 0 15,1 1 0-15,2 2 0 0,-2-6 0 0,0 5 0 16,2-3 0-16,-3 2 0 15,2-2 0-15,-2 1 0 0,3 0 0 0,-3-3 0 0,1 3 0 0,3-1 0 16,-4 0 0-16,1-2 0 0,0 3 0 16,0-1 0-16,0 1 0 0,2-1 0 15,-3 0 0-15,2-1 0 0,-2 1 0 0,3-1 0 16,-1-1 0-16,-3 1 0 0,5-2 0 0,-4 1 0 16,1-3 0-16,1 2 0 0,0-3 0 0,-1 0 0 15,1 2 0-15,-2-2 0 0,1-2 0 0,-2 5 0 0,1-5 0 16,-1 1 0-16,0-1 0 15,0-1 0-15,2 3 0 0,-2-3 0 16,0 0 0-16,0 0 0 0,0 0 0 16,0 0 0-16,0 0 0 0,0 0 0 0,0 0 0 0,0 0 0 15,0 0 0-15,0 0 0 0,0 0 0 0,0 0 0 0,0-3 0 16,0 0-879-16,-5-1 423 16,-1-2 211-16</inkml:trace>
  <inkml:trace contextRef="#ctx0" brushRef="#br0" timeOffset="7285.67">5248 9803 394 0,'-6'0'0'0,"1"0"0"0,-1 0 0 0,5 0 0 0,-3 0 0 0,2 0 194 15,-1 0-80-15,0 0-41 0,1 0 62 0,2 0-55 16,-1 0-23-16,1 0 101 0,0 0-62 0,0 0-32 16,0 0 8-16,0 0-11 0,0 0-5 0,0 0-1 15,0 8 45-15,0 0-33 0,0 6 8 0,-5 5-43 16,2 3 1-16,-2 7 63 0,-3 2-32 0,0 10 0 16,-1-3-23-16,-1 11 12 0,-2-3-21 15,0 4 1-15,3-5 11 0,-2 0-11 16,3-10 7-16,0 3-56 0,1-6 24 0,1-9 1 15,2-1 23-15,0-3-119 0,3-4 65 0,-1-4 8 16,0-4 0-16,1 0-180 0,1-4 99 0,-3-1 31 16,1-2 31-16,-3 0-236 0,2 0 121 0,0-12 46 15,1-4-143-15,2-7 98 0,0-5 61 0</inkml:trace>
  <inkml:trace contextRef="#ctx0" brushRef="#br0" timeOffset="7520.44">5218 9874 1852 0,'3'-14'0'0,"0"4"0"0,2-1 0 0,-3 1 0 0,2 5 0 0,-2-1 0 0,1 2 0 0,4 2 0 0,0 2 150 0,3 0-59 0,0 12-20 0,7 4 294 16,-4 9-167-16,4 3-82 0,1 11 127 16,-1 3-105-16,-3-5-45 0,9 12-28 0,-6-6 0 0,1 0-32 15,1-3 0-15,-2-8 0 16,2 4-113-16,0-5 52 0,-3-3 31 0,0 1-240 15,0-4 135-15,-4-4 68 0,-4-1 41 0,2 1-384 16,-8-3 153-16,2-3 106 0,-2-4-348 0,-2-1 216 16,0-3 101-16,-3-1 62 0,-9-4-147 0,1-2 101 15,-6 0 50-15</inkml:trace>
  <inkml:trace contextRef="#ctx0" brushRef="#br0" timeOffset="7691.72">5218 10218 1409 0,'-8'0'0'0,"5"1"0"0,1 2 0 0,2-3 0 0,0 0 0 0,0 0 0 0,7 0 0 0,7 0 0 0,2-3 597 0,3 0-283 0,0-3 36 15,0 1-159-15,3-1-71 0,-4 0-48 0,2 1-443 16,-1-2 201-16,-1 5 110 0,1-2 51 0,-3 4-346 16,-1 0 194-16</inkml:trace>
  <inkml:trace contextRef="#ctx0" brushRef="#br0" timeOffset="8635.81">2771 10011 576 0,'-11'-3'0'0,"4"2"0"0,-2 0 0 0,5 1 0 0,-4 0 54 0,0 0 0 0,0 0-30 0,0 0 253 16,0 0-122-16,-1 7-53 15,2 3-39-15,2 1 138 0,-1 1-84 0,1 0-42 16,3 3-22-16,1 0 85 0,1 0-56 0,0 3-25 16,0-2 0-16,0 3 58 0,0 1-42 0,0 3 63 15,0 1-56-15,3-4-24 0,2 1 1 0,3 0 3 16,2 0 0-16,2-2-19 0,3-2-8 0,2-4 41 16,5-1-21-16,-3-3 0 0,8-6-20 15,-6-1 20-15,7-2-21 0,-2 0 1 0,-2-5-5 16,1-10 5-16,-1 0 0 0,-6-2 8 15,5-6-64-15,-4 0 28 0,-4 1 0 0,-3-4-26 16,-2 1 23-16,-4-4-7 0,-1-2 7 0,-3 2-116 16,-2 0 63-16,0 0 19 0,-2 6 5 0,-11-9-39 15,-3 11 20-15,-1-2-1 0,-4 4 82 0,-3 5-23 16,5 2-15-16,-11 3 127 0,0 5-63 0,3 3-32 16,-2 1 10-16,1 0 30 0,4 5-21 0,-4 6-3 15,3 0-8-15,8-1-35 16,-3-1 40-16,8 1-18 0,3-4 37 0,-1 1-152 15,4-3 58-15,4-1 28 0,1 1-250 0,1 0 130 16,0 0 48-16,0 1-505 0,3-1 275 0,11 0 137 16,2-2 68-16,3 5-282 0</inkml:trace>
  <inkml:trace contextRef="#ctx0" brushRef="#br0" timeOffset="11135.42">4578 8310 217 0,'0'0'0'16,"0"0"0"-16,0 0 0 0,0 0 0 0,0 0 0 0,0 0 106 0,0 0-41 0,0 0 0 0,0 0 14 15,0 0-23-15,0-2-1 0,0 0-14 0,0 2 71 16,0-2-40-16,0 2 0 0,0 0-39 0,0 0 88 15,0 0-36-15,0 0-31 0,0 0 80 0,0 0-51 16,0 0-25-16,0 0 68 0,0 0-38 0,0 0-32 16,0 0 0-16,0 0 53 0,-2 0-38 0,-2 0-1 15,-2 0-29-15,2 4 16 0,-1-2-1 0,0 0-23 16,-1 1 0-16,0 0 52 0,0-1-17 0,1-1-3 16,-1 2 1-16,-1-2-33 15,-1 3-1-15,-1-2 7 0,-1 4-7 0,-2-3 1 16,-1 3 0-16,0-3-33 0,-1 2 33 0,-2 4 8 15,0-4-8-15,-1 2-29 0,1 1 29 0,-2-1 0 16,1 1-1-16,-2-2-16 0,1-1-18 0,-1 0 0 16,0-2 25-16,0 1 2 0,-3-1-4 0,1 1-1 15,2-2 1-15,-5 2 2 16,4-2-2-16,-1 1 1 0,2 1 0 0,0 0 11 0,3 0-11 16,2-1 23-16,-1 1 2 0,6 0-24 0,-3-2 21 15,5 3-13-15,-1-4-3 0,3 0-6 16,-1 0 5-16,3 2 0 0,-4-1 2 0,6-2 11 15,-2 2-12-15,1-2 0 0,-1 0 1 0,0 0-8 16,1 2 6-16,0-2 7 0,-2 0-7 0,2 0 12 16,1 0-12-16,-2 0 0 0,1 0 154 0,0 0-181 15,1 0 0-15,1 0 0 0,-2 0 0 0,2 0 0 16,0 0 0-16,0 0 0 0,0 0 0 0,0 0 0 16,0 0 0-16,-2 0 0 15,2 0 0-15,0 0 0 0,0 0 0 0,0 0 0 16,0 0 0-16,0 0 0 0,0 0 0 0,0 0 0 15,0 0 0-15,0 0 0 0,0 0 0 0,0 0 0 16,0 0 0-16,0 0 0 0,0 0 0 0,0 0-189 16,0 0 189-16,0 0-41 0,0 0 37 0,0 1-9 15,0 2 8-15,0-1 48 0,0 1-23 16,4 1-4-16,1 1-22 0,1 3 185 0,2 0-179 0,1 1 0 16,1 2 0-16,1 0 0 0,2 4 0 15,2 0 0-15,3 2 0 0,1 2 0 16,0-2 0-16,2 2 0 0,1 0 0 0,1 1 0 15,-1-1 0-15,1 0 0 0,-2 0 0 0,0 0 0 16,-7-4 0-16,5 3 0 0,-3-3 0 0,-4 0 0 16,1-2 0-16,-5 1 0 0,-3-5 0 0,3-2 0 15,-4 1 0-15,1-4 0 0,-3 0 0 0,-2-4 0 16,0 2 0-16,0-2 0 0,0 0 0 0,0 0 0 16,0 0 0-16,0 0 0 0,0 0 0 0,0 0 0 15,0 0 0-15,0 0 0 16,0 0 0-16,0 0 0 0,0 0 0 0,0 0 0 15,0 0 0-15,0 0 0 0,-2-2 0 0,-3-4 0 16,1-1 0-16,1 1 0 0,0 1-180 0,3-3-639 16,0 4 394-16</inkml:trace>
  <inkml:trace contextRef="#ctx0" brushRef="#br0" timeOffset="19500.04">7974 8181 939 0,'0'-5'0'0,"0"3"0"0,0-3 0 0,-4 1 0 0,0 2 0 0,-2-2 0 0,3 1 0 0,-1 1 0 0,0-2 0 0,2 2 133 0,0 0-49 0,1 1-27 0,1-1 149 16,0 2-78-16,0-1-52 0,0 1-22 0,0 0 63 15,0 0-41-15,0 0-23 0,8 0 114 0,0 6-72 16,2 3-31-16,1 3 33 0,1 1-33 0,-1 2 1 16,0 0-24-16,2 2 55 15,0-2-31-15,1 3 0 0,-2-3-32 0,1 3-40 16,1-1 9-16,-1-2 31 0,0 1 0 0,-4 1-98 16,1-2 49-16,0 3 25 0,-3-4 7 0,-2 1-140 15,-1-1 73-15,0-5 12 0,-3 0-71 0,1-3 34 16,-2-2 36-16,0 1-261 0,0-5 136 0,0 0 55 15,0 0 39-15,0 0-230 0,0-3 127 0,0-9 74 16,0-3 34-16,0-3-316 0</inkml:trace>
  <inkml:trace contextRef="#ctx0" brushRef="#br0" timeOffset="19823.38">8326 8028 1007 0,'0'-4'0'0,"0"2"0"0,0 1 0 0,0 1 0 0,0-2 0 0,-2 2 223 0,0 0-88 0,-1 0 123 16,-1 0-113-16,1 0-56 0,1 0-28 0,-2 5 222 16,1 7-116-16,-2 5-72 15,2 6-31-15,-3 0 121 0,2 10-77 0,-1 4-37 16,-1 1 97-16,-3 11-72 0,1 1-31 0,-1 2 10 16,-3 4-20-16,1 0 7 0,-2 0-29 0,0-1-23 15,2-1 1-15,-3-4 22 0,1 2-1 0,1-4-26 16,0-1-9-16,1-4 36 0,2-1-1 0,0-7-28 15,2-1 29-15,2-6 8 0,-1 2-86 0,3-7 34 16,-2-3 6-16,1-2-92 0,2-4 51 0,-1-4 30 16,-1-2-12-16,1-2-128 15,1-2 72-15,-2 0 39 0,-1-2 8 0,0-2-95 16,1 2 44-16,1-2 32 0,-3 0-12 0,5 0-265 16,-1 0 149-16,2-4 68 0,0-9 46 0,2-6-468 15,8-3 252-15</inkml:trace>
  <inkml:trace contextRef="#ctx0" brushRef="#br0" timeOffset="20032.79">8428 8396 1469 0,'0'-3'0'0,"0"0"0"0,2 2 0 0,0-1 0 0,-2 2 0 0,2 0 0 0,1 0 0 0,5 0 319 0,2 0-144 0,3 0-62 16,1 0 228-16,3-1-154 0,4-2-78 0,-1 1-35 15,3 0-1-15,-2 0-32 0,-1 0-9 0,-1 1-288 16,2-1 144-16,-6 0 72 16,0 2 37-16,-4 0-464 0,0 0 237 0,-2 0 128 15,-4 0-15-15,-1 7-284 0,-4 3 168 0</inkml:trace>
  <inkml:trace contextRef="#ctx0" brushRef="#br0" timeOffset="20202.41">8509 8660 1915 0,'-2'1'0'0,"2"3"0"0,0-2 0 0,-2-2 0 0,2 0 0 0,0 0 0 0,0 0 0 0,0 0 0 0,0 0 276 0,6 0-122 0,5 0-52 0,2 0 147 16,3 0-108-16,1 0-55 0,1 0-26 0,0 0-292 16,3 2 141-16,0 1 57 0,-2 5 34 0,1-1-289 15,3 1 161-15,-3 1 80 0</inkml:trace>
  <inkml:trace contextRef="#ctx0" brushRef="#br0" timeOffset="20764.39">9298 8107 749 0,'-11'0'0'0,"1"-3"0"0,4 3 0 0,1 0 0 0,-1-3 0 0,0 3 0 0,4-2 277 0,-1 2-122 0,1-2 218 16,2 2-175-16,0 0-82 0,0 0-42 0,0 0 80 15,0 0-61-15,0-1-22 0,5 1-8 0,7 0 75 16,1 0-53-16,2 0-26 0,0 0 0 0,4 0 99 16,1 0-67-16,5 0-29 0,1 0 78 0,2 0-54 15,2 0-26-15,4 0 86 16,2 0-61-16,9 0-26 0,-2-2 0 0,4-4-22 0,-4 4-4 0,-2 1 8 15,12-1-8-15,-4 0-34 0,2 2 0 16,1 0 33-16,10-2 1 0,-9 0 32 16,15 1-32-16,-1-5 147 0,0-1-180 0,2-2 0 15,-3 4 0-15,-13-1 0 0,4 1 0 0,-3-1 0 16,-6 2 0-16,-13 2 0 0,1 0 0 0,-10 2 0 16,1 0 0-16,-5 0 0 0,-5 0 0 0,-2 0 0 15,-5 0 0-15,-3 0 0 0,-4 0 0 0,-1 0 0 16,0 0 0-16,0 0-197 0,-2 0 162 0,0 0-225 15,0 0 116-15,-2-2 60 0,-5 1 16 16,-2-3-287-16,-3 2 160 0,1 2 74 16,-5 0 48-16,4 0-605 0,-6 2 323 0</inkml:trace>
  <inkml:trace contextRef="#ctx0" brushRef="#br0" timeOffset="21265.58">9220 8152 882 0,'-3'-9'0'0,"-8"2"0"0,3 6 0 0,0 1 0 0,1 0 0 0,0 0 0 0,1 1 323 0,-1 9-136 0,-1 3-82 15,2 6-36-15,3 6 191 0,-1-1-114 0,4 5-57 16,0 5-19-16,0 7 73 0,0-2-55 0,2 5-27 16,3 0 123-16,2 2-76 15,2 4-29-15,-2 0 33 0,0 3-39 0,1 0 0 16,0-3-40-16,-3 1-29 0,-1-8 9 0,0 13 20 16,-1-12 0-16,-1-1 3 0,-2-7-3 0,0-1 0 15,0-6 8-15,0-1 20 0,0-6 0 0,-2-3-28 16,-3-6 25-16,-3-5-26 0,0-1 9 15,-3-7-68-15,-1 0 29 0,-4 0 0 0,0-11 31 0,-2-4-289 16,1-8 140-16,-1-1 56 16,-1-4 35-16,0-2-286 0,-2-2 146 0,2 4 48 15,5 6 38-15,-2-1-29 0,2 4 38 0,0 6-1 16,6 5 87-16,-2 1-25 0,1 6-8 0,0-2 137 16,4 3-76-16,-2 3-38 0,1 9-1 0,1 8 122 15,-3 1-81-15,2 6 2 0,1-1-29 0,-1 2 62 16,1 0-37-16,0-1 11 0,0-5 5 0,1 0-283 15,0-1 118-15,3-2 56 0,-1-8-182 16,2 2 97-16,0-5 60 0,0-2-2 16,2-5-380-16,5-1 212 0,7 0 106 0</inkml:trace>
  <inkml:trace contextRef="#ctx0" brushRef="#br0" timeOffset="21789.19">9673 8718 745 0,'-2'-18'0'0,"1"7"0"0,-5-4 0 0,4-3 0 0,0 1 0 0,-4-2 0 0,2-2 0 0,3-2 281 0,-3-2-124 0,2 1-54 15,-1-2-40-15,-1 4 7 0,-2 1-1 0,-2 5-36 16,1 0-3-16,-4 5 11 0,-1 3-9 0,-2 7 72 15,-2 1-35-15,0 0-1 16,-4 13-35-16,2 7 49 0,-3 7-28 0,-1 6-1 16,3 6-20-16,-2-2 131 0,4 4-66 0,2-5-24 15,3 9-9-15,3-11 128 0,4 3-80 0,3-3-40 16,2-4 67-16,0-5-45 0,0-1-36 0,6-3-110 16,7-5 42-16,-2-4 20 0,5-3 1 0,-3-4-57 15,1-5 35-15,2 0 22 0,-2 0-1 0,4-11-208 16,-1-7 80-16,-3-5 70 0,-1-3-24 0,3-2-235 15,-5-3 114-15,0 3 79 0,-1-2-69 16,-3 8 67-16,-2-2 45 0,0 3 80 16,-3 8-22-16,0 1 1 0,-2 7-22 0,0 1 95 15,0 2-44-15,0 0-25 0,0 2 0 0,0 4 242 16,0 11-103-16,0-1-78 0,-2 6 20 0,2-3 211 16,0 3-98-16,0 0-77 0,0 0 26 0,0-1-43 15,5-1-34-15,2-1-74 0,1-2 23 0,2-4 1 16,-1 1 24-16,-2-3-238 0,2-2 115 0,0-1 62 15,-2-2 30-15,-2-1-211 0,1-3 82 16,-1 0 67-16,0 0-20 0,-2 0-430 16,1 0 239-16,1-3 119 0,2-10-302 0,-4-2 215 15,0-6 103-15</inkml:trace>
  <inkml:trace contextRef="#ctx0" brushRef="#br0" timeOffset="21999.64">9719 8627 1233 0,'0'-9'0'0,"0"1"0"0,0 5 0 0,0-1 0 0,0 2 0 0,-3 0 0 0,3 2 0 0,0 0 244 15,0 0-106-15,6 0 290 0,7 0-198 0,3 0-98 16,0 0-42-16,3 0 165 0,-2 2-112 0,2 5-55 16,0 1-27-16,-3 1-57 0,0 3 8 0,-3-1 21 15,-2 2-1-15,-1 2-80 0,-5 1 40 0,-3 2 0 16,-2 3-151-16,0 5 92 0,-9-2 49 0,-7-1-162 16,0 3 66-16,-5-3 61 0,4-7-32 0,-4 3-75 15,1-5 49-15,-1-3 39 0,1-2-1 0,0-4-122 16,8-2 73-16,-1-3 48 0,3 0 1 0,4 0-88 15,5-12 64-15,1-3 33 0,0-1-295 0,10-9 168 16,3 2 79-16</inkml:trace>
  <inkml:trace contextRef="#ctx0" brushRef="#br0" timeOffset="22198.08">9974 8513 1064 0,'9'-16'0'0,"-5"9"0"16,-1-1 0-16,-1 5 0 0,-2 1 0 0,0 0 0 0,0 2 278 0,-9 0-123 0,0 12-53 0,-3 8 304 0,3 0-186 15,0 7-94-15,2 1-47 0,0 2 262 0,5 2-146 16,2 0-85-16,0-2-39 0,0 2 110 16,9-2-73-16,3-2-38 0,1-5-55 0,6 3 18 15,3-5 0-15,-5-2-258 0,1-7 129 0,3 1 73 16,-3-5 24-16,-1-2-470 0,1-4 245 0,-2-2 59 16,-1 0 81-16,0 0-531 0,0-9 295 0,-2-6 144 15,0 0 71-15</inkml:trace>
  <inkml:trace contextRef="#ctx0" brushRef="#br0" timeOffset="22370.22">10231 8569 1337 0,'-9'3'0'0,"5"1"0"0,1-1 0 0,-1-1 0 0,1-1 0 0,1-1 0 0,2 0 313 0,0 2-132 0,0-2-78 0,7 0 319 15,6 2-194-15,2-2-98 0,0 0-49 0,2 2 19 16,1-2-39-16,-1 2 1 0,0-2-29 15,2 0-471-15,-1 0 236 0,0 0 125 0,-1 0-688 0,-3 0 387 16</inkml:trace>
  <inkml:trace contextRef="#ctx0" brushRef="#br0" timeOffset="22617.56">10447 8471 731 0,'0'0'0'0,"0"0"0"0,2 0 0 0,0-1 0 0,-1 0 0 0,6-2 0 0,-2 1 556 15,4 0-262-15,2 2-131 0,3 0-65 0,-3 8 320 0,6 7-197 0,-4 4-94 16,-1 4-48-16,-3 6 187 16,-2 3-117-16,-3 2-50 0,-2 9 65 0,-2 0-65 15,0 0-34-15,-8 4 5 0,-8 0-38 0,-1-7 9 16,-8 7-8-16,7-16-77 0,-7 1 38 0,1-8 0 16,-3-1 39-16,4-9-252 0,-7-2 122 15,5-4 65-15,4-7-21 0,-2-1-392 0,5 0 162 0,1 0 130 16,4-6-240-16,5-9 180 0,4-4 90 0,4-4-304 15,0 1 189-15,10-5 107 16,6 1 49-16,4 0-151 0</inkml:trace>
  <inkml:trace contextRef="#ctx0" brushRef="#br0" timeOffset="22861.91">10729 8554 666 0,'3'-9'0'0,"0"3"0"0,-1 2 0 0,-2-4 0 0,0 3 196 16,0-2-82-16,-5 3-40 0,2-3 0 0,-3 4 374 15,1 1-199-15,-3 0-113 16,1 2 282-16,-3 2-193 0,-3 16-96 0,0 4 120 16,0 8-100-16,0 2-63 0,1 4-26 0,3 3 141 15,2 6-85-15,2-3-41 0,5-9-13 0,0 7 29 16,3-4-29-16,8 2-37 16,2-5 165-16,4-1-190 0,1-4 0 0,1-2 0 15,1-3-244-15,0-3 165 0,1-3 55 0,0-1-505 0,-3-6 243 16,1-4 143-16,2-2-611 0,-1-4 360 0,-1 0 181 15,-1 0 90-15,0-11 37 0</inkml:trace>
  <inkml:trace contextRef="#ctx0" brushRef="#br0" timeOffset="23187.04">10864 8366 1519 0,'-10'-15'0'0,"7"6"0"0,3 4 0 0,0-1 0 0,1-1 0 0,6 1 0 0,4 2 254 0,2 0-115 16,4 2-53-16,4 0 229 0,4 2-141 16,-5 0-62-16,4 6-29 0,-1 7-25 15,-5 2-1-15,-4 2-24 0,-1 3-81 0,-4 1 48 0,-1 0-7 16,-6 2-87-16,-2 4 64 0,0-6 31 0,-4 4 1 16,-10-7 39-16,-5 5-107 0,5-8 0 0,-4-2 171 15,0-2-64-15,1-2-1 0,4-5-70 0,-2 0 357 16,5 0-150-16,0-4-78 0,4 0-17 0,1 0 198 15,4 0-115-15,-1 0 81 0,2 0-246 16,0 0 0-16,3 0 0 0,11 0 0 16,3 0 0-16,4 0 0 0,-2 0 0 0,2 0 0 0,2 0 0 15,0 4 0-15,2 1 0 0,-2 1 0 16,2 0-603-16,-2 1 307 0,0 3 95 16,0-3-620-16,-2 3 386 0,4 1 205 0,-2 0-230 0</inkml:trace>
  <inkml:trace contextRef="#ctx0" brushRef="#br0" timeOffset="23354.59">11488 9110 2848 0,'0'0'0'16,"0"0"0"-16,0 0 0 0,0 0 0 0,0 0 0 0,0 0 0 0,0 0 0 0,0 0 233 0,0 0-105 0,0 0-364 0,0 0 134 0,-2 0 67 0,0 0 34 15,-2 0-492-15</inkml:trace>
  <inkml:trace contextRef="#ctx0" brushRef="#br0" timeOffset="27653.02">12485 8451 709 0,'-9'-2'0'0,"3"-11"0"0,4 3 0 0,2 1 0 0,0-1 0 0,0 1 0 0,0-2 258 0,2-2-117 0,9-1-53 15,5 5-28-15,-2-2 112 0,7 3-69 0,2 1-27 16,2 2-8-16,4 3 13 0,-1 2-24 0,2 0-1 16,-2 2-4-16,0 9-11 0,-1 1-8 0,-2 8-35 15,-5-2 0-15,-1 3 35 0,-4 5 0 0,-6 3-39 16,-5 2 15-16,-2 5 0 0,-2 7 24 0,-2-3 31 16,-11-5 2-16,-8 8-35 15,-2-7-24-15,5-6 56 0,-6 0-14 0,-1-7-23 16,-1-1 57-16,1-6-27 0,-1-5-1 0,7-6-104 15,-3-1 42-15,2-2 0 0,4-2 48 0,0 0-338 16,6-2 156-16,2-6 78 0,6-4 24 0,2-4-417 16,0 0 187-16,15-5 122 0,6 0 57 0,5 0-315 15,8-5 187-15</inkml:trace>
  <inkml:trace contextRef="#ctx0" brushRef="#br0" timeOffset="27854.02">12992 8353 623 0,'9'-22'0'0,"-3"5"0"0,-4 3 0 0,-2 4 0 0,0 0 0 0,-4 4 0 0,-9 1 179 16,0 5-74-16,0 0-36 0,0 2 210 0,-6 14-123 16,3 5-53-16,2 3 107 0,-2 4-88 0,5 5-44 15,4 0-23-15,2 1 123 0,5-6-65 0,0 6-43 16,0-5-1-16,11-4 11 0,8 0-24 0,1-4 0 16,-1-3-15-16,9 2-139 0,-1-6 65 15,1-1 33-15,0-3-125 0,-1-3 79 16,-2-1 48-16,5-2-507 0,-3-4 251 0,-3 0 79 15,1 0 78-15,-3-11-386 0</inkml:trace>
  <inkml:trace contextRef="#ctx0" brushRef="#br0" timeOffset="28052.03">13400 8090 1372 0,'5'-7'0'0,"-1"5"0"0,2 2 0 0,-2 0 0 0,-2 0 0 0,-1 15 0 0,1 8 232 0,-2 3-99 0,0 5 125 15,0 13-112-15,-5-5-49 0,-9 12-36 0,1-3 172 16,-2 1-100-16,0 1-50 0,-2-4-26 0,4-7-104 16,-2 7 35-16,2-13 23 0,0 2-1 0,1-4-317 15,3-8 170-15,4-6 93 0,1-6-541 0,2-5 249 16,2-6 164-16,0-2-334 0,0-18 236 0</inkml:trace>
  <inkml:trace contextRef="#ctx0" brushRef="#br0" timeOffset="28179.69">13366 8499 1572 0,'9'-7'0'0,"3"5"0"0,-3 0 0 0,0 2 0 0,1 0 0 0,-1 0 0 0,0 0 0 0,0 0 0 0,0 0 151 16,2 8-63-16,-2-3 100 0,3 4-77 0,-1 0-39 15,-1-2-1-15,1 0-106 0,-1 3 30 0,2-2 0 16,-3-3 38-16,1 0-466 0,1-3 233 0,0 0 125 16</inkml:trace>
  <inkml:trace contextRef="#ctx0" brushRef="#br0" timeOffset="28384.15">13766 8120 963 0,'2'-9'0'0,"0"5"0"0,0 1 0 16,-1 3 0-16,1 0 0 0,-2 0 441 0,0 11-204 0,0 6-103 0,0 7-50 0,-2 4 158 16,-9 8-109-16,1 3-50 0,-6 4-25 0,-1 2 224 15,-2 3-125-15,-2 0-54 16,0-1-54-16,1 1-16 0,-1-4 0 0,0 1-1 15,3-3-229-15,1-7 122 0,2 1 50 0,2-6-477 16,4-10 249-16,5-6 139 0,0-1-7 0,4-8-272 16,0-5 176-16</inkml:trace>
  <inkml:trace contextRef="#ctx0" brushRef="#br0" timeOffset="28542.73">13685 8482 831 0,'5'-3'0'0,"-2"1"0"0,3 2 0 0,-5 0 0 0,3 0 0 0,0 0 210 15,1 5-81-15,3 7-52 0,2-2 451 0,0 6-247 16,2-1-125-16,1 2-61 0,0 0 145 0,6 6-108 16,-2-5-49-16,1 1-343 0,3 0 146 0,-2 0 73 15,0-3 46-15,4 4-586 0,-5-3 307 0,3-3 154 16,-6-3 73-16</inkml:trace>
  <inkml:trace contextRef="#ctx0" brushRef="#br0" timeOffset="28963.12">14318 8334 503 0,'-1'-26'0'0,"-1"5"0"0,-4-3 0 0,-4-4 0 0,-1 3 0 0,0 3 260 16,-1 3-114-16,0 4-56 0,-2 4-21 0,-1 4 126 16,-2 6-81-16,-1 1-41 0,-3 7 1 0,0 10 61 15,1 12-43-15,-3 8-33 16,4 1 50-16,4 5-39 0,2 2 1 0,5 2 152 15,5-7-86-15,1 3-57 0,2-5-23 0,0-3 79 16,5-5-51-16,7-2-27 0,1-9 9 0,2 2-69 16,2-4-1-16,0-6 36 0,0-2 0 0,2-3-170 15,-3-4 93-15,2-2 35 0,-2 0-233 0,1-8 115 16,2-10 71-16,-6-1-145 0,5-8 97 0,-6-1 5 16,1 0 37-16,-1-2-140 15,-3-2 85-15,-2 7 34 0,1-6 29 0,-4 8 9 16,0 2 13-16,-2 7-1 0,-1 2 0 0,-1 5 185 15,0 3-88-15,0 2-49 0,0 2 289 0,0 0-145 16,0 4-87-16,0 11 121 0,0 2-92 0,0 1 2 16,0 3-38-16,0 6 160 0,2-7-97 0,4 5-39 15,1-2-32-15,3-3-47 0,-3 1 22 0,4-5 1 16,1 1 0-16,1-2-306 0,1-2 149 0,-2-1 78 16,1-3 40-16,3-1-532 15,-4-5 265-15,4-3 73 0,-3 0-118 0,0 0 142 16,2 0 72-16</inkml:trace>
  <inkml:trace contextRef="#ctx0" brushRef="#br0" timeOffset="29155.19">14628 8032 1334 0,'0'0'0'0,"0"0"0"0,6-2 0 0,3-2 0 0,4-1 0 0,2-1 0 0,2 0 245 0,6-2-105 0,-5 2-46 15,11-3 184-15,-3 4-122 0,-1-2-62 0,-1 3-14 16,-4 0-23-16,3 2 8 0,-2 0-32 0,-3 0-251 16,0 2 126-16,-4 0 62 0,0 0 31 0,-5 0-592 15,2 8 301-15</inkml:trace>
  <inkml:trace contextRef="#ctx0" brushRef="#br0" timeOffset="29438.93">14878 7995 927 0,'-6'1'0'0,"3"4"0"0,1-2 0 0,0 2 0 0,-1-1 0 0,0 5 201 0,-1 1-84 16,-1 3-42-16,-1 2 150 0,-1 4-89 0,-3 3-55 15,-1 1-24-15,-2-1 8 0,-1 3-33 0,2-3 1 16,-4-5 8-16,2 4-74 0,-4-3 33 16,4-5 0-16,-2-3 40 0,4-2-7 0,4-5 8 0,-2 1 90 15,7-4-49-15,-1 3-25 16,2-3 0-16,2 0 140 0,0 0-74 0,0 0-49 15,7-3-21-15,9-1 14 0,0-2-1 0,3 3-33 16,2 0 8-16,-1-1 54 0,1 2-31 0,0 0-1 16,-1 2-112-16,0 0 40 0,-2 0 29 0,-3 0-403 15,0 0 200-15,0 0 106 0,-2 0 18 0,-1 0-581 16,-3 2 292-16,0-2 161 0,1 0 77 0,-3 0-332 16,1 0 205-16,-1-2 101 0</inkml:trace>
  <inkml:trace contextRef="#ctx0" brushRef="#br0" timeOffset="29568.58">15021 8145 488 0,'-2'-9'0'0,"0"5"0"0,1 1 0 0,-2 1 0 0,1 1 0 0,0 1 371 16,2 0-169-16,0 0-85 0,0 0-34 0,0 3 77 15,2 4-63-15,0 5-33 0,4-1 1 0,0 5 125 16,-1 1-71-16,-1-1-47 0,-2 3-276 0,-1 3 118 16,-1-2 60-16,0 1-470 15,0 1 264-15</inkml:trace>
  <inkml:trace contextRef="#ctx0" brushRef="#br0" timeOffset="29726.16">14739 8519 1058 0,'-13'1'0'0,"7"1"0"0,6 0 0 0,0-2 0 0,0 0 0 0,4 0 0 0,11-5 0 0,5-7 395 0,1 4-182 0,4-1-90 16,-3 0 37-16,-1-1-56 15,3 3-40-15,-3 1-122 0,-1 1 46 0,-2 3 22 16,-4 0 0-16,-2 2-454 0,-1 0 235 0,-2 0 120 15,-1 0 61-15</inkml:trace>
  <inkml:trace contextRef="#ctx0" brushRef="#br0" timeOffset="29920.88">14816 8354 499 0,'-7'0'0'0,"1"0"0"0,4 3 0 0,1 4 0 0,1 8 0 0,0 2 343 0,0 6-155 0,0 1-77 16,0 4 269-16,0 2-165 0,0 1-96 0,0-2 57 15,0 2-71-15,3-5-36 0,1-5-1 0,1 0-94 16,3-5 24-16,2 0 1 0,1-9 34 0,1-3-228 16,4-4 113-16,2 0 66 0,3-11 21 0,0-10-415 15,1-6 216-15,2-7 37 0,-3-1-310 0,-4 3 210 16,2-14 115-16,-4 2-39 0</inkml:trace>
  <inkml:trace contextRef="#ctx0" brushRef="#br0" timeOffset="30042.57">15094 8314 590 0,'5'-24'0'0,"1"1"0"0,-3 12 0 0,0 1 0 0,-1 6 0 0,0 4 0 0,0 0 0 0,-1 0 314 15,1 4-140-15,0 9-71 0,0 0 274 0,0 5-165 16,0-4-93-16,-1 3 52 0,1 2-69 0,2-1-34 16,-1-1-1-16,-2 3-140 0,1-6 48 0,0-1 29 15,2-3 0-15,-2-3-422 0,3-1 225 0,0-4 122 16,-1-2 47-16</inkml:trace>
  <inkml:trace contextRef="#ctx0" brushRef="#br0" timeOffset="30300.88">15262 7895 1209 0,'1'0'0'0,"5"0"0"0,-1 7 0 0,-1 6 0 0,0 6 0 0,-3 6 250 0,3 2-108 0,1 8-47 0,0 10 195 16,1 2-129-16,1 5-64 0,0 12-32 16,1-1 348-16,0-8-182 0,1 19-104 15,-2-10-46-15,-1-11 162 0,0 2-104 0,1 0-54 16,-3-10 67-16,-1 6-64 0,-1-8-27 0,-2-9-71 15,0-1 21-15,0-5 154 0,-7-7-165 0,-6-2-313 16,-2-6 229-16,0-4 59 0,-2-3 28 0,0-4-149 16,-2-2 42-16,2 0 58 0,1 0-431 0,0-6 222 15,2-7 111-15,3 0 56 0,2-4-360 0,6-1 212 16,3-3 101-16,0-4-381 16,2 1 242-16</inkml:trace>
  <inkml:trace contextRef="#ctx0" brushRef="#br0" timeOffset="30692.83">15653 8354 917 0,'0'0'0'0,"0"0"0"0,0 0 0 0,0 0 0 0,0 0 0 0,0 3 172 0,0 3-69 0,0 6-36 16,-1 6 506-16,-1 4-274 15,0 5-133-15,2 1 423 0,0 3-278 0,0 3-131 16,7 0-77-16,7-2 166 0,2-4-117 0,3-1 42 15,1-7-194-15,-2-3 0 0,10 0 0 0,-3-7 0 16,1-5 0-16,-1-5 0 16,-2 0 0-16,0-3 0 0,4-7 0 0,-3-7 0 0,-4-1 0 0,-1-3-188 15,-1 0 124-15,-6 0-7 0,1-7 39 0,-3 3-127 16,-4-1 70-16,-4-2 4 0,-1-2 27 0,-1 0-21 16,0-3 46-16,-7-2 0 15,-7 2 7-15,0-1-6 0,-3 2-1 0,-3 1-8 16,-5 2-22-16,-2 4 30 0,-1 5 0 0,-4 4 4 15,0 5-3-15,1 5-9 0,0 3 8 0,1 3 70 16,4 0-34-16,1 6 3 0,5 6-36 0,3 5 140 16,1 2-62-16,0 4-24 0,5 0-1 0,1 0 43 15,1 0-34-15,4 0-4 16,-1 3-5-16,4 0 4 0,0 0-19 0,2-1-382 0,0 2 183 0,0 1 82 16,0 3 51-16,0 5-597 0,4 6 311 15</inkml:trace>
  <inkml:trace contextRef="#ctx0" brushRef="#br0" timeOffset="55504.34">16636 8047 421 0,'-13'0'0'16,"1"-5"0"-16,3 2 0 0,2 0 0 0,-2-3 0 0,2 0 0 0,-2-1 156 0,2-3-62 0,0 1-30 15,2 0 91-15,1-3-66 0,1-1-27 0,-1 2 46 16,4-2-37-16,0 2-1 0,0 0-29 0,0-5 16 16,0 3 0-16,0 1-24 0,2-2 0 0,5 0 37 15,2-2-29-15,0 1-8 0,0 0 0 0,3-2 0 16,-2-2-1-16,5-2 1 0,-1 4 30 0,0-3-9 15,2 1-21-15,0-1 35 0,0 3-35 0,-2 3-1 16,2-1 9-16,0 4 14 0,0 2-1 0,-2 1-21 16,4 1-1-16,-2 1 29 15,1 2-20-15,1 0-8 0,2 3 39 0,-1-1-39 16,4 2 0-16,-3 0 0 0,-1 0 1 0,2 0-2 16,-5 3 1-16,1 5-54 0,-2 2 27 0,0-1-1 15,-4 2 36-15,2 2-41 0,-3 0-6 0,-1 2 34 16,-2 1-14-16,-1-1 2 0,0-1 7 0,-1 4-2 15,-3-3 0-15,2 1-1 0,-2-1-7 16,0 3 5-16,-2-2 31 0,0 1-2 0,0 0-26 16,0 1 40-16,-8 0 0 0,1-2-36 15,-3 3 16-15,1-1 19 0,-2 1-30 0,-1-1 3 16,1 0-3-16,0 0-11 0,-1-2 20 0,3 1-5 16,-3 0 18-16,5 0-17 0,-2 2-3 0,2-1 9 15,-1 2 18-15,-1-1 1 0,2 2-28 0,1 0 31 16,-1 1-1-16,0-2-21 0,2 2 139 0,0-2-180 15,1 0 0-15,-2-2 0 0,5 2 0 0,-1-2 0 16,-1 1 0-16,3-2 0 0,0-1 0 16,0 0 0-16,0-1 0 0,0 0 0 0,0 0 0 15,0-2 0-15,0 0 0 0,0 0 0 16,0-2 0-16,0-1 0 0,0-1 0 0,3 0 0 16,-1 0 0-16,-1-4 0 0,1 3 0 0,0-5-209 15,0 1 143-15,-2-2 27 0,2-2-253 0,-2 0 128 16,0 1 68-16,0-1-122 0,0 0 96 0,0 0 45 15,0 0 22-15,0 0-375 0,0 0 199 0,0 0 90 16,0 0 59-16,0 6-523 0,0 2 286 0</inkml:trace>
  <inkml:trace contextRef="#ctx0" brushRef="#br0" timeOffset="55697.86">16966 8858 2071 0,'0'0'0'0,"0"3"0"0,2 0 0 0,0 1 0 0,-2-3 0 0,0 1 0 0,2 2 395 0,-2 0-181 0,1-2-90 0,-1-1 246 16,0 2-169-16,0-1-76 0,0-2-50 0,0 1 202 15,0 1-34-15,0 0-243 16,0 0 0-16,0-2 0 0,0 1 0 0,0-1 0 16,0 2-381-16,0-2 224 0,0 5 94 0,0 0-1050 15,2 3 495-15</inkml:trace>
  <inkml:trace contextRef="#ctx0" brushRef="#br0" timeOffset="68553.95">8225 9897 550 0,'-8'0'0'0,"0"-2"0"0,2 0 0 0,2-1 0 0,0 2 0 0,-1-1 0 0,1 0 0 0,0 2 64 0,1-2 0 0,0 1-31 16,1-1 8-16,2 0 56 0,-2 2-32 0,2-2 0 16,0-2 8-16,0-3 0 15,0 2-32-15,0-5 31 0,0 3-39 0,0-3-1 16,2 1 1-16,0 1 26 0,4 3 9 0,0-1-35 15,-1 0-1-15,2 2 2 0,2 2-1 0,2 1 0 16,0-2 8-16,4 3-15 0,0 0 7 0,4 0 0 16,-1 8-6-16,6 6 5 0,-8-1 9 0,6 6-17 15,-3 1 9-15,-2 0 0 0,-2 3-1 0,-4 2-13 16,-1-3 19-16,-3 8-10 0,-3-5 3 0,-2 4 27 16,-2 0 1-16,0-1-27 15,0-4 9-15,-11 5 8 0,-3-3-16 0,0-2 0 16,-2-2-30-16,-2-1 30 0,3-4 8 0,-6 2-76 15,2-8 33-15,-2 3-2 0,1-5 34 0,-3-1-138 16,2-1 68-16,1-3 18 0,-1-3 0 0,2 1-138 16,3-2 79-16,1 0 25 0,3 0 22 0,5 0-179 15,2-2 93-15,2-3 32 0,3-7-75 0,3-2 65 16,15-2 25-16,7 0-293 0,8-5 167 0,3 3 83 16</inkml:trace>
  <inkml:trace contextRef="#ctx0" brushRef="#br0" timeOffset="68835.7">8701 9776 597 0,'0'-22'0'0,"0"5"0"0,0 0 0 0,-8 3 0 0,-3-2 0 0,0 4 196 0,-5-1-81 0,2 6-41 16,-2 4-1-16,2 1 51 15,-4 2-50-15,1 0-21 0,-1 7 118 0,0 11-69 16,0 4-34-16,3 4 53 0,2 3-48 0,-1 2 0 15,5 1-40-15,2 2 118 0,1-1-59 0,6 3-22 16,0-2-7-16,0-2 91 0,0-2-60 0,6 0-31 16,6-4 58-16,2-3-36 0,5 2-30 0,0-6-44 15,4-1 0-15,0-3 21 0,2-2 1 0,3-3-159 16,0-3 75-16,1 0 42 0,-3-3 21 0,0 0-390 16,-4-4 196-16,1 0 60 15,-2 0 61-15,-1 0-452 0,-3 0 240 0,1-2 120 16,-4-7-325-16</inkml:trace>
  <inkml:trace contextRef="#ctx0" brushRef="#br0" timeOffset="69056.13">8951 9761 1937 0,'-11'0'0'0,"6"0"0"0,5 0 0 0,-2 0 0 0,2 2 0 0,0 2 0 0,0 0 0 0,0 0 0 16,5 2 0-16,8-1 251 0,-1-2-113 0,6 1-53 0,2 0 101 0,1-4-77 16,1 2-30-16,-3-2-79 0,0 0 0 0,-1 0 33 15,1 0-1-15,-3 0-273 0,0 0 144 0,-2 0 62 16,-5-2 33-16,0 0-525 0,-2 2 202 0,1 0 159 16</inkml:trace>
  <inkml:trace contextRef="#ctx0" brushRef="#br0" timeOffset="69229.66">9059 10025 1094 0,'-2'3'0'0,"2"1"0"16,0 0 0-16,0-3 0 0,0 2 0 0,0-1 477 0,4-1-223 0,6 2-110 0,3-2-56 16,-1-1 162-16,4 0-101 0,0 0-62 15,2 0-27-15,-1 0 172 0,-3 0-100 0,1 0-50 16,-1 0-16-16,0 0-328 0,0 0 148 0,-1 2-235 15,-1-2-185-15,-5 0 284 0</inkml:trace>
  <inkml:trace contextRef="#ctx0" brushRef="#br0" timeOffset="70364.92">9615 9871 608 0,'0'0'0'0,"-2"0"0"0,2 0 0 0,0 0 0 0,-2 0 0 0,2-3 0 0,0 2 0 0,-2 1 90 0,2 0-28 0,0 0 33 15,0 0-23-15,0 0-8 0,0 0-32 0,0 0 76 16,0 0-38-16,0 0-1 0,0 0-28 16,0 0 27-16,0 0 0 0,0 0-35 15,0-2 0-15,0 2 30 0,0 0 8 0,0 0-38 16,0 0-5-16,0 0 5 0,0 0 0 0,0 0-58 15,0 0 37-15,0 0-8 0,0 0 28 0,0 0-41 16,0 0 15-16,0 0 0 0,0 0 10 0,0 0-63 16,0 0 22-16,0 0 21 0,0 0-8 0,0 0 32 15,0 0-22-15,0 0 86 0,0 0-38 0,0 0 1 16,0 0-35-16,0 0 81 0,0 0-28 0,0 0-6 16,0 0-22-16,0 0 29 15,0 0-21-15,0 0-14 0,0 0 23 0,0 0-33 16,0 0 11-16,0 0 1 0,0 0-22 0,0 0 22 15,0 0 8-15,0 0-9 0,0 0-1 0,0 0 1 16,0 0 1-16,0 0-11 0,0 0 15 0,0 0-6 16,0 0-4-16,0 0-7 0,0 0 9 0,0 0 1 15,0 0 8-15,0 0-34 0,0 0 25 16,0 0 1-16,0 0-1 0,0 0-45 16,4 0 25-16,3 0-7 0,2 0 77 0,2 0-26 15,-4 0-3-15,6 0 4 0,-5 0 8 0,6 0-33 16,-1 0 2-16,1 0 8 0,1 0-5 0,2 0-2 15,0 0 13-15,-1-2-54 0,2 2 43 0,-4-2-1 16,4 2 0-16,-1 0-57 0,-1 0 21 0,0 0-54 16,-2 4 34-16,4-1 22 0,-4 1-16 15,2 0-16-15,-2-2 16 0,2 0 0 0,-2-2 11 16,2 0-34-16,-5 0 16 0,0 0 0 16,1 0 13-16,-3 0-20 0,-2 0-8 0,-1 0 34 15,0-2-62-15,-4 0 20 0,1 0 4 0,-1 2-141 16,-2 0 80-16,0-2 39 0,0 2 10 0,0-1-359 15,0 1 194-15,-2 0 94 0,-8 0 47 0,1 3-633 16</inkml:trace>
  <inkml:trace contextRef="#ctx0" brushRef="#br0" timeOffset="70705.42">9662 10135 1653 0,'-10'0'0'0,"7"2"0"16,-1-2 0-16,0 0 0 0,4 0 0 0,0 0 0 0,0 0 0 0,4 0 251 0,13 0-109 0,3 0-54 0,1 0 185 0,6 0-124 0,-6 2-58 16,-1 3-29-16,1 5-102 0,-5 1 37 0,0 3 7 15,-5 0 29-15,-3 3-269 0,-6 2 134 0,-1 0 68 16,-1 4 33-16,0-4-230 16,-15 4 123-16,0-2-5 0,-4-4 29 0,-4-1-23 15,0-4 38-15,2-3 172 0,-8 1-64 0,3-4-36 16,1-2 0-16,5 1 300 0,1-1-160 0,7-2-56 15,-2 0-46-15,7 0 386 0,3-2-197 0,2 0-99 16,2 0 76-16,0 2-79 0,4-1-52 0,12 2-23 16,9 2-20-16,1-3 0 0,2 2 0 0,4-2-13 15,2-1-8-15,-2 2 21 16,0-2 0-16,0-1-240 0,0 2 128 0,-4-1 52 16,-5-1 30-16,-1 0-597 0,0 0 291 0,-3 0 87 15,-3 0-424-15,-1 0 308 0,-5 0 150 0,1 0-155 16</inkml:trace>
  <inkml:trace contextRef="#ctx0" brushRef="#br0" timeOffset="71089.63">9857 9440 1015 0,'-12'-33'0'0,"-4"10"0"0,3 6 0 0,-2 0 0 0,-2 3 0 0,0 4 0 0,-1 2 168 15,1 7-67-15,-1 1 120 0,4 0-94 0,1 5-47 16,-3 12-15-16,2 7 29 0,0 6-31 0,3 2 0 16,-1 4-30-16,7 2 70 15,-1-5-27-15,6 1-7 0,0-2-37 16,0-6 29-16,2-5-1 0,7-1-27 0,5-3-55 0,1-4 24 16,0-2-1-16,1-7-144 0,4-3 88 0,-4-1 44 15,3 0 11-15,-1-11-94 0,-2-8 33 0,-1-2 34 16,0-3-16-16,-3-2-166 0,-3-3 64 0,-2 1 63 15,1 0 2-15,-5 2 4 0,0 5 21 0,-1 3 1 16,0 6 135-16,-2 3-53 0,0 3-30 0,0 2 321 16,0 4-160-16,0 0-87 0,-2 6-23 0,-3 11 213 15,3 2-101-15,1 0-67 0,1 4-20 16,0 1 31-16,0-3-28 0,10 4-7 0,2-2-38 16,4-3-30-16,0 1 31 0,3-3 8 15,6 4-367-15,-1-3 179 0,2-3 90 0,1-1-729 16,3 0 353-16</inkml:trace>
  <inkml:trace contextRef="#ctx0" brushRef="#br0" timeOffset="71279.63">10310 9803 1007 0,'0'0'0'0,"2"0"0"0,5 0 0 0,2 0 0 0,2 0 231 16,1 0-99-16,6 2-41 0,-2-2 533 0,5 2-295 15,4-1-149-15,3 2 24 0,-3 0-86 0,0-1-34 16,5 0-30-16,-4 2-345 0,1-4 163 0,-6 2 79 16,-1-2 42-16,1 0-513 0,-7 0 270 0,-2 0 140 15,-1 0 70-15,-5 0-365 0</inkml:trace>
  <inkml:trace contextRef="#ctx0" brushRef="#br0" timeOffset="71453.16">10468 9487 1162 0,'0'-5'0'0,"2"4"0"0,0 1 0 15,-1 0 0-15,1 4 0 0,0 16 0 0,2 3 538 0,2 6-252 0,-2 7-127 0,-1 7-63 16,-1-4 270-16,0 14-171 0,-2 0-81 0,0-1-40 16,0 4-170-16,0 2 64 0,0-1 41 15,0-1-275-15,0-5 149 0,2-2 75 0</inkml:trace>
  <inkml:trace contextRef="#ctx0" brushRef="#br0" timeOffset="72229.92">11018 9765 1173 0,'0'2'0'0,"-5"2"0"0,3 0 0 0,2-3 0 0,0 4 0 0,0-5 0 0,0 1 168 0,9-1-68 15,4 0-33-15,12 0 295 0,1 0-165 0,4-6-74 0,2-1-49 16,2-1 130-16,-1 1-86 0,1 3-42 16,-4 0-22-16,-3 2-25 0,3 1 4 0,-8 1 0 15,0 0-152-15,1 0 76 0,-4 0 38 0,-2 3-345 16,-4 3 187-16,-4 0 98 0,-1 1 29 0,-2 1-575 15,-4 1 273-15,-2 2 144 0</inkml:trace>
  <inkml:trace contextRef="#ctx0" brushRef="#br0" timeOffset="72572.03">11077 9872 1504 0,'0'2'0'0,"-7"-2"0"0,5 4 0 0,2-2 0 16,0-2 0-16,0 2 0 0,0 1 0 0,2 1 0 0,7 2 0 0,3 0 193 0,4 1-80 0,-2 0-40 0,4 1 30 0,-2 1-27 0,0 1-9 16,-2-1-34-16,0-2-172 0,-5 3 85 0,-2 1 44 15,-5 0-197-15,0 3 116 0,-2 1 62 0,-4 2 31 16,-14 2-87-16,-3-3 3 16,0-2 44-16,-9 0-40 0,2 0 27 0,-2-4-14 15,0-1 0-15,1-2 276 0,7-2-125 0,-2 3-51 16,3-4-30-16,6 2 366 0,5-5-181 0,3 3-54 15,3-4-51-15,3 2 194 0,1 0-123 0,1 0-62 16,10 1-39-16,8 2 1 16,4-2-15-16,5-1 68 0,3 0-39 0,-1 0 1 0,2 0-38 15,-1-1-64-15,1 2 40 0,-2-3-9 0,-1 1 33 16,-1-1-362-16,-6 0 181 0,1 0 62 16,-4 0 61-16,-3 0-645 0,0 0 319 0,-4 0 159 15,-3-5-389-15</inkml:trace>
  <inkml:trace contextRef="#ctx0" brushRef="#br0" timeOffset="72986.55">11233 9461 743 0,'0'-17'0'0,"0"4"0"0,-4 0 0 0,-3-4 0 0,-2 0 0 0,0 2 0 0,-1-2 89 15,-1 1-33-15,0-3 20 0,0-1-22 0,0 3 0 16,-2-1-22-16,-1 3-13 0,3 2-8 0,-2 5 22 16,-2 3-1-16,1 3-26 0,0 2 27 0,-2 0 8 15,2 7-8-15,-1 12 22 16,0 2 0-16,2 7-22 0,1 0 61 0,5 4-22 16,1-2-9-16,3 2 19 0,3-4-25 0,0-7 0 15,0 1-25-15,1-3 10 0,7-3-9 0,3-6 0 16,4 0-1-16,0-7-56 0,0-1 28 0,0-2 8 15,4 0 21-15,-3-4-141 0,3-10 57 0,-1-3 39 16,-5-2-165-16,-3 0 93 0,1 1 23 0,-4 1-33 16,-2 2 31-16,-1 4 22 0,-2 5-6 0,0 2 43 15,-2 0-41-15,0 2 17 0,0 2-23 16,0 0 219-16,0 4-91 0,0 8-51 16,0 6-6-16,0-1 225 0,0 2-100 0,0-1-68 15,0 2 87-15,1-3-58 0,6 1-40 0,2-1-204 16,0-2 86-16,6 0 42 0,0-2 21 0,4-2-476 15,4 0 225-15,1-2 122 0,4-3 33 0</inkml:trace>
  <inkml:trace contextRef="#ctx0" brushRef="#br0" timeOffset="73529.82">11905 9715 705 0,'-8'-8'0'0,"1"1"0"0,1-1 0 0,-3-2 0 0,-1 0 0 0,1 1 0 0,-2 1 166 0,1 2-58 15,-3-3-42-15,-1 6 0 0,2 2 32 16,-1 1-33-16,-1 0 0 0,0 4 23 0,-4 13-32 16,4 4 1-16,0 1 66 0,3 4-45 0,-1 2-23 15,9-3 8-15,-3 7 76 0,6-4-53 0,0-2-27 16,0-6 1-16,4 3 22 0,8-3-16 0,2-5-8 15,4-1-25-15,-2-3-33 0,1-4 1 0,3-3 32 16,1-4-154-16,0 0 73 0,4 0 40 16,-5-11-252-16,1-8 124 0,-2 1 75 0,-4-3 3 15,2-7-227-15,-4 3 127 0,-4 5 60 16,1-1 33-16,-3 2 39 0,-3 6-15 0,-2 2 9 16,-1 3-1-16,1 4 83 0,-2 3-41 0,0 1-21 15,0 0 248-15,0 9-113 0,-3 8-75 0,1 4 250 16,2 1-143-16,0-1-33 0,0 1-42 0,0-1 55 15,5-4-51-15,7 1-26 0,3-8 1 0,0-1-69 16,3-3 29-16,2-4-8 0,-2-2 22 0,-1 0-140 16,1-4 69-16,3-13 36 15,-7 1-54-15,1-7 15 0,-5 0 32 0,1-1-168 16,-4 0 88-16,-4-3 17 0,-1 6 27 0,-2-9-13 16,0 4 0-16,-3 0 6 0,-8 1 23 0,-3 3 37 15,1 5-7-15,-6 2-34 0,1 5 3 0,-3 3 121 16,-5 5-56-16,1 2-18 0,1 9 37 0,0 7-19 15,3 3-22-15,1 3 54 0,8-3-33 0,1 1-4 16,3-1 2-16,6 0-97 0,2 0 36 0,0-4 7 16,2-2 31-16,9 0-356 0,6 0 163 0,6-1 76 15,1-5 45-15,5-1-414 0</inkml:trace>
  <inkml:trace contextRef="#ctx0" brushRef="#br0" timeOffset="73809.27">12495 9640 789 0,'0'0'0'0,"0"0"0"0,-9 0 0 0,-3 2 0 0,3 1 99 0,-1 3-25 0,1 1-8 0,1 0 267 15,5 0-150-15,1 3-75 16,2 0-38-16,0-1 102 0,0 3-74 0,9-3-32 16,5 2-75-16,4-1 21 0,1 1 0 0,-1-2 29 15,3 3-157-15,-2-3 74 0,-1 2 38 0,0 1-50 16,-5 0 44-16,-4 2 29 0,-3 1-39 0,-4 0-14 15,-2 2 22-15,0 0-27 0,-8 4 0 0,-7-7 164 16,-8 9-69-16,0-4-29 0,-4-3-1 0,-1 1 79 16,0-3-47-16,-2-3-2 15,1-1-145-15,1-5 55 0,5-3 18 0,3-2-324 16,3 0 170-16,8 0 81 0,2-12 28 0,7-4-190 16,0-7 90-16,14-1 64 0</inkml:trace>
  <inkml:trace contextRef="#ctx0" brushRef="#br0" timeOffset="74062.6">12930 9307 1444 0,'4'-12'0'0,"-2"5"0"0,0 4 0 0,-2-2 0 0,0 4 0 0,0 1 0 0,-9 0 0 0,1 11 239 0,-5 13-95 15,2 10-60-15,-3 6 116 0,1 5-83 0,-1 9-43 16,4 4-12-16,-1 8 193 0,5-6-112 0,3-5-55 15,3 1 43-15,0-1-49 0,0-12-16 0,16 6-9 16,3-11-142-16,3-11 59 0,4 0 29 0,3-6-288 16,1-6 168-16,-2-4 70 0,0-6 40 15,0-5-475-15,-1 0 201 0,-9 0 129 16,3-7 29-16,-5-6-129 0,-2-3 109 0,-7 2 56 16,-3-3-312-16</inkml:trace>
  <inkml:trace contextRef="#ctx0" brushRef="#br0" timeOffset="74216.2">12684 9634 1555 0,'-17'0'0'0,"6"0"0"0,6 0 0 0,1 0 0 0,2 2 0 0,2-2 0 0,2 0 0 0,16 0 257 0,9 0-117 0,3 0-53 0,3 0 240 16,5 0-147-16,6 0-74 0,-9 0-28 0,4 0-214 15,1 4 85-15,-2 1 42 0,-3-1-260 0,-1 4 151 16,0-2 84-16,-2 2 29 0</inkml:trace>
  <inkml:trace contextRef="#ctx0" brushRef="#br0" timeOffset="74474.89">13525 10015 1556 0,'0'0'0'0,"2"0"0"0,4 0 0 0,-3 0 0 0,0 0 0 0,1 4 253 0,-2 7-114 0,-1 5-53 15,1 0 157-15,-2 8-105 0,0 3-53 0,0 6-10 16,-9 7-9-16,-5-1-33 0,2 3 0 0,-4 1-694 15</inkml:trace>
  <inkml:trace contextRef="#ctx0" brushRef="#br0" timeOffset="75721.27">14070 9769 394 0,'-3'0'0'0,"-4"0"0"0,2 0 0 0,-1-2 0 0,3 0 0 0,1 0 105 0,-2 0-40 0,4 1 0 0,-1 1 95 16,1-2-64-16,0 2-23 0,0 0-8 16,3 0 30-16,8 0-31 0,3 5 0 0,0 3 64 15,2 2-39-15,0-2-33 0,2 4 1 0,-4-1-3 16,2 1 1-16,-4-1-22 0,0 0 8 0,-1 3-43 16,-2-3 1-16,1 0 34 0,-2 0 0 0,-1 1-154 15,-2-4 85-15,-1 0 31 0,2-1-344 0,-2-3 177 16,2-2 60-16,-3-2-293 0,4 0 178 0</inkml:trace>
  <inkml:trace contextRef="#ctx0" brushRef="#br0" timeOffset="75987.55">14444 9444 610 0,'0'-5'0'0,"0"1"0"0,0 2 0 0,0 2 0 0,0 0 128 0,-5 7-48 0,-1 10-23 16,-2 8-1-16,1 5 243 0,-1 1-125 0,-1 13-74 15,-1-3 157-15,1 6-111 0,0 2-57 16,-3 2 46-16,1 2-43 0,2-1-33 0,-3 2-1 16,3-1-51-16,0 0 26 0,1-1 0 15,-1-1 8-15,1-2-42 0,1-2 1 0,-1-3 33 16,1-8-1-16,-1 3-103 0,1-4 60 0,-1-7 17 16,1-3-136-16,1-5 74 0,1-3 9 0,-1-6-113 15,4-1 62-15,-2-6 46 0,2-1 3 0,2-3-180 16,0 0 94-16,0 0 51 0,0 0 17 0,0-6-76 15,0-9 55-15,6-7 28 0,9-3 0 0</inkml:trace>
  <inkml:trace contextRef="#ctx0" brushRef="#br0" timeOffset="76189.58">14637 9763 1034 0,'0'0'0'0,"0"0"0"0,2 6 0 0,2 0 0 0,2-2 0 0,3 1 0 0,2-1 399 0,5 0-183 0,2-3-84 16,6-1-53-16,5 0 189 16,-1 0-118-16,4 0-58 0,2-4-30 0,-1-3 21 15,-3 0-30-15,-1-1 1 0,-7 2-161 0,3 0 70 16,-7 1 35-16,-2 3-354 0,-3 0 190 0,-3 2 99 16,-7 0 50-16,-1 0-627 0,-2 12 306 0</inkml:trace>
  <inkml:trace contextRef="#ctx0" brushRef="#br0" timeOffset="76366.1">14729 10115 1267 0,'0'3'0'0,"0"5"0"0,0-1 0 0,0-3 0 0,0-2 0 0,0-2 0 0,6 0 0 0,6 0 146 0,2 0-57 0,5 0 196 15,2-2-130-15,-1-3-61 0,1-1-31 0,0 4-169 16,1 1 69-16,-1-1 43 0,0-1-8 0,-3 3-399 15,3 0 215-15,-2 0 108 0,0 5 53 0</inkml:trace>
  <inkml:trace contextRef="#ctx0" brushRef="#br0" timeOffset="76589.62">15269 9893 848 0,'5'0'0'0,"3"0"0"0,-1 0 0 0,-1 0 0 0,0 2 0 0,-1 2 428 0,4 0-189 0,5 1-107 16,2-1-50-16,7-3 299 16,2-1-175-16,3 0-86 0,4 0-36 0,3 0 86 15,-1 0-68-15,4-1-35 0,-5-3-126 0,6 2 46 16,-4 1 31-16,1 1-112 0,-4 0 64 0,-2 0 31 16,-2 1 0-16,-5 5-333 0,-2 1 191 0,0 2 25 15,-4-3 66-15,-2 3-517 0,-4 1 267 0,-4-2 134 16,-4 1 59-16</inkml:trace>
  <inkml:trace contextRef="#ctx0" brushRef="#br0" timeOffset="76944.67">15524 10129 725 0,'-16'3'0'0,"2"0"0"0,5-1 0 0,2-2 0 0,0 0 27 0,5 0 486 0,2 0-240 0,0 0-18 16,9 0-112-16,9 0-47 0,1 0-35 0,6 0-1 15,-5 0 108-15,2 2-68 0,-1 5-33 16,-1 3 8-16,-1 1-147 0,-4 3 53 16,-1-2-185-16,-5 3 119 0,-4 2 59 0,-3 1 38 0,-2-3-191 15,0 5 75-15,-14-1 59 0,-4-4-54 16,0-1 44-16,-3-4-27 0,-4 3 30 0,-1-4 100 0,2 0-40 16,-2-4 0-16,1 1 205 0,4-1-118 15,3-1-55-15,1-3-12 0,8 4 287 0,1-5-132 0,4 1-80 16,0-1-2-16,4 2 21 0,0 0-45 15,12 2-22-15,4-1 34 0,9 0-20 0,3 2-8 16,2-1-28-16,2 0-1 16,0 0-29-16,2-1 0 0,0-2 37 0,-1 2-198 15,-3 1 96-15,0-2-376 0,-3 0 224 0,-4-2 87 16,0 0 62-16,-5 0-11 0,-1 0 29 0,-4 0-457 16,-4 0 236-16,5 0-231 0,-9-2 226 0,0-10 123 0</inkml:trace>
  <inkml:trace contextRef="#ctx0" brushRef="#br0" timeOffset="77399.5">15781 9574 684 0,'0'-17'0'0,"-4"0"0"0,-1 5 0 0,-2-6 0 0,-1 1 0 0,0 0 63 0,1-2 11 0,-4 1-1 0,-1-2-52 0,1 2 20 16,0-1-9-16,-3 0 1 0,4 2-33 16,-4 3 33-16,1 0 0 0,0 3 18 0,0 4 15 15,0 2 0-15,-3 4-33 0,2 1 20 0,-2 3 19 16,0 14 8-16,-3 8-47 0,4 1 92 0,0 6-46 16,2 2-23-16,-1 7 0 0,9-5-15 0,-1 1 41 0,5 1-24 15,1-6-1-15,0-2-24 16,0-4 53-16,9-7-18 0,4 1-9 15,2-4-73-15,4-5 23 0,-1-4 0 0,1-1 24 0,2-6-128 16,-1 0 60-16,1 0 34 0,2-6-190 16,-5-9 92-16,2-3 55 0,-6-1-136 15,3-5 86-15,-4-1 24 0,-3 1 10 0,-2 3 2 16,-3-1-7-16,-3 1 32 0,0 6 114 0,-1 4-58 16,-1 1-27-16,0 4 240 0,0 3-134 0,0 1-51 0,0 2-34 15,-5 0 158-15,3 14-84 0,-3 1-26 0,3 1 71 16,2 1-107-16,0 2 4 0,0-1 0 0,0 1-70 15,5 0 35-15,4 1 8 16,7 2-303-16,0-6 162 0,4 3 75 16,1-4 42-16,-2-2-480 0,1 0 234 0,6 0 100 0,-1-3 66 0,0 1-266 15,0-3 167-15</inkml:trace>
  <inkml:trace contextRef="#ctx0" brushRef="#br0" timeOffset="77778.53">16496 9729 671 0,'3'0'0'0,"-1"-3"0"0,0-3 0 0,-2-3 0 0,0-1 0 0,-4 1 134 0,-6-1-51 0,1-1 95 16,-2 2-65-16,1 2-44 0,-3 1 0 0,1 0 15 0,-4 3-26 16,0 0 1-16,-2 3-19 0,-3 0-7 0,0 5 26 0,-2 6 0 15,2 4-26-15,-2 2 44 0,7-2 36 0,0 3-44 16,3-1 0-16,4 0 23 0,4-2-30 15,2 0 0 1,3 0-21-16,0 0 50 0,3-2-29 0,9 1-4 16,3-3-11-16,6 2-15 0,-2-4 9 0,6 2-8 0,-5-1-85 15,1 3 43-15,-3-1 20 0,1 1 1 0,-3-1-140 16,-4 2 75-16,-1 1 19 0,-2 0-93 16,-4-2 54-16,-3 2 35 0,-2-4-5 0,0 3 14 15,0-1-10-15,-7-3 21 0,-7 0 55 0,-1-2-34 16,-2-3-4-16,-1-1 56 0,-1 0-33 0,-4-2 0 15,0 0-21-15,-1-2-18 0,2 1 20 16,-1-1-6-16,5 0 17 0,0 0-176 0,7 0 79 16,1 0 36-16,5 0 18 0,5-1-166 0,0-9 76 15,2-3 48-15,17-4-420 0,7-4 222 0</inkml:trace>
  <inkml:trace contextRef="#ctx0" brushRef="#br0" timeOffset="77955.07">16606 9814 1617 0,'15'0'0'0,"-2"5"0"0,-4 5 0 0,-2-2 0 0,-4-1 0 0,-1 3 0 0,-2 1 0 0,0-2 0 0,0 2 152 0,0 3 250 0,-2-1-176 0,-3 3-101 0,0-1 78 31,1 3-173-31,1-1 2 0,1-2 1 0,0 0-326 16,2 2 159-16,0-5 83 0,0 0 42 0,0-3-250 0,0 1 146 16,0-5 81-16,0 0-572 0,2-5 300 15,2 0 92-15,1 0 91 0,0-7-233 16</inkml:trace>
  <inkml:trace contextRef="#ctx0" brushRef="#br0" timeOffset="78550.59">16698 9294 1135 0,'5'-16'0'0,"2"9"0"0,0 4 0 0,2 3 0 0,-2 0 0 0,2 1 0 0,0 15 0 0,0 9 332 15,3 1-149-15,-1 5-76 0,-2 5-37 0,1 3 50 16,-1 9-49-16,-4 0-68 0,1 3 30 0,-4 2 0 15,-1 0 0-15,-1 2 8 0,0-2-142 16,0 0 67-16,0-6 34 0,0-12-1 0,0-5-72 16,-1 0 38-16,-1-7 32 0,2-10-34 0,0-4 21 15,0-3 46-15,0-6 0 0,0 0-39 0,2-7 68 16,8-16-29-16,1-3 0 16,1 0-18-16,4-3-1 0,-2-1 10 0,4 2-8 0,-2 0-38 15,0 1-1-15,-2 5 46 0,0 5 2 16,0 4 85-16,-2 3-44 0,-3 7-22 0,0 1 0 0,1 2 122 15,-1 3-60-15,-3 18-39 0,-1 2 0 0,0 5 37 16,0 2-34-16,-1 2-1 0,1 1 29 16,1-3-36-16,3 1 0 0,1-3-26 0,1-2-69 15,1-1 34-15,0-8 8 0,3-1 27 0,2-4-214 16,0-4 106-16,2-6 55 0,0-2-304 16,1 0 165-16,5-15 61 0,-4-3-363 0,0-9 410 15,0 0 18-15,2-11 0 0,-6 4-8 0,0-7 9 0,-3 1-50 16,2-3 24-16,-5-2 1 15,3-4-47-15,-4-3 28 0,1-2 8 0,5-10 35 0,-5 13-37 16,3-6 1-16,-4 7 36 0,0 10 82 16,0-1-37-16,-3 15-22 0,-3 2 298 15,1 5-160-15,-3 8-63 0,0 1-51 0,-2 5 221 0,0 2-117 16,0 3-22-16,0 0 235 0,0 0-149 16,0 3-66-16,-4 10 13 0,-5 7-47 0,2 2-25 0,1 9 0 0,-2 1 53 15,2 5-30-15,3 8-9 0,1-2-69 16,2 3 1-16,0-3 29 15,0 2 1-15,2-7-153 0,5 8 72 0,1-12 41 0,1 2-1 16,2-1 41-16,1-3 0 0,-1-1-147 16,-2-5 64-16,1-5 35 0,1 1-310 0,-2-5 156 0,-1-4 36 15,0-4 27-15,-3-1-227 0,3-5 150 16,-3 1-302-16,0-4 227 0,0 0 104 0,-1 0 65 16</inkml:trace>
  <inkml:trace contextRef="#ctx0" brushRef="#br0" timeOffset="78740.09">17168 9538 977 0,'-9'-4'0'0,"8"1"0"0,1 1 0 0,7 2 0 0,10 0 0 0,6-1 405 16,1 1-185-16,6-3-95 0,15 3 337 15,-4 0-215-15,-3 0-99 0,13 0-62 0,-9 0-27 0,0 6 38 16,-10 3-32-16,4 2-166 0,-4 4 74 0,-2-2 27 0,-4 1-1 15,1-1 34-15,-3 0-653 16</inkml:trace>
  <inkml:trace contextRef="#ctx0" brushRef="#br0" timeOffset="80075.78">18310 9942 1010 0,'0'-6'0'0,"0"4"0"0,0 2 0 0,0 0 0 0,0 0 0 0,0 0 0 0,0 0 0 0,0 2 0 0,0 7 213 0,0 1-91 0,0 3-44 15,0 2-23-15,0 2 5 0,0 4-19 0,0 5-9 16,0 0-92-16,-9 0 46 0,-2 3 23 0,0-1-104 16,0-5-94-16,0-1 105 0,-1-1 55 0,3-6 3 15,1-4 24-15,-1-3-62 0</inkml:trace>
  <inkml:trace contextRef="#ctx0" brushRef="#br0" timeOffset="80528.3">18773 9668 155 0,'-6'0'0'0,"-1"0"0"0,1 0 0 0,3 0 0 0,1 0 0 0,2 0 370 0,0 0-173 0,0 0-82 16,0 0 194-16,3 0-138 0,12-3-70 0,4 1 97 16,6-1-88-16,-1 1-38 0,2-1 0 0,0-1 152 15,1 2-96-15,-3 0-40 0,5 0-31 0,-7 0 47 16,0 2-36-16,1 0 0 0,-2-1-35 15,-3 1-79-15,1 0 35 0,-4 0 22 16,-1 0 0-16,-5 0-262 0,0 0 141 0,-1 0-406 16,-4 0 228-16,-1 5 134 0,-1-1 31 0,-2 2-120 15,0-1 105-15,0-2 45 0</inkml:trace>
  <inkml:trace contextRef="#ctx0" brushRef="#br0" timeOffset="80747.85">18991 9393 1406 0,'-10'-9'0'0,"3"6"0"0,0 1 0 0,-1 2 0 0,2 0 0 0,-3 7 0 0,0 14 0 0,3 3 0 0,0 8 0 0,2 8 223 15,0-3-88-15,1 12 192 0,-1-1-147 0,2 2-74 16,2-2-36-16,0-1 16 0,0-7-19 0,4 9-7 16,3-15-28-16,7 1-33 0,1-5-1 0,2-5 35 15,-1-5 8-15,3-5-185 0,1-2 88 0,0-7 45 16,-1-4-275-16,1-2 155 0,3-2 26 15,1-15-350-15,-1-7 202 0,-1-3 110 16,4-9 55-16,-3 3-298 0,-2-1 168 0</inkml:trace>
  <inkml:trace contextRef="#ctx0" brushRef="#br0" timeOffset="80952.28">19489 9258 876 0,'3'-5'0'0,"1"3"0"0,0 2 0 0,-3 0 0 0,1 11 0 0,-2 5 0 0,0 3 0 0,0 12 341 0,0-1-153 0,0 5-78 16,0 7 305-16,-3-1-191 0,-3-4-87 0,1 13 139 16,-3-7-122-16,-2 0-60 0,1 0-31 0,0-2-61 15,1-5 9-15,-1 0 21 0,0-2 1 0,2-5-350 16,-2-7 174-16,2 1 88 0,0-5 53 0,3-6-215 16,-1-4 106-16,2-2 69 0,1-6-586 0,0 0 298 15,2-4 140-15,0-13 83 0</inkml:trace>
  <inkml:trace contextRef="#ctx0" brushRef="#br0" timeOffset="81085.98">19436 9675 922 0,'4'-4'0'0,"1"2"0"0,1 2 0 0,0 0 0 0,-1 0 0 0,1 0 0 0,-1 9 209 0,3-2-88 16,0 0-44-16,1 2 241 0,2 3-147 0,1-3-69 16,2 2-34-16,-2 2-137 0,3-1 51 0,0-3 33 15,-2 0-7-15,2-1-444 0,-2 0 234 0,3-1 118 16</inkml:trace>
  <inkml:trace contextRef="#ctx0" brushRef="#br0" timeOffset="81289.53">19879 9456 1176 0,'0'-4'0'0,"0"2"0"0,0 2 0 0,0 0 0 0,0 10 0 0,0 4 0 0,0 11 0 0,-4 1 549 0,-3 4-258 0,-4 5-122 0,-3 9-71 0,0 0 254 15,-4 2-159-15,2 1-81 16,-1 1-23-16,-2 0-21 0,0 0-7 0,0-1-174 16,1 2 74-16,1-2 35 0,0-4 0 0,2-7-345 15,2 2 187-15,1-8 97 0,5-7 49 0,1-3-705 16,5-7 346-16</inkml:trace>
  <inkml:trace contextRef="#ctx0" brushRef="#br0" timeOffset="81474.32">19882 9863 1238 0,'1'-6'0'0,"3"5"0"0,1 1 0 0,3 0 0 0,1 7 0 0,1 4 151 0,3 5-59 16,2 4-30-16,3 2 555 0,3 3-296 0,0-1-144 16,3 2-73-16,2 1 129 0,1 1-92 0,-1-4-59 15,1 1-374-15,-1-3 163 0,1-1 80 0,-4-2 41 16,-4-2-664-16,2-2 346 15,-1-4 178-15</inkml:trace>
  <inkml:trace contextRef="#ctx0" brushRef="#br0" timeOffset="90266.14">20437 9433 863 0,'0'0'0'0,"0"0"0"0,0 0 0 0,0 0 0 0,0 0 0 0,0 0 0 0,0 0 156 0,0 0-62 0,0 2-30 15,0 9-1-15,2 6 161 16,0 3-87-16,0 9-57 0,-2 4-23 0,0 7 142 16,2-1-83-16,0 0-41 0,-1-2 94 0,7 2-72 15,4-3-32-15,0-3-7 0,4-1-1 0,4-4-24 16,1-3 8-16,2-5-47 0,-2-2 39 0,-1-7-1 15,2-2 1-15,-2-5-98 0,0-2 57 0,-1-2 17 16,-3-2-145-16,1-13 66 0,-4-6 47 0,0-1-1 16,-1-7-160-16,-5 1 88 0,0-4 44 0,-5-1-37 15,0-2 34-15,-2 1-12 16,0-1 5-16,-6 4 44 0,-4 2-15 0,-8 7 0 16,0 3 1-16,-1 6 95 0,-9 3-41 0,1 6-26 15,2 4 141-15,-5 0-76 0,3 0-25 0,4 4-25 16,1 6 96-16,3-3-51 0,8-1-9 0,1 0-9 15,3-3-3-15,5-1-13 0,2 0 27 0,0 2-225 16,2-2 95-16,9-1 47 0,8-1 17 0,3 0-467 16,5 0 208-16,-3-1 122 0</inkml:trace>
  <inkml:trace contextRef="#ctx0" brushRef="#br0" timeOffset="90457.69">20848 9393 1275 0,'6'0'0'0,"1"0"0"0,5 0 0 0,-1-1 0 0,0-1 0 0,1 0 0 0,2 0 320 0,2 2-144 0,0 0-71 15,2 0-37-15,-2 0 267 0,1 0-155 16,2 0-74-16,0-2-176 0,-2 0 51 16,-1 1 26-16,2-1 8 0,-6 1-472 0,0-2 245 15,-3 0 122-15,-1 3-552 0,-3-1 311 0,0-1 151 16</inkml:trace>
  <inkml:trace contextRef="#ctx0" brushRef="#br0" timeOffset="90686.58">21055 9372 672 0,'-10'6'0'16,"3"-2"0"-16,0 4 0 0,1-1 0 0,1 3 0 0,-2-1 0 0,2 3 0 0,-1 0 222 0,-1 2-95 0,-3 3-47 16,-1-3-15-16,-3 7 66 0,0-5-49 0,-2 2-24 15,0-3 66-15,0 2-45 0,-2-2-16 0,4-4-7 16,0-2 72-16,5-3-47 0,4-2-25 0,0 0 187 15,1-3-97-15,4-1-60 0,0 0-27 0,0 0 67 16,9 0-46-16,7 0-23 0,5 0 7 0,5-1 25 16,1-7-29-16,-2 0 1 0,2-1-91 0,-3 0 32 15,-3 3 8-15,1-1 23 16,-3 1-426-16,0 1 201 0,-2 0 111 0,0 4-660 16,-6-1 334-16,3 0 191 0,-5 0 91 0</inkml:trace>
  <inkml:trace contextRef="#ctx0" brushRef="#br0" timeOffset="90826.77">21166 9482 592 0,'-8'0'0'0,"5"0"0"0,-1 0 0 0,2 0 0 0,0 0 0 0,2 0 324 0,0 1-145 0,0 5-73 15,0 2-29-15,2 1 252 0,2 0-148 0,3 1-74 16,0-1 35-16,2 2-55 0,-6-1-19 0,3-1-8 16,-1 3-243-16,-1-3 108 15,-2 0 54-15,-1-1-523 0,1 1 294 0</inkml:trace>
  <inkml:trace contextRef="#ctx0" brushRef="#br0" timeOffset="90994.32">20933 9811 948 0,'-15'11'0'0,"7"-2"0"0,5 0 0 0,-1-3 0 0,4-2 0 0,0 0 0 0,0-4 379 0,9 0-173 0,4 0-87 15,6 0 170-15,0 0-120 0,3-6-72 0,1-5-32 16,0-1-82-16,-2-1 26 0,-3 4-1 0,-1-5-385 15,0 6 201-15,-4-4 104 0,-2 3 53 0,-5-1-514 16,1-1 276-16</inkml:trace>
  <inkml:trace contextRef="#ctx0" brushRef="#br0" timeOffset="91310.9">21082 9643 831 0,'-12'8'0'0,"3"4"0"0,2 6 0 0,-2-1 0 0,4 3 0 0,1 1 0 0,1 1 0 0,3 5 0 0,0-3 375 16,0-1-171-16,0-1-86 0,0-1-43 0,0 0 203 15,1-5-128-15,7 0-58 0,-1-5-121 0,-1-4 31 16,3-1 0-16,2-6-80 0,1 0 52 0,1 0 29 16,3-6 0-16,0-12-300 0,1-3 164 15,1-4 92-15,0-3-56 0,-2-1-349 0,0-6 198 16,0 0 107-16,-2 1-78 0,-2 0 84 16,0 4 56-16,-4 7 23 0,-1-1 109 0,-3 5-43 15,-1 8-22-15,-1 4 132 0,1 1-73 0,-1 4-39 16,-2 0-1-16,0 2 385 0,0 0-157 0,0 2-121 15,0 8 25-15,0-1 256 0,0 2-181 0,0 1-91 16,1 0 148-16,-1-3-111 0,0 7-68 0,0-5-29 16,0 0-29-16,0-1-1 0,0 1 0 0,0-1-159 15,0 0 76-15,0-3 41 16,0-4 21-16,0 1-537 0,0-2 229 0,0-2 159 16,2 0-16-16,0-4-391 0,2-12 255 0</inkml:trace>
  <inkml:trace contextRef="#ctx0" brushRef="#br0" timeOffset="91511.46">21395 9343 1043 0,'2'-11'0'15,"0"1"0"-15,2 6 0 0,-3 3 0 0,1 1 0 0,0 0 0 0,0 9 0 0,1 11 203 0,1 5-85 0,-1 3-43 0,1 6 374 0,-1 7-209 16,1-5-95-16,-1 11 197 16,3-4-155-16,-2-1-77 0,1-6-39 0,0 4 23 15,-2-3-23-15,1 0-7 0,0-5-32 0,-3 0-53 16,-1-6 27-16,0-5-1 0,0-3-218 0,0-7 119 15,0-1 63-15,-1-5 32 0,-5-3-468 0,-1-2 237 16,0 0 43-16,-2-2-347 0,4-13 251 0,-2-7 126 16,0-5 61-16</inkml:trace>
  <inkml:trace contextRef="#ctx0" brushRef="#br0" timeOffset="91665.34">21519 9419 659 0,'15'-9'0'0,"6"3"0"0,3 1 0 0,3-1 0 0,-2-1 0 0,5 2 162 0,0 3-64 0,2-2-33 16,0 1 8-16,0 2 150 0,-4 1-96 0,-1 0-46 16,-4 0-90-16,-1 0 21 0,-3 0 8 15,-4 4-352-15,0 0 174 0,-7-1 87 0,3 1 43 16,-9-2-383-16</inkml:trace>
  <inkml:trace contextRef="#ctx0" brushRef="#br0" timeOffset="91849.82">21742 9369 717 0,'-9'2'0'15,"1"6"0"-15,3 1 0 0,1 2 0 0,4 2 0 0,0 4 91 0,0 6-29 0,0 1 0 16,0 3 310-16,0-2-162 0,4 5-93 0,-1 1 202 16,-1-1-144-16,3 2-71 0,-3-2-35 0,-2-4-101 15,0 6 28-15,0-4 0 0,0-2 37 0,0-5-409 16,0-2 205-16,0-6 110 0,0-3-512 0,0-5 255 15</inkml:trace>
  <inkml:trace contextRef="#ctx0" brushRef="#br0" timeOffset="92014.37">21865 9419 389 0,'1'5'0'0,"3"6"0"0,1 2 0 0,-1 6 0 0,1-1 0 0,-3 3 571 0,-1 7-273 0,3 2-133 15,-2 2-66-15,0 0 284 0,-1 3-175 0,1 2-80 16,0 6-257-16,-2-4 81 0,0 1 40 0,0 1-314 16,0 2 177-16</inkml:trace>
  <inkml:trace contextRef="#ctx0" brushRef="#br0" timeOffset="92189.33">22208 10181 2261 0,'0'0'0'0,"0"0"0"0,2 0 0 0,5 0 0 0,0 5 0 0,-5-5 0 0,-1 2 227 16,-1-2-96-16,0 0-50 0,0 0-24 0,0 0-606 15</inkml:trace>
  <inkml:trace contextRef="#ctx0" brushRef="#br0" timeOffset="114424.06">22585 9585 454 0,'-1'0'0'0,"-7"0"0"0,3 0 0 0,1 0 0 0,-1 0 0 0,-2 0 143 0,4 0-55 0,-3-4-28 0,1-1 72 0,1-1-42 16,1 0-32-16,1-1-1 0,-3-1 12 15,3 1-37-15,0-1 1 0,1 2 32 0,-1-4-8 16,0 2-24-16,2-3 0 0,0 1 56 0,0-1-27 16,0 0 7-16,0-2-10 0,0-2 1 0,5 0-27 15,4-2-1-15,-2 0-19 0,2-2 27 0,3 2-7 16,-3-1 0-16,2 0-14 0,1 3 14 15,1 0 0-15,-2-1 43 0,2 4-43 0,-2 1 0 0,3 0 0 16,0 1 35-16,2 1 1 0,-2 2-28 16,6-1 14-16,-2 0-22 0,1 1-1 15,2 1 1-15,1 0-18 0,-1 3-8 0,2 0 26 16,-5 0 0-16,1 1-36 0,-1 2 0 0,-2 0 44 16,-2 0-8-16,-2 0-31 0,-1 10 0 0,-4-1 8 15,2 2-11-15,-6 3 19 0,-1 0 3 0,0 1 33 16,-2 4 1-16,0 2-36 0,0 1 1 0,-4-1 69 15,-3 3-34-15,-3 1 4 0,1-1-31 0,0 2 45 16,-1 3 1-16,0-3-33 0,0 4 17 16,-2 1-26-16,1-4 1 0,0 5 0 15,-1-4 25-15,3 3 8 0,2-4-33 0,0 4 8 16,2-5-8-16,3-4 0 0,0 3-1 0,2-4-15 16,0 0 16-16,0-3 0 0,0 1 0 0,2-4-26 15,0 2 26-15,3-2 161 0,0 2-367 0,-2-3 175 16,1 0 0-16,-2-3 167 0,0 0-169 0,-1-3 0 15,1-1 0-15,0-1-318 0,-2-2 241 16,0-2 34-16,0-1 23 0,0-1-391 16,0 0 196-16,0 0 72 0,0 0 55 0,0 0-330 15,0 0 192-15,0 0 89 0,2 0-376 0,-2 0 241 16,0 0 119-16,2 4 61 0,0 4-176 0,-2 1 109 16</inkml:trace>
  <inkml:trace contextRef="#ctx0" brushRef="#br0" timeOffset="114575.17">22888 10171 32 0,'2'10'0'0,"0"-1"0"0,-1 4 0 0,6 0 0 0,-3-1 540 0,1-1-245 0,-1 2-136 0,-1-1 175 16,1 2-151-16,-2 1-75 15,0-2-38-15,-1-1 512 0,1 0-278 0,-2-2-136 16,0-1-67-16,0-1 336 0,0-3-202 0,0 0-92 16,0-4-147-16,0-1 1 0,0 2 36 0,0-2-1 15,0 0 9-15</inkml:trace>
  <inkml:trace contextRef="#ctx0" brushRef="#br0" timeOffset="127052.72">7264 11039 517 0,'-4'0'0'0,"-1"2"0"0,2-1 0 0,1-1 0 0,-2 2 0 0,3-2 0 0,0 0 0 0,-2 0 167 0,3 0-71 0,-2 0-32 16,2 0 1-16,0 0 57 0,0 0-44 0,0 0-15 16,0 0 169-16,0 0-100 0,0 0-49 0,0 0 150 15,5 0-101-15,3 2-41 0,6-2-33 0,0 0 199 16,5 0-112-16,5 0-57 16,-3 0-27-16,2-2 170 0,9-3-103 0,-4-5-47 15,2 1-25-15,-2 1 43 0,0 1-33 0,-5 3 8 16,1 0-48-16,-3 3 7 0,0-2 0 0,-5 3-99 15,2 0 49-15,-8 0 33 0,2 0-8 0,-3 4-204 16,0 0 115-16,-3-2 30 0,-1 0 37 0,-4 0-393 16,1-1 196-16,1-1 59 0,-3 0 59 0,0 0-295 15,0 0 170-15,0 0 96 0,0-5-132 0,-6-1 111 16,-2 2 55-16,-4-3-343 0</inkml:trace>
  <inkml:trace contextRef="#ctx0" brushRef="#br0" timeOffset="127285.16">7425 10696 1024 0,'-5'-9'0'0,"-1"5"0"0,2 2 0 0,3 1 0 0,-2 1 0 0,1 0 0 0,0 0 0 0,2 11 412 0,0 11-190 0,0 4-94 16,2 5-48-16,4 6 287 16,4 2-159-16,0 9-92 0,2-1-41 0,-3 2 161 15,0 0-101-15,0-1-38 0,-1 3-24 0,-2 2-8 16,2-2-32-16,-3-1-77 0,1-4 38 0,-2 0 0 15,0-8 47-15,-1 1-274 0,-1-4 133 0,0-1 67 16,-2-2 32-16,0-5-416 0,0-6 205 0,0-2 41 16,-5-5-227-16,2-4 183 0,-5-2 91 0,-2-3 46 15,2-5-131-15,-3 0 93 0,-1-5 42 0</inkml:trace>
  <inkml:trace contextRef="#ctx0" brushRef="#br0" timeOffset="127452.73">7471 11057 1032 0,'9'-5'0'0,"-2"5"0"0,-3 0 0 15,-3 0 0-15,-1 15 0 0,0 4 0 0,0 3 0 0,-7 4 0 0,0 2 368 0,-2 3-159 0,0 1-92 0,-3 1-1 0,3-1-41 16,-1-2-22-16,4-6-277 0,1 3 124 16,-1-6 67-16,3-4 33 0,0-6-204 15,1-2 119-15,0-5 66 0,2-4 23 0</inkml:trace>
  <inkml:trace contextRef="#ctx0" brushRef="#br0" timeOffset="127606.32">7457 11230 549 0,'7'-2'0'0,"7"0"0"0,0 2 0 0,0 0 0 0,-1 0 170 0,-1 0-69 0,-1 4-34 16,0 4 0-16,2 0 380 16,0 0-211-16,1 4-102 0,-2-2 40 0,1 4-71 15,-1 0-34-15,2 0-332 0,-6 1 144 0,2-4 76 16,-1 1 38-16,0-6-506 0,1-3 262 0,1-3 134 15</inkml:trace>
  <inkml:trace contextRef="#ctx0" brushRef="#br0" timeOffset="128111.03">7871 10749 1048 0,'7'-11'0'0,"0"5"0"0,0-1 0 0,-1 3 0 0,-1 2 0 0,-4 1 0 0,1-2 372 0,-2 1-170 0,0 2-85 0,0 0 49 15,0 0-71-15,0 10-31 0,-2 10 0 0,-7 4-54 16,-4 0 0-16,2 4 31 0,-5-1-9 0,3-2-76 16,0 0 38-16,4-7 0 0,1-3 39 0,2-7-24 15,4-1-7-15,-2-2 31 0,4-4-35 0,0-1-1 16,3 0-2-16,6-1 20 0,6-7-14 16,2-4 11-16,0 0-11 0,0 2 53 15,1 0-20-15,-1 4 3 0,-4-1-11 0,-1 6 65 16,-1 1-29-16,-3 0 0 0,-2 0-18 0,-3 8 32 15,-1 6-22-15,-2 5 0 0,0 6 73 0,-2-1-47 16,-11 2-15-16,-2 4-10 0,0 2 1 0,-5 6-24 16,0-3 1-16,-1 1-135 0,1-4 76 15,-6 6 25-15,5-9 0 0,-2 1-334 0,1-1 174 0,1-7 88 16,4-5-231-16,1-4-67 16,5-7 170-16,-1-4 83 0,3-2-119 0,3-2 101 15,3-17 44-15,3-7-269 0,0-4 164 0,0-5 82 16,0 5 41-16,1-2-95 0,5 4 60 0,1-3 42 15,-1 10 67-15,1 1 52 0,1 5-32 0,3 2-27 16,0 3-7-16,3 4 378 0,1 4-198 0,3 1-100 16,7 1 254-16,0 1-104 0,-5 7-103 15,11 7 484-15,-4-2-282 0,1 2-142 0,2 0-69 0,0 0 208 16,-1 1-131-16,1-3-79 0,-1-2-34 16,-2 0-147-16,0-4 56 0,-7 0 28 15,3 2 8-15,-4-2-383 0,-5-2 202 0,-1 0 100 16,-2 1-194-16,-5-4 116 0,-2 3 89 0,-2-1-562 15,-2-1 293-15,0 3 146 0,0-1 74 0</inkml:trace>
  <inkml:trace contextRef="#ctx0" brushRef="#br0" timeOffset="128363.38">7944 11324 605 0,'-8'4'0'0,"5"3"0"0,1-1 0 0,-1-3 0 0,1 1 0 0,2-2 308 16,0 2-138-16,0-2-68 0,0 2-27 0,0 0 98 15,2-1-71-15,8-1-34 0,1 1-70 0,0 0 43 16,3-2-8-16,-1 3-61 0,-2-2 31 0,2 2-1 16,-2 2 31-16,1 2-70 0,-5 2 31 0,-2 2 0 15,1 3 39-15,-3-3-30 0,-3 6 25 0,0-4-33 16,0 1 126-16,-10 1-59 16,-3-4-24-16,-1 0-6 0,-2-4 81 0,1 1-31 15,-4-5-31-15,0 0-135 0,3-4 57 0,-4 0 32 16,5 0 1-16,4 0-137 0,0-8 75 0,3-5 41 15,4-4 21-15,4-2-448 0,0-9 215 0,0 1 67 16</inkml:trace>
  <inkml:trace contextRef="#ctx0" brushRef="#br0" timeOffset="128530.93">8206 11067 1375 0,'11'-5'0'0,"-3"1"0"0,-1 1 0 0,2-3 0 0,-4 1 0 0,2 0 0 0,5-3 311 0,1 1-143 0,4-1 190 15,0 2-163-15,4-1-80 0,3 1-42 0,-2 2-10 16,6 3-8-16,-1-1-23 0,-6 0 1 0,1 2-320 16,-1 0 160-16,0 0 88 0,-5 0 32 0,0 2-532 15,-6 1 280-15,-2 0 139 0</inkml:trace>
  <inkml:trace contextRef="#ctx0" brushRef="#br0" timeOffset="128740.37">8416 10676 970 0,'-5'0'0'0,"3"0"0"0,2 4 0 0,0 9 0 0,0 6 0 0,0 5 438 0,0 12-207 0,0 6-99 15,2 4-50-15,2 5 177 0,-1 3-105 0,1 5-65 16,2 6-28-16,-4-3 210 16,4 1-119-16,-5-2-154 0,3-7 8 0,0 7 27 15,0-5 0-15,-1-6-372 0,2-10 186 0,-2-2 93 16,0-8 54-16,-2-4-518 0,1-12 224 0,0-1 148 15,-2-10-17-15,0-3-230 0,0-7 174 0,0-23 101 16</inkml:trace>
  <inkml:trace contextRef="#ctx0" brushRef="#br0" timeOffset="128863.19">8402 11217 653 0,'-2'-21'0'0,"-2"10"0"0,4 4 0 0,0 3 0 0,-1 2 0 0,-4 2 342 0,0 7-146 0,-1 14-86 15,-1 2-38-15,-2 5 121 0,-1 2-80 0,-1 3-41 16,2 0 74-16,-2-1-61 0,3-1-26 0,0-2-308 15,5-9 140-15,-2-1 71 0,5-10 44 0,0 0-594 16</inkml:trace>
  <inkml:trace contextRef="#ctx0" brushRef="#br0" timeOffset="129005.81">8514 11257 1830 0,'8'1'0'0,"3"7"0"0,-2-1 0 0,-2-1 0 0,-2 1 0 15,1 5 0-15,-1 1 0 0,-1 0 237 0,1 0-102 0,3 2-52 0,-2 2-76 0,1-4-8 16,1 1 33-16,0-3-481 0,1-6 241 0,-2-1 120 16</inkml:trace>
  <inkml:trace contextRef="#ctx0" brushRef="#br0" timeOffset="129159.13">8648 11104 1056 0,'2'-8'0'0,"5"1"0"0,4-1 0 0,0 3 0 0,-1-1 0 0,4 1 0 0,0-2 481 0,5 4-229 0,-2 2-109 16,4-1 126-16,3 2-118 0,0 0-59 0,-5 0-22 16,4 0-356-16,0 6 159 0,-3 3 80 0,-1-2-248 15,-3 0 164-15,0 3 90 0,-3-2 33 0</inkml:trace>
  <inkml:trace contextRef="#ctx0" brushRef="#br0" timeOffset="129357.11">8766 10826 2637 0,'0'2'0'0,"0"4"0"0,0 6 0 0,0 0 0 0,0 5 0 0,5 8 0 0,0 4 0 0,3 7 46 0,0 9-13 0,2 0 0 0,-3 4-1 0,1 2 136 16,-3 1-68-16,3 1-25 0,0-2-70 15,-3 0 0-15,0-1 28 0,2-3-1 0,-2-3-441 16,-1-11 229-16,1 1 102 0,-3-11 56 15,0-1-638-15,1-11 336 0,-3-5 167 0,0-6-504 0</inkml:trace>
  <inkml:trace contextRef="#ctx0" brushRef="#br0" timeOffset="129502.79">8785 11204 1308 0,'0'0'0'0,"0"0"0"0,0 7 0 0,-1 10 0 0,-9 3 0 0,-1 5 0 0,-1 3 225 0,3 0-88 0,-3 3-56 0,1-1 30 0,4-2-39 15,1-3 0-15,1-3-235 0,0-4 106 16,5-7 41-16,0 1 24 0,0-4-510 16,0-8 268-16</inkml:trace>
  <inkml:trace contextRef="#ctx0" brushRef="#br0" timeOffset="129639.95">8833 11279 978 0,'5'0'0'0,"2"0"0"0,-2 0 0 0,4 2 0 0,-4 6 587 16,4 2-280-16,0 2-138 0,1 1 451 15,1 0-579-15,3 2-8 0,-3 0 8 0,1 0-688 16,2 2 657-16,-1 0 1 0,1-2-312 16,-2-2 167-16,1-3 91 0,1-3 34 0,-1-1-679 0</inkml:trace>
  <inkml:trace contextRef="#ctx0" brushRef="#br0" timeOffset="129828.9">9153 10860 1135 0,'12'-13'0'0,"-3"8"0"0,0 3 0 0,0 0 0 0,-1 2 0 0,-4 0 321 0,-2 8-148 0,-2 10-70 0,0 7 359 15,0 4-215-15,-6 13-107 0,-4-5-21 16,-4 14-48-16,3-3 1 0,-3-2-39 0,1-2-153 16,2 2 77-16,1-9 46 0,3-1-451 15,2-10 240-15,3-1 121 0,2-12 59 0,0-2-620 0,0-7 254 0</inkml:trace>
  <inkml:trace contextRef="#ctx0" brushRef="#br0" timeOffset="129998.46">9312 10907 1238 0,'16'-2'0'0,"2"2"0"0,-2 0 0 0,-4 0 0 0,2 0 612 16,-2 0-294-16,1 3-143 0,-1 4 82 15,1-2-112-15,3 0-56 0,-4 5-20 0,2-1-113 16,-1 1 39-16,0 1-1 0,-5 3-512 15,1-1 275-15,-2-2 147 0,0 2 59 0,-2-1-675 16,-3 2 352-16,0-1 178 0</inkml:trace>
  <inkml:trace contextRef="#ctx0" brushRef="#br0" timeOffset="130333.59">9356 11121 1069 0,'-2'0'0'0,"2"0"0"0,0 0 0 0,0 4 0 0,0 11 0 0,-2 6 0 0,-4 3 61 0,1 5 199 15,-3 0-106-15,-1 4-64 0,-1 5 6 0,-3-4-32 16,-1 2 1-16,-2-2-7 0,-1-4 9 0,1-2-34 0,3-10 0 16,-1 2 0-16,3-5 148 15,6-7-73-15,-2-1-30 0,6-4-8 0,1-1 96 16,0-2-67-16,1 0-33 0,17-2 2 16,3-9-27-16,4-4-8 0,4-3-175 15,-1-4 87-15,4 2 44 0,-2-2 22 0,0-1-147 0,-4 3 80 16,-1 0 44-16,-6 6-308 0,-1 0 135 0,-1 3 88 15,-9 5-10-15,1 1 44 0,-4 3 59 0,0 0-28 16,-3 2 326-16,0 0-163 0,-2 6-90 0,0 9-33 0,0 0 547 16,0-1-276-16,-2 4-111 0,2-3-76 0,0-4 158 15,0 6-113 1,0-4-51-16,2-2-77 0,8 0 1 16,3-1 22-16,3-1 9 0,-2-3-486 0,2-3 239 0,0 2 120 15,2-5 59-15,-4 0-858 0,2 0 436 0,-2 0 174 0,-6 0-469 16</inkml:trace>
  <inkml:trace contextRef="#ctx0" brushRef="#br0" timeOffset="130510.11">9831 11042 1463 0,'4'-7'0'0,"2"1"0"0,5 2 0 0,0-1 0 0,1-5 0 0,-1 1 0 0,3 0 415 0,3 1-183 0,3-1-104 0,3 1-47 0,-4 1 387 16,8 1-218-16,-6 1-108 0,1 0-276 0,0 2 80 15,-1 1 43-15,-1 0 22 0,0 0-642 16,-3 2 332-16,-4 0 174 16,-4 0-718-16</inkml:trace>
  <inkml:trace contextRef="#ctx0" brushRef="#br0" timeOffset="130918.06">9843 11275 1357 0,'-19'8'0'0,"9"-2"0"0,2 1 0 0,5-4 0 0,3-3 0 0,0 0 154 0,1 0-52 0,13-5-39 15,1-4 130-15,6-1-79 0,3 1-42 0,-2 1 100 16,-3 7-61-16,4-2-44 16,-5 3 1-16,-2 6-35 0,-2 13-104 0,-7 6 52 0,-4 2 34 0,0 14 50 15,-3-10-32 1,0 5 0-16,-3-3-24 0,-2-1 24 0,0-10 8 16,0 1-6-16,1-4-2 0,4-9 0 0,0-2-17 0,0-3-122 15,0-5 61-15,0 0 30 0,9-17-4 0,4-10-211 16,1-8 114-16,0-3 59 0,-5 1-346 15,3-16 191-15,-2 0 83 16,-2-9 48-16,-5 0-106 0,-1 4 68 0,-2-17 48 16,0 4 27-16,0-4 11 0,0 1 1 0,0 7-1 0,0 12 217 15,-2 4-104-15,-1 20-57 0,1 12-28 16,0 6 492-16,0 5-233 0,0 6-91 0,2 12 268 16,0 29-199-16,0 16-99 0,0 5-51 0,11 11 340 15,5 6-186-15,2 4-106 0,7 9-49 0,1-7 251 16,2-3-332-16,1-12 0 0,-1-8 0 0,6 12 0 15,-8-23 0-15,4-3 0 0,-4-9 0 16,-5-8 0-16,-4-8 0 0,-3-4 0 0,-3-10-410 0,1-3 237 16,-6-4 75-16,-5 0 60 0,1-7-583 0,-2-18 299 15,0-2 145-15,-7-11 71 0,-5-6-419 16,-2-14 247-16,3 2 113 0</inkml:trace>
  <inkml:trace contextRef="#ctx0" brushRef="#br0" timeOffset="131032.82">10291 10650 1800 0,'0'-13'0'0,"0"4"0"0,6 5 0 0,2-1 0 0,-3 1 0 0,4 3 0 0,0 1 227 0,5 0-97 0,1 1-49 16,0 12 96-16,3 2-63 0,3 9-45 0,4 6-322 15,0 5 143-15</inkml:trace>
  <inkml:trace contextRef="#ctx0" brushRef="#br0" timeOffset="131144.51">11130 11483 947 0,'-21'-3'0'0,"5"-9"0"15,16 11 0-15,0-4 0 0,0-9 0 0</inkml:trace>
  <inkml:trace contextRef="#ctx0" brushRef="#br0" timeOffset="133012.75">16362 2339 599 0,'0'0'0'0,"-2"-1"0"0,-2 0 0 0,2-2 0 0,0 1 0 0,1 0 0 0,-1 0 0 0,0 0 0 0,2 1 61 16,0 1 0-16,0 0 90 0,0 0-60 0,0 0-20 16,0 0-9-16,0 0 42 0,0 0-36 0,0 0 0 15,0 0-27-15,0 0 62 0,0 3-35 0,0 8-1 16,-2 1-34-16,2 3 140 0,0 0-62 0,0 0-43 15,0 2 66-15,0 3-51 0,0 6-25 0,0-3 11 16,0 0 8-16,2 9-45 0,2-3 1 16,-1 3 20-16,-1-2-20 0,0 8 0 15,2-3 8-15,-3 0 23 0,1 0-31 0,0 1 0 16,1-2 0-16,-1-2-29 0,-2-5 37 0,1 1-8 16,-1-4-41-16,2-1 1 0,0-3 39 0,-2 1-36 15,0-5 6-15,0 0 18 0,0-1 7 0,0-2-91 16,0-3 42-16,0-2 11 0,0-2 4 0,-5-2-165 15,-4-1 86-15,2-3 31 0,-2 0 26 0,-1 0-346 16,1-1 165-16,2-10 86 0,1-8-407 0,2-6 249 16,3-2 125-16</inkml:trace>
  <inkml:trace contextRef="#ctx0" brushRef="#br0" timeOffset="133333.93">16238 2412 777 0,'-6'-19'0'0,"2"4"0"0,4 6 0 0,0-7 0 0,0 5 0 0,0-1 0 0,8 1 243 0,5 2-105 0,9 1-53 16,1 2-26-16,4 1 228 15,1 2-120-15,4 1-71 0,-2-1 154 0,2 3-108 16,-2 0-55-16,0 0 46 0,-6 3-42 0,5 5-33 16,-6 0 0-16,-4 4 4 0,2 4-29 0,-8-1 0 15,3 4 8-15,-7 5-43 0,-2 0-1 0,-5-1 36 16,0 2 0-16,-2-3-45 0,0 5 19 0,-8-5 0 15,-4 2 18-15,-4-6 7 0,-3 0-24 0,1-4 48 16,-9 1-15-16,3-4-17 0,-1-3-9 0,0-2 16 16,-4-5-9-16,5 1 7 0,-8-2 4 15,4 0-85-15,3 0 40 0,2 0-1 16,3 0 43-16,1-2-111 0,3-2 42 0,2 1 26 16,5-4-98-16,0 3 56 0,2 0 16 0,4-2-266 15,-1 2 133-15,4 0 74 0,0 0 17 0,2 1-664 16</inkml:trace>
  <inkml:trace contextRef="#ctx0" brushRef="#br0" timeOffset="134799.54">25182 2289 247 0,'0'-8'0'0,"0"3"0"0,0-1 0 0,0 3 0 0,0-1 0 0,0-2 136 0,0 1-52 0,0 1-26 16,0 1 71-16,0 0-52 0,0 1-22 0,0 1 93 15,0-1-57-15,0 0-29 0,0 2 8 0,0 0 61 16,0-2-49-16,0 2-25 0,0 0 0 0,-3 0 45 16,-6 4-27-16,-6 11-8 0,-2 6-34 0,-1 4 22 15,1 3-1-15,-3 5-21 0,5-1 96 0,5 2-52 16,3-3-22-16,4 1 0 0,3 0-23 0,0-2 1 15,0-5 8-15,2 3 97 0,8-7-52 16,-2 0-27-16,4-3 0 0,1-1-49 16,-2-3 8-16,5-4 15 0,-3 0 0 0,-1-3-19 15,4-3 19-15,-2-2 0 0,2-2-45 0,1 0 18 16,0-2 1-16,-2-9-58 0,2-7 37 0,2-3 8 16,-3-3 5-16,0-3-70 0,-2-4 40 0,2 0 13 15,-5-3-1-15,-2-1-72 0,1-4 43 0,-5-3 14 16,-2 6-1-16,0-2-25 0,-3 2 23 0,0 7-14 15,-8 4 67-15,-5-3-45 0,0 10 9 16,-3 1 66-16,-2 5-32 0,1 3-1 16,1 2-35-16,0 4 15 0,0 1-6 0,2 2 10 15,1 0-8-15,2 0-185 0,-1 7 84 0,3 9 50 16,1-1 22-16,1 3-463 0,5 1 235 0,0 7 118 16</inkml:trace>
  <inkml:trace contextRef="#ctx0" brushRef="#br0" timeOffset="135215.94">24798 2785 833 0,'-14'0'0'0,"3"0"0"0,6 0 0 0,0-2 0 0,-1 0 0 0,3-2 0 0,-1-2 0 0,0-1 236 15,4 0-101-15,0-6-43 0,0-1 98 0,4 0-78 16,7-4-40-16,3 0 13 0,6 1-27 0,-3 0 9 16,6-2-34-16,4 2 34 0,-1 0 1 0,4 2-35 15,1 3-1-15,2-3 38 0,5 5-9 0,-2 0-28 16,1 3-1-16,0 1-14 0,1 4 15 0,-2 2 8 15,-3 0-6-15,-3 0-3 0,-3 6 1 16,-4 5 2-16,-2 5-2 0,-5 1 8 0,3 5-8 16,-6 2 39-16,1 1 0 0,0 4-39 15,2-4 0-15,-2 0 107 0,4 1-58 0,0-4-24 16,3-1-1-16,0-2-29 0,2-4 4 0,0-3 9 16,7-4-187-16,-3-3 90 0,-3-5 44 0,1 0-443 15,-5 0 221-15,3-6 117 0,-7-4 31 0,2 1-258 16,-5 0 153-16</inkml:trace>
  <inkml:trace contextRef="#ctx0" brushRef="#br0" timeOffset="138726.21">11953 10946 577 0,'-7'0'0'0,"2"0"0"0,1-2 0 0,2 1 0 0,2-1 0 0,-3 2 0 0,3 0 0 0,-1 0 246 0,1 0-106 0,0 0-46 15,0 0-34-15,0 5 60 0,0 11-44 0,0 4-21 16,0 3 62-16,0 5-46 0,0 0-1 0,0 0 30 16,0 2-34-16,0 0 0 0,0 0-25 0,0 1 67 15,1-1-38-15,2-2 1 0,-1 2-39 0,0 0 22 16,0 2-14-16,-1 0-7 0,1-1 0 0,-2 1-119 16,2 2 59-16,-2 0 30 0,0-4-99 0,0-1 52 15,0-7 38-15,0-1-391 0,0-8 195 0,0-4 65 16,0-3 55-16,0-5-290 0,0-1 170 0,0-5 84 15</inkml:trace>
  <inkml:trace contextRef="#ctx0" brushRef="#br0" timeOffset="138979.04">11873 10986 731 0,'0'-13'0'0,"0"7"0"0,0 1 0 0,6-1 0 0,3 0 0 0,4 0 400 0,6 1-184 0,5-1-92 16,5 4 244-16,1 0-172 0,2 2-81 15,1 0 36-15,-1 4-58 0,-2 9-31 16,-2 3 9-16,-1 1-50 0,-5 0 11 0,-5 1 1 16,-2 5 0-16,-5 1-68 0,-5 2 43 0,-3 2-9 15,-2 4 34-15,-2 0-70 0,-12-1 35 0,-2 1 0 16,-5-5-77-16,-1-2 48 0,-2-4-2 0,-3-3-46 16,1-4 43-16,-2-5-2 0,5-3 2 0,-1-4-177 15,3-2 87-15,2 0 52 0,4 0 26 16,3-2-279-16,7-6 139 0,3-5 82 0,2 0 36 0,2-4-316 15</inkml:trace>
  <inkml:trace contextRef="#ctx0" brushRef="#br0" timeOffset="139149.7">12384 11183 1498 0,'7'2'0'0,"7"4"0"0,-4-1 0 16,-2-1 0-16,2 0 0 0,-5-3 0 0,3 1 0 0,1-2 297 0,4 3-136 0,2-3 108 0,2 0-118 0,-2 0-59 15,2 0-30-15,2 0 89 16,-2 0-64-16,2 0-26 0,-5 0-1 0,4 0-379 16,-6 0 176-16,0 0 96 0,1 7-597 0,-4 2 339 15,-5 7 105-15</inkml:trace>
  <inkml:trace contextRef="#ctx0" brushRef="#br0" timeOffset="139301.34">12456 11503 985 0,'-14'12'0'0,"3"2"0"0,5-6 0 0,2 2 0 0,0-4 0 0,2-2 0 0,2 0 446 0,0-3-207 0,4 2-103 16,10-1-51-16,0-2 120 0,6 0-91 0,-1 0-40 15,4 0-1-15,2-2-80 0,0-2 40 0,-4-2 8 16,8-2-564-16,-5 3 278 0,3-1 139 0</inkml:trace>
  <inkml:trace contextRef="#ctx0" brushRef="#br0" timeOffset="139689.31">12806 11318 973 0,'4'6'0'0,"0"-2"0"0,3 1 0 0,1-3 0 0,1 1 0 0,0 0 411 16,7-1-193-16,-2-2-92 0,6 0-47 0,1 0 157 16,4 0-101-16,-2 0-44 0,3-2 168 0,1-2-113 15,-7-4-56-15,3 1-90 16,-2-1 41-16,-3-2-8 0,-1-2-1 0,-2-1-103 0,-2-2 51 15,0-1 27-15,-3 0 8 0,-1-2-160 16,-3 0 89-16,-1-2 37 0,-3 1 25 0,0-4-92 16,-2 0-3-16,0-2-13 0,0 0-32 0,-7-1 31 15,-4 1 36-15,-3 3 4 0,1 3-8 0,-6 0 38 16,3 6 1-16,-4 4 92 0,-1 4-47 0,-4 2-22 16,4 3-9-16,-7 9 234 0,0 12-115 0,-1 11-43 15,3 2-33-15,4 4 145 0,5 1-78 0,0 12-10 16,7-2 200-16,5 0-125 15,5-1-61-15,0-3 111 0,3-8-79 0,15 9-51 16,-2-15-22-16,7 3 75 0,0-5-49 0,1-4-24 16,0-1 171-16,2-7-508 0,3-2 238 0,-3-4 37 15,2-4 0-15,-1-3-405 0,-5-4 226 0,6 0 65 16,-3-4 67-16,-1-11-361 0,-1-3 192 0,-1-3-462 16,-1-4 317-16,-4-3 170 0</inkml:trace>
  <inkml:trace contextRef="#ctx0" brushRef="#br0" timeOffset="139944.65">13309 10710 1135 0,'0'-2'0'0,"0"-2"0"0,0 3 0 0,0 1 0 0,4 0 0 0,4 0 0 0,3 0 370 16,2 0-161-16,1 0-92 0,0 1 125 0,4 7-105 15,-4 3-52-15,2 0 114 0,-2 2-74 0,0 2-51 16,-3 1-21-16,-2 0-58 0,-3 0-1 0,-4 2 47 15,0 1-8-15,-2 2-69 16,-4 2 34-16,-11-3 1 0,-3 0 33 0,0-2-135 16,-8 0 64-16,-1-5 27 0,1-1-231 0,0-3 99 15,2-3 69-15,3-5-159 0,0 1 107 0,8-2 28 16,2 0 33-16,7 0-254 0,2-7 144 0,2-4 71 16,6-2 36-16,12-6-312 15</inkml:trace>
  <inkml:trace contextRef="#ctx0" brushRef="#br0" timeOffset="140143.12">13670 10680 1164 0,'2'-15'0'0,"-2"4"0"0,0 0 0 0,0-3 0 0,-9 3 0 0,-3 1 0 0,-1 3 0 0,0 0 205 0,-2 6-86 0,0 1 207 16,-2 0-150-16,-4 12-72 0,5 7-36 0,0 5 58 15,4 4-47-15,0 4-14 0,5-1-9 0,5 2 34 16,2-1-28-16,0-2-1 0,9-2-28 0,6-1-41 15,5-5 16-15,0-2 1 16,1-1-263-16,3-4 144 0,-2-4 71 0,-1-1-491 16,4 0 234-16,-3-5 139 0,-2-1 29 0,1-1-175 15</inkml:trace>
  <inkml:trace contextRef="#ctx0" brushRef="#br0" timeOffset="140479.23">13956 11111 1040 0,'0'-7'0'0,"0"2"0"0,0-3 0 0,0-2 0 0,-6 5 0 0,-5-4 0 0,1 4 166 0,-3 1-66 16,0 3-34-16,0 1 184 0,-4 0-101 0,0 0-62 16,-4 13-27-16,5 6 70 0,-3 2-49 0,2 0-24 15,6 1 8-15,1 1 107 0,3-1-70 16,5-1 90-16,2-2-80 15,0 0-39-15,0-3 7 0,9 0-47 0,4-1-40 16,4-4-1-16,2 2-57 0,0-3 49 16,0 2 32-16,-1 0-8 0,1-2-46 0,-4 4 35 0,-1-1 0 15,-3 0-104-15,-6 3 49 0,1-1 35 0,-4-1-15 0,-2 3-18 16,0-2 9-16,-4 0 0 0,-7-2 2 16,-2-1 27-16,-3-1-34 0,0-4 0 0,-1-1 23 15,0-2-197-15,4-2 88 0,0 0 57 16,1-2 24-16,3 0-319 0,3 0 171 0,3-12 86 15,3-5-160-15,0-6 127 0</inkml:trace>
  <inkml:trace contextRef="#ctx0" brushRef="#br0" timeOffset="140625.51">13982 11264 1118 0,'16'-11'0'0,"0"4"0"0,1 4 0 0,-2 2 0 0,-1 1 0 16,-4 0 0-16,-2 0 0 0,1 6 158 0,1 8-63 0,-6 0-32 0,3 4 382 0,-4 2-206 15,1-1-95-15,-2 4 54 0,0-3-83 0,-2 1-41 16,0 0-21-16,0-4-320 15,0-6 158-15,0 0 67 0,0-3 37 0,0-5-537 16,0-3 287-16,0 0 117 0,0-9 87 0</inkml:trace>
  <inkml:trace contextRef="#ctx0" brushRef="#br0" timeOffset="141224">14179 10785 1039 0,'12'-6'0'0,"-3"5"0"0,6 1 0 0,-4 7 0 0,-2 8 0 0,-1 6 0 0,2 0 125 15,-3 10-50-15,0 3 343 0,2 8-192 0,-6-1-97 16,-1 0-48-16,0-4 98 0,0 13-78 0,-1-10-33 16,-1-4-1-16,0 4-194 0,0-6 80 0,0-10 48 15,0-2-8-15,0-10-219 0,0-3 130 0,-1-6 64 16,-1 0-114-16,0-3 41 0,2-4 58 0,0-9-238 16,0-4 126-16,0-1 63 0,4-3 31 15,3 0 73-15,2 0-17 0,3 2 1 0,-1 1-25 16,0 3 128-16,1 2-63 0,-2 3-41 15,2 5 200-15,-3 3-90 0,2 0-59 0,-1 2 4 16,0 0 208-16,-3 11-92 0,0 4-71 0,0 6 73 16,-2 1-66-16,-1 2-33 0,-1-2 1 0,3 0 61 15,-3 0-52-15,3-5-21 0,2 0 1 0,1-5-69 16,0-3 24-16,1-5 7 0,3-2 16 0,0-2-150 16,0 0 74-16,2-10 39 0,2-9-334 0,-4 3 160 15,4-9 92-15,-4 2-237 0,1 1 150 16,-5 3 42-16,0-4 50 0,1 1-331 15,-4 1 194-15,1-5 93 0,-2 4 46 0,1-3-176 16,0 6 128-16,0 3 60 0,1-1 67 0,-3 1 0 16,-1 3 0-16,5 1 198 0,-6 2-118 15,2 0-64-15,-2 1 170 0,0 4-110 0,-1-1-54 0,-1 0-27 16,2 5 229-16,-2-2 153 0,0 1-166 16,0 1-89-16,0 1 219 0,0 0-154 15,0 0-77-15,0 0-31 0,0 0 228 0,0 0-138 16,0 0-68-16,0 0 103 0,0 0-77 15,0 0-52-15,0 0 20 0,0 0-14 0,0 0-25 16,0 0 1-16,0 0-6 0,2 0-19 0,2 1 1 16,1 9 0-16,3 1 0 0,0 4 62 0,3 2-23 0,2 4 151 15,2 0-223-15,0 1 0 0,0-2 0 0,0 2 0 16,0-6 0-16,1 3-212 0,-2-2 204 0,2-4-213 16,-4-2 105-16,-1-1 65 0,-1-5 13 0,-2 1-608 15,-3-2 307-15,0-4 153 0,-1 1 77 0,0-1-495 16,-1 0 277-1</inkml:trace>
  <inkml:trace contextRef="#ctx0" brushRef="#br0" timeOffset="141409.5">15037 10822 1299 0,'0'-7'0'0,"0"3"0"15,0 0 0-15,0 1 0 0,0 0 0 0,0 2 0 0,0 1 266 0,0 0-121 0,0 10-56 0,0 12 453 16,0 6-255-16,0 13-126 0,-7 4-57 0,-6 16 301 15,-4 0-187-15,-4 9-92 0,-4 17-47 0,-6-1 55 16,1-1 106-16,-12 23-240 0,1-7-230 0,0 3 176 16,-1-7 44-16,12-23 21 0,9-10-649 0,0-4 331 15,9-20 170-15,4-2-807 0,5-16 448 0</inkml:trace>
  <inkml:trace contextRef="#ctx0" brushRef="#br0" timeOffset="141669.81">15195 11211 2125 0,'-18'-4'0'0,"12"2"0"0,6 2 0 0,0-1 0 0,0-1 0 0,2 0 0 0,5 0 0 0,4-2 568 0,5-1-272 0,0-1-132 15,7-1 80-15,2 1-106 0,5-2-52 0,3 3-19 16,-2-1 50-16,0 4-43 0,-2 0 142 0,-8 1-624 16,2 1 301-16,0 0 78 0,-4 0 27 0,-2 0-438 15,-5 0 236-15,-3 0 96 0,-4 0 66 16,-1 1-718-16,-2-1 369 0,-1 0 178 0</inkml:trace>
  <inkml:trace contextRef="#ctx0" brushRef="#br0" timeOffset="142544.94">15913 10689 927 0,'0'-8'0'0,"0"7"0"0,0 1 0 0,0 0 0 0,0 0 0 0,-3 9 0 0,-4 5 0 0,0 2 195 0,-2 7-82 0,0 2-40 0,-5 1 38 16,1-2-44-16,-2 2 0 0,0 2-34 0,-2-2-26 15,0 0 0-15,2-6 34 0,-3 2-8 0,4-5-23 16,-1-3 23-16,7-5 0 0,1 0 45 0,1-3-15 16,5-5-7-16,-1 2 51 0,2-3-36 0,0 0-1 15,2 0-37-15,12 0 94 16,7 0-51-16,4 0-22 0,1 0 0 0,4-4 68 15,0-2-45-15,0 0-14 0,1 3-8 0,0-1 2 16,-2 0-24-16,-2 0-1 0,-1 3-70 0,-1-1 44 16,0 0-9-16,-3 0-270 0,-3 2 151 0,0 0 77 15,-5 0 17-15,0 0-589 0,-3 0 297 0,0 0 138 16,-1 0 75-16,-3 0-381 0</inkml:trace>
  <inkml:trace contextRef="#ctx0" brushRef="#br0" timeOffset="142722.5">16043 10703 1367 0,'-14'0'0'0,"7"0"0"0,-1 0 0 0,5 5 0 0,-1 5 0 0,2 4 0 0,0 9 0 0,2 5 0 0,0 3 174 0,0 4-74 0,0 0 327 16,0 10-198-16,0-3-97 0,0 1-50 0,-1-3 95 16,-1 7-76-16,2-4-35 0,0-8 1 15,0 5-325-15,0-2 145 0,0-6 81 16,2-4 28-16,3-8-566 0,4-5 302 0,0-3 111 15</inkml:trace>
  <inkml:trace contextRef="#ctx0" brushRef="#br0" timeOffset="142883.07">16135 10904 1089 0,'3'0'0'0,"5"1"0"0,2 5 0 0,-1 0 0 0,2-3 0 0,2 2 0 0,2 1 496 16,0 2-232-16,4 2-115 0,0-1-58 0,2 0 126 15,-3 3-84-15,5 1-54 0,-7-2-23 0,3 2-329 16,-1-1 153-16,-2-3 76 0,-2-2-540 0,0 1 303 16,-3-6 158-16</inkml:trace>
  <inkml:trace contextRef="#ctx0" brushRef="#br0" timeOffset="143070.57">16469 10657 770 0,'2'-2'0'0,"0"2"0"0,0 0 0 0,-2 10 0 0,0 12 288 0,0 9-127 0,-4 9-64 16,-3 7-32-16,-7 14 439 0,1-9-228 0,-8 22-125 16,0-5-60-16,-1 1 242 0,0 3-151 0,-3-4-74 15,9-13-32-15,-4 5-43 0,5-7-1 0,4-9-403 16,4-8 202-16,-1-1 100 0,5-9 60 0,0-2-295 16,3-10 168-16,0-6 84 0,0-7-56 15</inkml:trace>
  <inkml:trace contextRef="#ctx0" brushRef="#br0" timeOffset="143239.14">16529 11087 1810 0,'17'-13'0'0,"2"6"0"0,2-2 0 0,-3 3 0 0,5-2 0 0,-2 3 0 0,1 1 0 0,6 0 0 0,-2-2 305 0,3 5-136 0,-3-3 72 15,0 2-104-15,-2 0-43 0,6 0-36 0,-3 2-368 16,-5 0 171-16,-1 0 86 0,-1 0 43 0,-6 0-229 15,0-2 132-15,-4 2 69 0,-3-2 36 0,-5 0-665 16</inkml:trace>
  <inkml:trace contextRef="#ctx0" brushRef="#br0" timeOffset="143396.23">16846 10780 1352 0,'-7'0'0'0,"2"9"0"0,0 6 0 0,1 2 0 0,1 5 0 0,-1 4 0 0,2 2 0 0,-1 6 264 0,-3 2-108 15,1 4-66-15,-4 2 245 0,4-8-152 0,1 6-74 16,-1-1-39-16,3-1-243 0,2-3 99 0,0-2 53 16,0-5 27-16,0-7-301 0,0-3 164 0,6-9 90 15</inkml:trace>
  <inkml:trace contextRef="#ctx0" brushRef="#br0" timeOffset="143616.19">16998 10811 1039 0,'16'-10'0'0,"4"9"0"0,1-1 0 0,-1 2 0 0,1 0 0 16,1 9 0-16,-5 9 417 0,0 0-192 0,-2 7-96 0,-3 1-49 0,-5 3 195 15,-4 2-126-15,-1 1-58 0,-2 2-29 0,0 0 43 16,-5 1-36-16,-10 1 8 0,-6 4-90 0,-3-7 23 16,-1-3 0-16,0-4-115 15,-4 1 68-15,-1-4 44 0,-4-5-9 0,0-2-313 16,1 0 169-16,1-5 35 0,5-5 59 0,4-5-369 15,2-1 193-15,7 0 98 0,7-5 49 0,7-15-276 16,0-7 154-16</inkml:trace>
  <inkml:trace contextRef="#ctx0" brushRef="#br0" timeOffset="143817.97">17389 10592 1081 0,'0'-12'0'0,"0"5"0"0,0 5 0 0,-15 0 0 0,0 2 0 0,-4 4 0 0,1 16 451 0,0 6-209 0,-1 12-105 16,6 1-44-16,0 8 391 0,4-1-226 0,5 1-113 16,4-3-56-16,0 1 132 0,0-8-85 0,5 0-56 15,9-1-155-15,4-4 54 0,3-2 26 0,4-4-172 16,-1-2 108-16,2-3 42 0,-1-4 25 16,-1-2-648-16,-1-4 333 0,-3 1 77 15,3-3 111-15</inkml:trace>
  <inkml:trace contextRef="#ctx0" brushRef="#br0" timeOffset="143976.07">17685 11178 336 0,'4'-4'0'15,"8"0"0"-15,-1 2 0 0,-4 0 0 16,1 2 615-16,-1 0-291 0,1 0-138 0,-5 0 398 0,3 12-276 0,-3 3-138 16,0 3 112-16,-3 6-128 0,0 7-53 0,-6 1-38 15,-7 1 0-15,0 3-231 16,-2 0 100-16,2-2 50 0,-1-3 34 0</inkml:trace>
  <inkml:trace contextRef="#ctx0" brushRef="#br0" timeOffset="145110.31">18390 10843 1271 0,'0'0'0'0,"0"-3"0"0,-4-1 0 0,0 2 0 0,3 2 0 0,-3 0 0 0,-4 0 0 0,0 6 0 0,1 16 124 0,2 8-49 0,-5 11 108 16,2 5-75-16,3 4-37 0,1 4-1 0,4 3 183 16,0-4-114-16,0-3-53 0,0-3-27 15,6-11 109-15,7 2-69 0,2-6-24 16,2-8-9-16,1-3-6 0,0-8-1 0,4-6-26 15,-1-3-55-15,0-4 35 0,3-3-8 0,-2-13-18 16,-1-8 23-16,0-12 0 0,-6-2 23 0,-2 4-130 16,-2-16 33-16,-5 7 43 0,-3-4-16 15,-1-1-80-15,-2 3 37 0,0 5 35 0,-4-11-29 0,-5 4 29 16,-4 0 2-16,0 4 0 0,0 7-5 16,-4 2 18-16,-1 8-1 0,4 7 30 15,-3 4-25-15,-2 5 1 0,2 7 5 0,3 3-48 16,0 0 9-16,1 2 34 0,4 11 1 0,1 5-286 15,4 7 139-15,2 1 61 0,0 5 42 0</inkml:trace>
  <inkml:trace contextRef="#ctx0" brushRef="#br0" timeOffset="145354.73">18087 11386 1119 0,'-18'-2'0'0,"10"-6"0"0,6 4 0 0,2-3 0 0,0-4 0 0,3-5 188 0,15-2-78 15,3-1-39-15,5-1 261 0,8-3-154 0,1 3-73 16,-4 7-36-16,4 2 94 0,-1 7-57 0,1 1-41 16,-3 3 69-16,0 4-51 0,-4 11-25 15,1 6 86-15,-3 3-47 0,-1 4-37 0,1 1 1 0,1-1 51 16,-4 0-39-16,4-3 0 16,-1-1-32-16,4-3-54 0,2-3 23 0,2-4 0 0,-2-4 23 0,1-3-111 15,-1-6 63-15,-2-1 20 16,-1 0-474-16,-3 0 239 0,-1-8 90 0,-1-2-571 15,-2-2 332-15,3-5 176 0</inkml:trace>
  <inkml:trace contextRef="#ctx0" brushRef="#br0" timeOffset="145510.31">19030 10891 1086 0,'-1'-5'0'0,"1"2"0"0,0 0 0 0,1-1 0 0,8-1 0 0,5 2 540 15,-1-1-246-15,2 0-135 0,2 0 70 0,2 2-98 16,-1 1-49-16,1-1-249 0,0 2 108 0,1 0 42 16,0 3 25-16</inkml:trace>
  <inkml:trace contextRef="#ctx0" brushRef="#br0" timeOffset="145654.91">19073 11347 2508 0,'0'1'0'0,"17"7"0"0,12 0 0 0,-3-7 0 0,1-1 0 0,-4 0 0 0,2 0 0 0,0 0 0 0,1-1 169 0,-4-5-68 0,-1-2-417 15,2 2 171-15,-2 5 88 0</inkml:trace>
  <inkml:trace contextRef="#ctx0" brushRef="#br0" timeOffset="149469.41">19697 11087 689 0,'-10'0'0'0,"7"-1"0"0,-1-2 0 0,4 1 0 0,-2 2 0 0,2 0 0 0,-2 0 0 0,2-1 76 0,0 1-21 0,0 0-1 0,2 0 16 16,7 0 1-16,3 0-30 0,-1 3 82 0,4 1-45 15,0 0-23-15,0 1 1 16,2-4 1-16,-1 3 9 0,-4-1-33 0,3-1-17 16,-3 0 17-16,1 0 0 0,-3-1-1 0,1 2-21 15,-4-3-8-15,2 0 30 0,1 0-1 0,-3 0-68 16,2 0 32-16,0-4 9 0,-2-5-16 0,0-3-70 15,0-1 35-15,-1-5 30 0,0 4-60 16,-4-5 39-16,0 2 7 0,-2-1 0 0,0 1-9 16,0 2 31-16,-2 0-9 0,-8 1 38 0,-1 2 1 0,0 2-31 15,-4 3-1-15,-2 1 47 16,2 3-19-16,-3 1-1 0,0-1 102 0,-1 3-57 16,3 0-19-16,-3 3 1 0,2 5 96 0,-2 3-54 15,0 6-21-15,3 1 66 0,0 3-50 0,0 3-24 16,-2 2 1-16,4 4 24 0,0 0-29 0,0 4 1 15,4 2-21-15,0-1 39 0,5 3 1 0,3-2-32 16,2 0 117-16,0-1-62 0,4-3-32 16,9-2 0-16,6-4 88 0,3-1-64 0,7-7-27 15,1-2-4-15,3-6-24 0,5-4 0 16,-3-1 8-16,1-5-168 0,0 0 80 0,-2 0 40 16,-2-3 0-16,-4-6-331 0,-6-3 166 0,1 1 58 15,-4-2-213-15,-1 0 155 0,-2-2 30 0,-4-1 54 16,0 2-428-16,-1-5 245 0,-2-1 120 0</inkml:trace>
  <inkml:trace contextRef="#ctx0" brushRef="#br0" timeOffset="149740.06">20061 10726 1346 0,'0'-7'0'0,"0"6"0"0,0-4 0 0,0 0 0 0,2-2 0 15,6 2 0-15,7-4 158 0,2 5-62 0,8 1-32 0,-5-1 284 0,6 4-161 16,0 0-77-16,-1 0 30 0,0 7-53 0,-5 7-27 16,-3-1 8-16,-1 2-114 0,-2 3 40 0,-5 4 0 15,-3 2 38-15,-4 2-106 16,-2-3 61-16,0 7 19 0,-13-6 0 0,-5 2-125 16,0-5 73-16,-3-2-9 0,2-6-28 0,-5 2 6 15,0-5 34-15,3-5-167 0,0-1 90 0,1-4 32 16,3 0 19-16,4 0-187 0,6-2 112 0,2-8 56 15,5-4 27-15,3-5-265 0,9-6 138 16</inkml:trace>
  <inkml:trace contextRef="#ctx0" brushRef="#br0" timeOffset="149933.93">20461 10650 1308 0,'2'-7'0'0,"-2"1"0"0,0 2 0 0,0 0 0 0,-6 3 0 0,-4-2 0 0,-4 3 0 0,-1 0 207 0,-2 4-87 0,-3 11-43 0,1-1 96 15,2 4-70-15,4 4-26 0,0 5-10 0,3-3 172 16,8-5-103-16,2 4-51 0,0 0-27 0,0-3-29 16,7-1 3-16,9-1 1 15,3-3-213-15,1 0 106 0,3-2 53 0,-4-4 35 16,9-1-497-16,-4-2 250 0,1 0 124 0,-4-3-283 16,5 1 182-16,-6 0 69 0</inkml:trace>
  <inkml:trace contextRef="#ctx0" brushRef="#br0" timeOffset="150474.79">20880 10993 890 0,'-12'0'0'0,"-2"0"0"0,7-1 0 0,-4-1 0 0,-1 0 0 0,1-2 130 0,-3 2-48 0,0 0-25 15,0 1 0-15,1 1 198 0,1 0-116 0,0 7-52 16,-1 8 72-16,-3 4-63 0,5 3-32 0,1 4 66 16,-1 3-52-16,4 0-23 0,0 2 0 15,3 1 92-15,2 0-57 0,2-6-20 16,0 6-9-16,0-7 9 0,4-7-38 0,5 3 1 16,4-6 0-16,1-2-46 0,-2-4 19 0,6-5 0 15,-2-4-137-15,3 0 82 0,6-2 41 0,-4-15 28 16,-1-4-281-16,1-3 135 0,-5-4 36 0,2-2-163 15,-6 0 87-15,2 0 70 0,-5 0 32 0,0 2-19 16,-1 2 25-16,-2 7 0 0,-2 3 17 0,-3 3 38 16,1 8-1-16,-2-2-28 15,2 6 153-15,-2 1-76 0,0 0-48 0,0 13 9 0,0 10 161 16,0 2-92-16,0 1-17 0,0 2 171 16,0-6-84-16,2 9-65 0,5-13 4 0,7 3-15 15,-2-6-1-15,6-2-35 0,-2-4 8 0,2-1-41 16,1-6-1-16,-1-2 34 0,1 0-120 0,-3-2 59 15,2-9 39-15,-4-4-180 0,2-2 92 0,-7-2 45 16,0-2 1-16,-3 0-66 16,-4-1 26-16,-2-4 12 0,0 3-1 0,0-1 57 0,-10 3-33 0,-3-1 11 15,1 4-23-15,-6 4 41 16,-1 3 0-16,1 1-18 0,-5 6 57 0,2 2-20 16,-1 2-5-16,1 0-13 0,2 8-8 0,3 1 9 15,7-1-7-15,2 1-202 0,6 1 91 0,1 0 48 16,0 1 26-16,15-4-325 0,10-1 171 0,2-5 85 15</inkml:trace>
  <inkml:trace contextRef="#ctx0" brushRef="#br0" timeOffset="150730.14">21472 10918 996 0,'2'-4'0'0,"-2"-2"0"0,0 5 0 0,0-1 0 0,-8 1 0 0,-4-2 0 0,-2 3 118 0,1 0-34 0,-1 7-30 16,2 8 222-16,1-1-122 0,1 1-61 0,4 0 198 15,4 2-122-15,2-2-71 0,0 2-33 0,0-2 31 16,8 0-32-16,5 0 9 0,2 0-40 0,2-2-37 16,-2 2 0-16,0-1 37 0,-2-2-88 15,1 2 53-15,-7-1 13 0,-1 0-24 16,-3 2 23-16,-3 0 0 0,0 2 23 0,0 0-92 16,-14 2 36-16,-5-1-7 0,-2 1 0 0,-3-2-128 15,-4 0 76-15,-1-3 25 0,3 0 26 16,0-4-313-16,6-5 156 0,2-3 78 0,4-2-285 15,5 0 173-15,8-13 99 0</inkml:trace>
  <inkml:trace contextRef="#ctx0" brushRef="#br0" timeOffset="150897.69">21587 10876 1323 0,'3'4'0'0,"-1"2"0"0,0 2 0 0,0 2 0 0,0-3 0 0,1 5 0 0,4-2 0 0,0 3 0 0,2 3 488 0,3-2-227 15,1 3-106-15,-1 0-66 0,2 1 107 0,4 0-82 16,-2 1-41-16,-2-4-334 0,2 2 154 0,-2-3 66 16,4 1 37-16,-4-1-571 0,4-3 298 0,1-4 148 15</inkml:trace>
  <inkml:trace contextRef="#ctx0" brushRef="#br0" timeOffset="151109.18">21983 10742 1858 0,'0'0'0'0,"0"4"0"0,-2 8 0 0,0 4 0 0,-6 8 0 0,-1 3 0 0,-2 10 0 0,1 2 0 0,-1 6 0 0,-2 5 270 0,-2 2-123 0,-3 11 221 0,0 2-167 16,-3 5-85-16,1-1-33 0,-2 2-12 0,-3-5-38 16,0-3 0-16,9-13 0 0,-1 0-80 15,6-12 49-15,3-5-9 0,7-5 40 0,-1-9-375 16,2-8 188-16,0-2 93 0,2-8-688 15,9-1 365-15,6-7 157 0,1-18 96 0</inkml:trace>
  <inkml:trace contextRef="#ctx0" brushRef="#br0" timeOffset="151264.54">22008 11044 1382 0,'11'-7'0'0,"1"3"0"0,8 0 0 0,2 0 0 0,-4 0 0 0,3 1 0 0,-1-1 0 0,1 2 283 0,2 0-117 15,2 0-71-15,1 2-31 0,-1 0 167 0,0 0-99 16,2 0-49-16,-3 0-272 0,7 0 106 0,-10 4 59 16,0 0-652-16,0 0 355 0</inkml:trace>
  <inkml:trace contextRef="#ctx0" brushRef="#br0" timeOffset="151604.26">22465 10800 1461 0,'5'-11'0'0,"4"2"0"0,4-1 0 0,2-2 0 0,1 1 0 0,4 3 0 0,4-1 0 0,1 8 0 0,-1 1 230 0,-4 0-99 0,3 0-50 0,-3 13 128 15,1 5-92-15,-3 1-42 0,-7 3-21 0,-2-1-77 16,-4 6 27-16,-2-3 9 0,-3 7-50 0,-3-4 35 16,-10 4 0-16,-1-5 35 15,-5-2-109-15,6-7 62 0,-3-2 10 0,4-2 0 16,3-8 52-16,4 1-37 0,-1-4-35 0,5 1 117 15,1-3-47-15,0 0-1 0,5 0 121 0,12 0-71 16,3 0-15-16,7-3-29 0,-2 3 103 0,-1 0-60 16,1 4-31-16,-5 11 0 0,-5 2-51 0,3 7 21 15,-6 3 0-15,-3 1 0 0,-3 1-30 0,-4 4-1 16,-2-1 39-16,-2 0 5 0,-14-5-13 0,-4 0-1 16,-2-6 37-16,-2-4-36 0,-6-2 8 15,-2-5-8-15,-6-5-65 0,-3-5 30 16,7 0-2-16,-5 0 33 0,4-7-507 0,1-9 239 15,4-4 104-15,7-5 66 0</inkml:trace>
  <inkml:trace contextRef="#ctx0" brushRef="#br0" timeOffset="160068.84">23454 11362 739 0,'-14'-14'0'0,"3"3"0"0,4 3 0 0,1 1 0 0,2 2 0 0,0 2 0 0,3-2 0 0,-1 3 93 0,0 0-31 0,2 1 9 0,0 1 118 16,0 0-78-16,0 3-39 0,2 7 155 0,3 2-97 16,1 2-40-16,0 1-33 0,-2-1 68 0,-2 4-46 15,-1 1-23-15,-1 0 0 16,0 1 69-16,-3 4-51 0,-13 0-20 0,-2 1-50 16,-5-2-138-16,-1-2 84 0,4-8 49 0,0 0-613 15</inkml:trace>
  <inkml:trace contextRef="#ctx0" brushRef="#br0" timeOffset="161201.69">18035 6670 714 0,'-2'-14'0'0,"2"0"0"0,0 3 0 0,0-3 0 0,-2-3 0 0,2 1 0 0,0-3 0 0,0-1 0 0,0-2 62 0,0-1 0 0,0 2-29 0,0-4 76 16,0 3-39-16,0 0 9 0,0 1-46 0,-2 2 44 15,0-1-22-15,-2 5 0 0,-1-2 39 0,-2 5-22 16,-1-1-9-16,0 4 51 0,-3-1-41 0,0 3 0 15,-1 3-40-15,-2 0 87 0,0 2-48 0,1 2 1 16,0 0-41-16,-2 0 25 0,2 0 7 16,0 6-31-16,0 1-1 0,3 3 47 15,-1 1-23-15,2 2 0 0,1 1 28 0,2 3-29 16,2-2-1-16,3 6 40 0,-1 5-31 0,2-2 1 16,0 4-23-16,0 4 51 0,2 3-30 0,5 6 0 15,1-1-29-15,-1 1-33 0,-1-7 41 0,1 8-8 16,0 1 0-16,0-2-24 0,-3-1 1 0,-1-1 23 15,-1-3-57-15,0 2 24 0,-2-1 1 0,0-4-37 16,0-1 23-16,0-1 1 0,-6-11 14 16,-1 3-36-16,-3-4 15 0,3-4 0 0,-4-4 9 15,3-6-148-15,-2 1 70 0,3-3 41 16,-2-3 13-16,1 0-135 0,2 0 63 0,-1-1 43 16,5-9-341-16,2-4 190 0,0 0 91 0,2-2 45 15,9-5-357-15,6 2 201 0,6-5 93 0</inkml:trace>
  <inkml:trace contextRef="#ctx0" brushRef="#br0" timeOffset="161474.96">18264 6490 382 0,'7'-34'0'0,"-1"0"0"0,-4 4 0 0,0 1 0 0,-2-1 0 16,0 3 281-16,-6 9-116 0,-5-3-70 0,0 6-31 0,-1 2 189 15,1 3-110-15,0 4-55 0,1 3 78 0,-3 1-71 16,2 2-30-16,-2 0 121 0,0 9-77 0,1 9-38 15,1 0 9-15,-2 8 87 0,4 1-66 0,3 3-35 16,1 1 1-16,1 3 99 0,2-2-57 0,2 2-43 16,0-2 0-16,0 2 47 15,0-3-40-15,0 2 8 0,2-2-59 0,0 1 11 16,3 2-1-16,-1-2-99 0,1 0 50 0,1 0 33 16,-2-1-9-16,0-2-340 0,0-1 180 0,-1 0 56 15,-1 1 56-15,0-6-548 0,-2 6 282 0,0-2 137 16,0-3 68-16,-4 2-356 0,-5 1 212 0,-3 1 98 15,0-4-213-15</inkml:trace>
  <inkml:trace contextRef="#ctx0" brushRef="#br0" timeOffset="161668.97">17877 7290 1135 0,'-4'0'0'0,"2"0"0"0,0 0 0 0,2 0 0 0,0 0 0 0,0 0 0 0,0 0 0 0,0 0 127 0,0 1-38 16,2 14-33-16,4-1 281 0,0 2-152 0,-1 9-76 0,-1-2-38 0,-2 0 180 15,2 5-114-15,-3-7-52 0,1 3-26 0,0-2-85 16,-2 0 29-16,2-5 9 16,0-1-305-16,-2-5 162 0,1-4 82 0,-1-1-204 15,3-4 143-15,-3-2 43 0,2 0 42 0,0-4-562 16,0-13 277-16,-2-4 138 0,0-3 70 0</inkml:trace>
  <inkml:trace contextRef="#ctx0" brushRef="#br0" timeOffset="161884.43">17858 7308 930 0,'-12'-17'0'0,"3"7"0"0,4 0 0 0,-1 1 0 0,5 1 0 0,1 3 0 0,0-1 250 0,0 1-109 16,7 1-54-16,10 0-28 0,1 2 353 0,9 0-194 0,-1 2-93 0,3 0-46 16,-1 13 222-16,-2 5-135 15,-2 0-58-15,-1 5 3 0,-2-1-39 16,-3 5 0-16,-4 1-39 0,-5 1-45 0,-4 2 30 16,-3 2-8-16,-2 1-27 0,-2 0 25 0,-11-2 0 15,-4-2 33-15,-1-2-114 0,-3-5 53 0,0-4 26 16,5-6-35-16,-5-4-164 0,0-2 71 0,2-5 59 15,2-2-271-15,3 0 152 0,0-2 70 0,5-9 40 16,3-5-331-16,6-7 190 0,0-2 89 16,2-2-350-16,17-8 221 0</inkml:trace>
  <inkml:trace contextRef="#ctx0" brushRef="#br0" timeOffset="162212.57">18544 6439 1294 0,'-13'-5'0'0,"-1"3"0"0,3 2 0 15,0 0 0-15,-2 2 0 0,0 9 0 0,-4 8 189 0,4 5-79 0,1 4 230 0,1 6-154 0,-2 7-76 16,5-1-31-16,1 11 170 16,5-4-109-16,2-1-53 0,0 0-27 0,0-3 59 15,4-6-34-15,8 3-31 0,2-4 89 0,1-3-56 16,4-1-26-16,0-2-163 0,1-3 77 0,3-5 24 16,0-2 0-16,1-4-374 0,-2-7 204 0,3-3 102 15,-3-6 25-15,7 0-617 0,-3-4 306 0,1-13 161 16,-2-1 81-16,-4-9-209 0</inkml:trace>
  <inkml:trace contextRef="#ctx0" brushRef="#br0" timeOffset="162551.69">18867 6239 1596 0,'0'-18'0'0,"0"13"0"0,0 3 0 0,0-1 0 0,4-1 0 0,5 0 0 0,2 1 0 15,1 2 0-15,2 1 355 0,4 0-161 0,4 5-80 0,-3 9 63 0,-2 3-64 16,5 7-44-16,-5 3 0 16,-2 1-65-16,-2 4 28 0,-5-1 1 0,-3 7-44 15,-3 6 18-15,-2-3-1 0,0 2 27 0,-7 0-106 16,-10-2 53-16,0-9 35 0,-4 2-9 0,-3-4-119 16,0-7 66-16,-1-7 3 0,0-5 26 0,3-5-93 15,-6-6 52-15,7 0 9 0,-3 0 11 0,3-11-15 16,6-4 35-16,0-4-14 0,2 0 11 0,6-1-10 15,1-3 7-15,6 1 102 0,0 1-48 0,0-1-23 16,9-1 4-16,6 1 113 0,4 3-63 16,2-2-24-16,1 5 1 0,-1 0 0 15,7 3-1-15,-3 2-6 0,-1 1-386 0,0 4 177 16,-3 5 88-16,5-1-252 0,1 0 164 0,-2 2 58 16,-4 0 46-16</inkml:trace>
  <inkml:trace contextRef="#ctx0" brushRef="#br0" timeOffset="162844.88">19259 6268 863 0,'0'-9'0'0,"-2"3"0"0,0 3 0 0,-1-1 0 0,-1 3 0 0,2-2 0 0,-1 3 0 0,-1 3 426 0,2 15-196 0,-1 5-99 16,-4 5-41-16,4 6 239 0,-1 7-148 0,2-2-74 16,2-5 146-16,0 1-110 0,0 0-47 0,4-7-11 15,9-4-25-15,4-5-1 0,2-4-26 0,-1-8-41 16,3-3 9-16,4-4 32 0,-5 0-1 0,1-2-103 15,0-13 51-15,-5-4 27 0,0-6-105 16,-5-2 61-16,-1-1 34 0,-3-2-23 0,-5-3-169 16,-1 1 75-16,-1-1 29 0,0-2-50 15,0-1 57-15,-9 0 15 0,-2 0 1 0,-2 3-5 16,-3 1 32-16,0 7 8 0,-1 8 0 0,0 4 33 16,-4 6-1-16,4 5-31 0,0 2-9 0,0 0 35 15,4 15 0-15,4 2-26 0,3 3-158 0,0 7 79 16,6-5 31-16,0 9-359 0,0-2 203 0,0 3 101 15</inkml:trace>
  <inkml:trace contextRef="#ctx0" brushRef="#br0" timeOffset="163096.28">19109 6620 1068 0,'-13'0'0'0,"7"0"0"0,1 0 0 0,3-6 0 0,2-11 0 0,2-6 0 0,13-1 214 0,6 2-90 0,9-9-46 16,-4 7-14-16,10-6 204 0,-8 11-117 0,6 1-59 15,-3 7 70-15,-2 5-64 0,-6 6-25 0,2 0-1 16,-4 11-1-16,-2 13-38 0,-2 2-1 16,-2 7 128-16,-4 0-55 0,0 1-41 15,-1-1 1-15,1-6 19 0,0 1-26 0,1-10 1 16,2 0-50-16,5-1 24 0,-2-6-1 0,4-3 1 16,0-4-201-16,2-4 108 0,-4 0 42 0,2 0-489 15,0-6 241-15,-4-6 132 0,0 4 29 0,-6-1-491 16,0 2 286-16,-5 0 139 0,-2 0 69 0</inkml:trace>
  <inkml:trace contextRef="#ctx0" brushRef="#br0" timeOffset="163343.31">18749 6927 1577 0,'-18'0'0'0,"9"0"0"0,6-3 0 0,3 1 0 0,0 2 0 0,3 0 0 0,18-2 0 0,8 2 528 0,10-2-248 16,0 0-115-16,14-5-70 0,1-1 151 15,10-3-107-15,-2 2-53 0,-2-2 182 0,-8 1-110 16,5-1-67-16,-1 1-29 0,-3 3-111 0,-5-2 41 16,-2 3 0-16,-10 0-316 0,-1 2 175 0,-3 1 90 15,-9-1 46-15,-5 2-616 0,-4 0 310 16,-5 1 79-16,-6 1 107 0,-3 0-447 0,-1 0 274 0</inkml:trace>
  <inkml:trace contextRef="#ctx0" brushRef="#br0" timeOffset="163654.68">18985 7031 1289 0,'-9'0'0'0,"7"0"0"0,2 0 0 16,0-4 0-16,9-5 0 0,10-5 0 0,2 6 0 0,7 2 0 0,2 2 472 0,2 2-224 0,-2 2-107 0,2 0-54 0,-2 7 165 15,-1 9-101-15,-6 2-64 0,0 8-65 0,-7-1 11 16,-6 7 0-16,-4 1 0 16,-4 5-23-16,-2 7-8 0,-6-9 31 0,-9-6-138 15,-5 4 69-15,-5-6 35 0,-1-5 8 0,-4-5-114 16,-2-4 66-16,-2-7-17 0,0-3 34 0,-1-4-122 16,1 0 63-16,2 0 11 0,4-4 25 0,1-7 39 15,12-1-17-15,-1-1-12 0,7 0 200 0,2-1-86 16,3-2-47-16,4 1 95 0,0 1-65 0,6-4-16 15,8 4 1-15,7-3 49 0,-3 3-38 0,5 1 2 16,1 4 0-16,-2-1-289 16,1 5 137-16,5-3 55 0,-3 5-586 0,3 1 290 15,-2-1 156-15,0 3 48 0,-3 0-441 0</inkml:trace>
  <inkml:trace contextRef="#ctx0" brushRef="#br0" timeOffset="163855.14">19340 7149 1457 0,'2'-2'0'0,"0"-2"0"0,3-1 0 0,1-2 0 0,4-4 0 0,1 1 0 0,2-1 0 0,4 1 249 0,0 3-108 0,1 1 245 16,1 4-177-16,1 2-88 0,-4 0-36 0,1 2 15 16,-2 11-34-16,-6 2 0 15,-1 5-33-15,-4-3-68 0,-2 6 43 0,-2 3-9 16,-4 1-130-16,-10-1 82 0,-4-1 41 0,-5-3 0 16,-1-1-272-16,-3-3 150 0,1-2 14 0,0-5-258 15,5-6 159-15,-1 1 92 0,3-5 36 0,6-1-78 16,2 0 67-16,9-7 32 0,2-9 0 0,2-7-240 15,12-3 128-15</inkml:trace>
  <inkml:trace contextRef="#ctx0" brushRef="#br0" timeOffset="164029.67">19586 7053 1035 0,'18'-13'0'0,"-7"4"0"0,-1 3 0 0,-1 1 0 0,-6 3 0 0,-1 0 0 0,-2 2 0 0,0 0 0 15,-8 8 0-15,-3 10 441 0,-4 1-204 0,4 2-94 0,-4 5 254 0,3 0-183 16,5 1-90-16,7-5 128 0,0 1-109 0,0-3-47 15,2-1-36-15,15 1-91 0,3-4 33 0,3-6-1 16,3 0 31-16,2-3-145 16,4-2 68-16,0-5 39 0,-2 0 0 0,0 0-475 15,0-2 193-15,-7-6 152 0,7-4-579 0,-11 4 341 0</inkml:trace>
  <inkml:trace contextRef="#ctx0" brushRef="#br0" timeOffset="164197.23">19857 6821 1273 0,'-6'0'0'0,"6"0"0"0,0 0 0 0,0-3 0 0,2 2 0 0,9-1 0 0,2-2 552 0,4-1-265 0,4 2-126 16,1-4-65-16,1 3 116 0,0 1-90 0,0-1-37 16,0 2-190-16,2 1 69 0,-2-2 34 0,-2 1-626 15,-1 0 331-15,-1 0 173 0</inkml:trace>
  <inkml:trace contextRef="#ctx0" brushRef="#br0" timeOffset="164523.34">20355 6154 1607 0,'3'-12'0'15,"4"-1"0"-15,7 6 0 0,2 0 0 0,2 2 0 0,-2 4 0 0,2 1 0 0,4 1 0 0,-5 15 195 0,4 8-85 0,-5 4-39 0,0 5 126 0,-5 2-82 0,-1 1-41 16,-5 3-12-16,-3 0-32 16,-2-1 2-16,0-1 1 0,-12 0-79 0,-3-3 39 15,-4-5 8-15,1-2-39 0,-3-5 35 0,0-7 1 16,1-5 34-16,-3-5-206 0,2-5 102 0,0 0 6 16,1 0 36-16,3-5-73 0,4-11 44 0,2 1-2 15,3-1-7-15,3-3 155 0,3-1-54 0,2 4-32 16,0-1 1-16,2 2 229 0,8 0-119 0,4 2-44 15,2 0 31-15,2 3-21 0,1 1-30 16,-1 1-132-16,5 3 60 0,-2 1 26 16,1 3 28-16,1-1-587 0,1 2 276 0,-1 0 122 15,-1 0 72-15,-1 0-499 0</inkml:trace>
  <inkml:trace contextRef="#ctx0" brushRef="#br0" timeOffset="164703.87">20702 6240 910 0,'2'-15'0'0,"-1"8"0"0,1 0 0 0,0 3 0 0,1 0 0 0,-3 1 0 0,0 2 286 0,0 1-127 0,0 0-63 16,0 8 348-16,0 12-205 0,0 5-95 0,0 5 226 16,0 4-169-16,0 9-84 0,0-10-42 0,0 6-63 15,0-2 29-15,0 1-8 0,0-3-1 0,0-2-240 16,0-3 120-16,0-1 60 0,0-10 39 0,0-3-494 16,0-6 235-16,0-4 136 0,0-2-509 0,0-4 289 15,0-2 142-15,0-19 83 0,0-4-202 0</inkml:trace>
  <inkml:trace contextRef="#ctx0" brushRef="#br0" timeOffset="164868.44">20642 6178 682 0,'1'-15'0'0,"6"6"0"0,4 1 0 0,3 4 0 0,4 0 0 0,1 0 324 0,1 1-146 16,6 1-72-16,-7 2 79 0,3 0-81 0,-1 2-35 16,0 9 0-16,-4-1 41 0,-2 3-38 0,-4 0 7 15,-2 1-46-15,-7-2-123 0,1 4 62 0,-3-1 30 16,-7 3-132-16,-7-3 89 0,-9 5 33 0,0-6-268 15,1 1 124-15,-4-1 79 0,1-2-8 0,4 1-302 16,-4-1 179-16</inkml:trace>
  <inkml:trace contextRef="#ctx0" brushRef="#br0" timeOffset="165070.44">20409 6659 1515 0,'-8'2'0'0,"4"2"0"0,2-4 0 0,1 2 0 0,1-2 0 0,0 0 0 0,0 0 0 0,15 0 260 0,9-4-118 0,4-1-55 16,7-3 318-16,8 0-186 0,-4 4-93 0,-4 1-40 15,7-1-31-15,-4 2 0 0,-1 0-22 0,-3 2-290 16,-2 0 144-16,-8 0 81 0,3 0 29 0,-5 2-203 16,-5 2 119-16,-5 1 60 0,-3-1 30 0,-6 1-698 15,-3 6 336-15,0-2 163 0</inkml:trace>
  <inkml:trace contextRef="#ctx0" brushRef="#br0" timeOffset="165674.17">20334 6951 995 0,'-10'3'0'0,"10"0"0"0,0 0 0 0,4-3 0 0,10 0 0 0,2 0 0 0,3 0 341 0,1 1-146 0,3 6-86 15,2 3-37-15,-7 5 136 0,-1 2-87 0,-4 4-44 16,-5 1-2-16,-2 9-8 15,-4-1-34-15,-2 2-93 0,-6 1 46 0,-13 5 24 16,3-8 8-16,-7 1-115 0,-2-3 66 0,-1-5 31 16,-1-4 1-16,2-4-82 0,2-7 57 0,-5-2-24 15,7-6 26-15,-4 0 57 0,7 0-39 0,-1-6-24 16,6-9 77-16,1 0-30 0,5-2 0 0,3-4-12 16,4 3 171-16,0-3-70 0,0 2-43 0,6 0 107 15,7 2-70-15,2 1-34 0,4 0-1 0,1 1-118 16,1 2 51-16,4 2 12 0,-1 2-1 0,3 1-272 15,-2 1 142-15,0 3 60 0,-2 0-217 16,5 2 111-16,-8 0 79 0,3 2-360 16,0 0 206-16,-4 0 104 0,-7 0 43 0,1 0-78 15,-1 0 69-15,-6 0 34 0,-3 0 1 0,-1 0 115 16,-2 0-49-16,0 0 9 0,0 0-41 0,-7 0 348 16,-1-1-174-16,0-5-86 0,3 0 378 0,-1 1-177 15,3-3-123-15,-1 3 120 16,2-1-110-16,0-1-55 0,2 2-20 0,0 0 199 0,0 1-117 0,0 0-58 15,0 0-30-15,0 3 132 0,0-1-73 0,0 0-48 16,0 0 0-16,0 2-88 16,0 0 24-16,0 0 0 0,0 0-157 0,0 0 87 15,0 0 46-15,0 0 25 0,0 0-58 0,0 0 49 16,0 0-8-16,2 0-99 0,0 0 57 16,0 0-15-16,0 0 29 0,-1 0 51 0,3 0-32 0,0 0-27 15,1 0 22-15,2 0 132 0,0 0-61 0,-2 0-21 16,1 0 68-16,1 0-44 0,-1 0-23 0,4 2 7 15,-1 3 46-15,3-1-19 0,-2 2-15 16,3 1 12-16,1 1-35 0,0-1 9 16,2 1-7-16,-1 1-128 0,-2-1 56 0,2 1 33 15,0-1 11-15,-4 2-530 0,2-3 258 0,-3-1 103 16,-1-1-529-16,-3 0 332 0,-1-1 167 0,0-2 83 0</inkml:trace>
  <inkml:trace contextRef="#ctx0" brushRef="#br0" timeOffset="165883.6">20884 6883 499 0,'2'-10'0'0,"0"5"0"0,-1 1 0 0,1 0 0 0,-2 3 200 15,0-2-84-15,0 3-41 0,0 0-22 0,0 0 452 16,-2 19-241-16,-8 3-115 0,-3 15-58 0,-3 0 433 16,2 8-246-16,-5 6-114 0,1 2 263 0,-2 10-198 15,1-5-97-15,-2 0-45 0,-1 0-27 0,3-5 9 16,-7 9 104-16,-1-7-587 0,2-1 293 0,2-7 77 15,0-1 38-15,4-11-244 0,4-1 137 16,6-10 73-16,1-5 36 0,6-8-782 16,2-4 376-16,0-4 181 0</inkml:trace>
  <inkml:trace contextRef="#ctx0" brushRef="#br0" timeOffset="166574.6">21185 6532 852 0,'-9'-21'0'0,"4"6"0"16,5 9 0-16,0 2 0 0,0 2 0 0,6 1 0 0,7 1 0 0,3 0 227 0,6 5-96 0,-3 13-50 0,4 2-24 0,-5 3 165 15,1 5-98-15,-3-1-46 16,0 7 52-16,-7-2-49 0,-2 2-24 0,-2 2 2 16,-5-1-26-16,0 1-1 0,-9 6 1 0,-5-3-11 15,-5-2 11-15,-1-3 8 0,-10 4-8 0,0-8-159 16,3-8 79-16,-3-1 40 0,0-4 0 0,4-7-312 16,-1-5 131-16,4-5 92 0,5 0-308 0,4-4 185 15,7-16 94-15,7-6-98 0</inkml:trace>
  <inkml:trace contextRef="#ctx0" brushRef="#br0" timeOffset="166923.66">21640 6157 677 0,'14'-5'0'0,"-5"5"0"0,-2 0 0 0,-2 15 0 0,-1 4 0 0,-2 9 0 0,1 3 383 0,3 12-175 0,-1 2-88 15,1 5-43-15,2 2 283 0,-3 4-167 0,2 2-81 16,0-4 88-16,0-1-83 0,-1-5-43 15,-3-6-57-15,1 0 16 0,0-6 0 16,-3-1 0-16,1-8-34 0,-2-6 1 0,0-1 40 16,0-8-7-16,0 0-127 0,0-7 63 0,-7-1 32 15,-2-4-134-15,-2 0 81 0,-3 0-5 0,0-8 32 16,0-5-216-16,-1-2 112 0,-2-2 25 0,1-4-43 16,-2 3 57-16,4 1 29 0,-4 1-1 0,1 5 97 15,-1 5-42-15,-1 5 9 0,1 1-35 0,-3 6 100 16,1 12-50-16,6 5-25 0,0 3 347 15,7 4-174-15,3 2-65 0,4 0-52 16,0 0 333-16,2-2-175 0,5-8-78 0,11 6 2 16,-2-7-49-16,0-5-24 0,3-3 1 0,3-3-282 15,0-5 137-15,5-4 56 0,-3-1 32 0,3 0-253 16,0-9 143-16,1-6 71 0,2-6 19 0,4-5-814 16</inkml:trace>
  <inkml:trace contextRef="#ctx0" brushRef="#br0" timeOffset="167132.06">21874 6725 1178 0,'0'-5'0'0,"1"2"0"0,3 1 0 0,8 2 0 0,-3-1 0 0,5-3 0 0,0 2 0 0,4 0 163 15,0 2-58-15,3 0 145 0,0 0 22 0,-5 11-120 16,3 3-59-16,-6 1 101 0,-2 3-73 0,-1 1-48 0,-6 4 0 16,-2 2-96-16,-2-2 28 0,-2 4 0 0,-12-1 36 15,-2 1-69-15,-5-1 31 0,1-3-1 0,-5-3-204 16,2-2 118-1,2-6 66-15,-1-1-387 0,1-2 197 0,2-4 98 0,3-4-7 16,7-1-264-16,-1 0 165 0,4-6 96 0,6-11 44 16</inkml:trace>
  <inkml:trace contextRef="#ctx0" brushRef="#br0" timeOffset="167300.12">22041 6727 615 0,'11'-7'0'0,"-3"4"0"0,0 1 0 0,-3 2 0 0,-3 0 0 0,-2 2 305 0,0 10-136 0,0 2-59 0,-10 5-44 15,3 4 183-15,-2 2-108 0,1 0-54 0,3 0 221 16,0-2-129-16,5 1-77 0,0-3-88 0,0-2 19 16,5-3 0-16,8-1 0 0,6-3-234 0,4-5 113 15,4-5 61-15,3-2 29 0,2 0-444 0,0-6 233 16,3-10 49-16,5-5 80 0</inkml:trace>
  <inkml:trace contextRef="#ctx0" brushRef="#br0" timeOffset="167646.22">22449 6253 505 0,'2'-17'0'0,"-2"10"0"0,0 3 0 0,1 2 0 0,5 2 0 0,-3 8 0 0,-1 13 436 0,0 9-202 16,1 11-100-16,-1 7 383 0,-2 16-246 0,0 1-119 0,0 3-60 16,0 2 335-16,-5-2-197 0,5-10-91 0,0 12 21 15,0-16-63 1,0 1-33-16,0-2 1 0,0-9-127 0,0-12 55 0,0-5 16 15,3-5-96-15,-1-9 60 0,0-4 30 0,-2-5 0 16,1-2-265-16,-1-2 144 0,0 0 33 0,-1-9 52 16,-10-6-227-16,1-4 117 0,-3-1 29 0,-4-1 44 15,-1 0-101-15,0 1 69 0,-3 3 35 0,5 3 22 16,-4 1 4-16,1 5 8 0,3 3 65 16,-1 3-32-16,2 2-1 0,1 0-32 0,3 0 251 15,2 13-102-15,-1 0-71 0,5 5-7 0,1 0 249 16,4 3-139-16,0-1-20 15,0 1-27-15,0 0-34 0,4 0-1 0,6-3-33 16,3-1-253-16,1-1 122 0,3-3 66 0,8-4-218 16,0-6 115-16,3-3 77 0,1 0-12 0,1-5-592 15,0-11 314-15,-2-4 158 0</inkml:trace>
  <inkml:trace contextRef="#ctx0" brushRef="#br0" timeOffset="167801.8">22596 6783 753 0,'0'-12'0'0,"0"9"0"0,0 1 0 0,0 0 0 0,0 2 0 0,1 0 0 0,1 0 362 0,5 0-156 16,3 0-91-16,5 2-41 0,0 3 415 0,0 3-228 16,3 2-115-16,1 4 27 0,2 0-75 0,-4-3-32 15,2 4-474-15,-3 1 221 0,2-3 109 0,-1 0 64 16,-2-1-269-16,2 0 158 0,-1-3 79 0</inkml:trace>
  <inkml:trace contextRef="#ctx0" brushRef="#br0" timeOffset="168014.24">22969 6563 873 0,'-3'-17'0'0,"-1"6"0"0,-1 4 0 0,3 1 0 0,1 2 0 0,-1 2 0 0,0 2 249 0,-2 0-108 0,-1 23-54 16,-4 9 215-16,-5 14-138 0,-4 11-66 0,-1 7 250 16,-2 4-158-16,-1 7-78 0,-1 5-32 0,-5 15 159 0,3-8-103 15,-3 4-52-15,0-3-25 16,6-17 22-16,1-3-16 0,-6 9-8 0,10-20-233 15,3-3 105-15,3-9 52 0,2-11 17 0,4-6-362 16,3-7 194-16,0-8 88 16,2-6-587-16,0-7 306 0,2 0 164 0,9-13 76 0</inkml:trace>
  <inkml:trace contextRef="#ctx0" brushRef="#br0" timeOffset="168175.8">22966 6872 1548 0,'0'-16'0'0,"3"9"0"0,12 1 0 0,2 1 0 0,-1-2 0 0,2-1 0 0,1 2 157 0,-1 0-62 16,3 1-23-16,6-3 241 0,-6 5-140 15,0-2-70-15,2 4-249 0,0 0 89 0,-5-2 53 0,1 3 14 16,-4 0-583-16,-1 3 303 0,-5 5 152 16</inkml:trace>
  <inkml:trace contextRef="#ctx0" brushRef="#br0" timeOffset="168307">23076 6997 886 0,'-17'12'0'0,"7"-1"0"0,7-7 0 0,-3-1 0 0,4-1 0 0,1-2 463 0,1 0-220 0,0 0-104 0,10 0 352 15,13 0-229-15,2 0-114 0,1 0-50 16,3 0-39-16,2 0 0 0,0-2-26 16,-1 0-589-16,0 1 295 0,0 1 154 0</inkml:trace>
  <inkml:trace contextRef="#ctx0" brushRef="#br0" timeOffset="169090.81">23821 6496 679 0,'3'-23'0'0,"-1"4"0"0,0 0 0 0,-1-1 0 0,1-4 0 0,0 1 0 0,0-2 0 0,-2 5 134 0,0-1-50 0,0 3-26 15,0 1 94-15,0 2-52 0,-4-1-37 16,-1 5-1-16,-2 2 1 0,0 2 0 15,-2 1-22-15,0 0-8 0,-3 2 50 0,1 3-25 16,-1-1 0-16,-1 2 43 0,1 0-26 16,-2 0-8-16,1 5-34 0,0 4 66 0,2 5-33 0,2-1-1 15,-1 3 98-15,2 4-69 0,5 6-31 0,1-2 0 16,2 7 90-16,0 2-60 0,0 4-22 16,0 9-8-16,0 1 19 0,3 2-25 0,1 3 1 15,-2 3 13-15,2 1 9 0,-3 3-47 16,4-3 0-16,-3-2-27 0,0 1 0 0,1-5 27 15,-1-5-52-15,0 8 23 0,0-8-1 0,0-3 29 16,-2-7-63-16,0 2 25 0,0-3 8 0,0-4-6 16,-2-3-19-16,-6-7 4 0,0 1 0 0,-1-3-134 15,-2-4 75-15,-1-3 25 0,0-2-174 0,1-1 94 16,-3-4 55-16,5-2 12 0,-2-2-204 0,-1 0 123 16,3 0 57-16,2-9 29 0,0-9-272 15,5-8 150-15,2-6 66 0,0-11 47 16,5-3-156-16,10-6 97 0,0 1 48 0</inkml:trace>
  <inkml:trace contextRef="#ctx0" brushRef="#br0" timeOffset="169430.07">23704 6723 678 0,'2'-24'0'0,"-2"1"0"0,0 5 0 0,0-2 0 0,0 0 0 0,-6 2 0 0,-8 4 78 0,2 2-9 0,-6 6 119 0,0 5-78 0,-8 1-38 0,-1 0-1 15,-1 11 72-15,0 10-60 0,1 1-25 0,4 4 0 16,3 5 86-16,7-1-55 15,4 2-21-15,5 1-7 0,4-2 90 0,0 0-59 16,11-2-29-16,8-5 17 0,6 1-15 16,0-4-8-16,5-3 20 0,3-3-21 0,-1-4-1 0,0-1-14 15,-2-5-83-15,0-1 37 0,-3-4 1 16,2 0 37-16,-6-1-146 0,1-7 81 0,2-9 25 0,-6-3 0 16,0-3-196-16,-3-2 104 0,-6-3 26 15,-2-2-50-15,-5-2 40 0,-3-2 30 16,-1-2-6-16,-3-5 1 0,-12 2 24 15,0 7-7-15,-7-8-13 0,1 14 1 0,-6 0 20 0,-2 5 0 16,2 9 58-16,2 2-38 0,-5 4 9 0,8 4-29 16,-2 2 73-16,5 0-34 0,6 2-7 0,2 8-128 15,6 5 58-15,5 8 23 0,0-1 4 16,5 4-157-16,11 2 85 16,4 3 33-16</inkml:trace>
  <inkml:trace contextRef="#ctx0" brushRef="#br0" timeOffset="169713.31">24010 7029 1544 0,'0'0'0'0,"0"0"0"0,0 0 0 0,0 2 0 0,0 3 0 0,0 5 0 0,0 3 0 0,0 8 0 0,0 1 167 0,0 5-67 0,0 1-26 15,-7 0 15-15,2 2-28 16,-2-4 0-16,-1-3-28 0,0-1-12 0,1-2 20 15,0-4-8-15,1-3-1 0,1-5 30 0,1 0 0 16,1-5-29-16,1-3 26 0,1 2-26 16,1-2 0-16,0 0 51 0,0 0-26 0,0 0 1 0,1 0-18 15,13 0 31-15,1 0-39 0,2 0 0 0,4-2-1 16,-1-1-3-16,1-3 12 0,2-3-8 0,2 2 0 16,0 2-310-16,-6-1 144 0,6 1 83 15,-5-1-568-15,3 0 296 0,-4 1 127 0,1-1-153 16,-3 1-71-16</inkml:trace>
  <inkml:trace contextRef="#ctx0" brushRef="#br0" timeOffset="170089.43">24261 6490 888 0,'-11'-9'0'0,"7"5"0"0,2 2 0 0,-1 0 0 0,2 2 378 0,1 0-173 16,-3 13-86-16,3 10-43 0,0 9 286 0,0 7-168 15,0 2-81-15,0 3-40 0,0 1 59 0,0 2-50 16,0-8-16-16,2 12-61 0,-1-6 28 16,-1-1 0-16,0 3-193 0,0-3 97 0,0-6 56 0,0-2 16 15,0-4-334-15,0-9 176 0,0-5 89 0,0-7-14 16,0-3-323-16,0-3 170 0,0-5 97 0,0 0 49 16,0-8-68-16,0-12 58 0,0-3 21 15,0-7-152-15,0-3 95 0,0-11 47 16,0 3-103-16,-5-6 80 0</inkml:trace>
  <inkml:trace contextRef="#ctx0" brushRef="#br0" timeOffset="170264.96">24175 6563 963 0,'-7'-29'0'0,"5"8"0"0,2 4 0 0,0 4 0 0,5 2 0 0,13 1 0 0,3 2 100 0,4 7-34 0,0-2 196 0,-4 3-106 16,8 0-65-16,-7 6-30 0,-2 6 101 0,-2 6-65 16,-3 2-32-16,-7-3 9 15,-3 12-66-15,-3-4 25 0,-2 2 0 0,-5 0-1 16,-8 1-58-16,-6 1 38 0,-2-3-9 0,-5-2-51 15,2-3 40-15,-3-3 0 0,3-3-212 0,9-3 122 16,-5-5 20-16,10-3 42 0,-2-2-358 0,6-2 181 16,5 0 90-16,1-7 37 0,5-15-255 0</inkml:trace>
  <inkml:trace contextRef="#ctx0" brushRef="#br0" timeOffset="170606.03">24651 6204 1159 0,'3'8'0'0,"-2"7"0"0,6 3 0 0,-4 3 0 0,-1 2 0 0,2 4 0 0,-3 5 156 16,3 9-61-16,-2 2-31 0,0 4 119 0,-1 3-79 0,1-1-36 15,1 4 153-15,-1-5-94 0,0 0-47 0,0-9-15 16,-1 1-23-16,1-5-10 0,-2-4 1 0,2-7 0 16,-2-2-61-16,0-6 38 15,0-5-8-15,0-4-93 0,0-3 62 0,0-3 31 16,0-1-18-16,-9 0 33 0,-1-5-36 0,-1-8 1 15,-1-2-133-15,-1 0 75 0,-1 0 15 0,-4-2 23 16,2 0-120-16,-1 4 68 0,-2 1 22 0,0 8 20 16,-2 1-18-16,3 3 33 0,1 0 1 0,-1 10 231 15,8 5-112-15,-1 5-56 0,2 3 137 0,6 5-88 16,3-1-37-16,0-1-26 0,0-2 282 0,3 0-138 16,8-3-32-16,3 1-52 0,0-6-52 15,2-1 8-15,3-4-1 0,1-4 1 16,0-3-334-16,2-4 163 0,-1 0 85 0,1 0-612 15,-3-6 299-15,-1-7 174 0,-1-3-371 0</inkml:trace>
  <inkml:trace contextRef="#ctx0" brushRef="#br0" timeOffset="170795.05">24738 6743 1119 0,'0'-20'0'0,"4"3"0"0,6 6 0 0,4 0 0 0,2 1 0 0,2 4 0 0,-1 5 160 0,3 1-64 0,5 0-31 15,-4 3 121-15,-2 13-77 16,-3 0-30-16,2 11-7 0,-4 0 133 0,-5-1-85 15,-2 2-44-15,-5 1-22 0,-2-4 15 0,0 7-36 16,-10-4 0-16,-7 0-126 0,-2-3 63 16,-6-1 31-16,2-1-279 0,-4-5 151 0,1-2 79 0,0-3 7 15,3-6-344-15,3-3 155 0,1-4 92 0,6 0 50 16,5-2-94-16,6-11 74 0</inkml:trace>
  <inkml:trace contextRef="#ctx0" brushRef="#br0" timeOffset="170979.56">25032 6460 1111 0,'0'0'0'0,"0"0"0"0,0 2 0 0,-11 17 0 0,1 0 0 0,-5 10 0 0,-1 7 0 0,7-2 0 0,-3 13 431 16,5-5-199-16,4-1-100 0,3 1 234 0,0-7-158 16,0 4-92-16,3-3-41 0,7-4 12 15,4-4-27-15,4-2-1 0,-3-5-18 16,8 0-222-16,-5-6 106 0,-1-4 54 0,4-4-521 15,-1-1 287-15,1-3 153 0</inkml:trace>
  <inkml:trace contextRef="#ctx0" brushRef="#br0" timeOffset="171134.14">25157 6807 957 0,'-5'-7'0'0,"5"3"0"0,0-2 0 0,0-1 0 0,5-1 0 0,8 1 0 0,6 0 438 0,0 2-194 16,7 0-110-16,-7 3-51 0,6 1 18 0,-4 1-35 15,2 0 1-15,0 0-26 0,-2 0-126 0,-5 0 59 16,2 3 29-16,-7 2-448 0,-1-4 238 16,-1 4 129-16</inkml:trace>
  <inkml:trace contextRef="#ctx0" brushRef="#br0" timeOffset="171290.72">25319 6456 1113 0,'-6'-6'0'0,"2"3"0"0,1 1 0 0,1 2 0 0,0 5 0 0,2 15 0 0,0 6 0 0,0 6 447 0,0 8-208 0,-3 2-103 0,3-5-43 16,-2 12 124-16,2-2-93 0,0-1-45 0,0 0-95 15,0 0 25-15,0-5 8 0,0 9-531 0,2-2 274 16</inkml:trace>
  <inkml:trace contextRef="#ctx0" brushRef="#br0" timeOffset="171764.08">25730 6554 768 0,'-13'2'0'0,"2"4"0"0,-1 4 0 0,1 6 0 0,-4 3 0 0,-5 7 0 0,-3 8 0 0,2 1 0 0,3 3 257 0,4-5-103 0,3 5-65 16,2 2 203-16,5-3-129 0,4-1-65 0,0-4-33 15,0-5 61-15,4 2-50 0,9-6-22 0,-2-6 0 16,5-2 53-16,4-4-38 0,-2-5 9 0,1-5-45 16,6-1-25-16,-3-3-1 0,-1-14 26 0,2-6-56 15,-4-3 36-15,1-6-8 0,-4-1-47 0,1-4 38 16,-5 0 0-16,-3-1 24 0,-4-1-222 16,-2-5 79-16,-3 2 63 0,0 0-3 0,0 1-123 15,-9 1 59-15,-5 6 42 0,-1 0-28 16,-4 5 41-16,1 8-1 0,3 8 40 0,-4 2-38 15,2 9 30-15,1 2 8 0,4 0-66 0,-3 13 33 16,1 8 0-16,4 4 33 0,-1 4-88 0,1 1 48 16,4 5-1-16,1 3 42 0,-4-4-205 0</inkml:trace>
  <inkml:trace contextRef="#ctx0" brushRef="#br0" timeOffset="172021.13">25364 7198 892 0,'-15'13'0'0,"7"-6"0"0,3-1 0 0,-2-6 0 0,7 0 0 0,0-6 0 16,3-14 0-16,12-4 356 0,8-7-162 0,3 2-80 0,-1 0 199 0,12-5-143 16,-3 4-69-16,-1 5-32 0,-4 6 1 0,1 2-37 0,-7 8 8 15,0-1-53-15,-2 8 23 0,-4 2-1 0,-2 0 23 16,-4 12-32-16,-3 8 40 0,0 8-8 0,-3 0-1 16,-1 4 11-16,5 0-10 15,-1-2-1-15,2-8 19 0,2 9-21 0,2-9-25 16,0-7-132-16,3-2 72 0,2-3 37 0,2-5 8 15,0-5-434-15,-1 0 210 0,4 0 111 0,-1-11 36 16,-2-6-208-16,-5 2 123 0,5-9 73 0,-6-1-252 16,0-1 159-16,-4-4 79 0,-3-3 41 15,-2-4-101-15</inkml:trace>
  <inkml:trace contextRef="#ctx0" brushRef="#br0" timeOffset="172345.72">26076 6543 543 0,'2'-27'0'0,"0"2"0"0,3 9 0 0,-1 1 0 0,-1 4 0 0,2 3 0 0,1 2 428 15,1 5-202-15,-1 1-97 0,2 0 161 0,1 15-128 16,0 9-65-16,-5 9-24 0,1 10 157 0,-5-1-98 16,0 5-50-16,0 1-24 0,0-1 29 0,0-7-19 15,-6 10-8-15,1-8-27 0,-2-6-31 0,4-1 0 16,1-8 39-16,0 0-162 0,0-8 77 16,2-8 39-16,0-4-230 0,0-1 129 15,0-4 30-15,0-2 41 0,-2 0-162 0,-1-4 87 16,-3-9 15-16,-1-2 31 0,-2-2-25 0,-1-2 32 15,-1 0 0-15,-3 0 24 0,0 3 41 0,-4 2-20 16,0 5-8-16,-3 5 43 0,0 3-27 16,0 1-1-16,3 0 253 0,0 11-132 0,2 6-45 0,5 2-39 15,3 1 283-15,3 3-146 0,5-2-46 0,0-1-46 16,0-1 58-16,11-2-55 0,10-1-24 0,1-4-112 16,7-6 44-16,1-1 22 0,2-3 9 15,-1-2-153-15,1 0 83 16,-2-2 42-16,1-4-625 0,-5-1 314 0,-6 0 102 0,3 0 100 15</inkml:trace>
  <inkml:trace contextRef="#ctx0" brushRef="#br0" timeOffset="172490.84">26243 6779 907 0,'3'-6'0'0,"2"4"0"0,4 1 0 0,-4-1 0 0,0 0 0 0,1 0 0 0,2 2 326 0,0 0-151 0,0 2-71 0,2 5-35 16,-2 5 92-16,1-1-65 0,-3 3-22 0,1 0-299 15,-3 1 130-15,1-1 63 0,0-2-222 0,-2 2 144 16,1-3 79-16</inkml:trace>
  <inkml:trace contextRef="#ctx0" brushRef="#br0" timeOffset="172641.45">26511 6588 1535 0,'-1'-10'0'0,"-1"3"0"0,0 3 0 0,-4 2 0 0,-2 2 0 0,-3 9 0 0,-3 16 0 0,-3 14 0 0,-6 14 0 0,-2 5 223 0,-3 8-87 16,-8 16-56-16,-2 1 138 0,-5 11-92 16,-14 21-47-16,-5 2-447 0,-10 9 208 0,-15 32 93 0</inkml:trace>
  <inkml:trace contextRef="#ctx0" brushRef="#br0" timeOffset="174148.09">23881 10518 727 0,'0'-17'0'0,"0"8"0"0,5 2 0 0,2-3 0 0,1 3 0 0,4 1 0 0,2 1 202 0,5 1-84 0,3 1-35 0,4 3 125 16,-1 0-87-16,-2 7-45 0,-1 5 34 0,-1 7-38 15,-4 4 7-15,-1 1-46 0,-5 6-33 0,-1 2 33 16,-4 4 0-16,-3 5-1 0,-1-5-37 0,-2 7 15 16,0-7 0-16,-5 1 23 0,-6-1-65 0,-3-4 32 15,0-3 17-15,-5-6-151 0,2-4 56 0,-2-5 44 16,-6-3-36-16,1-5 30 0,2-6 4 16,-6 0 1-16,1-3 103 0,0-8-39 15,3-4-9-15,1-2-31 0,5 2 163 0,1-3-76 16,4 1-28-16,4 0-21 0,2 0 88 0,7 0-48 15,0 2 8-15,2 0 13 0,12 0-27 0,7 0 0 16,-1 2-29-16,5-1-169 0,3 3 93 0,2-2 34 16,4 1-475-16,1-1 242 0,4 1 96 0,2-2 68 15,-6 3-468-15</inkml:trace>
  <inkml:trace contextRef="#ctx0" brushRef="#br0" timeOffset="174431.87">24438 10413 1103 0,'0'-2'0'0,"0"2"0"0,-4 0 0 0,-5 6 0 0,-2 9 0 0,-5 6 0 0,7 5 0 0,0 2 126 0,2 0-47 0,4 2 204 0,3-3-117 15,0 5-71-15,0-4-31 0,3-4 53 0,11-2-42 16,-1-5-21-16,6-2 8 16,2-3-90-16,-1-3 31 0,1-5-1 0,-1-4 31 15,1 0-146-15,-2-2 81 0,-1-17 29 0,-2-2-124 16,-7-1 54-16,-1-6 47 0,-4 0-19 0,-2-2-17 15,-2-2-3-15,0 0 26 0,0-2-14 0,-9 5 32 16,-1-3-21-16,-3 3 11 0,-1 2 64 16,-2 7-27-16,2 5 3 0,-2 0 30 0,0 7-22 0,2 2-2 15,-2 5-11-15,3 1-45 0,0 0 41 0,4 9-6 16,1 6-105-16,3 3 49 16,3-2 28-16,2 5 0 0,0 0-413 0</inkml:trace>
  <inkml:trace contextRef="#ctx0" brushRef="#br0" timeOffset="174693.18">24192 10738 938 0,'-17'0'0'0,"4"0"0"0,3 0 0 0,-1-8 0 0,6-1 0 0,5-6 0 0,0 0 0 0,0 0 154 0,16-3-61 15,5 4 73-15,0 1-58 0,4 0-42 0,2 3 1 16,-1 5 19-16,1 3-26 0,-1 2 0 0,-5 0-19 15,5 9 140-15,-3 9-74 0,1-2-37 0,1 3-1 16,-5 1 94-16,1-2-58 0,3 2-39 0,1-3-30 16,-1-4-4-16,0 1 1 0,1-5-159 0,-2-3 88 15,-2 1 31-15,2-3 0 0,-2-2-96 0,-3-2 67 16,0 0 43-16,-3 0-29 16,-2-2-427-16,-2-4 174 0,-1-1 123 0,-5-1-302 15,1 0 202-15</inkml:trace>
  <inkml:trace contextRef="#ctx0" brushRef="#br0" timeOffset="174941.55">23922 11016 1824 0,'-31'13'0'0,"14"-3"0"0,4 0 0 0,8-2 0 0,3-3 0 0,2 1 0 0,7 0 0 0,20-2 0 0,14 1 0 0,3-5 276 0,7 0-122 16,8 0 145-16,10-5-137 0,-3-6-65 0,-3-1-32 16,-10 1 20-16,6 0-27 0,-14 3 9 0,9-1-34 15,-19 3-60-15,4 3 30 0,-7-1 0 0,-12 0 30 16,-1 2-391-16,-6 1 191 16,-3-2 100-16,-7 2-610 0,-1 1 327 0,-2 0 133 15,-3 0 84-15</inkml:trace>
  <inkml:trace contextRef="#ctx0" brushRef="#br0" timeOffset="175252.72">23975 11204 1428 0,'-11'3'0'0,"4"1"0"0,7-1 0 0,0-3 0 0,9 0 0 0,14 0 0 0,2 0 0 0,5 0 0 0,2 3 162 0,1 1-69 0,-1 1-30 0,0 7 198 16,-4 1-114-16,-3 5-49 0,-5 5-3 0,-5 5-31 15,-7 2 0-15,-5 2-31 0,-3 2-57 0,0-1 37 16,-9 4-9-16,-13 0 29 0,0-3-66 0,-3-5 33 16,0-5 0-16,-5-2 2 0,2-3-8 15,0-6 39-15,0-4-43 0,1-6-68 0,1-3 23 0,4 0 33 16,-1 0-8-16,4-7 0 16,3-5-8-16,2-4 35 0,3 1-15 0,4-1 13 15,3-1-5-15,4 2 4 0,0-2 25 0,0 0-24 16,2 3-1-16,8-1 0 0,3 1-40 0,3 0 41 15,0 3 1-15,3-3-94 0,4 1 43 0,-3 5 20 16,7-2-180-16,-3 1-158 0,5 1 171 0</inkml:trace>
  <inkml:trace contextRef="#ctx0" brushRef="#br0" timeOffset="175483.14">24327 11338 932 0,'7'-1'0'0,"1"-1"0"0,0 0 0 0,-1-2 0 0,2 1 0 0,0-1 0 0,5 2 493 0,-3 2-231 0,3 0-114 0,-2 0-49 16,0 8 219-16,-1 2-142 0,0 4-72 0,-4 1 11 16,-2 2-40-16,-3 2-14 0,-2 1-57 0,0 1 0 15,-2 3 28-15,-8-3 1 0,-5 2-148 0,0-5 83 16,-3 5 28-16,-3-6-1 16,0-1-193-16,1 2 115 0,-3-5 3 0,4-1-288 15,-1-3 173-15,1-3 84 0,4-1 27 0,-1-3-174 16,6-2 113-16,1 0 47 0,4 0-81 0,3-10 73 15,2-2 36-15,0-3 1 0</inkml:trace>
  <inkml:trace contextRef="#ctx0" brushRef="#br0" timeOffset="175681.61">24605 11285 1372 0,'-4'0'0'0,"-8"0"0"0,-2 0 0 0,-3 9 0 0,-5 8 0 0,3 3 0 0,-2 7 0 0,4 1 236 0,2 4-102 15,4 2-50-15,4 0 284 0,5-1-160 0,2-1-91 16,0-1-43-16,11-6 99 0,6 2-70 0,5-7-35 16,2 1-58-16,5-4 23 0,3-4-1 0,-1-3 1 15,1-5-305-15,0-2 153 0,-5 0 83 16,6-3-227-16,-6 0-166 0,-1-3 147 16,-1-3 135-16,-7-6-443 0</inkml:trace>
  <inkml:trace contextRef="#ctx0" brushRef="#br0" timeOffset="175883.43">25101 10871 1652 0,'0'0'0'0,"0"0"0"0,3 0 0 0,9 0 0 0,-3 0 0 0,2-2 0 0,5 1 0 0,-3-3 0 0,6-2 523 16,-1 2-238-16,2 1-129 0,0-2 8 0,-5 2-65 15,4 2-33-15,-5-1-1 0,0 2-339 0,-3 0 149 16,0 0 79-16,-1 0 39 0,-1 0-269 0,0 2 155 16,-3 7 85-16</inkml:trace>
  <inkml:trace contextRef="#ctx0" brushRef="#br0" timeOffset="176050.98">25163 11130 1605 0,'-18'12'0'0,"7"1"0"0,4 0 0 0,4-3 0 0,-1-3 0 0,4 1 0 0,0-3 354 0,0-1-161 0,5-1-71 16,12-1 320-16,0-2-205 0,8 0-102 0,-5 0-51 15,1-2-282-15,0-5 123 0,0 0 50 16,-1 1-344-16,-1 4 201 0,-1 2 100 16</inkml:trace>
  <inkml:trace contextRef="#ctx0" brushRef="#br0" timeOffset="177982.79">25610 10920 770 0,'-5'3'0'0,"0"-1"0"0,3 2 0 0,1 0 0 0,-1 0 0 0,2 0 0 0,0 1 106 15,0 3-37-15,0 0 0 0,7 1 21 0,7-1-20 16,0 1-9-16,5-1-28 0,4-3 109 0,1 1-55 16,-1-5-27-16,3-1 55 15,8 0-46-15,-6 0 1 0,0-5-37 0,1-6-22 16,-6-2 0-16,-4 1 29 0,1-3-100 0,-6 0 45 16,-2-2 25-16,-7 2-1 0,-1-1-37 0,-2-2 37 15,-2 1-8-15,0 1-1 0,-7 0-122 0,-9 1 44 16,0 4 42-16,-8 2-35 0,-3 0 33 0,-3 7-1 15,-2 2 65-15,-2 0-7 0,-2 4-33 0,3 12-7 16,1 3 152-16,4 4-64 0,3 1-36 0,4 5-7 16,5 3 163-16,4-1-72 0,3 5-51 0,5-1-4 15,4 1 42-15,0 2-28 16,2-1-21-16,13-1 79 0,7-4-54 0,5-4-23 16,8-3 1-16,-5-11-126 0,14 0 52 0,-10-9 33 15,1-3-308-15,1-2 152 0,-4 0 84 0,-5-3 21 16,2-11-401-16,-9 3 180 0,7-7 119 0,-6 0 35 15,-2 0-134-15,-1-6 103 0</inkml:trace>
  <inkml:trace contextRef="#ctx0" brushRef="#br0" timeOffset="178245.12">25959 10179 801 0,'-3'-16'0'0,"1"11"0"0,2 1 0 0,0 2 0 0,2 0 0 0,7-1 410 16,4 3-193-16,4 0-92 0,7 0-46 0,-3 7 186 0,1 4-117 16,-3-1-49-16,6 7 15 0,-7-2-41 0,-4 0 0 15,-1 3-72-15,-5 0 1 16,-3 4 39-16,-3-1-8 0,-2-1-55 0,0 2 28 16,-12 2 0-16,-2-4 26 0,-7 0-91 0,-2 1 41 15,-1-2 25-15,-4-3-202 0,0 0 85 0,-1-5 58 16,7-1 2-16,-3-3-111 0,3-3 50 0,3-2 46 15,7 0-268-15,3-2 151 0,4 0 66 16,5 0 46-16,0-8-268 0</inkml:trace>
  <inkml:trace contextRef="#ctx0" brushRef="#br0" timeOffset="178442.59">26380 10060 1206 0,'0'-9'0'0,"-3"1"0"0,-7 1 0 0,-3 1 0 0,-3 2 0 0,2 3 0 0,-5 1 0 16,1 3 264-16,0 15-115 0,-1 4-59 0,3 4 43 0,2 4-50 16,1 4-17-16,4 1-8 0,3 0 44 0,2 0-35 15,4-2 1-15,0-3-27 16,0-1-75-16,2-1 34 0,10-4 0 0,4-2 33 16,0-1-313-16,0-5 164 0,7 1 71 0,-4-6-540 15,6 0 252-15</inkml:trace>
  <inkml:trace contextRef="#ctx0" brushRef="#br0" timeOffset="179020.05">26400 10864 938 0,'-12'0'0'0,"-1"0"0"0,3 0 0 0,-3 2 0 0,-2-2 0 0,0 2 204 0,-4 3-90 0,2 1-40 16,0 1 93-16,-1 4-66 0,4 6-35 0,0-2 9 16,4 2 143-16,2 4-92 0,3 2-46 0,3-3 97 15,2 5-73-15,0-5-27 16,0 3-8-16,7-4-32 0,8-2-5 0,2-2 1 16,3-4-166-16,1-4 90 0,6-5 35 0,-1-2 20 15,-1 0-107-15,-1-7 64 0,1-9 32 0,-6 1-4 16,5-7-351-16,-8 1 131 0,0-1 103 0,-4 1-3 15,-1-1-63-15,-3 1 68 0,-3 1 47 0,0-1 59 16,-4 3 0-16,1 2-21 0,-2 6 199 0,0 4-108 16,0 1-41-16,0 3-25 15,-8 2 264-15,2 2-119 0,-2 13-75 0,-2 7 5 16,3 1 79-16,2 2-21 0,1 1-48 0,2 1 116 16,2-5-72-16,0 2-49 0,0-1 1 0,4-5 56 15,7-3-49-15,2-3-23 0,1-4 8 0,1-3-28 16,1-3-4-16,-1-2 0 0,0 0-50 0,-2-2 26 15,1-9 7-15,-5-3 17 0,-1-1-26 0,1 1-1 16,-2-5 27-16,-1-2 0 0,-3 3-71 0,-1-5 9 16,0 0 27-16,0-5-98 0,-2 4 55 0,0-3 13 15,0-3-58-15,-4 2 38 16,-3 2 24-16,0 6-15 0,-6-1-4 0,3 6-7 16,-6 6 36-16,2 2-9 0,-3 6 41 0,-4 1-4 15,0 5-28-15,1 11 36 0,3-3-39 0,-4 7 3 16,7-3 1-16,0 2 57 0,5-2-26 0,3-2 8 15,4-3-112-15,2 2 42 0,0-4 8 16,5-1 32-16,12-4-373 0,6-1 171 16,0-4 77-16,9 0 54 0,0 0-459 0,0 0 252 15</inkml:trace>
  <inkml:trace contextRef="#ctx0" brushRef="#br0" timeOffset="179247.37">26832 10783 875 0,'2'-3'0'0,"-2"2"0"0,0 1 0 0,0 0 0 0,-5 0 0 0,-5 4 140 0,-1 6-58 0,2 2-25 0,1 4 350 16,1-1-187-16,2 2-94 0,1-1 175 0,4-1-138 16,0 1-65-16,0-1-33 0,0-1-12 15,7 0-20-15,2-1 8 0,2-2-8 16,-2 1-94-16,1-1 47 0,-1-2 24 0,-3-1-1 16,0 1-102-16,-2-1 58 0,-2 1 34 0,-2-1-19 15,0 0-18-15,-4 1 27 0,-8 1-50 0,-1-2 30 16,-4 2-9-16,1-5 0 0,-3 3-88 0,4-1 50 15,-2-3 28-15,1 1 0 0,5-2-299 0,2-2 158 16,2 1 79-16,5-2-376 0</inkml:trace>
  <inkml:trace contextRef="#ctx0" brushRef="#br0" timeOffset="179426.9">26945 10789 1212 0,'4'0'0'0,"0"0"0"0,5 0 0 0,-1 0 0 0,0 2 0 0,2 1 0 0,2 3 0 0,1 1 424 0,1 3-188 0,2 1-105 0,-2 3-49 16,2-2 49-16,1 3-49 0,-2 2-25 0,-2 1-298 15,-2-2 132-15,0-1 72 16,-2 0 34-16,0 0-514 0,-5-1 267 0,3-3 137 16,-1 0-221-16</inkml:trace>
  <inkml:trace contextRef="#ctx0" brushRef="#br0" timeOffset="179642.43">27316 10635 1474 0,'3'-6'0'0,"-1"5"0"0,1 1 0 0,-1 0 0 0,0 9 0 0,-2 11 0 0,0 9 0 0,-13 10 265 0,-3 4-117 0,-5 6-57 0,-7 9 325 15,-1 0-192-15,1-1-87 0,-7 15 29 0,3 0-66 16,-7 13-34-16,2-6 0 0,-2 3-113 0,5-8 49 15,-9 16-9-15,3-11 40 0,7-11-306 16,-4 5 154-16,10-14 83 0,-5 11-458 16,11-23 254-16,3 0 46 0,4-13 90 0,7-2-438 15</inkml:trace>
  <inkml:trace contextRef="#ctx0" brushRef="#br0" timeOffset="179833.61">27368 11519 2189 0,'2'-4'0'0,"5"3"0"0,2 1 0 0,-5 0 0 0,-3 0 0 0,3 0 0 0,-4 5 0 0,0 5 303 0,-5-2-136 0,-7 4-67 15,2 1-251-15,-5 3 88 0,2-1 48 0,1 3 23 16</inkml:trace>
  <inkml:trace contextRef="#ctx0" brushRef="#br0" timeOffset="181234.89">28048 10342 788 0,'11'-19'0'0,"6"4"0"0,3 6 0 0,5 3 0 0,0 2 0 0,-1 2 0 0,3 2 0 0,3 0 122 0,-4 9-45 0,1 8-22 16,-2 6 88-16,-2 5-59 0,-3 2-25 0,3 8 42 16,-10-7-33-16,0 6-1 0,-6 0-26 0,0 0 8 15,-5-1-16-15,-2 0-1 0,0-2 14 0,-7-2-13 16,-2-8 8-16,-7 5-8 0,-1-7-26 0,1-8 26 15,-3 0-1-15,-1-4 1 0,-4-7-21 16,3-1-8-16,0-2 29 0,-2 0-70 0,3-5 31 16,3-9-10-16,1-3 46 0,4-1-62 15,4-5 25-15,4 2-10 0,3-1-6 0,1-1-5 16,0 3 40-16,9 1-13 0,7 2-12 0,0 1 12 16,3 6 6-16,6-2-11 0,-5 3-47 0,8 1 23 15,-1-1 0-15,3 2-177 0,10-3 97 0,1-1 38 16,-6 0 22-16,12-4-314 0,-5 0 165 0,-4 0 83 15,-5 0 42-15,2-4-170 0,-7-1 98 0,-3-1 61 16,-6 0 24-16,-1 1 61 0,-7 0 0 16,-1 2 0-16,-2-1-11 0,-6 2-22 15,3 5 33-15,-3 4 321 0,-1-1-193 0,1 8-88 16,-2-4-33-16,0 4 498 0,0 1-243 0,2 0-82 16,-1 10-74-16,3 8 127 0,-2 5-105 0,-2 3-48 15,3 4 90-15,-1 4-69 0,-2 2-34 0,0 1 8 16,0 0-35-16,0-1-7 0,0 0 0 0,0-2-199 15,0-2 100-15,0-5 57 0,0 3 17 0,0-10-253 16,-5 0 137-16,3-6 24 0,-3-4-243 0,0-3 121 16,-2-5 77-16,1-2 48 15,1 0-33-15,-2-14 40 0,2-10 1 0,1-4 32 16,1-6-33-16,1-9 1 0,-2 2 40 0,0-7 0 16,1 2-34-16,1-5 26 0,-2 0 8 0,4 2 50 15,0 5-24-15,0 9-1 0,9 0 201 0,1 10-115 16,7-2-29-16,-5 9-36 0,8 2 344 0,-2 6-172 15,1 5-58-15,-3 2-46 0,3 3 112 16,-5 0-80-16,3 0-40 0,-5 11 0 0,-2 5 0 16,-1 1-32-16,-3 2-8 0,-3-1-38 15,-1 3-1-15,-2-2 39 0,0 2 0 0,-10-2-73 16,-3 4 32-16,-5-4 1 0,0 0-47 0,-1-2 42 16,3-4-5-16,-2 2 5 0,1-6-112 0,1-1 64 15,7-2 14-15,-1-4-47 0,4 0 28 0,2-2 22 16,3 0 2-16,1 0-215 0,0 0 109 0,0 0 58 15,0 0-239-15,5 0 139 0</inkml:trace>
  <inkml:trace contextRef="#ctx0" brushRef="#br0" timeOffset="181523.8">27945 10949 710 0,'-8'0'0'0,"3"-5"0"0,4 4 0 0,1-1 0 0,0 2 0 0,9-2 329 0,15-2-148 0,18 0-74 0,13-2 265 16,-1 1-162-16,21-7-92 0,-3 5-43 0,1-2 106 15,5 0-74-15,-2 2-37 0,-14 0 74 0,16 0-60 16,-15 1-25-16,-9 3-1 0,4-3-139 0,-3 2 57 15,-13 1 37-15,7-1-9 0,-12 2-227 16,-2-2 128-16,-7 2 64 0,-11-1-418 16,-2 0 186-16,-6 2 72 0,-4 1 80 0,-3 0-284 15,-2 0 181-15,-9 0 91 0</inkml:trace>
  <inkml:trace contextRef="#ctx0" brushRef="#br0" timeOffset="181832.13">28381 11099 954 0,'-5'0'0'0,"5"0"0"0,0 2 0 0,1 7 0 0,6-1 0 0,3 0 0 0,2 4 0 0,2 1 0 0,-1 1 357 0,2 2-166 16,-2 3-79-16,-1 0 50 0,-2 5-65 0,-4 1-32 16,-2-1 9-16,-4 6-77 0,0-4 36 0,0 2 0 15,-11-1-109-15,-5-2 62 0,-2-1 20 0,-4-4-1 16,0-3-101-16,-1-2 64 0,0-4 33 0,2-3-112 15,-4-5 58-15,2-3-3 0,3 0 26 0,1 0 51 16,3-3-31-16,2-10-20 0,4-3 128 16,4 0-50-16,2-3-27 0,4 1 14 15,0-3 4-15,0 1-4 0,9 2-2 0,5-2 23 16,3 1 0-16,2 2-19 0,1 2-17 0,-3 2-22 16,2 1-5-16,3 1 36 0,-1 4-5 0,-2-1-324 15,3 5 152-15,0 0 64 0,5 3-475 0,-7 0 263 16</inkml:trace>
  <inkml:trace contextRef="#ctx0" brushRef="#br0" timeOffset="181987.29">28627 11242 1143 0,'2'0'0'0,"-2"0"0"0,3 0 0 0,-1 1 0 0,0 2 0 0,-1-1 0 0,2 3 0 0,4 0 148 0,-2 1-57 15,5 1-30-15,0-2 112 0,2 4-74 0,2-2-33 16,-2 0-245-16,4 1 107 0,0 0 52 0,1-3 34 15,-2-1-470-15,4 1 230 0,-2-3 115 0</inkml:trace>
  <inkml:trace contextRef="#ctx0" brushRef="#br0" timeOffset="182196.74">28964 11057 1042 0,'-3'-2'0'0,"0"2"0"0,-2 0 0 0,-3 7 0 0,-2 12 0 0,-2 6 0 0,-1 7 0 0,-6 9 224 0,-3 3-95 0,-8 9-48 0,1 4 140 16,2-6-86-16,-9 14-55 16,4-4-24-16,2-3-35 0,4 3 12 0,4-14 0 15,-2 6-89-15,3-7 41 0,6-11 23 0,-2 1 1 16,2-6-189-16,5-7 107 0,0-7 49 0,3-2-144 16,5-7 42-16,-2-3 62 0,4-4-27 0,0 0-257 15,5-6 149-15</inkml:trace>
  <inkml:trace contextRef="#ctx0" brushRef="#br0" timeOffset="182419.17">29370 10683 1380 0,'0'-15'0'0,"0"14"0"0,2 1 0 0,3 0 0 0,3 0 0 0,-1 0 0 0,7 0 0 0,0 0 178 0,3 0-73 0,1 0-36 16,6-2 215-16,1 0-129 0,0 0-62 16,-3-1-89-16,0 2 0 0,-1-1 29 15,-2 2 7-15,-6 0-383 0,4 0 187 0,-4 0 95 16,-3 8 47-16,2 0-289 0</inkml:trace>
  <inkml:trace contextRef="#ctx0" brushRef="#br0" timeOffset="182578.74">29461 10950 1550 0,'-2'0'0'0,"2"4"0"0,0 0 0 0,0-2 0 0,5 2 0 0,6-3 0 0,7-1 0 0,3 0 274 0,-1 0-113 0,10 0-68 0,0-1 119 16,-3-3-89-16,4-2-45 0,-5-2-23 0,-6 5-423 15,5-3 196-15,-4 2 102 0,-5 2-290 0</inkml:trace>
  <inkml:trace contextRef="#ctx0" brushRef="#br0" timeOffset="184173.37">30063 10819 727 0,'0'0'0'0,"0"3"0"0,0 3 0 0,0 2 0 0,0 2 0 0,2-3 0 0,1-2 0 0,6 5 201 0,-3-3-84 0,6 2-42 16,0-1 129-16,-1-3-90 0,2 2-41 0,3-3 0 15,-1 2 5-15,0-5-22 0,1 1 7 0,3-2-30 16,-6 0 36-16,4 0-36 0,0 0-1 0,-4-2-46 15,0-6 31-15,1-2-8 0,-1 2 24 0,-2-5-108 16,-4 1 54-16,-3-1 26 16,-2 2-138-16,1-4 71 0,-3 0 17 0,0-1 26 15,-8 1-67-15,-6 1 29 0,-2 0 6 0,-4 2 5 16,-2 3 12-16,-3 5 14 0,-2 3-21 0,0 1 94 16,0 4-42-16,1 13 5 0,-6 9-30 0,5 6 165 15,1 2-69-15,6 3-43 0,4-4 193 0,6 5-109 16,2 0-34-16,8-4-33 0,0 0 121 15,2-5-73-15,14 0-27 0,4-3-13 16,6-4-31-16,-1-2 0 0,5-5-1 0,0-6-138 16,2-1 77-16,0-4 27 0,1-4 0 0,1 0-275 15,-4 0 126-15,0 0 84 0,-9-10-454 0,4 0 249 16,-3 1 119-16,-3-2 60 0,-3 2-272 0</inkml:trace>
  <inkml:trace contextRef="#ctx0" brushRef="#br0" timeOffset="184430.68">30311 10310 1290 0,'1'-27'0'0,"3"12"0"0,5 10 0 0,0 0 0 0,4 4 0 0,6 0 0 0,-2-1 0 0,1 0 157 0,1 2-62 0,-1 0-31 15,2 2 151-15,2 8-84 0,-4 2-53 0,-1 2-18 16,-2 4-1-16,-4 0-26 0,-7 3 0 0,-2 0-28 15,-2 1-7-15,0 5 34 0,-5-4 1 0,-10-1-91 16,-5-1 45-16,1-4 31 16,-8 1-199-16,2-5 103 0,-2-3 11 0,3-2 39 15,3-4-283-15,-4-1 140 0,3-1 46 0,3-2-145 16,3 0 118-16,6 0 60 0,4-2 29 0,4-2-178 16,2-7 109-16</inkml:trace>
  <inkml:trace contextRef="#ctx0" brushRef="#br0" timeOffset="184643.11">30749 10179 811 0,'8'-17'0'0,"-7"7"0"0,1 4 0 0,-2 0 0 0,0 1 0 0,-13 2 0 0,0 3 0 0,-9 0 214 0,1 14-82 16,-9 11-54-16,3 5 86 0,2 2-66 0,1 3-32 15,10-2-1-15,-2 0 50 0,6 1-45 0,7-4 0 16,3-7-38-16,0 2 42 0,0-5-33 0,8-1-8 15,13-3-44-15,-7-2 23 16,8-1-1-16,-4-6 22 0,7 1-234 0,2-2 108 16,-3-3 63-16,-4-2-4 0,3 4-454 0,-1-1 200 15</inkml:trace>
  <inkml:trace contextRef="#ctx0" brushRef="#br0" timeOffset="185456.12">30749 10900 729 0,'0'-3'0'0,"0"-5"0"0,0-2 0 0,0-1 0 0,0-3 0 0,-2 2 0 0,-1-5 0 0,-5 3 0 0,2 3 185 16,-3 2-76-16,-5 5-38 0,2 2 48 0,-6 2-4 15,-4 2-32-15,1 16-29 0,-1 7 36 0,-1 3-28 16,-3 10-1-16,8-3-28 0,4-2 61 0,3 2-35 15,6-1 1-15,2-2 49 16,3-1-39-16,0-6 1 0,2-6-30 0,7-1-42 16,7 0 0-16,0-8 34 0,3-2-91 0,0-4 45 15,5-4 31-15,1 0-8 0,-1-2-140 0,-3-11 69 16,3-4 42-16,-5-3-1 0,-3 3-62 0,4-9 16 16,-7 3 33-16,0-2-81 0,-2 1 49 0,-6 3 3 15,2-1-6-15,-4 3 73 0,-1 2 0 0,-2 8-46 16,0-1 124-16,0 6-53 0,0 3-32 15,-2 1 17-15,-7 0 109 0,3 9-57 16,1 8-36-16,-1 2 0 0,2 4 70 0,3-1-46 16,1 1 1-16,0-2 116 0,0 0-71 0,3-1-15 15,8-4-31-15,5-4 50 0,0 1-37 0,3-6 1 16,0-3-74-16,0-4 46 0,1 0-8 0,0-2-1 16,0-7-62-16,-1-5 31 0,-6-2 0 0,4-1 40 15,-4-6-125-15,-1 1 56 0,0-1 11 0,-4 1-58 16,-1-5 27-16,-4 3 31 0,0-7-15 15,1 2-39-15,-4-1 18 0,0 4 22 16,0 0-21-16,-6 6-3 0,-5 4 26 0,-2 3 11 16,-3 6 37-16,-4 6 1 0,-3 1-41 0,-2 5-2 15,3 13 66-15,-3 3-28 0,4 3 9 0,0 0 7 16,4-2-12-16,7-4-1 0,5 1-8 0,2-2 63 16,3-3-29-16,0-1-1 0,10-1-4 0,10-5 3 15,11-5-14-15,2-2-12 0,8 0-28 16,2-8 0-16,-5-7 32 0,-3 0 1 0,2-2-131 15,-4-1 60-15,1 1 24 0,-4-2-66 16,-2 1 39-16,-6 2 22 0,-1 1 2 0,-5 1-10 16,-4 4 7-16,-7 2 16 0,-2 3 14 0,-1 1 19 15,-2 0-4-15,0 2-32 0,0 2 237 0,-10 0-111 16,-4 2-48-16,-2 11-31 0,-1 4 151 0,2 2-80 16,5 0-15-16,0-1 37 0,5 2-44 0,5 1-14 15,0 0-9-15,0 0 6 0,5-2-27 0,10-2 0 16,0 0 27-16,0-1-19 0,3 0-9 15,-3-1 1-15,-1-2-46 0,-1-3 23 16,-1 1 0-16,-7-3 31 0,0 0-97 0,-2-1 43 16,-1 0 9-16,-2 0-97 0,0-2 51 0,-13 3 34 15,-3-1-2-15,-1-1-65 0,-4-2 27 0,-1 2 27 16,4-5-298-16,-4 1 143 0,9 0 63 0,-1-2 45 16,3 0-342-16,4 0 193 0,3-9 88 0,4-7 56 15,4-4-407-15,9-3 228 0,6-2 113 0</inkml:trace>
  <inkml:trace contextRef="#ctx0" brushRef="#br0" timeOffset="185618.72">31452 10843 1668 0,'14'-11'0'0,"-4"1"0"0,5 7 0 0,-6-1 0 0,0 3 0 0,-1-2 0 0,-2 2 0 0,1 1 0 0,2 0 0 0,-2 0 266 0,7 0-121 0,-3 4-57 0,-1 3 259 16,7 0-157-16,-4 1-79 0,4 2-38 0,-5-2-40 15,3 4-1-15,-2-3 1 0,3 2-333 0,-3 0 167 16,-1 0 91-16,1 4 33 0,-2-5-552 0,0 1 236 15,-3 1 168-15,3-3-433 16,0-3 270-16,-1-6 148 0</inkml:trace>
  <inkml:trace contextRef="#ctx0" brushRef="#br0" timeOffset="185908.94">31869 10757 967 0,'7'-28'0'0,"-2"7"0"0,1 0 0 0,2 2 0 0,-5 3 0 0,0 3 0 0,-1 3 0 0,1 5 0 0,-1 3 491 0,-1-1-229 0,-1 3-114 16,0 3-50-16,0 23 299 0,-11 9-182 0,-6 8-92 15,-8 16 147-15,-4-1-119 16,1 7-51-16,-8 6-38 0,-2 11 206 0,3-1-117 16,-1 3-60-16,-3 4 37 0,3-12 45 0,-5 15-173 15,9-25 0-15,-3 4 0 0,6-5 0 0,4-15 0 16,2 0 0-16,5-3 0 0,5-10 0 0,2-2 0 16,1-6 0-16,1-8 0 0,4-2 0 0,2-7 0 15,1-3-296-15,1-4 170 0,1-1 60 0,0-4-7 16,0 0-42-16,0 0 29 0,0 0 29 0,0 0-2 15,0 0 26-15,0 0-8 16,0 0-113-16,0 0 60 0,0-2 31 0,0-4-1 16,0-1-351-16,0 0 182 0,1-3 105 0,6 1 47 15,4-1-180-15,0-2 115 0,2 0 56 0,4-3-413 16</inkml:trace>
  <inkml:trace contextRef="#ctx0" brushRef="#br0" timeOffset="186462.64">32035 11039 1111 0,'-5'-2'0'15,"3"0"0"-15,2 0 0 0,0 2 0 0,0 0 0 0,0 0 0 0,0 0 191 0,8 0-79 0,8 0-40 0,3 0 405 0,10 0-227 16,-1-2-108-16,4-4-55 0,0-1 280 0,3-1-167 15,-1 1-76-15,1 0 84 16,-1 1-88-16,-2 0-43 0,-2 4-23 0,-3 0 5 16,-5 1 7-16,-1 1-33 0,-2 0-93 0,-3 0 47 15,-4 0 23-15,-4 5-1 0,0 1-103 0,-3-3 60 16,-2 0 33-16,-3 0 0 0,2-3-245 0,-2 2 129 16,0 0 20-16,0 2-284 0,-2-3 166 0,-4 1 90 15,1 2 47-15,0-2-241 0,2 0 135 16,1 1 79-16,1 1-483 0</inkml:trace>
  <inkml:trace contextRef="#ctx0" brushRef="#br0" timeOffset="186813.73">32832 10515 1575 0,'0'-11'0'0,"0"8"0"0,1 3 0 0,1 0 0 0,1 0 0 0,0 0 0 0,-3 4 0 0,0 8 0 0,0 4 361 0,-14 7-156 0,-2 5-90 16,-5 6 10-16,-4-2-46 0,1 1-23 0,2-6 0 16,-2-1 23-16,0-2-47 0,4-4 1 0,7-4 152 15,-1-2-76-15,7-5-39 0,1-3 9 0,3-3 35 16,1-1-41-16,2-2 0 0,0 0-40 0,0 0 142 16,5 0-76-16,11 0-33 0,6 0 237 0,2-2-303 15,4-1 0-15,2-3 0 0,2 2 0 0,0 0 0 16,3 0 0-16,-3 2 0 0,1 1 0 15,-1-2 0-15,0 2 0 0,0-1 0 16,-2 2 0-16,-3-2 0 0,-7 2 0 0,1 0 0 16,-2 0 0-16,-8 0 0 0,0 0-455 0,-6 0 245 15,0 0 93-15,-4 0 14 0,1 0-136 0,-2 0 103 16,0 0 52-16,0 0-428 0,0 0 240 0,-5 0 111 16,-3 0 68-16,-1-2-524 0,1-9 292 0</inkml:trace>
  <inkml:trace contextRef="#ctx0" brushRef="#br0" timeOffset="187110.48">32986 10469 654 0,'0'-11'0'0,"0"0"0"0,1 6 0 0,3-3 0 0,0 0 0 0,-2 1 322 0,-2-1-144 0,0 4-65 16,4 2 409-16,-4 1-244 0,2 1-123 0,-1 0-62 15,-1 3 108-15,0 15-76 0,0 6-50 0,0 6 173 16,0 8-107-16,-7 5-54 15,1 2-28-15,-1 5 142 0,-1 1-88 0,-1 1-40 16,4 1 0-16,0-2 0 0,0 2-41 0,-1-10 9 16,-1 11-74-16,-2-8 33 0,3 0 0 0,-2-1 33 15,1-3-77-15,-2-8 47 0,1 1-9 0,0-5-130 16,3-9 50-16,-1-3 50 0,3-6-16 0,0-5-103 16,1-1 45-16,2-4 45 0,-3-2 7 0,3 0-1 15,0 0 14-15,0 0 4 0,0-4-237 16,0-5 122-16,0 1 62 0,0-3-222 15,0 4 134-15,6-3 79 0,-1 4 35 0,-1 1-629 0</inkml:trace>
  <inkml:trace contextRef="#ctx0" brushRef="#br0" timeOffset="187258.08">33171 11392 1998 0,'-8'-2'0'0,"8"-2"0"0,5 2 0 0,8 0 0 0,-2-4 0 0,-3 1 0 0,-6-2 0 0,-1 1 0 0,1 0 619 0,-1-2-293 16,4 1-146-16,-3-1-484 0,5 1 177 0,0-1 75 16,4 3 43-16</inkml:trace>
  <inkml:trace contextRef="#ctx0" brushRef="#br0" timeOffset="199010.1">24417 12175 566 0,'0'0'0'0,"-2"0"0"0,-1 2 0 0,-1-1 0 0,4-1 0 0,-3 2 82 0,2 0-28 15,1-2-1-15,0 0-20 0,0 0 199 0,0 2-100 16,0 0-41-16,8-2 68 0,5 0-63 0,0 0-32 16,2 0 0-16,-1 0 29 0,4 0-22 0,-3 0-8 15,-1-2-44-15,-1 0 14 0,-1 0 0 0,-3 2-1 16,2 0-107-16,-1 0 50 0,0 0 29 0,-3 0-1 15,1 0-95-15,-2 0 50 0,1 0 9 0,0 0-329 16,0-2 144-16,3-3 98 0,-2-3 50 0,-3 0-258 16</inkml:trace>
  <inkml:trace contextRef="#ctx0" brushRef="#br0" timeOffset="199565.16">24808 11940 1174 0,'0'0'0'0,"0"0"0"0,0 0 0 0,0 0 0 0,6 0 0 0,6-4 0 0,8-3 0 0,4-1 125 0,2-1-45 0,4 0-24 0,-6 2 162 16,8 0-97-16,-3 4-43 0,-8 1-53 0,1 0 8 16,-2 2-1-16,-6 0 9 0,1 0-172 0,-8 5 81 15,3 4 42-15,-6 4 20 0,-4-1-199 0,0 3 117 16,-2 2 7-16,-14 2-44 0,0 0 7 0,-3 0 45 15,-2-3-39-15,3-2 35 0,-7 5 15 0,7-9 11 16,0 3 140-16,1-3-69 0,4-3-32 16,6-1-9-16,0-2 214 0,6-2-109 0,1 1-33 0,0-2 40 15,0-1-33-15,10 1-22 16,3 1 6-16,1 0-9 0,3 2-6 0,1 0-12 16,-2 3-68-16,2 1 43 0,-4-1-9 0,-2 5 33 15,-2-1-117-15,-4 2 55 0,-2 2 11 0,-2 0 5 16,-2 2-40-16,0-1 29 0,-8 1 0 0,-4 1 18 15,-6-2-1-15,1-4 4 0,1-2-2 0,-2-2-81 16,0-2 38-16,3-4 20 0,-2-2-82 0,5 0 45 16,0 0 23-16,1-6 1 0,2-9-242 15,2-9 125-15,4-4 63 0,1-2 24 16,2-4-164-16,0 2 102 0,0-1 50 0,0 11-13 16,0-4 36-16,0 5 61 0,0 8 0 0,0 0 98 15,0 5-68-15,0 5-31 0,-2 2 186 0,2-2-117 16,-2 3-46-16,0 0-27 0,0 12 482 0,1 9-234 15,-1 2-55-15,-1 4-62 0,3 3 189 16,-1 2-141-16,1 4-70 0,0 0-36 16,0-1 138-16,0 2-78 0,0 1-52 0,0-2-102 15,0-2 30-15,0 2-1 0,0-5 38 0,-3-1-316 16,3-2 154-16,-1-5 77 0,-1-1-181 0,0-4 129 16,2-9 14-16,0-1-33 0,0-7-395 0,0-1 238 15</inkml:trace>
  <inkml:trace contextRef="#ctx0" brushRef="#br0" timeOffset="199877.5">25328 11835 783 0,'4'-9'0'0,"-3"6"0"0,2 2 0 0,-3-1 0 0,0 0 0 0,0 2 354 0,-8 2-161 0,-5 13-80 15,-3 4 94-15,0 1-88 0,-3 0-35 16,2 5-29-16,-2-2-85 0,7-6 32 0,-2 2 0 0,3-5-285 15,4-4 166-15,1-2 71 0,2-6 39 0,4 1-444 16,0-3 219-16,0 0 109 0,1 0 52 0,8-7-176 16,0-3 108-16,0 3 52 15,-1-1 156-15,-1 4-52 0,1 1-32 0,-1 1 7 16,3 0 140-16,-3 2-83 0,4 0-40 0,0 0 399 16,5 4-218-16,1 2-44 0,1-3-73 0,7 1 305 15,-2-1-173-15,-4-1-86 0,3 0 12 0,2 0-56 16,-6 0-21-16,2 2 0 0,-6-3-266 0,-2 4 123 15,-3-4 69-15,1 3 22 0,-6-2-198 0,-1 2 114 16,-1 1 58-16,-2 1-549 0,0 0 271 0</inkml:trace>
  <inkml:trace contextRef="#ctx0" brushRef="#br0" timeOffset="200041.26">25281 12026 801 0,'-17'3'0'0,"2"0"0"0,6 3 0 0,-5 0 0 0,7 4 0 0,2 2 0 0,-1 1 0 0,4 4 200 0,0 3-75 15,2 5-51-15,0-1 273 0,0 2-157 0,0 2-78 16,0 2 107-16,0 1-84 0,0-1-56 0,0-2-23 16,0 0-246-16,0-3 112 15,2-5 55-15,2 1-182 0,2-2 114 0,-1-6 63 16,0-4 30-16,4-5-583 0</inkml:trace>
  <inkml:trace contextRef="#ctx0" brushRef="#br0" timeOffset="200226.08">25376 12099 1433 0,'0'5'0'0,"0"2"0"0,0 4 0 0,3 3 0 0,-1 3 0 0,-1 1 0 0,5 7 0 0,-3 1 0 0,2 1 482 0,-3 6-225 0,2-1-112 0,-3 2 88 16,1 1-105-16,2-1-47 0,-2 0-25 0,-2 0-129 15,3-4 53-15,-1-6 34 0,2 2-428 0,-3-3 224 16,2-4 111-16,-2-6 56 0,4-4-605 0,-2-3 312 15</inkml:trace>
  <inkml:trace contextRef="#ctx0" brushRef="#br0" timeOffset="200401.77">25651 12044 383 0,'15'-8'0'0,"0"1"0"0,3-1 0 0,2-3 0 0,2-1 397 0,-4 3-174 0,4-6-99 15,2 3 253-15,1 3-173 0,-4 0-85 0,4-1-43 16,-4 2-37-16,6 1-6 0,-3 2 0 0,-4 3 0 16,1 0-401-16,-3 1 201 15,0-2 108-15,-7 3 42 0,1 0-535 0</inkml:trace>
  <inkml:trace contextRef="#ctx0" brushRef="#br0" timeOffset="200693.37">25929 11744 715 0,'-3'6'0'0,"1"6"0"0,2 2 0 0,-2 3 0 0,2 4 0 0,-4 4 0 0,1 1 0 0,-2 3 0 0,0 2 155 0,-5 1-61 0,1-4-22 0,-1 2-55 16,-1-4 15-16,-1-1 1 0,2-4-25 0,-3-1-16 15,1-5 49-15,1-2-9 0,2-4 41 0,0-3-1 16,1-2-39-16,6-2 0 0,-2-2 62 0,2 0-35 15,2 0 0-15,0 0-27 0,0 0 134 0,4 0-67 16,8 0-26-16,6-3 41 0,5-6-41 16,-3 1-20-16,1 1-1 0,2 0-66 15,-2 0 32-15,2 1-9 0,-2 1-255 0,-2 0 139 16,-2 2 70-16,0 1 34 0,-4 0-225 0,-2 0 86 16,1 2 72-16,-6 0-20 0,0 0-392 0,-4 0 224 15</inkml:trace>
  <inkml:trace contextRef="#ctx0" brushRef="#br0" timeOffset="200843.99">26002 11979 731 0,'-7'-3'0'0,"1"1"0"0,1 0 0 0,0 2 0 0,0 0 0 0,3 4 0 0,-2 9 177 0,4 3-72 16,0 8-36-16,0-2 201 0,-1 6-123 0,1-2-57 16,-2 4-9-16,0 0-24 0,0-2 0 0,-2-2-16 15,1 4-355-15,1-2 173 0,-2-8 87 16,2 2 44-16,-2-3-210 0,-3-4 132 0</inkml:trace>
  <inkml:trace contextRef="#ctx0" brushRef="#br0" timeOffset="200975.66">25860 12350 736 0,'-10'-10'0'0,"3"5"0"0,2 0 0 0,2 2 0 0,0 1 0 0,1-1 0 0,2 2 174 0,0-1-62 0,0 2-44 0,5 0 157 16,8-2-96-16,3 0-48 0,2 1-25 0,3-1 58 15,0 0-45-15,1-4-1 0,-1 3-302 0,-1-5 133 16,-2 2 67-16,0-1 41 0,-9 1-473 0,0 3 244 15</inkml:trace>
  <inkml:trace contextRef="#ctx0" brushRef="#br0" timeOffset="201411.47">25637 11814 926 0,'-7'6'0'0,"0"0"0"0,1 5 0 0,1-1 0 0,-2 0 0 0,2 0 0 0,2 5 0 0,-2-3 289 0,4 6-128 16,-1-1-64-16,0 1-32 0,1 3 51 0,1-2-34 15,0-1-28-15,0 2-16 0,0-4-5 0,0 2-1 16,0-4-33-16,1 1 7 0,7-2 27 0,-3 1 0 16,5-1-54-16,-4-2 27 0,-1 3 9 0,1-3 17 15,-3 2-24-15,-1 1 0 0,0 4-13 0,-2-1 27 16,0 3 31-16,0 3-5 0,0 1-34 0,-7 0 23 15,5 1-13-15,-4-5-2 16,3 3 12-16,-1-3-36 0,-3 0 5 0,6-4 21 16,-3-4-125-16,2-3 59 0,-1-2 32 0,-1-1-5 15,-1-4-43-15,-2 0 32 0,0-1 3 0,-2-1 0 16,2 0 147-16,-4 0-62 0,4 0-37 0,-1 0 275 16,5 0-136-16,0 0-73 0,1 0 115 0,0 0-91 15,2 0-41-15,0 3-20 0,15 2 0 0,7 3-1 16,7-3-12-16,8 1-8 0,2-2 47 0,3 1-23 15,-1-1-1-15,-5 0-23 0,3 1-207 16,-3 1 99-16,0 0 54 0,-2 0-471 16,-1-3 224-16,0 0 134 0,2-3 11 0,-2 0-229 15,3 0 160-15,-2 0 80 0,2-10-402 0,-4-4 240 16</inkml:trace>
  <inkml:trace contextRef="#ctx0" brushRef="#br0" timeOffset="201725.63">26357 11917 778 0,'0'-2'0'0,"2"1"0"0,0 1 0 0,-1 0 0 0,2 0 0 0,-1 1 281 0,-2 9-124 0,0 2-62 16,0 4 133-16,0 3-102 0,-6 3-46 0,-3 1-24 16,-5 1 17-16,2 1 1 0,-1-3-33 0,-4 5-9 15,3-7-28-15,1-2 0 0,1-4 29 0,5-3 0 16,0-3 8-16,5-1-8 0,0-3-1 0,0-3 34 15,2-1 0-15,0 0-25 0,6 0-101 0,7 0 43 16,1 0 24-16,2-1-22 16,-2-3-52-16,-2 1 43 0,3-1 18 0,-5 2-8 15,1 0-8-15,-3 0 10 0,-3 2-1 0,1 0-9 16,-5 0-20-16,1 10 10 0,-2 1-1 0,0 0 70 16,0 1-21-16,0-1-4 0,0 1-54 0,0-2-1 15,0 2 37-15,0-3-1 0,0 0-391 0,0 1 175 16,2-3 101-16,3 3 39 0,4-2-169 0,-6 2 109 15</inkml:trace>
  <inkml:trace contextRef="#ctx0" brushRef="#br0" timeOffset="201861.78">26305 12500 923 0,'-15'11'0'0,"3"2"0"0,3-2 0 0,2-2 0 0,-1 0 0 0,4-6 163 0,0 0-65 16,4-2-32-16,0-1 7 0,2 0 290 0,12 0-165 15,2 0-83-15,9-1 131 0,-1-10-107 0,5-2-45 16,-1-4-34-16,2-1-387 0,2-3 180 0,-4 1 90 15,0-1-553-15,-1 0 329 0</inkml:trace>
  <inkml:trace contextRef="#ctx0" brushRef="#br0" timeOffset="202061.27">26480 11992 1490 0,'0'0'0'0,"0"0"0"0,5-1 0 0,12-5 0 0,7-3 0 16,-1-1 0-16,1 3 0 0,8-3 0 0,-3 1 209 0,1-1-88 0,-4 3-45 0,-4-1-67 0,3 3 24 16,-6 1 0-16,-1 1-1 15,-3 1-385-15,-5 0 192 0,-1 2 105 0,1 0-350 16,-7 0 198-16,0 0 98 0,0 0 50 0,-1 0-123 16,-2 0 56-16,0-5 51 0,-2-3 22 0</inkml:trace>
  <inkml:trace contextRef="#ctx0" brushRef="#br0" timeOffset="202861.77">26774 11762 432 0,'-7'-6'0'0,"1"3"0"0,1 0 0 0,-3 3 0 0,0 0 0 0,0 12 77 16,2 1-15-16,-1 4-7 0,0 1 135 0,2 4-78 15,-3 1-40-15,1 0 0 0,-2-2 114 0,1 5-80 16,-2-2-37-16,-1-1 0 0,-2-1 9 0,0-1-23 16,3-4 9-16,-1-2-31 0,6-5 4 0,-3-1-4 15,4-4 0-15,0-1-30 0,4-2 38 0,0-2-8 16,0 0-54-16,2 0 27 15,15 0 1-15,4 0 25 0,-2-2-46 0,5-4 17 0,-3 3-3 16,-1-2-1-16,2 3-138 0,-2-3 75 0,-5 4 28 16,-2 1-91-16,-2 0-75 0,-2 0 94 15,-3 0 30-15,-4 0-184 0,0 0 106 0,-2 6 66 16,-2 1-13-16,-11 0 35 0,-2 2 1 0,-3-4 34 16,0 0 20-16,0 2-19 0,-3-1-1 0,-1 0 0 15,4-1 127-15,-1 1-63 0,3 0-40 0,2-2 8 16,3 0 228-16,4 1-126 0,-1-2-28 0,6 0 266 15,0-3-130-15,2 1-94 0,0 4-25 16,0-4-7-16,2 1-24 0,8 2-1 16,-3 0-20-16,1-3-6 0,4 3 1 0,-5 0 0 15,0-2-171-15,-1 1 85 0,-1 1 51 0,-3-2-292 16,0 2 141-16,0-2 84 0,-2 1 4 0,0 2-290 16,-4 2 165-16,-5-1 79 0,0-1 38 0,-4-2-43 15,0 2 41-15,-1-1 13 0,-2 1 12 0,0-1 18 16,1-1-1-16,-3 3 33 0,4 0 106 15,1-1-88-15,0 0-20 0,5 2-1 0,1-2 292 16,4-2-157-16,-1 0-35 0,4 1 237 16,0-2-156-16,0 2-67 0,9-3 51 0,4 1-65 15,1-1-32-15,5-1 8 0,2 0-46 0,6 0 5 16,-3 0 1-16,0 0 0 0,-3-3-159 0,2-2 87 16,-3-1 32-16,1-2-321 0,-5 2 174 0,0 1 53 15,-3 1 55-15,-5 0-315 0,1-2 169 0,-4 2 79 16,-1-4-32-16,-3-3 57 0,3 1 27 15,-3-3 61-15,-1-2 0 0,0 2 0 16,0 0 0-16,0 0 0 0,0 2-1 0,0 3-5 16,-5 0 6-16,2 4 267 0,1 2-149 0,-1-1-35 15,-2 3-50-15,2 0 368 0,-2 3-188 0,-1 11-87 16,-2 6 116-16,-3 5-105 0,0 3-52 0,-2 4-17 16,-4 0 77-16,2 3-55 0,-4-3-29 0,0 0 0 15,0-2-19-15,1-1-1 0,1-2-8 16,0-4-158-16,4-6 80 0,2 2 38 0,0-6 0 0,8-6-377 15,-1 1 201-15,3-6 62 16,1 0-374-16,0-2 228 0,0 0 117 0,8-8 51 16,6-3-99-16,-1 0 85 0,1 0 57 0,-1-1 56 15,-1 3 0-15,-2 3 0 0,-2 2 0 0,4 1 103 16,-2 1-73-16,-2 2-31 0,1 0 0 0,1 2 366 16,-2 7-195-16,4 1-41 0,2-1 405 0,-3 1-247 15,1 1-128-15,1-2-55 0,-1 0 56 0,2 1-64 16,-2-3-31-16,0-3-1 0,-1 1-145 0,4-4 53 15,-2-1 30-15,3 0-534 0,0-1 283 16</inkml:trace>
  <inkml:trace contextRef="#ctx0" brushRef="#br0" timeOffset="203055.26">27211 11854 1255 0,'0'-2'0'0,"0"-1"0"0,0 3 0 0,-3 0 0 0,-8 0 0 0,-5 12 0 0,-4 5 0 0,-1 4 444 0,-3 1-210 0,0 4-101 16,-2 3-21-16,3-3-41 0,1-2 1 15,9-6-31-15,0 5-193 0,2-3 93 0,8-9 45 16,0 0-526-16,3-4 279 0,0-5 145 0,12-2 65 16</inkml:trace>
  <inkml:trace contextRef="#ctx0" brushRef="#br0" timeOffset="203185.91">27131 12033 2105 0,'0'5'0'0,"0"10"0"0,0 3 0 0,0 7 0 0,0 1 0 0,0 2 0 0,-2 4 0 0,-1 2 0 0,1-1 0 0,0 2 0 0,-1-4 0 0,3 0 0 0,0-5 184 0,0 6-80 0,0-6-36 0,0-6-410 16,0-1 187-16,0-3 94 0,3-9 55 0,4-1-295 16,4-6 166-16,1 0 85 0</inkml:trace>
  <inkml:trace contextRef="#ctx0" brushRef="#br0" timeOffset="203584.47">27447 11769 1032 0,'20'-11'0'0,"0"3"0"0,-2 5 0 0,-4 0 0 0,-4 3 0 0,-2 0 0 0,-5 0 175 16,-1 4-72-16,-2 8-35 0,0 1-63 0,-5 6 27 0,-6-2 9 15,-7 3-8-15,2-2-138 0,-3 2 68 0,-1 2 36 16,-1-2-62-16,4-6 57 0,-3 0 15 0,2 0 0 15,6-8-84-15,5 1 51 0,2-5-47 16,0 0 37-16,5 0 66 0,0-2 0 16,3 0-76-16,11-2 190 0,7-5-72 0,0-1-38 15,6-1-8-15,-1 1 8 0,2 2 17 0,-2 1-38 16,-3 3-36-16,-1 0 26 0,-3 2 20 0,-3 0 0 16,-4 0-118-16,-4 0 54 0,-4 9 24 0,-2 1 3 15,-2 3-103-15,0 0 41 0,-14 0 33 0,-1 0 52 16,-7 5-36-16,4-7-15 0,-5 4 21 15,3-7 86-15,1 2-40 0,0 0 0 16,6-3 16-16,1-1-17 0,2-1 0 0,2-2-5 16,8-1 131-16,-3-2-58 0,0 0-38 0,3 0 8 15,0 0 92-15,9 0-62 0,4 0-30 0,4 0-1 16,1-4-17-16,1-4-5 0,-2 2-9 0,1 3-183 16,-1-3 91-16,-5 3 47 0,-1 0 22 0,-2 2-444 15,-2-1 218-15,-2 2 80 0,-4 0-179 0,2 0 133 16</inkml:trace>
  <inkml:trace contextRef="#ctx0" brushRef="#br0" timeOffset="203760.99">27424 11940 1200 0,'-6'6'0'0,"3"7"0"0,-1 4 0 0,-3 5 0 0,-2 5 0 0,-3 7 0 0,-1 6 0 0,-3 2 0 0,2 1 476 16,-5 1-222-16,-3 2-110 0,3-1 129 0,-2 0-125 0,-1-4-57 0,8-8-29 15,-1 0-359-15,4-3 166 16,5-9 89-16,4-4 34 0,2-6-255 0,0-5 148 16,0-6 74-16,10 0-714 0</inkml:trace>
  <inkml:trace contextRef="#ctx0" brushRef="#br0" timeOffset="204121.95">27315 12247 875 0,'1'2'0'0,"2"11"0"0,-1 3 0 0,0 0 0 0,-2 2 0 0,0-1 0 0,0 0 312 0,0 1-139 0,0 0-71 0,0-4 68 0,0 1-72 16,0-5-33-16,0-1 0 16,0-1-245-16,0-5 107 0,0-1 61 0,0-1 18 15,0-1-181-15,0 0 104 0,1-1 52 0,-1-6-218 16,0-3 135-16,0-2-30 0,0-6 64 0,0 1-102 16,2 0 69-16,0-2 34 0,3 5 101 0,2-3-29 15,1 5 0-15,6-2-37 0,2 2 187 16,6 0-94-16,-2 3-34 0,8 2-24 0,1 0 204 15,-4 1-101-15,4 1-50 0,-1 1 63 16,-6 2-17-16,4-2-39 0,-2 2-9 0,-5 2 71 16,-1 0-46-16,-3 0-23 0,-4 0 126 0,-1 0-78 15,-2 0-36-15,-3 2 0 0,-1 4 52 0,-2 3-44 16,-1 1-13-16,-1 2-9 0,0 2 115 0,0 1-69 16,0 2-33-16,0 1 5 0,0 1 9 0,0 0-49 15,0 1 1-15,0-3-167 0,0 0 83 0,2-2 51 16,0 0-428-16,-1-5 225 0,2-1 79 15,-3-2 67-15,0-1-556 0,0 0 282 16,0-2 153-16,-3 0 73 0,-5-4-269 0</inkml:trace>
  <inkml:trace contextRef="#ctx0" brushRef="#br0" timeOffset="204273.55">27435 12438 386 0,'-20'-4'0'0,"1"2"0"0,6 0 0 0,4 1 0 0,3-2 0 0,3 3 324 0,-2 0-146 0,5 0-72 0,0-1 155 16,5-1-118-16,8 0-55 0,4-2-28 0,1 1 72 15,6-1-49-15,-4-1-18 0,3 0-76 0,-2-1 22 16,0 1 0-16,-3-1 21 16,-2 2-322-16,-5 1 170 0,0-1 72 0,-3 0 40 15,-1 2-526-15</inkml:trace>
  <inkml:trace contextRef="#ctx0" brushRef="#br0" timeOffset="204422.15">27489 12304 1052 0,'-2'0'0'0,"-3"0"0"0,3 8 0 0,-1 1 0 0,1 2 0 0,-3 3 0 0,2-1 0 0,2 2 0 0,-1 2 291 16,-2-3-129-16,1 4-57 0,-2-3-31 0,3 0-1 15,-1-4-40-15,1-2 0 0,2 1-274 0,0-5 146 16,0-3 59-16,0-2 35 0</inkml:trace>
  <inkml:trace contextRef="#ctx0" brushRef="#br0" timeOffset="204557.95">27588 12269 874 0,'3'-3'0'0,"0"3"0"0,0 0 0 0,-1 6 0 0,0 2 0 0,-1 5 0 0,-1 0 198 0,0 2-82 15,0 0-42-15,0 0 88 0,0 0-56 0,0 1-41 16,0-7-84-16,0 2 25 0,2-3 1 0,1-4 26 16,6-4-475-16</inkml:trace>
  <inkml:trace contextRef="#ctx0" brushRef="#br0" timeOffset="205012.79">28068 11735 903 0,'25'-9'0'0,"-3"5"0"0,-6 2 0 0,-4 2 0 0,-4 0 0 0,-4 0 0 0,-4 0 72 15,0 13 0-15,-12 4-40 0,-8 4 16 0,-5-2-16 16,0 3 1-16,0-2 0 15,-2 0-48-15,0-1 24 0,7-6 9 0,0 2-13 16,1-4-1-16,6-2 29 0,5-3 0 0,3-2 106 16,1-3-45-16,4 3-34 0,0-4-5 0,2 0 0 15,10 0-22-15,4 0-1 0,3 0 66 0,1-5-37 16,-1-3 0-16,1 1-28 0,1-3-63 0,-4 2 32 16,-2 1 7-16,-1 0-282 0,-5 3 149 0,-2 0 61 15,2 1 41-15,-6-2-450 0,-1 3 217 0,0-5 91 16,-2 2-111-16,0-3 121 0,-7-1 60 0,-2-3 31 15,-2-1 63-15,-1 0 0 16,2 0 0-16,0 2 0 0,3 5 0 0,1 3 0 16,-2-1 0-16,-3 2 0 0,3 2 0 0,-3 0 0 15,1 2 0-15,-1 9 188 0,-3 6-53 0,-2 4-71 16,0 3 304-16,-4 4-148 0,2 2-93 0,1 2-39 16,1-2 264-16,2 0-159 0,7-8-80 0,3 3-40 15,4-4 122-15,0-3-73 0,1-2-49 0,16-5 77 16,6-3-59-16,4-7-29 0,3-1-75 15,2 0 31-15,-2-1-8 0,3-11 23 0,1 2-413 16,-2-1 206-16,-2 1 104 0,-7 8 59 16,3-4-664-16,-3 2 324 0</inkml:trace>
  <inkml:trace contextRef="#ctx0" brushRef="#br0" timeOffset="205445.4">27877 12301 649 0,'-15'8'0'0,"5"-5"0"0,8 2 0 0,2-1 0 0,0-4 207 16,8 0-87-16,11 0-43 0,5 0-23 0,-1-2 315 16,7-5-172-16,-3-1-82 0,3-3 142 0,-4 2-112 15,3-4-56-15,-6 3-20 0,1-4-263 0,-6 6 114 16,-1-2 56-16,-5 5 29 0,-2-3-426 0,-5 4 235 16,-2 3 105-16,-3-3-212 0,0 0 87 0,0-1 97 15,-6 0-32-15,-5-4-165 0,1-4 140 0,1-1 77 16,-3 0 89-16,0-1 0 0,6 2 0 15,-1 3 0-15,-2-3 0 0,-1 4 0 16,6 3 0-16,0 2 0 0,-1 2 137 0,5 0-81 16,0 2-40-16,0 0 369 0,0 14-157 0,0 2-105 15,0 9-9-15,0-5 133 0,0 11-111 0,0-1-51 16,5 2 230-16,-1 0-141 16,0-1-71-16,-1-6-27 0,1 5 15 0,-3-9-30 0,1-1 0 0,-2-1-28 15,0-5-56-15,0-2 24 0,0 0 0 0,-10-6-121 16,0-1 77-16,-5-2 38 15,-3-1 8-15,2-2-47 0,-4 0 18 0,2 0 26 16,-2 0-135-16,2 0 66 0,-2-2-4 0,3-3 1 16,2-4 74-16,5 0 0 0,-1 1-38 0,8-3 13 15,1 1 87-15,2-3-33 0,0-2-23 0,7-2-43 16,10 0 10-16,5-1 16 0,1-3 17 0,4 1-394 16,-2 0 181-16,6-2 81 0,-1-1-177 0,-2-3 134 15,-3-4 59-15</inkml:trace>
  <inkml:trace contextRef="#ctx0" brushRef="#br0" timeOffset="205596.99">28406 11899 641 0,'0'-8'0'0,"0"4"0"0,0 1 0 0,1-1 0 0,5 0 0 0,-1 2 0 0,2 0 311 16,4 1-143-16,1-3-68 0,1 4-42 0,1 0 0 0,4 0-25 15,2 0 8-15,2 0-472 0,-2 0 217 0,0 0 107 16,-2 0-211-16,2-2 144 0</inkml:trace>
  <inkml:trace contextRef="#ctx0" brushRef="#br0" timeOffset="206994.66">28776 11812 810 0,'0'-2'0'0,"0"1"0"0,-4 1 0 0,-6 0 0 0,-8 0 0 0,-5 11 0 0,0 2 147 0,-4 3-58 0,-1 2-20 0,0 4-7 16,-4 1 42-16,-6 1-35 0,5-1-1 0,-4 3 53 15,-4 0-37-15,0-1-29 0,2-2 0 0,11-7 2 16,3-3 0-16,4-2-24 15,8-5 8-15,-1 0 147 0,9-2-78 0,2-4-39 16,3 0 75-16,0 0-48 0,0 0-37 0,7 0 0 16,13-4 14-16,8-6-21 0,1 1 0 0,9-1-13 15,6-6-35-15,-12 9-1 0,7-5 28 0,-4 5-273 16,-1 0 136-16,-6 3 77 0,3-2 26 0,-9 2-419 16,-1 0 208-16,-3 1 61 0,-5 2-254 0,-3 0 178 15,-3-1 101-15,-3-1 47 0,-2 2-101 16,-2-5 74-16,0-3 36 0,0-1-155 15,-5-1 100-15,-3-2 46 0,-4-8 23 0,0 1-6 16,-2-3 62-16,1-3 0 0,-1-2 0 0,0 0 0 16,4-1 0-16,-2 5 0 0,-1 5 0 0,0 0 0 15,4 4 0-15,2 8 0 0,1 2 303 0,1 0-128 16,0 5-90-16,0 0-2 0,1 10 191 0,3 11-120 16,-1 3-61-16,2 4 284 0,0 4-172 0,0 4-79 15,0 1 255-15,0 3-175 0,0-3-86 0,0 1-44 16,0-2-72-16,0-2 8 0,0-3 21 15,0-1 0-15,0-2-319 0,-2-7 160 16,-2 1 79-16,3-4 48 0,-3-5-201 0,2-3 117 16,0-5 13-16,2-3-490 0,-3-2 255 0,3 0 129 15,0-6-41-15,0-8 2 0,-3-2 91 0,3-3 46 16,-3 2-63-16,2 3 50 0,-2-3 91 0,1 10 0 16,-2-2 26-16,1 4-20 0,0 1 0 0,0 2-47 15,-4 2 282-15,-2 0-137 16,-1 7-68-16,-5 6 119 0,-1 6-36 0,0-3-62 15,-1 6 223-15,-2-3-123 0,-1 2-63 0,8-7-30 16,-3 1-71-16,1-1 9 0,6-5 31 0,3-1-1 16,2-4-167-16,3-1 83 0,0-3 51 0,0 0 13 15,3 0-284-15,12-7 142 0,4-7 35 0,1 1-10 16,1 1 6-16,8 0 41 0,-4 1-7 0,3 3 119 16,-7 4-44-16,3 3-21 0,0-1 266 0,-2 2-135 15,0 0-59-15,-2 0-40 0,1 2 241 0,-2 3-124 16,-1 1-17-16,-1-2-35 15,0 2-27-15,-2-3 0 0,-2-1-26 0,-1 0-73 16,-3-1 44-16,-4-1-7 0,1 0-315 0,-3 0 173 16,-1 0 63-16,0 0 52 15,-2 0-418-15,0 0 214 0,-13 0 87 0,-6 0 58 0,-3 0-3 0,-4-1 92 16,0-1 0-16,4 2 0 0,1 0 0 0,1 0 0 16,1 0 0-16,1 6 0 0,-1-3 0 0,6 4 0 15,1 5 181-15,2 0-94 0,6 1-32 0,0 1-39 16,1 1 348-16,3 2-173 0,0 0-57 0,0 2-51 15,0-2 178-15,5-1-114 16,1 2-49-16,1-2 8 0,-1-1-37 0,0-3 0 16,1-3-36-16,-2-1-234 0,1-3 125 0,-3-1 50 15,1 0-100-15,1-4 79 0,-3 0 40 0,-1 0 0 16,1 0-267-16,0 0 91 0,-2 0 84 0,0-2-23 16,0 0 107-16,0 0-18 0,0 0-8 0,0 1 250 15,0 1-121-15,-5 0-61 16,-7 3-29-16,-1 11 203 0,-3 0-105 0,-2 5-18 0,1 0 20 0,-1 0-7 15,1-4-33-15,4 2 11 16,-6 0-49-16,8-4 13 0,-3-4 0 0,7-3-1 16,-4-3-53-16,5-3 27 0,2 0 8 0,0 0-17 15,2-2 33-15,2-8-22 0,0-8 17 0,0 0-53 16,9-3 28-16,9-5-16 0,3 1 79 0,0-3-24 16,11-6 0-16,-2 0-20 0,3-1-32 0,6-5 33 15,3-7-2-15,0 2 7 0,0-3-170 0,-4 1 75 16,11-14 39-16,-9 5-305 15,2-2 160-15,0 3 65 0,-9 11 45 0,4 0-160 16,-3 7 102-16,-7 8 45 0,1 3 153 0,-7 7-54 16,-4 8-26-16,-4 2-8 0,-2 4 125 0,-5 4-72 15,-4-1-36-15,1 2 0 0,-3 0 393 0,0 13-166 16,-9 7-115-16,-7 0 285 0,0 6-183 0,-5 1-93 16,-1 4-45-16,1 1-6 0,-1-2-40 0,6-2-1 15,2-1-67-15,8-9 34 0,-1 1 0 16,1-5 42-16,5-3-134 0,-1-4 64 15,2-1 30-15,0-2 0 0,2-3-33 0,5-1 0 16,4 0 24-16,2 0 43 0,1 0-30 0,-1 3-40 16,-1 0 32-16,-2 4 190 0,2 1-90 0,0 5-39 15,-5 3 229-15,1 0-122 0,-7 5-66 0,1 0-25 16,-2 7 154-16,0-4-97 0,-10 5-50 0,-3-3-24 16,-6 2 143-16,1-3-200 0,-2 4 0 0,1-3 0 15,-4-1 0-15,1-1 0 0,0-3 0 0,-5-2 0 16,2-5-199-16,1-2 193 0,4-4-404 15,-1-4 186-15,3-4 115 0,0 0 1 16,4 0-276-16,0-8 176 0,1-8 87 0,3-5 44 16,5-2-50-16,3-2 38 0,2-3 33 0,0 6-2 15,0 1 25-15,4 2 0 0,9 4 0 0,2 3 277 16,7 5-134-16,5 4-72 0,5 1-35 0,6 2 461 16,4 0-238-16,-2 8-51 0,10 6 239 15,-4 4-191-15,0 2-96 0,2 0-46 0,-4 1-128 0,-3-4 48 16,7 6-8-16,-7-7-255 0,1-2 148 15,-3-3 73-15,-4-2 45 0,11 1-987 16,-5-1 417-16,-7-5 267 0</inkml:trace>
  <inkml:trace contextRef="#ctx0" brushRef="#br0" timeOffset="207128.3">29993 12597 2217 0,'0'0'0'0,"3"3"0"0,10-2 0 0,-5 1 0 0,-7-1 0 0,1-1 0 0,-2 0 179 0,0 0-78 16,0 0-34-16,0-8 0 0,0-9-762 0,0-8 364 16</inkml:trace>
  <inkml:trace contextRef="#ctx0" brushRef="#br0" timeOffset="-167244.03">5588 12239 667 0,'0'-4'0'0,"-2"1"0"0,1 0 0 0,-2 2 0 0,1 1 0 0,2-2 362 0,-3 2-156 0,1 0-91 0,2 0-41 16,0 0 116-16,0 0-78 0,0 0-40 0,0 0 129 16,5-2-89-16,9 0-39 0,1-1 69 0,6 2-54 15,-1-1-28-15,2 0 8 0,7 0-8 0,-3 1-1 16,0-1-26-16,-1 2 0 0,-1 0-58 0,-3-2 38 16,1 2-9-16,-3 0-6 0,-2 0 1 0,-2 0 33 15,-2 0-170-15,-2 0 89 16,-5 0 13-16,0 0 28 0,-1 0-287 0,-4 0 143 15,1 0 45-15,0 0 40 0,-2-2-319 0,0 0 177 16,0 0 87-16,-4-1 46 0,-4 2-306 0,1-3 166 16</inkml:trace>
  <inkml:trace contextRef="#ctx0" brushRef="#br0" timeOffset="-166918.86">5776 12005 1138 0,'-10'-5'0'0,"2"1"0"0,3 2 0 0,-2 0 0 0,3 1 0 0,2 1 232 0,1 0-100 0,1 0-50 0,0 0 109 0,0 0-71 0,0 7-48 16,0 7 106-16,0 4-73 0,0 3-37 0,0-1 1 0,0 5-196 16,1 3 75-16,-1-2 43 0,0 1-316 15,0 1 180-15,0-1 88 0,0-4 53 0,-1 6-318 16,-7-9 165-16,1 1 37 0,-5-3 54 0,-1-2-60 16,-2-3 38-16,0-3 32 15,-2-5 79-15,0-1-29 0,0-2 1 0,3-1 204 0,2-1-124 16,0 0-50-16,4 0-28 0,0 0-1 0,4 0 385 15,2 0-167-15,2 0-107 0,0 0 201 16,0 0-137-16,12 0-70 0,4 0 82 16,5 0-67-16,6 0-46 0,0 0 0 0,0 0-37 0,3 0 93 15,-2 0-47-15,-4 0-15 0,7-1-169 16,-9-3 68-16,1 0 35 0,-3 1 1 16,-3 0-392-16,-4 1 221 0,-1 2 66 0,-5 0 64 0,-2 0-632 15,-2 5 318-15,-2 7 161 0</inkml:trace>
  <inkml:trace contextRef="#ctx0" brushRef="#br0" timeOffset="-166721.52">5607 12657 1610 0,'-6'0'0'0,"6"4"0"0,0-4 0 0,0 0 0 0,0 0 0 0,0-2 0 0,3-5 0 0,9-5 0 0,3 1 377 0,2 0-164 0,2 2-95 16,0 0-42-16,1-1-15 0,0 4 0 0,-1 1-28 15,-3 1-310-15,1 2 150 0,1 2 80 16,-6 0 40-16,1 0-442 0,-3 0 239 0,-3 0 127 0,1 0-274 16,-4 0 168-16,-3 0 53 0,1 0 52 0</inkml:trace>
  <inkml:trace contextRef="#ctx0" brushRef="#br0" timeOffset="-166532.03">5758 12414 1136 0,'-8'0'0'0,"4"0"0"0,3 0 0 0,-4 7 0 0,4 6 0 0,-2 3 0 0,1 0 0 0,2 6 181 0,0 2-74 0,0 3-37 0,0-1 99 16,0-1-60-16,0 7-42 0,5-2 0 0,1-2-90 15,-3 0 28-15,4-1-1 0,-1-3-26 0,3 4 22 16,1-9 1-16,-1 0 32 0,3-6-179 0,-1-6 97 16,2 0 37-16,0-7-247 0,2 0 135 0,-2-1 38 0,1-11 41 15,-1-4-327-15,2-10 174 16,-3 3 83-16,-2-7 41 0</inkml:trace>
  <inkml:trace contextRef="#ctx0" brushRef="#br0" timeOffset="-166369.87">5943 12444 1382 0,'-5'-15'0'0,"1"1"0"0,2 4 0 0,2 1 0 0,0-2 0 0,0 0 0 0,2 1 0 0,9-1 453 16,10 0-210-16,-2-1-97 0,8-1 141 16,-2 2-128-16,4-1-62 0,1 4-33 0,0-1-69 15,-6 1 9-15,8 0 28 0,-4 2-361 16,0 3 181-16,-3-2 90 0,-5 4 46 0,4-1-491 15,-9 1 249-15,3 1 138 0,-8 0-402 16,1 0 238-16,-6 0 124 0,-1 0 54 0,-4 0-104 16</inkml:trace>
  <inkml:trace contextRef="#ctx0" brushRef="#br0" timeOffset="-166039.72">6191 11976 401 0,'-9'-15'0'0,"1"3"0"0,2 5 0 0,1 2 0 0,3 4 400 16,-1-1-183-16,0 2-92 0,3 0-47 0,0 13 287 15,0 10-170-15,0 1-81 0,3 8-41 0,5 9 138 16,0 6-90-16,2 1-36 0,2 2 147 16,-4 4-100-16,3 2-50 0,-3 1-25 0,1 0 28 15,1-5-19-15,-1 1-7 0,-2-6-151 0,1 0 63 16,-2-5 30 0,0-9 1-16,-4-3-199 0,-1 4 111 0,1-12-59 0,-2 0 61 0,0-2 51 15,0-7-26-15,-9-5-171 0,-5 0 84 0,0-8 56 16,-2 0-53-16,-4 0 56 0,3-10 18 15,-5-13-116-15,4-3 146 0,-6-8 6 0,7-2 0 16,1-2 93-16,4 4-83 0,2 3-10 0,3 7 0 16,2-1 549-16,4 4-514 0,1 9-35 0,0-2-8 15,0 4 190-15,6 3-66 0,5 1-47 0,3 2 8 16,0 1-22-16,3-1 268 0,-1 3-132 16,3-2-303-16,-1 3 90 0,2 0 43 0,7 0-1185 15,-4-1 1193-15,3 1-5 0,1-2 12 0,0 0-1068 16</inkml:trace>
  <inkml:trace contextRef="#ctx0" brushRef="#br0" timeOffset="-165897.12">6571 12051 754 0,'-5'-8'0'0,"-2"5"0"0,2 1 0 0,-1 0 0 0,-2-1 0 0,4 3 336 0,-5 0-144 0,6 0-83 0,-3 0-39 0,3 3-301 16,-2 8 127-16,4 2 63 0,-2 4 37 0</inkml:trace>
  <inkml:trace contextRef="#ctx0" brushRef="#br0" timeOffset="-165756.48">6509 12257 1311 0,'-3'14'0'16,"3"6"0"-16,0-1 0 0,0 0 0 0,-1 2 0 0,1 1 0 0,0 0 0 0,0 7 0 0,0-1 228 0,0 0 115 0,0 0-155 0,0 2-78 0,0-5-205 15,0 9 94-15,0-6 1 0,0-2 32 16,0-4-200-16,1 0 100 0,2-1 59 15,-2-2-561-15,4-7 298 0,-4-1 147 0,6-6 75 0</inkml:trace>
  <inkml:trace contextRef="#ctx0" brushRef="#br0" timeOffset="-165237.65">6621 12118 1134 0,'9'-7'0'0,"7"3"0"0,1 1 0 0,0-2 0 0,-1 0 187 0,5 1-77 0,1 1-39 16,-3 1 109-16,7 0-78 0,-1 2-34 0,-2 0-1 0,3 0-38 16,-5 0 4-16,1 0 8 0,0 0-9 0,-5 0-84 15,-1 0 43-15,-1 2 20 0,-6 0-11 16,0-1 8-16,0 1 25 0,-7 0 0 0,0 0 49 16,0-2-25-16,1 2 1 0,-3-2-43 0,0 3 216 15,0 2-99-15,0-2-50 0,0 5-25 0,0-1 72 16,0 3-39-1,0 2-33-15,0 6-1 0,0 0 65 0,0 5-44 0,0 6-22 16,3 0-32-16,2 7 10 0,1 7 0 0,2-1-80 0,-1 1 41 16,1-1-1-16,-1-4 48 0,2 10-169 0,0-8 80 15,-1-5 40-15,-2 2-113 0,1-1-2 16,-1-3 44-16,-1-1 38 0,-2-1-42 0,-1 1 32 16,-2-4-59-16,0-2 40 0,0-8 7 15,0 3-162-15,-8-4 95 0,0-5 49 16,-4-1 25-16,-3-6-645 0,0-3 660 0,-4-2 8 15,-6 0-508-15,1-14 442 0,-6-8 33 0,-2-6 0 0,-4-5-89 16,0-7 65-16,1-2 29 0,3 2-1 0,-2 2 68 16,4 6-39-16,5 7-8 0,1-1 346 15,8 8-169-15,-1 0-85 0,4 5-41 16,8 2 464-16,0 2-249 0,5 2-95 16,0-3-71-16,10 0 333 0,12 1-179 15,2 0-82-15,4-1-54 0,4 1 61 0,3 3-52 0,-2 1-27 16,1 0-7-16,-1 4-11 0,-4 1-8 0,1 0 0 15,-8 0-410-15,1 0 205 0,-2 8 102 0,-5 1 60 0,0 0-578 16,-6 2 260-16,-4 1 159 0,-4-5 13 0</inkml:trace>
  <inkml:trace contextRef="#ctx0" brushRef="#br0" timeOffset="-165035.97">6770 12218 1067 0,'0'-2'0'0,"0"2"0"0,0 2 0 0,0 9 0 0,0 3 0 0,0 4 157 16,0 7-62-16,2 1-31 0,1 5 370 16,4 2-201-16,-2 2-92 0,2 4-58 0,1-1 48 15,-1 0-49-15,1 1-25 0,-2-3-274 0,-1 0 134 16,1-2 53-16,-3-1-409 0,1-3 236 0,-1-3 117 16,-3-6-191-16,0-3 91 0,0-3 92 0,0-5-282 15,0-5 172 1,-5-3 85-16,-6-2 44 0</inkml:trace>
  <inkml:trace contextRef="#ctx0" brushRef="#br0" timeOffset="-164893.81">6774 12644 359 0,'0'-22'31'0,"0"3"-31"0,0 7 0 0,1 3 575 16,1 4-516-16,0 3-26 0,1 2 144 15,-3 0-72-15,0 4-37 0,0 13 1 0,-7 7 317 16,-6 0-181-16,-7 10-86 0,-5-2-43 0,-2 2 10 16,-4-1-27-16,2-4 8 0,-6 4-34 15,8-10-260-15,1-2 130 16,2-4 64-16,5-6 42 0,0-4-506 0,8-3 264 0,3-2 134 15,1-2-259-15,7 0 132 0</inkml:trace>
  <inkml:trace contextRef="#ctx0" brushRef="#br0" timeOffset="-164698.37">7587 12829 1824 0,'-4'0'0'0,"2"1"0"0,2 1 0 0,0-2 0 0,0 2 0 0,0-2 517 0,0 0-242 15,0 1-121-15,0 2-220 0,-2-3 58 16,2 3 16-16,0 3 0 0,-2 4-1050 0</inkml:trace>
  <inkml:trace contextRef="#ctx0" brushRef="#br0" timeOffset="-163857.65">8005 12088 1189 0,'0'0'0'0,"0"0"0"0,0 0 0 0,0 4 0 0,0 0 259 0,4-1-114 15,2 2-48-15,1 0 111 0,1 1-88 16,1 1-44-16,2 0-21 0,2 3 84 0,-3-1-45 15,2-1-35-15,-3 1 1 0,-2-1-157 0,0 1 65 16,2-1 32-16,-4-1-305 0,1 3 165 0,-5-3 86 16,1 1-555-16,-2 3 300 0,0-1 118 0</inkml:trace>
  <inkml:trace contextRef="#ctx0" brushRef="#br0" timeOffset="-163707.03">7981 12372 1609 0,'0'4'0'0,"0"3"0"0,0-1 0 0,0-2 0 0,0-3 0 0,0 3 0 0,0 0 0 0,0 2 0 0,0-3 284 16,2 4-126-16,8 0-62 0,-1 2-315 15,3 0 134-15,0 5-1099 0,-1 0 1098 16,1 2 42-16,-1 2 21 0</inkml:trace>
  <inkml:trace contextRef="#ctx0" brushRef="#br0" timeOffset="-163558.43">8004 12835 1462 0,'-3'8'0'0,"-2"0"0"0,4-7 0 0,1 1 0 0,0-2 0 0,0 0 0 0,0 0 253 15,1-4-101-15,12-14-64 0,6-3 17 0,2-3-36 16,1-2 0-16,1-3-36 0,3 1-353 0,-2-3 172 16,4-2 90-16,-3 2 46 0,3-3-603 15</inkml:trace>
  <inkml:trace contextRef="#ctx0" brushRef="#br0" timeOffset="-163414.79">8685 11884 578 0,'0'-4'0'0,"0"2"0"0,0 0 0 0,-1 2 0 0,-9 0 426 0,-1 0-201 16,-6 10-96-16,1 7-69 0,-3 5-27 0,-4 4-455 15,0 1 215-15,2 3 104 0,-1 0-262 16</inkml:trace>
  <inkml:trace contextRef="#ctx0" brushRef="#br0" timeOffset="-163267.15">8314 12262 1778 0,'-10'4'0'0,"7"-1"0"0,-2-3 0 0,5 0 0 0,0 0 0 0,2 0 0 0,12-3 0 0,10-2 0 0,0-3 150 0,6 1-58 0,8-2-22 16,-2 1 204-16,1-2-121 0,1 3-60 0,-3 2-31 15,0 1-150-15,-8 2 68 0,5-1 23 0,-6 3-1 0,-5 0-523 16,0 0 277-16,-4 0 138 0,-4 0 77 0,-2 0-320 15,-3 3 111-15</inkml:trace>
  <inkml:trace contextRef="#ctx0" brushRef="#br0" timeOffset="-163098.52">8614 12082 1220 0,'0'0'0'0,"0"1"0"0,-2 4 0 0,2 1 0 0,-3 1 0 0,-2 6 247 0,2 1-107 0,-5 2-54 0,-1 9 241 15,-3 2-139-15,0 3-81 0,-8 9-38 0,0-2-141 16,1 3 52-16,-2 0 26 0,7-8 9 0,-3-2-179 0,4-1 98 16,5-8 50-16,-4-3 24 0,7-6-535 0,3-3 289 15</inkml:trace>
  <inkml:trace contextRef="#ctx0" brushRef="#br0" timeOffset="-162943.95">8535 12327 1620 0,'12'0'0'0,"4"0"0"0,0 2 0 0,0 1 0 0,3 5 0 0,3 0 0 0,1 1 577 16,0-2-264-16,5 5-145 0,-2-3-67 0,-4 2 37 16,4 1-52-16,-4-2-27 0,-3 2 9 0,-1-1-536 15,-1 1 251-15,-4-1 124 0,-2-2-269 16,-3-2 197-16,-2 1 107 0,-3 0 41 0,-1 0-685 16</inkml:trace>
  <inkml:trace contextRef="#ctx0" brushRef="#br0" timeOffset="-162647.47">8480 12580 1611 0,'-3'16'0'0,"2"0"0"0,1 7 0 0,0-1 0 0,0 3 0 0,0 3 179 16,0 0-66-16,1 2 314 0,4 2-198 0,3 0-98 0,-4 0 86 16,3-2-215-16,-3 0 39 15,2 0-8-15,-5-4-69 0,1-5 34 16,1 0 1-16,-3-5 33 0,0-4-218 0,0-4 105 15,0-1 57-15,-6-6 28 0,-6-1-266 0,0 0 148 16,-4-8 70-16,0-7-42 0,-2-8-215 0,1-1 126 16,-1-7 72-16,-1-1 34 0,1 0-98 0,0 3 71 0,4 2 32 15,3 11-1-15,-2 2 67 0,2 7-35 16,2 1-8-16,0 4 9 0,3 2 189 0,-3 4-95 16,4 10-48-16,0 3 186 0,2 2-121 15,3 0-15-15,0 2-40 0,0-1 12 0,1 0-29 16,7-1-432-16,5-5 208 0,4-4 112 0,6-4-203 15</inkml:trace>
  <inkml:trace contextRef="#ctx0" brushRef="#br0" timeOffset="-162499.87">8599 12789 1632 0,'4'0'0'0,"4"4"0"0,-2-1 0 0,-5 1 0 0,3 0 0 0,-3 1 0 0,1 1 0 0,0 2 208 0,1-1-88 16,-3 2-43-16,1 2-23 0,0-3 195 0,3 3-112 0,1 0-390 15,-2-1 143-15,-1-2-1207 0,4-1 1288 16,-1-3 39-16,4-2-8 0</inkml:trace>
  <inkml:trace contextRef="#ctx0" brushRef="#br0" timeOffset="-162365.24">8786 12789 840 0,'6'0'0'0,"-3"4"0"0,2 0 0 0,-3 5 0 0,2-1 0 0,-3-1 58 0,3 2 438 16,0 0-224-16,0 3-123 0,-1 1-59 0,2 0 209 15,-2 0-133-15,1 2-67 0,0 0-104 16,-1-1 14-16,1 3 1 0,-1-6 23 0,4 0-556 16,0-2 277-16</inkml:trace>
  <inkml:trace contextRef="#ctx0" brushRef="#br0" timeOffset="-162001.21">9014 12498 1676 0,'-3'0'0'0,"3"0"0"0,0 0 0 0,3 0 0 0,6 0 0 0,6 0 203 0,2 0-89 0,1 0-41 0,2 0 1 0,-1 0 280 15,9 0-160-15,-5 0-73 0,2 0-48 0,2 0-91 16,-8 0 25 0,4 0 0-16,-5-2-197 0,-1 0 119 15,-2 0 48-15,-5 2-72 0,-1 0 63 0,-2 0 31 0,-1 0 63 16,-4 0-35-16,-1 0 82 15,1 0-52-15,0 0-31 0,-2 2-32 0,0 2 275 16,0 2-123-16,0-3-57 0,0 5-34 0,0 1 14 0,0 2 90 16,0 2-63-16,0 1-24 0,3 4-8 0,0 2-7 15,-3 0-24-15,2 6 0 0,0-1-1 0,0-3-33 16,0 7 12-16,-2-1 159 0,0-1-170 0,0 2 0 16,0-1 0-16,-6-5 0 0,-4 6 0 0,-1-3 0 15,-1-4 0-15,-4-1-388 0,2-5 244 16,-6-1 73-16,-1-4-480 0,4-5 258 15,-5-5 131-15,3-1-947 0,1 0 1013 0,-1-21 35 0,2-11 0 0,4-12-232 16,2-20 130-16</inkml:trace>
  <inkml:trace contextRef="#ctx0" brushRef="#br0" timeOffset="-161839.65">9098 12090 1074 0,'5'-8'0'0,"2"5"0"0,4 3 0 0,-2 4 0 0,-1 12 0 0,0 13 582 16,-3-1-274-16,0 9-129 0,-1 10-78 0,-1 3 224 0,-3 3-146 15,0 14-73-15,-5-2-37 0,-6-8 286 0,-3 12-166 0,2-20-78 16,-1 5-195-16,0-5 58 0,0-5 29 0,2-3 9 16,-5 1-583-16,5-11 302 0,0-3 150 0,5-12 77 0,4-6-762 15,2-4 328-15</inkml:trace>
  <inkml:trace contextRef="#ctx0" brushRef="#br0" timeOffset="-161432.15">9452 12580 1567 0,'9'6'0'0,"3"8"0"0,-5-3 0 0,-1-4 0 0,-5 7 0 0,3-2 708 0,-2 3-338 15,0 3-168-15,-1-2 102 0,1 3-128 0,0-1-75 0,-2 2-35 16,0-4-520-16,0 1 244 0,0-6 121 0,0-3 69 0,0-2-635 31,0-3 339-31,0-3 169 0,0 0 85 0,-2-2-278 0,-3-14 159 16,-2-9 35-16,-1-1-152 0,-4-12 133 15,5 6 66-15,-2-1 33 0,4 5 111 0,-2-6-35 16,4 13-21-16,1 0 0 0,2 4 403 0,0 6-212 16,0 0-114-16,2 2-46 0,11 2 436 0,4 2-186 15,5 1-132-15,1 2 13 0,8 0 95 0,-4 2-106 16,4 0-54-16,-5 4-27 0,-1 5 132 0,-5 5-71 16,5 3-48-16,-8 0-66 0,-3-1 1 15,-5 5 25-15,-3 0 1 0,-4 2-199 0,-2 1 95 0,-2-2 51 16,-11 1-73-16,-7-4 60 0,-1-1 68 15,0-3 8-15,-5 1-33 0,1-3-35 0,0-4 148 16,7 0-73-16,0-3 417 0,6 0-410 0,3-5-39 16,2 2 14-16,4-3-212 0,3 1 190 15,0-1 1-15,10 0 30 0,12 0-652 16,2-5 620-16,5-5 0 0,-1-1 25 0,-2 2-1273 16,-1 1 1157-16,4-3 31 0,-2 3-21 0,-1-2-259 15</inkml:trace>
  <inkml:trace contextRef="#ctx0" brushRef="#br0" timeOffset="-161257.39">9912 12190 1527 0,'4'-10'0'0,"10"5"0"0,7-1 0 0,2-1 0 0,0 1 283 0,0 0-126 0,6 3-62 0,-1-1-23 0,2 0 60 16,2 1-49-16,-2 3-26 0,-2 0 1 0,-1 0-425 15,-6 3 209-15,-1 5 90 0,-5-1-333 0,-2 3 204 16,-8-3 102-16</inkml:trace>
  <inkml:trace contextRef="#ctx0" brushRef="#br0" timeOffset="-160971.8">10183 11964 1366 0,'0'0'0'0,"-2"0"0"0,2 0 0 0,0 6 0 0,0 6 0 0,0 2 0 0,-5 7 0 0,0 5 213 0,-4 2-90 0,-4 6-45 0,-4 4 89 16,1-6-68-16,-2 2-24 0,-5 1-9 0,2-1 7 16,-1-3-40-16,3-5-1 0,-2-4 1 0,10-5 96 15,-1 0-52-15,3-4-22 0,4-2 0 0,-1 3 73 16,6-2-47-16,0 4-16 0,0 0 86 16,0 3-59-16,0 5-29 15,2 3-1-15,0 1 39 0,2 4-26 0,-3 2-8 0,1 1-34 0,0 1-125 16,-2-2 63-16,0 0 31 0,0-1 8 0,0-1-146 15,0-4 84-15,-2-5 42 0,-3-3 22 0,3-6-564 16,0-6 226-16,0-1 154 0,-1-7-431 16,-1 0 285-16,4-9 143 0,-2-16-314 0,-1-3-139 15</inkml:trace>
  <inkml:trace contextRef="#ctx0" brushRef="#br0" timeOffset="-160700.04">9886 12450 884 0,'1'-24'0'0,"3"3"0"0,5 5 0 0,5 1 0 0,2 2 0 0,3 2 352 15,6 3-159-15,4 2-72 0,-1 0-48 0,2 3 214 0,-2 1-127 0,-3 2-63 16,4 0 163-16,-7 0-215 0,3 0-12 0,-7 0 0 0,1 4 27 16,-8-4 0-16,1 1-27 0,-5-1 7 0,-3 2 104 15,0-2-55-15,-3 0-29 0,-1 0 1 0,0 0 155 16,0 0-83-16,0 0-54 0,0 0 126 16,0 4-86-16,0 6-43 0,0 5 106 15,0 1-182 1,0 9 0-16,0 2 0 0,0 4 0 0,0 3 0 0,0 9 0 15,2-7 0-15,6 11 0 0,-6-5 0 0,4 0 0 16,-1 0 0-16,1-6-445 0,-1-1 245 0,2 0 63 0,-4-1 65 16,1-6-501-16,0 0 270 0,-3-8 127 0,-1 0 76 15,0-6-452-15,0-6 260 0,0-1-78 0,-7-7 168 16</inkml:trace>
  <inkml:trace contextRef="#ctx0" brushRef="#br0" timeOffset="-160541.47">9927 12512 1297 0,'-10'0'0'0,"7"0"0"0,3 0 0 0,0 0 0 0,0 0 0 0,7 0 518 0,10 0-235 15,5 0-129-15,5 0-61 0,1 0 366 0,0-1-213 16,0 1-106-16,-3 0-46 0,5 0-135 0,-3 0 37 16,-7 0 0-16,1 0 37 0,-4 4-308 15,-2 1 162-15,-5 3 69 16,0 1-761-16,-6 1 418 0</inkml:trace>
  <inkml:trace contextRef="#ctx0" brushRef="#br0" timeOffset="-160394.86">10054 12693 1313 0,'-14'7'0'0,"8"-4"0"0,-1-2 0 0,2 1 0 0,3 0 0 0,2-2 143 0,0 0-59 16,0 0 303-16,9 0-177 0,3 0-88 0,1 0 61 15,3 0-168-15,1-2 18 0,-1 2 0 0,0 0-1122 16,-2-2 1082-16,2 2 0 0,-5 0 48 0,0 0-1363 15,3 0 1267-15</inkml:trace>
  <inkml:trace contextRef="#ctx0" brushRef="#br0" timeOffset="-160254.24">10051 12808 406 0,'-6'0'40'0,"4"0"-1"0,2 0-39 15,0 0 241-15,0 0-104 0,6 0-52 0,7 0-26 0,2 0 244 16,2 0-127-16,1 0-75 0,0 0-35 0,-4 0-73 15,4 0 40-15,-6 7 0 0,2 3-552 0,-5 0 267 16</inkml:trace>
  <inkml:trace contextRef="#ctx0" brushRef="#br0" timeOffset="-160074.72">9876 13007 1458 0,'-22'5'0'0,"3"0"0"0,9 0 0 0,3-2 0 0,4 1 114 0,3-3-45 0,0 6 1 15,10-4 197-15,14 3-116 0,5-2-60 0,9-2-20 16,8-2 206-16,2 0-122 0,3 0-61 0,-3 0-30 16,3-2-324-16,-10 0 155 0,8-6 65 0,-15 5 36 15,3-1-536-15,-5 1 286 0,-2 2 144 0,-5 0 79 16,-2 1-664-16</inkml:trace>
  <inkml:trace contextRef="#ctx0" brushRef="#br0" timeOffset="-159691.54">10656 12212 1516 0,'-2'0'0'0,"2"0"0"0,0 0 0 0,0 0 0 0,0 0 384 16,0 7-175-16,-4 7-89 0,-3-1-35 0,0 3 41 0,-3 8-46 15,-1-1-24-15,-1-2 0 0,-1 4-102 16,-1-3 48-16,-2 3-9 0,0-4 7 15,4-5-1-15,-1 2 34 0,1-6 0 0,7-4 24 16,1 0-25-16,2-5 1 0,2 1 0 0,0-2-184 16,6-2 75-16,11 0 56 0,8-2-25 0,2-5-161 15,1-7 88-15,0 3 53 0,1 1 13 0,-8-1-292 16,2 2 160-16,-2 0 75 0,-3 5-22 16,-9 2 50-16,0 1 23 0,-6 1-7 0,-3 0 113 15,0 4-40-15,-9 14 0 0,-10 0-41 0,-3 3 363 16,-2 2-190-16,-3 1-82 0,-1 1 480 0,2-3-239 15,4-1-142-15,4-4 248 0,8-6-178 0,-1 0 45 16,8-3-261-16,3-1 0 0,0 1 22 16,3-5-44-16,15-1 30 0,8-2-9 0,1 0-335 15,-1 0 179-15,1-2 89 0,2-1 45 16,-7-3-666-16,7 0 341 0,-8 3 128 0,2 1 94 16,-4 2-623-16,1 0 353 0</inkml:trace>
  <inkml:trace contextRef="#ctx0" brushRef="#br0" timeOffset="-159530.97">10599 12937 2037 0,'-21'8'0'16,"10"-5"0"-16,4 2 0 0,2-5 0 0,1 0 0 0,4 0 0 0,0 0 0 0,0 0 385 0,2 0-176 0,10 0-88 0,9-5 238 16,1-4-164-1,5-2-72-15,1-3-50 0,0 1 1 0,2-3-491 0,0 0 224 16,-1 1-722-16,-1 0 482 0</inkml:trace>
  <inkml:trace contextRef="#ctx0" brushRef="#br0" timeOffset="-159371.39">10877 12504 936 0,'0'-3'94'0,"0"-2"-31"0,0-1 1 0,9 1 755 15,7-1-764-15,-2 0 1 0,2 2-23 0,3 1 176 0,-3-1-88 16,7 2-36-16,-2 1-30 0,-1-1-50 0,-1 2 27 15,-1 0 1-15,2 0 0 0,-3 0-652 0,-6 0 322 16,-2 3 165-16,1 6 82 0</inkml:trace>
  <inkml:trace contextRef="#ctx0" brushRef="#br0" timeOffset="-159207.78">10902 12665 1544 0,'-16'0'0'0,"11"0"0"0,1 0 0 0,4 0 0 0,0-3 0 0,2-6 153 0,10-1-53 0,10-1 385 0,0-3-227 0,3 5 247 15,1-3-465-15,-1 3-7 0,-7 3 8 0,7 1-168 16,-4 1 81-16,-5 0 39 0,0 2 0 0,-5 2-483 16,-2 0 269-16,-1 0 123 0,-2 0 66 0,-5 0-597 15,-1 4 318-15,0 0 101 0,0-4 56 0,-3 0-253 16</inkml:trace>
  <inkml:trace contextRef="#ctx0" brushRef="#br0" timeOffset="-158932.53">10976 12109 1118 0,'0'-2'0'0,"0"2"0"0,0 9 0 0,0 16 0 16,0 3 0-16,0 10 0 0,0 7 0 0,2 9 601 0,5 16-288 0,-2 1-140 0,2 0-70 0,2 1 439 15,0-10-246-15,3 13-136 16,4-13 68-16,-1-13-97 0,2 2-49 0,1-8-25 16,-1-10-79-16,2-1 23 0,0-5-276 0,-5-11 155 15,2-2 76-15,-7-7-311 0,3-3 202 0,-5-4 89 0,0-3-372 16,-1-11 398-16,-4-10 17 0,-1 0-31 0,-1 1 23 15,0-1-4-15,0 1 0 0,-5 0 1 0,-2 2 75 16,-4 4-38-16,-1 2-8 0,-1 6-30 0,0-1 120 16,0 7-59-16,-5 1-31 15,2 2 0-15,-3 0 87 0,-3 0-29 0,-1 9-33 16,0 4-243-16,-1 2 107 16,-3-2 59-16,7 1 23 0,-2-1-257 0,2-6 134 0,8-5 56 0</inkml:trace>
  <inkml:trace contextRef="#ctx0" brushRef="#br0" timeOffset="-158791.89">11109 12057 2979 0,'5'0'0'16,"10"3"0"-16,7 8 0 0,-2 3 0 0,-4-1 0 0,-1 4 0 0,-2 3 0 0,-1 1 332 0,-5 1-154 0,1 3-855 15,-5 1 702-15,-1 0 8 0,0 1 0 0,-2 3-1213 16,2 0 597-16</inkml:trace>
  <inkml:trace contextRef="#ctx0" brushRef="#br0" timeOffset="-158099.15">11867 12212 1007 0,'0'-21'0'0,"0"3"0"0,0 10 0 0,0 3 0 0,0 1 0 0,0 1 0 0,0-2 149 0,0 1-59 16,-4 3-28-16,-3-1 58 0,0 0-35 0,-3 2-31 0,-3 0-90 15,0 0 34-15,-4 8-1 0,-4 2 36 16,4 2 8-16,-7 3-8 0,6-6-110 16,-2 5 55-16,3-5 27 0,3 1 39 0,2-4-30 0,1-1 11 15,2 1 164-15,0-2-80 0,4 1-51 16,1 2 81-16,2 3-46 0,2 3-30 0,0 5 118 16,0 4-74-16,0 6-37 0,0 4-1 15,0 3 37-15,0 8-41 0,0-2 1 0,0 2-34 16,0 1 1-16,0 3-75 0,-5 2 45 0,0 1-8 0,-4 1-239 15,4 3 139-15,-1-1 69 0,3-4-191 16,-1-10 104-16,4-5 30 0,0-11 47 0,0-8-461 16,0-5 237-16,0-6 119 0,2-4 51 0</inkml:trace>
  <inkml:trace contextRef="#ctx0" brushRef="#br0" timeOffset="-157955.02">11576 12554 908 0,'6'-11'0'0,"-1"1"0"0,7 3 0 0,-1-1 0 0,2 1 0 0,2 0 62 0,1-1 304 16,5 0-159-16,2 5 112 0,0-2-143 0,-1 4-72 16,1-1-36-16,3 2 1 0,-5 0-290 0,5 0 123 15,-5 0 65-15,-2 0 33 16,-5 6-264-16,0 3 149 0,-7 0 82 0</inkml:trace>
  <inkml:trace contextRef="#ctx0" brushRef="#br0" timeOffset="-157798.45">11666 12685 938 0,'-12'6'0'0,"5"-3"0"0,5 4 0 0,1-5 0 0,-1-1 0 0,2-1 0 0,0 0 65 0,0 0 331 0,5 0-186 0,11 0-88 0,-2 0 168 15,7 0-129-15,-3-3-64 0,5-1-24 16,0-2-310-16,-2 2 136 16,-1-1 66-16,-1 1 34 0,-2 3-272 0,0 1 161 15</inkml:trace>
  <inkml:trace contextRef="#ctx0" brushRef="#br0" timeOffset="-157638.86">11463 12873 1400 0,'-16'13'0'0,"4"2"0"0,5-2 0 0,3-3 0 0,0-1 0 0,4-1 0 0,0-2 0 0,2 0 253 0,13-1-111 0,6-3 43 15,7-2-80-15,7 0-36 0,5-2-400 16,2-14 181-16,4-6 92 0,1-4 53 0,0-4-245 0,0-4 141 15,-2 0 70-15,-1-1 37 0,-3-4-539 0</inkml:trace>
  <inkml:trace contextRef="#ctx0" brushRef="#br0" timeOffset="-157321.03">12072 12301 935 0,'0'-14'0'0,"0"5"0"0,0 3 0 0,0 5 0 0,-2-1 0 0,2 2 0 0,-2 0 233 15,0 0-104-15,1 13 180 0,-1 5-138 16,-2 1-69-16,-2 4-34 0,0-1 9 0,1 7-44 0,-1-8 0 15,1-1-241-15,3-1 121 0,0-5 59 0,-1-4 39 0,2 0-252 16,1-7 137-16,0-1 69 0,0 0-64 16,0-2 31-16,0-2 36 0,0-15-43 0,6-4-36 15,5-4 34-15,0-4 22 16,1-3 48-16,1 2-9 0,2-2-17 0,-2 4 1 0,-1 2 131 16,2 2-65-16,-3 7-42 0,1 3 514 15,-3 5-478-15,0 1-40 0,-2 5 25 16,0 1-16-16,0 2 44 0,0 0 103 0,-3 7-36 0,2 8-40 15,-5 2 1-15,2 2 162 0,-1 3-91 0,-2 5-57 16,0-3 6-16,0 2-28 0,0-1 0 0,2 0-28 0,-2-5-291 16,0 4 141-16,0-3 74 15,0-1-538-15,0 0 272 0,0-3 155 0,-2-3-352 16,-8 0 242-16,-1-2 115 0,-5 0 58 0</inkml:trace>
  <inkml:trace contextRef="#ctx0" brushRef="#br0" timeOffset="-157034.83">12116 12601 692 0,'-16'11'0'0,"1"-1"0"0,0 0 0 0,6-2 0 0,1 0 0 0,4-3 0 0,4 1 319 15,0 0-144-15,0 0-71 0,6 1 479 16,11-1-510-16,2 0-41 0,3 1 1 0,1-1 82 0,1 3-41 0,-3 1-20 16,-4 3 9-16,-2 3-9 0,-4-1-21 0,-4 4-1 0,-3 0 8 15,-4 4-7-15,0 1 8 0,-13 2-8 16,-10 2-1-16,-1-1-72 16,-6-1 36-16,0-4 0 0,-2-2-135 0,0-6 81 0,2-4 34 15,0-4 26-15,3-1-20 0,5-5-136 16,0 0 51-16,1 0-236 0,3-10 142 15,0-11 82-15,7-1 42 0,2-5 19 16,5 5-175-16,4-2 103 0,0 1 46 0,0 6 69 0,1 6 0 16,11 3-22-16,-1 3-8 0,7 3 380 0,-2 2-186 0,7 0-93 15,-1 7 476-15,5 5-269 0,-2 5-98 0,5 4-27 0,5 5 114 16,-3-1-111 0,-2 1-56-16,-3-6 86 0,8 5-63 15,-1 3-44-15,1-6-467 0,-1-1 216 0,3-2 108 0,-5-3 62 0,4 2-825 16,6-3 397-16</inkml:trace>
  <inkml:trace contextRef="#ctx0" brushRef="#br0" timeOffset="-156261.47">12737 12451 1136 0,'0'-13'0'0,"0"5"0"0,0 7 0 0,0-2 0 0,0 2 0 0,-3-1 265 0,2-3-120 0,1 4 301 0,-2-1-207 0,0 1-103 15,0-2 49-15,0 2-68 0,2 1-46 0,-2 0 0 0,2-2-30 16,0 2-9 0,0 0 1-16,-1 0 8 0,1 0-41 0,0 0 1 0,0 0 31 15,0 0 1-15,0 0 0 0,0 0-60 16,0 0 26-16,0 0 0 15,0 0 4-15,0 0 29 0,0 0 1 0,0 0-25 0,0 0 14 16,0 0-32-16,0 0 55 0,0 0-2 0,0 0-26 0,0 0 12 0,0 0-41 16,0 0 2-16,0 0 29 0,0 0-41 15,0 0 1-15,0 0 44 0,0 0-5 16,0 0-77-16,0 0 35 0,0 0-5 16,0 0 39-16,0 0-14 0,0 0-29 0,0 0 28 15,0 0 5-15,0 0 15 0,0 0-17 0,0 0-11 16,0 0 59-16,0 0-24 0,0 0 0 0,0 0-5 15,0 0-15-15,0 0 3 0,-2 0-29 16,0 0 1-16,0 0 27 0,0 0 4 0,2 0-25 0,-1 0-1 16,-1 0 21-16,-2 0-1 0,-1 0 1 0,-2 3 0 0,2 1-9 15,-3 4 5-15,1-2-14 16,-1-1 52-16,1 2 0 0,-1 2-42 0,1-2 3 16,1 0 42-16,0-2-15 0,3 3-1 0,-1-2 11 15,2-2-24-15,0 1-20 16,1-1 19-16,-1 0 2 0,2 0-2 0,-2 1-10 15,2-2 11-15,-2 5 1 0,0 1 52 0,-2 5-26 16,0 2-1-16,0 2-27 0,-1 2 69 0,1 3-26 0,-1 7-4 16,1-2-26-16,0 2-4 15,4 2 58-15,0-3-25 0,0 2 160 0,1-1-212 0,11-2 0 0,5-3 0 16,2-3 0 0,4-1 0-16,-2-8 0 0,9 1 0 0,-3-7 0 0,1-5 0 15,0 1 0-15,-1-3-311 0,-6 0 217 0,5-5 48 0,-6-10 10 16,1-2-183-16,-6-4 87 0,0-3 53 15,-6 0-2-15,1-6 6 0,-4-3 21 16,-2-1 0-16,-3-6 22 0,-1 0 34 0,0 2-7 16,0-10-28-16,-9 2 8 0,-3 1-8 15,-2 2 0-15,-2 10 1 0,-2 2 19 0,-3 9 9 0,-3 7-28 16,-3 9 107-16,-1 4-40 0,-4 2-29 16,2 15 44-16,-6 10-30 0,8 3 10 0,2 2-39 15,4-2-141-15,1 5 70 0,2 2 32 0,4-3-142 16,6 0 84-16,3-4 43 0,6-2 18 15,0 0-456-15,0-5 226 0,12 1 126 0,8-3 58 0</inkml:trace>
  <inkml:trace contextRef="#ctx0" brushRef="#br0" timeOffset="-156024.65">13343 12361 1507 0,'4'-11'0'0,"-2"4"0"0,-1 2 0 0,-1 3 0 0,0 1 0 0,0 1 0 0,-7 1 395 0,-6 18-182 0,2 5-90 0,-2 7-45 0,-2 9 416 15,3-7-223-15,0 16-123 0,0-4 140 16,1 2-127-16,2 1-65 0,-1-1-254 0,2-5 104 16,-1 8 39-16,2-4-532 0,-1-5 290 15,2-6 145-15,1 1 72 0,1-8-603 0,1 4 316 0,-1-9 123 16,0-3 86-16,0-8 42 0,4-5-206 0,-2-5 116 15</inkml:trace>
  <inkml:trace contextRef="#ctx0" brushRef="#br0" timeOffset="-155792.28">13347 12239 1738 0,'2'-15'0'0,"-2"5"0"0,1 3 0 0,2-2 0 0,-1 7 0 15,-2-3 0-15,2 4 84 0,2 1 489 0,3 0-271 0,4 0-134 0,1 13 131 16,2 8-133-16,2 2-58 16,0 12 122-16,1 2-99 0,0 6-49 0,-2 3-38 0,0 0 126 15,0 5-170-15,0-2 0 0,-1 0 0 0,-2 0-359 16,2-4 213-16,-1-4 89 0,-2-5 53 16,1-1 14-16,-3-1-674 0,0-4 329 0,-1-5-437 15,-3-5 361-15,-1-4 194 0,0-3-151 0,-2-5 168 16</inkml:trace>
  <inkml:trace contextRef="#ctx0" brushRef="#br0" timeOffset="-155145.75">13343 12730 1371 0,'-9'-8'0'0,"4"1"0"0,-1 2 0 0,-2-1 0 0,2 2 0 0,1-3 0 0,0 4 0 0,-1-2 245 16,1 4-106-16,2-1 319 0,1 0-205 0,0 0-114 0,0 2-53 15,2 0 99-15,0 0-76 0,0 0-39 16,0 0 9-16,0 0-53 0,0 0 7 0,0 0 0 16,0 0-177-16,0 0 89 0,4 0 51 0,1 0-117 15,0 0 77-15,-1 0 38 16,-1 0-26-16,-1 0-10 0,0 0 6 0,0 0 21 16,0 0 0-16,-1 0-32 0,-1 0 79 0,0 0-26 15,0 0-42-15,0 0 70 0,0 2-22 0,0-2 52 16,0 0-29-16,2 0 0 15,-2 0-24-15,0 0-6 0,0 0 7 0,0 0-4 0,0 0 15 0,0 0-11 16,0 0-37-16,0 2-2 0,2 0 35 0,-2-2-19 16,2 0 14-16,-2 1 2 15,0 1-5-15,2-2 2 0,-2 3-6 0,2-3 21 16,-2 1-16-16,2-1 0 0,-2 0 1 0,0 2-3 16,0-2 14-16,0 0-11 0,0 0 3 0,0 0-2 0,0 0 34 15,0 0-1-15,0 0-27 0,0 0 25 16,0 0 2-16,0 0-27 0,0 0-18 15,0 0 19-15,0 0 2 0,0 0-1 0,0 0 4 0,0 0-27 16,0 0 26-16,0 0-2 0,0 0 4 0,0 0-42 16,0 0-2-16,0 0 39 0,0 0-27 15,0 0 0-15,0 0 19 16,0 0 0-16,0 0-4 0,0 0 2 0,0 0 7 16,0 0-7-16,0 0 0 0,0 0 0 0,0 0 3 15,0 0-2-15,0 0 1 0,2 1-1 16,0 2 3-16,0 0-3 0,0-2 90 0,-1 1-40 15,1-1-21-15,0 1 0 0,0 0 58 0,0 0-36 0,0-2 6 0,-1 2 87 16,1 0-118-16,2-1-2 16,-1 3 9-16,4-2-5 0,0 2 16 0,2-2 17 0,5-1 149 15,1-1-212-15,4 0 0 0,1 0 0 16,1 0 0-16,1 0 0 0,1 0 0 0,-3-3 0 0,-1-1 0 16,-2 0 0-16,-2 1 0 0,-4 1-431 15,-1 0 278-15,-2 0 79 0,-3 0 24 16,-3 0 24-16,0 1-15 0,-1 1-619 0,-1 0 318 0,0 0 155 0</inkml:trace>
  <inkml:trace contextRef="#ctx0" brushRef="#br0" timeOffset="-153182.04">14125 12201 902 0,'0'-13'0'0,"0"5"0"0,0 6 0 0,0 1 0 0,0 1 147 0,0 0-57 0,0 0-28 0,0 3-1 16,2 13 201-16,2 2-107 0,3 11-65 0,-2 0 161 15,4 13-109-15,-6-1-55 0,1 6-27 0,-2 4 41 16,-2 1-38-16,0-1 0 16,0-3-89-16,-9 1 30 15,-1-2-74-15,2-12 60 0,-3 6 17 0,-1-3 0 0,2-7 26 16,-2-4 0-16,1-9-374 0,3-3 137 0,1-6-394 16,1-5 281-16,2-4 142 0,0-6 71 0</inkml:trace>
  <inkml:trace contextRef="#ctx0" brushRef="#br0" timeOffset="-153038.68">14185 12591 1361 0,'8'-1'0'0,"-1"1"0"0,0 0 0 0,1 0 0 0,-2 0 0 0,-3 1 247 0,1 5-100 0,0 1-61 0,-1 3 275 16,3 0-164-16,0 1-82 0,2 0-305 0,-3 2 221 16,2 0 2-16,2 0-1 0,-4-1-273 0,2-3 136 0,1-1 69 15,2-3 43-15,-1-3-8 0,2-2-614 16</inkml:trace>
  <inkml:trace contextRef="#ctx0" brushRef="#br0" timeOffset="-152858.45">14522 12216 2395 0,'3'3'0'0,"3"18"0"16,-5 4 0-16,1 1 0 0,-2 5 0 0,0 9 0 0,0 3 0 0,-11 6 0 0,-6 4 179 0,-4 9-73 0,-3-2 86 0,0 1-80 0,3-11-31 0,-2 4-99 15,1-1 25-15,-1-2 0 0,2-7 26 0,5-7-437 0,-3-5 227 16,8-10 100-16,-1-3 56 0,7-10 26 16,-1-1-754-16,6-8 372 0</inkml:trace>
  <inkml:trace contextRef="#ctx0" brushRef="#br0" timeOffset="-152702.72">14439 12687 1389 0,'5'3'0'0,"2"1"0"0,3 8 0 0,-2-3 0 0,-1 3 0 0,2 1 0 0,1 2 0 0,-1 4 630 0,0 0-303 0,1 2-4 16,-1-1-146-16,1 3-72 0,-1-3-172 0,1 1 58 15,-1-3 17-15,0 0 0 0,3 1 25 0,1-7-646 0,0-2 323 16,2-3 169-16,-1-3-728 0</inkml:trace>
  <inkml:trace contextRef="#ctx0" brushRef="#br0" timeOffset="-152400.25">14839 12569 1675 0,'0'6'0'0,"0"10"0"0,0 4 0 0,-8 6 0 0,0 3 0 0,1 9 0 0,1 4 244 16,3 1-105-16,3-3 167 0,0 8-141 0,0-14-66 16,3 3 165-16,12-3-116 0,4-5-58 0,4-5-20 15,2-9-8-15,-2-4-209 0,5-10 89 0,1-1 46 16,-1-1-307-16,0-17 184 0,-3-9 80 15,-2-3-300-15,-5-3 192 0,-4-4 43 0,-4 0 61 16,-4-3-76-16,-4-3-2 0,-2 2 53 0,0-2 25 16,-11-3 10-16,-5 8 8 0,-2-11 52 15,-1 9-22-15,0 10 0 0,-1 4-22 0,-3 7 0 16,4 14-8-16,-7 0 214 0,4 5-103 0,-1 6 152 16,5 11-116-16,0 4-34 0,9-3-149 0,-1 5 43 15,6 0 16-15,4-1 36 0,0-2 25 0,4-2-265 16,15-5 122-16,9-4 54 15</inkml:trace>
  <inkml:trace contextRef="#ctx0" brushRef="#br0" timeOffset="-152228.5">15190 12321 1424 0,'3'-7'0'0,"5"2"0"0,3-2 0 0,2 2 0 0,4-1 0 0,3 1 0 0,3 1 65 0,5-1 401 0,3 0-217 16,-1-1-100-16,3 1 30 0,-1 1-74 0,2-1-35 0,-2 0-437 15,-4 1 200 1,-5 0 108-16,0 0 42 0,-2 1 25 0,-5 0-246 0,-5 2 135 0,-3 1 68 16,-2 0-602-16,-5 0 308 15,-1 0-65-15</inkml:trace>
  <inkml:trace contextRef="#ctx0" brushRef="#br0" timeOffset="-151991.15">15550 12209 242 0,'-15'-2'-42'0,"4"0"20"0,2 0 1 15,-1 2 21-15,3 0 274 0,1 0-121 0,1 4-60 0,1 5 205 16,0 3-136-16,-2 0-65 0,0 5 151 15,1 3-108-15,-2 5-53 0,-5 0-19 0,1 1-9 0,0 3 45 16,-4-3-35-16,0 0-1 0,-2-1 2 16,2-9 9-16,-2 3-46 0,4-6 101 15,-1-2-50-15,5-3-26 0,2-5 1 16,1 1 68-16,2-2-51 0,4-2-21 0,-2 0-1 0,2 0 102 16,2 0-54-16,15-2-68 0,4-3-1 15,6-7-1-15,0 3 1 0,1-2-325 0,2 0 171 0,-2 1 72 16,1 1 42-1,-8 3-636-15,2 0 318 0,-3 3 130 0,-1-1-203 0,-5 0 187 0,0 2 89 16,-3 0 44-16,-2-1 23 16,-3-3-315-16,-2 2 161 0</inkml:trace>
  <inkml:trace contextRef="#ctx0" brushRef="#br0" timeOffset="-151876.1">15646 12408 464 0,'0'-6'0'0,"-2"-2"0"0,2 3 0 0,-3 1 0 0,-1 1 32 0,0-2 290 0,3 4-145 16,-2-1-72-16,3 2 105 0,0 0-93 0,0 0-42 15,0 0-21-15,0 0 0 0,0 5 137 0,0 3-70 0,3 5-75 16,0-2-13-1,3 4 0-15,-3 0 0 0,1 3-1 0,-2-4-471 0,0 3 231 0,-1 2 121 0,-1-2-536 16</inkml:trace>
  <inkml:trace contextRef="#ctx0" brushRef="#br0" timeOffset="-151424.87">15432 12717 1053 0,'-19'10'0'0,"10"-3"0"0,1-1 0 0,3-2 0 0,5-2 0 0,0-2 0 0,0 0 291 0,7 0-133 0,11-2-63 0,-2-8-31 0,7 1 0 15,-5-1 7-15,3-1 9 0,-2 1-47 0,-3 3-167 16,0 0 84-16,-7 0 41 16,0 5-359-16,-2 0 209 0,-2-1 91 0,-3 3-281 15,0 0 177-15,-2 0 38 0,0 0 56 16,0 0-62-16,0 0 58 0,-8-1 25 0,0-5 0 0,1-3 24 16,0-1 35-16,-1 3-22 0,-2-2 20 0,5 3 157 15,-2 0-111-15,1 3-40 16,-2 1 320-16,4 2-155 0,-1 0-91 0,1 2 307 0,2 11-179 15,0 4-85-15,1 5 397 16,1 4-482-16,0 2-5 0,0 3 0 0,0-3 179 0,0 2-173 16,0-5 2-16,1 4-9 0,1-8 1 0,4 1 0 0,-1-5-28 15,2-3-1-15,0-5 37 0,2-3-180 16,5-6 86-16,-2 0 43 0,8-14-287 0,-2-8 152 16,3-3 91-16,2-4-386 0,-3-3 208 0,1 0 86 15,0 0 56-15,-3-2-132 0,-1 4 86 16,-2-1 56-16,0 8 24 0,-6 4 46 0,2-1 0 15,-4 12-23-15,-2-2-8 0,-3 6 324 0,0 2-158 0,0 2 432 16,-1 0-292-16,-1 8-114 16,0 5 388-16,0 4-257 0,0 0-125 0,-3 0-61 15,1 2-33-15,-2 0 1 0,2-5-24 16,2 1-7-16,0-4 0 0,0-1 0 0,0-2-180 0,0-5 91 16,2-1 52-16,4-2-609 0,3 0 323 0,0-5 162 0,3-11-638 15,-5-2 360-15</inkml:trace>
  <inkml:trace contextRef="#ctx0" brushRef="#br0" timeOffset="-151204.15">15924 12207 1929 0,'4'-10'0'0,"3"3"0"0,-1 5 0 0,0 0 0 0,-1 2 0 0,-1 5 0 0,3 16 0 0,0 7 0 0,0 10 342 0,0 11-159 0,-3 13 466 15,0 2-307-15,-3 5-155 0,1 2-78 0,-2-7 245 0,0 14-354 0,0-9 0 16,0-4 0-16,0-1 0 15,-2-9 0-15,1 0 0 0,1-7 0 16,-2-9 0-16,-2-3-173 0,2-12 171 0,-1-5-383 16,-3-5 204-16,-2-5 107 0,-1-6-452 15,-4-3 250-15,-1 0 113 0,-2-1 57 0,-3-15-375 16,2-6 224-16,2-6 112 0,-1-10-190 0,4-2 151 0</inkml:trace>
  <inkml:trace contextRef="#ctx0" brushRef="#br0" timeOffset="-150975.97">16499 12144 2130 0,'0'3'0'0,"0"0"0"0,2 14 0 0,-2 4 0 0,0 9 0 0,-5 7 365 0,-7 8-167 0,-5 10 214 15,0 4-189-15,2-9-87 0,-6 18-56 0,2-7-24 16,1 1 1-16,-1 0 178 0,-2-2-32 0,3-5-415 15,-5 11 161-15,5-9 42 16,4-8-626-16,3 1 334 0,4-11 166 0,0-7 93 0,4-3 33 16,-1-14-827-16,4-2 375 0,0-10 214 15,0-3 107-15</inkml:trace>
  <inkml:trace contextRef="#ctx0" brushRef="#br0" timeOffset="-150786.48">16422 12196 1944 0,'10'-3'0'0,"6"3"0"0,1 8 0 0,0 10 0 0,2 9 0 0,-1 5 0 0,5 15 429 0,2 4-198 0,1 7-100 0,-3 0 566 15,0-2-349-15,-2-4-33 0,8 10-315 0,-8-12 0 16,1 3 0-16,-1-3 0 0,-2-8 0 0,2 10 0 16,-3-8-317-16,-4-4 192 0,-2-8 78 0,-1-2 40 15,-4-7-895-15,0-4 397 0,-5-8 251 0,0 0 42 16,-2-5 90-16</inkml:trace>
  <inkml:trace contextRef="#ctx0" brushRef="#br0" timeOffset="-150625.91">16382 12823 1802 0,'-12'0'0'0,"5"0"0"0,7 0 0 0,2-2 0 0,15-10 0 0,8 0 0 0,7 4 700 0,7 1-325 0,14-1-175 0,-7 2 340 16,4 0-511-16,-6 5 3 0,-7-1 1 0,-2 2-335 15,-3 0 163-15,-10 0 86 0,1 2 43 0,-4 5-454 16,-4 2-260-16</inkml:trace>
  <inkml:trace contextRef="#ctx0" brushRef="#br0" timeOffset="-148681.92">4008 9413 381 0,'-1'0'0'0,"-1"0"0"0,-1 0 0 0,0 0 0 0,1 0 0 0,2 0 0 0,-3 0 0 0,3 0 0 0,-2 0 77 15,0 0-45-15,2 0 63 0,-1 0-32 0,-2 0 1 0,1 0 57 0,2 0-35 16,-4 0-31-16,2 0 0 0,-1 0-22 0,0 0-1 16,-2 0 115-16,0 0-49 0,2 0-37 0,-2 0 57 15,1 3-42-15,2-3-22 0,0 0 0 16,2 0 118-16,-1 2-73 0,1-2-33 0,0 0 85 0,0 0-59 15,0 0-30-15,0 0 9 0,0 0 58 16,0 0-48-16,0 0-24 0,0 0 0 16,0 0 24-16,0 0-15 0,0 0-9 0,0 0 8 15,0 0 1-15,0 0-33 0,0 0-1 0,0 0 46 0,0 0-9 16,0 0-37-16,0 0 1 0,0 0 33 0,0 0 0 16,0 0-25-16,0 0 26 0,0 0-34 15,0 0 0-15,0 0-1 0,0 0-37 0,0 0 8 0,0 0 30 16,0 0-35-16,0 0 0 0,0 0 34 15,1 0 1-15,6 0-26 0,-1 0-22 16,2 0 41-16,-2 0-23 0,4 0 49 0,-3 0-10 16,5 0-16-16,-2 0 147 0,0 0-173 0,1 0 0 15,1 0 0-15,-1 3 0 0,2 1 0 16,0 4 0-16,0-2 0 0,2 1 0 0,2 1 0 0,0-1 0 16,3 0 0-16,2-1 0 0,-2-2 0 0,0 0 0 15,3-1 0-15,-2-1 0 0,0 1 0 0,-2 2 0 16,-3-3 0-16,-1 4 0 0,0-3 0 15,-1 3 0-15,-1 1 0 0,1 2 0 16,-4-3 0-16,-1 2 0 0,1-1 0 0,-2 1 0 16,-2-2 0-16,0-1 0 0,0 1 0 0,1-2 0 15,-5-3 0-15,1 1 0 0,0 0 0 0,-1-2 0 16,-1 0 0-16,-1 0 0 0,2 0 0 0,-2 0 0 16,0 0 0-16,0 0 0 0,0 0 0 0,0 0 0 15,0 0 0-15,0 0 0 0,0 0 0 0,0 0 0 16,0 0 0-16,0 0 0 15,0 0 0-15,0 0 0 0,0 0 0 0,0 0 0 16,0 0 0-16,0 0 0 0,0 0 0 0,0 0 0 16,0 0 0-16,0 0 0 0,0 0 0 0,0 0 0 15,0 0 0-15,0 0 0 0,0 0 0 0,0 0 0 16,0 0 0-16,0 0 0 0,0 0 0 0,0 0 0 16,0 0 0-16,0 0 0 0,0 0 0 0,0 0 0 15,0 2 0-15,0 0 0 0,2 0 0 16,1-1 0-16,-2 2 0 0,1-3 0 15,-2 1 0-15,2 1 0 0,-2 0 0 0,2-2 0 16,-2 0 0-16,0 2 0 0,0-2 0 0,0 0 0 16,0 0 0-16,0 0 0 0,0 0 0 0,0 0 0 15,0 0 0-15,2 2 0 0,-2-2 0 16,3 0 0-16,-3 3 0 0,2-2 0 0,-2 0 0 16,0 2 0-16,3-2 0 0,-3 1 0 0,0 0 0 0,1 0 0 15,-1 0 0-15,0-2 0 0,0 2 0 0,0-1 0 16,0 1 0-16,0-2 0 0,0 0 0 0,0 2 0 15,0-2 0-15,0 0 0 16,0 0 0-16,0 0 0 0,0 0 0 0,0 0 0 16,0 0 0-16,-1 2 0 0,-9 4 0 0,-2 3 0 15,-6 3 0-15,-7 4 0 0,-5 7 0 0,-7 0 0 16,-5 3 0-16,-3 2 0 0,-4 0-243 0,-11 4 118 16,7-2 52-16,7-2 31 0,-5 4-955 15</inkml:trace>
  <inkml:trace contextRef="#ctx0" brushRef="#br0" timeOffset="-143616.75">7094 13337 1071 0,'-7'0'0'0,"2"0"0"0,3 0 0 0,0 0 0 0,2 0 0 0,-1 0 0 0,1 0 0 0,0 0 151 16,0 0-60-16,0 0-28 0,0 0 103 0,0 6-71 16,1 3-31-16,6 7 1 0,0 0 38 0,3 5-35 15,-2 0 8-15,-1 8-43 0,1 1 54 0,-2 4-27 16,-1 8 0-16,-1-1 28 0,-2 0-20 0,1 11-7 16,-1-4-28-16,0 0-39 15,1 0 1-15,-3-1 38 0,2-8-130 0,2 1 61 16,-1-7 34-16,0-10 0 0,-1-1-288 0,1-7 134 15,-2-5 81-15,1-5 12 0,-2-5-159 0,0 0 66 16,0-13 63-16,0-13-255 0,0-10 150 16,-2-11 87-16</inkml:trace>
  <inkml:trace contextRef="#ctx0" brushRef="#br0" timeOffset="-143365.41">7055 13364 752 0,'-5'-16'0'0,"3"9"0"0,1 0 0 0,1 3 0 0,0-2 0 0,12-2 0 0,9-1 469 0,7 0-218 0,11-4-109 15,-2 6 327-15,11-3-223 0,-4 6-106 0,0 2-54 16,-1 2 195-16,-8 2-124 0,3 13-54 0,-3 4-39 16,-4 3-6-16,-5 5 1 0,0 8-26 0,-8 1 12 15,-7 1-4-15,-4 10-8 0,-4 1-32 16,-3 2 0-16,-5 0 31 0,-11 0 1 0,-4-3 41 0,-4-5-8 16,-3-2-33-16,-3-5 0 0,-2-4-21 15,2-8 0-15,-2-2 29 0,-4-5-8 16,1-3-263-16,2-2 124 0,1-4 56 0,2-5-146 15,7 1 85-15,1-3 55 0,5 0-400 0,2 0 212 16,6-8 106-16,5-3 52 0,4-4-444 0,0-6 252 16</inkml:trace>
  <inkml:trace contextRef="#ctx0" brushRef="#br0" timeOffset="-142046.65">7968 13208 321 0,'2'0'0'0,"0"0"0"0,-2 0 0 0,2 0 0 0,-2 1 0 0,1 2 243 0,1-1-105 15,0 2-52-15,0 1 170 0,2-1-103 0,1 3-65 16,1-1-27-16,0 1 94 0,1 3-61 16,0-2-31-16,-1-1 5 0,4 1-9 0,-5 1-26 0,4-2 0 15,0 0-43-15,-1 1 22 0,-2-3 7 0,1 1 14 16,-1-1-210-16,0 1 105 0,-2-2 52 0,0 2-380 16,-1 2 176-16,-1-4 110 15,-2 5 11-15,0 0-233 0,0 0 152 0</inkml:trace>
  <inkml:trace contextRef="#ctx0" brushRef="#br0" timeOffset="-141658.15">7949 13426 1131 0,'-11'0'0'16,"4"0"0"-16,2 0 0 0,1 0 0 0,1 0 0 0,1 0 0 0,2 0 0 0,0 0 0 0,0 0 109 0,9 0-38 0,10 0 1 0,6 0 147 0,1 0-93 16,6 0-38-16,3 0-32 0,-2 0 109 0,2 0-66 15,-1 0-33-15,0 0 0 16,-1 0-1-16,-3 0-8 0,1 0-24 0,-5 0-33 15,-3 0 1-15,-2 0 32 0,-3 0 7 0,-3 0-36 16,-4 1-1-16,-3-1 30 0,-5 0-41 0,1 2 19 16,-1-2 7-16,0 0-15 0,-3 0 73 0,0 0-13 15,0 0-41-15,0 0-12 0,0 0 214 0,0 0-99 16,0 1-47-16,0 2 15 0,-3-1-30 16,3 3 0-16,0 5-22 0,0 1-50 15,0 4 21-15,0 2 0 0,0 2-5 0,3 5 26 16,3-3 8-16,-1 5-8 0,3-3-59 0,0 1 30 15,-3 0-1-15,-1-3-79 0,0 2 52 0,-1-2 1 16,-1 0 0-16,1-1-22 0,-3-1 24 0,0-3-10 16,0-1-2-16,-5-2-5 0,-2 0 35 0,-7-1-8 15,1-1-28-15,-2 1-13 0,-1-1 43 0,-4-3-11 16,2 0-166-16,-3 2 75 16,0-5 44-16,-1 0 3 0,3-5-256 0,-1 0 143 15,-1-6 72-15,4-15-344 0,1-13 208 0,8-1 96 16,2-19-339-16,4-13 226 0</inkml:trace>
  <inkml:trace contextRef="#ctx0" brushRef="#br0" timeOffset="-141467.1">8248 13125 1027 0,'4'-7'0'0,"-1"4"0"0,3 2 0 0,-2 1 0 0,-1 0 0 0,0 7 0 0,0 6 0 0,-1 7 452 0,0 0-201 15,0 8 42-15,-2 0-130 0,0 6-65 0,-2 9 150 16,-8 1-108-16,-3 1-45 0,-3 5-35 0,-3 1-51 0,-1-1 0 15,4 1 24-15,-3-2-572 16,3-7 557-16,-5 2 15 0,5-12-1 0,2 0-485 16,1-11 239-16,1-3 121 0,6-8 15 0,2-5-390 0,-1-3 218 0,4-2 109 15,1 0-126-15,0-13 117 0</inkml:trace>
  <inkml:trace contextRef="#ctx0" brushRef="#br0" timeOffset="-141346.31">8169 13630 1540 0,'13'-6'0'0,"4"5"0"0,1 1 0 0,-6 0 0 0,3 6 0 0,-2 0 0 0,4 4 180 0,-6-1-66 0,2 1-44 0,1-1 295 16,0-2-166-16,2-1-83 16,-1 0-398-16,2-3 165 0,2-2 71 0,-3-1 40 0,5 0-883 15</inkml:trace>
  <inkml:trace contextRef="#ctx0" brushRef="#br0" timeOffset="-138837.12">9208 13718 533 0,'-8'-2'0'0,"3"1"0"0,-2-3 0 0,2 0 0 0,1-2 0 0,1 0 0 0,1-4 178 0,2 0-64 0,0-5-44 0,3-2-1 16,12-2 96-16,8-1-67 0,1-1-32 0,7 4 84 16,-3 2-62-16,2 5-28 0,0 5-4 0,-4 5 0 15,1 0-23-15,-7 0 8 16,3 15-21-16,-4 6 13 0,-5 2 0 0,-1 5-1 16,-5 3-32-16,-4 1 41 0,-4 1-8 0,0 1-1 15,-2 1-23-15,-13-3 0 0,-2-1 23 0,-4 0-12 16,-1-5 1-16,-2-4 8 0,-3-1-37 0,1-6 1 15,-1-4 25-15,6-2 6 0,-5-4-148 0,6-3 69 16,2-2 30-16,2 0 0 0,6 0-261 0,5-2 118 16,3-12 79-16,2 0 10 0,7-5-258 0,14-4 152 15,9-5 76-15,0 6-184 0,10-13 134 16</inkml:trace>
  <inkml:trace contextRef="#ctx0" brushRef="#br0" timeOffset="-138644.99">9649 13553 321 0,'5'-17'0'0,"-2"7"0"0,-3 2 0 0,0 2 0 0,0 2 0 0,-12 2 361 0,-1 2-164 0,0 0-83 16,-2 6 229-16,-4 11-155 0,2 1-69 0,0 9-48 16,1 3 92-16,-2 9-65 0,7-7-33 0,0 6 0 15,5-3 126-15,4-1-84 16,2-1-37-16,0-8 0 0,6-1-28 0,11-1-9 16,1-8 8-16,11 1-228 0,1-5 111 0,3-6 54 15,-1-3-358-15,3-2 178 0,0 0 115 0,-1-6-3 16,-4-6-199-16,0-4 100 0,0-2 79 0,-3-2 38 15</inkml:trace>
  <inkml:trace contextRef="#ctx0" brushRef="#br0" timeOffset="-138355.65">9854 13286 1051 0,'0'-11'0'0,"0"4"0"0,0 1 0 0,0 1 0 0,2-1 0 0,5-2 0 0,6 2 0 0,0 3 309 16,3 1-138-16,0 2-69 0,0 0 76 0,0 0-72 15,0 8-29-15,-4 4-8 0,-1 4-156 0,-3 1 60 16,-2-1 29-16,-4 3 1 0,-2 0-51 0,0 2 36 16,-2 1 23-16,-12-3-1 0,1-2-104 0,-6-2 49 15,3-2 44-15,-5-2-95 16,5-3 49-16,-4-2-15 0,9-1 101 0,0-1 69 16,2-2-60-16,5-2-31 0,1 0 235 0,3 0-109 15,0 0-63-15,0 0-5 0,3 0-7 0,11 0 5 16,6 0-40-16,4-2 0 0,-6-2-23 0,5-1 8 15,2-4 15-15,3 4-112 0,-7-1 56 0,1-1 27 16,1 3 1-16,-2 1-353 0,-3 1 150 0,1 0 99 16,-3 2-508-16,2 0 288 0</inkml:trace>
  <inkml:trace contextRef="#ctx0" brushRef="#br0" timeOffset="-138163.65">10092 13665 973 0,'-10'6'0'0,"3"2"0"0,2-1 0 0,3-3 0 0,0 1 0 0,2-2 150 0,0 2-50 0,7-1-38 0,9 0 331 16,6 0-180-16,0-4-90 0,7 0 210 0,-1 0-141 15,4 0-84-15,-4 0-38 16,0 0-124-16,-8 0 43 0,3-2 22 0,-2 0 8 16,-3-2-377-16,-2 2 196 0,-3 0 97 0,-3 0-218 15,-5 1 123-15,1-1 95 0,-5 2-71 0,-1 0-431 16,0-2 267-16</inkml:trace>
  <inkml:trace contextRef="#ctx0" brushRef="#br0" timeOffset="-137997.08">10277 13468 809 0,'0'-6'0'0,"0"5"0"0,0 1 0 0,0 0 0 0,0 11 0 0,0 7 0 0,0 4 201 16,0 7-88-16,0 7-41 0,0 8 340 0,0-1-190 15,0 0-95-15,0-2-39 0,0 9 153 0,-1-5-105 16,-5-8-51-16,4 1-73 0,0-5-110 0,2-7 74 15,0 1 24-15,0-5-195 0,7-5 114 0,2-8 57 16,2-3-603-16,3-6 325 0</inkml:trace>
  <inkml:trace contextRef="#ctx0" brushRef="#br0" timeOffset="-137834.52">10498 13606 1403 0,'15'0'0'0,"6"8"0"0,-4 1 0 0,-1 2 0 0,3-2 0 0,-2 2 0 0,0 3 0 0,-1-3 0 0,4 2 0 0,-3-2 0 0,-2 1 355 0,0-1-165 0,-2 0-79 0,0-1-363 16,0-1 142-16,-2-1 71 0,-2-4-274 0,3-3 163 15,-1-1 82-15,-1 0 41 16</inkml:trace>
  <inkml:trace contextRef="#ctx0" brushRef="#br0" timeOffset="-137665.95">10806 13453 472 0,'-4'-13'0'0,"1"2"0"0,-1 5 0 16,1 3 0-16,2 1 0 0,1 2 0 0,0 8 374 0,-2 16-170 0,0 6-77 0,-2 11-52 0,-1 6 309 0,-2 14-176 16,-4-1-88-16,2 3 213 0,0-5-142 0,-4 16-84 15,0-12-36-15,-3-2 125 16,4-9-82-16,-3 3-40 0,3-12-69 0,-2 7-9 16,3-12 37-16,-1-3 0 0,3-6-465 0,-1-10 233 15,4-3 124-15,3-5 49 0,-1-4-718 0,4-6 319 16</inkml:trace>
  <inkml:trace contextRef="#ctx0" brushRef="#br0" timeOffset="-137378.53">10840 13384 1079 0,'17'-19'0'0,"-2"6"0"0,7 4 0 0,0-2 0 0,3 1 0 0,0 2 210 0,-5 5-89 0,0 1-43 16,1 2 95-16,-3 0-62 0,-4 2-43 0,0 9 0 15,-5 4 48-15,-2 2-42 0,-3 2-20 0,-2-1-84 16,-2 3 27-16,0-3 1 0,-11 5 35 0,0-7-69 16,-3 0 35-16,0-1 7 15,-4-5 3-15,6-1-1 0,-2-2 25 0,5-3-43 16,0 0 130-16,2-2-55 0,4-2-5 0,1 0-58 16,0 2 85-16,2-2-28 0,0 0 0 0,0 0-48 15,2 0-8-15,10 2 31 0,1-2-1 0,-1 1-118 16,4 2 58-16,0-3 39 0,3 2-424 0,1-1 199 15,0-1 107-15,1 3 28 0,1 0-525 0,1 1 277 16</inkml:trace>
  <inkml:trace contextRef="#ctx0" brushRef="#br0" timeOffset="-136849.6">11737 13476 1023 0,'0'-5'0'0,"0"2"0"0,0 0 0 0,0 0 0 0,0 2 0 0,0 1 0 0,-7 0 0 0,-4 0 119 0,-6 7-43 0,-2 7-22 0,-1 4 114 16,-5 1-72-16,-3 3-32 0,0 3 1 0,-1 2 28 16,1-1-30-16,2-4 8 15,2-1 49-15,5-6-44 0,1 0-21 0,6-4 0 0,6-5 65 16,1 1-35-16,1-4-30 0,4 0 91 0,0 1-56 16,0 0-29-16,6-1 0 0,8 1 78 0,4-1-57 15,0 4-25-15,6-2 1 0,1 3-6 0,0-3-20 16,-4 1 9-16,8 2-166 0,-5-1 79 15,1 1 39-15,-2 0 1 0,-3 0-121 0,-1 0 80 16,0 1 34-16,-6 0-630 0,-1 3 309 0,-1-3 131 16,-6 5 85-16,-3-1-448 0,-2 1 271 15</inkml:trace>
  <inkml:trace contextRef="#ctx0" brushRef="#br0" timeOffset="-136695.99">11405 14025 821 0,'-18'0'0'0,"4"0"0"0,5 0 0 0,1 0 0 0,3 0 0 0,2 0 406 0,3 0-186 0,0-3-86 16,7 2 253-16,9-1-178 0,9-1-88 0,3 2-44 0,2 1 162 16,4 0-107-16,1 0-50 0,-1 0-129 0,0 0 40 15,-1 6 0-15,2-1 48 16,1 5-502-16,-4-1 247 0,1 0 123 0,1 3 62 16</inkml:trace>
  <inkml:trace contextRef="#ctx0" brushRef="#br0" timeOffset="-136312.02">12299 13713 1080 0,'-4'-23'0'0,"-3"3"0"0,-2 0 0 0,-5-6 0 0,0-2 0 0,-6 4 0 0,-1 3 179 0,1 4-73 0,-1 8-28 0,-7 2 92 15,3 7-69-15,-2 0-33 0,-1 12-1 0,2 11 127 16,3 11-72-16,0 9-49 0,7 0 23 0,4 6-31 15,4-2 0-15,7 0-33 0,1-12 49 0,0 5-9 0,7-8-39 16,8-5-47-16,2-5 23 0,2-6 0 16,-2-4 32-16,3-3-64 0,-1-4 27 0,0-5 1 15,0 0 27-15,-2 0-235 0,-1-10 92 16,2-11 61-16,-4 1-266 0,0-4 150 16,-1-5 47-16,-4 1 46 0,-1-3-130 0,-2 3 89 15,-3 0 41-15,-1 6 63 0,0 0-1 0,-2 4-22 16,0 4-8-16,0 6 9 0,0 2-1 0,0 2 0 15,0 3 0-15,-2 1 115 0,0 1-66 0,2 16-20 16,0 5 768-16,0 3-365 0,0 1-184 0,0 3-14 16,6-6-77-16,5 7-49 0,1-5-21 0,0 0-147 15,4-4 62-15,-4-5 33 0,6 1 7 16,-4-3-462-16,2-5 241 0,0-1 122 0,0-4 13 16,-2-2-342-16,2-2 146 0,-3 0 120 0</inkml:trace>
  <inkml:trace contextRef="#ctx0" brushRef="#br0" timeOffset="-136094.62">12431 13715 682 0,'-2'-17'0'0,"-1"4"0"0,3 3 0 0,0-3 0 0,3 1 0 0,4-1 0 0,6 6 314 0,3 3-141 0,2 2 276 16,3 2-213-16,-2 0-101 0,5 2-51 0,-3 13 170 16,-2 2-110-16,-5 2-48 0,6 7-35 0,-10-2-19 15,0 2-10-15,-6 1 1 0,-2 3 0 0,-2-1-17 16,0 1 16-16,-12-1 1 0,-4-1-124 0,-3-1 62 15,-4-5 31-15,-1 1-206 0,-2-5 113 0,-3-2 16 16,1-5 43-16,0-2-319 0,1-3 138 0,6-4 73 16,3-2 58-16,3 0-216 0,4-3 133 15,7-11 66-15,4-4 33 0,0-3-316 0</inkml:trace>
  <inkml:trace contextRef="#ctx0" brushRef="#br0" timeOffset="-135883.12">12825 13540 953 0,'1'-15'0'0,"-1"2"0"0,0 5 0 0,0-1 0 0,-1 1 0 0,-10 6 0 0,-4 2 66 0,0 0 324 0,-5 15-179 0,6 10-80 0,-5 11-54 16,4 3 408-16,6 4-226 0,3 3-114 16,6-2 212-16,0-8-154 0,0 4-89 0,10-3-21 15,6-7-30-15,5-4-1 0,4-5-21 16,1-4-145-16,1-2 68 0,2-7 35 0,1-3-1 0,0-3-514 15,0-2 282-15,0 0 130 16,0 0-932-16</inkml:trace>
  <inkml:trace contextRef="#ctx0" brushRef="#br0" timeOffset="-131658.45">13690 13227 1046 0,'-3'-4'0'16,"1"2"0"-16,2 0 0 0,-2 1 0 0,2 1 0 0,0 0 0 0,-2 0 0 0,2-3 0 0,0 3 162 0,0 0-56 0,0 0-41 0,0 0 149 0,2 0-91 15,6 0-46-15,0 4-13 16,1 7 103-16,-2 2-66 0,1 6-35 0,1 4 35 16,-3 3-34-16,-3 4 8 0,1 4-42 0,0 1 37 15,-1 8 0-15,-2-1-37 0,-1-1-61 0,2-5 38 16,-2 6-7-16,2-6 29 0,0-1-203 0,1-5 102 16,1-8 46-16,2-1 35 0,-3-4-452 0,-1-8 215 15,2-2 70-15,-2-3-141 0,2-2 132 0,-2-2 57 16,0-3-301-16</inkml:trace>
  <inkml:trace contextRef="#ctx0" brushRef="#br0" timeOffset="-131508.86">13773 13521 869 0,'0'-9'0'0,"4"3"0"0,4 2 0 0,1 2 0 0,2-1 0 0,1 1 88 0,1 2-27 0,2 0-1 16,2 0 296-16,2 0-154 0,-5 0-89 0,4 5-40 15,-2-3 172-15,0 4-106 0,-4-2-53 0,2 3-19 16,-1-1-183-16,-4-1 74 0,-1 1 38 15,-1 2-455-15,-3-2 246 0,0 1 131 16,-2 4-265-16</inkml:trace>
  <inkml:trace contextRef="#ctx0" brushRef="#br0" timeOffset="-131276.81">13531 13820 2262 0,'-9'0'0'0,"2"0"0"0,5 0 0 0,0 0 0 0,0 0 0 0,2 2 0 0,0-1 0 0,4 3 0 0,10-1 270 15,9 3-118-15,0 1-60 0,5-4 116 0,6 1-92 16,1-1-41-16,1-1-22 0,1 0 38 0,1 0-30 16,2 0 9-16,-3-2-37 0,0 2-238 0,-1 3 120 15,-4-4 58-15,-4 3-525 0,-5-1 301 0,2 1 87 16,-7 0-591-16,3-2 362 0,-4-2 179 0</inkml:trace>
  <inkml:trace contextRef="#ctx0" brushRef="#br0" timeOffset="-131117.39">14262 13379 1528 0,'0'0'0'0,"0"0"0"0,0 0 0 0,0 0 0 0,5 0 0 0,1 3 0 0,0 3 0 0,1-1 0 0,3 2 320 0,1-2-135 0,0 2-81 16,0 1-361-16,5-2 145 0,-2 1 72 0,4-2 37 16,2 0-691-16</inkml:trace>
  <inkml:trace contextRef="#ctx0" brushRef="#br0" timeOffset="-130852.1">14630 13234 567 0,'5'0'0'0,"-1"0"0"0,0 1 0 0,-1 1 0 0,-2 1 174 0,-1 2-71 0,0 2-27 0,-1 1 277 16,-10 5-160-16,-1 4-80 0,-4 0-40 0,0 2-5 16,-2 0 8-16,-4 4-43 0,0-5-148 0,-1 1 74 15,0-4 37-15,1 0 0 0,3-6-52 0,-2 2 41 16,1-4 24-16,3 2-1 0,2-5 60 0,3-3-32 16,3-1-8-16,2 2-51 0,3-2 173 0,2 0-91 15,2 0-26-15,0 0 356 0,2 0-183 0,11-2-86 16,10-3-4-16,1-4-42 0,9 2-20 0,-2 0 8 15,5 2-102-15,-2-1 36 0,1 2 1 16,-1 1 35-16,-4 2-363 0,-5 1 190 16,-1 0 83-16,-2 0-307 0,-3 4 137 0,-6 6 109 15,-3 0 56-15</inkml:trace>
  <inkml:trace contextRef="#ctx0" brushRef="#br0" timeOffset="-130662.45">14391 13664 846 0,'-9'1'0'0,"4"2"0"0,1-3 0 0,4 0 0 0,0 0 0 0,2 0 510 0,12 0-239 0,11-3-119 0,3 0-59 15,2-1 272-15,2-2-158 0,0 1-91 0,2 1-32 16,-4 2-118-16,-2 1 33 0,-5-2 0 0,-1 1-164 16,-1 2 96-16,-6 0 50 0,-2 0-476 0,-4 0 262 15,-2 0 130-15,-4 0 73 0,-3 0-582 0,0 0 290 16</inkml:trace>
  <inkml:trace contextRef="#ctx0" brushRef="#br0" timeOffset="-130467.39">14508 13119 1245 0,'2'6'0'0,"3"10"0"0,3 5 0 0,-2 2 0 0,-3 1 0 0,1 8 0 0,0 6 288 0,-1 7-132 0,1 0-61 16,-2 2 350-16,0 5-207 15,-2-2-94-15,0 4-60 0,0-2 82 0,2 1-67 0,0-3-33 16,0 2 0-16,2-11-237 0,1 10 98 16,2-9 53-16,-1-5 26 0,2-1-536 0,1-14 281 15,0-9 149-15,5-8-754 0</inkml:trace>
  <inkml:trace contextRef="#ctx0" brushRef="#br0" timeOffset="-130159.73">14945 13119 1260 0,'14'-9'0'0,"1"5"0"0,-2 1 0 0,-2 0 0 0,-2 3 0 0,-3 0 0 0,0 0 0 0,-2 0 387 0,-2 6-181 0,-1 7-87 0,-1 2-58 16,0 6-28-16,-3 2 0 0,-3-5 8 0,-2 5-467 16,-1-1 230-16,0-1 114 0,-5-3-265 0,3 0 174 15,-4-4 89-15,0 0 43 0,1-6-355 0,-4-1 182 16,6-3 107-16,0-2 54 0,1-2 53 0,1 0 0 15,4 0 0-15,1 0 217 16,3 0-131-16,2 0-59 0,0 0-38 0,0-2 478 16,9 0-241-16,8-4-45 0,8 1 135 15,0-1-142-15,-4 0-63 0,11-3-42 0,-2 1 212 0,1 1-124 16,-1 1-62-16,-2-1-31 0,-5 2 38 16,1 0-39-16,-4 0 0 0,-1 2-377 0,-2 0 173 0,-5 1 88 15,-1 0 50-15,-6 2-613 0,0 0 313 16,-5 0 87-16</inkml:trace>
  <inkml:trace contextRef="#ctx0" brushRef="#br0" timeOffset="-130018.11">15004 13326 933 0,'-8'7'0'0,"3"5"0"0,1-2 0 0,2-1 0 0,2-2 0 0,0 1 0 0,0-3 185 0,0 0-76 0,2 2-38 0,6-2 8 15,1 1 47-15,-2-3-47 16,7 1-23-16,-3 0 0 0,2-4-303 0,0 0 148 0,3 0 62 0,-2-2-523 15</inkml:trace>
  <inkml:trace contextRef="#ctx0" brushRef="#br0" timeOffset="-129781.74">15197 13303 755 0,'4'-2'0'0,"-2"1"0"0,0 1 0 0,-2 0 0 0,0 5 0 0,0 6 0 0,-10 5 0 16,-5 3 176-16,2-1-72 0,-2 4-35 0,-2-1 15 0,2-4-18 15,-4 5-7-15,5-5-27 0,-4-3-34 0,0-1-1 16,-3-4 36-16,2-1 8 15,1-5 4-15,0-3-13 0,4 0 1 0,-2 0 145 16,7 0-73-16,0 0-27 0,1-5-9 0,4-1 230 16,4 2-133-16,0-3-67 0,0-1 146 0,4 3-98 15,10 0-61-15,2-1-26 0,3-1-44 0,6 3 17 16,-1 1 0-16,-2 1 8 0,8 0-209 0,-3 1 101 16,-5 1 50-16,1 0-211 15,-1 0 131-15,-5 0-617 16,0 7 322-16,-5 4 179 0,-1-1-381 0,-6 2 281 0</inkml:trace>
  <inkml:trace contextRef="#ctx0" brushRef="#br0" timeOffset="-129492.59">15097 13668 1378 0,'-10'7'0'0,"1"1"0"0,-2-1 0 0,2 1 0 0,2-1 0 0,-3 1 0 0,3-2 0 0,-2 2 0 0,0 2 32 16,0-2 61-16,0-1-30 0,2-1 0 0,0 1-22 0,-2-1 47 15,6-2-27-15,-1-2 0 0,2-2-29 0,2 2 39 16,0-2 7-16,0 0-45 0,9 0-14 16,7-2 13-16,4-10 1 0,1 0 0 0,0 2-60 15,5-1 26-15,-8 5 0 0,3-1 33 0,0 4-93 16,-4 2 46-16,-3 1 20 0,-2 0-6 0,-3 0-39 16,-3 9 28-16,-3 2 1 15,-3 2-69-15,0 0 33 0,-3 1 23 0,-10-1-21 16,0-3-111-16,-2 2 63 0,0-2 37 0,0-4 0 0,0-3-176 15,5-3 99-15,-1 0 50 0,2 0-217 16,6-6 134-16,3-10 58 0,0-11 42 0,0-5-100 16</inkml:trace>
  <inkml:trace contextRef="#ctx0" brushRef="#br0" timeOffset="-129056.54">15211 13311 387 0,'19'-31'0'0,"-1"9"0"0,3 4 0 0,5 1 0 0,0 2 463 15,4 0-207-15,0 4-116 0,2-2-53 0,3 6 102 16,-2 0-77-16,-3 6 89 0,-3-2-76 15,2 3-50-15,-10 0-22 0,2 10 1 0,-6 5-196 16,-8-1 87-16,-3 5 52 0,-4 2-116 0,0 6-18 16,-8-5 85-16,-6 0-103 0,-7 1 90 0,-2-2 9 15,-3-1 31-15,2-3 36 0,-3 1 0 16,8-8-65-16,-1 0 175 0,6-4-91 16,4-2 293-16,4-1-160 0,2-1-82 0,4 0-24 0,2-2 204 15,11 0-219-15,10 0-9 0,0 0-1 0,0 1-119 16,2 5 59-16,-4 0 39 0,2 1-309 15,-2 4 294-15,-1-1-1 0,-4 3 38 0,-2 0-86 16,-5 1 31-16,-4 1 20 0,-3-1-21 0,-2 2-105 16,0 0 41-16,-13 0 36 0,-4-2-20 0,-3 3 6 15,1-6 29-15,-2 2 3 0,1-5-86 16,-1-4 43-16,3-4 14 0,-2 0 8 0,5-2-146 16,0-17 84-16,3-6 41 0,2 0-58 0,2-9 41 15,3 0 34-15,1 1 0 0,4-2-12 16,0 7-1-16,0 8 39 0,0 6-9 0,0 1 262 0,0 8-127 15,0 1-64-15,0 4-31 0,4 0 400 0,1 15-197 16,1 9-106-16,-3 4 351 16,3 6-208-16,-1 9-103 0,-2 1-51 0,1-7 134 15,-2 17-97-15,-1-9-45 0,1 0-59 0,0 3 15 16,-2-3 0-16,0-7 8 0,0 3-417 0,0-2 204 16,0-3 103-16,0-11 50 0,-2-3-646 0,2-11 300 15,0-8 180-15</inkml:trace>
  <inkml:trace contextRef="#ctx0" brushRef="#br0" timeOffset="-128879.66">15878 13237 1222 0,'0'8'0'0,"0"5"0"0,0 2 0 0,-7 4 0 0,-6 0 58 0,1 3 107 0,-6 0-59 15,3 2-40-15,-1-1 171 0,0 1-29 16,7-7-87-16,2 1-44 0,3-4-14 0,4-4-228 0,0 0 100 0,0-8 48 15,11-2-653-15</inkml:trace>
  <inkml:trace contextRef="#ctx0" brushRef="#br0" timeOffset="-128742.66">16147 13202 1059 0,'21'1'0'0,"2"4"0"0,-3-4 0 0,3 2 0 0,-4-1 235 0,1-1-101 16,-3 3-43-16,3 1-93 0,-6 3 34 0,-3 1 1 0,-1 2 0 31,-3-1-292-31,-1 0 150 0,-4 1 64 0,0-2 36 0,-2 0-497 0,0 1 237 16,-2-1 118-16</inkml:trace>
  <inkml:trace contextRef="#ctx0" brushRef="#br0" timeOffset="-128395.85">16048 13455 1288 0,'-28'10'0'0,"8"-3"0"0,4 1 0 0,7-3 0 0,1-3 0 0,4 1 0 0,4-3 211 0,0 1-90 0,10 1-44 0,10 0 290 0,7 0-167 16,1 1-76-16,6 1-49 0,1 2 15 0,2 2-28 0,0 3 0 16,-3 1-62-16,0 6 7 0,-6 0 26 0,-4 5 0 0,-7 1-78 15,-2 2 39-15,-6-1-1 0,-7-2 48 0,0 5-148 16,-2-6 70-16,-7 3 35 0,-12-4-198 16,-3 0 107-16,-1-6 26 15,-3 1-479-15,-1-5 493 0,6-4 0 0,-1-2 19 0,0-5-121 16,1 0 53-16,1-6 38 0,4-13-194 15,7-7 113-15,5-3 56 0,4-2 28 0,0 6-14 16,0-8 9-16,2 12 33 0,5-1 0 0,1 5 259 16,-1 6-129-16,1 3-73 0,-2 6 923 15,-1-1-954-15,-3 3 1 0,0 8 17 0,-2 11 718 16,-6 3-648-16,-8 3-48 0,-9 9 59 16,-2-5-30-16,-1 4 1 0,1-6-22 0,-5 0-165 0,0 1 79 15,2-6 38-15,-1 0 1 0,0-4-542 0,1-1 299 0,4-4 137 16,8-3-1454-1,5-3 1522-15</inkml:trace>
  <inkml:trace contextRef="#ctx0" brushRef="#br0" timeOffset="-128252.24">16613 13970 2251 0,'3'-4'0'0,"-1"3"0"0,7-4 0 0,-4 2 0 0,-3-1 0 0,0 2 219 16,-2-3-97-16,0-1-986 0,-11 0 416 0</inkml:trace>
  <inkml:trace contextRef="#ctx0" brushRef="#br0" timeOffset="-105518.97">7615 14536 1087 0,'-10'0'0'0,"6"-2"0"0,1 0 0 0,1 0 0 0,2 0 0 0,-3 2 0 0,3-3 0 0,-3 3 0 0,3 0 0 0,0 0 156 0,0 0-61 0,0 0 78 16,0 0-62-16,8 0-43 0,5 0-1 0,6 0 51 16,3 3-42-16,2 1-22 0,1-2 8 0,7 0 71 15,0-1-51-15,-2 1-24 0,0-2 0 0,-4 2-56 16,-5 0 8-16,2 0 23 0,-3-2-161 0,-2 0 80 15,-6 0 41-15,-3 0-1 0,0 1-242 0,-6-1 130 16,-1 0 38-16,0 0-101 0,-2 0 50 0,0 0 55 16,-12 0-18-16,-1-1-14 15,-1-5 39-15,-4 3 0 0,0-1 38 0,-1 0-21 16,0 1-9-16,1 2 30 0,0-1 1 0,3 2 128 16,2 0-65-16,2 0-31 0,1 0 289 0,3 0-152 15,1 3-47-15,3 4-50 0,-1-2 283 0,2 6-146 16,2 3-57-16,0 3 3 0,0 8-44 0,0 0-24 15,0 5 1-15,0 4 113 16,2 2-60-16,1 1-42 0,1 9 0 0,0-7 12 0,-2-3-23 16,2 3-1-16,-3-2-96 0,1 1 32 15,-2-1 22-15,0-2-162 0,0-4 91 0,0-2 45 16,-3-5 32-16,-3 1-89 0,-2-5 19 0,-5-2 32 16,0 0-30-16,1-5-28 0,-4-2 5 0,2-4 30 15,-2 1 95-15,3-3-36 0,1 0-12 0,3-4-31 16,2 0 281-16,2-1-128 0,3 0-48 0,-1 0 266 15,1 0-150-15,2 0-73 0,0 0-48 0,0 0-6 16,7 0 1-16,4 0-36 0,5 0 0 16,1 0 170-16,2 0-203 0,0 0 0 15,3 0 0-15,1 0 0 0,-1 0 0 0,2 0 0 16,-2 0 0-16,0 0 0 0,-2 4 0 0,1-3-199 16,-3 0 117-16,-2 1 59 0,0 1-10 0,-4-1-614 15,-3-2 301-15,3 0 156 0,-3 0 79 0,-1 0-252 16,2 0 169-16,-2 0 81 0,-2-9-213 0,2-11-85 15</inkml:trace>
  <inkml:trace contextRef="#ctx0" brushRef="#br0" timeOffset="-105337.68">8128 14723 1908 0,'3'-7'0'0,"3"2"0"15,1 2 0-15,-1 2 0 0,0-2 0 0,1 3 0 0,2 0 294 0,3 0-130 0,1 0-66 0,4 0 99 0,1 0-28 0,2 4-60 16,-1-2-42-16,1 2-91 0,3-2 28 16,-4 1 0-16,-1 1 29 0,2-2 8 0,-6 0-494 0,-1 0 242 15,-4-2 123-15,0 3 60 0,-3 2-732 16</inkml:trace>
  <inkml:trace contextRef="#ctx0" brushRef="#br0" timeOffset="-105184.06">8239 14948 875 0,'-18'14'0'0,"9"-1"0"0,3-6 0 0,0-2 0 0,5 1 635 0,1-2-301 16,0-1-150-16,1 1-76 0,13-3-29 0,3 1 512 0,4 2-279 0,3-3 45 15,1 1-162-15,-2 0-81 16,0 0-32-16,6 0-190 0,-3-1 70 0,-6-1 36 16,3 3-1-16,-2-3-772 0,0 2 412 0,-3-1 193 0</inkml:trace>
  <inkml:trace contextRef="#ctx0" brushRef="#br0" timeOffset="-103667.63">9284 14494 664 0,'0'-5'0'0,"0"0"0"0,0 0 0 0,0-1 0 0,0-1 0 0,0-3 0 0,0-1 0 0,0 0 0 0,-2-2 123 15,-3 2-37-15,3-2-30 0,-2-1-1 0,-1 1 15 16,-1 0 0-16,0 1-37 0,1 3 34 0,-5-2-35 15,4 0 1-15,-5 1 23 0,2 1-23 0,2 1 8 16,-4 1-8-16,1 0 21 0,2 2 1 16,-2-2-22-16,1 3 0 0,0-1 40 15,0 1-9-15,-1 4-31 0,3-2 0 0,-2 0 31 16,1 2 1-16,0 0-24 0,2 0 14 0,-4 0 0 16,3 2-22-16,0 4 26 0,-2 3 1 0,4-1-19 15,-1 3-8-15,2 0 25 0,4 2 0 16,-3 2-25-16,3 2-1 0,0 0 41 0,0 2-9 15,0 0-31-15,3 4-1 0,-3-3 23 0,4 6-1 16,0-3-13-16,-1 5 18 0,-1-2 0 0,2 2-26 16,-2 2 22-16,-1 1 1 0,1 1-15 15,3 0-8-15,-3 1 39 0,0 1-39 0,-1 0 0 16,2 0 0-16,-2 2 31 0,1-1-31 0,0 0 0 16,-1-1 13-16,1 2-13 0,0 0-1 0,1-5 9 15,-3 3-11-15,0-2 2 0,0-1 1 0,0-1 0 16,0 0 16-16,0-1-8 0,0 1-8 0,-8-1-12 15,3-1 144-15,-6-1-165 0,2-3 0 16,2-5 0-16,-1-1 0 0,-3-3 0 16,3-5 0-16,1-3 0 0,-2 0 0 0,-1-2 0 15,1-5-280-15,0 0 210 0,-3 0 28 0,1 0-254 16,2-10 130-16,-2-3 68 0,1-3 21 0,1 0-185 16,0-3 114-16,2-2 58 0,4 1 29 0,-1 1-414 15,4 0 226-15,0 1 108 0,2-5 54 0</inkml:trace>
  <inkml:trace contextRef="#ctx0" brushRef="#br0" timeOffset="-102354.38">9393 15176 283 0,'0'1'0'0,"0"-1"0"0,-1 2 0 0,1 1 0 0,-2-2 0 0,0-1 0 0,1 3 0 0,1-3 50 0,-3 0-18 0,2 0 1 16,1 0 39-16,0 0-39 0,0 3 0 0,-2-3 25 15,2 0 0-15,0 0-25 0,0 0 8 0,-2 0 17 16,2 0-1-16,-3 0-24 0,3 0 0 0,-2 0 18 15,2 0-10-15,-3 0-8 16,1 0 0-16,0 0 40 0,0 0-1 0,0-3-39 16,-1-1 35-16,3-7-8 0,0 1-27 0,0-1-23 15,0-5 22-15,0 1 1 0,0-2 8 0,2 1 3 16,3-4-12-16,0 2 1 0,4-1 0 0,0 1 16 16,2-4-8-16,1 1-8 0,0-1 0 0,-1 6 2 15,3-3-2-15,-1 0 0 0,2 4 13 0,-2 2-13 16,2 4 0-16,-2 1-18 0,3 4 18 0,-2 2 0 15,4 2 8-15,0 0-15 0,3 6 6 16,0 5 1-16,-1 4-2 0,1 1 31 16,-5 0 8-16,5 7-38 0,-2-5 1 0,-2 1 8 15,-2-4-9-15,0 2 1 0,-2 0 8 0,0-2-9 16,1 0 1-16,-5-1 0 0,0-1-29 0,-2-3 29 16,0-4 8-16,-1 4-46 0,-3-5-1 0,1 0 38 15,-3-3-7-15,1 0-55 0,-2-2 30 0,2 0-6 16,-2 0 18-16,0 0-18 0,0 0-11 0,0 0 34 15,0 0-24-15,0 0-4 16,0-2 15-16,-4 0-391 0,1-4 180 0,-1-2 98 16,0 2 28-16,3 2-485 0,-1 2 266 0,-3-1 134 15</inkml:trace>
  <inkml:trace contextRef="#ctx0" brushRef="#br0" timeOffset="-102066.14">9465 15174 1051 0,'-13'0'0'0,"4"0"0"0,1 0 0 0,0 0 0 0,1 2 0 0,0 1 0 0,2 4 0 0,0-2 317 15,-1 4-142-15,2 4-62 0,-1 2-45 0,1 6 64 16,1 3-50-16,-2 3-24 0,1 3 107 0,-1 0-58 15,1-2-41-15,-1 2 8 0,-1-1-21 0,0 2 0 16,1-2-20-16,1-7-52 16,-2 3 22-16,3-3 0 0,-1-3 30 0,1-2-243 15,1-6 122-15,0-1 56 0,-1-4 26 0,1-2-461 16,2-2 224-16,0-2-104 0,0 0 158 0,0 0 69 16,0-16 48-16</inkml:trace>
  <inkml:trace contextRef="#ctx0" brushRef="#br0" timeOffset="-101866.68">9383 15197 886 0,'4'-11'0'0,"-3"7"0"0,3-1 0 0,-3 4 0 0,3 1 0 0,0 0 0 0,3 6 0 0,3 7 445 0,1 7-210 0,3 3-102 16,-3 3-50-16,1 4 330 0,2 2-191 0,1 2-86 16,-2 1 51-16,0-1-77 0,3 0-39 0,-2-4 1 15,3 0-79-15,-2-3 16 0,1-1 1 0,-4-3-263 16,-3-6 143-16,1 3 72 15,-4-2 43-15,-2-8-417 0,-3 1 219 0,-1-4 27 16,0-1 82-16,0 0-424 0,-5-5 229 0,-9-1 127 16,1 0 60-16</inkml:trace>
  <inkml:trace contextRef="#ctx0" brushRef="#br0" timeOffset="-101722.55">9418 15489 1216 0,'-7'-7'0'0,"2"1"0"0,2 5 0 0,1-2 0 0,1-1 0 0,1 2 0 0,0-1 0 0,0-1 0 0,0-1 169 0,4 1-73 0,5-2-31 0,2 1 70 16,1 3-51-16,2-1-25 0,-3 2 8 0,6-1-170 16,-2 0 68-16,0 2 34 0,0 0 0 0,4 0-411 15,-3 4 231-15</inkml:trace>
  <inkml:trace contextRef="#ctx0" brushRef="#br0" timeOffset="-101391.84">9741 15344 1440 0,'0'0'0'0,"0"6"0"0,0 0 0 0,-2 3 0 0,-2 3 0 0,-1 3 0 0,3 2 0 0,0 1 220 0,2 1-93 16,0 1 96-16,2 2-94 0,5-2-49 0,7-1-15 16,-1-2-62-16,4 0 30 0,-1-6 0 0,3-1 0 15,-2-3-80-15,2-5 48 0,-3-1-8 0,2-1 39 0,-4 0-102 16,0-1 51-16,-3-13 34 0,-4 0-55 15,1-5 34-15,-4-6-22 16,-2 1-55-16,-2-3 30 0,0 5 24 0,0-10-32 16,-4 2 26-16,-8-2-9 0,0 0 30 0,-4 0-25 15,0 5-5-15,-3 4 23 0,4 5 2 0,-4 5 99 0,2 5-48 16,-3 6-22-16,2 2-5 0,0 0 48 16,3 5-31-16,0 8-8 0,3 3-18 15,4 0 6-15,1 1-4 0,6 0 13 0,1-1-222 0,0 3 102 0,0-1 52 16,9 0 27-16,6-1-1 15,5 2-467-15</inkml:trace>
  <inkml:trace contextRef="#ctx0" brushRef="#br0" timeOffset="-100695.59">10111 15223 1179 0,'-8'0'0'0,"5"0"0"0,1 0 0 0,0 0 0 0,2 0 0 0,-2 0 0 0,2 0 0 16,0 0 200-16,2 3-83 0,7-1 260 0,9 2-172 0,5-4-86 15,4 1 91-15,3-1-93 0,3 0-42 0,4 0 104 16,-3 0-73-16,-1 0-37 0,-4-1-53 15,6-3 17-15,-5 2 0 0,-3 1-1 0,-6-1-349 16,2-1 345-16,-4 2 13 0,-4-2-8 0,-3 2-321 16,-3-1 161-16,-2 1 79 0,-3 1 17 0,-2-2-401 15,-2 2 204-15,0-3 98 0,0 0-159 16,0-2 129-16,-6-2 63 0,-3 4 24 0,-3-4-360 16</inkml:trace>
  <inkml:trace contextRef="#ctx0" brushRef="#br0" timeOffset="-100472.16">10378 14971 1382 0,'-2'0'0'0,"-5"1"0"0,3 4 0 0,-2-2 0 0,2 1 0 0,0 1 0 0,-1 3 242 16,3 2-104-16,2 4-45 0,0 5 244 16,0 6-152-16,0 1-76 0,0 2-38 0,2 3 69 15,0 1-45-15,-1 1-35 0,1 3 0 0,0-3-59 0,2 2 0 0,-2-2 32 16,1-1-220-16,0-2 105 0,-1 0 58 0,0-8 28 15,-1 0-330-15,1-6 167 0,0-4 98 16,-2-1-19-16,0-2-340 0,0-3 190 16,0 0 99-16,0-3-257 15,0 1 168-15,0-1 99 0,0 0 43 0</inkml:trace>
  <inkml:trace contextRef="#ctx0" brushRef="#br0" timeOffset="-100083.2">10739 15104 536 0,'-14'-7'104'0,"5"3"-52"0,2 2-26 0,-2 0 327 16,0 2-160-16,0 0-80 15,0 4 58-15,-1 10-73 0,-1 6-32 0,4 7-1 16,-2 1 112-16,6 2-72 0,3 1-27 0,0 3-9 15,0 0-9-15,3-4 0 0,9 1-27 0,1-10 8 0,8 5-44 16,-3-8 0-16,3-3 36 0,-2-6 0 0,6-2-107 16,-3-3 62-16,-1-4 18 0,2 0-61 0,-3-11 44 15,-3-6 2-15,-4-3 1 0,-1 0-151 16,-3-12 81-16,-4 4 12 0,-3-1-25 0,0-4 26 16,-2 0 23-16,0-1-21 0,0 1 6 0,-6-1 19 15,-3 2 48-15,-3 3-1 16,0 10-39-16,-1 1-9 0,-3 6 58 0,0 5-22 15,-3 5 48-15,2 2-30 0,-3 5 0 0,2 11-29 0,2 9-69 16,0-1 34-16,5 2 0 0,1 3 39 0,7-1-234 16,1-6 102-16,2 2 60 0,0 4 27 15,5-11-306-15,9 3 164 0,2-4 82 0</inkml:trace>
  <inkml:trace contextRef="#ctx0" brushRef="#br0" timeOffset="-99874.75">11161 14986 1121 0,'1'1'0'0,"-1"4"0"0,0-2 0 0,0 3 0 0,0 4 0 0,0 0 0 0,-5 6 0 0,-4 5 436 16,2 3-201-16,-4 3-101 0,2 4 125 16,0 3-114-16,2 2-47 0,-3-1-37 0,-1 8-98 15,0-5 34-15,3-4 1 16,1-1 35-16,1-7-104 0,2 7 48 0,3-12 27 15,1-1 1-15,0-9-356 0,0-2 182 16,0-6 108-16,0-3-559 0,1 0 293 0,5-4-105 0</inkml:trace>
  <inkml:trace contextRef="#ctx0" brushRef="#br0" timeOffset="-99678.03">11153 15024 966 0,'6'-13'0'0,"-3"7"0"0,4 1 0 0,-4 2 0 0,1 1 0 0,0 2 0 0,1 0 0 0,4 5 436 0,1 7-202 15,1 9-100-15,1 4-43 0,1 0 297 16,0 8-178-16,-2 1-88 0,2 2 42 16,-1-2-65-16,1 2-25 0,-2-3-8 0,2 0-99 15,-2-3 33-15,3-2-352 0,-3-1 193 0,-2-7 103 16,-2-1-470-16,2-2 271 0,-6-5 141 16,1-1-755-16,-2-4 679 0,-2 1 143 0,0-1 14 15,-2-3-272-15</inkml:trace>
  <inkml:trace contextRef="#ctx0" brushRef="#br0" timeOffset="-99523.41">11109 15343 1096 0,'-10'0'0'0,"4"0"0"0,4 0 0 0,0 0 0 0,1 0 0 0,1 0 0 0,0 0 262 16,3 0-115-16,15 0-56 0,-2 0-30 0,3-2 232 16,-1-2-134-16,5 1-63 0,-2-1-109 0,0 0 23 15,-3 0-487-15,0 1 263 0,-4-1 120 16,2 0-982-1,-5-2 985-15,-2 3 35 0</inkml:trace>
  <inkml:trace contextRef="#ctx0" brushRef="#br0" timeOffset="-99142.78">10583 14922 637 0,'-18'-6'0'0,"6"3"0"0,0-1 0 0,3 0 0 0,-2 1 0 0,1 1 480 0,2-1-224 0,1 2-103 16,4-1-64-16,1 0 402 0,0 2-229 15,2 0-115-15,0 0-57 0,0 0 266 16,4 0-166-16,14 0-78 0,8 0 112 0,13 0-95 15,5 0-48-15,4 0 40 0,7 0-48 0,11-4-43 16,-15 2 144-16,5-5-174 0,-1 4 0 0,-12 0 0 16,10 3 0-16,-9 0 0 0,-6 0 0 0,-2 3-199 15,-2 4 145-15,-9-1 52 0,0 2 13 16,-6-1-175-16,-4-2 88 0,-5-1 25 0,-3-1-1 16,-3-3 35-16,-3 2 2 0,-1-2-22 15,0 0 153-15,0 0-73 0,0 0-31 0,-5-2-16 0,-4-5-45 16,-1 0 3-16,3-1 33 0,-1 1 17 0,-1 1-756 15,1 2 352-15</inkml:trace>
  <inkml:trace contextRef="#ctx0" brushRef="#br0" timeOffset="-95704.18">11794 14779 954 0,'-7'-2'0'0,"1"2"0"0,2 0 0 0,2 0 0 0,-2 0 0 0,4 0 0 0,-2-1 0 0,2 1 0 0,0 0 166 0,0 0-66 0,0 0-34 16,0 0 158-16,0 0-100 0,4 0-46 0,8 1 131 16,2 5-88-16,4-3-45 0,2 2-13 0,6-3 186 15,-1-1-108-15,1-1-55 0,1 0-26 0,3 0 92 16,-2 0-52-16,2 0-38 0,0 0 1 0,-8 0-62 16,3 0 32-16,-3 0 0 0,-2 0-27 0,0 0-7 15,-3 0 33-15,-4 0-66 16,-4 0 33-16,1 0 0 0,-5 3 42 0,-1-2-70 15,-2 1 29-15,0-2-10 0,-1 0-1 0,-1 0 49 16,0 0-23-16,0 0-19 0,0 0-13 0,0-2 26 16,-1-5 1-16,-1-1 4 0,-2-2-263 0,0 5 123 15,3 0 62-15,-1 0-564 0,0 2 297 0,2 3 141 16,0 0 83-16</inkml:trace>
  <inkml:trace contextRef="#ctx0" brushRef="#br0" timeOffset="-95096.45">12959 14513 1094 0,'1'-2'0'16,"-1"0"0"-16,0 0 0 0,0-2 0 0,0 1 0 0,0-3 0 0,0 1 0 0,0-1 0 0,0-1 0 0,0-3 124 0,0 2-46 0,0-3-14 0,0 2 33 0,0-3-33 15,0 4 1-15,0-4-32 16,-1 0-28-16,-1-1 7 0,-2 0 21 0,-2 2-15 15,0-2 15-15,1 1 0 0,-2-1 0 0,-1 2-2 16,0 1 2-16,-1 3-1 0,0 0 1 0,-1 3 42 16,1 0-20-16,0 3 7 0,-3-1 34 0,1 2-32 15,0 0 1-15,-1 0 35 0,1 2-33 0,0 7 7 16,-1 0-41-16,1 2 37 0,-1 1-1 16,3-2-36-16,2 4-1 0,0-1 78 0,0 2-43 15,2 0 1-15,3 0 10 0,0 5-23 16,2-2 9-16,0 6-31 0,0 0 35 0,0 1-35 15,0 0 0-15,2 3 26 0,4 0 9 0,2 0-35 16,-3 2-1-16,3 3 26 0,-1 0 0 0,1-2-25 16,-1 6 8-16,-1-4 32 0,-1 3 148 0,1 1-221 15,-2-1 0-15,0-1 0 0,-2 1 0 0,0 0 0 16,-2-2 0-16,0 0 0 0,0-2 0 16,0 2 0-16,-4 0 0 0,-6-1 0 0,-1 1 0 15,0-3 0-15,-4 0 0 0,2-1 0 16,-1-8 0-16,-2-1-307 0,0-4 215 0,0-4 44 15,2-5-8-15,0-3-368 0,2-5 187 0,-3 0 106 16,4 0-315-16,-1-11 207 0,5-6 103 0,0-6-318 16,3 2 202-16,1-4 114 0,3-2 52 0,0 0-287 15,0 0 170-15</inkml:trace>
  <inkml:trace contextRef="#ctx0" brushRef="#br0" timeOffset="-94865.88">12951 14892 880 0,'8'0'0'0,"-3"0"0"0,1 0 0 0,-1 0 0 15,0 0 0-15,4 0 0 0,2 0 652 0,4 0-309 0,3 0-155 0,9 0 348 0,-1-3-244 0,6 0-133 16,2-4-63-16,1 1 130 0,3 1-96 0,2-1-49 16,-5 0-16-16,1 2-120 15,-2-1 44-15,-4 1 21 0,-6 2 1 0,-1-1 22 16,-3 1 8-16,-3 0-8 0,-2 0-137 0,-5 1 69 15,-3-2 34-15,-3 1-1038 0,-2 2 508 0,0 0 248 16,-2 0 126-16,0 0-317 0,-2 0 220 0,-11 10 103 16</inkml:trace>
  <inkml:trace contextRef="#ctx0" brushRef="#br0" timeOffset="-94541.85">13169 15081 1866 0,'-19'5'0'0,"3"4"0"0,2 3 0 0,-1 0 0 0,0 3 0 0,0 5 0 0,3 0 0 0,1 3 0 0,6-1 0 0,-3 10 278 0,4-6-123 0,4 2-61 0,0-1 204 15,0-1-132-15,6-7-59 0,7 2-41 0,2-5-66 16,2-3 33-16,2-3 0 0,0-8-140 16,3-2 78-16,-1 0 26 0,3-1 1 15,-5-11-86-15,-3-5 60 0,2-3 31 0,-9 3-271 16,1-6 138-16,-5 0 10 0,-3 1 55 0,-2-5-92 15,0 4 63-15,0-3 22 0,-11-2 8 0,-2 2 45 16,-4 0-14-16,2 1 1 0,2 9 69 0,-4 0-43 16,0 6 8-16,0 4-35 0,0 4 86 0,0 2-40 15,2 0-22-15,0 2 136 0,1 9-67 0,4 2-15 16,0 1-24-16,5 2-92 0,0-1 36 16,4-1 17-16,1-1 22 0,0 2-404 15,1-2 191-15,13-5 84 0,2 0 51 0,5-4-386 16</inkml:trace>
  <inkml:trace contextRef="#ctx0" brushRef="#br0" timeOffset="-94333.39">13481 14995 883 0,'5'0'0'0,"-1"0"0"0,1-2 0 0,-3 2 0 0,0 0 0 0,0 0 143 0,-2 0-56 15,0 0-27-15,0 8 437 0,-6 9-224 0,-3 3-124 16,0 7-59-16,-3 3 316 0,0 2-186 0,0 4-94 15,-1 0-14-15,-2 4-44 0,2-2 0 0,-2 0-35 16,3-4-188-16,1-1 94 0,4-6 55 0,-1 1-181 16,2-7 110-16,5-4 55 0,-1-6 27 15,2-4-594-15,0-3 211 0,0-2 177 0,0-2 76 0,0-4-393 16</inkml:trace>
  <inkml:trace contextRef="#ctx0" brushRef="#br0" timeOffset="-94138.86">13456 15005 941 0,'6'-1'0'0,"1"1"0"0,1 0 0 0,1 1 0 0,-3 8 0 0,1 6 0 0,3 4 578 15,-1 1-272-15,2 7-129 0,3 3 177 0,-1 0-161 0,0 1-80 16,2 2-41-16,2-1 274 0,-1-2-149 0,2-2-86 16,-4 0-40-16,2-3-194 15,-3-3 78-15,-1-2 39 0,-5-2-456 0,0-2 243 16,-3-4 126-16,-2-3 63 0,-2 0-637 0,0-1 324 15,0 0 110-15,0-4-237 0,-8-1 219 0</inkml:trace>
  <inkml:trace contextRef="#ctx0" brushRef="#br0" timeOffset="-93970.31">13447 15311 1027 0,'-2'0'0'0,"2"0"0"0,-3 0 0 0,3 0 0 0,0 0 0 0,0 0 274 0,7 0-121 0,6 0-52 15,6 0 467-15,-1 0-268 0,3 0-133 16,2-4-68-16,-1 2 167 0,-1 1-109 16,-2-1-66-16,-1 2-438 0,-1 0 189 0,-2 0 96 0,-3 0 47 0,-1 5-835 15</inkml:trace>
  <inkml:trace contextRef="#ctx0" brushRef="#br0" timeOffset="-79507.13">14348 14639 894 0,'-7'0'0'0,"3"0"0"0,4 0 0 0,-2 0 0 0,2 0 0 0,0 0 188 0,0 0-78 0,0 0-38 0,0 0 65 16,2 0-56-16,6 0-24 0,1 0 0 0,5 0 149 16,-2 0-87-16,3 0-35 0,0 0-29 0,2 0 86 15,0 0-54-15,2 0-27 0,1 0 33 0,-1 0-22 16,1 0-8-16,-2 0-53 0,-1 0-1 0,-1 0 24 16,0 0 0-16,-1 0-23 0,0 0-8 0,-2 1 31 15,1-1 0-15,-2 0-126 0,1 0 64 0,1 0 26 16,-2 0-331-16,-2 0 167 15,0 0 57-15,-3 0 51 0,-2 2-421 0,1 0 228 16,-3 6 109-16</inkml:trace>
  <inkml:trace contextRef="#ctx0" brushRef="#br0" timeOffset="-79254.69">14433 14980 2107 0,'-17'2'0'0,"4"3"0"0,5 1 0 0,2-2 0 0,5-1 0 0,-1-2 0 0,2-1 0 0,0 0 0 0,0 3 0 0,0-3 0 0,13 0 270 0,4 0-119 0,7 0 243 15,1 0-181-15,3 0-90 0,-4 0-37 0,10 0 70 16,-4 0-61-16,-2 0-32 0,0 0 1 0,1 0-84 16,-5 1 35-16,4 3-8 0,-7-1 25 0,-2 1-79 15,-2-2 39-15,-6-2 1 0,-2 2-185 16,-1-2 109-16,-6 0 57 0,0 0-448 15,0 0 195-15,-2 0 129 0,0 0 20 0,0 0-448 16,-4-2 273-16</inkml:trace>
  <inkml:trace contextRef="#ctx0" brushRef="#br0" timeOffset="-77632.44">15917 14381 602 0,'2'0'0'0,"-2"0"0"0,0 0 0 0,0 0 0 0,0 0 0 0,0 0 0 0,0 0 166 0,0 0-67 0,0-5-34 16,0-5 1-16,0 1 58 0,1-4-49 0,3 0-22 16,-2-2 9-16,2 0-29 0,-3-2-1 0,-1 2-22 15,0-1-9-15,0 3 32 16,0 0 0-16,-3 2-15 0,-5 0 15 0,1 3 8 15,-3-2-8-15,-1 5 9 0,2 2-9 0,-3-2-1 16,3 4 34-16,-4 1-9 0,0 0-25 0,2 0-4 16,-3 0 19-16,1 1-12 0,4 5 6 0,-4 1 30 15,2 1 0-15,2-1-38 0,-2 4 0 0,6-4 37 16,-4 0 8-16,3 2-45 0,0-1-1 0,2 1 38 16,-1 6-1-16,3-3-36 0,0 3 63 0,2 4-35 15,0 1-1-15,0 5-27 0,0-1 50 16,0 5-25-16,0-1 8 0,4 1 7 15,1 3-41-15,1 1 1 0,0-2 0 0,-2 1-23 16,1 0 31-16,1 2-8 0,-3 0 0 0,3 0-30 16,-1 0 0-16,-4-2 30 0,1 2-15 0,0-4-8 15,0 1 17-15,-2-3 4 0,0 0-63 0,0-1 29 16,0-7-7-16,0 1-4 0,-7-3 10 16,0-2-1-16,-2-3 12 0,0-3-152 15,-3-2 68-15,1-6 39 0,-2 1 8 0,0-3-318 0,0 0 144 16,-1 0 86-16,3-5-337 0,2-10 216 15,1 3 102-15,6-5 53 0,2-4-366 0,0-3 209 16,0-3 96-16</inkml:trace>
  <inkml:trace contextRef="#ctx0" brushRef="#br0" timeOffset="-77275.95">16213 14393 770 0,'3'-16'0'0,"-3"2"0"0,0 1 0 0,0-6 0 0,0 2 0 0,-7-2 0 0,0 0 139 0,0 2-53 0,1-2-27 16,-2 5 47-16,1-1-29 0,0 1-8 0,-1 7-5 15,-2 1-1-15,1 2-30 0,-2 3 0 0,-3 1 43 16,2 0-43-16,-2 8 0 0,1 7 0 0,-1 4 93 16,0 3-46-16,3-2-15 15,-4 7 91-15,5-1-61 0,3-6-32 0,-3 9 1 0,7-8 100 16,-1 3-57-16,4 2-42 0,0-2 59 15,0 0-46-15,0 1-23 0,0 2 1 0,0-5 19 16,5 6-8-16,4-3-35 0,-4-2 1 0,2 2-11 16,-1-1 10-16,-1 0 9 0,3 3-8 0,-2-3-38 15,-2-5 1-15,-1 4 37 0,-1-3-97 0,0-1 49 16,0-2 19-16,-1 0-161 0,-1-1 75 0,0 0 46 16,0-3 3-16,0 3-234 0,0-4 127 0,-7 1 42 15,0 0 37-15,-3 1-165 16,1-3 97-16,0 3 40 0,0-4-406 0,-1 2 231 15</inkml:trace>
  <inkml:trace contextRef="#ctx0" brushRef="#br0" timeOffset="-77044.5">15818 15144 1582 0,'0'4'0'0,"0"2"0"0,0-3 0 0,0 3 0 0,0 1 0 0,0 5 0 0,-2-2 0 0,2 8 0 0,0 0 363 0,0 8-165 0,0-5-74 16,0 9 30-16,0 1-61 0,2 1-30 0,-1 1 0 16,1 0-57-16,0-1 35 0,-2-1-8 0,2-3-159 15,-2-3 79-15,0-3 40 0,0-2 0 0,0-2-267 16,0-8 149-16,0 1 36 0,0-6 53 0,0-3-448 16,0-2 218-16,0 0 121 15,-4-2-82-15,2-15 97 0,-4-7 48 0</inkml:trace>
  <inkml:trace contextRef="#ctx0" brushRef="#br0" timeOffset="-76756.27">15757 15182 996 0,'4'-14'0'0,"0"4"0"0,1 2 0 0,2 0 0 0,2 0 0 0,2 3 148 0,-1 1-61 16,6 2-28-16,0 0 355 0,5 2-191 16,-2 0-95-16,5 2-39 0,3 9 205 0,-3 5-131 0,-1-1-64 15,0 2 22-15,-1 0-7 16,-3-1-33-16,2 5-8 0,-5-1-5 0,-2 1 0 15,-5-3-35-15,0 6 0 0,-4-2-4 0,-1 5 4 16,-4-3 0-16,0 2 27 0,0-1 0 0,-5 0-27 16,-8 0 8-16,-1-2 13 0,-2 3-22 0,-3-4 1 15,-4-3 0-15,1 0-70 0,-1-6 43 0,-5 3-8 16,0-6-127-16,3 0 69 16,0-3 40-16,-2-3-61 0,6 0 49 0,0-2 6 15,3-2 1-15,1 0-105 0,4 0 60 0,3 0 8 16,3-2-8-16,-1-4-178 0,7-3 107 0,1-4 55 15,0 0 26-15,0-5-411 0,9 2 210 0,10-5 119 16</inkml:trace>
  <inkml:trace contextRef="#ctx0" brushRef="#br0" timeOffset="-69357.86">16630 14282 810 0,'-3'-12'0'0,"-3"1"0"0,4 5 0 0,-1 1 0 0,0 1 0 0,3-1 0 0,-2 2 0 0,0-3 81 0,2 5-24 0,0-1 0 0,0 1 101 16,0 1-55-16,0 0-39 0,0 0 0 0,0 0 0 15,0 1-31-15,0 11 0 16,0 1 29-16,0 4-8 0,-5 1-21 0,-4 6 0 16,0 1-40-16,-7 4 40 0,0 0 7 0,-5 8-41 15,0-2-1-15,0-1 35 0,-3 2-1 0,1-3-73 16,2-5 29-16,0 2 15 0,0-5-18 0,5-7 8 15,2 2 16-15,5-12 7 0,-3 2 64 0,6-4-34 16,3-4-9-16,-1 1-22 0,4-3 124 0,0 0-57 16,0 0-14-16,0 0 25 15,4 0-28-15,10 0 0 0,7 0-33 0,5 0 69 16,3-3-26-16,3-3-8 0,1-2-34 0,3 1 76 16,1-1-38-16,2 3 0 0,-4-1 12 0,1 3-29 15,-1 0 0-15,-1 2-21 0,0-2-58 0,-3 3 29 16,-4 0 9-16,5 0-197 0,-6 0 109 0,-5 3 53 15,1 3 20-15,-6-4-194 0,-6 3 72 0,1-1 63 16,-6-3-12-16,-2 2-414 0,-1-2 228 0,-2-1 112 16,0 0-326-16,0 0 224 0</inkml:trace>
  <inkml:trace contextRef="#ctx0" brushRef="#br0" timeOffset="-69142.4">16712 14332 1012 0,'-12'-1'0'0,"4"1"0"0,3 0 0 0,-1 0 0 0,3 0 0 0,-2 8 227 0,3 3-97 16,1 4-49-16,1 6 160 0,0 1-96 0,0 8-60 0,0 1-27 0,0 11 305 15,0-2-165-15,0 2-83 0,0-1 61 16,0 11-76-16,-2-4-34 0,-2 1-99 16,0 2 33-16,1 1 8 0,-1-4 25 0,2-2-305 15,1-8 153-15,-1 2 76 0,2-9 37 0,0-9-475 16,0 0 197-16,0-7 137 0,2-8 1 0,8-5-143 15,3-2 129-15</inkml:trace>
  <inkml:trace contextRef="#ctx0" brushRef="#br0" timeOffset="-68614.76">17364 14807 1154 0,'-1'-9'0'0,"-3"4"0"0,0-2 0 0,0-3 0 0,0-3 0 0,0-2 0 0,-1-4 0 0,1-2 0 0,1 0 80 0,-1 0-23 15,-1 3 25-15,2-3-24 0,-3 5 8 16,-1 0-33-16,2 1-15 0,-5 4 14 0,-1 1 1 16,0 3 0-16,-1 3 35 0,-1 1-7 0,-2 3-28 15,0 0-1-15,-2 1 31 0,-1 15-1 0,0 1-21 16,0 9 27-16,1 2 0 0,2 4-36 0,3 1 1 15,1 3 115-15,4 0-49 0,2-2-37 0,5-4 50 16,0-2-39-16,0-9 0 0,10 2-41 0,5-5-61 16,4-3 27-16,-1-5-1 0,3-3 36 15,2-5-154-15,0 0 77 0,-3 0 46 16,3-13-96-16,-4-5 36 0,-3-7 39 0,2-2-24 16,-2-14-184-16,-4 7 71 0,2-14 70 0,-4 1-89 15,0-2 71-15,-3-6 35 0,-2-8 1 0,-1 5-18 16,0-17 30-16,0 5 1 0,0 2 22 0,-2 12-5 15,0 11-3-15,-2 0 8 0,0 17 194 0,0 6-97 16,0 8-48-16,-8 5 152 0,2 7-102 0,-3 2-19 16,0 2-32-16,1 21 329 15,-2 0-162-15,3 15-46 0,2-3-43 0,1 17 128 16,2 0-94-16,2 5-47 0,0-1-24 0,0 2 92 16,0-2-50-16,0-1-37 0,2-2-56 0,3-1 0 15,3-3 28-15,1-2-125 0,-3-8 70 0,3 8 24 16,-3-11-1-16,-1-1-366 0,1-2 194 0,0-11 55 15,-2-2 65-15,-1-6-435 0,1-5 227 0,0-4 113 16,1-5 57-16,0-3-310 0,2-15 175 0,0-10 100 16</inkml:trace>
  <inkml:trace contextRef="#ctx0" brushRef="#br0" timeOffset="-68385.38">17479 14545 1347 0,'0'-9'0'0,"2"3"0"0,5 1 0 0,1 4 0 0,1-1 0 0,3 0 0 0,2 2 0 0,2 0 0 0,0 4 413 0,3 8-194 0,-1 4-93 0,0 1 62 16,-3 4-77-16,-2 3-40 0,-2 1 9 0,-1 5 5 16,-3-2-26-16,-5 2 0 0,0-2-26 0,-2 3-79 15,0-7 48-15,-4 5-9 16,-9-2-86-16,-2-5 63 0,-4-1 32 0,-1-6-1 16,1-3-154-16,-8-2 83 0,1-2 1 0,-2-3-74 15,2-2 34-15,3-2 46 0,0-1-22 0,5 0-145 16,5 0 99-16,4-4 49 0,3-4 24 0,4-6-188 15,2 1 99-15,2-6 61 0,14 1-261 0</inkml:trace>
  <inkml:trace contextRef="#ctx0" brushRef="#br0" timeOffset="-68151.43">17924 14522 789 0,'2'-13'0'0,"-2"1"0"0,0 4 0 0,0 0 0 0,-4-2 0 0,-7 3 0 0,-2 1 146 0,-2 4-57 0,-2 2-28 16,0 0 167-16,-4 8-90 0,-5 11-56 0,5 3-25 16,-6 10 140-16,7 2-82 15,1 3-41-15,7-3-13 0,-4 14 95 0,9-9-62 16,7-3-30-16,0 1 84 0,0-1-57 0,11-3-21 16,6-4-8-16,6-3-61 0,0-4 0 0,2-2 32 15,5-6-1-15,0-3-277 0,0-3 134 0,2-4 72 16,-2-4-601-16,-1 0 314 0,1 0 107 0</inkml:trace>
  <inkml:trace contextRef="#ctx0" brushRef="#br0" timeOffset="-67702.54">18301 14629 545 0,'0'-15'0'0,"-5"2"0"0,-2 4 0 0,-5-1 0 0,-1 2 0 16,-2 3 362-16,-2 1-165 0,1 3-82 0,0 1 76 0,-1 0-71 15,0 10-48-15,-2 6 1 0,3 5 144 0,2 2-92 16,3 4-47-16,0 3 87 0,5 0-71 0,2 3-30 16,4-4-1-16,0 2 4 0,0-4-1 0,2-4-25 15,10 0-9-15,3-5-70 16,0-3 34-16,1-4 1 0,2-1-28 0,-2-5 28 16,3-3 0-16,-2-2 36 0,2 0-234 0,0-11 82 15,-3-6 68-15,2-9-253 0,-4-2 142 0,2-4 41 16,-2-9 44-16,-2 2-105 0,-3 1 66 0,2-15 45 15,-4 3 1-15,4-12-23 0,-6-2 29 0,0-2 1 16,-1 4 22-16,0-11-53 0,-1 23 30 0,-2-2 0 16,-1 19 84-16,0 6-26 15,0 1-9-15,-6 17-17 0,0-3 320 0,1 8-150 16,-2 2-84-16,1 2 420 0,-2 8-223 0,1 11-77 16,1 7-71-16,3 9 189 0,-1 7-129 0,2 5-65 15,2 3-25-15,0 3 151 0,0 0-95 0,0-1-49 16,2 1 17-16,5-3-32 0,-1-5 7 0,3 6-95 15,3-5 28-15,-3-3 0 0,0-8 27 0,1 1-245 16,-1-8 131-16,2 2 54 0,-3-11 30 16,1-4-375-16,-3-6 188 0,1-1 40 15,1-6 61-15,-2-2-316 0,1 0 184 0,0-13 91 16,1-4-112-16,0-8 103 0,-1-3 42 0</inkml:trace>
  <inkml:trace contextRef="#ctx0" brushRef="#br0" timeOffset="-67541.97">18568 14515 933 0,'0'1'0'0,"0"1"0"0,0 4 0 0,0 0 0 0,0 0 0 0,0 1 137 0,2 1-52 0,7-1-26 0,3 4 425 15,1 0-218-15,2 1-120 0,2 0-57 0,6 2 180 16,-5-3-118-16,1 0-59 0,2 1-273 0,-1-3 103 16,-3 0 55-16,2-2 28 0,-2 2-486 0,0-2 257 15,-4 1 136-15,1-2-269 0,-4-2 111 0</inkml:trace>
  <inkml:trace contextRef="#ctx0" brushRef="#br0" timeOffset="-67229.81">19075 14291 1044 0,'2'-1'0'0,"1"-2"0"0,-2 3 0 0,1 0 0 0,0 0 0 0,-2 0 0 0,0 8 415 0,0 5-183 0,0 10-103 0,-4 3 252 15,-6 10-174-15,-4 3-87 0,-2 6-44 0,-2 6 115 16,-7 8-83-16,1 2-38 0,-3 2 0 0,1 8 124 16,-2 2-81-16,-1 0-32 15,-1-1 62-15,-1-1-56 0,3-4-27 0,4-1 0 16,1-4-67-16,8-12 8 0,2 2 32 0,3-15-1 16,5 1-91-16,0-6 46 0,0-10 23 0,1 0-14 15,2-5 15-15,1-3-1 0,-3-6-10 0,2 2-40 16,0-4 5-16,-1-3 27 0,1 2 53 0,0-4-38 15,0 0-13-15,0-1 10 0,0 0-60 0,-2 0 31 16,0 0 4-16,1 0-560 0,-1-2 272 0,2-8 141 16,0-1 56-16,2-2-784 15</inkml:trace>
  <inkml:trace contextRef="#ctx0" brushRef="#br0" timeOffset="-66251.31">19241 14770 987 0,'-2'0'0'0,"2"0"0"0,0 0 0 0,0 0 0 0,0 0 0 0,0 0 0 0,4 0 0 0,8 0 313 0,9 0-140 15,6 0-70-15,1 0 138 0,2 0-103 0,2 0-45 16,0 0-34-16,0 0 14 0,-9 0 0 0,0 0-40 16,0-2 0-16,-2 0-49 0,-6 1 20 0,-3-1 0 15,-3-1-108-15,-2 3 68 0,-3-2 42 0,-3 2-7 16,1 0-305-16,-2-1 162 0,0-2 31 0,0-3-296 15,-2-4 174-15,-1 1 106 0,3-4 47 0,0 1-132 16</inkml:trace>
  <inkml:trace contextRef="#ctx0" brushRef="#br0" timeOffset="-65817.11">20365 14136 783 0,'-3'-25'0'0,"-1"5"0"0,1 0 0 0,-1 1 0 0,-2-3 0 0,-2 1 0 0,-1-5 117 16,0 3-42-16,-1 3-21 0,-1-1 94 0,2 3-58 16,-3-1-21-16,-1 5-7 0,1 1 7 0,-4 6 1 15,1 2-37-15,-4 2-1 0,-2 3 9 0,0 0-8 16,3 4 0-16,-6 9 67 0,4 5-34 0,-1-2 0 15,0 5-25-15,2 1 41 16,0 4-24-16,2 1-1 0,1 0 76 0,0 2-49 16,5 1-18-16,2 2-8 0,2 2 56 0,2 0-41 15,1 1 0-15,4 3-10 0,0-2 9 0,0 7-40 16,2-3 1-16,8 3-35 0,-2-3 1 0,1 6 33 16,-4-6 9-16,5 8-69 0,-4-4 30 0,1-1 0 15,-3-1 1-15,-1 2 6 0,-1-5 7 16,0 6-27-16,-2-7-4 0,0 0 13 0,0-2 18 0,-6-3 25 15,-3-3-25-15,-2-2-8 0,-2-2 4 16,-2-3-39-16,0-6 0 0,-2-2 43 16,-2-4-4-16,2-3-285 0,0-5 134 0,0-3 61 15,4 0-173-15,1 0 91 0,2-3 69 0,2-12 9 16,6-3-371-16,2-5 210 0,0-5 105 0,6-4-337 16</inkml:trace>
  <inkml:trace contextRef="#ctx0" brushRef="#br0" timeOffset="-65617.64">20169 14552 845 0,'12'0'0'0,"2"0"0"0,1 0 0 0,-2 0 0 0,0 1 0 0,1 2 0 0,0-1 511 16,7 2-239-16,3-1-119 0,2 1 253 0,3 0-179 16,1-3-101-16,0 2-47 0,3-1 33 0,1-2-40 15,-2 0 0-15,-4 0-129 0,4 0 41 0,-4 0 24 16,-3 0 0-16,-4 0-268 0,1-2 146 0,-5-4 82 15,-1 0 28-15,-7 0-481 0,0 3 245 0,-5-1 38 16,-3 3-262-16,1-2 208 0,-2 1 116 0</inkml:trace>
  <inkml:trace contextRef="#ctx0" brushRef="#br0" timeOffset="-65285.46">20362 14758 1028 0,'-17'14'0'0,"0"5"0"0,3 2 0 0,0 1 0 0,1 2 0 0,1 4 0 0,3-3 0 0,4 3 416 0,3-2-191 0,2 1-96 15,0-7 152-15,0 1-116 0,5 0-70 0,6-4-40 16,3-5 0-16,2 2-22 0,0-7 8 0,0-2-53 16,0-1 23-16,0-4 0 0,0 0 21 0,-2 0-156 15,0-5 86-15,-3-8 32 0,1-1-1 0,-5-6-212 16,-2 1 68-16,-3-2 77 0,0 0-123 15,-2-7 89-15,0 4 25 0,0 0 35 0,-5 0 15 16,-3 3 0-16,-4 3-8 0,1 0 42 0,-1 7-1 16,-4 2-32-16,2 2-1 0,-2 6 147 15,0 1-63-15,-2 0-36 0,1 1 7 0,3 11 129 16,0-1-57-16,3 1-45 0,2 1-20 0,2-1-18 16,2-2 26-16,1 0-20 0,4-1-332 0,0-1 157 15,0-1 75-15,12-1-420 0,5-2 235 0</inkml:trace>
  <inkml:trace contextRef="#ctx0" brushRef="#br0" timeOffset="-65063.06">20672 14727 1782 0,'3'0'0'0,"-1"-2"0"0,0 2 0 0,1 0 0 0,-1 0 0 0,-2 0 0 0,0 7 0 0,0 6 0 0,-2 7 245 0,-7 1-106 15,4 3-45-15,-4 7 169 0,0-1-115 0,-3 4-58 0,1 0-29 0,-1 2 13 16,1 1-33-16,-2-1-8 16,3-1-1-16,3-2-70 0,0-4 36 0,3-8-1 15,-1 2-267-15,2-6 148 0,1-7 77 0,0 2 39 16,2-4-528-16,0-5 261 0,-1 1 63 0,1-4-267 16,-2 0 223-16,2 0 110 0</inkml:trace>
  <inkml:trace contextRef="#ctx0" brushRef="#br0" timeOffset="-64841.12">20659 14687 1990 0,'5'-6'0'0,"-1"1"0"0,0 4 0 0,1-1 0 0,2 2 0 0,0 0 0 0,-2 0 0 0,3 3 0 0,2 11 0 0,-1 0 0 0,3 3 284 15,2 7-129-15,-1-1 141 0,1 6-132 0,-2 0-65 16,-1 1-34-16,3 1-31 0,-3-2-1 0,3-1 0 15,-2 0 0-15,-1-3-91 16,3-1 45-16,-5-3 31 0,0 2-414 0,1-2 215 16,-3-3 106-16,-1-1-560 0,-2-4 301 0,-3-3 142 15,3 0 84-15,-1-3-306 0,-3-2 191 0</inkml:trace>
  <inkml:trace contextRef="#ctx0" brushRef="#br0" timeOffset="-64653.61">20629 15027 1364 0,'-6'0'0'0,"5"0"0"0,1 0 0 0,-2 0 0 0,2 0 0 0,0 0 0 0,0 0 155 0,7 0-61 0,8 0-31 16,2 0 383-16,-1 0-199 0,5-1-111 0,2-1 105 16,-3-1-104-16,-1 2-52 0,0 1-27 0,-6 0-253 15,3 0 110-15,-5 0 59 0,-2 0 29 0,1 0-517 16,-5 0 273-16,-1 0 145 0</inkml:trace>
  <inkml:trace contextRef="#ctx0" brushRef="#br0" timeOffset="-62564.47">21541 14304 323 0,'0'1'0'0,"0"2"0"0,0 0 0 0,0 2 0 0,0 0 0 0,0 0 166 16,3 1-67-16,-1-2-34 0,3 2 196 0,1 0-119 16,3-3-54-16,3 1 180 0,0 0-118 0,4-3-58 15,0-1-22-15,2 3 176 0,-4-3-107 0,2 2-53 16,0-2-27-16,-1 1 124 0,0 1-68 15,-1 0-45-15,0 0 8 0,-3 2-22 16,3-3-1-16,-1 1-22 0,-5 0-16 0,3 0-8 16,-2-2 24-16,-2 0-120 0,1 0 59 0,0 0 31 15,-1 0 8-15,-2 0-311 0,-1-2 160 0,1-3 41 16,-3 1 53-16,-1 2-513 0,1 0 267 0,-2 0 130 16,0 2 65-16</inkml:trace>
  <inkml:trace contextRef="#ctx0" brushRef="#br0" timeOffset="-62323.11">21569 14687 1454 0,'-11'4'0'0,"6"2"0"15,-1-2 0-15,3-1 0 0,-2 0 0 0,2-2 0 0,3 1 0 0,0-1 0 0,0 4 501 0,0 0-239 0,8-1-114 0,5 0 246 0,1-2-180 16,3 1-91-16,4 0-37 0,-2-2 84 15,2-1-69-15,-2 2-34 0,3 0-15 16,-1-2-19-16,-2 2 8 0,1-1-8 0,-5 2-147 16,0-1 73-16,-3-1 37 0,-1 2 0 0,-4-3-286 15,0 3 141-15,-2-2 88 0,-2 1-597 0,-1 3 313 16,0 0 156-16,0 7 70 0</inkml:trace>
  <inkml:trace contextRef="#ctx0" brushRef="#br0" timeOffset="-58441.05">22309 14015 688 0,'0'0'0'0,"0"0"0"0,0 0 0 0,-2 0 0 0,2 0 0 0,0 0 0 0,0 0 0 0,0 0 64 0,-1 1 0 0,-1 5-32 16,0 4 101-16,-2 1-54 0,1 4-23 0,-3 0 22 15,1 3-23-15,-5 6 1 0,2-3-15 0,-4 7-28 16,-2-1 20-16,1 3 0 0,-4 1-1 0,1 1-33 16,-4-2 9-16,3-2 24 15,1-2 1-15,2-7-26 0,1 0 26 0,1-4-3 16,0-2 43-16,1-2-21 0,3-4-23 0,0 1 107 15,3-4-51-15,1-2-26 0,2 0 8 0,1-2 89 16,-1 0-62-16,2 0-30 0,0 0-1 0,0 0 34 16,0 0-25-16,7 1-7 0,8-1 36 0,0 0-34 15,4 0 0-15,1 0-34 0,3 0 41 0,0 0-9 16,5 2-33-16,-3 0 69 0,-2 2-35 0,6 0 1 16,-1-1-26-16,2 0 44 0,2-1-26 15,-2-1 0-15,0 0-26 0,0 2-36 16,-2-1 7-16,4-2 29 0,-5 1-66 0,-5-1 32 15,0 0 1-15,-1 3 33 0,-2-3-41 0,-6 1 7 16,-1-1 0-16,-3 2-128 0,-3-2 71 0,-3 0 17 16,-1 2 26-16,0-2-202 0,-2 0 103 0,0 0 32 15,0 0 33-15,0 0-291 0,-2 0 146 0,-3 0 84 16,-3 0-488-16,1 0 282 0,-3-4 142 0,1-1 70 16</inkml:trace>
  <inkml:trace contextRef="#ctx0" brushRef="#br0" timeOffset="-58157.46">22401 14084 1545 0,'-7'-5'0'0,"2"2"0"0,3 0 0 0,0 3 0 0,2 0 0 0,-2 0 0 0,2 3 0 0,0 10 0 0,0 9 0 0,0 3 292 0,0 4-130 0,0 7-56 0,2 11 168 16,0-2-121-16,1 2-60 0,-1 4 23 15,0-1-42-15,0-4-12 0,0 8-9 0,0-8 6 16,-2 1 1-16,1-4-28 0,1-4 1 0,-2-1-76 16,3-6 33-16,-3-2 22 0,0-5-85 0,0-2 53 15,0-4 27-15,0-6 7 0,0-2-119 0,0-2 60 16,0-5 3-16,0 0-13 0,-6-4 8 0,0 0 20 16,1 0-11-16,-1 0-126 0,-1 0 61 15,0-2 41-15,4-5 9 0,-1-1-395 16,2 1 211-16,2-1 103 0</inkml:trace>
  <inkml:trace contextRef="#ctx0" brushRef="#br0" timeOffset="-57350.6">23129 14091 548 0,'0'-7'0'0,"0"3"0"0,0 1 0 0,0 2 0 0,0-4 0 0,0 4 0 0,0-1 138 16,0 0-52-16,0 2-27 0,0 0 79 0,0 0-44 15,0 0-35-15,0 13 0 0,-4 9 0 0,-3 2 0 16,-3 7-26-16,-1 3 76 0,-2 6-42 0,-3-1 0 16,2 0-34-16,-3 1 26 0,-3-1-26 0,4-1 8 15,-9 8-8-15,3-6-33 16,0 0 33-16,1-5-1 0,3-3-63 0,0-2 40 15,1-2-9-15,2-3 33 0,3-7-40 0,3-3 7 16,0-1-1-16,2-7-205 0,1-4 107 0,0-1 37 16,3-2 32-16,-1 0-333 0,4-6 168 0,0-14 56 15</inkml:trace>
  <inkml:trace contextRef="#ctx0" brushRef="#br0" timeOffset="-57109.65">22800 14216 1478 0,'0'-9'0'0,"0"4"0"0,0 3 0 0,0-1 0 0,0 1 0 0,0 1 0 0,0 1 0 0,0 0 135 0,8 3-50 0,6 8 179 15,4 7-120-15,2 2-55 0,3 4-28 0,-1 3 313 16,5 2-170-16,-4 2-78 16,2-1-50-16,0 1 59 0,-3-2-51 0,0 1-25 0,-1-4-89 0,0 1 28 15,-3-5-1-15,2-1 36 16,-8-4-226-16,4 0 112 0,-7-6 66 0,1-2-111 15,-3-2 51-15,-3-2 49 0,0-4-64 0,-3 1-290 16,-1-2 156-16,0 0 99 0,0 0 47 0,0 0-183 16,-1 0 114-16,-5-2 57 0</inkml:trace>
  <inkml:trace contextRef="#ctx0" brushRef="#br0" timeOffset="-56479.87">23419 14316 639 0,'-2'0'0'0,"-1"0"0"0,3 0 0 0,-2 0 0 0,2 2 0 0,0-1 0 0,0 3 240 0,0-1-108 0,2 3-49 15,6-2-25-15,1 0 297 0,4 0-162 0,2 0-71 16,2-2 82-16,2-1-86 0,-1 1-42 0,1-2 132 16,2 0-88-16,-3 0-35 15,3 2-30-15,-1-2 1 0,-2 2 1 0,1-2-24 16,-3 0-1-16,2 2-168 0,-4-2 80 0,0 0 44 15,-1 0 23-15,-1 0-317 0,-4 0 168 0,2 0 36 16,-5-2-165-16,2 0 74 0,-4 0 84 0,-1 0-278 16,0 1 177-16,-2 1 80 0,0 0 53 0</inkml:trace>
  <inkml:trace contextRef="#ctx0" brushRef="#br0" timeOffset="-56076.78">23444 14565 1009 0,'-13'4'0'0,"-1"1"0"0,7 0 0 0,-2-2 0 15,4-1 0-15,1-2 0 0,-1 0 0 0,5 0 337 0,0 0-152 0,5 0-77 0,10 0 5 0,4 0-33 0,6 0-7 16,0 0-41-16,1 0 74 16,1 0-37-16,-6 0 0 0,0 0-28 0,-2 0-99 15,-1 8 46-15,-5 4 22 0,-4-2 0 0,-4 5-138 16,-2 4 88-16,-3-1 32 0,0 7-195 0,-6-2 105 15,-7 0 53-15,-4-2-56 0,0-2 12 0,-7 2 37 16,3-5-26-16,2-5 85 0,-2-2 1 0,0-2-48 16,1-3-1-16,1-1 199 0,3-3-83 0,-1 0-48 15,4 0 276-15,3 0-148 0,2 0-47 0,1 0-49 16,5 0 262-16,-1 0-144 0,3-1-72 0,0 1 78 16,0 0-67-16,2 0-46 15,12 0 0-15,5 0-2 0,4 0-36 0,1 0 1 16,0 0 8-16,10 0-12 0,-2 0 3 0,2 0 1 15,-1 0-132-15,-1 0 66 0,0 0 41 0,-2 1-8 16,-1 2-336-16,-7-2 175 0,1 2 48 0,-2-2-380 16,-5-1 223-16,0 0 122 0,-7 0 58 0,0 0-139 15,-3 0 99-15,-3 0 48 0,0 0 17 0,-3-1-303 16,0-9 168-16</inkml:trace>
  <inkml:trace contextRef="#ctx0" brushRef="#br0" timeOffset="-55843.15">23456 13807 1141 0,'-12'-25'0'0,"5"11"0"0,3 6 0 0,2 4 0 0,0 1 0 0,2 2 0 0,0 1 210 15,0 0-89-15,0 0-43 0,0 0 174 0,2 16-101 16,4 4-63-16,1 5-28 0,-2 5 129 0,2 3-78 15,-5 4-39-15,-1 3-97 0,1 0 24 0,0-3 1 16,-2 1 33-16,0-3-283 0,0-1 142 0,0-2 78 16,0 0 28-16,0-3-212 0,0-2 63 0,0-7 81 15,0 1-41-15,2-3-398 0</inkml:trace>
  <inkml:trace contextRef="#ctx0" brushRef="#br0" timeOffset="-55411.55">23851 14180 1414 0,'-9'0'0'0,"2"0"0"0,5 2 0 0,0-2 0 0,0 0 0 0,2 2 0 0,0-2 238 16,4 0-107-16,11 0-49 0,7 0 159 0,5 0-104 15,1 0-44-15,4-2 208 0,0-1-134 0,2 1-67 16,-1-2-34-16,1 2 41 0,0 0-29 0,-1 2-9 16,2 0-36-16,-3-1-49 0,-2 1 25 0,-3-3-1 15,-6 2-186-15,2-4 102 0,-2 2 54 0,-4-1 27 16,-7 3-136-16,1-4 39 0,-6 2 60 0,-1 1-50 16,-3 0-362-16,-1 0 202 15,0 1 105-15,0-2-267 0,-9 2 178 0,-4 1 100 16,-9 0 47-16</inkml:trace>
  <inkml:trace contextRef="#ctx0" brushRef="#br0" timeOffset="-55225.64">23953 14261 1122 0,'-7'2'0'0,"1"5"0"0,2-1 0 0,1 0 0 0,3 3 0 0,0 1 0 0,0 0 0 0,0 5 406 0,0 1-187 0,3 1-85 0,2 0 58 16,2 1-79-16,-2 3-41 0,1 2 1 0,-3 3-18 15,-1-6 8-15,2 9-30 0,-2-8 0 0,1-2-299 16,-1 1 150-16,3-3 74 0,-3-7-458 0,1-2 258 16,-1 0 72-16,2-4 85 0,-1-3-366 0,1-1 210 15</inkml:trace>
  <inkml:trace contextRef="#ctx0" brushRef="#br0" timeOffset="-55054.1">24132 14253 1286 0,'2'-5'0'0,"0"5"0"0,-2-2 0 0,5 2 0 0,-1 0 0 0,-1 0 0 0,3 11 0 0,-3 5 0 0,4 1 0 0,-3 3 396 0,-3 4-181 0,1-3-84 15,0 10 19-15,-2-3-59 0,0-1-29 0,0 1 0 16,0 0-346-16,0-1 166 0,0 2 72 16,0-2-200-16,2-6 139 0,0-1 70 15,1-2 35-15</inkml:trace>
  <inkml:trace contextRef="#ctx0" brushRef="#br0" timeOffset="-54780.92">24601 13912 1290 0,'-15'-2'0'0,"2"2"0"0,3 0 0 0,-1 9 0 0,-2 6 0 0,-2 4 0 0,-2 7 167 16,-2 11-67-16,5-1-26 0,-4 10 242 0,8 2-141 16,2 1-72-16,4 4-34 0,4-3 117 0,0 3-69 15,0-3-46-15,0-1-84 0,10-3 23 0,2-3 0 16,4-3 23-16,0-6-224 0,5-3 108 0,-1 0 58 16,0-8 29-16,2-2-181 0,-1-3 81 15,-3-10 68-15,2-3-531 0,0-4 263 16,-3-1 131-16,-1-1 67 0</inkml:trace>
  <inkml:trace contextRef="#ctx0" brushRef="#br0" timeOffset="-54576.47">24655 14323 1133 0,'-7'0'0'0,"5"0"0"0,2 0 0 0,0 0 0 0,2 0 0 0,12 0 0 0,4 0 404 0,3 0-177 0,11 0-102 15,-4-2 84-15,4-1-88 0,0 1-45 0,-1 0-21 16,-4-1 103-16,7 3-67 0,-8 0-29 0,1 0-245 16,-6 0 107-16,2 0 55 0,-2 0 35 0,-5 0-438 15,0 0 228-15,-5 0 107 0,1 0 59 0,-7 3-603 16,1 2 292-16,-6-1 158 0</inkml:trace>
  <inkml:trace contextRef="#ctx0" brushRef="#br0" timeOffset="-54253.97">24787 14494 1347 0,'-12'2'0'0,"5"2"0"0,3-3 0 0,3-1 0 0,1 0 0 0,0 0 0 0,1 0 0 0,15-1 0 0,2-2 0 0,3 2 181 0,0-1-73 0,-1 2-30 0,-1 0 31 0,-1 0-37 0,-2 7-1 16,-7 5-39-16,1 0-123 15,-4 6 70-15,-5-2 22 0,-1 4-140 0,0 1 86 16,0-3 42-16,-13 4 23 0,0-4-59 0,-6 0-3 15,2-4 35-15,-3 0-37 0,3-2 24 0,-4-3-23 16,2-2-3-16,3-2 275 0,-2-2-113 0,6-1-56 16,1 0-28-16,4-2 313 0,4 0-149 0,-1 0-63 15,4 0 102-15,0 0-98 0,2 0-48 0,10 0-24 16,9 0-53-16,6-2 29 16,-2 0 0-16,1 0-32 0,-1-2-46 0,-2 2 39 15,2 1 8-15,-1 1-290 0,-1 0 160 0,-1 0 62 16,-1 0 46-16,-1 0-535 0,-3 0 267 0,1 1 119 15,-4 4-265-15,0-5 201 0,-5 0 100 0,2 0 41 16,-2 0-197-16</inkml:trace>
  <inkml:trace contextRef="#ctx0" brushRef="#br0" timeOffset="-53874.38">25011 13955 1057 0,'-11'-25'0'0,"-1"5"0"16,3 1 0-16,-4-1 0 0,-1 2 0 0,1 4 0 0,-2 2 0 0,0 5 119 0,2 5-43 0,-2 2 98 0,1 0-74 0,0 8-34 15,-4 12 0-15,5 5-4 0,0 2 0 0,2 5-21 16,4 1-9-16,1 1 32 16,5-5 0-16,1-1-31 0,0-2-1 0,3-8-18 15,8 4-10-15,3-6 29 0,0-4-117 0,2-4 59 16,-1-6 28-16,4-2-179 0,-1 0 82 0,-1-5 53 15,-1-11 6-15,2-3-86 0,-7-1 37 0,1 1 33 16,-4-10-12-16,-2 11-107 0,-2-6 68 0,-2 3 35 16,-1 0 0-16,-1 5 58 0,0 0 8 0,0 7-31 15,0 2 194-15,-1 2-97 0,-5 4-49 0,0 1-33 16,0 0 332-16,-1 11-159 0,2 5-49 16,1 2 163-16,0 8-113 0,4-5-54 15,0 7-39-15,0-2 18 0,2 0-24 0,5 1 0 16,4-1-25-16,-1-2-55 0,8 2 23 0,-5 0 0 15,4-6-351-15,1-5 191 0,-1 0 91 0,1-3 56 16,4-5-661-16,-3-2 320 0</inkml:trace>
  <inkml:trace contextRef="#ctx0" brushRef="#br0" timeOffset="-53631.68">25274 14076 1241 0,'0'-8'0'0,"0"3"0"0,2 2 0 16,5 1 0-16,0 2 0 0,2 0 0 0,3 0 0 0,1 13 0 0,3 7 294 0,-2 4-131 0,3 6-65 0,-4 2 374 0,3 9-219 16,-5-6-102-16,-1 13-63 0,-1-5 175 0,-6 2-115 15,-1 2-58-15,0 1 67 0,-2 5-55 16,-4 0-38-16,-11 11 0 0,-5-2-189 0,-7 1 80 16,-1-1 38-16,2-9 9 0,-4-3-136 15,-2-7 84-15,5-14 41 0,-3-7-406 0,4-6 153 16,4-11 123-16,-4-5-15 0,3 0-161 0,3-15 141 15,4-9 71-15,2-7-334 0,4-10 194 0,4-13 110 16</inkml:trace>
  <inkml:trace contextRef="#ctx0" brushRef="#br0" timeOffset="-53314.82">25373 13777 1328 0,'9'-19'0'0,"5"8"0"0,6 1 0 0,-3 5 0 0,1-3 0 0,2 2 0 0,-1 4 107 0,1 1-29 0,0 1-8 16,2 0 257-16,-4 11-147 0,-1 3-74 0,0 7 43 16,-4 0-50-16,-3 10-37 0,-3-1 0 0,-5 0-133 15,-2-1 52-15,0-1 26 0,0-3 8 0,-9 6-113 16,-6-5 66-16,0-4 32 16,-3-2-56-16,2-4 46 0,-4-2 16 0,6-2-63 15,-1-5-26-15,5-3 6 0,1 0 34 0,1-4 154 16,3 0-58-16,1 0-36 0,2 0 1 0,2 0 264 15,0 0-134-15,0 0-41 0,2 0-46 0,7 0 105 16,8 0-67-16,3 2-33 0,1 1 16 0,2 1-17 16,0 1-7-16,0 2-26 0,-1-2-90 0,0 1 46 15,-1-3 22-15,-3 2-466 0,0-3 238 0,-3 1 88 16,-2 0 73-16,-2-1-763 16,-1 2 393-16,-6-4 189 0</inkml:trace>
  <inkml:trace contextRef="#ctx0" brushRef="#br0" timeOffset="-52412.8">25768 14436 920 0,'-9'0'0'0,"6"0"0"0,1 0 0 0,2 0 0 0,0 0 0 0,0 0 0 0,2 0 0 0,6 0 246 0,7 2-110 0,4 1-52 16,-1-1-25-16,4 0 147 0,2-2-86 0,-2 2-36 15,0-2-29-15,-1 0 22 0,0 1-22 16,-2-1 0-16,-4 0-67 0,0 0 30 16,-2 0-8-16,-2 0-187 0,0 0 105 0,-2 0 52 15,-1 0 27-15,2 0-458 0,-3 0 227 0,3 0 60 16,-1-3 74-16</inkml:trace>
  <inkml:trace contextRef="#ctx0" brushRef="#br0" timeOffset="-52028.92">26602 14054 856 0,'9'-28'0'0,"1"2"0"0,1 5 0 0,-4-7 0 0,-1 0 0 0,-1 2 0 0,-3 0 0 0,0-1 0 0,0 3 148 15,-2-5-61-15,0 2-28 0,0 0-3 0,0 1-1 16,0 5-22-16,-8-1 8 0,1 1-12 0,0 6 4 16,-2-1 0-16,-3 8 0 0,-1 2 22 0,-3 2 8 15,0 4-30-15,-3 0 30 0,-2 4 1 16,1 10-31-16,-1 5 8 0,1 6 59 16,3 1-34-16,-1 4 1 0,4 2 99 0,1 4-67 15,5 2-24-15,4 4-9 0,2-1 88 0,2 4-60 16,0 0-31-16,0 3 0 0,6 0 16 0,2 6-8 15,5 1-39-15,-2 8 8 0,-6-10-8 0,2 4 1 16,0 2 8-16,-4-1-80 0,0-2 36 0,0-1 1 16,-1-2 34-16,-2-3-109 0,0-4 53 15,0 4 22-15,-5-7-132 0,-3-7 71 0,-4 0 15 16,-3-5 25-16,1-8-59 0,-2-3 37 16,-1-2-3-16,1-9-143 0,-3-4 70 0,2-5 45 15,2 0 5-15,-3 0-214 0,6-5 127 0,1-7 62 16,3-8-306-16,0-2 184 0,8-1 85 0</inkml:trace>
  <inkml:trace contextRef="#ctx0" brushRef="#br0" timeOffset="-51829.57">26628 14460 1356 0,'13'3'0'0,"2"0"0"0,4 0 0 0,2-1 0 0,1 0 0 0,4-2 0 0,2 3 0 0,2-2 155 0,2-1-61 0,4 0-23 0,-3 0 239 15,6 0-139-15,-4 0-69 0,3 0 17 0,-5 0-44 16,-1-1-13-16,-2-4-7 0,-8 2-256 0,2-1 118 16,-5 0 57-16,-1 0-400 0,-9 0 238 0,0 2 106 15,-2 0 10-15,-5 1-475 0,-2 1 253 16,0 0 131-16</inkml:trace>
  <inkml:trace contextRef="#ctx0" brushRef="#br0" timeOffset="-51527">26795 14648 644 0,'-9'10'0'0,"2"1"0"0,-5 3 0 0,4 5 0 0,-3 4 0 0,-2 2 0 0,2 4 446 0,-1 2-206 16,3 2-104-16,5-7 203 0,2 9-158 0,2-13-74 16,0 0-37-16,3-1 21 0,10-4-29 0,3-2 8 15,1-5-37-15,4-5-36 0,0-3 0 0,5-2 36 16,-4 0-162-16,-1-6 88 0,2-9 33 0,-3-3 1 15,-7 2-223-15,3-8 77 0,-5 1 82 16,-6 3-180-16,-1-7 115 0,-4 1 40 0,0-1 31 0,-4 0-28 16,-8 1 29-16,-2 5-7 0,-5-5 38 0,-1 11 46 15,-3 4-22-15,-2 3-1 16,-1 3 40-16,2 5-39 0,-9 0 7 0,8 5-30 16,-2 6 115-16,10 0-37 0,-1 1-33 0,8 1 4 15,4-2 3-15,5 4-4 0,1-4-19 0,1-1-256 16,15 0 122-16,5-2 58 0,8-2 34 0</inkml:trace>
  <inkml:trace contextRef="#ctx0" brushRef="#br0" timeOffset="-51321.63">27193 14663 1611 0,'0'-2'0'15,"0"0"0"-15,0 2 0 0,-4 0 0 0,-4 4 0 0,-1 8 0 0,-1 3 0 0,2 3 0 0,-4 1 0 0,-1 8 210 0,0-4-88 0,2 2-45 0,0 4 119 0,-1-2-81 0,0 3-34 16,-1 2-7-16,2 0-159 0,2 0 59 0,-1-2 29 16,4-6 9-16,1-1-323 15,2-2 171-15,3-10 87 0,-2-2-180 0,2-3 72 16,0-5 86-16,0-1-65 0,4-1-290 0,7-16 199 16</inkml:trace>
  <inkml:trace contextRef="#ctx0" brushRef="#br0" timeOffset="-51129.93">27167 14593 932 0,'2'-7'0'15,"-1"5"0"-15,3 0 0 0,1 2 0 0,2 0 0 0,1 11 0 0,2 4 0 0,6 4 412 0,-4 2-189 0,6 7-96 16,-4 0 273-16,3 2-188 0,-2 2-90 0,1 0-44 16,-4 1 54-16,2-2-50 0,-4 1-16 0,-2-4-83 15,1-2 25-15,-2 1 0 0,-2-9 25 0,1 3-307 16,-3-4 161-16,1-4 69 0,-3-3 38 0,3-1-482 15,-3-1 249-15,-1-4 39 0,0-1-318 0,0 0 246 16,-5-3 120-16</inkml:trace>
  <inkml:trace contextRef="#ctx0" brushRef="#br0" timeOffset="-50967.83">27027 14900 989 0,'-16'0'0'0,"7"0"0"0,2 0 0 0,2 0 0 0,5 0 0 0,0 0 143 15,0 0-54-15,12 0-29 0,4 0 408 0,6 0-209 0,5 0-118 16,0 0-54-16,1 0 260 0,0 0-157 0,1 0-79 16,-8 0-283-16,2 0 98 0,-3 0 54 15,1 2 26-15,-5 5-765 0</inkml:trace>
  <inkml:trace contextRef="#ctx0" brushRef="#br0" timeOffset="-43145.26">28063 14128 858 0,'0'-3'0'0,"0"2"0"0,0-1 0 0,0 2 0 0,0 0 0 0,3 0 0 0,4 0 0 0,5 0 96 0,2-2-31 0,10 0-1 0,0 0 142 16,3 1-86-16,1-3-36 0,4 2-29 0,-2-2 81 15,-2 2-51-15,-6 0-26 0,3-1 12 0,-2 3 8 16,-4 0-46-16,-1 0-1 0,-1 0 27 0,-4 0-1 16,1 3-25-16,-6 1-85 0,0 0 38 0,-1 0 23 15,0-2 0-15,-5 1-292 0,3-1 152 0,-3 0 52 16,-1 1 45-16,-1 4-462 0,0 0 231 15,0 5 116-15</inkml:trace>
  <inkml:trace contextRef="#ctx0" brushRef="#br0" timeOffset="-42952.77">28118 14440 943 0,'-10'5'0'0,"0"-2"0"0,5 5 0 0,1-4 0 0,1-1 0 0,2-2 0 0,1-1 0 0,0 0 271 0,0 2-119 0,0 1-60 0,1 1 253 15,9 2-148-15,6-2-87 16,0-3-38-16,4 2 113 0,6-1-75 0,-6-2-39 16,4 0-82-16,3 0 18 0,-3 0 0 0,-1 0 26 15,4 0-133-15,-4 0 66 0,-2-2 42 0,7-1-483 16,-3 2 253-16,-3-1 62 0</inkml:trace>
  <inkml:trace contextRef="#ctx0" brushRef="#br0" timeOffset="-42456.8">28783 14332 1135 0,'0'0'0'16,"0"-6"0"-16,0 5 0 0,0-1 0 0,0 0 0 0,5 0 0 0,1 1 0 0,10-1 0 0,3 0 0 0,5-1 160 0,5 0-64 0,2-1-32 15,1 2 141-15,3 1-78 0,0-2-51 0,-1 2-13 16,-4-1-30-16,-2 2-1 0,-2 0 1 0,-3 0-109 16,-2 0 50-16,3 0 29 0,-4 0 0 0,-2 0-122 15,-1 0 76-15,-4 0 46 0,0 0-500 0,-7 0 245 16,-1 0 67-16</inkml:trace>
  <inkml:trace contextRef="#ctx0" brushRef="#br0" timeOffset="-42100.66">28856 14524 822 0,'-10'0'0'0,"9"0"0"0,-1 0 0 0,2 0 0 0,0 0 0 0,0 0 209 0,3 0-93 0,12-2-41 16,2 2-21-16,6 0 135 0,1 0-78 0,-4 0-31 16,9 2 123-16,-6 8-85 0,-3 1-42 0,-3 2-22 15,-2 2-51-15,-2 2 8 0,-4 1 21 16,-1 1-121-16,-5 2 60 0,-1 0 31 15,-2 1 0-15,0 1-112 0,-12 1 68 0,-1-4 11 16,-9 1 27-16,0 0-100 0,0-6 51 0,-4 2-5 16,7-8 50-16,-3 2-36 0,3-2 24 0,0-2-21 15,6-4 240-15,2 2-96 0,3-4-55 0,5-1 295 16,2 2-160-16,-1-2-57 0,2 0-40 0,0 0 98 16,2 2-75-16,9-2-39 0,8 0 1 0,6 0 81 15,-4 0-52-15,12 0-37 0,-1 0-4 0,4-2-26 16,-4-1 0-16,1-4 0 0,-1 2-70 15,-2-3 32-15,0 3-1 0,-3-3-220 16,-6 4 129-16,1 1 54 0,-1-1 42 0,-5 3-565 16,-1-2 271-16,-5 1 109 0,-2 2 77 0,1 0-447 15,-7 0 254-15</inkml:trace>
  <inkml:trace contextRef="#ctx0" brushRef="#br0" timeOffset="-41795.72">28864 13739 1000 0,'-1'-9'0'0,"1"5"0"0,0 2 0 0,1 2 0 0,13 0 0 0,3 0 0 0,5 0 0 0,3 0 250 0,13 0-109 0,2 0-54 16,6 0-27-16,-1 0 192 0,-3 0-101 0,9-2-63 16,-16-1 42-16,6 2-49 0,-7-1-24 0,-11 1 8 15,3-1-89-15,-4 0 29 0,-5 0 0 0,-4 2 27 16,-5 0-61-16,1 0 39 0,-4 0-8 0,-2 0-294 16,-2 0 122-16,-1 0 94 0,0 2-14 0,0 3-441 15,-10 1 254-15</inkml:trace>
  <inkml:trace contextRef="#ctx0" brushRef="#br0" timeOffset="-41618.57">29085 13715 1490 0,'-3'7'0'0,"0"4"0"15,-1 4 0-15,0 1 0 0,0 2 0 0,-1 2 0 0,-2 5 0 0,2 1 0 0,0 3 155 0,0-1-54 0,1 2-38 0,0 0 141 0,1 0-86 0,-3 2-42 16,3-1-22-16,1 1-188 0,1-5 80 15,1-4 43-15,0 0-338 0,0-5 190 16,0-7 97-16,0 0 55 0,1-6-529 0,10-5 258 16</inkml:trace>
  <inkml:trace contextRef="#ctx0" brushRef="#br0" timeOffset="-41466.44">29203 13768 965 0,'4'0'0'0,"4"0"0"0,-3 0 0 0,-2 3 0 0,0 5 0 0,0 2 0 0,-1 3 233 0,-2 3-101 0,0 5-49 16,0 3-25-16,0 0 232 0,0 7-133 0,0 1-62 16,-2 1-164-16,-2 0 51 0,2 5 25 0,0-1 8 15,1 2-404-15,1 4 210 0,0-8 106 0</inkml:trace>
  <inkml:trace contextRef="#ctx0" brushRef="#br0" timeOffset="-40958.71">29652 14342 732 0,'6'-16'0'0,"4"6"0"0,-1-5 0 0,-1 0 0 0,0-3 0 0,-3-2 0 0,-2 5 0 15,3-3 150-15,-3 0-62 0,-1 1-28 0,0 2 4 0,-2 1 0 0,0 0-31 16,0 2 8-16,-2 0-34 0,-9 2 25 0,1 3 1 15,-3 0-37-15,-2 2 37 16,-3 4 8-16,-1 1 27 0,-1 0 0 0,-3 6-35 16,0 8-1-16,0 7 80 0,-2 6-31 0,4 1-9 15,2 1-39-15,1 2 97 0,6 0-48 0,7 1-25 16,2-2 8-16,3 3 9 0,0-5 0 0,0-2-42 16,6-4-24-16,3-3 1 0,4-2 32 0,0-3-9 15,5-4-102-15,-2-2 51 16,1-4 26-16,-2-4-186 0,2 0 107 0,-2 0 21 15,2-4 33-15,-3-9-183 0,0-2 95 0,1-3 21 16,-3-2 27-16,-1-4-49 0,-2-1 37 0,1 1 0 16,-3-1 67-16,-1-1-29 0,-1 4-9 0,0-2 8 15,-2-1 72-15,1 10-36 0,-2 6 0 0,-2 0 213 16,3 5-122-16,-3 0-40 0,0 2-31 0,0 2 225 16,0 2-117-16,0 15-30 0,0 3-33 0,0 6 109 15,-3 1-73-15,3 1-35 16,0 2 11-16,0 1-24 0,0-7 9 0,7 7-66 0,2-4 0 15,-1-4 33-15,3-3 1 0,0 1-220 16,-2-2 105-16,3-4 58 0,-3 1 28 0,0-5-409 16,0 0 200-16,-3-4 65 0,2-2 64 0,-3-1-336 15,0-3 190-15,1-1 95 0,0 0-202 0,2-1 139 16,-4-11 84-16</inkml:trace>
  <inkml:trace contextRef="#ctx0" brushRef="#br0" timeOffset="-40639.56">29926 13637 794 0,'2'-16'0'0,"1"7"0"0,3-5 0 0,3 3 0 0,3-1 0 0,-1 3 0 0,6 2 431 0,0 3-199 0,2 2-100 16,4 2 53-16,-3 0-69 0,0 0-45 0,0 10 0 15,-7 1-76-15,0 4 0 0,-2 2 38 0,-6 0-40 16,-2 3 15-16,-3 1 1 15,0 0 24-15,0 1-91 0,-11-3 45 0,-1 0 32 16,-1-3-150-16,-3 2 75 0,1-6 1 0,0-2 31 16,5-1-15-16,-1-3-1 0,0 0 13 0,3-5 174 15,2 2-77-15,1-2-36 0,5-1-16 0,-2 0-1 16,2 0 100-16,0 0-53 0,0 0-10 0,3 0 102 16,12 0-50-16,2 0-29 0,1-1-7 0,2-5-61 15,2 2 0-15,-2 3 24 0,3-4-234 0,0 4 124 16,-3-1 50-16,-1 0 29 0,0 2-604 15,-3 0 292-15</inkml:trace>
  <inkml:trace contextRef="#ctx0" brushRef="#br0" timeOffset="-40000.75">30120 14314 762 0,'-5'0'0'0,"2"0"0"0,1 2 0 0,2 1 0 0,0 3 0 0,0 0 0 0,4-1 345 0,9 1-148 16,4 2-87-16,8-3 248 0,-1-3-163 0,7-2-81 15,4 0-41-15,-1 0 157 0,-1 0-102 0,1 0-48 16,-4 0-24-16,-3 0 6 16,-8 0-29-16,3-2 8 0,0 2-46 0,-6 0 37 0,0 0 1 0,-5 0 0 15,-3 0-140-15,2 0 78 16,-6 0 26-16,1 0-285 0,-2 0 154 0,-1 0 32 15,0 0 53-15,-1-2-408 0,1 0 216 0,-2-4 104 16,2 3-313-16,3-3 208 0</inkml:trace>
  <inkml:trace contextRef="#ctx0" brushRef="#br0" timeOffset="-39547.56">31265 13959 734 0,'1'-20'0'0,"3"2"0"16,-3 2 0-16,1-2 0 0,4-1 0 0,-5-5 0 0,1 0 81 0,0 1-15 0,-1-5-9 0,-1 2 76 0,0-2-50 0,0-1-25 15,0 3 0-15,0 3 22 0,0 1-47 16,-1 3 0-16,-6 2 26 0,-2 3-26 15,1 2 8-15,-3 5-9 0,-2 2 65 0,-1 4-32 16,-3 1 0-16,-3 0-32 0,3 10 48 0,-8 8-48 16,5 5 0-16,-2 2 106 0,3 9-53 0,0 2-27 15,5-4 9-15,-2 14 102 0,3-5-68 0,2 2-35 16,5 2 149-16,-2 1-91 0,3-5-38 0,2 13-31 16,1-4 59-16,-1 3-41 0,3 0-20 0,0 0 15 15,0-1 8-15,0-2-44 16,0-1 0-16,0 0-27 0,0-3 0 0,-2-3 27 15,2-6 8-15,-3 2-81 0,2-1 37 0,-1-2-1 16,-1-4-63-16,1-2 48 0,-5-6 8 0,3-1-5 16,-2-4-120-16,1-4 70 0,-1-6 17 0,-3 0-185 15,0-4 92-15,-4-1 63 0,0-1 11 0,0-3-110 16,-1 0 72-16,2 0 37 0,1 0-9 0,-3 0-313 16,7-3 178-16,1-2 91 0,3-4-349 15,3-1 219-15,0-3 101 0</inkml:trace>
  <inkml:trace contextRef="#ctx0" brushRef="#br0" timeOffset="-39247.36">31215 14573 640 0,'7'0'0'16,"-1"0"0"-16,-3 0 0 0,-1 4 0 0,-2 6 0 0,0 4 343 0,-5 3-160 0,-3 5-75 0,-1 3 254 0,6 0-164 0,0-1-83 15,3-1-33-15,0 3 65 16,0-3-57-16,3-3-29 0,9-1 53 0,1-5-41 15,1-2 9-15,2-5-50 0,0-1-32 0,2-4-1 16,-1-2 34-16,-3 0-141 0,4-2 78 0,-4-10 27 16,2-1 1-16,-3-3-135 0,-1-3 63 0,-1 1 15 15,-4-5 33-15,-2-2-113 0,-4 1 64 0,1-3 32 16,-2 3-130-16,0 3 61 0,-5 0 44 0,-5 4-1 16,-3-1 75-16,-4 5 0 0,-2 2-39 0,-2 5-8 15,-7 3 62-15,4 3-26 0,-1 0-1 16,5 0 10-16,-2 9-35 0,5 0 11 15,7 2-7-15,2 2-122 0,5-1 61 0,3 2 34 16,0-1-123-16,0 1 64 0,7 1 45 0</inkml:trace>
  <inkml:trace contextRef="#ctx0" brushRef="#br0" timeOffset="-39022.96">31650 14524 1221 0,'5'-6'0'0,"0"3"0"0,1 1 0 0,-1 0 0 0,-5 2 0 16,2 0 0-16,-2 0 0 0,0 7 0 0,-2 11 415 0,-6 4-191 0,-3 2-95 0,-5 5 61 0,2 0-70 15,-2 4-48-15,0 1 0 0,-1-1 28 0,1 0-33 16,0 0 0-16,3-1-152 0,2-4 59 0,3-6 29 16,-1 1 0-16,5-4-281 0,1-10 155 0,1 0 86 15,2-5 31-15,0-2-480 16,0-2 233-16,2 0 81 0,6-6-210 0,4-8 167 15,-2-5 95-15</inkml:trace>
  <inkml:trace contextRef="#ctx0" brushRef="#br0" timeOffset="-38834.46">31628 14513 606 0,'2'-6'0'0,"4"4"0"0,-1 0 0 0,4 2 0 0,-4 0 0 0,3 0 176 0,0 2-63 0,0 8-45 15,0 0 320-15,3 8-177 0,0 1-89 16,0 3 273-16,-3-1-173 0,5 5-99 15,-4 1-44-15,0-3 92 0,1 2-69 0,-2-3-34 16,-1 0 7-16,-1-1-267 0,3-1 112 0,-4-2 56 16,-1 1-407-16,0-4 231 0,-2-4 125 0,1 1 50 15,-1-3-282-15,-1-3 69 0,-1-1 108 0,0-1-345 16</inkml:trace>
  <inkml:trace contextRef="#ctx0" brushRef="#br0" timeOffset="-38681.88">31568 14798 1372 0,'-5'-9'0'0,"2"3"0"0,3 0 0 0,0-1 0 0,1-3 0 0,12 4 0 0,3-3 0 0,3 2 188 15,2 0-77-15,-1 3-39 0,1-2 65 0,1 1-52 16,-3 5-18-16,-3 0-134 0,0 0 50 0,-3 0 25 16,-7 0 0-16,5 0-445 15,-6 7 244-15</inkml:trace>
  <inkml:trace contextRef="#ctx0" brushRef="#br0" timeOffset="-38415.32">31163 14393 1458 0,'-14'-7'0'0,"12"2"0"0,-2 3 0 0,4 0 0 0,0 1 0 0,0 1 0 0,0 0 0 0,4 0 0 0,20 0 427 0,3 0-189 0,11 0-107 0,5 0 171 15,3-3-135-15,5-4-67 0,4-2-33 0,-2 0-4 16,-1 0-7-16,-7-1-24 0,-6 2 1 16,1 3-149-16,-5-1 75 0,-8 4 44 15,6-1-383-15,-11 3 205 0,2 0 105 0,-6 0 51 0</inkml:trace>
  <inkml:trace contextRef="#ctx0" brushRef="#br0" timeOffset="-28911.17">8133 16125 775 0,'0'-8'0'0,"0"-1"0"0,0 1 0 0,0-2 0 0,-2-3 0 0,-1-4 0 0,-1-2 0 0,0 3 146 0,-2-4-57 0,0-1-20 16,1 1-8-16,1 0-1 0,-3-1-1 0,2 0-26 15,-5 3 18-15,2-1-10 0,-1 4-8 0,-1-1 0 16,1 4 7-16,-2 1-7 0,1 4 0 0,1 1 34 15,0 2-8-15,-3 1-26 0,1 2 0 0,0 1 37 16,0 0-37-16,-1 1 8 16,1 12-9-16,0-1 0 0,0 1 1 0,2 4 0 15,1 0 33-15,0 1 8 0,4 3-41 0,1 2 0 16,1 1 47-16,2 1-24 0,0 2 1 0,0 2 39 16,0 1-36-16,2 4 8 0,7 1-35 0,0 6 31 15,3 1-1-15,-3-5-22 0,3 11-8 0,-3-4-30 16,3 2 30-16,-4-2 0 0,0 0-25 0,-1-5 8 15,3 7 17-15,-5-10-1 0,1-2-52 16,-1 1 23-16,-4-7 8 0,1 6-28 16,-1-7-1-16,-1-1 25 0,0-4 13 0,-1-1-53 15,-8 0 26-15,-3-5-14 0,-3-1 32 0,0-4-174 16,-2-1 80-16,0-2 36 0,-1-7 21 0,0 0-148 16,1-1 79-16,2 0 21 0,3-1-289 0,2-8 165 15,4-4 74-15,3-2-280 0,3-4 186 0,0-6 92 16,9-1 47-16</inkml:trace>
  <inkml:trace contextRef="#ctx0" brushRef="#br0" timeOffset="-28703.15">8088 16458 859 0,'15'-6'0'0,"2"5"0"0,-4-1 0 0,3 0 0 0,-4 2 0 0,3 0 0 0,2 0 439 0,7 0-204 0,1 0-100 15,-2 0-44-15,8 0 266 0,-1 0-163 0,4-2-80 16,1 2 36-16,-2-1-59 0,2 1-21 0,-4-3-42 15,0 3 4-15,-2-1 1 0,-9-1 0 0,3 2-224 16,-3-2 120-16,-6-1 48 16,-4 1 27-16,-1 1-370 0,-4 0 196 0,-3-3 34 15,0 3-366-15,-2 1 238 0,0 0 116 0,-2 0 57 16,-9 0-94-16,-3 0 75 0</inkml:trace>
  <inkml:trace contextRef="#ctx0" brushRef="#br0" timeOffset="-28390.97">8291 16617 841 0,'-20'16'0'0,"4"2"0"0,2 3 0 0,0 0 0 0,-1 1 425 16,6 3-196-16,1-3-99 0,3-1-48 0,3 3-25 0,2-2 175 0,0-4-103 16,0 1-49-16,7-5-23 0,4-2 0 0,4 0-46 15,-2-5 9-15,5-3 12 0,-2 0-48 0,1-4 25 16,1 0-1-16,-2 0 25 0,1-13-180 0,-4-1 86 0,1-6 47 15,-6 3 23-15,-2-7-241 16,-4 2 122-16,0-1-80 0,-2-4 66 0,0 3 47 0,-9-1 19 16,-5 1 12-16,0 1 14 0,0 5-9 0,-2 2 43 15,-2 2-35-15,2 6 0 0,-3 2 113 16,2 4-56-16,0 2-37 0,1 0 6 16,0 8 117-16,3 5-54 0,1 2-33 15,5 1-3-15,0 0-2 0,3 1-47 0,4-4 0 0,0 0 47 16,0-1-355-16,8-3 161 0,6-4 78 0,5-1-273 15,6-4 169-15</inkml:trace>
  <inkml:trace contextRef="#ctx0" brushRef="#br0" timeOffset="-28194.51">8499 16554 933 0,'4'-4'0'0,"0"2"0"0,-2 1 0 0,0-1 0 0,-1 2 0 0,-1 0 0 0,0 5 0 0,0 8 400 0,0 8-184 0,-5 4 187 15,-1 1-177-15,-1 6-100 0,-3 1-47 0,3 2 58 16,-2-1-53-16,1 3-25 0,-2-6 8 0,5 2-228 16,-3-7 96-16,5-5 49 0,-3-3 25 0,6-5-412 15,-3-3 226-15,0-3 101 0,3-4 54 0,-2-2-264 16,2-1 143-16,0 0 2 0,0-8 53 0,0-12-366 16</inkml:trace>
  <inkml:trace contextRef="#ctx0" brushRef="#br0" timeOffset="-27992.05">8482 16526 862 0,'8'-7'0'0,"-6"2"0"0,4 4 0 0,-3-1 0 0,3 2 436 15,1 0-202-15,4 8-93 0,-1 5-58 0,6 7 407 0,-2 4-228 16,3 2-115-16,-4 7-57 0,3 1 177 16,0 1-121-16,1-1-57 0,2 2-28 0,-2-4-60 0,1-1 32 15,-1-3 8-15,4-3-8 0,-8 0-297 16,-2-7 149-16,1 3 74 0,-3-2 36 0,-5-6-369 0,1-2 200 15,-3 0 54-15,-2-4 69 0,0-2-482 0,0-3 250 16,-7-1-210-16,-4-1 234 0,-3 0 113 16</inkml:trace>
  <inkml:trace contextRef="#ctx0" brushRef="#br0" timeOffset="-27831.01">8466 16829 1212 0,'-8'0'0'0,"5"0"0"0,-2 0 0 0,4 0 0 0,1 0 0 0,0 0 278 15,0 0-122-15,8 0-62 0,6-4-31 0,5 3 304 16,0 0-159-16,2-2-91 0,1 3-43 0,-2 0 32 16,1 0-36-16,3 0-1 15,-7 0-540-15,2 4 248 0,1 1-247 0,-4 0-191 0,0 1 329 16</inkml:trace>
  <inkml:trace contextRef="#ctx0" brushRef="#br0" timeOffset="-24944.75">9238 16033 584 0,'0'-3'0'0,"0"2"0"0,0-2 0 0,0 3 0 0,0 0 0 0,0-1 0 0,0 1 90 0,0 0-29 15,0 0 1-15,0 0 100 0,0 0-64 0,0 0-24 16,0 0-9-16,0 0 23 0,1 8-28 0,1 6 0 16,4 7 108-16,-3 1-59 0,6 10-43 0,-6 6 1 15,3 3 83-15,-3 2-58 0,1 3-30 0,2-5 5 16,2 11-8-16,-1-5-27 0,0-2 1 0,2 0-91 15,1-3 46-15,-4-7 30 16,1 1-7-16,-1 0-71 0,-3-6 47 0,-1-6 23 16,1-1-250-16,0-8 130 0,-3-4 23 0,0-6 45 15,0-1-275-15,0-4 143 0,-3-1 66 0,-2-17-181 16,-2-8 131-16,1-8 64 0,-1-9 30 0,2-1-177 16</inkml:trace>
  <inkml:trace contextRef="#ctx0" brushRef="#br0" timeOffset="-24719.85">9206 16129 715 0,'0'-21'0'0,"0"6"0"0,0 2 0 0,0 5 0 0,2 3 0 0,1-3 0 0,4 1 241 16,8 0-104-16,1 0-43 0,6 0-36 0,3 2 169 15,0 2-98-15,3 2-47 0,-5 1 26 0,8 0-42 16,-7 4 1-16,-5 6-35 0,1 5-22 0,-2 1-1 16,-6 0 32-16,-2 1-76 0,-6 3 34 0,-2 1 0 15,-2 1 34-15,0 3-83 0,-6-6 50 0,-11 3 12 16,1-2 1-16,-3-7-167 0,0-2 82 0,-2-4 17 15,-1 0-62-15,-1-3 37 16,6-2 34-16,-4-2-2 0,7 0-197 0,4 0 105 16,3 0 46-16,1 0 34 0,6 0-159 0,0 0 94 15,0 0 46-15</inkml:trace>
  <inkml:trace contextRef="#ctx0" brushRef="#br0" timeOffset="-24281.07">9773 16456 797 0,'10'0'0'0,"-5"0"0"0,-1-1 0 0,-2-9 0 0,-2-5 0 0,0-2 0 0,0-1 221 0,-2-5-94 0,-4 2-47 15,-1-1 5-15,-1 0-26 0,0 2 9 0,-1 5-11 16,-1-1-24-16,-1 4 0 0,2 5 0 0,-4 1-5 16,2 4 13-16,-5 2-8 0,0 4 0 0,0 15 52 15,2 9-26-15,-2 4 0 0,5 4 50 0,2 0 36 16,4 4-118-16,5-6 5 0,0-2 1 0,0-11-34 31,3 2 9-31,10-7 25 0,4-4-1 0,0-5-144 16,2-6 73-16,2-1 36 0,1-1 7 0,2-18-197 15,-1-5 103-15,0-9 40 0,-3-5 30 0,-3-2-230 16,-4 6 111-16,1-13 43 0,-3 4-23 16,-4 1 44-16,-2-2 20 0,0 2-7 0,-3-10 39 15,-2 3-10-15,0 0 0 0,0 0 0 0,0 7 77 16,0 9-47-16,0 9 8 0,-2 7-38 0,-3 3 226 15,0 7-106-15,0 5-59 0,-2 2 256 16,1 21-123-16,-2 9-73 0,2 13-6 0,1 1-29 0,3 6 140 16,0 5-72-16,0 3-8 0,2 0-40 0,0 1 0 15,0-5-48-15,0-2 7 0,0-11 9 0,7 10-339 16,1-17 165-16,4 0 83 0,0-3 42 0,2-8-485 16,-3-3 245-16,0-6 98 0,-1-4 67 0,-1-5-334 15,0-5 192 1,-2 0 96-16,-2-15 39 0</inkml:trace>
  <inkml:trace contextRef="#ctx0" brushRef="#br0" timeOffset="-24085.5">9948 16284 1228 0,'7'-12'0'0,"6"-1"0"0,-2 6 0 0,5 0 0 0,0 6 0 0,2 0 0 0,0 1 0 0,1 0 155 0,2 1-61 0,-3 11-31 0,1 5 1 0,-8 1 61 16,5 9-50-16,-9-1-21 0,-1 2 107 0,-5 1-64 15,-1 0-32-15,0-1-3 0,-3 0-9 0,-8-1-20 16,-5-3-64-16,0-1 31 0,-3-3 1 0,0-6-479 15,-1-1 482 1,-3-5 29-16,2-5-1 0,3-1-200 0,0-2 71 16,5 0 53-16,0-2-358 15,6-9 185-15,5-6 92 0,2-5 46 0,2-3-236 16,10-1 132-16</inkml:trace>
  <inkml:trace contextRef="#ctx0" brushRef="#br0" timeOffset="-23889.02">10246 16222 402 0,'8'-10'0'0,"-3"3"0"0,-3 3 0 0,-2 0 0 0,0 1 0 0,-4 0 410 16,-7 2-188-16,-2 1-95 0,-2 0-47 0,0 1 260 16,-2 10 56-16,-2 9-181 0,5 2-92 0,0 7-45 15,5 0 197-15,2 3-231 0,6-2-11 0,1 1-14 16,0-2 14-16,1-1 0 0,11-1-1 0,6-2-200 16,2-3 97-16,4-1 51 0,3-5 27 0,-1-3-407 15,2-1 216-15,-1-6 91 16,3-1 5-16,-5-2-435 0,-4-3 246 0,4 0 122 15,-2 0 61-15,-3 0 23 0</inkml:trace>
  <inkml:trace contextRef="#ctx0" brushRef="#br0" timeOffset="-23668.61">10532 16273 1686 0,'-11'0'0'0,"4"1"0"0,4-1 0 0,3 2 0 0,0 2 0 0,0-3 0 0,3 5 0 0,11-3 249 0,9 0-109 0,-3 1-45 16,8-2 185-16,0-2-124 0,2 0-62 0,1 0-29 0,-3 0-115 15,-4 0 49-15,7 0 13 0,-10 0-150 0,2 0-331 16,-2 0 252-16,-3 0 124 0,-6-2 72 0,1-1-521 16,-6 0 259-16,0 2 113 15,-6-3 69-15,1-2-210 0,-2-1 131 0</inkml:trace>
  <inkml:trace contextRef="#ctx0" brushRef="#br0" timeOffset="-23504.05">10757 16045 910 0,'-9'-4'0'0,"3"2"0"0,4 2 0 0,1 0 0 0,1 4 0 0,0 7 0 0,0 10 0 0,0 2 371 0,0 7-160 16,1 4-94-16,1 6-42 0,0 2 216 0,-2 1-129 15,0 1-64-15,0-6-25 0,0 10-45 16,2-13 5-16,0 6 0 0,0-4-287 0,1-2-929 15,3-3 1192-15,0-4 23 0,1-8-3 0,2 0-953 16,2-6 887-16</inkml:trace>
  <inkml:trace contextRef="#ctx0" brushRef="#br0" timeOffset="-23165.76">11121 16117 1128 0,'6'-2'0'0,"-1"2"0"0,0 0 0 0,-1 0 0 0,-3 10 0 0,-1 6 55 16,0 8 177-16,0 5-100 0,0 2-41 0,0 3-33 16,0 0 250-16,4-2-138 0,5 2-68 0,3-3 0 15,2-6-26-15,6-2-158 0,0-3 57 0,1-5 29 16,3-5 0-16,-6-7-140 0,7-1 92 0,2-2 35 16,-3-2-70-16,-3-12 57 0,-3-7 27 0,1-5-39 0,-4 2-90 15,-3-3 36-15,-5-3 35 0,-3 0 47 31,-2-4 1-31,-2-2-35 0,0-1-1 0,-4-8 94 16,-10 0-41-16,2 0-17 0,-8-1 0 0,2 4 57 16,1 13-38-16,-3 3 14 0,3 11-40 0,-6 2 95 0,3 9-43 15,-3 4-8-15,2 0 1 0,-1 15-19 0,5 6-4 16,1 5 14-16,2-1-11 0,5 8-215 0,3-3 103 16,2 3 46-16,4 0 28 0,0 1-452 0,0-3 222 15,0 2 103-15,0-4 64 0</inkml:trace>
  <inkml:trace contextRef="#ctx0" brushRef="#br0" timeOffset="-22952.82">11020 16470 867 0,'-21'7'0'0,"3"-4"0"0,3 1 0 0,4-4 0 0,1 0 0 0,4 0 379 15,4 0-177-15,2-7-84 0,2-8-43 0,15 0-21 0,8-7 177 16,7 2-91 0,11-5-23-16,-2 0-43 0,4 4-20 0,-2 2-1 15,-1 8-56-15,-6 6 44 0,-1 3-8 0,-1 2-1 16,0 0-60-16,-6 9 30 0,2 7 0 15,-5 2 39-15,-1 1-42 0,-6-1-1 0,2 3 35 16,-6-4 0-16,2-1-60 0,-2 2 18 0,2-5-6 16,-2-2 2-16,4-1-143 0,-2-3 73 0,5-3-163 0,2-4 109 15,3 0 64-15,-2 0-454 0,2 0 247 0,2-6 124 16,3-3-259-16</inkml:trace>
  <inkml:trace contextRef="#ctx0" brushRef="#br0" timeOffset="-22558.19">12031 16267 1130 0,'-2'-17'0'0,"-6"-2"0"0,-1 3 0 0,-2-5 0 0,-3 0 0 0,1 0 0 0,-2 1 0 0,2 7 201 0,-4-2-76 15,0 4-50-15,2 2-22 0,-1 4 212 16,-2 5-116-16,4 0-58 0,-4 11-21 0,4 12 42 16,0 5-40-16,5 6 63 0,3 2-50 0,5 3-27 15,1-2 31-15,0-2-32 0,1-2 0 16,12-7-154-16,5-2 64 0,-4-7 42 0,5-8-404 15,-1 1 398-15,3-7 0 0,-1-3 21 0,1-3-565 16,0-14 488-16,0-5 3 0,-2-8 9 0,0-8-117 16,-4 1 63-16,-2-3 31 0,-4 5-8 0,1-11-69 15,-4 4 54-15,-3-4 28 0,-1 1-1 0,0-3 35 16,0-5-16-16,-2 0 8 0,2 2 0 0,-2 4 108 16,0 16-55-16,0 8-26 0,0 8-8 0,0 1 395 15,0 7-185-15,0 7-108 16,0 0-11-16,0 27 91 0,0 5-24 15,0 12-62-15,0 2-5 0,0 5 207 0,0 7-125 16,0 8 114-16,0-12-112 0,0 4-102 16,1-1-40-16,3-6 14 0,1-5-1 0,6-10-666 15,-1-2 638-15,1-5-8 0,1-12 36 0,1 0-993 16,-1-5 933-16,-3-7-1 0,0-2-17 0,1-3-217 0,-1 0 115 16,-2-11 58-16,-1-5 28 0,-4-8-331 0</inkml:trace>
  <inkml:trace contextRef="#ctx0" brushRef="#br0" timeOffset="-22428.84">12231 16051 1222 0,'9'0'0'0,"7"1"0"0,-1 9 0 0,0 1 0 0,-2 0 0 0,2 3 0 0,2 3 241 0,0 2-104 0,-2-4-52 0,4 5 174 16,-4-5-113-16,0 0-48 0,-1 3-37 0,2-4-251 16,-3-2 112-16,0-3 55 0,0 1-601 0,3-7 315 15,-2-3 156-15</inkml:trace>
  <inkml:trace contextRef="#ctx0" brushRef="#br0" timeOffset="-22248.71">12677 15850 1301 0,'0'-7'0'0,"0"3"0"0,0 4 0 0,0 0 0 16,0 13 0-16,-5 11 0 0,-9 12 146 0,-3 7-57 0,-7 15-28 0,-1 2 476 0,1-1-243 0,-6 20-135 0,1-3 122 15,-6 12-124-15,-1-3-63 16,-1 3-196-16,3-7 76 0,-10 19-903 15,7-16 883-15,9-18 40 0,5-10 0 0,3-5-287 0,6-14 159 16,5-4 76-16,2-13-433 0</inkml:trace>
  <inkml:trace contextRef="#ctx0" brushRef="#br0" timeOffset="-19664.64">1057 15313 288 0,'-8'-4'0'16,"3"2"0"-16,0 0 0 0,0 1 0 0,-2-1 57 0,0 2 73 0,3 0-49 0,-5 0 85 0,6 0-58 0,-6 0-42 15,4 0 1-15,0 7 18 16,-3 7-26-16,2 7 0 0,0 4 75 0,-1 5-55 0,3 4-23 15,-1 8 0-15,3-4 89 0,2 0-48 0,0 10-36 16,0-15 0-16,0 5 36 0,2-4-32 16,4-6 0-16,4-8 8 0,1 3-8 0,0-8-32 15,2-1 0-15,3-6-26 0,1-4 0 0,-3-2 34 16,3-2-67-16,0 0 30 0,2-2-1 0,0-10 30 16,-5-8-93-16,2-4 48 0,-4 0 17 15,-3-7-129-15,-5 3 69 0,0-2 22 16,-4-2-1-16,0 0-40 0,0 0 27 0,-4-3-1 15,-7 3 39-15,-1 0-22 0,-1-2-22 0,0 4 21 16,-3 4 7-16,-1 3 3 0,4 7-1 0,-2 2-9 16,2 2 73-16,1 8-36 0,-3-1 8 0,5 4-33 0,-1 1 85 15,-2 0-38-15,2 8 0 0,3 8-31 0,-3-1 7 16,3 2-8-16,0 2 16 0,2-3-187 16,1 4 84-16,2-4 40 15,1 1 21-15,2-2-149 0,0-2 69 0,0 0 44 16,0-4 0-16,7-2-280 0</inkml:trace>
  <inkml:trace contextRef="#ctx0" brushRef="#br0" timeOffset="-19395.87">1404 15170 1323 0,'0'-12'0'0,"0"9"0"0,0 2 0 0,0-2 0 0,0 2 0 0,0 1 0 0,0 0 234 0,-4 0-101 15,-4 1-50-15,3 13 68 0,0 3-51 0,-3 5-38 16,1 6 0-16,2 9 140 0,-2 1-85 0,1 4-42 16,-1-3-12-16,0 11 28 0,-1-2-28 0,3-1-1 15,-3 2-29-15,2-8-50 0,-2 9 21 0,3-7 1 16,0-9-238-16,0 0 133 0,2-2 67 0,1-10 40 16,1 1-186-16,-2-10 58 0,0-3 63 15,3-5-375-15,0-3 200 0,0-2 93 16,0-5 57-16,0-20-270 0,0-5 161 0,3-11 79 15</inkml:trace>
  <inkml:trace contextRef="#ctx0" brushRef="#br0" timeOffset="-19182.43">1325 15165 1278 0,'2'-8'0'0,"-1"2"0"0,1 5 0 0,0-1 0 0,1 2 0 0,-3 0 0 0,6 0 0 0,0 6 212 0,6 6-89 0,0 5-38 16,4 7 274-16,0 5-164 0,0 8-81 0,1 1 56 15,-1 1-69-15,0-1-26 0,2 11-9 0,2-5 20 16,-1-3-27-16,0-2 0 0,2 0-26 0,-5-7-94 16,3 2 43-16,-3-2 25 0,-2-6-211 0,-4-3 118 15,2-2 60-15,-2-5 37 0,-5-2-364 16,-2-6 173-16,0 1 88 0,-1-6-196 16,-2-2 127-16,0-1 56 0,0 0 40 0,-10 0-334 0</inkml:trace>
  <inkml:trace contextRef="#ctx0" brushRef="#br0" timeOffset="-18996.93">1328 15612 1359 0,'0'1'0'0,"0"5"0"0,0-2 0 0,0-1 0 0,0-3 0 0,0 3 0 0,7-3 129 0,4 0-48 0,2 0 337 16,5 0-197-16,2 0-94 0,-1 0-47 15,3 0 80-15,-1 0-55 16,-1-3-174-16,1 2 51 0,-2-1 25 15,-2 2 1-15,-2 0 25 0,-1 0-452 0,2 0 222 16,-5 0 114-16,2 0-640 0,-2 0 319 0</inkml:trace>
  <inkml:trace contextRef="#ctx0" brushRef="#br0" timeOffset="-18822.37">1816 15347 1210 0,'0'-4'0'0,"0"2"0"0,0 2 0 0,0 0 0 0,0 0 0 0,0 0 0 0,0 0 364 16,1 0-169-16,1 0-81 0,-1 0 23 0,3 0-52 15,1 0-27-15,-1 0 9 0,-1 0-34 0,0 0-364 16,-1 3 182-16,3 5 90 0</inkml:trace>
  <inkml:trace contextRef="#ctx0" brushRef="#br0" timeOffset="-18674.77">1767 15633 1764 0,'0'10'0'0,"0"7"0"0,-2-7 0 0,2-1 0 0,0-1 0 0,0-1 319 0,0-1-143 0,0-2-71 15,0-1 153-15,2 1-104 16,1 0-65-16,3-3-28 0,-1-1 0 0,-1 0-45 0,0 0 17 0,-1 0 8 0,2 0-634 16,1 0 313-1,0 0-812-15</inkml:trace>
  <inkml:trace contextRef="#ctx0" brushRef="#br0" timeOffset="-13734.8">2239 15065 785 0,'-7'0'0'0,"4"0"0"0,-4 0 0 0,6 0 0 0,-3 0 0 0,3 0 0 0,-4 0 0 0,5 0 92 0,-2-2-30 16,2 2 0-16,0 0 155 0,0 0-84 0,0 8-55 16,2 4 96-16,4 6-70 0,4-3-36 0,-1 7 0 15,2-2 66-15,1 5-54 0,0-4-24 0,-2-2 25 16,4 1-23-16,-4-1-1 16,4-2-16-16,-5-1-45 0,3 0 0 0,-4-1 36 15,1-2 1-15,-1-2-33 0,-3-1 7 0,0-1 26 16,-4-3-137-16,4-1 68 0,-3 1 12 0,-2-4 25 15,0-1-293-15,0 2 146 0,0-3 45 0,0 0-257 16,0 0 162-16,3 0 82 0,0 0 32 0,3-8-253 16,2-4 151-16</inkml:trace>
  <inkml:trace contextRef="#ctx0" brushRef="#br0" timeOffset="-13418.53">2592 14828 1543 0,'2'-2'0'0,"1"1"0"0,-1-1 0 0,-2 2 0 0,0 0 0 0,0 0 0 0,0 0 0 0,-5 0 0 0,0 9 0 0,0 0 167 0,0 5-60 0,0 2-40 0,-2 10 128 16,-1 3-81-16,-2 10-41 0,-4 3 0 0,1 6 57 16,-4 5-53-16,-4 10-22 0,0-1 21 0,1 7-21 15,-3 4-1-15,0-2-13 0,-1 2 51 0,2 0-30 16,-1-5 1-16,3-4 1 0,3-11-31 0,2 1 8 15,-2-4-9-15,7-4-50 0,0-10 25 0,0 2 0 16,5-8 25-16,-2-2-111 0,1-4 51 0,1-3 17 16,2-5-86-16,-3-2 41 0,-1-5 35 15,4 0-9-15,0-4-137 0,-2-2 58 0,2 0 47 16,0-3-7-16,0 0-119 0,0 0 69 16,1 0 48-16,-1 0-258 0,3 0 148 0,0 0 74 15,0-6 38-15,0-4-370 0,8-8 207 0</inkml:trace>
  <inkml:trace contextRef="#ctx0" brushRef="#br0" timeOffset="-13182.11">2624 15277 1102 0,'-7'-2'0'0,"7"2"0"0,0 0 0 0,0 0 0 0,0 0 0 0,0 0 0 0,2 0 446 15,6 0-210-15,6 0-102 0,1-2 241 0,7 0-171 16,-2 0-78-16,9-1-50 0,-5 1 34 0,-4-1-39 16,4 0 1-16,-5 1-133 0,2 2 55 0,-4 0 15 15,-1 0 0-15,-2 0-262 16,-2 0 142-16,-6 0 73 0,1 0 43 0,-2 0-534 16,-3 6 264-16,0 0 59 0,-2 5-305 0,0-1 239 15</inkml:trace>
  <inkml:trace contextRef="#ctx0" brushRef="#br0" timeOffset="-12998.6">2641 15534 1030 0,'-3'4'0'0,"0"-2"0"0,0 0 0 0,0 0 0 0,1-2 0 0,-1 0 158 0,0 0-68 16,3 0-28-16,0 0 409 0,0 0-219 0,0 0-110 15,3 0-46-15,8 2 177 0,0-2-121 0,-1 2-59 16,2 1-189-16,1 0 64 0,-3 0 40 0,8 1-7 15,-3-2-454-15,1 1 243 0,1 1 121 0,1 2-245 16,2-3 104-16,-2 1 115 0</inkml:trace>
  <inkml:trace contextRef="#ctx0" brushRef="#br0" timeOffset="-12413.3">3122 15372 282 0,'0'-3'-23'15,"0"-1"0"-15,0 2 23 0,0 1-135 0,0-3 68 0,-4 2 67 16,-1-2 251-16,1 2-97 0,-2 1-60 0,1-1 151 16,-1-1-106-16,3 3-53 15,-3 0-19-15,1 0-8 0,0 0 143 0,-2 5-84 0,2 6-43 16,-4 1 158-16,5 5-92 0,-3 3-58 16,1 4-25-16,0 1-1 0,1-1 157 0,2 2-91 15,1-3-37-15,0 4 40 0,2-6-46 0,0 2-24 16,0 0 47-16,0-3-35 0,5 1 8 0,8-5-44 0,-2 2 26 15,4-3 0-15,2-2-25 0,-1-2-25 16,3-3 8-16,3-3 17 0,-3-3-112 16,3-2 111-16,4 0 1 0,-8 0 0 0,5-4-28 15,-3-10-7-15,-1-3 34 0,-2-2-22 16,0-6 19-16,-4-1-130 0,-2-3 62 0,0 0 12 16,-6-4-1-16,-1 4-91 0,0-1 58 0,-1 3 17 15,-1-1-45-15,-2-2 38 16,0 2 0-16,0 2 32 0,-9 0-3 0,0 1-8 0,1 4 31 15,-5 2 5-15,2 1-30 0,-6 3-3 0,4 4 3 0,-1 2 1 16,-4 5 2-16,1 2-2 0,1 2 49 16,-2 0 30-16,2 0-34 0,-1 3-9 0,2 7-43 15,0 0 1-15,4 2 25 0,0 1-128 16,-1-2 58-16,3 2 30 0,1 0-196 16,2 1 109-16,1-1 47 0,3 2 25 0,1 2-135 0,1 1 81 15,0-1 32-15,0 8-377 0,1-1 212 0,11 1 107 0,0 1 53 16</inkml:trace>
  <inkml:trace contextRef="#ctx0" brushRef="#br0" timeOffset="-12213.88">3584 15651 1078 0,'1'5'0'0,"4"7"0"0,-3-3 0 0,0 1 0 0,1-3 0 0,-3-1 274 0,0 1-125 0,0 1-58 0,0 1-29 0,-3 1 221 0,-2-1-125 0,-1 4 145 16,-2-1-139-16,0 2-66 0,3 3-32 0,-3-1-356 16,2 0 161-16,1-4 90 15,2-1-710-15,0 0 391 0,3 0 195 0</inkml:trace>
  <inkml:trace contextRef="#ctx0" brushRef="#br0" timeOffset="-11236.56">4052 15382 1028 0,'-7'-10'0'0,"2"1"0"0,2 4 0 0,-1-3 0 0,3 2 0 0,-2-1 0 0,3 0 155 0,-2 0-61 0,2 3-30 0,0-2 144 0,0 2-79 16,0-1-52-16,2 1-22 0,7 1 54 0,4 1-37 15,0 1-1-15,1 1-30 0,2 0-8 0,0 0 27 0,1 6-27 16,0 5 0-16,0 0-1 0,0 3 3 16,-3-1-3-16,-1 1 1 0,-5 1-37 0,0 2 1 0,-5 0 36 15,-1 2 8-15,-2 0-40 16,0-1 1-16,0 3 24 0,-13 2 5 0,-4-2-58 16,2-4 31-16,-9 3-19 0,1-6-8 0,2 1 14 15,-1-7-1-15,0 1 13 0,-1-2-135 0,1-4 59 16,3 0 37-16,0-1-156 0,3-2 89 0,2 0 29 15,4 0 22-15,4 0-186 0,1-2 102 0,5-7 52 16,0-1 25-16,0 0-251 0,13-3 130 16,9 0 78-16</inkml:trace>
  <inkml:trace contextRef="#ctx0" brushRef="#br0" timeOffset="-11008.17">4346 15266 356 0,'2'-12'0'0,"-2"7"0"15,0-1 125-15,0 1-38 0,-7 0-31 0,-4 4-1 0,-3 1-22 16,3 0 0-16,-6 0 222 0,7 4-102 0,-4 7-65 16,1 4 145-16,0 7-100 0,1 1-50 0,5 6 118 15,4-5-77 1,0 8-49-16,3-5-21 0,0-2 64 0,5-1-42 0,8-3-22 16,1-2-36-16,5 2-7 0,1-4-156 0,1-5 89 15,-3 0 44-15,2 0 22 0,1-5 9 0,0 3-335 16,-1-5 166-16,1-4 83 15,-2 1-397-15,0-2 216 0,-1 0 98 0,2-2-227 0,1-6 172 16</inkml:trace>
  <inkml:trace contextRef="#ctx0" brushRef="#br0" timeOffset="-10797.75">4743 14959 875 0,'0'-3'0'0,"0"3"0"0,0 0 0 0,0 0 0 0,-2 0 0 0,-2 7 0 0,-4 7 330 0,-1 6-149 0,2 3-73 16,0 3 130-16,-3 4-103 0,0 2-42 0,4 2-14 16,-4 1-23-16,-2 3 0 15,3 3-24-15,0-2 1 0,0-2-92 0,-1 0 41 16,3-1 26-16,-1-3 0 0,1-5-111 16,2-6 67-16,4-6 43 0,-1-4-8 0,2-1-431 0,0-5 168 15,0-6 125-15,0 0-310 0,3-2 200 0</inkml:trace>
  <inkml:trace contextRef="#ctx0" brushRef="#br0" timeOffset="-10640.16">4662 15304 944 0,'2'-9'0'0,"1"3"0"0,-3 4 0 0,1-1 0 0,1 1 0 0,0 1 0 0,1 1 316 16,-1 0-142-16,4 0-71 0,2 0 199 16,-1 1-255-16,2 5-14 0,0 1 0 0,4 3 0 0,-2 1-253 15,-1 3 127-15,2-3 71 0,1 0 23 0,0-1-197 16,1 0 114-16,-1-4 58 0,1-2 28 0,-4-4-503 15</inkml:trace>
  <inkml:trace contextRef="#ctx0" brushRef="#br0" timeOffset="-10434.72">4985 15034 777 0,'4'-5'0'0,"-2"2"0"0,0 1 0 0,-1 2 0 0,-1 0 0 0,0 0 62 0,0 0 256 0,0 5-143 16,0 10-71-16,-3 4-36 15,-4 5 257-15,-2 2-139 0,-2 9-80 0,-3 6 100 0,-2 2-87 0,0 2-43 16,-3 1-7-16,0 3 8 0,-1 1-44 0,-1-4-109 16,0 2 54-16,2-3 27 15,-3-4 1-15,7-10 35 0,0 0-370 0,5-8 181 16,3-5 90-16,3-8 45 0,1-1-275 0,3-5-167 16,0-3 214-16,0-1 105 0,1 0-247 0</inkml:trace>
  <inkml:trace contextRef="#ctx0" brushRef="#br0" timeOffset="-10230.84">4874 15466 1068 0,'4'-5'0'0,"1"2"0"0,-2 0 0 0,-1 2 0 0,1-1 0 0,-3 2 210 0,3 0-89 0,0 0-45 0,2 7 157 16,1 6-101-16,4-1-41 0,-2 3 228 16,0 2-144-16,4 1-71 0,-2 2-35 0,0-2 27 15,4 1-23-15,-1 0-8 0,0-3-200 16,0 1 84-16,-1-2 42 0,2-1-505 15,-8-5 510-15,4-1 15 0,-4 1-1 0,-1-3-163 0,0-5 59 0,-2 1 53 16,-2-1-252-16,1-1-49 0,0 0 155 16,-2 0 77-16,0 0-358 0</inkml:trace>
  <inkml:trace contextRef="#ctx0" brushRef="#br0" timeOffset="-9276.54">5258 15207 565 0,'-2'-5'0'0,"-2"0"0"0,0 0 0 0,0 2 0 0,2-3 0 0,-1 2 0 0,-1 1 95 0,0-2-23 0,3 4-8 15,-3-1 112-15,-1 2-71 0,0 0-37 0,-1 2 1 16,1 14-28-16,-1 0 105 0,-5 7-57 0,3-1-28 0,3 2 0 0,-2 2 36 16,3-1-24-16,-2 7-8 15,4-6 93-15,2 1-63 16,0-1-31-16,0-5 21 0,0 1-18 0,2-1-8 0,4-2-26 0,3-4-49 16,-2 0 25-16,4-4-1 0,-3 0-17 15,0-2 17-15,0-2 0 0,1 0-42 16,-2-1 34-16,2-3-3 0,-1 1 31 0,0-3-36 0,-3 1 3 15,3-2 1-15,0 0-19 0,-1 0-5 16,1 0 34-16,-1 0 26 0,3-2-1 0,-3-4-26 16,3-6-1-16,-2 1 10 15,4-4-7-15,-1 0-1 0,1-2 1 0,-1-3-34 0,-2 2 0 16,3-1 35-16,-3-3-2 0,-1 1 2 0,0 1-27 0,-3-3-2 16,-2 0 26-16,0 1-4 15,-2-4-34-15,1 0-8 0,-2 1 31 16,0 0 2-16,0-1 2 0,-2 2-10 0,-4-7 41 0,-3 7-33 15,1 3 1-15,-5 3 0 0,0-1 40 0,0 4 2 0,-2 4-38 16,-1 1 24-16,-2 3-22 0,1 1 7 16,0 3 6-16,-2 0-7 0,1 3-2 15,-1 0 0-15,0 0 1 0,1 6 1 0,-2 4 0 0,7-1 3 16,-4 3-68-16,5 1 30 0,-2 2 0 16,5-2 28-16,1 1-217 0,5 0 95 15,-1-1 56-15,4 2 16 0,0-4-317 0,0 0 168 0,4-2 84 16,10 2 34-16,-2-6-135 0,5 0 93 0</inkml:trace>
  <inkml:trace contextRef="#ctx0" brushRef="#br0" timeOffset="-8748.94">5513 14913 1265 0,'0'-2'0'0,"0"2"0"0,0 0 0 0,0 0 0 0,0 0 0 0,0 0 0 0,0 0 141 0,0 0-58 0,4 0 344 15,9 0-197-15,4 2-99 0,6-2-49 0,-1 0 264 16,8 0-161-16,-4 0-76 0,0-2 7 0,-1-2-41 16,-4-1-22-16,1-1-219 0,-1-1 95 0,-4 6 52 15,-1-1-217-15,-8-1 134 0,3 1 68 0,-5 2 41 16,-1 0-7-16,1 0 32 0,-4 0-699 15,1 0 324-15,-3 0 117 0,0 0-266 0,0 5 233 16,-5-3 114-16,-2-1-114 0,0-1 114 16,1 0 70-16,-2 0 62 0,0 0 9 0,1 0 4 15,1 0 90-15,-1 0-65 0,0 0-29 0,-1 0-8 16,1 0 319-16,1 0-170 0,-2 0-85 0,-1 5-42 16,2 5-10-16,-3 1 424 0,0 4-200 15,-1 1-93-15,-2 7-50 0,0 0 123 16,-2-1-86-16,0-2-34 0,-1 5-48 0,-1-2-3 0,1-6 0 0,0 0-41 15,0-2 41-15,2-4 8 16,1-2-8-16,-1-2-16 0,6-2 15 0,-3-3 1 0,3-2 96 16,3 0-40-16,2 0-32 0,0 0 0 15,3 0-25-15,0 0 82 0,0 0-40 0,0 0 7 16,11 0-48-16,5 0-25 0,0 0 1 0,3 0 24 0,2-2-97 16,-1 2 57-16,1 0 16 0,2 0-121 15,0 0 73-15,-3 0 28 0,1 0-450 0,0 0 208 16,-3 0 122-16,0 0-360 0,-4 0 230 0,2 3 114 15,-3-1 57-15,-5 0 20 0,2-2 9 0,0 0-229 16,-3-2 128-16</inkml:trace>
  <inkml:trace contextRef="#ctx0" brushRef="#br0" timeOffset="-8608.31">5840 15099 811 0,'-2'-12'0'0,"1"6"0"0,-4 0 0 0,-1 2 0 0,3-1 0 0,-1 4 0 0,1 1 158 0,2 0-55 16,1 0 189-16,0 0-130 0,0 3-65 15,0 10-31-15,0-3 178 0,0 3-97 16,1-1-61-16,2 1-27 0,1 0-178 0,4-1 76 0,-2-1 38 15,-3-2 8-15,3 0 30 0,-1 0-224 16,-1 3 112-16,-1-1 56 0,-3 0-516 0,0 2 276 16</inkml:trace>
  <inkml:trace contextRef="#ctx0" brushRef="#br0" timeOffset="-8429.8">5577 15365 1716 0,'-13'7'0'0,"4"-2"0"0,1-2 0 0,4-3 0 0,0 2 0 0,3-2 0 0,1 0 0 0,0 0 34 0,0 0 7 0,9-2-8 16,4-3 97-16,4-2-49 0,0-1-24 0,1-2 0 16,4 3-16-16,-4-2-118 0,1 1 55 0,-2 1 27 15,-1 3 0-15,-4 0-328 0,-2 2 186 16,-2 0 81-16,-2 2 44 0,-1 0-483 0,-4 0 244 0,-1 0 43 16,0 6-70-16,-1-4 127 0,-10-2 59 0</inkml:trace>
  <inkml:trace contextRef="#ctx0" brushRef="#br0" timeOffset="-8143.56">5650 15254 735 0,'-11'-11'0'0,"1"6"0"0,2 0 0 0,-1 4 0 0,6 1 0 0,-2 0 0 0,1 0 0 0,3 13 212 16,1 4-81-16,0 2-53 0,0 7 161 15,0-1-103-15,1 3-51 0,4 0-27 0,2 0 30 16,3 0-31-16,-3-7-1 0,1 2-51 0,3-4 0 0,-1-3 28 16,1-5 8-16,0-1-66 0,1-6-65 0,0-4 61 15,2 0 31-15,2-6 0 0,-2-11-258 0,1-6 136 16,-2-1 31-16,0-4 47 0,0-3-287 15,0-2 140-15,-5-3 83 0,3 2-106 0,0 0 90 16,-5 3 44-16,1 8 95 16,-2-1-34-16,0 6 9 0,-3 3 109 0,0 5-68 15,0 4-32-15,1 5 335 0,-3-2-192 0,0 3-68 0,0 0-51 16,0 3 16-16,0 8-26 0,0 1 306 16,0 3-136-16,0-1-80 0,0 0-37 0,1 2-47 15,2-1 12-15,4-2-304 0,-2-4 160 0,1 2 68 16,-1-2 38-16,3-5-172 0,0 1 105 0,-2-3 25 0,5-2 40 15,-3 0-431-15,2-2 203 0</inkml:trace>
  <inkml:trace contextRef="#ctx0" brushRef="#br0" timeOffset="-7869.27">6007 14959 250 0,'0'-16'0'0,"0"1"0"0,0 3 0 0,0 3 0 0,0 4 0 0,0 0 321 0,0 4-136 0,0-1-80 0,0 2 268 16,0 0-170-16,0 2-85 0,0 13-42 0,0 4 295 15,-3 9-172-15,0 3-84 16,1 9 206-16,2 2-145 0,0 0-71 0,0-1 40 16,0 11-61-16,0-2-25 0,1 3 0 0,6 0 12 15,0-1-38-15,1-1 7 0,0-3-71 16,-3-3 32-16,2-8 0 0,-5 0 31 0,2-3-92 0,-2-11 55 0,1 3 14 0,-3-9-128 16,0-2 74-16,0-6 37 0,-11-2-97 15,-1-1 41-15,-6-5 32 16,2 1-7-16,-5-2 0 0,-2 0-13 0,1 0-263 15,0 0 134-15,2-3 77 0,0-9-360 0,3-1 215 16,6-3 109-16,3-4 45 16</inkml:trace>
  <inkml:trace contextRef="#ctx0" brushRef="#br0" timeOffset="-7352.56">6444 15305 883 0,'-9'-10'0'0,"5"3"0"0,-1 1 0 0,2-1 0 0,-2-4 0 0,1-2 187 16,2-2-77-16,-3-1-39 0,2-2 1 0,-1 2-40 15,0-5 50-15,0 1-8 0,0 2-41 0,-2 0 33 16,1 2 0-16,-2 1-33 0,-2 0 8 0,-2 2-41 15,-3 1 1-15,0 5 71 0,-1 2 0 16,-2 3-39-16,-3 2 73 16,-4 2-70-16,-1 14-3 0,2 7 0 0,-1 1 194 15,4 6-180-15,-1 5-6 0,3 6-8 0,4-3 81 16,4 4-40-16,3 2-1 0,6-1-40 0,1-4 174 0,0 10-92 16,3-8-41-16,8-7-20 0,4 2-1 0,2-5 4 15,2-3 7-15,1-3-31 0,1-6-141 16,2-4 70-16,2-7 35 0,-4-6-237 0,1-2 145 15,2 0 59-15,-3-12-114 0,-4-9 61 16,-3-3 48-16,0-4-20 0,-5-4-141 0,-2-4 77 0,-2 1 46 0,-2-11-9 16,-1 3 27-16,1 0 1 15,-2 8 102-15,-1-4-33 0,0 10-21 0,0 10 0 16,0 5-21-16,0 4 242 0,0 2-112 16,0 6-63-16,0 2-32 0,2 0 70 0,5 12-41 15,1 8 9-15,1 8 22 0,2 4 158 0,2 7-97 0,-1 1-25 0,0 0 10 16,-1-5-30-16,0 5-8 15,2-5-182-15,1-3 73 16,-1-1 35-16,1-8-458 0,-3-4 244 0,2-4 101 0,1 1 62 16,-4-9-619-16,2-2 320 0,-2-3 160 15,-2-2 73-15</inkml:trace>
  <inkml:trace contextRef="#ctx0" brushRef="#br0" timeOffset="-7197">6938 15602 1083 0,'0'0'0'0,"0"2"0"0,0-1 0 0,0-1 0 0,0 2 0 0,0-2 486 0,0 0-226 0,0 0-114 0,-2 0 396 15,-3 0-259-15,2 0-125 0,-1 0-556 16,0 0 215-16,2-2 108 0,0-1-482 0</inkml:trace>
  <inkml:trace contextRef="#ctx0" brushRef="#br0" timeOffset="2198.38">13362 16080 591 0,'0'0'0'0,"-1"0"0"0,1 0 0 0,0 0 0 0,0 0 0 0,0 0 0 0,0 0 176 0,0 0-71 0,0 0-36 15,0 7 79-15,0-1-50 0,5-1-36 0,2 1 161 16,5-2-95-16,1 3-48 0,0-3-23 0,-2-1 53 15,4 1-42-15,1-2-1 0,-2-1-34 0,3 4 22 16,-2-5-1-16,-1 0-13 0,0 3-8 0,0 0-68 16,-3-3 34-16,-2 0 0 0,1 0-36 0,-1 0 43 15,-2 0-8-15,-1 0 35 0,2 0-285 0,-4 0 104 16,1 0-304-16,-1 0 187 16,-1 0 121-16,-1 0 55 0,2 0-260 15</inkml:trace>
  <inkml:trace contextRef="#ctx0" brushRef="#br0" timeOffset="2394.33">13402 16477 1128 0,'-2'0'0'0,"0"2"0"0,0-1 0 0,0-1 0 0,0 0 233 0,1 0-92 0,-1 0-58 0,2 0 151 16,0 0-100-1,0 0-51-15,3 0 145 0,7 0-90 16,3 3-57-16,-2-3-27 0,2 0 1 0,1 1-23 0,-4 1 1 0,2-2-226 15,3 0 108-15,-2 0 59 0,0 0 30 16,0 0-449-16,1 0 239 0,-1 0 99 16,0-3-285-16,2-3 182 0,0-1 78 0</inkml:trace>
  <inkml:trace contextRef="#ctx0" brushRef="#br0" timeOffset="3121.03">14487 15929 423 0,'-6'-11'0'0,"5"2"0"0,1 2 0 0,0-4 0 0,0-4 0 0,0-2 0 0,0 2 0 15,0-2 138-15,0 1-56 0,0-4-27 0,0 4 0 16,0-2 23-16,0 2-7 16,0 3-38-16,0 0 14 0,-4 3-14 15,-3-1-1-15,-1 5 49 0,-2-1-8 0,-1 1-41 16,1 3 37-16,-2-1-36 0,-1 2-1 0,-1 2 9 15,1 0 43-15,-2 0-26 0,2 0 0 0,-2 0-25 0,2 2 91 16,2 3-37-16,-3 1-32 0,3-1 1 0,4 0 66 16,-3 1-44-16,5 3-23 0,-1-2 73 15,1 2-51 1,1 3-23-16,2-3 1 0,0 4 13 0,2 2 0 16,0 0-27-16,0 2-9 0,0 1 62 0,0 1-30 0,0 2-1 0,0 0-30 15,2 0 72-15,0 1-40 0,0 1 0 16,0 1 29-16,0 1-31 0,-1-1 1 0,1-2-23 0,2 7 35 15,-2-4-21-15,1 5 0 16,1-5 1-16,-2 3-24 0,2-1 9 0,0 5-9 0,0-2 1 16,-3 0 0-16,3 0 157 0,-2-1-190 0,0 5 0 15,0-1 0-15,-1 2 0 0,1-3 0 16,-2 0 0-16,0-7 0 0,0 4 0 16,2-3 0-16,-2-3 0 0,0 0 0 15,0-2 0-15,0-4 0 0,0-1 0 0,0 2 0 0,0-5 0 16,0-2 0-16,0 0 0 0,-2-1 0 0,-1-1 0 0,-1 0 0 15,-2-1 0-15,3-1 0 0,-4 2 0 16,0-3 0-16,0 1 0 0,-2 2 0 0,1-4-171 16,0-2 165-16,-1 4 4 0,-2-6-4 15,1 1 3-15,1-2-39 0,0 0 0 16,-1 0 31-16,1 0 3 0,0-2-162 0,0-3 79 0,-1-5 29 16,2 0-138-16,1-1 85 0,-1 0 40 15,2 0-73-15,1-2 62 0,-1 0 26 0,3 0 1 16,1-2 26-16,0 0-202 0,2-3 93 15,0 0 59-15,0-1 25 0,0-3 0 0,9-1-472 0,9 1 249 16</inkml:trace>
  <inkml:trace contextRef="#ctx0" brushRef="#br0" timeOffset="5212.56">14711 16620 537 0,'0'0'0'0,"0"0"0"0,0 0 0 0,0 0 0 0,0 0 0 0,-2 0 0 0,2 0 0 16,-4 0 60-16,0 0 0 0,2 0-27 0,-1 0 41 0,1 0-41 0,0 0 0 16,-2 0 0-16,3 0 1 0,-3 0-1 0,2 0 8 15,0 0-13-15,-1 0 5 16,-2 0 0-16,1 2 0 0,-1 3 25 0,1 3-17 16,1 0-8-16,-3 0 21 0,3 0-21 0,-2 2 0 15,3 1 0-15,-2-1 10 0,1 2-10 0,-1-1-1 16,2 3 1-16,1-1 33 0,-1 2-25 0,2-1-9 15,0 4 51-15,0-1-25 0,0-1 0 0,0 1-25 16,0 1 92-16,0-1-50 0,5-1-22 16,2 1 52-16,1 1-36 0,4-6 0 0,-3 4-28 0,4-6-6 15,-2-1-2-15,4 2 0 16,0-4-32-16,0-1 0 0,2-5 40 0,1-1-8 0,-2 0-38 16,1 0 38-16,0-7 0 0,-2-7-1 15,0-5-54-15,-1-3 8 0,-2-2 1 0,-4-2-68 16,-1-5 48-16,-1 3 12 0,-4 2 3 0,0-4-52 15,-2 2 36-15,0 3 9 0,0 4 1 0,-10-1 2 16,1 6 14-16,-4-2-11 0,-1 7 33 0,-2 2-9 16,0 3-15-16,-2 4 38 0,-1 1-2 0,0 1-30 15,2 0-2-15,0 0-68 0,3 3 33 16,-2 3 6-16,7-2 28 0,-2-1-108 16,1-1 51-16,3 0 20 0,-1-1 0 0,5-1-156 15,-3 0 77-15,2 0 44 0,4 0-312 0,0 0 179 16,0 0 89-16</inkml:trace>
  <inkml:trace contextRef="#ctx0" brushRef="#br0" timeOffset="5891.41">15009 15857 813 0,'-2'-5'0'0,"0"1"0"0,1 0 0 0,-1-2 0 0,0 1 0 0,-2-1 0 0,1-2 0 0,1 1 170 0,-2-4-69 0,2 1-34 0,-2-1-5 16,0 0-1-16,-1 2-20 0,-1-4-8 0,1 3-24 15,-1-1 23-15,-2 1 1 0,1 1 0 0,0 2-25 16,-3-4-9-16,2 6 34 0,-1 0 16 0,0 1-17 16,-3 1 1-16,3 1 8 0,-4 0 15 15,1 2 1-15,2 0-37 0,-1 0 41 16,-1 0 2-16,1 4-23 0,-3 3-5 0,3 3 52 16,2 1-27-16,-3 2 0 0,1 0-27 0,6 0 56 15,-2 2-33-15,-2 1 1 0,6 2 4 0,-1 0-28 16,2 3 0-16,0-2 8 0,2 2-15 0,0-1 7 15,0 0-1-15,0 0 8 0,0-3-8 0,2 2 9 16,7-2-8-16,1-2 12 0,-1-3-13 0,2 0 1 16,1-2-50-16,1-1 34 15,0-4-17-15,0-1 31 0,2-4-78 0,-1 0 36 16,-2 0 12-16,2 0 6 0,1-9-48 0,-2-4 29 16,0-5-14-16,0-5 12 0,-1 2-7 0,-5 2 29 15,4-7-15-15,-3 5 4 0,-2 0-3 0,-1 4 7 16,-3 2-5-16,0 4 54 0,0 2-23 0,-1 1 0 15,1 3 96-15,-2 0-56 0,0 3-21 0,0-1 122 16,0 3-67-16,0 0-37 0,0 0-6 0,0 0 56 16,0 0-41-16,0 0 9 0,0 0-50 15,0 0-15-15,0 0 15 0,0 0 1 0,0 4 153 0,0 9-377 16,0 3 184-16,0 7 0 16,0 0 10-16,2-4 0 0,0 5 196 0,4-3-363 15,0 2 328-15,1-6-164 0,2 1-166 0,1-5 332 16,1-2-166-16,2-1 0 0,1-3 0 0,-2-3 0 15,4-4-185-15,0 0 196 0,0 0 163 0,-2-2-407 16,4-10 197-16,-2 1 15 0,-1-6-466 0,0 2 232 16,1 2 85-16,-2 4-720 0</inkml:trace>
  <inkml:trace contextRef="#ctx0" brushRef="#br0" timeOffset="15525.84">13103 4678 623 0,'-4'-15'0'0,"0"8"0"0,2 3 0 0,1 1 0 0,1 2 0 0,0-1 0 0,0 0 0 0,0 2 0 0,0 0-38 0,1 0 32 0,5 0 0 0,2 5 7 16,-4-2 24-16,1 1-5 0,-1-3 0 0,-2 1 56 15,0-2-26-15,-1 0 0 0,1 0-19 0,-2 0 45 16,0 0-24-16,0 0 1 0,0 0 101 0,0 0-60 16,0 0-22-16,0 0-9 0,0 0-4 0,0 0 0 15,2 0-26-15,0 0-14 0,0 0 22 0,2 0-8 16,-2 0 0-16,2 0 27 0,-1 0 1 0,1 0-28 15,1-2 31-15,-1 1-31 16,2-2 0-16,-2 2 0 0,0-2 23 0,1 2-24 16,1-1 9-16,-1 0-8 0,7 0-28 0,-1 1-1 15,2 1 29-15,2 0-28 0,4 0 8 0,0-3 17 16,2 3 3-16,-1-2-57 0,2 1 25 0,5-2-10 16,-6 0 39-16,7-1-41 0,-4-1 31 0,0-1-10 15,3 1 24-15,-1-1-22 0,-3 0 8 0,5 0-5 16,-4 1 34-16,-3-1-31 0,3 2 0 0,-1 1-5 15,-1-1 10-15,1 2-2 16,0-2-2-16,-3 1-25 0,3 1 25 0,-1-2 2 16,1 2 3-16,-1-3-22 0,1 1 16 0,0 0-4 15,-2 0 12-15,-1 1-12 0,2 1 6 0,-1-1-8 16,-1 1 2-16,3 1 2 0,-2-1 0 0,-3-1 1 16,3 3-27-16,0 0-4 0,-1 0 29 0,1 0-16 15,0 0 14-15,-1 0-1 0,1 0 4 0,0 0-27 16,-1 0 22-16,3 0-5 0,-2 0 14 15,-1 3-12-15,3-1 4 0,-2-2-6 16,2 1 14-16,-3 1-10 0,2 1 0 0,3-1 12 16,1 0-9-16,-2-1-1 0,3 1-1 0,-3 2-16 15,3-2 16-15,-3 0 5 0,4 0-5 0,0-1-19 16,0 3 19-16,2-4-2 0,0 0 13 0,4 0-11 16,-2 0-1-16,2 0-3 0,2 0 17 15,-1 0-15-15,-1 0 0 0,2 0 24 0,-1 0-22 0,1 0 1 16,2 0-1-16,-2 2-20 0,-3 0 20 15,3 0 7-15,-2 0-41 0,-1-1 34 16,-1 4 0-16,2-4-2 0,1 1-8 0,-3 0 9 16,1 0-5-16,1-2 3 0,0 0-5 0,1 0 4 15,1 0 0-15,-1 0 27 0,4-2-2 0,-4-3-24 16,2 0 3-16,-1 0 35 0,0 1-36 0,-1-3 8 16,2-1-37-16,-2 1 31 0,-1 1 1 0,0 0 0 15,1 2-2-15,-1 1 5 0,1-1-3 0,-1 0 0 16,3 3-30-16,-4-3 28 15,3 3-4-15,-1-3-17 0,6 3-7 0,-4 0 25 16,-2-2-4-16,1 1-36 0,-1 2 32 0,3 0 5 16,-3 0 5-16,2 0-6 0,0 0-4 0,-1 0 3 15,1 0 17-15,0-2-17 0,2 2 1 0,4 0-2 16,-3-3 12-16,6-1-10 0,-1 0 1 16,-1 0 66-16,5-1-30 0,-3 1-1 0,-2 0-24 0,2 0-22 15,-3 2 23-15,-6-1-2 0,10 1-28 0,-6 0-1 16,-5 1 29-16,4-2-2 0,-2 1-28 15,-3 2 3-15,1 0 20 0,-1 0 2 16,-1 0-27-16,-2 0 0 0,-2 0 14 0,-2 0 1 16,6 0-8-16,-4 0 11 0,4 0-3 0,0 0 25 15,2 0 2-15,1 0-23 0,6 0 3 16,-3 0 22-16,1 0-21 0,0 0-1 0,-5 0 12 0,9 0-12 16,-6 0 4-16,-7 0-3 0,4 0-29 0,-4 0 29 15,-6 0 3-15,6 0-31 0,-7 0 26 0,-1-2 0 16,-1 2-3-16,-3 0-3 0,3 0 2 0,-2 0 3 15,3 0 0-15,0 0-1 16,1 0-2-16,1 4 2 0,-1-1 23 0,7 0-23 16,-2-1 0-16,2 1-1 0,3-1 2 0,-1-2 0 15,3 3 3-15,2-3 0 0,-4 0-2 0,2 0-1 16,-1 0 2-16,-2 0 14 0,1 0-13 0,-1-3-2 16,1 1 23-16,-3 1-21 0,1-1 1 0,-1 0-2 15,0 2-2-15,0-2 3 16,0 2 1-16,0 0-1 0,0 0-15 0,1 0 16 0,-1 0 2 15,0 0-32-15,-2 0 28 0,-2 0 0 16,1 0-3-16,-3 0-9 0,-2 0 8 0,4 2 3 16,-3 0-34-16,-1 0 31 0,3-2-2 0,-1 1 1 15,-4-1-27-15,8 0 0 0,-2 0 22 0,1 0 3 16,-3 0-28-16,2 0 25 0,-3 0-3 0,5 0-33 16,-2 0-1-16,0 0 34 0,1 0-5 0,-2 0 18 15,3 0-20-15,2 0 1 0,0 0 28 16,1 0-25-16,2 0-2 0,1 0 2 15,1 0 20-15,0 0 4 0,4 0-21 0,-4 0 20 16,0 0-19-16,-3 0 0 0,2 0 5 0,-3 2-8 16,1 1 6-16,-2-2 3 0,1 1-3 0,-4 0 14 15,-3-2-14-15,8 2-1 0,-6 0 8 0,1 0-8 16,-3-2 1-16,4 1 0 0,-5-1 18 0,7 2-17 16,-6-2 0-16,2 2 14 0,1 0-13 15,-6 0 3-15,9 2-3 0,-4-2-9 16,1 1 10-16,-1-1 1 0,2 0-1 0,2 1 2 15,1-2-2-15,1 0 0 0,-2-1 5 0,3 0-6 16,-3 0 1-16,0 0-1 0,-2 0-15 0,0 0 15 16,-3 0 1-16,1 0-2 0,1 0-10 0,-3 0 10 15,4 0 0-15,-2 0 11 0,1 0-10 0,-1 0-1 16,-2 0 1-16,-1 0-12 0,4 0 11 0,-1 0-1 16,-1 0-14-16,-3 0 14 0,-1 0 0 0,-3 0 0 15,1 0-15-15,-4 0 16 0,-2 0-1 0,-1 0-1 16,-3 0 1-16,-1 0-7 15,-1 0 6-15,-2 0 37 0,-2-1 0 0,1 1-34 16,-4 0-1-16,1-1-50 0,-1 1 25 0,-2 0 1 16,0 0 24-16,0-3-336 0,0-6 158 0,0-3 63 15,-13 3-300-15</inkml:trace>
  <inkml:trace contextRef="#ctx0" brushRef="#br0" timeOffset="17268.77">15556 16196 594 0,'-11'0'0'0,"4"0"0"0,0 0 0 0,2 0 0 0,-1 0 0 0,3-2 164 16,-1-1-65-16,2 2-33 0,0-1 0 0,2 0 56 16,0-1-49-16,0-5 0 0,4 1-40 0,9-1 74 15,1 0-37-15,2 3 8 16,3-2 11-16,-1 1-28 0,3 6 0 0,2-2 36 15,2 2-32-15,-5 0 8 0,4 8-40 0,-6 2 24 16,2 8-1-16,-3-2-23 0,-4 7 0 0,-4-3 55 16,1 10-31-16,-6-1-1 0,-3 3-23 0,-1-1 37 15,0 3 1-15,-1 0-31 0,-7-2 29 0,-4-2-1 16,1-3-35-16,2-6 0 0,-4 0-23 0,-2-4 9 16,0-3 14-16,-2-5-94 0,0-1 48 0,0-5 22 15,-2-3 1-15,0 0-209 0,1 0 106 16,1-2 35-16,2-5 34 0,1-3-125 15,3-1 46-15,2-3 8 0,3 0-188 0,4-1 124 16,2 0 64-16,0-2-207 0,0 0 135 0,10 0 58 16,7-3 43-16,2 3-254 0,4-1 143 0</inkml:trace>
  <inkml:trace contextRef="#ctx0" brushRef="#br0" timeOffset="17523.09">16012 16120 468 0,'2'-12'0'0,"-2"4"0"0,0 1 0 0,0-3 0 0,-11 2 0 0,0 1 310 0,-4 1-139 0,-1 0-61 16,0 2 50-16,1 3-63 0,-2 1-33 0,0 0 1 15,-1 5 116-15,-2 11-79 0,1 2-34 0,3 5 76 16,-1 1-55-16,2 4-29 0,1 1 9 16,3 1 78-16,2-2-58 0,1 4-27 0,4-4-1 0,3-2 57 15,1-3-34-15,0-1-30 0,0-1 11 0,7-2-32 16,7-1 0-16,0-3-1 15,5-1-112-15,4-1 52 0,-1-2 31 0,3-6-331 16,1 0 177-16,2-4 59 0,1-1 57 0,1 0-502 16,-2 0 252-16,0-6 126 0,0-3-317 0,-1-1 222 15</inkml:trace>
  <inkml:trace contextRef="#ctx0" brushRef="#br0" timeOffset="18063.64">16434 16202 963 0,'1'0'0'0,"1"0"0"0,-2 0 0 0,0 0 0 0,0 0 0 0,0-1 0 0,-2-4 0 0,-1 0 0 0,-4-2 223 0,2 1-95 0,-1-2-47 16,1 1-24-16,-1 0 44 0,0 0-25 0,-1-1-9 16,-2 1-30-16,-2 2-4 0,-1 4-1 0,-1-1 28 15,-2 1-19-15,-2 1-8 16,0 0 0-16,1 3 71 0,-4 9-35 0,3 2 0 15,2 2-28-15,0 4 102 0,4-1-55 0,2 1-27 16,2 3-1-16,2-1 78 0,3 1-44 0,2 2-35 16,0-3 23-16,0 1-24 0,4-3-1 0,6-2-86 15,3 0 39-15,2-3-8 0,0-4 30 16,4-2-69-16,-1-3 34 0,1-4 1 0,2-2 43 0,-4 0-194 16,2-6 65-16,-1-13 51 0,-1 0-123 15,1-8 75-15,-4-4 13 0,4-6 29 16,-6 1-120-16,1-6 65 0,3-6 33 0,-6-4-8 15,6-14-55-15,-3-2 47 0,-1-3 25 0,0 0-53 16,1-1 39-16,-5 14-9 0,1-1 47 0,-3 7-23 16,-3 17 0-16,1-1 22 0,-2 11 1 0,-2 5 174 15,0 5-83-15,0 5-46 0,0 5 315 0,0 3-171 16,0 0-57-16,-4 2 174 0,-1 6-106 0,-1 13-67 16,1 7-35-16,0 4 22 0,-2 9-28 15,3-3 8-15,1 13-35 0,-1 0 126 0,2 1-64 0,1 7-30 16,-1 6-1-16,2-8 49 15,-2 6-43-15,2-6-1 0,0 2-68 0,0-5 1 16,0-4 31-16,0-8 8 0,0 1-138 0,2-2 66 16,1-6 31-16,3-5-226 0,-3-5 109 0,1-9 71 15,-1-2-2-15,1-4-162 0,-3-5 66 0,3-3 62 16,0 0-19-16,-1-3-363 0,3-13 219 0,-1 0 107 16,2-5-383-16,2-1 244 0</inkml:trace>
  <inkml:trace contextRef="#ctx0" brushRef="#br0" timeOffset="18321.79">16668 16108 1926 0,'0'-7'0'0,"2"1"0"0,3 1 0 0,1-1 0 0,2-1 0 0,1 2 0 0,5 0 0 0,0-2 0 0,5 3 0 0,-1 2 248 0,3 2-100 0,2 0-61 0,-1 2 128 16,1 12-92-16,0 3-44 0,-4 3-33 0,-5 5-5 15,-1 3-8-15,-3 3 0 16,-4 5-49-16,-5 0 24 0,-1 7 1 0,0-9-17 15,-10 9 17-15,-8-7-1 0,2-6 25 0,-7 1-24 16,-2-2 8-16,-1-4-16 0,-2 1 25 0,-2-3-161 16,0-7 72-16,-1 2 27 0,8-10-80 0,-4 2 51 15,6-7 31-15,4-3 6 0,2 0-316 0,8-1 145 16,4-11 74-16,3-6-262 0,0-6 177 0,9 1 89 16,10 0 44-16,1-1-299 0,4 1 164 15</inkml:trace>
  <inkml:trace contextRef="#ctx0" brushRef="#br0" timeOffset="18589.09">17199 16120 907 0,'8'-12'0'0,"-3"4"0"0,-1-2 0 0,-2-1 0 0,-2 0 0 0,0-1 0 0,-2 3 0 0,-7 1 164 0,-3 0-65 0,3 3-26 15,-9 2 145-15,2 2-93 0,-5 1-46 0,-1 1-23 16,-2 14 112-16,-1 6-59 0,0 3-43 15,-3 8 1-15,5 0 134 0,4 4-84 0,-2 0-42 16,6 1-13-16,0 9 212 0,6-4-121 0,5-2-60 16,4-5 84-16,0 4-72 0,2-3-28 0,12 0-8 15,6-6 125-15,1-2-80 0,0-4-41 0,4-3-76 16,3-4 186-16,-2-4-183 0,4-4 0 0,0-2-252 16,-1-6 181-16,-1-1 52 0,-4 0-547 0,6 0 256 15,-6-8 157-15,-1-5 18 16,-2 4-331-16,-1-3 217 0</inkml:trace>
  <inkml:trace contextRef="#ctx0" brushRef="#br0" timeOffset="39020.82">17774 16094 585 0,'0'0'0'0,"0"0"0"0,0 0 0 16,0 0 0-16,1 0 0 0,1 0 176 0,2 0-71 0,-1 0-36 0,6 1 76 0,2 4-60 16,0-4-27-16,4 3 1 0,0-2 59 15,4-2-42-15,2 1-14 0,-1-1-8 0,1 0-65 16,-2 0 21-16,-1 0 1 0,1 0-51 0,-2 0 32 15,-2 0 0-15,-2 0 41 0,-3 0-181 0,-1 0 77 16,-2 0 30-16,-3 0-116 0,0 3 52 0,-3 6 50 16,-1 3 24-16,0-1-307 0</inkml:trace>
  <inkml:trace contextRef="#ctx0" brushRef="#br0" timeOffset="39225.26">17871 16304 943 0,'-7'2'0'0,"1"6"0"0,3-4 0 0,1-2 0 0,2 0 0 0,0-1 0 0,0 1 288 0,0 2-127 0,2 0-56 0,10 1 214 15,4-2-143-15,0 4-71 0,2-4-37 0,0 2 63 16,1 0-41-16,0 1-33 0,-2-4 0 0,0 3 0 16,-1 1-24-16,2-3 0 15,-4-2-169-15,0 5 80 0,-1-6 44 0,-4 0 23 16,1 0-459-16,-3 0 238 0,0 0 62 0,-1 0-521 15</inkml:trace>
  <inkml:trace contextRef="#ctx0" brushRef="#br0" timeOffset="40521.22">18681 16108 185 0,'-6'0'0'0,"4"3"0"0,0-1 0 0,0 0 0 0,1 2 152 0,1-3-59 0,0 1-30 0,0 2-1 16,0-2 32-16,0 2-36 0,0-2 1 0,3 4 96 15,9-5-61-15,-1 1-31 0,5-2 8 0,0 0 85 16,3 0-61-16,1 0-32 0,3 0 80 0,-2 0-55 16,1-2-19-16,-1 1-9 0,2-2 11 0,-2 0 0 15,-3 3-38-15,1-2-1 0,1 2-22 0,-1 0 23 16,-2 0 0-16,0 0-75 0,-2 0 37 0,-2 0 1 15,-2 0 44-15,1 0-240 0,-5 0 89 16,2 0 64-16,-1 0-347 0,-2 0 187 16,-1 0 56-16,-1 0 64 0,-2-3-244 0,0 2 149 15</inkml:trace>
  <inkml:trace contextRef="#ctx0" brushRef="#br0" timeOffset="40875.51">18825 16240 602 0,'-7'3'0'0,"3"-1"0"0,1 2 0 0,-1-4 0 0,2 0 0 0,2 0 0 0,-2 0 375 0,2 0-171 0,0 0-86 15,4 0 67-15,7 0-68 0,5 0-46 0,-2 0 0 16,3 1-23-16,0 5-16 0,-2 1 1 0,0 3 8 16,-1 1-120-16,-5 2 56 0,0 0 28 0,-6 2-61 15,-1 1 44-15,-2 4 31 0,0 0-174 0,-9 1 85 16,-5-1 4-16,-7-2 35 0,0-2-28 0,1-4 20 15,-9 3-3-15,5-5-1 16,1-7 156-16,0 2-64 0,3-2-33 0,1-3-3 16,8 0 234-16,-1 0-121 0,5 0-40 0,3 0 205 15,2 0-129-15,2 0-56 0,0 0-9 0,2 0-32 16,13 0 0-16,8 0-33 0,-1 0 0 0,-1-3 9 16,9 1-8-16,-4 2 0 0,2-1-56 0,-1 1 27 15,1 0 1-15,-5 0-195 0,5 0 108 0,-8 0 57 16,3 0 9-16,-2 0-427 15,-5 0 192-15,1 1 112 0,-7 1-159 0,1 2 132 16,-3-3 67-16,-5 2 33 0,-1-3-310 0</inkml:trace>
  <inkml:trace contextRef="#ctx0" brushRef="#br0" timeOffset="41065.71">18908 15591 1060 0,'2'-9'0'16,"2"4"0"-16,-3 4 0 0,1 1 0 0,0 0 0 0,-2 0 0 0,0 6 178 0,0 9-65 0,0 4-44 0,0 8 65 0,0 2-50 0,-2 6-26 15,0 2-45-15,1 9-8 0,-3-3 28 0,2 2 0 16,0 0-280-16,2 0 138 0,0-6 77 0,0 3 27 16,0-7-423-16,0-4 209 0</inkml:trace>
  <inkml:trace contextRef="#ctx0" brushRef="#br0" timeOffset="41560.01">19515 16100 798 0,'2'-13'0'15,"0"-1"0"-15,3 1 0 0,-1-2 0 0,0-5 0 0,-1-1 0 0,-1 0 0 0,0-1 0 0,1-3 0 0,-2 3 65 0,-1-1-9 0,0 0-71 0,0 3 23 16,0 1 1-16,-1 1 23 0,-9 2-23 0,0 3-9 16,0 1 33-16,-4 5 0 0,-3 4 11 0,2 0-11 15,-6 3 8-15,-1 3 9 0,-1 14-22 0,-3 10-11 16,-1 2 8-16,3 6 69 0,4 3-25 0,-5 11-1 16,6-3 42-16,6-2-39 0,4-1 0 0,6-6-38 15,3-2 62-15,0-1-35 0,0-4 0 0,7-5-28 16,7-5-5-16,6-2 6 0,1-6 8 15,4-4-95-15,0-3 44 0,-3-5 21 16,5 0 0-16,-2-2-154 0,-7-8 91 0,4-10 19 16,-5-3-124-16,0-3 67 0,-4-3 45 0,1-4-4 15,-3-2-52-15,-1-1 29 0,-1 0 23 0,-2 0-8 16,-3 5 73-16,-1 3-8 0,-1 7-49 0,0 2 92 16,-2 7-41-16,0 4-15 0,0 3 0 0,0 4 232 15,0 1-116-15,0 0-40 0,-2 13 96 0,-2 11-63 16,3 5-41-16,-3 2 11 0,4 2 62 15,0 6-52-15,0-2-26 0,0 1 1 16,5-5-79-16,7 1 35 0,-1-6-8 0,2-1 26 16,3-7-85-16,-4-5 43 0,6-2 21 0,-4-3-306 15,2-6 130-15,-2-4 84 0,2 0-309 0,-4-2 160 16,2-11 99-16,-3-7 40 0,0-5-200 0,-5-1 129 16,2-5 65-16</inkml:trace>
  <inkml:trace contextRef="#ctx0" brushRef="#br0" timeOffset="41865.19">19753 15548 1299 0,'0'-8'0'0,"0"4"0"0,0-1 0 0,5-1 0 0,0 3 0 0,6-3 0 16,0 3 0-16,3 2 0 0,0 1 116 0,2 0-42 0,0 0-20 0,0 10 95 0,-4 2-59 0,2 4-20 15,-5 0-75-15,0 2 0 0,-1 2 38 0,-6 1 0 16,0 1-147-16,-2-1 81 15,0 5 29-15,-10-5-91 0,-5 0 55 0,0-7 34 16,-3 1-22-16,0-3 6 0,0-5-21 0,-1-1 20 16,3-2 166-16,0-3-73 0,5 2-43 0,1-3-2 15,3 1 267-15,3-1-136 0,2 0-47 0,1 0-41 16,1 2 111-16,0 3-65 0,5 0-45 0,8-1 1 16,2-3-8-16,5 2 1 0,-2 2-31 0,3-4-24 15,0 1-9-15,0 0 34 0,2 0-264 16,0-2 132-16,-1 2 66 0,-1-2 41 0,0 1-611 0,-3 2 294 15,1-1 96-15,0 3 90 16</inkml:trace>
  <inkml:trace contextRef="#ctx0" brushRef="#br0" timeOffset="42022.78">20365 16143 1255 0,'-1'0'0'0,"1"4"0"0,0 3 0 0,0 1 0 0,0-5 0 0,0 1 156 0,0-3-54 0,1 2-39 16,1-1 308-16,0-1-169 16,3-1-85-16,0 0-42 0,1 0-303 0,3-1 126 15</inkml:trace>
  <inkml:trace contextRef="#ctx0" brushRef="#br0" timeOffset="46009.36">8798 17440 829 0,'-3'-5'0'0,"0"3"0"0,3 0 0 0,0 2 0 0,0-2 0 0,6 0 0 0,3 0 137 0,4-3-52 0,5 1-18 0,1-2 156 16,1 1-95-16,3-2-48 0,2 1-23 15,-1 2 81-15,-2 1-44 0,6-1-35 0,-2 2-29 16,-5-1 3-16,1 3 0 0,-1 0-1 0,0 0-24 16,-3 0-9-16,-2 0 34 0,-5 0-143 0,-1 0 71 15,-3 0 36-15,-3 0 9 0,-3 0-260 0,1 0 130 16,-2 0 35-16,0 0 42 0,-5 3-146 0,-9 0 73 16,1 2 42-16,-4 0 22 15,1-2-63-15,-2 1 43 0,2 0 32 0,-3 1 3 16,2-3 8-16,-2 3 1 0,5-3-1 0,-2 3 121 15,3-2-61-15,4 1-38 0,-1 2 275 16,3-1-141-16,0-3-45 0,2 4 212 0,1 0-118 16,3 2-69-16,1-1 87 0,0 4-79 0,0 1-39 0,0 4 31 15,0 3-36-15,0 3 9 0,1 7-6 16,1 1 0-16,0 2-37 0,0 2 0 0,1 3-86 16,-3 3 51-16,0-1 14 0,0-2-1 15,0 1-133-15,0 0 77 0,0-6 39 0,0-4 8 16,0 2 13-16,0-10-154 0,-7-3 60 15,4-6 41-15,-3-1-7 0,-1-2-2 0,-2-5 14 16,-1-3 15-16,-1 0 29 0,-1 0 0 0,1 0-49 16,2 0 191-16,-3-3-79 0,5-3-43 0,0 2-10 15,3 3-1-15,0-4 281 0,2 3-136 0,2 1-49 0,0 1 95 16,0-3-90-16,2 3-43 0,9-2 16 16,5 2-22-16,-2 0-8 0,7-3-24 15,-1 3-7-15,1 0 0 0,7 0-144 16,-7 0 80-16,10 0 28 0,-8 0-1 0,0 0-355 15,0 3 192-15,0-3 73 0,-1 2 21 0,-3 2-516 16,0-2 278-16,-3 0 139 0,1-2 69 0,-2 0-446 16,1 0 263-16</inkml:trace>
  <inkml:trace contextRef="#ctx0" brushRef="#br0" timeOffset="46173.95">9346 17613 1096 0,'8'0'0'0,"0"0"0"0,4 0 0 0,2 0 0 0,-2 0 0 0,1-1 367 16,1-2-166-16,4 3-77 0,-2-1 18 0,3 1-54 0,1 0-28 0,-1 0 0 15,0 0-349-15,1 0 169 0,-2 0 73 0,-2 0 39 16,-2 0-554-16,-5 0 290 0,-2 0 145 0</inkml:trace>
  <inkml:trace contextRef="#ctx0" brushRef="#br0" timeOffset="46325.54">9424 17829 1342 0,'-16'12'0'0,"5"0"0"0,6-5 0 0,1-2 0 0,3 0 0 0,1-1 0 0,0 0 449 15,6-2-208-15,12 0-105 0,2-2-43 0,4 0 101 16,3 0-81-16,-1 0-40 0,3 0 0 0,-1 0-505 16,-4-2 241-16,7 0 107 0,-2-2 59 15,-8 0-838-15</inkml:trace>
  <inkml:trace contextRef="#ctx0" brushRef="#br0" timeOffset="47049.25">10109 17694 664 0,'-13'-2'0'0,"8"2"0"0,3 0 0 0,2 0 0 0,0 0 233 0,0 0-100 16,5 5-50-16,8 0 91 0,10 1 38 0,-2-3-82 15,9-2-52-15,0-1 105 0,4 0-75 0,-1 0-38 16,-1 0 0-16,2 0-41 0,-4-1 3 0,0-5 1 0,-2 0 0 16,1 1-133-16,-1-1 66 0,-8 3 42 15,1-1-330-15,-5 0 177 0,-4 3 89 16,-3 1-481-16,-1 0 259 0,-7 0 91 0</inkml:trace>
  <inkml:trace contextRef="#ctx0" brushRef="#br0" timeOffset="47384.39">10216 17919 1061 0,'-5'0'0'0,"2"0"0"0,3 0 0 0,0 0 0 0,0 0 0 0,3 0 0 0,6 0 0 0,0 4 82 0,5 0-50 0,-1 1 190 16,1 1-95-16,2 1-48 15,-4 1-15-15,4 2 8 0,-5 0-39 0,-1 2-152 16,-3-1 77-16,-3 2 36 0,-2 2-110 15,-2 2 82-15,0 1 30 0,-9 2-1 0,-7-3-33 0,-2 0 30 16,-1-4-19-16,-10-1 61 0,5-1-59 0,-1-6 19 0,5-1-38 16,-3-3 262-16,2 1-110 0,5-2-54 15,4 0-19-15,3 0 275 0,4 0-129 16,1 0-74-16,2 0-29 0,2 0 44 0,2 0-45 0,11 0-22 16,8 0 0-16,4 0-24 0,3 0 10 15,7 0-8-15,1 0-22 0,-1 0 0 0,2-2 22 16,0 1-235-16,-1-1 126 0,-3 2 50 15,-3 0-438-15,-1 0 232 0,-8 0 89 0,0 0 64 0,-1 0-410 16,-4 0 232-16,-4 0 113 0,-3 0-586 16</inkml:trace>
  <inkml:trace contextRef="#ctx0" brushRef="#br0" timeOffset="47915.02">10077 17206 603 0,'0'0'0'0,"-2"0"0"0,2 0 0 0,0 0 0 0,2 2 33 0,8-1 46 0,3-1-16 0,6 0-7 15,5 0 211-15,4 0-117 0,2 0-59 0,4-1 119 16,-1-3-80-16,2-4-53 0,-3 0-8 15,-2 1-37-15,-3 1 1 0,-6 3 0 0,2 1-107 0,-5-1 50 16,-2 1 28-16,-4-1 0 0,-1 3 29 0,-4 0-113 16,-4 0 65-16,-1 0 20 15,-2 0-398-15,0 0 198 0,0 0 51 16,-11 6-271-16</inkml:trace>
  <inkml:trace contextRef="#ctx0" brushRef="#br0" timeOffset="48111.17">10257 17206 870 0,'-1'0'0'0,"-1"7"0"0,2 2 0 0,0 6 0 0,0-1 0 0,0 3 0 0,0 0 340 0,-2 2-146 0,2 0-84 16,0 3 51-16,0 0-65 0,0-1-31 0,0 1 0 16,0 3-43-16,0-2 11 0,0-3 0 15,0 0-1-15,0 0-254 0,0-3 136 16,0-3 55-16,0-3-374 0,0-1 215 0,2-5 49 15,0-2 72-15,-1-3-344 0</inkml:trace>
  <inkml:trace contextRef="#ctx0" brushRef="#br0" timeOffset="48259.78">10360 17236 956 0,'7'-2'0'0,"-2"2"0"0,1 0 0 0,-1 0 0 0,-1 6 0 0,-2 3 0 0,-1 6 202 0,1 2-85 0,-2 4-42 0,3 4 153 15,-3 0-98-15,0-4-40 0,0 9-33 0,2-2-152 16,0 1 64-16,3-4 32 0,-1 3 0 0,-1-3-435 16,5 4 226-16</inkml:trace>
  <inkml:trace contextRef="#ctx0" brushRef="#br0" timeOffset="50009.1">11169 17624 584 0,'-4'-12'0'0,"0"2"0"0,2 1 0 0,0-3 0 0,0-3 92 0,0-2-25 0,-3-1-7 0,1-1 4 16,1-2-31-16,-1 0 0 0,-3-1 0 0,0 1 8 0,0 2-47 15,0 3 1-15,-5 0 35 0,-1 3-27 16,2 5 32-16,-4 4-8 0,0 1 1 0,-2 3 56 16,-4 0-26-16,2 17 11 0,-3 10 8 0,-5 10-44 15,4 4 0-15,0 5 0 16,2 3-1-16,3-1 69 0,6-6-27 0,1 8 40 16,6-14-41-16,5 2 0 0,0-9-59 0,0-2 19 15,8-8 8-15,7-3-9 0,2-4 1 0,2-4 0 0,0-7-86 16,2-1 42-16,-1 0-129 0,4-15 75 0,-3-5 46 15,-4-5-182-15,0-3 104 0,-2-2 36 0,-2 0 29 16,-4-1-13-16,0 2-37 0,-2 1 15 16,-2 7 0-16,-3-1 166 0,0 8-72 15,0 3-30-15,-2 4 0 0,0 2 108 0,0 3-65 0,0 2-23 16,0 7 187-16,0 14-89 0,0 4-54 0,-2 4 116 16,2 2-74-16,0 1-27 15,0 1-14-15,4-2-63 0,5-1 0 0,4-1 34 16,0-7 0-16,3-2-263 0,0-5 140 0,3-2 58 15,-1-5 32-15,2-5-240 0,-1-3 126 0,3 0 30 16,-5-12-424-16,2-10 242 0,-6-3 117 0</inkml:trace>
  <inkml:trace contextRef="#ctx0" brushRef="#br0" timeOffset="50281.38">11279 17137 1064 0,'0'-10'0'0,"2"8"0"0,6 0 0 0,1 2 0 0,4 0 0 0,1 0 0 0,0 0 0 0,3 0 73 0,0 6 190 16,4 2-119-16,-2 1 0 0,-1 0-56 16,0 3-27-16,-2 1 8 0,-2 0-37 0,-5 2-63 15,-4 1 31-15,-3 1-98 0,-2 0 65 0,0 2 41 0,-5 0-7 16,-8-3 31-16,-3-1-52 16,0-1 27-16,-3-1-1 0,1-4 55 0,4 1-32 15,1-4-15-15,3-3-35 0,3 2 168 0,1-2-67 16,3-3-27-16,1 2-10 0,2-1 45 15,0 1-12-15,2 1-45 0,9-2 2 0,1-1 8 16,6 0-9-16,3 0-127 0,-1 0 63 0,2 0 33 0,-1 0-427 16,1 0 220-16,-1-1 94 0,-2-2 57 15,0 3-542-15,-2 0 282 0</inkml:trace>
  <inkml:trace contextRef="#ctx0" brushRef="#br0" timeOffset="50477.87">11612 17606 1646 0,'-15'2'0'0,"7"3"0"0,4-2 0 0,1 1 0 0,3-2 0 0,0 2 0 16,0 2 0-16,3-2 80 0,13-3 319 0,0 2-184 16,9-3-51-16,1 0-65 0,4 0-33 0,0 0 7 15,0 0-416-15,0 0 187 0,-3 0 95 0,-5 0 46 16,2 0-254-16,-3 0 159 0,-1 0 67 0,-1 0 38 0</inkml:trace>
  <inkml:trace contextRef="#ctx0" brushRef="#br0" timeOffset="50697.28">12171 17500 1793 0,'0'0'0'0,"0"0"0"0,2 0 0 0,8 0 0 0,-1 0 0 0,0 0 0 0,5 0 0 0,1 0 237 16,6 0-102-16,3 0-51 0,3 0 52 0,2 0-51 0,1 8-19 16,2 0 4-16,0 3-1 0,-1-1-36 0,-1 0-1 15,-1 1-241-15,-5-4 129 16,6 1 52-16,-3 0-386 0,-1-2 221 0,-5-5 111 16,-1 4-499-16,-1-4 266 0,-6 1 146 0,-3 0 68 15</inkml:trace>
  <inkml:trace contextRef="#ctx0" brushRef="#br0" timeOffset="51023.86">12311 17766 1185 0,'-36'13'0'16,"15"-2"0"-16,7-2 0 0,4-3 0 0,2-3 0 0,6-1 0 0,2 0 57 0,2-2 89 0,11 0-56 0,12 0-29 0,1 0 206 0,2 0-109 16,4 0-45-1,0 0-41-15,2 0 1 0,-4 0-40 0,-4 4 0 0,-5 3-149 16,-1 3 71-16,-2 4 39 0,-7 0 0 0,-4 5-148 15,-4 2 94-15,-3 1 55 0,0 4-99 16,-10-2 62-16,-10 1-15 0,0-3 31 0,-4-1-38 16,-3-2 18-16,1-2-20 0,-1-2-1 0,4 1 332 15,2-7-142-15,2 0-64 0,2-4-42 0,8 1 367 16,1-5-182-16,4 2-57 0,1-1 118 16,3-2-115-16,0 0-50 0,9 0-37 0,12 0-62 15,0-2 33-15,5-6 1 0,1 3-35 0,-2 1 7 16,7 0 28-16,-2 2 0 0,-4 1-254 0,1 1 128 15,-6 0 70-15,3 0 25 0,-3 0-499 0,-2 0 244 16,-3 3 66-16,-2 5-296 0,-5-5 217 16,-2 1 121-16,-1-2-270 0,-2-2 190 0</inkml:trace>
  <inkml:trace contextRef="#ctx0" brushRef="#br0" timeOffset="51207.59">12506 17030 1429 0,'-9'-31'0'0,"5"18"0"0,4 11 0 0,0 0 0 0,0 1 0 0,0 1 0 0,2 0 65 0,0 5 195 0,-2 8-104 16,0 8-9-16,0 6-57 0,0 4-29 0,0 10 0 16,-6 1-28-16,0-2-82 0,-2 10 37 0,5-3 22 15,1-2 0-15,0 2-487 0,2-4 247 0,0-6 130 0</inkml:trace>
  <inkml:trace contextRef="#ctx0" brushRef="#br0" timeOffset="51673.25">13152 17594 1141 0,'-6'-21'0'16,"5"8"0"-16,1 0 0 0,0-2 0 0,0-4 0 0,0 1 0 0,-4-3 0 0,0 3 161 0,0-3-55 0,-2-2-41 0,1 1 39 0,-3 1-35 0,3 4 0 15,-3 5-28-15,-3-3-38 0,2 10 30 0,-5 4-1 16,-1 1 1-16,-4 4 21 16,1 18-14-16,-5 9-7 0,2 8 34 0,3 2-34 15,-1 6 0-15,6-1 54 0,1-2-19 0,5 10-8 16,5-7-27-16,2-4 71 0,0-7-36 0,8-1 0 15,7-5-80-15,1-1 18 0,4-6 0 0,-4-9 27 16,3-1-160-16,0-4 80 0,-1-8 48 16,0-1 9-16,-2 0 0 0,3-11-91 0,-4-8 34 15,-1-8-114-15,-2-1 64 0,2-6 21 0,-5 0 31 16,2-2-66-16,-1 3 40 0,-4 4 0 0,-1 4 98 16,-1 3-26-16,-2 2 1 0,-1 9 71 15,-1 1 69-15,2 6-83 0,-2 1-37 0,0 2-5 0,0 1 124 16,0 1-58-16,0 14-38 0,0 8 1 0,0-2 31 15,0 9-9-15,0-3 1 0,2 6-16 16,3-4-59-16,7 0 38 0,1-9 9 0,4 7-207 0,0-8 98 16,4-4 40-16,-4-8 28 15,1 0-470-15,1-2 226 0,-2-5 85 0,0 0 68 16,-2 0-375-16,-2-3 217 0,-5-10-47 0</inkml:trace>
  <inkml:trace contextRef="#ctx0" brushRef="#br0" timeOffset="51970.5">13411 17022 1183 0,'4'-17'0'0,"3"7"0"0,6 7 0 0,3-1 0 0,-2 2 0 0,2 2 0 0,0 0 262 0,0 0-106 16,0 4-66-16,0 7 26 0,0 0-41 0,0 4-21 15,-6 1-1-15,2 4-160 0,-6 1 66 0,-3 0 37 16,-3 5 0-16,0-2-71 0,-5 1 55 0,-11 1 34 15,-2-2-120-15,-5 1 66 0,1-5 32 0,-1-3-22 16,3-4-4-16,-1 1 48 0,2-8-21 16,4 2-31-16,4-4 291 0,1-1-130 0,5-3-63 15,3 0-26-15,0 0 267 0,2 0-120 0,0 0-75 16,6 0-33-16,9 0-40 0,0 0 8 16,6 0-9-16,-1 0 15 0,6 0-14 0,-1 1 0 0,-1 1-291 15,-1 2 154-15,5 1 64 0,-4 3 36 0,2 1-587 16,-3 4 265-16,2 3 156 0</inkml:trace>
  <inkml:trace contextRef="#ctx0" brushRef="#br0" timeOffset="52127.08">14085 17883 1839 0,'0'0'0'0,"0"0"0"0,8 0 0 0,0 5 0 0,-5-3 0 0,-1 0 0 0,0 1 0 0,-2-1 34 0,0-2-2 16,0 0 1-16,-9 0-717 0</inkml:trace>
  <inkml:trace contextRef="#ctx0" brushRef="#br1" timeOffset="125267.76">3248 9600 84 0,'0'0'0'0,"0"-2"0"0,0 0 0 0,0 0 0 0,0 1 0 0,0 1 0 0,-2-3 0 0,1 2 0 16,-1-1 0-16,-1 0 31 0,1 0-22 0,1 2 20 0,-3-2-18 0,3 0 0 15,-2 2 0-15,1-1 38 0,2 1-37 0,-3-2 1 16,1 2 0-16,0 0 28 0,1 0 1 0,1 0-24 16,-4 0 2-16,4 0 20 0,0 0-18 0,0 0-4 15,0 0 7-15,0 0 3 0,0 0-4 0,0 0 7 16,0 0-8-16,0 0-1 15,0 0 2-15,0 0 42 0,0 0-6 0,0 0-29 16,0-4-5-16,4 2 23 0,-4-2-21 0,1 1 6 16,1-2-4-16,0 4 9 0,-2-3-6 0,0 2-4 15,0 0 10-15,3 0-22 0,-3 0 18 0,0 0-26 16,0-1-1-16,2 0 22 0,1-3-3 0,-2 0-4 16,1 0 3-16,0 0 1 0,-1-1-6 15,1 1-17-15,1-1 5 0,0 1 15 16,-1 1-2-16,1-3-8 0,0 2 8 0,0-1 1 15,-1 2 5-15,2-3-2 0,0 0-4 0,1 1-22 16,0-5-1-16,0 4 22 0,2-1 0 0,-1 0-26 16,-1-2 22-16,0 5 1 0,0-5-3 0,-1 4-27 15,1-1 32-15,0 0-7 0,-2 1 3 0,0 2-25 16,1-1-4-16,0 0 25 0,1 0 17 16,-2 2-20-16,2 0 2 0,0-2 1 0,-2 1-26 15,2 0 0-15,0 2 22 0,2-2-39 16,-2 1 37-16,3-2 1 0,-1 3-4 0,-1-2 9 15,3-1-7-15,-3 1-1 0,1-1 1 0,0 1 28 16,5-1-28-16,-4 0 0 0,0 0 2 0,1 1-14 16,1-1 12-16,-4 0 5 0,4 1-4 0,-2-1 1 15,1 0 1-15,1 1 13 0,-1-1-14 0,1 1 1 16,-2-1-1-16,4 1-16 0,-2 0 17 0,3 0-1 16,-6 1 0-16,3 0-25 0,-2 1 24 0,4-1-2 15,-3 3 3-15,4-2-10 16,-3 1 8-16,2 1-10 0,-1-1 9 0,-2 0-2 15,4 0 2-15,-2-1 38 0,2 2-38 0,-2-1 0 16,3 1 0-16,-1-3 7 0,-2 2-5 0,5-2 0 16,-3 1-1-16,1 1 21 0,-3-1-20 0,3 2 3 15,-4-1 0-15,3 0 17 0,-1 0-18 0,-2 2 3 16,-1 0 7-16,4 0-7 0,-4 0 1 0,1 0 18 16,1 0-20-16,-3 0 0 0,2 0 1 0,-3 0 24 15,3 0-20-15,-2 0-1 16,3 0-1-16,-1 0 10 0,-1 0-9 0,3 0 6 15,0 0-6-15,-4 0 0 0,4 2 0 0,0-2 0 16,-1 0-11-16,-2 0 14 0,1 0-3 0,0 0 3 16,0 2-4-16,2-2 1 0,-4 2 0 0,2-1-24 15,2 2 22-15,-2 0 0 0,0 1 1 0,1-2-23 16,-2 1 0-16,3 0 21 0,1 0-1 16,-2 1-13-16,2-2 12 0,-2 2-3 0,1-3 6 15,0 1-3-15,0 1-2 0,1-2 6 16,-2 1-5-16,1 0-3 0,0-1 2 0,-4-1 24 15,3 2-23-15,2 0 2 0,-5 2-2 0,4-2 15 16,-2 2-13-16,0-1 4 0,2 1-4 0,-1 0-1 16,0 0 2-16,2 1-16 0,-2-1 15 0,1 0 3 15,1 0-2-15,-1 0-22 0,2-1 21 0,-4-2-2 16,3 4 2-16,-1-3-22 0,1 1-5 0,1 2 23 16,-3-4 1-16,1 5-23 0,0-3 21 15,-2 3-4-15,2 0-2 0,-1 2 37 16,0-1-32-16,2 1-2 0,-3-1 38 0,3 0-33 15,0 1 0-15,-1 0-10 0,2-1 10 0,-1 0 0 16,1 2 0-16,0-2-2 0,2 0 5 0,-3 1-2 16,1-1 2-16,-4 0-29 0,4 1 25 0,0 1 2 15,-4-1-6-15,1 0-13 0,0-1 13 0,0 0 2 16,1 1 22-16,0-2-21 16,-2 0-2-16,2 0 29 0,-1 0-26 0,0-2-1 15,2 2 2-15,-3-1-3 0,1-1 4 0,0 2-2 16,0 1 5-16,1-1-23 0,-2 3 20 0,-3 0 0 15,5-1 2-15,-4 2-17 0,0 1 13 0,-1-2 0 16,1 3 5-16,1-1-3 0,-3 0-5 0,4-1-17 16,-3 1 18-16,2-2 1 0,-1-2 0 0,1 1-11 15,-1 0 11-15,1-3-1 0,-2 1 1 0,1-1-23 16,0-1 22-16,-1 1-1 0,-1 0-3 16,0-4-16-16,-3 4 15 0,1-4-21 15,0 1 21-15,-1 0 0 0,-2-2-1 0,0 2-21 16,-1-2 21-16,0 0 0 0,0 0-2 0,0 0-9 15,0 0 10-15,0 0 0 0,0 0-2 0,0 0-18 16,0 0 16-16,0 4 2 0,0 0-2 0,-5-1-238 16,0 5 107-16,-1 2 60 0,1-3-630 0</inkml:trace>
  <inkml:trace contextRef="#ctx0" brushRef="#br1" timeOffset="125986.9">4064 9245 70 0,'-5'0'0'0,"2"0"0"0,-1 0 0 0,0 0 0 0,1-2 0 0,-2 1 94 0,3-2-38 15,-1 3 0-15,0-1-33 0,0 1 64 16,1-2-27-16,-1 2 22 0,1-2-9 0,2 2-40 15,-2 0 0-15,2 0 77 0,0-2-39 0,0 2 9 16,0 0-47-16,0 0 76 0,0 0-38 0,0 0 0 16,0 0-38-16,0 0 46 0,0 0-46 0,0 4-1 15,2-1 25-15,5 3-2 0,1 0 0 0,3-2 17 16,3-1-39-16,-1 1-1 0,3-4 1 16,3 2 23-16,0-2 0 0,3 0-15 15,-3 0-8-15,0 0-9 0,2 0 8 0,-2 2 1 16,0 0 0-16,0-1-33 0,-3 1-8 0,3 2 41 15,-3-1-56-15,1-2 23 0,-2 0-1 0,2 1-31 16,-1-2 23-16,0 3-9 0,-5-3 36 0,5 2-38 16,-7-2 0-16,1 0 22 0,-4 0 7 0,2 0-31 15,-6 0 1-15,2 0 16 0,-2 0 8 0,0 0-18 16,-2 0 16-16,0 0-5 0,0 0 0 16,0 0 1-16,0 0 2 0,0 0-145 0,0 0 70 15,-2 0 33-15,0 0-1 0,-2 0-103 16,2 0 65-16,-1 0 17 0,1 0 6 0,2 0-263 15,-2-2 145-15,2-3 72 0,-1 0 27 0,1-2-176 0</inkml:trace>
  <inkml:trace contextRef="#ctx0" brushRef="#br1" timeOffset="126337.96">4410 8956 788 0,'2'-2'0'0,"1"-2"0"0,-3 2 0 0,0-2 0 0,0 3 0 0,0 0 0 0,0-2 0 0,0 1 0 0,0 2 116 0,0 0-34 16,0 0 40-16,0 0-44 0,0 0-23 0,1 0 0 16,1 0 18-16,1 5 8 0,0 5-48 0,2 1 0 15,0 7 29-15,-2-2 0 0,0 5-29 0,2 0 8 0,-2 3 45 16,0 0-27-16,-2-3 0 0,1 5-26 15,0-5 25-15,1 0 8 0,-2-1-62 0,3-3 8 0,-3 0 21 16,3-2 0-16,-1-5-62 0,2 1 39 16,-2 1-8-16,1-5 30 0,-2-2-38 0,1 0 9 15,-1 0-1-15,-2-4 2 16,3 1-91-16,-3 1 38 0,0-3 30 0,0 0-53 0,0 0-26 16,0 0 33-16,0 0-200 0,0 0 112 15,0 0 64-15,0 0 16 0,0 0-284 0,0 0 153 16,0 0 91-16</inkml:trace>
  <inkml:trace contextRef="#ctx0" brushRef="#br1" timeOffset="129277.12">3190 9687 276 0,'0'0'0'0,"0"0"0"0,0 0 0 0,0 0 0 0,0 0 0 16,0 0 41-16,-1 0 0 0,1 0-8 0,0 0 0 0,0 0-25 15,0 0 24-15,0 0 1 16,0 0 8-16,0 0-29 0,0 0 20 0,0 0 1 16,0 0 12-16,0 0-13 0,0 0 7 0,1 1 21 15,-1 1-1-15,2 2-27 0,0 0-1 0,-1 1 25 16,-1 2 9-16,2 0-32 0,1 0 0 0,-1 2 15 15,-1 2-15-15,2 0 0 0,1 1 8 0,1 2-10 16,-1 0 1-16,-1 2-16 0,2 1-7 0,1-1 23 16,-1 1 9-16,3 2-41 0,-2-2 33 0,-1 1 0 15,3-1-8-15,-1 2-16 0,-2-2 23 16,4 2-9-16,-1-2 4 0,-2 0-18 16,2 2 17-16,0-2-1 0,1 1 4 0,0 1-24 15,0 0 19-15,2 3 1 0,-3 3-25 0,4-4 0 16,0 3 27-16,-2 0-33 0,2-1 0 0,-3-4 20 15,4 0 5-15,0 3-35 0,-4-4 33 0,5 1-7 16,-1 0 5-16,0-2-22 0,0 0 20 0,0-2-3 16,4 0 5-16,-4 0-22 0,4 0 18 0,-4 1-1 15,1-4 1-15,0 2-2 0,0-1 4 0,-1-1-9 16,0 0 6-16,0-3 0 16,0 3-1-16,-1-5 41 0,1 3-37 0,0-3-3 15,1 0 1-15,-1-1 37 0,1 2 0 0,2-1-30 16,-2-2 0-16,4 4 22 0,1-4 1 0,1 1-5 15,-2-1-16-15,4-1 6 0,-2 0 1 0,0-2 3 16,2-1-7-16,-2 1 5 0,3-1-4 16,-3-1-17-16,1 0-6 0,0 0 20 0,-1 0 2 0,1 0-38 15,1 0 0-15,-1 0 33 16,1 0 1-16,5 0-43 0,-9 0 0 0,5 0 32 16,-2-1-7-16,1-4 6 0,0-3 3 0,-1 3-27 15,-2-3 25-15,0-1-6 0,2 1 5 0,-2-1-9 16,0-2 8-16,0 1-2 0,0 0 1 0,1-1 2 15,-2 0-2-15,1 0 2 0,0-1-2 0,-1 1 23 16,1 0-22-16,0-2 16 0,0-2-15 0,-2 2 2 16,3-4-2-16,-3 0 6 0,2 0-6 0,0-2 3 15,-2 1-2-15,-1 1-14 16,5-6 14-16,-2 3 2 0,0 1-2 0,0-2-30 16,-3 1 29-16,0 2 1 0,3-3-1 0,-4 1-17 15,2 0 16-15,0-1-4 0,-1 0 8 0,0 1-5 16,0-3-1-16,1 2-5 0,-1-1 5 0,0 1-1 15,-1-1 0-15,-2 4-14 0,5-4 14 0,-4 1 1 16,-1 3-1-16,0-5-29 0,0 2 28 0,-1 3 0 16,-1-6 1-16,0 3-27 0,-1-2 0 15,-1 0-6-15,3-1 1 0,-5 4 22 16,3-6 4-16,-2 7-25 0,-2-5 0 0,0 6 17 0,1-1 3 16,-4 3-31-16,0 2 2 0,-1 5 19 15,0 1 6-15,-1 3 37 0,-1 1-38 0,0 2-6 16,0 0 46-16,0 2 1 0,0 0-39 0,0 0 1 15,0 0-42-15,0 0-1 0,0 0 48 0,0 0-222 16,0 2 101-16,0 0 52 0,0 4 26 0,0-1-183 16,0 4 104-16,0 3 46 0,0 1 25 0,0 0-373 15,-1 2 198-15</inkml:trace>
  <inkml:trace contextRef="#ctx0" brushRef="#br1" timeOffset="129936.96">4508 10258 457 0,'-6'-1'0'0,"1"0"0"0,-1-1 0 0,1 0 0 0,-1 0 0 0,3 0 0 0,-4 2 0 0,4-2 0 0,0 2 69 0,-1-2-9 0,0 2-27 0,0-1 94 16,3 1-47-16,-4-3-24 0,4 3 9 0,-4 0 73 16,5 0-53-16,-1 0-26 0,1 0 1 0,0 0 83 15,0 0-47-15,-2 0-35 16,2 0-1-16,0 0 12 0,0 0-1 0,0 0 40 16,3 0-31-16,5 0-8 0,3 6-39 0,-1-2 89 15,1 2-45-15,3-4-14 0,-1 4-7 0,1-2 41 16,2 1-31-16,0-2-1 0,3-1-32 0,0-2 49 15,3 0-50-15,-3 0 1 0,0 0-27 0,2 0 26 16,0 0 1-16,-3 0-34 0,0 0 13 0,-2-2 0 16,-1 0 20-16,-2 1-50 15,0 1 25-15,-2 0-11 0,-5 0 33 0,1 0-51 16,-2 0 21-16,-4 0-16 0,4 0 33 0,-4 0 23 16,-1 0-3-16,0 0-27 0,0 0 4 0,0 0 24 15,0 0-1-15,0 0-12 0,0 0 27 0,0 0 7 16,0 0-37-16,0 0 32 0,0 0-28 0,0 1 13 15,0 5-12-15,0-1 15 0,0 6-13 0,0-1 2 16,0 3-2-16,-4 2 25 0,-2 0-24 0,1 4 0 16,0 1-1-16,-5 3-52 0,3 2 25 15,-1-4 4-15,-2 7-75 0,-1-2 42 0,0 2 24 16,0 2-424-16,1-2 209 0,2-3 82 16,2 5 63-16,3-9-573 0,3-1 308 0,0-1 153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0-03-13T01:10:56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1887 16051 0</inkml:trace>
  <inkml:trace contextRef="#ctx0" brushRef="#br0" timeOffset="1270.17">1887 16051 0</inkml:trace>
  <inkml:trace contextRef="#ctx0" brushRef="#br0" timeOffset="51998.43">1887 16051 0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0-03-13T07:23:00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2963 16369 0</inkml:trace>
  <inkml:trace contextRef="#ctx0" brushRef="#br0" timeOffset="2094.94">5062 14693 0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0" timeString="2020-03-13T07:23:06.3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0-03-13T07:23:33.814"/>
    </inkml:context>
  </inkml:definitions>
  <inkml:trace contextRef="#ctx0" brushRef="#br0">4325 16534 0,'0'0'0,"0"0"16,0 0 0,0 0-16,0 0 15,0 0-15,0 0 16,0 0-1</inkml:trace>
  <inkml:trace contextRef="#ctx1" brushRef="#br0">13039 6748 530 0,'-13'-5'0'0,"0"2"0"0,1 1 0 0,5 2 0 0,4 0 0 0,-1 0 0 0,2 0 86 15,-3 0-27-15,4 0 16 0,1 0-13 0,0 0-8 16,0 0-22-16,0 2 78 0,0-1-38 0,0 1-1 16,0 1-30-16,0 2 9 0,0 0-17 0,0 0 0 15,0 0 0-15,0-1 54 16,1-1-19-16,2 1-8 0,-1 1 17 0,0-2-22 16,0 1 0-16,0-1 0 0,1 1-23 0,-1-2 1 15,0 0 0-15,0 1 57 0,-2-2-28 0,0-1 8 16,0 0-38-16,1 0 25 0,-1 0-24 0,0 0 0 15,0 0-1-15,0 0 74 0,0 0-41 0,0 0 0 16,0 0 8-16,0 0 0 0,0 0-40 0,0 0 31 16,0 0-7-16,4 0-25 0,2 0 1 0,0 0-35 15,1 0-1-15,0 0 44 0,4 0-8 16,3-1 44-16,-1 1-22 0,1-3 0 16,-4 1-22-16,2 2-30 0,1 0-8 0,2 0 38 15,-2 0 24-15,4 0 1 0,-2 0-25 0,2 0-26 16,2 0 26-16,-2-2-1 0,1 1-3 0,0 1-56 15,-2-3 26-15,1 3 7 0,-2-2 15 0,0 1-21 16,0 1-11-16,1 0 31 0,-4 0 0 0,4 0-2 16,-3 0 0-16,2 0 0 15,0 0-29-15,0 0 25 0,1 0 2 0,4 0 0 0,-4 0-2 16,3-1 1-16,0 1 0 0,-2-3-6 16,2 1 6-16,-3 1 4 0,2-2-4 0,-2 1-22 15,1 2 21-15,-2-2-2 0,-1 2-19 0,0 0 21 16,2 0-2-16,-2 0-1 0,2 0-5 0,-2 0 4 15,2 0 1-15,0 0-16 0,1 0 16 0,2 0-3 16,0 0 1-16,0 0 6 0,-1 0-6 0,1 0 1 16,1 0-1-16,-4 0 21 0,3 0-21 0,-3 0 2 15,4 0-1-15,-4 0 189 0,3 0-199 16,0 0 0-16,1 0 0 0,5 0 0 16,-4 0 0-16,1 0 0 0,4 0 0 0,-3 0 0 15,0 0 0-15,3 0 0 0,-6 0 0 0,5 0 0 16,-2 0 0-16,-2 0 0 0,0 0 0 0,-1 0 0 15,1-2 0-15,-1 2 0 0,-1 0 0 0,-1 0 0 16,3 0 0-16,0 0 0 0,-1 0 0 0,-1 0 0 16,2 0 0-16,-1 0 0 0,3 0 0 0,-2 0 0 15,-1 0 0-15,3 0 0 0,-2 0 0 16,1 0 0-16,0 0 0 0,-1 0 0 16,2 0 0-16,-3 0 0 0,3 0 0 0,-2 0 0 15,-1 0 0-15,1 0 0 0,0 0 0 0,-3-2 0 16,1 1 0-16,0 1 0 0,-1-2 0 0,2 2 0 15,-4 0 0-15,3 0 0 0,-1 0 0 0,0 0 0 16,-1 0 0-16,-1 0 0 0,2 0 0 0,-4 0 0 16,2 0 0-16,-2 0 0 0,2 0 0 0,-3 0 0 15,-1 0 0-15,0 0 0 0,-1 0 0 16,1 2 0-16,-1-1 0 0,-2 1 0 16,1 0 0-16,-1 0 0 0,-1 0 0 0,-3 1 0 15,1-3 0-15,0 1 0 0,-3-1 0 0,3 2 0 16,-2-2 0-16,-3 0 0 0,1 0 0 0,0 0 0 15,-2 0 0-15,0 0 0 0,0 0 0 0,0 0 0 16,0 0 0-16,0 0 0 0,0 0 0 0,0 0 0 16,0 0 0-16,0 0 0 0,-9 0 0 0,-4 4 0 15,-8-1 0-15,-7 3-580 0,-2 2 262 16,-2 1 143-16</inkml:trace>
  <inkml:trace contextRef="#ctx1" brushRef="#br0" timeOffset="57663.93">2035 9200 445 0,'0'0'0'0,"-2"0"0"0,-1 0 0 0,0 0 0 0,1 0 0 0,2 0 0 0,-3 0 61 15,1 0-34-15,1-3 60 0,1 2-32 0,0-1 1 16,0 1-24-16,0-2 13 0,0 0-12 0,0-1 7 16,0 0-7-16,0 2-15 0,1-1 14 0,1 1 1 15,1 1 0-15,-1-2-30 0,1 3 29 16,0 0 1-16,0-2 0 0,1 2 8 16,1 0-10-16,-1-2 21 0,-1 1-24 0,0 1 2 15,4-3-3-15,-2 1-10 0,1 1 13 0,2-1 8 16,-4-2-5-16,4 2-5 0,-1 0 6 0,1 0-3 15,-2 0 4-15,2 1-32 0,-2-1-2 0,3 2 29 16,-2 0-11-16,0-2 9 0,-1 2-4 0,2 0 0 16,0 0 1-16,-2 0 1 0,1 0-4 0,-1 0-33 15,1 0 34-15,0 0 8 0,1 0-8 16,0 0 7-16,-1 0-7 0,3 0 0 16,0 0 1-16,0 0 14 0,2 0-15 0,-1 0 0 15,2 0 0-15,0 0 0 0,0 0 0 0,-1 0-17 16,3-1 17-16,0-2-1 0,-2 1 1 0,3 1 5 15,-2-3-5-15,2 2 5 0,-2-1-5 0,2 2 10 16,-1-1-11-16,0 2 1 0,-2 0-2 0,3 0 26 16,-3 0-26-16,0 0 2 0,-1 0 14 0,1 0-13 15,1 0 9-15,-1 0-29 16,1 0 21-16,0 3 0 0,-2 0 2 0,2-1-26 16,2 0 29-16,1-2-6 0,-2 0-3 0,5 0-35 15,-1 0 34-15,-1 0 2 0,4 0 1 0,-3 0-16 16,0 0 8-16,0-2 5 0,-1 0-34 0,2-1 0 15,-1 2 30-15,-1-1-24 0,-1 1 22 0,2-2-1 16,2 2-4-16,-2-1 12 0,0 0-8 0,0 0-3 16,0-1 1-16,-2-2 17 0,4 2-16 15,-3 1 0-15,0-1 3 0,0-2-9 0,0 1 7 16,2 1 2-16,-1-1 5 0,2 0-5 16,1 3 2-16,-3-3 4 0,3 0-8 0,-1 1 1 15,2-1-1-15,-1 0-18 0,3-1 21 0,-1 0-4 16,-2 2 2-16,2-1-17 0,-2 0 15 0,0 0 0 15,3 1 3-15,1 0-26 0,-2 1 0 0,1 1 20 16,-4-1-18-16,1 2 15 0,2-2 4 0,1 2-28 16,-1-1 24-16,1-2-3 0,-2 1 2 15,0-1 17-15,3 1-16 0,1-4-2 16,0 2 1-16,0-1 22 0,-3-1-22 0,3 0 1 16,-4 1 1-16,8-1 7 0,-6-1-7 0,0 1 3 15,1 0-18-15,-2 2 16 0,1-3 2 0,5 2-10 16,-4 1 7-16,4 0 0 0,-5 2 1 0,3-1-36 15,-3 1 35-15,5-2-4 0,-3 3 2 0,1-2-21 16,1-1 20-16,1 1-5 0,0-2 5 0,2 0 31 16,-2 0-32-16,2-1-1 0,0-1 27 0,0 3-24 15,-2-2 0-15,0 1 2 16,0 1-2-16,0-3 3 0,0 4-3 0,0-1-20 16,-1 1 22-16,3-1 1 0,-2 0-2 0,-3 0-9 15,4 1 9-15,-5 1 0 0,4 0-1 0,0-2-16 16,-1 2 15-16,-2 1-3 0,2-5-13 0,-4 6 14 15,5-2 0-15,-3 0-13 0,1 0 12 0,-2 2 1 16,-3 0-1-16,-1-2-12 0,3 2 12 0,2 0-1 16,-3 0 1-16,-4 0-28 0,6 0 0 0,-4 0 21 15,0 0 4-15,5 0-35 0,-6 0 32 0,1 0-2 16,2 0-18-16,-3-2 15 16,1 2 1-16,1-1 6 0,-1 1-5 0,0 0-1 15,-1 0 1-15,0 0-11 0,-1 0 10 0,3 0 0 16,-2 0 0-16,-1 0 11 0,3 0-11 0,0 0-1 15,-1 0 2-15,3 0 31 0,0 0-30 16,-1 0 0-16,2-3 6 0,-4 0-6 0,6-3 4 0,-4 3-11 16,-1-3 9-16,0 2-1 0,-1 2 2 15,2 0 3-15,-4 1-3 0,1 1-1 16,0 0 1-16,-1 0 1 0,-2 0-4 0,3 0 0 16,0 0-1-16,-1 0 30 0,1 1-27 0,-1 1 0 15,-2 0 2-15,-1 0-2 0,-1-2 4 0,-1 0 1 16,-4 0-2-16,4 0-1 0,-9 0 1 0,3 0 10 15,0 0-10-15,-1 0 0 0,-5 0 0 0,0 0 5 16,1 0-5-16,-1 0-1 0,-3 0 0 0,3 0 20 16,-2 0-18-16,1 0 0 0,-2 0 35 15,0 0-34-15,0 0 4 0,0 0-38 16,0 0 36-16,0 0-1 0,0 0 1 0,0 0-256 16,0 0 120-16,-6-2 61 0,1-3 22 0,-2-5-244 15,-1-3 126-15,2-6 60 0,2-5 43 0,2-4-500 16</inkml:trace>
  <inkml:trace contextRef="#ctx1" brushRef="#br0" timeOffset="57904.41">6423 8366 998 0,'1'8'0'0,"9"4"0"0,3-2 0 0,4 1 0 0,1-1 0 0,5-1 323 0,3 3-145 0,1 1-72 16,1 0-37-16,1 0 188 0,-8-2-104 0,9 2-64 15,-4-1-28-15,-1 1 66 0,-6-1-47 16,0 1-23-16,-5-1 26 0,-4 4-29 0,-2 0 1 0,-7 3 69 16,-1 4-45-16,0 1-24 0,-9 4 9 15,-12 5 114-15,-3 5-73 0,-8 4-37 0,-7 7 1 16,-4-3 5-16,1 0-34 0,-9 10-7 16,3-5 0-16,-3-4-105 0,0-1 52 0,-4 0 26 15,7-9-820-15</inkml:trace>
  <inkml:trace contextRef="#ctx1" brushRef="#br0" timeOffset="59817.4">3697 6506 566 0,'0'-12'0'0,"0"2"0"0,0 3 0 0,0 0 0 0,0-1 0 0,0-1 0 0,-2-1 0 0,-2 2 0 0,2 1 0 0,2 1 70 0,0 1-9 16,-3-1 32-16,3 2-30 0,-2 3 0 0,2-1-31 0,0 0 31 16,0 2-9-16,0 0-21 15,0 0-1-15,0 0 21 0,0 0-12 0,0 9-8 16,0 6 0-16,0 0 13 0,0 4-13 0,0 2 0 16,0 1 8-16,0 7 13 0,0-5 1 0,2 3 6 15,1 0 0-15,-3 3-29 0,2 2 9 0,1 2 13 16,-2 1 0-16,1 3-21 0,-2 0-1 0,2 5 35 15,-1-7 8-15,1 9-42 0,0 0-1 0,1 0 36 16,-2 4-1-16,1 2-34 0,1 1 34 16,-3 0-34-16,1 3-1 0,1-2 39 15,-2 3 0-15,3-1-39 0,-1-1 9 0,-2 2 29 16,3 2-38-16,-2 6 1 0,1-4 0 0,1 1-8 16,-1-9 16-16,3 7-8 0,-3-3 0 0,2 0 31 15,-1-1-31-15,2-1-1 0,-2 0-30 0,-1 3 31 16,1 7-1-16,-2-4 35 0,1 0-35 0,3 3 1 15,-3-4 8-15,-1 10 1 0,3-2-9 0,0-5-1 16,-1 5 1-16,5-6 26 0,-3-6-18 0,6 1-8 16,-3-2 0-16,0-2-26 0,0-2 26 15,-1 1 0-15,0 2-15 0,-5 0-8 16,2 1 22-16,0 2-22 0,-1 0-4 0,-1 3 24 16,2-1 2-16,-2 0-38 0,2-2 29 0,-2-1 3 15,1-1-8-15,-1 1-28 0,-2-3 2 0,3 3 29 16,0-1-4-16,-1 0-44 0,1 3 20 0,-1 0 1 15,2-3 5-15,-2-1 9 0,1-3 4 0,-2-3-26 16,1-1-6-16,0-2 29 0,1-5-7 0,0 6-29 16,-1-7 31-16,-1 0 0 0,1-2-5 15,1-3-43-15,-1-1 20 0,3-3-2 16,-4-2 25-16,1-4-95 0,0-2 43 0,0-1 15 16,0 0-54-16,-2-4 30 0,0 0 23 0,0-4-223 15,0-3 115-15,-2 1 49 0,-2-4 37 0,-4-4-341 16,3-2 185-16,-6 0 92 0,1-6 46 0,1-19-451 15,-1-10 252-15,1-10 123 0</inkml:trace>
  <inkml:trace contextRef="#ctx1" brushRef="#br0" timeOffset="60178.56">3664 6331 498 0,'0'-14'0'0,"0"5"0"0,0 3 0 0,0 0 0 0,0 5 118 16,0-3-43-16,0 2-13 16,-5 2-8-16,2 0 60 0,-5 0-40 0,0 6 62 15,-3 10-52-15,-2 8-17 16,0 1-8-16,-6 12-27 0,2-2 22 0,-2 5-22 0,3-1 1 0,0-1-90 16,0-1 40-16,2 0 25 15,3-4-222-15,2-5 123 0,4-8 62 0,3-3-152 0,-1-5 95 16,3-5 29-16,0-7 30 0,3 0-23 0</inkml:trace>
  <inkml:trace contextRef="#ctx1" brushRef="#br0" timeOffset="60333.14">3651 6231 1326 0,'5'0'0'0,"4"8"0"0,3 5 0 0,0 1 0 0,3-2 0 0,5 5 0 0,0 2 0 0,5 0 0 0,0 1 446 16,3 3-206-16,1-2-104 15,-1-1-41-15,3-2-23 0,0 1-939 0,0-1 825 0,-4-4 37 16,3 0 1-16,0 4 36 0,-3-1-327 0</inkml:trace>
  <inkml:trace contextRef="#ctx1" brushRef="#br0" timeOffset="64075.77">3697 7106 520 0,'0'0'0'0,"0"0"0"0,2 0 0 0,-1-2 0 0,-1 0 0 0,2 1 0 0,-2-1 0 0,0-1 0 0,0 2 0 0,0-1 112 0,0 0-32 0,0 0-8 16,0 2 44-16,0-3-42 0,0 3-20 0,0-1 49 15,0 0-27-15,0-3-8 0,0 0-35 0,-2-1 33 16,-1-2 0-16,-3-4-34 16,1 2 9-16,-3-2 34 0,2 2-21 0,-2-5 0 15,-2 3-21-15,-2 2-27 0,2-3 35 0,-4 2-8 16,-1 2-25-16,-3-1 0 0,0 1 25 0,-1 0 0 16,-1 1-33-16,0 1-8 0,-4 2 33 0,2 0-34 15,-2 3-7-15,-3-1 39 0,3 2-7 0,-6 0-16 16,2 0 10-16,-2 0 7 0,-2 2-8 0,0 3-8 15,2 1 14-15,0 2-1 0,1-1-5 0,-1 1-4 16,3 1 8-16,-1 0-1 16,-1 3 4-16,1-1-3 0,-2 2 0 0,0 2 3 15,0-2-3-15,0 4-1 0,3 1 5 0,-3 0 9 16,3 1-13-16,-3 1 1 0,1 0-1 0,1 3-4 16,-1 2 8-16,1-1-4 0,1-2 1 0,1 3 15 15,2 0-14-15,0-2 17 0,4 2-14 0,1-2-3 16,0-1 1-16,3 2 12 0,-2-2-12 0,0 0 28 15,6-1-23-15,-2 5-4 16,-2-4-7-16,3 3 8 16,1-3 0-16,-1 4 1 0,5-6-15 0,-5 5 15 15,7-2 0-15,-2 2-1 0,2-3 2 0,1 0-23 0,2-1 3 0,1 2 17 16,2 0 5-16,0-3-7 16,0 3-1-16,0-2-19 0,0 0 19 15,5-3 0-15,3 1-15 0,0-1 14 0,3 1-1 0,1 0 3 0,1-3 10 16,-1 2-13-16,0-1-2 15,3 0 2-15,0-1 2 0,0 1 1 0,2 0-3 0,1 2-15 16,1-2 14-16,-2 1 1 0,1-3-1 16,-3 2 3-16,5 1-43 0,-3 0 40 0,1 1-1 15,-4 2 0-15,2 0 0 0,-4 0-12 0,-1 2 9 16,-1 2 2-16,-1-1-6 0,-1 5 14 0,-4-3-14 16,-1 4 5-16,0 0 25 0,-3 2 1 0,0 0-25 15,0 0 42-15,0 1-19 0,-6 3 9 16,1 0-4-16,-5 2-22 0,2-3 5 0,0 2-3 0,2-3 5 15,1 3 4-15,-1-6-7 0,0 1-25 16,1 0 27-16,3-2-2 0,1 2-31 16,-3 2 3-16,3-1 26 0,-2 3-3 0,-1 6-35 15,3-3 0-15,-3 2 30 0,3-6-20 16,-3 9-3-16,-1-3 19 0,3-1 18 16,0 1-12-16,1-7-5 0,-1 3-2 0,1-3 0 0,1 2 34 0,0-2-33 15,-2 0-1-15,2 1 1 0,0-1 40 16,0-1-3-16,0 4-29 0,0 0-3 0,0-1 9 15,0 0 27-15,2-1 12 0,2 1-42 16,3-1 26-16,2 0-23 0,-2-2 7 0,2-1-6 0,1-2-18 16,-1 0-4-16,2-4 22 0,2 0-27 15,0-1 24-15,0-1 1 0,-1-3-31 16,6 5-4-16,-4-5 26 0,4 1 5 0,-4-1-39 16,5-2 35-16,-3 0-4 0,2 2 10 0,-1-5-10 15,3 3 2-15,-2-2-3 0,1 0 26 0,-1-1-21 16,5 0-3-16,-2 1 25 0,1-2-23 0,-1 0 156 0,1-4-165 0,5 4 0 15,-2-2 0-15,0 1 0 0,-1-3 0 16,2 0 0-16,-1-1 0 16,7-1 0-16,-4 0 0 0,1-1 0 15,-2-1 0-15,3 1 0 0,-6-1 0 0,6 0 0 0,-4-1 0 0,-1 0 0 16,2-1 0-16,1-1 0 0,1 0 0 16,3-4 0-16,-1 0 0 0,1 0 0 0,2 0 0 15,-1 0 0-15,1-4 0 0,0-1 0 16,2-3 0-16,0 0 0 0,-3 0 0 0,2 0 0 15,-2-1 0-15,1 1 0 0,-1 1 0 0,-1-3 0 16,0-1 0-16,3 0 0 16,-2-2 0-16,5-4-186 0,-3 0 181 0,1-4-3 0,-1-3-31 0,-1-3 30 15,-6 0-1-15,9-3-1 16,-7-1 2-16,-1-1-4 0,-1 2 3 0,-4 3-2 0,-2-1-2 0,-4 1 27 16,1-2-23-16,-3 1-3 0,-3 0-26 15,-3-2 0-15,3 0 23 0,-5-4 3 0,-2-2-36 16,-1-5 0-16,1 0 35 15,0-3-40-15,-2 7-8 0,1-10 44 0,1 12-1 0,-1-3-33 16,1 2-1-16,0 0 16 0,1 4 51 16,2 2-17-16,1 2 0 0,1 0 100 15,-1-2-58-15,3 3-26 0,0 0 3 0,2-1 101 0,2-1-61 0,0 1-22 16,3 1 25-16,2 0-17 0,-2-2 4 16,3 2-19-16,-1 1 1 0,2-4-5 0,-1 5 15 0,2-2-62 15,0-1 32-15,4-1-6 0,-1 0-39 16,-4 5 28-16,6-5-4 15,-5 1 30-15,4 2-8 0,-2-2-29 0,-1 3-7 0,1-1 34 16,-2 3-14-16,2 1 13 0,-5-1-24 16,2 3 19-16,0 1-7 0,1-2 22 0,2 0-17 15,-4 3 21-15,2-3-19 0,0 0 0 16,2-1 1-16,-2 1-1 0,-1 0-1 0,-1 1 3 0,-1 1 1 0,0-3 3 16,0 4-4-16,-1-2 0 0,-1-1 27 15,-2 3-26-15,6-7 0 16,-5 2 17-16,-2 1-17 0,2-2 1 0,0-3 0 0,-1 1 11 15,1 0 153-15,-6-3-169 0,4 0-187 16,-2-2 157-16,-1-1 35 0,0 1 2 16,0-1-40-16,-1 1 1 0,-2 1 32 0,1 0-14 0,-5 4 13 0,0 4-2 15,-1-3-3-15,2-1 2 16,-4 2 15-16,1-1-16 0,-1 1-3 0,-1 1 0 0,1-7-2 16,1 4 13-16,-2-2-9 0,2 0 0 0,-4-1-30 15,0 4-1-15,2-7 34 0,-3 5-3 0,0 1-35 16,0-1-1-16,0 1 27 0,0 3 1 15,-3-3 0-15,-2 2 2 0,0 3 35 16,-4-1-36-16,2 1-2 0,1 0-2 0,-5 3 29 0,3-1-25 16,0 0 1-16,-2 2 24 0,1-2 3 15,-1 0-27-15,-1 1 11 0,2 1-5 16,-3-2 3-16,1 1-3 0,-1 0 17 0,1 3-17 0,-2-3 3 16,0 1 16-16,0 2-17 0,1 0 1 0,-4-1 7 15,2 2-8-15,-2 0 1 0,0 1-1 16,0 0 38-16,2 0-36 0,-4 1 1 15,-1-1 2-15,2-2-2 0,-2 3 0 0,3-2 34 16,0 1-32-16,-3 0 5 0,1 0 0 0,3-1 12 16,-2 4-15-16,0-2 3 0,0 1-6 0,1 0 5 15,0 1 2-15,-1 1 16 0,2 1-18 16,-2 3 1-16,3-1 17 0,-3 3-16 0,2 1 0 0,0-3-1 0,1 4 3 16,0-1-2-16,-2 0 0 0,3 2-13 15,-1 0 13-15,0 0 0 0,-1 0-19 16,0 0 18-16,0 0 1 0,0 0 1 0,0 0-29 15,-2 2 26-15,4 0-1 0,-3 2 0 0,5-2-10 16,-3 1 10-16,1-1-4 0,1 0 3 16,0 0-4-16,1 2 13 0,-2-4-11 15,4 2 1-15,-4-1-8 0,1-1 8 0,2 2-1 0,-4-2 1 16,3 2 5-16,1 0-5 0,-4 0 1 0,1 0-9 16,-1-1 8-16,1 3-1 0,2 1-6 15,-3-2 7-15,1-1-1 0,2 1 0 0,-2 1 1 0,2-2-1 16,0 2 0-16,0-1 37 0,-1-2-36 15,0 0 0-15,-1 2 39 0,-2-3-38 0,2 2 2 16,3-2 0-16,-6 1-3 16,2 0 3-16,0-1 2 0,-1 0-22 0,1 0 19 0,3 3 3 15,-6-3 0-15,4 0-15 0,-1 0 14 0,1 0 0 16,-3 0-2-16,3 0 3 0,-1 0-25 0,-2 0 0 16,1 0 16-16,0 0-37 0,-1 0 37 15,0 0 1-15,1 0-4 0,-2 0-1 0,3-3 2 16,-3 1 1-16,-1-3-3 0,1 3 3 0,3-3-1 0,-4 3 0 15,1-2-3-15,-1 2 3 0,1 1-1 0,0-1-23 16,-1 0 23 0,0 2 0-16,1 0 1 0,1 0-1 0,0 0 0 0,-3 0-2 0,3-2 26 15,-1 2-23-15,2-1-2 0,-2 1 33 16,2-3-31-16,0 1 0 0,0 0 1 0,0 2 17 16,0-2-16-16,1 2 1 15,1 0 1-15,-4 0 4 0,4 0-4 0,-4 0-1 0,4 0 5 16,-6 0-4-16,3 0-23 0,-2 0 23 0,2 0 1 0,-1 0-2 0,-2 0-33 15,2 0 33 1,-2 0-4-16,1 0-5 0,-1 2 7 16,0-2-3-16,0 0 18 0,0 0-16 15,1 0-1-15,-2 0 0 0,1 0 11 0,0 0-9 0,0 0-1 0,2 0-17 16,-3 2 17-16,0-2 3 0,2 0-79 16,-1 2 37-16,0-2-1 0,3 0 34 0,-4 0-109 0,5 0 51 15,-4 0 24-15,3 0-184 0,0 0 97 0,2 3 50 16,2-2-768-16,-3 1 759 0,7 2 28 0,-3-1 1 15,5 8-293-15,4 1 161 0,2 10 72 0</inkml:trace>
  <inkml:trace contextRef="#ctx1" brushRef="#br0" timeOffset="64828.42">6133 6295 814 0,'0'-21'0'0,"0"10"0"0,0 4 0 0,0 1 0 0,0 2 0 0,0 3 0 0,0-2 0 0,0 1 148 0,0 2-57 0,3 0 117 15,-3 0-79-15,3 16-52 16,-2 1-22-16,1 9 161 0,-2 2-91 0,0 11-47 16,0-1-14-16,-6 12 82 0,-4-1-57 0,-1 4-28 15,0-2 0-15,3-2 25 0,3-6-19 0,-2 7-7 16,3-14 3-16,4 2-30 0,0-2-1 0,0-7 33 16,0-4 8-16,0-2-40 0,0-2 0 0,3-6 50 15,-2-1-25-15,3-4 0 0,0-3-17 0,1-1 66 16,-1-3-38-16,-1 1 0 15,3-2-36-15,0 0 130 0,4-2-57 0,0 0-40 0,2 0 97 16,6 0 9-16,0 0-172 0,6 0 0 16,5-4 0-16,0-3 0 0,4 1 0 0,-2-1 0 15,1 1 0-15,-6 0 0 0,6 2 0 0,-11 1 0 16,0 1 0-16,-3-1 0 0,-2 2 0 16,-7 1 0-16,1 0 0 0,-5 0 0 0,-1 0 0 15,-3 0 0-15,1 0 0 0,-2 0 0 0,0 0 0 16,0 0 0-16,0 0 0 0,0 0 0 0,0 0 0 15,0 0 0-15,-2-3-796 16,1 2 403-16,1 1 181 0</inkml:trace>
  <inkml:trace contextRef="#ctx1" brushRef="#br0" timeOffset="83533.5">8340 7402 701 0,'-7'0'0'0,"0"0"0"0,5 0 0 0,1 0 0 0,0 0 0 0,-4 0 0 0,5 0 259 0,0 0-113 0,-2 0-48 16,2 0-37-16,0 0 120 0,0 0-73 0,0 0-38 15,0 1 0-15,0 6 14 0,0 5-30 0,2 2 0 16,3 6 75-16,-3 2-48 0,2 1-16 0,1 10 78 16,-2 1-55-16,1 7-28 0,1 1 0 0,-1 3 54 15,0-6-32-15,1 14-9 0,2-8-40 0,-4-1 13 16,3 4-13-16,-3-3 0 0,1-6 8 15,0 10-63-15,-1-3 27 0,-1-5 0 16,1-5-18-16,-3 1 23 0,0-1 9 0,0-5-109 16,0-2 58-16,0-9 9 0,0-1 1 0,0-6-141 15,0-4 80-15,0-3 22 0,-3-4 27 0,-2-2-213 16,-1 0 109-16,1-11 44 0,-1-15 23 0,1-5-338 16,0-12 188-16,4-2 94 0,1-7-145 0,-2-3 119 15,2-1 53-15</inkml:trace>
  <inkml:trace contextRef="#ctx1" brushRef="#br0" timeOffset="83803.78">8303 7628 945 0,'-8'-30'0'0,"0"10"0"0,1-1 0 0,1 4 0 0,0 2 0 0,0-1 0 0,6 8 182 15,0-2-66-15,0 1 120 0,0 1-102 0,9-1-51 16,5 3-25-16,5-1 262 0,3 1-136 0,7-2-79 16,-1 6-37-16,3 1 129 0,-4 1-83 0,5 0-40 15,-2 0 7-15,-2 5-36 0,-1 7-13 0,-1 0 1 16,-6 0-90-16,-1-2 45 15,-1 6 30-15,-6 2-63 0,-2-2 39 0,-5 1 0 16,-2 4 38-16,-3 1-95 0,-5 3 53 0,-9-3-24 16,-7 1 24-16,-1-1 10 0,-5-3 3 0,-3-1-30 15,-2-4 24-15,2-2 41 0,-5-6-1 0,2 0-32 16,1 0-33-16,5-4 7 0,6 1 39 0,-2-3-208 16,7 0 93-16,4 0 48 0,4 0 22 15,5-3-166-15,3-3 69 0,0-5 53 0,3 2 25 0,17-4-443 16,0 0 229-16,6 1 105 0</inkml:trace>
  <inkml:trace contextRef="#ctx1" brushRef="#br0" timeOffset="84039.22">8845 7628 1790 0,'-6'0'0'0,"5"0"0"0,-1 0 0 0,2 0 0 0,0 0 0 0,0 0 0 0,0 0 0 0,3 0 0 0,10 2 462 16,4-2-215-16,1 0-107 0,2 0 103 0,3 0-97 15,-1 0-61-15,-1 0-166 0,-1 0 57 0,1 0 29 16,-2 0-1-16,-2 0-103 0,-3 0 62 0,-3 0 35 16,-1 0 0-16,-2 0-413 0,-3 0 159 15,-3 3-462-15,1 3 347 0,-3 4 169 0</inkml:trace>
  <inkml:trace contextRef="#ctx1" brushRef="#br0" timeOffset="84215.74">8820 8021 1396 0,'-7'1'0'0,"3"7"0"15,4-5 0-15,0-3 0 0,0 3 0 0,0-3 0 0,0 0 684 0,10 0-330 0,5 0-160 0,1 0-81 0,3 0 345 16,2 0-213-16,1 0-66 0,1 0-77 15,0 0-34-15,0 0-1 16,-2 0-34-16,4 0-364 0,-4 2 190 0,2-1 83 0,-1 2-747 16,2 2 419-16</inkml:trace>
  <inkml:trace contextRef="#ctx1" brushRef="#br0" timeOffset="87535.53">9521 7759 633 0,'0'0'0'0,"-2"0"0"0,0 2 0 0,2-2 0 0,-1 0 0 0,1 0 0 0,0 0 0 0,0 0 0 0,0 0 180 0,0 0-74 0,0 0-29 16,0 0-7-16,0 0 77 0,0 0-57 15,0 0-29-15,0 0 0 0,0 0 75 16,1 0-56-16,1 0-23 0,4 0 26 0,2 0-25 16,0 0 0-16,0 0 109 0,3 0-71 0,5 2-32 15,-2-2 0-15,5 0 76 0,8 0-54 0,-6 0-18 16,9-2-8-16,-5-3 30 0,4-3-28 0,-1 3-1 16,-5-2-28-16,0 4 37 0,-2 2-37 0,2 1 0 15,-4 0 25-15,-2 0-25 0,0 0 0 16,-4 0-13-16,0 1 13 0,-2 2-1 15,-2 3 1-15,2-5-39 0,-4 1 0 0,-2-2 47 16,1 0-8-16,-3 0-80 0,-1 0 37 0,1 0 8 16,-1 0 1-16,0 0-37 0,-2 0 25 0,0 0-12 15,0 0 9-15,0 0 19 0,0-2 4 0,0-2-40 16,0 1 0-16,-2 0 28 0,-3-1 6 0,3 3-336 16,-1-1 159-16,3 1 63 0,0-2 48 0,0 3-566 15,2 0 298-15</inkml:trace>
  <inkml:trace contextRef="#ctx1" brushRef="#br0" timeOffset="87987.38">10438 7632 1210 0,'0'-6'0'0,"0"4"0"0,0 0 0 0,0 1 0 0,0 1 0 0,0-2 0 0,-2 2 0 0,2 0 228 0,0 0-90 0,0 0-56 16,0 0-25-16,0 0 203 0,2 0-114 0,5 0-56 16,2 0-21-16,3 0 128 0,3 2-82 0,-2-1-41 15,4 1 85-15,2-2-63 16,2 2-24-16,-1-2 39 0,6 0-40 0,-1 2 1 15,1-2-39-15,1 0 51 0,-4 0-18 0,8 0-8 16,-3 0-25-16,2 0 29 0,2 0-1 0,0 0-28 16,1-2 8-16,4-2 41 0,0-3-24 0,8 1 0 15,-3-1 121-15,2-2-179 0,4-3 0 0,2 1 0 16,3-2 0-16,-2-1 0 0,1 3 0 0,1 0 0 16,-2-1 0-16,-5 4 0 0,-2 0 0 0,-10 4 0 15,-1-1 0-15,-1 1 0 0,-7 2 0 16,-3 0-209-16,-1 0 164 0,-4 0 24 15,-6 2-71-15,-2-1 41 0,-2 1 12 0,-2 0-111 16,-3 0 59-16,0-3 35 0,-2 2 7 0,0-1-267 16,-4-2 145-16,-6-1 70 0,-3 1 33 0,-2-2-604 15,-2 0 320-15,-4 1 151 0</inkml:trace>
  <inkml:trace contextRef="#ctx1" brushRef="#br0" timeOffset="88262.73">10971 6918 1208 0,'-13'-17'0'0,"1"8"0"0,5 3 0 0,3 5 0 0,1-3 0 0,1 0 0 0,0 2 0 0,2 2 270 0,0 0-119 0,0 0-59 15,2 0 196-15,7 0-119 16,8 4-73-16,3 7 96 0,0 0-79 0,1 4-41 15,-1 3 1-15,-1-4-67 0,4 6 27 0,-3 0-1 16,-3-1 1-16,-3-5-135 0,2 5 67 0,-5-1 42 16,1-4-8-16,-3 0-274 0,-2 1 149 0,-1-4 31 15,-3-2-166-15,2-1 82 0,-3-4 81 0,-1-1-355 16,-1-1 211-16,0-2 104 0</inkml:trace>
  <inkml:trace contextRef="#ctx1" brushRef="#br0" timeOffset="88571.9">11369 6757 1193 0,'4'0'0'0,"-2"0"0"0,-1 0 0 0,-1 0 0 0,0 0 0 0,0 0 241 0,0 0-104 0,0 0-52 0,0 0 286 16,0 7-173-16,0 2-82 15,0 6 68-15,-1 3-75 0,-5 4-38 0,-1-1 72 0,-2 11-58 0,-3-2-27 16,-3 10 0-16,0-1 26 15,-1 4-25-15,-4 2 7 0,-2 6-46 0,2-1 12 16,-5 1 1-16,2-2 0 0,3 0 12 0,3-10-4 16,-4 8-8-16,8-15 0 0,2 2-1 0,-1-2 24 15,5-4-23-15,2-6 8 0,-4-1 6 0,4-4-15 0,1-4 1 16,2-2 0-16,-1-3-32 0,3-4 40 0,-2-2-8 16,0-1 152-16,0-1-351 15,2 0 332-15,-3 0-166 0,1 0-280 0,-3 0 218 0,3 0 41 16,-1-1-194-16,-1-5 110 0,2 2 37 15,0 0 33-15,2 1-671 0,0 1 336 0,0 0 169 16</inkml:trace>
  <inkml:trace contextRef="#ctx1" brushRef="#br0" timeOffset="89074.57">10397 8171 620 0,'-10'-6'0'0,"1"2"0"0,1-1 0 0,0-1 0 0,1 1 415 0,3-1-191 0,2 0-95 16,1-1-49-16,1 1 122 0,0-1-88 0,12-2-41 16,6 4 0-16,6 2 123 0,3 1-81 15,-5 0-33-15,8 2 23 0,-2 0-36 16,-2 5 0-16,1 9-27 0,-4 1-9 0,-3 2 8 15,1 5-8-15,-4 3-50 0,-4-1 26 0,-2 4-1 16,-3 1 25-16,-6 0-30 0,-1 0 30 0,-1 0-1 16,0 0 1-16,-10-5-34 0,-2 1-1 0,-3-4 7 15,-6-1 16-15,0-5 0 0,-2-3-10 0,0 1-17 16,-4-8-3-16,3-1 31 0,-6-3-5 0,1-1-171 16,3 0 81-16,-1 0 40 0,7-1 17 0,-2-3-266 15,4-3 126-15,4-1 70 16,3-2-128-16,3 0 90 0,4 0 46 0,4-1 14 15,0-2-286-15,2 2 158 0,17-5 80 0,0 1-317 16</inkml:trace>
  <inkml:trace contextRef="#ctx1" brushRef="#br0" timeOffset="89306.99">10827 8111 1407 0,'-8'-10'0'0,"0"3"0"0,-4 1 0 0,-4 3 0 0,0 1 0 0,-1 2 0 0,-3 0 0 0,4 0 0 0,-7 14 352 16,7 2-151-16,-3 7-89 0,1 2 87 0,6 6-83 16,1-2-41-16,4 1 137 0,7-4-82 0,0 11-52 15,0-9-23-15,8-2 85 0,7-1-54 0,4-3-27 16,-1-5 9-16,9 4-134 0,-3-5 50 0,3-4 24 16,1-1-312-16,0-2 169 0,-3-3 91 15,5 0-241-15,-10-2 148 0,3-2 25 16,0-2 54-16,-5 0-527 0,-1 0 269 0,0-2 145 15</inkml:trace>
  <inkml:trace contextRef="#ctx1" brushRef="#br0" timeOffset="89639.39">10932 7825 1050 0,'0'-13'0'0,"0"8"0"0,0 1 0 0,2-2 0 0,1 1 0 0,5-1 0 0,2 2 458 0,1 0-204 0,1 3 13 15,4 1-44-15,1 0-94 0,-1 0-49 0,2 0-17 16,-2 11-22-16,0 2-9 0,-4 2 1 0,-2 2-230 16,-2 0 115-16,-5 4 57 0,-1-3 38 0,-2 2-284 15,0 2 152-15,-3-4 75 0,-11 1-215 0,-4-2 87 16,0-6 72-16,-1-1-4 0,1-3 113 0,-1 1-20 16,1-5 0-16,0 1 75 15,6-2-56-15,-2 0-17 0,5-1 1 0,3-1 320 16,3 0-166-16,1 0-46 0,0 3-56 0,2-3 365 15,0 2-188-15,7-1-94 0,6 2-47 0,6-3 98 16,1 0-64-16,3 0 20 0,3 0-50 0,1 0-26 16,-1 0 0-16,-3 0-211 0,3 0 89 0,-5 0 48 15,1 0 25-15,-2 0-227 16,1 0 126-16,-1 0 70 0,-4 0-735 0,-1 0 363 16,0 0 177-16,-3 1-420 0</inkml:trace>
  <inkml:trace contextRef="#ctx1" brushRef="#br0" timeOffset="89838.86">11142 8242 678 0,'-13'8'0'0,"5"-1"0"0,1-1 0 0,3-2 0 0,3 0 0 0,1-3 571 0,0 1-270 0,1 0-134 16,10-2-59-16,9 0 356 0,4 0 318 16,2 0-736-16,2 0-14 0,2-4 1 0,-5-1 8 15,5 0-64-15,-9-1 28 0,2 1 0 16,-2 0 28-16,0 1-390 0,-4 1 203 0,0 0 90 15,-4 0-556-15,-3 1 294 0,-3 0 171 0,-2 0-464 16,-1 0 284-16,-2 1 156 0,-2-2-248 16</inkml:trace>
  <inkml:trace contextRef="#ctx1" brushRef="#br0" timeOffset="90005.4">11364 8022 1498 0,'-6'-1'0'0,"1"-1"0"0,0 2 0 0,2 0 0 0,-1 0 33 0,2 0 212 0,2 0-98 15,0 11-61-15,0 2-27 0,0 2 0 0,0 6-26 0,0 4 369 0,0-2-176 16,0 9-101-16,0-1-46 0,0 0-1 16,0 2-23-16,0 0 0 0,2 1-399 15,0-1 184-15,0 0-523 0,1-5 358 16,4-5 179-16,0-1 76 0,0-7-622 0,5-5 334 0</inkml:trace>
  <inkml:trace contextRef="#ctx1" brushRef="#br0" timeOffset="90177.95">11507 8039 2470 0,'4'-6'0'0,"-1"5"0"0,4-1 0 0,-3 0 0 0,3 0 0 0,2 2 0 0,0 0 0 0,0 0 286 0,3 0-131 0,-1 7-61 0,-1 2-190 16,2 0 65-16,-1 0 32 0,1 2 7 15,-1 1 25-15,-2 1 0 0,0 0-679 0,1-2 339 16,-1 1 170-16,-3-5-726 0</inkml:trace>
  <inkml:trace contextRef="#ctx1" brushRef="#br0" timeOffset="90409.33">11741 7908 592 0,'2'-7'0'0,"-2"5"0"0,0 0 0 0,0 0 0 0,0 2 0 0,0 0 640 0,0 0-305 15,2 4-150-15,-2 9-77 16,0 7 498-16,0 2-279 0,0 9-151 0,-2 5-72 0,-7 7 303 15,0-3-187-15,-1 8-93 16,2-8 141-16,-4 14-268 0,0-7 0 16,1 2 0-16,0-2 0 0,-3 0 0 0,3-6 0 0,-4 8-384 15,2-8 224-15,2-9 97 0,1 0-467 0,1-3 217 16,2-12 151-16,1 1 1 0,2-7-357 0,0-2 243 16,2-4 121-16,0-4 60 0,2-1-310 15,0 0 189-15,0-13 92 0</inkml:trace>
  <inkml:trace contextRef="#ctx1" brushRef="#br0" timeOffset="90774.97">11815 7904 1600 0,'5'-12'0'0,"3"0"0"0,-1 1 0 0,-2-1 0 0,2 4 0 0,0-3 0 0,0 2 0 0,1 0 0 0,4 1 71 0,-2 3 344 0,1-1-33 16,1 4-167-16,1 0-95 0,-1 0-43 0,1 2-69 15,-3 0 1-15,1 2 24 0,-1 8 8 0,0 1-40 16,-2 2 0-16,-1 2 32 0,-3 2-143 0,-2 2 71 16,-2 0 45-16,0 1-112 15,0-1 69-15,-6 0 11 0,-5-3 22 0,-1 2 39 0,0-5-33 0,-2 0-23 16,1-4 366-16,2-1-310 0,3-2 1 0,-1-3-32 16,2 1 154-16,1-2 65 0,2-2-97 15,2 2-42-15,2-2-26 16,0 0 67-16,0 0 70 0,0 1-195 0,2 2 0 0,8-2 0 0,2 1 0 15,2 1 0-15,1-2 0 0,2 1 0 16,-1 0 0-16,0 1 0 0,-2 0 0 16,0-1 0-16,-3-1 0 0,-2 1 0 15,1 0-254-15,-1-2 126 0,-3 0 68 0,-3 0-1 0,-1 0-373 16,0 0 205-16,0 0 98 0,0 0-161 16,-2 0 134-16,0 0 63 0,0 0 22 0,0 0-534 0</inkml:trace>
  <inkml:trace contextRef="#ctx1" brushRef="#br0" timeOffset="95441.5">12773 8324 794 0,'0'0'0'0,"-4"0"0"0,2 1 0 0,-1 5 0 0,2 0 0 0,-3-3 0 0,2 3 0 0,0-1 111 0,-1 2-39 0,1-1 0 16,0 4-39-16,-2-3 30 0,3 2-30 0,-3 3 0 15,-1 0-72-15,2-2 36 0,-3 4 0 0,-1-1-158 16,2-2 93-16,-6 2 50 0,2-1 26 0,2-2-1 15,-2 0-374-15</inkml:trace>
  <inkml:trace contextRef="#ctx1" brushRef="#br0" timeOffset="95996.05">13349 7735 475 0,'0'-9'0'0,"-4"5"0"0,0 2 0 0,1 1 0 0,-3-1 0 0,3-1 142 0,-3 2-58 0,2-1-26 16,0 0 166-16,2 2-96 0,0 0-47 0,0 0 73 16,1 0-64-16,-3 0-29 0,2 0 0 0,-1 4-39 15,-3 8 10-15,0-1 9 16,-2 10-8-16,1 3 21 0,-2 3 0 0,-1 3-21 16,1 4 0-16,0 2 32 0,0 2-33 0,4-1 1 15,0 1 38-15,5 1-38 0,0-2 0 0,0-1 59 16,1-2-34-16,11-1 0 0,3-4-25 0,2-2-40 15,0-7 48-15,4 3-9 0,-5-10 1 0,3 0-53 16,0-6 27-16,1-2 0 0,-2-5 34 0,0 0-85 16,1-6 35-16,-2-11 10 0,0-7-21 0,0-7 9 15,-2-3 4-15,2-9-95 0,-4 4 53 16,-1-5 16-16,-3 2 0 0,-2-2-64 16,-3 3 41-16,-3-11 15 0,1 3 0 0,-2 0-12 15,0 2-1-15,0 4 21 0,-5 7 4 0,-4 2 46 16,0 5-21-16,-3 11-7 0,-1 1 120 0,-3 7-62 15,0 1-35-15,-1 8 31 0,-3 1-26 0,4 0 0 16,-5 11 0-16,3 6-41 0,4-1 1 16,2 5 42-16,0 0-14 0,4 1-294 0,5 1 140 15,1 3 64-15,2-4 33 0,0 5-436 16,0-1 227-16</inkml:trace>
  <inkml:trace contextRef="#ctx1" brushRef="#br0" timeOffset="96403.47">13065 8417 1073 0,'-14'0'0'0,"2"0"0"0,-1-2 0 0,2-4 0 0,-1 3 0 0,3-3 0 0,0-1 0 0,1-3 0 0,4 2 301 0,2-1-135 0,2 0-66 15,0-5 140-15,2 2-104 0,8-1-43 0,7-5 40 16,0 1-50-16,1 1-26 0,5 0 1 0,0 1 2 15,-5 3 7-15,8-2-34 0,-6 5 0 0,2 0 21 16,-2 3-21-16,1 1-1 0,0 0 9 0,-1 4-37 16,-1 0 28-16,1-2 1 0,0 1-7 0,1 0 15 15,-1 2-8-15,2 0-17 16,1 0 17-16,0 0 0 0,-1 0-3 0,-1 0 1 16,2 0-7-16,-5 0 6 0,1 0-5 0,-2 7 26 15,-2 1-21-15,0 2 7 0,-4 1-4 0,2 0 57 16,-3 4-29-16,1 0 0 0,-2 0 24 0,1 0-18 15,1 1-9-15,-2-4-16 0,5 1-9 0,-1-3-1 16,0-1 1-16,2-1-59 0,0-4 26 0,2-4-1 16,2 0 34-16,-1 0-79 0,1 0 39 0,2-8 8 15,-3-3 2-15,3-2-366 16,-2-1 157-16,0 1 100 0,0 0-502 0,-3 2 280 16,0-1 151-16,0 3-465 0,0 2 305 0,-4-3 152 15</inkml:trace>
  <inkml:trace contextRef="#ctx1" brushRef="#br0" timeOffset="96639.73">13959 7831 1284 0,'-11'0'0'0,"6"0"0"0,5 0 0 0,-2 0 0 0,2 0 0 0,0 0 231 0,0 0-98 0,6 0-51 0,6 0 311 15,7 0-185-15,1 0-87 0,3 0-44 0,0 0 141 16,-2-2-93-16,3 0-38 0,-2 0-31 0,-2 2-45 16,-2 0 22-16,-1 0-159 0,0 0 80 0,-4 0 47 15,2 0-8-15,-5 0-401 16,-1 0 220-16,0 0 110 0,-3 0 22 0,0 0-657 16,-2 2 344-16</inkml:trace>
  <inkml:trace contextRef="#ctx1" brushRef="#br0" timeOffset="96836.21">13999 8145 1646 0,'-4'-2'0'0,"2"1"0"0,2 1 0 0,0 0 0 0,0 0 0 0,0-3 0 0,2 3 327 0,6-3-156 15,5 2-56-15,2-1 300 0,2-2-191 0,0 1-96 16,3-1-47-16,1 1-33 0,0 1-7 0,-3-2-8 15,-1 2-475-15,-2 0 238 0,2 2 118 0,-4 0 59 16,1 0-306-16,-1 0 178 0</inkml:trace>
  <inkml:trace contextRef="#ctx1" brushRef="#br0" timeOffset="97656.45">15133 7294 518 0,'0'-4'0'0,"-2"-3"0"0,0 3 0 0,2-1 0 0,0-1 0 0,0 0 0 0,10-2 244 16,5 1-97-16,6-1-61 0,4 4 124 0,-2 1-89 16,4 1-43-16,3 2 59 0,-6 0-43 0,6 2-35 15,-5 9 0-15,0 3-39 0,-5 0 13 0,-1 5 0 16,-6-2 8-16,0 9-40 0,-4-3 32 0,-5 2 0 15,-2 1 0-15,-2-1-21 0,0-1 29 0,-6 5-38 16,-9-2 1-16,-3-5 28 0,-1 0-4 16,-3-4-70-16,1-7 31 0,-6 2 6 0,6-5 1 15,1-5-161-15,-3-3 80 0,4 0 46 16,1 0 14-16,3-1-234 0,2-7 119 0,6-3 43 16,2-4-78-16,5-2 71 0,0-4 28 0,6-3 7 15,13-3-193-15</inkml:trace>
  <inkml:trace contextRef="#ctx1" brushRef="#br0" timeOffset="97883.52">15662 7134 751 0,'1'-5'0'0,"-1"1"0"0,0 3 0 0,0-2 0 0,0 2 0 0,-10 1 0 0,-1 0 293 16,1 0-130-16,-4 9-65 0,-1 3-25 0,-2 6 177 15,2 2-113-15,2 1-53 0,2 3-25 0,5-3 125 16,3-1-68-16,3 3-45 0,0-3 10 0,3 1-24 15,12-3 0-15,6-2-56 0,-3-2 40 0,10-1-9 16,1-1 1-16,-1-2-117 0,0 0 58 16,0-5 30-16,-7 3 8 0,3-3-250 0,-3 1 131 15,-2 0 28-15,-4-2 45 0,-3 1-447 0,-3-1 216 16,-4-1 121-16,1 3-138 0</inkml:trace>
  <inkml:trace contextRef="#ctx1" brushRef="#br0" timeOffset="98234.19">14895 7677 1150 0,'-17'0'0'0,"4"0"0"16,3 4 0-16,5 0 0 0,1-3 0 0,4-1 0 0,-2 2 0 0,2 0 0 0,0-1 339 0,7 2-153 0,11-1-77 0,6-1 200 0,2-1-130 16,4 0-77-16,6 0 110 0,13 0-89 15,0 0-45-15,3 0-23 0,4-1 113 16,15-4-72-16,-2-1-32 0,4-2 0 0,2 2-28 16,2 1-3-16,2 1 8 0,-4 2-9 0,-4 2-93 15,-15 0 47-15,6 0 23 0,-5 2-218 0,-6 6 128 16,-5-3 45-16,-7-1-240 0,-2-1 119 0,-5 1 75 15,-4-2 1-15,-4-2-56 0,-3 0 48 0,-2 0 29 16,-8 0-1-16,-2 0-182 0,-4 0 106 0,-3 0 43 16,-2 0 35-16,0 0-343 15,-7 0 185-15</inkml:trace>
  <inkml:trace contextRef="#ctx1" brushRef="#br0" timeOffset="98568.31">14842 8060 1067 0,'-21'-6'0'0,"9"3"0"0,6 1 0 0,3 2 0 0,3 0 0 0,0-2 156 0,0 2-62 0,1-2-22 0,14 2 99 16,8 0-70-16,1 0-33 0,5 4-1 0,-2 10-20 15,-1 0-6-15,3 6-8 0,-5 3 0 0,1 2-35 16,-2 1 0-16,-3-2 35 0,-5-1-70 0,0 5 31 16,-8-7 0-16,-1 2-63 15,-4-1 48-15,-2-2 26 0,-3-1-21 0,-17 0-35 16,-2-3 15-16,-5-6 1 0,-1 0 9 0,-2-5-28 16,-2-2 15-16,2-3 2 0,-2 0 24 0,4 0-111 15,2 0 50-15,5-3 29 0,2-4-94 0,5-2 52 16,4 0 29-16,9-5-155 0,1-1 89 0,1-5 46 15,19 1 15-15,11-6-164 0</inkml:trace>
  <inkml:trace contextRef="#ctx1" brushRef="#br0" timeOffset="98789.73">15282 7977 645 0,'7'-9'0'0,"-4"3"0"0,-2 4 0 0,-1 1 0 0,-4 1 0 0,-11 0 0 0,-2 0 305 16,-1 1-129-16,-3 11-75 0,0 1-34 0,1 4 194 0,1 5-115 0,2 3-56 15,0 5 72-15,4 0-69 0,5 4-30 0,4-2 115 16,4 0-72-16,0-3-29 0,4 2-8 0,10-3 19 16,2-2-29-16,5-4 1 15,2-1-27-15,1-2-116 0,0-4 54 0,3-2 31 16,-1-2 0-16,0-3-262 0,1-2 146 0,-7-3 51 16,3-3-406-16,-2 0 199 0,0 0 121 15,-3-1-128-15,-1-11 122 0,-2-3 53 0,0-7 39 0</inkml:trace>
  <inkml:trace contextRef="#ctx1" brushRef="#br0" timeOffset="99079.96">15437 7812 1026 0,'0'-5'0'0,"2"1"0"0,7 2 0 0,0-2 0 0,3-1 0 0,4 1 0 0,-2 2 0 0,4 0 317 15,-4 2-142-15,2 0-63 0,-2 0 10 0,0 8-44 16,-3 3-23-16,-4 2-125 0,0 2 52 0,-5 0 33 15,-2 0-8-15,0 1-30 0,0 0 28 0,-11 0 0 16,-3-1 28-16,-2-3-76 0,0-1 34 0,-3-1 6 16,1-1 0-16,0-3 34 15,3-1-21-15,4-1-42 0,0 0 241 0,1-3-100 16,6 2-48-16,1-3-16 0,3 1 128 0,0-1-60 16,0 3-44-16,10-1-51 0,6-2 15 0,7 0 0 15,1 0-1-15,-2 0-23 0,8 0-9 0,-3-2 33 16,-1-1 0-16,1-1-237 0,-6 3 119 0,0-1 54 15,-1 0-11-15,-4 2-508 0,0 0 264 0,-6 0-366 16</inkml:trace>
  <inkml:trace contextRef="#ctx1" brushRef="#br0" timeOffset="99282.93">15607 8148 1199 0,'-14'4'0'0,"7"0"0"0,2-1 0 15,1-1 0-15,2-2 0 0,2 0 0 0,0 2 285 0,4-2-125 0,10 0-64 0,5 0-32 0,8 0 301 16,-1 0-159-16,4 0-90 0,0-4 38 0,-1 1-61 16,-4-3-30-16,-2 2-268 15,0 1 127-15,-2 2 52 0,-5-2 29 0,-3 0-444 16,-1 2 237-16,-5-1 118 0,-2 2 43 0,-1 0-284 16,-2-1 77-16,-2-2 109 0,0 1 54 0</inkml:trace>
  <inkml:trace contextRef="#ctx1" brushRef="#br0" timeOffset="99453.62">15821 7865 1456 0,'0'0'0'0,"0"0"0"0,0 0 0 0,0 0 0 0,0 9 0 0,0 6 0 0,0 0 0 0,-5 8 0 0,0-1 239 0,0 6-107 16,-3 1-49-16,3 3 203 0,-2 0-126 0,-2-1-64 15,2 3-23-15,2 0-127 0,-1-2 43 0,3 0 22 16,-2 2 0-16,3-5-123 0,0-1 81 0,0-3 27 15,2 0-456-15,0-9 246 0,0-4 89 0,0-3-507 16</inkml:trace>
  <inkml:trace contextRef="#ctx1" brushRef="#br0" timeOffset="99628.78">15883 7974 1432 0,'9'0'0'16,"0"0"0"-16,3 1 0 0,-5 1 0 0,3 6 0 0,0 0 0 0,-1 0 0 0,2 0 433 0,2 2-205 0,0 1-97 16,1-2-3-16,-2 1-47 0,1 1-24 0,-1-1-229 15,1-1 98-15,-4 0 54 0,3-1 26 0,-3 0-528 16,0-3 271-16,1 1 140 0</inkml:trace>
  <inkml:trace contextRef="#ctx1" brushRef="#br0" timeOffset="99862.16">16207 7863 997 0,'-5'0'0'0,"3"4"0"0,-1 1 0 0,-3 3 0 0,3 1 0 0,-2 4 218 16,-1 5-92-16,1 2-39 0,0 6 141 0,-5 1-98 16,0 6-48-16,-1 7 238 0,1-2-143 0,-2 1-65 15,-3 8-43-15,1-2 64 0,0 0-50 0,0 0-25 16,0 0 0-16,3-4-97 0,-7 6 32 0,4-4 0 15,-2-1-229-15,2-3 133 0,0-5 69 16,1 0-116-16,0-4 88 0,2-4-11 0,5-5 43 16,-2-1-420-16,4-9 209 0,1-1 96 15,1-4 60-15,0-4-343 0</inkml:trace>
  <inkml:trace contextRef="#ctx1" brushRef="#br0" timeOffset="100232.18">16343 7850 773 0,'4'-10'0'0,"3"3"0"0,4 3 0 0,3 2 0 0,-1-1 0 0,0 1 0 0,0 0 281 15,3 0-124-15,0 2-62 0,-1 0 68 0,2 0-65 16,-2 0-24-16,-2 2-63 0,1 7 0 0,-5 0 22 15,-2 3 0-15,-1 1-57 0,-5 1 36 0,-1 2-7 16,0 0 28-16,-5 4-109 16,-8-2 54-16,-4-1 28 0,2-1-9 0,-6-3-77 15,2 0 13-15,-1-2 36 0,1-2 118 0,1-3-42 16,0 0-14-16,6-2 200 0,2-3-103 0,2-1-56 16,5 2-13-16,-1-2 187 0,2 0-98 0,2 0-62 15,0 0-27-15,2 0 18 0,13 0-23 0,2 0 1 16,3 0-14-16,6 0 18 0,-1 0 0 0,-4 0-26 15,4 0-118-15,-3 0 60 16,0 0 36-16,1 0-362 0,-3 0 177 0,-1 0 99 0,0 4 13 16,0 0-552-16,-4 1 282 0,2 1 154 15,-4 0 73-15</inkml:trace>
  <inkml:trace contextRef="#ctx1" brushRef="#br0" timeOffset="100441.66">16824 8494 1830 0,'-4'0'0'0,"4"0"0"0,0 0 0 0,0 0 0 0,0 0 0 0,0 0 0 0,0 0 426 15,0 0-196-15,0 0-99 0,0 0 272 16,0-2-178-16,0-2-100 0,0-2-466 15,0 3 186-15,0-1 94 0,0 1 47 0</inkml:trace>
  <inkml:trace contextRef="#ctx1" brushRef="#br0" timeOffset="107611.66">17734 7172 584 0,'0'0'0'0,"0"0"0"0,0 0 0 0,0 0 0 0,0 0 0 0,0 0 0 0,0-2 0 0,2 0 144 0,7 0-60 0,3-2-26 16,-1 1 1-16,4 1 53 0,0 1-39 0,2-2 8 15,-2 3-9-15,1 0-40 16,0 0 1-16,-1 4 14 0,0 5-14 0,0 2 8 16,-2 2-8-16,0 3 34 0,-1 2-34 0,-1-1-1 15,-2 4 1-15,-3 0 8 0,0 3-8 0,-4 2-1 16,-1-2 1-16,-1 1-26 0,0-3 34 0,0 6-8 15,-7-3-48-15,-6 0 21 0,0-1 0 0,-3-3-14 16,2-2 7-16,-7 2 19 0,4-7 7 16,-2-2-76-16,-2-1 34 0,-1-4 9 0,1-5 4 15,-1-2-40-15,1 0 26 0,2 0-16 16,0-7 39-16,1-4-21 0,3-5 17 0,2 1-9 16,3-2 61-16,2 1-27 0,3-1 0 0,3 2 37 15,2 0-24-15,0-1-3 0,0 4-28 0,6-1 20 16,3 1-16-16,4-1 12 0,0 3 12 0,3 1-49 15,-2 0 6-15,2 3 25 0,-2 0 7 0,2 3-163 16,-2 0 72-16,2 2 35 0,0-2-290 0,0 3 151 16,-2 0 58-16,4 0-276 0,-2 0 169 15,3 0 97-15,-1 0 45 0</inkml:trace>
  <inkml:trace contextRef="#ctx1" brushRef="#br0" timeOffset="107997.34">18151 7215 1339 0,'0'0'0'0,"0"0"0"0,0 0 0 0,0 0 0 0,0-2 0 0,0 2 0 0,-4 0 0 0,2 0 0 0,-1 0 0 0,-1 2 122 16,-1 11-44-16,1 2 42 0,0 6-36 0,-2 5-29 16,2 1-1-16,3 1 22 0,1-1-21 0,0 0-1 15,0-4-13-15,1 5 14 0,7-6-22 0,5 1-1 16,0-6 1-16,3 0-30 0,-2-3 38 0,3-1-8 15,2-5-46-15,-4-2 22 0,3-2 1 0,-4-4-33 16,1 0 16-16,-2 0 0 0,2-4 16 16,-3-8-46-16,-1-5 21 0,-2 0 3 0,1-8 10 15,-3 2-34-15,-1-3 12 0,-5-2 1 16,1-1 10-16,0-3-79 0,-2-1 36 0,0-1 25 16,0 2-69-16,-7 0 43 0,-2 6 11 0,-3 7-17 15,-1-2 33-15,-1 4 5 0,-2 6-14 0,1 2 74 16,0 3-32-16,0 5-6 0,0-2-24 0,2 3 58 15,3 0-22-15,-1 0 0 0,4 0-15 0,-1 4-36 16,2 4 17-16,1 1 12 0,1 2 22 16,2 2-241-16,0 4 103 0,2-1-182 15,-1 2 145-15,1 1 66 0,0 2 35 0,-2 0-164 16,-2-4 98-16</inkml:trace>
  <inkml:trace contextRef="#ctx1" brushRef="#br0" timeOffset="108292.65">17965 7572 326 0,'-13'0'0'0,"1"0"0"0,1 0 0 0,1 0 0 0,-4 0 0 0,7-2 155 0,-3-6-65 15,5 2-28-15,-1-4 187 0,6 0-108 16,0-1-54-16,0-2-19 0,10-4 129 0,8 2-82 16,5-1-41-16,5 0 62 0,0 0-51 0,4 6-18 15,0-2-9-15,3 5 34 0,-1 1-29 0,-4 4-1 16,-2 2-29-16,-5 0 1 0,2 0-1 0,-3 7 0 15,-1 1-35-15,-2 4 35 0,-3 1-1 0,0 0-22 16,-2 3 23-16,2-2 0 0,-3 1 0 16,2 0-28-16,1-2 1 0,2 0 23 0,-2-1 1 15,3-2-66-15,1-6 30 0,0 3-13 16,1-4 39-16,-2-3-165 0,2 0 75 0,-1 0 34 16,-6 0-127-16,0-2 69 0,-3 1 41 0,-4-4-353 15,1 1 187-15,-4 3 93 0,-2 0 47 0,0-2-285 16,-2 3 158-16</inkml:trace>
  <inkml:trace contextRef="#ctx1" brushRef="#br0" timeOffset="108607.38">17761 7795 601 0,'-21'0'0'0,"6"2"0"0,5 2 0 0,1-2 0 0,2-1 0 0,3 2 0 0,1-2 424 0,3-1-196 16,0 2-97-16,0 2-41 0,14 0 138 0,11 0-97 15,5-2-50-15,4-1 153 0,8-1-101 16,-2 0-42-16,14 0 10 0,-3-1-34 0,4-5 0 16,2-4-35-16,-4 3 35 0,2 1 9 0,-6 1-44 15,-4 1 1-15,-2 2-78 0,-9 0 39 0,2 2-1 16,-10 0 48-16,4 0-204 0,-10 0 92 0,1 0 51 15,-4 0-154-15,-5 0-38 0,-3 0 69 0,-4 0-178 16,-1 0 144-16,-1 0 72 0,-2 0 36 16,-1 0-97-16,0 0 58 0,-1 4 42 15,-13 4 0-15,-1-1-224 0</inkml:trace>
  <inkml:trace contextRef="#ctx1" brushRef="#br0" timeOffset="108957.45">17877 8017 1285 0,'-11'0'0'0,"5"0"0"0,3 0 0 0,1 0 0 0,2 0 0 0,0 0 0 0,5 0 0 0,12 0 168 0,7 0-67 0,1 0-35 0,-2 0 124 16,5 2-82-16,-2 7-38 0,0 5 0 0,-3 1-34 16,-1 4-3-16,-5-1 8 0,2 7-8 0,-6 1-58 15,-1-2 29-15,-5 4 0 0,-5 0-108 0,-2 1 77 16,0 0 26-16,-13 2-91 0,-6-3 38 0,-2 0 36 15,-3-2-15-15,-2-5-5 0,-1-2 3 0,-1-6 0 16,0-2-2-16,-2-5 54 0,1-3-14 16,3-3-20-16,-4 0-4 0,6-3 88 0,1-5-32 15,6-3-21-15,1-2 59 0,4 0-34 16,5 1-7-16,5-2 83 0,2 0-44 0,0-1-28 16,2 0 15-16,11 1 9 0,5-3-37 0,2 3-5 15,2 0 13-15,0-1-32 0,3 5 8 0,-4 2 22 16,7-1 4-16,-1 1-172 15,-4 2 74-15,-2 3 40 0,6 1-395 0,-5 0 180 0,4 0 111 0,-2 0-367 16,-3 2 228-16,0 0 115 0</inkml:trace>
  <inkml:trace contextRef="#ctx1" brushRef="#br0" timeOffset="109196.81">18207 8167 771 0,'2'-6'0'0,"0"1"0"0,2-1 0 0,2 1 0 0,-2-4 0 0,3 5 0 0,2-1 328 0,3 0-152 0,1 3-71 0,2 1-36 0,0 1 172 0,0 0-103 15,0 1-45-15,0 8-34 0,0 5 24 0,-2 0-24 16,-3 3-1-16,-3 1 5 0,-3 2-8 16,-3 3-22-16,-1 1-36 0,0 0 36 0,-1 1-1 15,-10-4 9-15,-7 4-68 16,2-4 29-16,-3-1 1 0,3-8 30 0,-4 2-157 16,-1-1 80-16,1-5 10 0,1-1 25 0,0-2-250 15,3-2 125-15,0-2 45 0,5-1-107 0,2 0 65 16,1 0 49-16,4-1-206 0,4-9 127 15,0-3 64-15,2-2 24 0,10-6-216 0</inkml:trace>
  <inkml:trace contextRef="#ctx1" brushRef="#br0" timeOffset="109420.25">18542 8064 970 0,'5'-10'0'0,"4"1"0"0,-8 0 0 0,1 1 0 0,-2 4 0 0,0 1 0 0,-2-1 0 0,-6 2 221 0,-3 2-95 0,-3 0-46 0,2 0 39 0,-1 13-35 15,-4 4-30-15,2 2 1 0,0 3 76 0,2 3-50 16,1 0-23-16,7 0 7 16,-1 6 103-16,4-2-68 0,2 0-33 0,0-2-1 15,2-2 119-15,7-2-68 0,7 1-46 0,0-3 0 16,3-4-3-16,-2-4 0 0,5 2-35 0,-2-6-110 16,2 1 51-16,-2-5 29 0,1 1-115 15,0-2 72-15,-2-2 37 0,0-2 7 0,-1 0-504 16,1 0 250-16,2-4 74 0</inkml:trace>
  <inkml:trace contextRef="#ctx1" brushRef="#br0" timeOffset="111008.52">18897 7746 149 0,'0'0'0'0,"0"0"0"0,0 0 0 0,0 0 0 0,-1 0 127 0,-2 0-39 0,1 0-31 15,0 0-1-15,2 0 11 0,-2 0 0 0,2 0-35 16,0 0 97-16,-2 0-44 0,2 0-30 0,0 0 40 15,0 0 32-15,0 0-47 0,0 0-15 0,0 0 75 16,0 0-54-16,0 0-26 16,0 0 0-16,4 0 65 0,8 0-38 0,-1 0-32 15,6 0 1-15,-2 0 38 0,2 0-31 0,1-1 1 16,0-2 40-16,-4 0-40 0,2 0 1 0,-2 2-33 16,0 1 15-16,-3 0-15 0,0 0 9 0,-1 0-44 15,-1 0 0-15,0 0 36 0,-1 0 0 0,0 1-66 16,-3 5 41-16,-1-5-8 0,-1 1 33 15,-1-1-120-15,0-1 53 0,0 0 12 0,1 0-36 0,-3 0 19 16,0 0 23-16,0 0-112 16,0 0 61-16,0 0 17 0,0 0-2 0,0 0-226 15,0-1 123-15,0-2 59 0,0 0 32 0,0 0-284 16,0 2 149-16,0 1 88 0,0 0 39 0,0 0-248 0</inkml:trace>
  <inkml:trace contextRef="#ctx1" brushRef="#br0" timeOffset="111281.95">18983 7983 984 0,'-7'3'0'0,"-1"6"0"0,3-3 0 0,-3-3 0 0,2-1 0 0,1-1 0 0,3-1 0 0,0 0 380 0,2 0-173 0,0 2-88 16,0 0-43-16,7-2 174 0,11 2-113 0,-2-2-52 15,5 2-26-15,2 0 87 0,3 2-57 0,-6 1-20 16,10 1 2-16,-5 1-38 0,1 1-1 0,-1 2-22 15,-3-3-1-15,-1 0 32 0,0 1-8 16,-3-1-54-16,1 1 27 0,-4-3 0 16,-3 0 27-16,-3-2-37 0,-2-1 15 0,-1 0-10 15,-4 0-1-15,0-2-14 0,0 0-1 0,-2 0 19 16,0 0 0-16,0 0 5 0,0 0 3 0,0 0-85 16,0-2 40-16,0 0 23 0,0 0-3 0,0-1-660 15,0 3 320-15</inkml:trace>
  <inkml:trace contextRef="#ctx1" brushRef="#br0" timeOffset="112746.68">19583 7902 219 0,'0'0'0'0,"0"0"0"0,0 0 0 0,0 0 0 0,-2 0 0 0,2 0 0 0,0 0 199 0,-2 0-88 0,2 0-39 0,0 0 96 16,0 0-69-16,0 0-32 0,0 0 79 16,0 0-61-16,0 0-26 0,0 0 0 0,0 0 5 15,0 0 9-15,0 0-40 0,0 0 0 0,0 0 103 16,4 0-52-16,-1 0-25 0,3 0 8 0,-3 0 50 15,3-1-42-15,-2-1-21 16,0 0 54-16,0 0-37 0,1 0 8 0,-1 2-12 16,1 0 1-16,2-1-35 0,-2 1 0 0,1-3 22 15,1 3-15-15,0-3-7 0,3 3 0 0,-1 0 21 16,0-1 0-16,1 1-21 0,1 0 8 0,0-2 16 16,1 2-24-16,1 0 0 0,2 0 27 0,0 0 0 15,1 0-19-15,2 0 18 0,1 0 0 0,1 0-26 16,6 0-1-16,-1 0 20 0,5-1-12 0,0-1-7 15,4-1 0-15,-1 3 6 0,3-3-6 16,1 1 0-16,2 2-25 0,2 0-8 16,-2 0 32-16,5 0 1 0,0 5-56 0,6-2 26 15,-1 0-3-15,4 0-47 0,15-3 30 0,-2 0-1 16,2 0 24-16,3 0-91 0,3 0 43 0,2-4 23 0,15-7-18 16,-5-3-21-16,10-1 17 0,-2 0 0 0,-13 0 9 15,3 0 4-15,-9 6 0 0,-7 2 12 0,-20 4-43 16,-1 3 40-16,-9 0-16 15,-5 0 14-15,-4 3-44 0,-6 4 0 16,-6-1 37-16,-4-1-68 0,-6-1 25 0,-2 0 7 0,-3-3 31 16,0 1-90-16,-2-2 45 0,0 2 22 0,-13 0-7 15,-6 0-222-15,-5 4 127 0,0-1 62 0,-4 3-495 16</inkml:trace>
  <inkml:trace contextRef="#ctx1" brushRef="#br0" timeOffset="113113.85">19933 8161 859 0,'-10'-7'0'0,"0"1"0"0,-1 4 0 0,0 1 0 0,-1-1 0 0,-1 1 0 0,0 1 0 0,0 0 0 0,2 3 277 0,2 9-127 0,-3 5-58 16,3 4-30-16,1 4 174 0,2 4-101 0,2-1-44 15,2 3-33-15,2 1 120 0,0-2-73 0,0-2-37 16,0 0 11-16,6-5-16 0,4 3-7 15,-1-5-70-15,4-2 23 0,0-2 1 16,2-3 22-16,1 0-203 0,0-5 98 0,1 1 53 16,2-7 26-16,-2 1-437 0,0-4 215 0,0 0 58 15,-2 0-319-15,0 0 222 0,-2-5 111 0</inkml:trace>
  <inkml:trace contextRef="#ctx1" brushRef="#br0" timeOffset="113348.22">19988 8347 528 0,'0'-7'0'0,"0"1"0"0,0 3 0 0,0-3 0 0,0 1 336 0,4-1-143 0,11-2-84 0,2 4 129 16,4 1-102-16,5 0-52 0,-8 3-17 0,9 0 208 15,-6 8-120-15,0 8-62 0,-5 1-30 0,-2-3 14 16,-3 7-15-16,-2 2-7 0,-6 3-88 0,-1-2 33 16,-2 2 0-16,-3 2 33 0,-14-1-106 0,-4-1 49 15,-2-2 28-15,-3-3-52 0,1-4 40 0,-2-4 3 16,2-5-33-16,-6-1-157 0,2-3 97 15,5-4 15-15,4 0 35 0,-1 0-200 16,5-4 100-16,5-7 61 0,8-2-197 0,3-4 125 16,0-5 64-16,7 1 30 0,14-4-235 0,2 2 137 0</inkml:trace>
  <inkml:trace contextRef="#ctx1" brushRef="#br0" timeOffset="113531.28">20231 8320 352 0,'16'-14'0'0,"-6"8"0"0,-1 2 0 0,-7 3 0 0,0-1 0 0,-2 2 386 0,-4 0-181 0,-9 11-86 0,-4 10 143 15,1 0-115-15,-2 7-57 0,1 0-20 16,2 4 308-16,5 0-173 0,1-1-86 0,7-2-43 16,2-3 193-16,0-6-111 0,12 5-66 0,7-6-28 15,3-2 0-15,5-4-31 0,1-2-125 0,2-5-112 16,0-2 114-16,0-4 62 0,-1 0-459 16,-1-2 224-16,-5-7 139 15,-3-1-3-15,2-7-220 0,-7 2 158 0,0-4 77 0</inkml:trace>
  <inkml:trace contextRef="#ctx1" brushRef="#br0" timeOffset="113814.72">20471 8113 1157 0,'-5'-12'0'0,"0"5"0"0,3 1 0 0,2-1 0 0,0 0 0 0,0-1 0 16,12 2 0-16,5 3 207 0,0 0-88 0,1 2 153 0,-1 1-124 0,1 0-58 15,-4 4-28-15,-1 7-50 0,-1 0 21 0,-5 4 8 0,-3 0-8 16,-2 2-127-16,-2 2 64 15,0 1 31-15,-9 1 0 0,-7-4-22 0,0-2 23 16,-3 0-1-16,0-4-62 0,-2-1 42 16,2-1-23-16,3-3 28 0,0-1 84 0,4-2-34 15,2 2-29-15,2-2 182 0,5-3-85 0,1 2-29 0,2-2-31 16,0 3 23-16,5-3-7 0,13 0 0 0,8 0-27 16,0 0-40-16,6 0 16 0,2-3 0 0,2-4-60 15,-3 1 43-15,1 1 20 0,-8-1 8 16,6 2-377-16,-5 1 183 0,-6 1 59 15,1-1-442-15,-5 3 267 0,-3 0 120 0</inkml:trace>
  <inkml:trace contextRef="#ctx1" brushRef="#br0" timeOffset="114003.93">20661 8387 994 0,'-16'6'0'0,"7"3"0"0,2-4 0 0,1-1 0 0,3-1 0 0,3 0 0 0,0-1 427 0,7 0-200 0,16-2 73 0,2 0-23 15,5 0-121-15,4 0-62 0,4 0-23 16,-2-4-9-16,-1-2 0 0,-1 1-29 0,-2-3-274 0,-5 3 137 16,-5 1 77-16,0-2 26 0,-5 4-458 0,-4 0 247 15,-1 0 107-15,-6 2 67 0,-3-2-529 0,-1 2 271 16,-2 0 131-16,0 0-84 0</inkml:trace>
  <inkml:trace contextRef="#ctx1" brushRef="#br0" timeOffset="114166.03">20931 8265 1017 0,'-10'-11'0'0,"5"6"0"0,-1-2 0 0,1 4 0 0,1 0 0 0,3 2 0 0,-1 1 0 0,2 0 0 0,0 9 158 16,0 9-55-16,0 0-38 0,0 8 117 0,0 2-75 15,-3 2-37-15,-1 4 206 0,1 0-113 0,-3 0-70 16,1-1-30-16,1 1 1 0,0-2-31 0,3-2-1 16,1-7 9-16,0 1-346 0,0-5 169 0,0-8 84 15,0-1 43-15,7-7-531 0,2-3 275 0,7-2 66 16</inkml:trace>
  <inkml:trace contextRef="#ctx1" brushRef="#br0" timeOffset="114329.7">21040 8272 1162 0,'0'-9'0'0,"2"5"0"0,1 2 0 0,1 1 0 0,1 1 0 0,2 0 0 0,0 1 279 0,4 9-116 16,1 3-69-16,-1 2-30 0,3 0 245 0,-4 4-138 15,1-1-69-15,3-1-27 0,-3 2-138 0,1-2 48 16,-1-3 24-16,0-2-431 0,1 0 227 15,-3-7 122-15,3 1 49 0,0-6-570 16,-3 0 292-16</inkml:trace>
  <inkml:trace contextRef="#ctx1" brushRef="#br0" timeOffset="114509.22">21316 8120 947 0,'0'-11'0'16,"0"6"0"-16,0 0 0 0,0 3 0 0,0 2 0 0,0 0 233 0,0 16-104 0,-2 7-48 0,-3 6 137 0,-3 9-93 15,-2 3-46-15,1 5-15 0,-2 2 250 0,-4 1-141 16,0 3-70-16,-2 1 56 0,1-2-54 16,-4 1-41-16,3 1 1 0,1-2-219 0,-2 1 94 15,2-3 46-15,2-7-472 0,0 4 255 0,5-12 132 16,-1-4 37-16,4-10-290 0,2-4 96 0,1-9 105 16</inkml:trace>
  <inkml:trace contextRef="#ctx1" brushRef="#br0" timeOffset="114789.47">21305 8132 975 0,'18'-15'0'0,"5"2"0"0,3 6 0 0,-6 0 0 0,-2 3 0 16,1 1 0-16,-4 1 68 0,-4 2 164 0,0 0-103 0,-2 0-49 0,0 0-23 0,-4 9-27 15,-3 5 2-15,-2 1 9 0,0-1-64 0,-7 3 28 16,-9 4 0-16,2-4 28 0,-4-2-113 15,2 0 65-15,-3-2 19 0,1-2 1 0,4-2 32 16,5-3-6-16,-1 0-34 0,2-2 201 16,5-2-91-16,1 0-49 0,2-1 0 0,0-1 78 15,0 2-51-15,4 0-19 0,10-2-7 0,2 0-4 16,0 0-22-16,3 0 0 0,0 0-103 0,-2 0 60 16,0 0 17-16,-1 0 1 0,0 0-453 0,-2 0 204 0,2 0 126 15,-1 0-517-15,-2-2 304 16</inkml:trace>
  <inkml:trace contextRef="#ctx1" brushRef="#br0" timeOffset="115002.9">21641 8109 567 0,'0'-8'0'0,"0"4"0"0,0 1 0 0,0 1 0 0,0 0 0 0,6 2 391 0,-1 0-171 0,4 7-98 0,1 9-44 16,0 3 297-16,-1 6-171 0,1 6-86 0,-1 5 82 15,-2 7-88-15,0 0-39 16,-2 0 85-16,-3 2-62 0,-2 0-32 0,0-6-70 0,0 8 16 15,-10-5-1-15,-1-9 24 0,-5 2 0 16,0-3-198-16,-3-4 107 0,-1-5 41 16,-3-3-272-16,-2-5 124 0,1-4 89 0,-5-3-11 15,6-5-291-15,-9-1 177 0,4-2 84 0,1 0-98 16,3-3 90-16,4-17 47 0</inkml:trace>
  <inkml:trace contextRef="#ctx1" brushRef="#br0" timeOffset="115278.73">21730 7957 1565 0,'14'-8'0'0,"9"6"0"0,2-2 0 16,-2 1 0-16,2 2 0 0,1 1 0 0,-5 0 0 0,1 0 0 0,-1 8 0 0,-3 5 124 0,-2 2-46 0,-4 3-22 0,-3 2-32 0,-5 0 9 0,-3 4 7 15,-1-2-67-15,0 3 30 16,-12-5 0-16,-4-1 30 0,3-5-65 0,-4 3 41 15,1-5-9-15,-2-3 33 0,6-1 38 0,1-4-45 16,2-1-4-16,4-1 215 0,3-2-107 16,0 2-48-16,2-2-26 0,0 0 86 0,4 0-55 15,12 0-19-15,7 0 49 0,-2 0-42 16,4 0-183-16,0 0 71 0,-4 0 35 16,6 0 8-16,1 0-599 0,-7 0 294 0,1 0 159 0,-1 4 42 0</inkml:trace>
  <inkml:trace contextRef="#ctx1" brushRef="#br0" timeOffset="117939.72">19335 7371 586 0,'-16'-3'0'0,"3"0"0"0,3-1 0 0,-1-1 0 0,2-3 0 0,4-1 87 16,1 3-27-16,0-5 0 0,4 0 171 0,0-2-103 16,6 1-47-16,12 1 84 0,3 1-65 15,0 5-26-15,5 2-8 0,-2 0 14 16,1 3-24-16,0 0 0 0,-1 11-23 0,-4 3 23 15,3 5-23-15,-6 0 0 0,0 0-45 0,-5 5 22 16,-5-6 0-16,-2 6 31 0,-3-1-47 0,-2 4 39 16,0-5-1-16,-11 3-21 0,-6 0 20 0,-4-2-12 15,-1-2 8-15,-4 0-27 0,-3-4 24 0,1-2-8 16,-2-4 6-16,0-4-77 16,2-3 34-16,-1-2-3 0,7-2-177 0,0 0 98 0,1 0 53 0,5 0 17 15,2-2-115-15,7-5 51 16,1-1 40-16,6-3-225 0,0-2 125 0,4-2 54 15,12-4 39-15,5 2-228 0,6-4 130 0</inkml:trace>
  <inkml:trace contextRef="#ctx1" brushRef="#br0" timeOffset="118141.18">19601 7286 594 0,'8'-8'0'0,"-2"0"0"0,-3 2 0 0,-1-1 0 0,-2 1 0 0,0 0 0 0,-9 2 306 0,-3 2-141 0,-1 2-66 16,1 0 156-16,-2 4-111 0,-1 13-56 0,3 2-19 15,-2 8 112-15,4 0-73 0,2 5-38 0,7 0 42 16,1 0-39-16,0 0 8 0,1-2-48 0,10-1 62 16,3-3-30-16,5-4-1 0,1-1-32 0,-1-4-159 15,8 1 76-15,-2-4 41 0,-2-3-338 0,0-4 173 16,-2-1 99-16,1-4-464 0,-1-2 252 0,-2 0 127 16,-1-2 64-16,-2-11-135 0</inkml:trace>
  <inkml:trace contextRef="#ctx1" brushRef="#br0" timeOffset="118457.34">19742 6999 1298 0,'-5'-16'0'0,"1"4"0"0,2 1 0 0,0-1 0 0,2 3 0 0,0-1 0 0,2 3 0 0,11 1 0 0,2 1 0 0,2 1 148 15,0 3-49-15,0 1 7 0,-2 0-36 0,0 0 0 16,-4 5-38-16,-1 8-93 0,-5-1 55 0,-3 8 15 15,-2 2 0-15,0 3-33 0,-6 1 28 0,-9-2 1 16,2-1 36-16,-8 3-114 0,7-8 25 0,-6-4 35 16,4-2-51-16,-1-2 35 0,4-9-9 0,-3 3 2 15,7-4 149-15,0 0-57 0,3 0-29 0,0 0 193 16,5 0-90-16,1 0-59 0,0 0-9 0,0 0 54 16,1-2-42-16,15-1-21 15,2-4 9-15,7 1-28 0,-2 1-1 0,1 0 0 16,3-1-40-16,-2 3 0 0,-2-1 48 0,5-1-212 15,-5 2 101-15,3 1 52 0,-9 0 10 0,2 2-490 16,-3 0 219-16,0 0 133 0,-5 0 23 0,-4 12-417 0</inkml:trace>
  <inkml:trace contextRef="#ctx1" brushRef="#br0" timeOffset="118643.87">19896 7329 1139 0,'-9'4'0'0,"5"4"0"0,0-4 0 0,2 2 0 0,2-5 0 0,0 1 0 0,5 0 0 0,9-2 240 16,7 0-95-16,6 0-60 0,-2 0 236 0,3 0-144 16,2 0-72-16,-1-2-29 0,-8 0-13 0,3-2-9 15,-4 3-21-15,-1-1-345 0,-1 0 172 0,-6 0 94 16,-1 2 36-16,-1 0-496 0,-4 0 260 0,-4 0 69 16,-1 0-171-16</inkml:trace>
  <inkml:trace contextRef="#ctx1" brushRef="#br0" timeOffset="118817.78">20066 7099 1175 0,'1'5'0'0,"1"11"0"0,0 0 0 0,-2 7 0 0,0-3 0 0,0 8 0 0,0 0 0 0,0 2 0 0,0 4 390 0,-2 0-179 0,-1-2-81 0,-2 0-53 0,1 2 26 15,3-4-35-15,-1 0 0 16,0-1-295-16,2-6 137 0,0 1 58 0,0-6 32 15,0-3-210-15,0-6 122 0,4-3 60 0,3-4-549 0</inkml:trace>
  <inkml:trace contextRef="#ctx1" brushRef="#br0" timeOffset="118989.93">20200 7143 698 0,'6'0'0'0,"5"3"0"0,-1 2 0 0,-1 0 0 0,0 3 0 0,3 0 450 0,-1 2-209 15,3 1-104-15,-2-2 160 0,1 2-125 16,1 0-73-16,0 3-33 0,0-3-67 0,1 0 33 16,-2-1 1-16,0-2-367 0,3-3 179 0,-6-2 94 15,3 1 47-15,-1-4-534 0,-1 0 272 0</inkml:trace>
  <inkml:trace contextRef="#ctx1" brushRef="#br0" timeOffset="119170.05">20493 7071 395 0,'-4'-7'0'0,"1"1"0"0,1 4 0 0,-2 2 0 0,1 0 0 0,-1 8 0 0,0 10 366 0,3 6-167 0,-6 6-83 16,2 6 255-16,-3 7-173 0,-1 4-83 0,-3 2 138 15,-2 1-110-15,-2 1-55 0,0 1-20 0,-3-2-7 16,4-2-1-16,-2 1-27 0,1-2 0 16,0-3-149-16,3-10 82 0,0 4 30 15,0-11-1-15,4-8-365 0,0-6 197 0,6-4 102 16,-3-7-534-16,5-2 290 0</inkml:trace>
  <inkml:trace contextRef="#ctx1" brushRef="#br0" timeOffset="119464.79">20456 6879 987 0,'13'-17'0'0,"4"4"0"0,4 2 0 0,-3-1 0 0,3 4 0 0,0 3 226 16,2-1-89-16,-2 3-55 0,2 2-26 0,-2 1 211 15,-3 0-117-15,0 0-59 0,-5 8-74 0,-2 4 16 16,-5 3 0-16,-4 3-198 0,0 1 100 0,-2 0 48 0,0 1 33 16,-10 1-89-16,-1 0 52 0,-2-5 27 0,-3 2-8 15,2-5-28-15,-2 0-28 0,3-4 29 0,1-1-51 16,2-3 147-16,2-1-54 16,3 0 0-16,3-4 167 0,0 0-90 15,2 0-28-15,0 2 58 0,0-2-36 0,4 0-29 16,9 0 14-16,2 0-42 0,2 0 6 0,2-2 0 15,-1-2-1-15,1 0-173 0,0-1 82 0,-2 1 45 0,-2 2 16 16,0 0-205-16,0 2 89 0,-6 0 63 0,4 0-550 16</inkml:trace>
  <inkml:trace contextRef="#ctx1" brushRef="#br0" timeOffset="119684.43">20732 7354 2358 0,'-7'3'0'0,"5"3"0"0,0-2 0 0,2-3 0 0,0 3 0 0,0-1 0 0,2 0 0 0,7-3 309 0,8 3-137 0,-1-3-70 0,4 0 108 0,1 0-93 16,-1 0-42-16,1 0-21 0,0 0 0 0,-5 0-18 0,1 0 5 0,-2 0-8 16,0 0-272-16,-2 0 136 15,-2 0 67-15,-1-3 35 0,-3 2-495 0,-1-1 261 16,-3-1 66-16,-1 2 89 0,0-2-574 0,-2 3 311 15</inkml:trace>
  <inkml:trace contextRef="#ctx1" brushRef="#br0" timeOffset="122363.55">21203 7234 538 0,'-9'-4'0'0,"2"-2"0"0,1 0 0 0,-1 1 0 0,-1-2 0 0,2-1 0 0,-1 0 174 0,3 1-70 0,1-1-36 0,3 1 116 15,0 1-76-15,0-3-29 0,3 2-8 16,14-3-7-16,4 1-32 0,1 2 1 0,0 1 0 0,-1 2 20 16,4 2-20-16,-2 2 0 0,-5 0-14 15,1 0 14-15,-3 12 0 0,-2 1 8 16,-3 3-59-16,-4 3 26 0,-2 2 0 0,-3 5-36 0,-2 0 20 15,0 1 6-15,-14 1 6 0,-1 2-34 0,-4-2 18 16,-4 0 1-16,2-2 12 0,-4-2-17 0,-1-2 14 16,1-5 9-16,-2-4 43 0,4-2-22 15,2-5-4-15,0-1-17 16,3-3 143-16,2-2-67 0,5 0-28 0,3 0 186 16,3 0-104-16,3 0-43 0,0 0-36 0,2 0 60 15,0 0-43-15,9 0-21 0,8 0 0 0,4 0 4 16,3 0-26-16,2-2 1 0,-1 0-35 0,1 0 1 15,1 1 34-15,-6-1 8 0,3-1-221 0,-2 2 106 16,-1-1 54-16,-1 0-447 0,1-3 207 0,-2 4 86 0,-2-2 75 16,0 1-371-16,-2-2 218 0,-2 0 110 15,-2-1 47-15,-2-3-129 0</inkml:trace>
  <inkml:trace contextRef="#ctx1" brushRef="#br0" timeOffset="122612.04">21477 7207 919 0,'0'-11'0'0,"0"5"0"0,0-1 0 0,0 1 0 0,0-1 0 0,2 1 0 0,6 3 194 0,5 1-81 0,1 2-32 0,2 0 209 16,0 0-129-16,-2 7-64 0,2 6 97 0,-4 6-80 0,-2 0-32 15,1 7-9-15,-7-4-40 0,0 3 39 16,-2 2 0-16,-2 1-90 16,0-6 33-16,-11 8-7 0,-5-3 24 0,-2-3 1 15,-5 0-37-15,0-1 0 0,0-9 45 0,-5 4-152 16,3-7 72-16,-2-3 13 0,1-5-223 0,5-3 110 15,-2 0 67-15,1 0-225 0,5 0 132 0,4-2 66 0,5-7 32 16,3-2-85-16,5-4-75 0,0-4 101 0,13 0 46 16,5-3-197-16,9-1 122 15,1 1 61-15,2-4 22 0</inkml:trace>
  <inkml:trace contextRef="#ctx1" brushRef="#br0" timeOffset="122816.49">21711 7161 310 0,'10'-14'0'0,"-1"5"0"16,-4 2 0-16,-3 0 0 0,0-2 329 0,-2 6-149 0,0-1 100 15,-4 2-127-15,-6 2-61 0,-1 0-29 16,-3 14 0-16,-2 2 237 0,0 9-126 0,-2 0 121 16,4 6-132-16,0-1-64 15,5 2-34-15,4-3 0 0,3-2-24 0,2 6 79 0,0-6-44 0,2 0-21 0,12-5-110 16,0-2 52 0,8 0-110-16,1-3 73 0,1-3 37 0,1-2-1 15,-2-5 37-15,-2-1-415 0,2-5 198 0,-1-1 46 16,-1 0-386-16,-2 0 246 0,-3-7 122 0,0-2-231 15,-3-4 181-15,-3-3 87 0,-5-2 43 0</inkml:trace>
  <inkml:trace contextRef="#ctx1" brushRef="#br0" timeOffset="123102.7">21917 6839 856 0,'4'-11'0'0,"2"1"0"0,1 5 0 0,3-1 0 0,1 5 0 0,3-1 308 16,4 1-138-16,-2-2-68 0,5 3-35 0,-4 0 69 15,2 0-56-15,-2 10-24 0,-4 3 13 0,-1-1-1 16,-5 6-35-16,-2 1-71 0,-3 1 31 0,-2 4 0 16,-2 1 40-16,-10-1 0 15,-6 1-74-15,2-6 45 0,-7 3-8 0,2-2 71 16,3-10-8-16,-1 1-30 0,0-3 57 0,2-2-26 16,3-1-27-16,4-3-15 0,2-2 210 0,3 0-97 0,2 0-50 15,1 0 75-15,2 0-65 16,0 0-30-16,2 0 1 0,10 0-112 0,11 0 42 15,-3 0 28-15,8-4-7 0,-2-1-200 0,3-3 110 0,-1 4 54 16,-3 3 29-16,-4-2-547 0,4 3 245 0,-4 0 141 0,2 0-269 16,-3 3 196-1</inkml:trace>
  <inkml:trace contextRef="#ctx1" brushRef="#br0" timeOffset="123425.97">22214 7690 1546 0,'-4'0'0'0,"2"0"0"0,2 0 0 0,0 0 0 0,0 1 0 0,6-1 0 0,6 0 0 0,0 0 0 0,7 0 217 0,3 0-92 0,1 0-38 0,5-5 90 16,-1 0-72-16,-1-2-36 0,-1 1 0 0,-5 2-210 15,3-2 95-15,-4 4-382 0,-1 0 230 0,-1 2 115 0,-4 0 58 16,1 0-312-16,-7 8 172 0</inkml:trace>
  <inkml:trace contextRef="#ctx1" brushRef="#br0" timeOffset="123610.23">22311 8033 1171 0,'-9'0'0'0,"7"0"0"0,2 0 0 0,0 0 0 0,0 0 0 0,2 0 0 0,3 0 312 0,7 0-131 0,1 0-79 0,4 0-34 15,7 0 239-15,-5 0-137 0,4-1-60 0,0-1-44 16,0 0-1-16,0 0-32 0,0 0-398 0,-3 0 199 16,3 2 107-16,-2 0 43 15,0 0-530-15,-5 0 290 0</inkml:trace>
  <inkml:trace contextRef="#ctx1" brushRef="#br0" timeOffset="123891.67">22907 7914 1005 0,'-7'-2'0'0,"4"-4"0"0,3 4 0 0,0 0 0 0,3 1 196 0,6-1-73 0,6 0-49 16,6-2 278-16,3 0-160 16,8 0-80-16,7 1-39 0,-5-2 184 0,15 0-116 15,-2 4-54-15,4-1-27 0,2 0 5 0,3 0-32 16,3 0 8-16,8 0-64 0,0 2 28 0,0 0 0 15,1 0 28-15,-2 0-125 0,-11 0 71 0,6 0 22 16,-4 0-79-16,-4 0 16 0,-5 0 42 0,-4 0-30 16,-9 0-192-16,1 0 86 0,-4 0 67 15,-8 0-128-15,-4 0 92 0,-3 0 46 16,-7 0-188-16,-5 0 121 0,-2 0 56 0,-3 0 29 16,-3 4 0-16,-17 3-290 0</inkml:trace>
  <inkml:trace contextRef="#ctx1" brushRef="#br0" timeOffset="124282.79">23061 8203 1433 0,'-23'-3'0'0,"1"0"0"0,2 3 0 16,-1 4 0-16,-4 5 0 0,-1 5 0 0,-1 4 0 0,3 3 0 0,2 3 0 0,1 3 126 0,4 1-51 0,4 0-21 0,4 2 196 0,7-2-108 0,0 1-25 16,2-7-34-16,0 6-29 0,9-6 0 15,6 0-56-15,0-2 0 0,4-3 35 16,-1-2 8-16,5 0-311 0,0-4 152 16,-5-3 75-16,5-1 38 0,-2-3-489 0,0-2 213 15,-1-2 80-15,-3 0-334 0</inkml:trace>
  <inkml:trace contextRef="#ctx1" brushRef="#br0" timeOffset="124524.14">23033 8370 1135 0,'0'-7'0'0,"0"1"0"0,7 2 0 0,2 0 0 0,1-2 0 0,5 3 0 0,2 1 55 0,1 2 137 0,3 0-80 0,0 0-31 0,-1 8-8 0,0 3 102 15,-3 4-71-15,-4 2-35 16,-2 1-74-16,-3 1 15 0,-6 0-1 0,-1 2-89 0,-1 1 56 15,-8 1 29-15,-8-1-107 16,-7 1 64-16,-3-3 35 0,-3 1 0 0,-1-4-85 0,0-2 49 0,5-5 1 0,-7-1-42 16,4-5 21-1,7-2 21-15,0-2-179 0,6 0 92 16,6 0 37-16,1-2 31 0,6-8 1 0,2-3 23 0,4-4-232 0,15 0 116 16,5-3 50-16,-2-3 38 0</inkml:trace>
  <inkml:trace contextRef="#ctx1" brushRef="#br0" timeOffset="124702.66">23258 8343 652 0,'5'-6'0'0,"-3"1"0"0,1 4 0 0,-3 1 0 0,-8 0 41 0,-5 0 283 16,-4 9-145-1,-3 9-74-15,2 1 297 0,2 2-184 16,2 2-85-16,2 5-54 0,5 0-23 0,5-1 259 16,2 2-141-16,0 1-71 0,12-3 69 0,5 1-74 0,5-4-33 0,3 1-61 15,1-5 1 1,5-1 27-16,-3-3-423 0,2-1 207 0,-3-7 109 0,0-2 53 0,-5-3-599 15,1-3 315-15,-3 0 104 0,-2-1 96 0,-1-7-11 0,-6-6-397 16</inkml:trace>
  <inkml:trace contextRef="#ctx1" brushRef="#br0" timeOffset="124978.93">23417 8104 864 0,'-5'-16'0'0,"5"7"0"0,0 1 0 0,2 1 0 0,12 0 0 0,0 1 314 0,5 2-141 0,1 2-70 15,1 2-27-15,0 0 167 16,-1 2-105-16,-2 9-53 0,-3 2-23 0,-4 2 7 0,-4 3-36 16,-3-2-103-16,-4 3 51 15,0-2 26-15,-6 5 0 0,-8-7 34 0,-9 2-42 0,0-2 0 16,1-4 33-16,2-3 1 0,-3-1 25 16,2-1-42-16,1-1 12 0,4-5 126 0,7 0-64 15,0 0 81-15,3 0-69 0,4 0-27 0,0 0-8 16,2 0-34-16,0 0 0 0,12 0-74 0,6 0 38 15,3 0 7-15,5-3-19 0,3 1 24 0,-4 1 0 0,3-1-327 16,-1 2 170-16,-6 0 66 0,3 0 46 16,-4 3-543-16,0 5 272 15,-3 3 138-15,-2 3 68 0</inkml:trace>
  <inkml:trace contextRef="#ctx1" brushRef="#br0" timeOffset="125165.99">23555 8449 1559 0,'-12'0'0'0,"5"4"0"0,3-4 0 0,3 0 0 0,1 0 0 0,0 0 0 0,0 0 56 0,12 0-24 0,7 0 1 0,6 0 36 0,-7 0-38 15,5 0 2-15,0 0-144 16,0 0 68-16,-2 0 38 0,-1 0 0 0,-5 0-323 16,-1 0 180-16,-4 1 98 0,0 3 37 15,-3 0-455-15,-5 3 229 0,-2-6 73 0,0-1 67 0</inkml:trace>
  <inkml:trace contextRef="#ctx1" brushRef="#br0" timeOffset="125309.07">23694 8310 833 0,'0'-2'0'0,"0"2"0"0,0 0 0 0,0 0 0 0,0 10 0 0,-2 1 0 0,0 6 171 0,0 5-69 0,0 3-35 0,1-1 235 16,-1 6-138-16,-2 0-91 0,0 0 1 0,1-2-42 15,-2-2 1-15,3-3-155 0,1 0 73 0,-1-5 41 16,2-1-486-16,0-2 258 0,0-7 128 0</inkml:trace>
  <inkml:trace contextRef="#ctx1" brushRef="#br0" timeOffset="125467.64">23777 8302 614 0,'9'-2'144'0,"4"2"-73"0,-2 0-35 0,0 2 341 15,1 6-172-15,1 2-78 0,1 1-52 0,-2 0 157 16,2 4-100-16,-2-2-50 0,1 0-24 0,-1 2-284 15,-2-2 125-15,-2-2 67 0,1 1 33 0,-4-7-260 16,1 3 147-16,-1-2 81 0,-1-2-594 16,-1-4 297-16</inkml:trace>
  <inkml:trace contextRef="#ctx1" brushRef="#br0" timeOffset="125651.23">24024 8182 918 0,'0'-17'0'0,"0"8"0"0,0 1 0 0,0 3 0 0,0 4 0 0,0 1 0 0,-1 0 0 0,-1 10 454 15,-2 16-215-15,-3 10-103 0,-5 6-52 0,-3 8 328 16,-4 12-190-16,3-8-86 0,-7 14 112 16,0-4-108-16,1 0-53 0,0 0-30 0,-1 1 1 15,2-5-17-15,-4 14-315 0,5-11 154 0,3-12 76 16,-1 4 39-16,2-10-1 0,5-11-610 16,-1-8 316-16,5-4 77 0,2-14-533 0</inkml:trace>
  <inkml:trace contextRef="#ctx1" brushRef="#br0" timeOffset="125917.77">24062 8159 820 0,'19'-13'0'0,"2"3"0"0,1 3 0 0,1 0 0 0,-6 4 180 0,1 1-73 0,-2 2-37 0,-5 0 213 15,-1 0-129-15,1 3-60 0,-8 9-31 16,-1 1 0-16,-2 1-30 0,0 3-74 15,-14 2 33-15,-2-2 0 0,-1-2 158 0,0-3-85 16,-2 0-32-16,3 0 8 0,0-3-16 0,7-4 65 0,0 0-28 0,3-2 0 16,2-1-29-16,2-2 8 0,2 3 95 15,0-3-51-15,0 2-26 16,10-2-84-16,5 0 29 0,2 0 8 0,-1 0-360 16,4 0 188-16,-2 0 95 0,1 0-600 15,0 0 321-15,-3 0 136 0,0 0 92 0,-5 0 42 0,-2-2-294 16</inkml:trace>
  <inkml:trace contextRef="#ctx1" brushRef="#br0" timeOffset="126103.79">24318 8207 1178 0,'4'-14'0'0,"-1"7"0"0,4-3 0 0,1 3 0 0,0-1 0 0,-1 4 0 0,1 3 0 0,4 1 437 16,0 0-202-16,3 5-102 0,0 12 164 0,0 8-136 16,-1 5-64-16,-5 9 260 0,-4 3-163 15,-3 1-80-15,-2-2-32 0,0 12 117 0,-7-5-82 0,-8 1-43 16,-4 0-20-16,-2-4-121 0,-4 0 58 0,-2-1 17 0,-5-5 0 15,-3-5-351-15,2-2 187 0,-1-11 103 0,-2-3 39 16,-1-5-589-16,3-4 252 0,4-6 163 0,4-3 60 16,5 0-165-16,-1-15 134 15,7-12 63-15</inkml:trace>
  <inkml:trace contextRef="#ctx1" brushRef="#br0" timeOffset="126396.04">24408 8070 1055 0,'13'-16'0'0,"4"9"0"0,1 2 0 0,3 1 0 0,-1-1 0 0,-3 4 0 0,3 1 413 0,-5 0-190 0,2 0-96 0,-3 11-46 16,0 4 62-16,-5 4-60 0,-2 5-24 0,-5 1 17 16,-2 1-21-16,0-2 0 0,-9 0-14 15,-6 1-128-15,-2-4 61 0,-2-2 29 0,3-4-20 16,-3-2 25-16,-2-2 8 0,6-3 17 0,-2-2 86 15,8-4-43-15,0-1-43 0,3 2-10 0,4-3 200 0,-1 0-99 16,3 0-46-16,0 0 28 0,11 0-37 16,5 0 1-16,7 0-29 15,1 0-41-15,-4-3 0 0,5 2 33 0,0-1-307 16,-1-1 153-16,-3 2 85 0,-1 1 30 0,-2 0-654 16,-6 0 321-16,0 0 120 0,-3 0 92 0,-3 0-489 0</inkml:trace>
  <inkml:trace contextRef="#ctx1" brushRef="#br0" timeOffset="126798.37">22960 7195 1119 0,'-14'-10'0'0,"7"7"0"0,5 0 0 0,2 3 0 0,0 0 0 0,0 0 0 0,0 0 185 0,2 3 65 0,5 4-100 0,9 4-63 0,-2 0 187 0,6 2-120 15,0 1-61-15,1 1-25 0,-4-3 7 16,-1 4-42-16,2-1 0 0,-2 0-190 0,-2 0 95 16,-2 0 48-16,-1-2 31 0,-1 0-418 0,0-3 203 15,-5-3 112-15,2 0-532 0,1-3 292 0,-4-4 138 16</inkml:trace>
  <inkml:trace contextRef="#ctx1" brushRef="#br0" timeOffset="126986.87">23268 7106 918 0,'2'-7'0'0,"-2"1"0"0,0 4 0 0,0 2 0 0,0 0 0 0,0 2 0 0,0 15 0 0,-7 7 121 0,0 3-44 15,-2 7-22-15,-5 6 336 0,0 4-178 0,-4 1-83 0,0 2-52 16,-3-2 246-16,0 3-146 0,3-4-72 0,-3-1-59 15,7-5-6-15,-6 5-8 16,10-9-1-16,-2-3-393 0,3-2 197 0,3-10 99 0,2-5-438 16,1-2 219-16,3-5 145 0,0-4-8 15,0-3-159-15,0-4 136 0</inkml:trace>
  <inkml:trace contextRef="#ctx1" brushRef="#br0" timeOffset="127265.19">23219 6870 1214 0,'16'-17'0'0,"3"7"0"0,2 5 0 0,1 1 0 0,1-2 0 0,0 1 0 0,-2 3 0 0,-1 2 191 0,-1 0-79 0,0 0-39 0,-4 7 2 16,-3 6-8-16,0 5-34 0,-6 0 0 0,-4 8-142 16,-2-7 70-16,0 4 45 0,0-1-9 0,-13 2-36 15,-3-5 36-15,0 0 0 0,-3-2-32 0,0-5 40 16,0-2-22-16,2 0-1 0,3-3 108 0,2-3-42 15,4 0-42-15,3-2 252 0,1-1-122 16,2-1-59-16,2 0-11 0,0 0 47 0,2 3-40 16,13-3 8-16,4 0-49 0,6 0 3 0,-2 0-2 15,4 0 0-15,-1 0-208 0,-3 0 113 16,5 0 42-16,-8 0-485 0,3 0 254 0,-2 0 127 16,-2 2 18-16,-5 7-512 0</inkml:trace>
  <inkml:trace contextRef="#ctx1" brushRef="#br0" timeOffset="127427.76">23449 7347 1083 0,'-14'5'0'0,"3"3"0"0,1-1 0 0,4-2 0 0,1-2 0 0,5-1 0 0,0-1 0 0,0 2 381 0,4-2-175 0,8 1-86 0,4 0 79 16,3-2-88-16,3 0-39 0,4 0-102 15,-1 0 31-15,-1 0 0 0,-2 0 40 0,5-2-487 0,-6 0 240 16,2-2 119-16,-5 1 60 0</inkml:trace>
  <inkml:trace contextRef="#ctx1" brushRef="#br0" timeOffset="127647.17">23709 7179 420 0,'4'-2'46'0,"1"0"-23"0,3 1 0 16,2 1 268-16,0 0-129 15,3 0-65-15,3 0 415 0,1 0-459 0,1 5-12 0,0 5-8 16,-2 1 0-16,1 2 45 0,-4 2-22 0,-1 2-1 0,-5 0-14 15,-2 0-52-15,-2 2 22 0,-3 0-1 0,0 5-83 16,-13-4 53-16,-6 3 35 0,-2-3-9 16,-3 0 27-16,-1-1-182 15,-1-6 90-15,-1-1 8 0,5-2-228 0,-2-3 110 16,3-3 77-16,2-2-107 0,8-2 83 0,2 0 42 0,4 0 12 16,5-7-174-16,0-12 101 0,10-2 52 0</inkml:trace>
  <inkml:trace contextRef="#ctx1" brushRef="#br0" timeOffset="127828.69">24014 7131 1375 0,'0'-2'0'0,"0"2"0"0,-4 2 0 0,-12 10 0 0,-5 9 0 0,3 4 0 0,-8 4 0 0,3 6 268 0,7-7-117 0,-4 5-52 0,8 1 342 16,0-4-205-16,8 0-101 0,4-3 122 15,0-3-113-15,2-5-47 0,15 4-36 0,2-7-49 0,3-1 1 16,3-4 19-16,1-3 1 0,-1-6-371 15,5-2 181-15,-4 0 95 0,-5 0-619 0,1-2 347 16,-2-8 89-16,1 0 108 0</inkml:trace>
  <inkml:trace contextRef="#ctx1" brushRef="#br0" timeOffset="128094.99">24126 6941 826 0,'0'-12'0'0,"0"5"0"0,3 1 0 0,13-1 0 0,3 4 0 0,6-2 329 0,-5 3-147 0,2 2-75 16,-2 0-38-16,0 0 61 0,-5 12-53 0,-2 1-22 16,-4 2 0-16,-6 2-12 0,-1 2-11 15,-2-1 9-15,-3 7-99 0,-12-5 45 16,-4 1 23-16,-3 0 0 0,-1-5 42 0,1-2-11 16,-5 1-8-16,7-4 184 0,1-1-93 0,0-3-45 15,10-3-23-15,0 0 124 0,3-3-77 0,3 1-36 0,3-2 1 16,0 2 116-16,19-2-75 0,10 0-30 0,8 0-49 15,2 0 3-15,3 0-1 0,-8-2-385 16,3 0 193-16,-1-3 105 0,-4 4 39 16,-4-2-842-16,-7 1 385 0</inkml:trace>
  <inkml:trace contextRef="#ctx1" brushRef="#br0" timeOffset="134104.74">26110 7140 682 0,'0'-6'0'0,"1"3"0"0,-1 1 0 0,0 0 0 0,2 2 0 0,-2 0 299 0,2 14-125 0,-1 11-75 0,2 2 333 15,0 1-200-15,-1 4-100 16,0 0-50-16,-2 3 137 0,0 1-97 0,0-2-45 15,0-2-174-15,0 0 65 0,0-4 32 0,0-2 9 16,0-2-344-16,0 0 185 0,0-6 91 0,0-7 45 16,0-1-543-16,0-7 264 0,0-3 101 0,0 0-78 15</inkml:trace>
  <inkml:trace contextRef="#ctx1" brushRef="#br0" timeOffset="134730.03">25514 7262 543 0,'-13'0'0'0,"-1"0"0"0,5 0 0 0,4 0 0 0,3 0 186 0,0 0-76 16,2 0-31-16,0 0-8 0,2 0 242 0,21 0-140 15,5 0-70-15,4 0-36 16,1 0 166-16,3 6-105 0,-2 4-47 0,-2 0 32 15,-4 3-40-15,-5 3 0 0,-5 0-32 0,1 5 15 16,-7 2-24-16,-3-1 1 0,-5 1-20 0,-3 1 20 16,-1-3 8-16,-1 5-8 0,-15-4-45 0,0 1 23 15,-8-4-1-15,0-1 23 0,1-5-30 0,-6-1-2 16,3-6-1-16,-2-4-36 0,3-2 28 0,4 0-11 16,1-2 40-16,3-9-18 0,2-3 10 0,3 1-8 15,7-2 26-15,3 2-21 0,2-2 4 16,0 2-3-16,7-3 13 0,14 2-13 15,0 0 2-15,3 3 0 0,-1 2-83 0,9-1 38 16,-4 1 1-16,1 2 39 0,0 1 1 0,1 2-7 16,-5 2-835-16,5 0 405 0,-4 1 197 0,0 1 99 15</inkml:trace>
  <inkml:trace contextRef="#ctx1" brushRef="#br0" timeOffset="134989.31">26057 7196 1380 0,'-3'-13'0'0,"2"4"0"0,1 1 0 0,0 1 0 0,0-1 0 0,0 0 0 0,4-1 0 16,8 4 0-16,8 0 400 0,2-2-183 0,3 5-93 0,-2 2 120 0,-1 0-97 16,8 0-62-16,-9 5-26 0,-2 4-51 0,0 0 25 15,-2 4 0-15,-1-2 8 0,-7 2-42 0,-1-2 0 16,-4 3 34-16,-2-1-129 15,-2 0 64-15,0-1 40 0,-13 1-7 0,-3-2-133 16,-5 1 78-16,5-3-8 0,-7-2-227 0,2 1 110 16,0-3 54-16,3-1 47 0,0-3-295 0,10-1 169 15,-1 0 86-15,3 0 35 0,3 0-153 0</inkml:trace>
  <inkml:trace contextRef="#ctx1" brushRef="#br0" timeOffset="135282.88">25627 7717 524 0,'-23'12'0'0,"6"1"0"0,2-4 0 0,8-3 0 0,-1-2 0 0,7-2 0 0,1 0 499 0,0 0-233 0,9-2-116 0,23 0 300 15,5 0-213-15,8 0-102 0,6-6-51 16,10-4 246-16,-1 1-148 0,-6-4-67 0,15 3-45 16,-16 2 140-16,3-1-88 0,-6 3-45 0,-4 0-4 15,-11 4 9-15,1 0-49 0,-4 1-1 0,-4-2-199 16,-5 3 100-16,-2 0 50 0,-7 0-474 0,-2 0 258 16,-3 0 75-16,-5 0 87 0,-2 4-697 0,-2 6 368 15,-2 1 176-15</inkml:trace>
  <inkml:trace contextRef="#ctx1" brushRef="#br0" timeOffset="135583.18">25824 7929 1150 0,'-15'2'0'0,"1"3"0"0,8-1 0 0,3-1 0 0,3 0 0 0,0-2 0 0,9 3 223 16,12 2-99-16,1 1-46 0,2 4 182 0,0 3-114 0,0 1-56 15,-5 0 257-15,4 8-161 0,-7-2-76 0,-5 1-39 16,-3 2 35-16,-4-4-36 15,-3 7 8-15,-1 1-45 0,-6-2-87 0,-12 0 44 16,-4 1 21-16,-4 0-205 0,-2-5 121 0,-2-3 50 16,0-3 27-16,-2-5-201 0,0-1 102 0,2-8 5 15,5-2 20-15,1 0-9 0,1 0 26 0,5-4-4 16,4-5 117-16,3-2-46 0,7-1-32 0,4-2 207 16,0-2-104-16,2 2-39 0,13-4-29 15,4 3 95-15,0 2-51 0,9-4-4 0,0 2-21 16,1 3-178-16,3 0 79 0,1-1 48 15,1 3-215-15,-2 1 110 0,0-1 62 0,0 6 9 16,0-5-579-16,-4 3 298 0,-6 3 141 0</inkml:trace>
  <inkml:trace contextRef="#ctx1" brushRef="#br0" timeOffset="135727.79">26132 8064 612 0,'1'-10'0'15,"2"7"0"-15,-1-1 0 0,0 0 0 0,0 0 0 0,-1 3 0 0,1-4 549 0,-1 4-250 0,4-1-138 0,0 0 359 0,5 2-244 0,1 0-122 16,-2 0-60-16,5 2 133 15,-6 7-101-15,4 1-46 0,0 1-24 0,-3 0-366 16,0 1 172-16,3 1 93 0,-1-5-654 0,0 5 366 16,2-6 183-16,0 1 47 0</inkml:trace>
  <inkml:trace contextRef="#ctx1" brushRef="#br0" timeOffset="135891.38">26467 7918 680 0,'0'-3'0'0,"4"2"0"0,-4 1 0 0,0 0 0 0,0 0 0 0,0 15 0 0,0 7 0 0,-12 4 624 0,-1 12-296 16,-9 4-147-16,0 5 362 0,-10 16-258 0,0-3-127 16,-1 6-62-16,-3-1 79 0,1 1-71 0,3-8-27 15,-11 14-281-15,8-8 118 0,0-2 60 0,-1 2 29 16,1 2-628-16,-4-4 338 0,3 1 155 0,3-5 75 16,5-12-401-16</inkml:trace>
  <inkml:trace contextRef="#ctx1" brushRef="#br0" timeOffset="136119.75">25117 8592 1648 0,'3'-23'0'0,"1"17"0"0,1 4 0 0,-1 2 0 0,-1 0 0 0,-1 0 0 16,0 8 256-16,0 2-103 0,-2 1-65 0,0 2 152 0,0 4-104 16,-4 7-52-16,-7 1-26 0,1 1-300 0,-1 1 134 15,2 2 70-15,4-1-759 0,-1-7 390 0</inkml:trace>
  <inkml:trace contextRef="#ctx1" brushRef="#br0" timeOffset="136493.47">26903 7743 990 0,'0'0'0'0,"0"0"0"0,3 0 0 0,1 0 0 0,1 3 0 0,4 2 0 0,1-2 366 15,5-1-167-15,1-1-83 0,5 1 82 0,1 0-74 16,5-2-50-16,-5 0-20 0,-1 0 39 0,2 0-30 16,-2 0 1-16,-1 0-23 0,-3 0-303 0,-1 0 147 15,-2 4 74-15,-3 2-577 0</inkml:trace>
  <inkml:trace contextRef="#ctx1" brushRef="#br0" timeOffset="136643.73">26986 8022 1403 0,'-5'0'0'0,"2"0"0"0,3 0 0 0,0 6 0 0,5-4 0 0,3-2 261 0,8 0-118 0,1 0-55 15,4 0 209-15,3 0-132 0,4-4-67 0,1-5-24 16,-1 1 13-16,-1 1-28 0,0 1 1 0,-4 5-749 16</inkml:trace>
  <inkml:trace contextRef="#ctx1" brushRef="#br0" timeOffset="137772.87">27623 8088 432 0,'0'-2'0'0,"0"1"0"0,0 1 0 0,0-2 0 0,0 0 0 0,0 0 217 16,1 0-93-16,7 1-45 0,3 1 26 0,-1-2-27 16,5-1-9-16,2 2-36 0,2 1 94 0,3 0-47 15,5 0-24-15,1 0 9 0,6 0 53 0,8 0-42 16,0 0-22-16,8 0 72 0,3 6-46 0,8-3-16 16,11 1-8-16,0-1 6 15,5 1 0-15,20-2-30 0,-15 0 34 0,22-2-8 16,-5 0-26-16,-2 0 1 0,-1 0-28 0,-2 0 28 15,-13-4 8-15,0 0-128 0,-8 1 60 0,-18-1 30 16,-2 1-1-16,-12 1-142 0,-3-2 83 0,-6 2 13 16,-8 0-49-16,-8 0 35 0,-2 1 26 0,-8 1-5 15,-1 0-46-15,-5-3 23 0,0 1 1 0,0 1 14 16,0-2-11-16,-8 0-14 0,-6 1 32 16,-4 2-295-16,-7 0 150 0,1 0 75 0</inkml:trace>
  <inkml:trace contextRef="#ctx1" brushRef="#br0" timeOffset="138148.09">27669 8414 399 0,'-3'-5'0'0,"-2"2"0"0,-1 1 0 0,-1 0 0 0,-4 2 0 0,3 0 246 0,-5 0-110 16,-2 5-52-16,-5 10-26 0,4 5 160 0,-4 2-93 15,4 4-38-15,1 3 51 0,2 0-52 0,0 2-27 16,5-2 0-16,3-4 85 0,3 7-60 0,2-5-26 16,0-4 2-16,2 2-27 0,10-2-1 0,-2-5 9 15,9 3-184-15,0-4 87 0,0-2 45 16,-1-4 21-16,3-2-385 0,-3-1 198 0,3-4 51 16,-2-4-341-16,3 0 218 0,-4 0 108 15</inkml:trace>
  <inkml:trace contextRef="#ctx1" brushRef="#br0" timeOffset="138382.17">27717 8554 953 0,'-4'-2'0'0,"4"2"0"0,0 0 0 0,0 0 0 0,10 0 0 0,7 0 0 0,1 0 0 0,1 2 0 0,1 7 289 0,0 0-127 0,-3 5-65 0,-1-1-32 0,-2 4 70 0,-5 0-43 15,-2 2-34-15,-1 0 11 16,-3-1-36-16,-3 3-1 0,0 3 1 0,-12-4-2 15,-8 5 1-15,-1-4 1 0,-6-2-59 0,1 0 30 16,-2-4-1-16,2-4 38 0,-4 2-135 0,4-5 63 16,1-3 3-16,1-3 26 0,4-2-277 0,2 0 117 15,2 0 76-15,7-2-253 0,6-7 153 0,3-4 77 16,0-4 38-16,9 0-244 0</inkml:trace>
  <inkml:trace contextRef="#ctx1" brushRef="#br0" timeOffset="138582.66">27951 8584 878 0,'5'-2'0'0,"-2"1"0"0,1-1 0 0,-4 2 0 0,0 0 0 0,0 0 0 0,-12 5 114 0,-4 10-41 0,0 4 9 15,-1 3 223-15,4 5-136 0,-1-1-68 0,3 2-34 16,6-5 176-16,-1 7-109 0,6-6-50 0,0 0-64 16,5-1 13-16,8-2 0 0,-1-5 8 0,12 5-263 15,-5-6 127-15,-1-3 64 16,2-3-147-16,2-4 105 0,-4-1 61 0,-1-4-51 15,-1 0-396-15,0 0 191 0,-3-6 118 0,-3-9 59 16,-1-1-194-16,-3-5 130 0,-3-5 62 0</inkml:trace>
  <inkml:trace contextRef="#ctx1" brushRef="#br0" timeOffset="138841.07">28121 8331 674 0,'7'0'0'0,"5"0"0"0,-1 0 0 0,-1 0 0 0,3 0 0 0,-2 0 132 15,-2 0-49-15,-1 3-25 0,0 1 103 0,-1 1-64 16,-2-1-24-16,0 3-9 0,-5 3-30 0,0 1-1 16,0 3 0-16,-5 1 0 0,-8 0-80 0,-5 2 36 15,1-2 21-15,-1-4-81 0,0 2 52 16,-2-1 25-16,7-3 9 0,-1-2-38 16,6 0 23-16,3-4-23 0,0-1 94 0,5 0-39 15,0 0 3-15,0-1-37 0,0-1 74 0,16 0-26 16,5 0 0-16,4 0-12 0,0 0 37 0,5 0-8 15,-2-1-36-15,1-5 37 0,-1 3-32 0,-7-3 10 16,2 3-1-16,-5 1-501 0,1 0 233 0,-4 2 98 16,-2 0-391-16</inkml:trace>
  <inkml:trace contextRef="#ctx1" brushRef="#br0" timeOffset="139025.57">28218 8695 831 0,'-5'4'0'0,"2"0"0"0,3-1 0 0,0-1 0 0,0-2 0 0,0 2 0 0,12-2 298 0,3 0-132 0,5 0-67 0,0 0 74 16,5 0-70-16,-1 0-27 0,6 0-8 0,-2 0-14 15,-1-2 0-15,-7 0-21 0,0 0-299 0,-2-2 158 16,-2 3 66-16,-5-1 37 0,-2 2-407 0,-1 0 214 16,-4-2 63-16,-3 0-150 0</inkml:trace>
  <inkml:trace contextRef="#ctx1" brushRef="#br0" timeOffset="139199.63">28450 8411 570 0,'-7'0'0'0,"2"3"0"0,1 2 0 0,1 6 0 0,-3 2 0 0,1 6 93 0,-2 1-23 0,-2 8 286 0,-1 1-162 16,2 1-80-16,-2 4-41 0,1 0 198 0,0 0-112 15,-1 1-66-15,-1 1-31 0,2 0-97 0,0-1 33 16,-1 3 1-16,2-2 42 0,-1-1-353 0,1-3 172 15,3-4 86-15,1-7-458 0,1-5 230 0,3-8 139 16</inkml:trace>
  <inkml:trace contextRef="#ctx1" brushRef="#br0" timeOffset="139368.18">28485 8542 640 0,'10'0'0'0,"3"0"0"0,4 1 0 0,-2 7 0 0,1-1 0 0,2 0 0 0,-2 3 375 0,-1-1-172 0,2 2-76 0,-2 1-52 16,0-1 16-16,-1 0-29 0,-1 2 0 0,0-1-258 16,-3-1 123-16,2-2 48 0,-2-3 30 0,-1-3-480 15,0-1 232-15,2-2 116 0</inkml:trace>
  <inkml:trace contextRef="#ctx1" brushRef="#br0" timeOffset="139548.7">28826 8414 1086 0,'0'-3'0'0,"0"3"0"0,0 0 0 15,0 11 0-15,-2 9 0 0,-6 7 0 0,-4 5 0 0,1 2 0 0,-8 13 0 0,1-2 364 0,-4 4-166 0,0 0-82 0,-1 4 83 0,0-3-75 16,-3 3-49-16,3-2-22 0,-1-1-122 0,1 1 51 0,0-4 25 16,6-8-120-16,-1 0 69 0,2-7 39 15,6-10-1-15,6-10-409 0,-3 0 162 16,7-6 131-16,0-6-38 0</inkml:trace>
  <inkml:trace contextRef="#ctx1" brushRef="#br0" timeOffset="139815.07">28878 8451 1022 0,'20'-9'0'0,"7"6"0"0,-4 2 0 0,1-3 0 0,-6 2 0 0,1 2 0 0,-6 0 0 0,-1 0 117 0,-4 0-42 0,0 6-21 15,-6 7-21-15,-2 0 0 0,0 4 8 0,-10 3-8 16,0-4-83-16,-5-1 42 0,0-2 20 0,0-2-143 16,2-6 84-16,0 3 32 15,5-2 0-15,0-2 29 0,3-1 2 0,2-3-32 0,1 0 133 0,2 2-64 16,0-2-23-16,0 0-11 0,0 0 56 16,7 0-22-16,6 0-4 0,4 0-9 15,-1 0-29-15,2 0 42 0,-1 0-25 0,2 0-313 16,0 0 148-16,-3-2 74 0,-2 1 40 0,-3-1-477 15,-1-5 238-15,-7-2 89 0</inkml:trace>
  <inkml:trace contextRef="#ctx1" brushRef="#br0" timeOffset="140009.56">29183 8469 672 0,'5'0'0'0,"1"0"0"0,1 0 0 0,1 0 0 0,3 1 0 0,0 4 0 0,1 5 188 15,-2 2-77-15,2 8-39 0,0 5 322 0,-6 4-172 16,-2 4-99-16,-3 9-45 0,-1-1 137 0,0 4-91 15,-5 2-45-15,-9 0 215 0,-5 2-135 0,-2-2-63 16,-4-2-32-16,-3-4 30 0,3-2-30 0,-2-12 8 16,-1 2-216-16,-2-7 88 0,1-7 45 0,2-6 21 15,2-5-403-15,1-4 221 0,3 0 61 0,-1 0 65 16,2-15-522-16,5-5 267 0,7-6 135 16</inkml:trace>
  <inkml:trace contextRef="#ctx1" brushRef="#br0" timeOffset="140260.43">29252 8443 1042 0,'17'-7'0'0,"10"3"0"0,3 2 0 0,-6-2 0 0,0 2 0 0,-1 0 0 0,-5 2 199 0,-1 0-82 0,-2 0-43 0,-1 10 107 0,-6 0-66 16,0 2-46-16,-5 3 1 15,-1-2-52-15,-2 4 15 0,0-1 8 0,-3 1-90 16,-7-4 41-16,0 0 0 0,-2 0 15 0,-1-3 0 15,2-3 34-15,3 0-8 0,3-1 10 0,-1-3-10 16,4 0-40-16,-1-3 32 0,3 0 24 0,0 0-7 16,0 0-34-16,13 0-11 0,9-3 1 0,-1-4 21 15,3-2 18-15,1 0-323 0,0-1 146 0,2 1 73 16,-3 1-242-16,-3 4 148 16,1-5 49-16</inkml:trace>
  <inkml:trace contextRef="#ctx1" brushRef="#br0" timeOffset="144012.79">27397 7476 377 0,'0'0'0'0,"0"0"0"0,0 0 0 0,0 0 0 0,0 0 0 0,0 0 0 0,-1 0 115 0,1 0-42 16,0 0-19-16,0 0 50 0,0 0-40 0,0 0 0 0,0 0-31 16,0 0 15-16,0 0-15 0,0 0 8 15,0 0-8-15,0 0 9 0,0 0-9 0,0 0 0 16,0 2 44-16,0-2-14 0,0 2-8 16,0-2 28-16,0 2-25 0,0 0 1 0,0-2-27 15,1 1 54-15,2 0-31 0,-1-1 1 0,0 3-24 16,-1-1 52-16,5-2-26 0,-1 0 8 0,0 2-33 15,4-2 33-15,-2 0 0 0,1 2-34 0,-1-2 41 16,3 1 7-16,-2 2-47 0,2-3 18 0,2 2 4 16,-2 1-22-16,4-1 0 15,-1 0 4-15,2-1-4 0,0 2 0 0,0 0 0 16,2-1-40-16,-1 1 0 0,0-2 48 0,2 2-8 16,-4-2-76-16,-1 1 36 0,-1 0 9 0,-1-2-17 15,-3 2 6-15,3-1 1 0,-6 1-54 0,-1-2 37 16,0 2 7-16,-3-2 2 0,1 0-21 0,-2 0 38 15,0 2-12-15,0-2 10 0,0 0 89 0,0 0-42 16,0 0-23-16,0 0 1 0,0 0 95 0,0 0-54 16,0 0-18-16,0 0 12 0,0 0-11 0,0 0 0 15,0-2 9-15,-2 0-224 16,1-1 99-16,-1 1 50 0,2 0-531 0,0 0 268 16,0 2 112-16</inkml:trace>
  <inkml:trace contextRef="#ctx1" brushRef="#br0" timeOffset="145353.75">28025 7260 360 0,'0'0'0'0,"0"-2"0"0,0 1 0 0,0-2 0 0,0 3 0 0,0 0 0 0,0-1 0 0,0 1 156 0,0 0-62 0,0 0-22 0,-2 0-8 16,-5 0 22-16,-2 11-26 0,1 4 0 15,-3 4-28-15,0 0 67 0,-2 5-37 16,0 2-1-16,1 2 49 0,1 1-39 0,-2 1 0 16,3 1 5-16,1 4-9 0,-1 1-34 0,1-2 0 15,1 2 28-15,5-2 0 0,1-9-20 0,2 1-8 16,0-2-39-16,0-3 0 0,3-2 39 0,8-2-111 15,0-2 64-15,1-4 19 0,1 0 0 16,1-4-288-16,2-1 144 0,-1-4 50 0,3 0 43 0,-1-2-304 16,2 0 159-16,0 0 79 0,0-8-63 15</inkml:trace>
  <inkml:trace contextRef="#ctx1" brushRef="#br0" timeOffset="145611.13">28086 7457 439 0,'-1'-11'0'0,"-1"5"0"0,1 2 0 0,1 3 0 0,0-3 0 0,0 0 0 0,0 2 296 0,7 1-136 0,9 1-63 0,4 0 119 15,3 0-91-15,-1 7-47 0,-5 5 57 0,6 4-56 16,-6 1-23-16,-5 0 1 0,1 4-64 0,-3-1 40 16,-3 2 8-16,-4 0-8 0,0-2-24 0,-3 3 24 15,0-1 0-15,-9 1-43 0,-5-4 30 0,-6 5-9 16,-3-5 22-16,1-2-72 0,-4-5 35 0,7 0 1 15,-6-4-146-15,4-3 71 0,-2-1 43 0,5-2 9 16,0-2-231-16,8 0 108 0,-4 0 68 0,7-2 14 16,2-6-99-16,1-1 66 15,4-3 34-15,0-2-173 0,7-1 108 0</inkml:trace>
  <inkml:trace contextRef="#ctx1" brushRef="#br0" timeOffset="145837.07">28300 7482 750 0,'0'-6'0'0,"0"2"0"16,0 0 0-16,-4 3 0 0,-7-1 0 0,5 1 0 0,-4 1 176 0,0 0-72 0,-2 1-36 0,1 12 128 0,-2 5-74 15,0 6-49-15,7-3 1 16,-1 6 73-16,1 1-57 0,6 0-29 0,0-3 6 16,0 5-8-16,0-5-27 0,6 3 1 0,4-6-51 15,1-2 25-15,3 0 8 0,-1-4-185 0,1-1 102 16,-1-4 50-16,4-1 25 0,-4-4-337 0,0-1 165 15,3-5 45-15,-3 0 54 0,2 0-254 0,-2-1 144 16,3-11 71-16,-5-1-71 0</inkml:trace>
  <inkml:trace contextRef="#ctx1" brushRef="#br0" timeOffset="146135.97">28431 7254 896 0,'0'-1'0'0,"0"-1"0"0,0 0 0 0,0-2 0 0,5 0 0 0,2 2 0 0,4-2 0 0,-2 3 248 0,1 1-112 16,-1 0-52-16,-2 0-25 0,0 0 14 0,-1 4 1 0,-3 5-34 0,0 4-92 15,-1-2 42-15,-2 4 21 16,0-2 1-16,-8 2-30 0,-3 4 34 0,-5-7-8 16,2 0-71-16,-1-1 47 0,0-1-1 0,0-2 20 15,3-4-53-15,1 1 28 0,1-1-9 0,1-1 0 16,6-2 143-16,-1-1-55 0,1 0-27 0,3 0 101 15,0 1-53-15,0-1-31 0,3 3-1 0,7-3-11 16,7 0 18-16,9 0-25 0,-3 0 15 0,2 0-10 16,3 0-1-16,-1 0 1 0,-5 0-245 15,0 0 114-15,1 0 52 0,-4 0 33 16,1 0-441-16,-6 0 218 0,-4 9 67 0,1 2-209 16</inkml:trace>
  <inkml:trace contextRef="#ctx1" brushRef="#br0" timeOffset="146329.64">28547 7593 431 0,'-7'0'0'0,"2"2"0"0,-2-1 0 0,5 1 0 0,1 0 0 0,-1 0 306 0,2 2-128 0,0-1-77 15,0 3 87-15,5 1-78 16,9-1-39-16,0-1 1 0,5 1 163 0,-1 2-105 16,2-4-48-16,1-1-25 0,-3 1-64 0,1 0 0 15,-5-2 48-15,3 0-258 0,-7 0 124 0,2 0 64 16,-3-1 30-16,-1-1-343 0,-5 3 157 0,-1-2 46 15,-1-1-90-15,3 0 75 0,-4 0 60 0,0 0 31 16,0 0-111-16</inkml:trace>
  <inkml:trace contextRef="#ctx1" brushRef="#br0" timeOffset="146513.1">28702 7446 506 0,'0'-14'0'0,"0"7"0"0,0 2 0 0,-1 3 0 0,-1 0 0 0,1 0 138 0,-3 2-53 0,2 0-26 0,-1 4 0 16,-4 9 204-16,4 4-107 0,-4 6-66 0,1 1 216 15,-1 5-136-15,-3 0-69 0,0 6-34 0,0-2 65 16,-2-1-55-16,3 1-21 0,-2 1-209 0,2-3 93 16,1-1 47-16,5-4 30 15,0-2-173-15,1-3 94 0,2-4 48 0,0-6 23 16,0-2-477-16,0-5 170 0,5-4 141 0,6 0-212 16</inkml:trace>
  <inkml:trace contextRef="#ctx1" brushRef="#br0" timeOffset="146664.23">28746 7556 766 0,'5'-13'0'0,"0"8"0"0,2-1 0 0,-1 5 0 0,1-1 0 0,0 2 0 0,3 0 0 0,0 0 299 15,0 2-138-15,1 5-63 0,-1 1 70 0,1 2-67 16,-3 1-34-16,0 0 8 0,0 0-243 0,-2 2 100 16,1-2 51-16,-2 2 25 0,1-3-173 0,-3-1 107 15,0-1 41-15,3-1-423 0,-1-3 221 0</inkml:trace>
  <inkml:trace contextRef="#ctx1" brushRef="#br0" timeOffset="146852.72">28993 7412 1213 0,'0'-10'0'0,"0"-1"0"0,0 8 0 0,0 1 0 0,0 0 0 0,0 2 0 0,0 2 0 0,0 14 0 0,0 7 0 0,-5 6 171 0,-9 6-69 0,-2 1-26 15,-5 9 181-15,1 0-113 0,-1 0-55 0,0-1-28 16,1-3-16-16,-4 8-12 0,3-8 0 0,4 1-61 15,1-11 30-15,1 3 0 0,4-8 39 0,-3 1-321 16,3-7 155-16,0-5 80 16,6-6-417-16,0-1 226 0,1-6 46 0,4-2 84 15,0 0-178-15</inkml:trace>
  <inkml:trace contextRef="#ctx1" brushRef="#br0" timeOffset="147145.94">29007 7275 812 0,'11'-13'0'0,"0"4"0"0,5 1 0 0,1-2 0 0,0 1 0 0,2 1 160 15,-3 3-64-15,2 1-32 0,-6 2 135 0,4 2-83 16,-7 0-33-16,5 0-30 0,-7 8-44 0,-2 3 0 16,-1 4 24-16,-4 2 0 0,0 0-113 0,0 2 52 15,-8 0 30-15,0-3-80 0,-6 2 56 0,1-4 27 16,-2 0 1-16,2-3-35 0,0-2-13 0,2 0 26 15,5-3 55-15,-1-2 0 0,5 0-62 0,-2-2 18 16,3 0 136-16,1-2-63 0,0 2-20 0,0-1 5 16,1-1-4-16,13 0-5 0,1 0 4 15,3 0-135-15,-3 0 60 0,5 0 26 16,-4 0 13-16,2-1-171 0,-3 1 80 0,2 0 46 16,-2 0-463-16,-5 0 235 0</inkml:trace>
  <inkml:trace contextRef="#ctx1" brushRef="#br0" timeOffset="147344.41">29423 7361 545 0,'0'0'0'0,"0"0"0"0,0 0 0 0,8 0 0 0,1 0 0 0,0 4 0 0,3 3 430 0,-1 3-199 0,2 3-99 0,1 6 263 16,-2 3-181-16,-2 6-82 0,-3 1-54 0,-4 5 124 15,-1 1-85-15,-2 1-42 0,0 2-69 0,0-3 35 16,-10 3-8-16,-6-4 0 0,2-2-122 0,-7-4 61 15,3-2 30-15,1-5 9 0,-5 1-280 16,6-8 148-16,-4 1 77 0,1-2-578 0,-1-3 295 0,-2-3 139 16</inkml:trace>
  <inkml:trace contextRef="#ctx1" brushRef="#br0" timeOffset="148242.34">29423 8154 149 0,'0'0'0'0,"-1"0"0"0,1 0 0 0,0 0 0 0,0 0 0 0,0 0 19 0,0 0-5 16,0 0 1-16,0 0 62 0,0 0-26 0,0-2 1 16,0 0 27-16,0 2-8 0,0-2-38 0,-2 0 0 15,2 1 37-15,-1-1 1 0,1 1-30 0,-2-2-8 16,0 0 62-16,2 3-31 0,-3-1 0 0,3-1 1 15,-2 2 8-15,2 0-40 0,0-1-1 0,0 1 68 16,0 0-34-16,0 0 0 0,0 0 56 0,0 0-49 16,0 0 0-16,0 0-40 15,0 0 73-15,0 0-37 0,0 0 9 0,0 0-22 16,0 0 0-16,0 0-24 0,0 0 1 0,5 0 76 16,3 0-30-16,3 0-8 0,0 0-38 0,3 1 23 15,-1-1 1-15,-1 0-16 0,3 0 36 0,1 0-22 16,8 0 0-16,-2 0-22 0,7 0 48 0,1 0-16 15,11 0-8-15,-1-1-24 0,7-4 60 0,4 0-29 16,-5 0-1-16,8 1-28 16,2-2-2-16,-2 0 0 0,14 1 0 0,-20-1-35 15,7 1 0-15,1 1 43 0,-1-1-137 0,-5 0 64 16,-4 4 27-16,-11-1-1 0,1 2-142 0,-6 0 63 16,2 0 44-16,-8 0-8 0,-5 0-21 0,0 0 29 15,-2 0-7-15,-9 0 35 0,2 2-9 0,-5-1-9 16,-2 2 8-16,1-3 33 0,-2 0 0 0,0 0-25 15,-2 0-4-15,0 0 116 16,0 0-53-16,0 0-12 0,0 0-9 0,0 0 15 0,0 0-36 0,0 0 18 16,0 0-297-16,0 0 131 15,0 0 68-15,0 0-590 0,-4 0 321 0</inkml:trace>
  <inkml:trace contextRef="#ctx1" brushRef="#br0" timeOffset="150972.51">29695 7704 513 0,'-2'0'0'0,"-3"0"0"0,2 0 0 0,1 0 0 0,2 0 0 0,0 0 0 0,0 0 54 0,0 0-22 15,0 3 1-15,0-1 95 0,2 2-52 0,6-3-21 16,6 4 91-16,-3-2-56 0,10 1-21 0,-7-1 0 16,7 1 7-16,-3-1-22 0,0 3 0 0,1-5-22 15,-3 1-33-15,0-2 42 0,-5 0-8 0,5 0-88 16,-8 0 44-16,8 0 21 0,-11 0 9 0,7 0-86 15,0-2 48-15,-6 1 24 0,5-6-315 0,0 4 156 16,-6-1 44-16,-2 1 16 16,3-2-170-16,-4-1 115 0,-2 3 59 0</inkml:trace>
  <inkml:trace contextRef="#ctx1" brushRef="#br0" timeOffset="151199.93">29820 7531 631 0,'0'-10'0'0,"0"6"0"0,-1 2 0 0,1 1 0 0,-2-1 0 0,-3 2 0 0,0 0 182 16,2 8-75-16,0 6-37 0,-1 9 57 0,-1-1-48 15,1 7-14-15,4 1-9 0,-3 2 82 0,3 0-53 16,0-2-26-16,0-1 0 0,0-2-57 0,2 3 31 16,1-6 0-16,0-1-114 0,3-2 57 0,-3-1 29 15,1-2 7-15,-3-3-234 16,2-5 123-16,-3 0 32 0,0-5 41 0,0-1-182 0,0-2 95 0,0-2 0 15,0 0 43-15,0 0-10 16,0-6 23-16</inkml:trace>
  <inkml:trace contextRef="#ctx1" brushRef="#br0" timeOffset="151544.57">29951 7504 942 0,'9'-11'0'0,"2"3"0"0,-5 3 0 0,10-3 0 0,-1 1 0 0,3-1 0 0,6 5 0 0,-8 1 132 0,6 2-41 0,0 0-34 16,-4 7 26-16,-2 5-25 0,-2 3 0 0,-1 5-17 15,-8 3 12-15,-1 4-20 0,-4-2 0 0,0 5-65 16,-9 6 33-16,-7-6 8 0,-8 7 24 0,-2-5-81 16,6-4 40-16,-13 2 0 0,14-9-38 0,-5-4 24 15,0 0 17-15,3-7-11 0,3-2-2 0,1-8-2 16,0 3-1-16,12-3-3 0,-6 0 85 15,6 0-32-15,-1 0 0 0,6 0 150 0,0-3-83 16,0 0-28-16,9-2 61 0,1-3-43 16,15 3-27-16,-1-1 8 0,0 0-9 0,0 2-17 15,6 0-9-15,0 1 1 0,-9 1-35 0,9 0 1 16,-9 2 33-16,3 0 9 0,-1 0-192 0,-2 0 81 16,-3 0 50-16,-1 0-369 0,-3 0 192 0,-1 2 58 15,-4 0 21-15,0 0-242 0,-3-2 164 0,3 0 82 16</inkml:trace>
  <inkml:trace contextRef="#ctx1" brushRef="#br0" timeOffset="151745.04">30309 7549 960 0,'-5'-8'0'0,"5"7"0"0,-3-1 0 0,3 2 0 0,0 0 0 0,0 0 0 0,3 0 0 0,7 0 187 0,4 8-78 0,-1 3-37 0,4 2 226 16,-2 2-132-16,0 0-58 0,-2 2-42 0,1-1 27 15,-6 4-29-15,2-3-1 16,-5-1-181-16,2 0 83 0,-5-1 30 0,-1 0 0 16,1-5 38-16,-2-1 0 0,0-3-1 0,0-2 9 15,0-2-445-15,0-2 206 0,2 0-14 0,-1-2-340 16</inkml:trace>
  <inkml:trace contextRef="#ctx1" brushRef="#br0" timeOffset="151952.51">30541 7459 893 0,'1'-11'0'0,"1"7"0"0,-1 3 0 0,-1-2 0 0,2 3 0 0,-2 0 0 0,0 0 0 0,0 6 158 16,0 9-62-16,0 8-32 0,0 1 254 0,-6 6-147 15,-7 2-69-15,-1 7-35 0,0-1 185 0,-1 0-110 16,0-6-46-16,-3 8-16 0,1-2-31 0,-1-2 8 16,2-4-25-16,0 0-45 0,0-2 30 0,2-2-7 15,3-7 23-15,1 0-251 0,1-5 126 0,1-5 62 16,5 0-384-16,1-5 207 0,1-3 49 15,1-2 71-15,0-1-298 0,0 0 177 0,6-7 79 16,5-10 52-16</inkml:trace>
  <inkml:trace contextRef="#ctx1" brushRef="#br0" timeOffset="153863.72">30744 7328 605 0,'-5'-8'0'0,"2"5"0"0,-2-1 0 0,4-1 0 0,-1 3 0 0,0-3 0 0,2 2 0 0,0-1 0 0,0 0 138 0,0 2-52 0,0 0-27 0,0 1 24 15,0-1-17-15,0 0-8 0,4 2-25 0,2 0 25 16,-1 0-25-16,1 0 0 0,4 7 8 0,-4 3-21 16,0 0 12-16,-1 4 1 0,0-1-47 0,1 0 24 15,-4 2 8-15,-1 0 14 0,-1 0-68 0,0 2 33 16,0-2 1-16,-9 0-10 0,-1-1 10 0,-2-1-5 16,-2-4 3-16,-1 1 39 0,-1-1-8 0,3-5-15 15,1-1 82-15,2 1-41 0,1-4 3 0,4 2-39 16,-1-2 163-16,4 0-75 15,1 0-21-15,1 0-29 0,0 0 59 0,9 0-41 16,12 0 1-16,7-2-63 0,4-2-9 0,12-2 31 16,-4 1 0-16,3-1-119 0,0 3 60 0,-7-1 37 15,4 2-7-15,1 2-571 0</inkml:trace>
  <inkml:trace contextRef="#ctx1" brushRef="#br0" timeOffset="155134.23">31099 8156 486 0,'-3'0'0'0,"0"0"0"0,-3 0 0 0,1 0 0 0,4 1 0 0,-3-1 0 0,4 0 0 0,-3 2 0 0,3-2 0 0,0 0 180 0,0 0-74 0,0 0-36 0,0 0-1 16,0 0 121-16,0 0-71 0,5 0-47 0,2 0 99 15,3 0-69-15,-2 0-35 0,0 4 0 16,5-2 50-16,-4 2-46 0,0 2 0 15,1-3-13-15,-2 1-26 0,0-2 9 0,1 2-8 16,0-2-29-16,-3 0-1 0,2-2 30 0,-1 0 0 16,3 0-119-16,-3 0 55 0,3 0 32 0,0 0-321 15,-2 0 164-15,2 0 55 0,-3 0 49 0,2 0-375 16,-3 0 198-16,2 0 98 0,-4 5-87 0</inkml:trace>
  <inkml:trace contextRef="#ctx1" brushRef="#br0" timeOffset="155319.73">31017 8464 662 0,'-5'5'0'0,"-1"3"0"0,4 2 0 0,2-3 0 0,0-2 0 0,0-3 0 0,0 0 215 0,0-2-96 0,0 1-42 0,8 2 274 0,2 0-159 0,4-2-79 16,1-1-33-16,3 0 110 0,-1 0-79 0,3 0-40 15,-1 0-169-15,0 0 65 16,0 0 41-16,3 0-8 0,-2 0-137 0,0 0 84 15,0 2 44-15,-2 2 20 0,1 1-539 0</inkml:trace>
  <inkml:trace contextRef="#ctx1" brushRef="#br0" timeOffset="156147.31">31563 8464 454 0,'-3'0'0'0,"-2"0"0"0,3 0 0 0,-3 0 0 0,3 0 0 0,2 0 0 0,-2 0 0 0,1 0 218 0,1 0-92 0,0 0-39 0,0 0 131 0,0 0-93 16,0 0-46-16,0 0-23 0,1 2 151 15,10 1-79-15,2-1-51 0,0 2-23 0,4 0 110 16,4-2-66-16,5-2-33 0,2 0 183 0,6 0-112 16,1 0-51-16,7 0-26 0,1-2 118 0,6-7-72 15,2-1-28-15,1-1 72 0,2 1-58 16,3-1-29-16,-3 4 0 0,-1 1 11 0,2 2-32 0,4 0-9 16,-2 3 1-16,-1-1-33 0,-1 0-1 15,-4 2 34-15,3 0-113 0,-3 0 52 16,-3 0 31-16,-3 0 0 0,-3 0-147 0,-7 4 83 15,1-1 16-15,-4 3-139 0,0 0 87 0,-2-1 17 16,-6 1 30-16,-2-2-82 0,1-1 42 0,-5 0 32 16,-1-2 1-16,-2-1-8 0,-4 0 32 0,-3 0 0 15,0 0-61-15,-3 0 34 0,-2 0 0 0,-3 0 28 16,4 0-197-16,-2-1 99 0,-2-2 40 0,0 0 32 16,0-3-358-16,0 2 191 0</inkml:trace>
  <inkml:trace contextRef="#ctx1" brushRef="#br0" timeOffset="156556.87">31414 8826 678 0,'-11'0'0'0,"-2"0"0"0,5 0 0 0,0 0 0 0,5 0 0 0,-3 2 0 0,1 4 0 0,-3 3 0 0,3 5 59 0,-1 1 1 16,-3 5-27-16,2-1 109 0,-1 3-55 0,0-1-19 15,-3 6 49-15,6-7-42 0,-3 3-22 0,3 0 1 16,-2-3 29-16,5 0-17 0,2-1-8 0,0 0-64 16,0-2 39-16,0-2-1 0,2 0 1 15,9-4-158-15,2 0 74 0,1-1 43 16,2-4 20-16,3-3-358 0,6 1 177 0,-6-4 55 15</inkml:trace>
  <inkml:trace contextRef="#ctx1" brushRef="#br0" timeOffset="156784.29">31539 8911 865 0,'7'-14'0'0,"8"11"0"0,9 1 0 0,0 2 0 0,3 0 0 0,0 0 0 0,0 0 256 15,-5 0-115-15,-1 8-54 0,5 5-27 0,-8-2 198 16,-1 4-113-16,-3 2-48 0,-5 2-21 0,-1-1-21 16,-8 3-1-16,0 2-21 0,0-3-112 0,-6 6 52 15,-10-1 30-15,-5-2-192 0,-2 1 111 0,-3-3 55 16,0-3 37-16,1 0-183 0,-2-4 41 0,2-1 65 16,1-1-284-16,6-6 157 0,-2-1 70 15,1-3 48-15,8-2-191 0</inkml:trace>
  <inkml:trace contextRef="#ctx1" brushRef="#br0" timeOffset="157001.87">31930 8836 650 0,'-7'0'0'0,"-5"0"0"0,4 7 0 0,-2 11 0 0,-2-2 0 0,-1 4 0 0,-8 7 450 0,7 1-208 0,-2 2-105 16,5-2-52-16,4-1 123 0,2-4-79 0,3 4-52 15,2-4 122-15,0-1-83 0,0-1-41 0,11-2-22 16,0-1-39-16,2-2-9 0,6-1 28 0,-2-4-226 16,1 0 113-16,2-3 56 0,2-2 37 0,-2-5-490 15,3-1 243-15,1 0 122 0,-3 0-8 0,3-1-178 16,-5-11 124-16</inkml:trace>
  <inkml:trace contextRef="#ctx1" brushRef="#br0" timeOffset="157274.68">32116 8674 926 0,'9'-24'0'16,"7"14"0"-16,3 9 0 0,5-1 0 0,-4 0 0 0,-5 0 0 0,-3 2 122 0,-2 0-50 0,-2 0-18 0,-3 9 68 16,-2 3-45-16,-3 6-22 0,0 5-74 0,0 2 35 0,-13-1-9 0,-6 2 26 15,0-3-81-15,-3-1 39 16,0-1-1-16,6-6 46 0,-3 0-57 0,1-2 20 15,1-4 0-15,7-3 42 0,-1 0-25 0,7-3-28 16,2-3 22-16,0 1 177 0,2-1-84 0,0 0-37 16,2 0-22-16,10 0 62 0,3 0-41 0,10 0 1 15,0 0 3-15,2-1-37 0,-1 0 1 16,-2-4 8-16,3 2-249 0,-5 1 120 0,-1 0 60 0,1 2-515 16,-5 0 268-16,-4 0 96 0</inkml:trace>
  <inkml:trace contextRef="#ctx1" brushRef="#br0" timeOffset="157448.73">32122 9089 625 0,'-2'3'0'0,"2"0"0"16,0-1 0-16,2-2 0 0,11 0 0 0,6-2 279 0,0-1-127 0,3-4-59 0,4 2 285 0,-1 1-173 16,0-1-86-16,-1 2-35 0,-2 0 9 15,2 1-30-15,-3 0 0 0,-4 2-259 16,-4 0 114-16,-2 0 66 0,1 0 20 0,-3 0-396 15,-1 0 213-15,-4 0 105 0,1 0 54 0,-3 0-535 16</inkml:trace>
  <inkml:trace contextRef="#ctx1" brushRef="#br0" timeOffset="157630.87">32392 8868 911 0,'0'-7'0'0,"0"4"0"0,0 2 0 0,0 1 0 0,0 0 0 0,0 0 0 0,0 1 0 0,0 13 373 0,0 8-170 15,0 1-85-15,-2 3 96 0,-7-4-82 0,1 10-54 16,-2-2-23-16,-2 0 74 0,-1 0-48 0,3-2-24 16,-1-5 8-16,2 7-263 0,1-9 115 0,1 2 58 15,1-5-356-15,1-3 207 0,4-3 101 0,1-1 47 16,0-4-502-16,0-3 248 0</inkml:trace>
  <inkml:trace contextRef="#ctx1" brushRef="#br0" timeOffset="157818.12">32482 8910 1223 0,'0'-10'0'0,"3"4"0"0,10 4 0 0,3 2 0 16,-1 0 0-16,-2 0 0 0,-1 0 184 0,-1 0-76 0,0 0-38 0,2 8 249 0,-1 2-144 16,-2 0-62-16,0 2-45 0,0-1-85 15,-3 2 25-15,1-2-1 0,-2 1-359 16,-1-3 201-16,-3 4 87 0,4-1 49 0,-5-4-234 15,1 2 135-15,0-1 68 0,-1-5-544 0</inkml:trace>
  <inkml:trace contextRef="#ctx1" brushRef="#br0" timeOffset="158031.54">32757 8815 722 0,'3'-4'0'0,"-1"3"0"0,1 1 0 0,0 0 0 15,-1 7 0-15,-2 8 0 0,0 10 401 0,-5 5-183 0,-9 9-93 0,-4 2 270 0,-2 2-173 0,-4 1-99 16,3 1-45-16,-3-1 65 0,-1 2-55 0,1-3-28 16,0 3-58-16,-1-2 31 0,1 3-1 0,-1 0 1 15,1-3-175-15,3-7 96 0,1-3 35 0,-1-4 22 16,10-10-325-16,-2-3 124 0,2-8 101 16,6-1-392-16,-1-6 228 0,4-2 110 0,2 0 55 15,0-17-292-15</inkml:trace>
  <inkml:trace contextRef="#ctx1" brushRef="#br0" timeOffset="158318.81">32790 8800 790 0,'16'-24'0'0,"3"6"0"0,6 9 0 0,4 2 0 0,-5-3 0 0,0 5 0 0,-7 0 0 0,-5 4 0 0,-1 1 321 0,0 0-144 0,0 1-72 0,-3 11 4 16,-8 1-42-16,0 6 0 0,0 5-34 0,0-1-80 15,-13 2 41-15,-6-2 7 0,1-2 32 0,-2 0-92 16,5-4 46-16,-3 0 23 0,1-4-34 0,2-2 19 16,0-3-5-16,5-5-8 0,0 4 33 0,3-5-39 15,6-2 28-15,-5 1 87 16,6-1 35-16,0 0-53 0,0 0-30 0,0 0 47 0,4 0-32 0,6 0 8 16,6 0-66-16,1 0 3 15,0 0 30-15,1 0-1 0,1 0-381 0,-1 0 183 16,2 0 89-16,-5 0 32 0,2 0-237 0,-4 3 102 15,4 0 81-15,-9-3-329 0,3 0 203 0</inkml:trace>
  <inkml:trace contextRef="#ctx1" brushRef="#br0" timeOffset="158519.28">33116 8911 644 0,'3'-4'0'0,"3"4"0"0,1 0 0 0,1 0 0 0,-2 0 0 0,3 0 0 0,-2 10 0 0,2 8 528 0,-2 3-239 0,-2 9-133 0,-1 0-61 16,-4 4 253-16,0 1-157 0,0 2-79 15,-9 1 44-15,-6 4-66 0,-2-5-29 0,-2 3 1 16,-5-2-55-16,0-1 26 0,-1-5 8 0,-5 6-172 16,7-12 82-16,-5 2 41 0,1-6 20 0,3-4-306 15,5-5 121-15,-2-4 93 0,4-4-383 0,1-3 215 16,2-2 108-16,3 0 54 0,6-9-242 16,-1-7 152-16,6-11 72 0</inkml:trace>
  <inkml:trace contextRef="#ctx1" brushRef="#br0" timeOffset="158789.56">33249 8853 1345 0,'8'-17'0'0,"5"9"0"0,11 2 0 0,-2 1 0 0,-3 1 0 0,-5 2 0 0,-1 1 0 0,-1 1 0 0,1 0 0 0,-3 5 150 0,-1 6-59 0,-4 6-29 15,-2 2 16-15,-3 6-45 16,0-1 0-16,-5-2 0 0,-7 1-117 0,-6-3 59 15,6-3 37-15,-6 0-27 0,-1-1 24 0,3-5 0 16,0-4 23-16,7-3-78 0,-1 0 12 0,1-2 25 16,6-2-36-16,-1 0 129 0,4 0-56 0,0 0 1 15,0 0 172-15,0 0-94 0,7 0-32 0,9-4-27 16,7-2 15-16,-3 1 1 16,0 1-23-16,4 0-250 0,0 2 123 0,0-1 60 15,4 1 29-15,-4 2-265 0,1 0 128 0,4 0 72 16</inkml:trace>
  <inkml:trace contextRef="#ctx1" brushRef="#br0" timeOffset="160542.2">31517 7889 633 0,'0'-4'0'0,"0"-4"0"0,0 3 0 0,0 4 0 0,0-1 0 0,0 0 0 0,0 2 0 0,0 0 33 16,0 0 0-16,0 0-1 0,9 5 130 0,1 3-57 16,-2 1-40-16,5 3 37 0,-2-4-35 0,-1 4 0 15,2-2-34-15,-1 1 44 16,-1-2-7-16,1 2-38 0,-3-1 1 0,2-1-33 0,0-1 1 16,0 1 40-16,-4-1-172 0,1-3 82 15,2 3 41-15,-1-3 0 0,-1 1-346 0,-1 0 178 16,5-3 55-16</inkml:trace>
  <inkml:trace contextRef="#ctx1" brushRef="#br0" timeOffset="161786">31741 7777 515 0,'1'-10'0'0,"1"2"0"0,0 5 0 0,-1 1 0 0,-1 1 0 0,3-1 0 0,-3-1 0 0,0 3 179 0,0 0-73 15,0 0-36-15,0 0 7 0,0 9 39 0,0 9-41 16,-4 2-21-16,-3 5 117 0,-4 1-69 0,3 5-26 15,-3-4-9-15,-3 3 0 0,1 0-1 0,-3 1-33 16,2-2 8-16,-2 0 21 0,0 1-29 0,-1-2 0 16,1-3-81-16,0 2 41 0,5-6 8 0,-1-1 32 15,3-3-152-15,1-3 76 0,5-3 18 0,0-3-164 16,1 0 81-16,-2-5 54 16,4 1-1-16,0-2-76 0,0-2 30 0,0 0 39 15,9 0-24-15,4 0-176 0</inkml:trace>
  <inkml:trace contextRef="#ctx1" brushRef="#br0" timeOffset="162189.28">31938 7589 768 0,'-2'-14'0'0,"2"11"0"0,0 1 0 0,0-1 0 0,0 0 0 0,0-1 0 0,5 0 114 16,7-1-40-16,1 3-1 0,0-1 117 0,6 0-78 15,-6 1-32-15,6 2-8 0,-8 0-5 0,0 0 0 16,0 0-35-16,-3 6-93 0,-6 4 55 0,2 3 16 15,-4 7-1-15,0 1-84 0,-15 4 53 0,-6 1 28 16,0 0-114-16,-1 0 47 0,-2-4 37 0,5-2-11 16,2-5-6-16,2-2 0 0,3-5 31 0,4-1-42 15,3-3 156-15,3-3-59 16,2-1-28-16,0 0 163 0,0 0-88 0,12 0-29 16,11-1-27-16,6-8 158 0,3-3-82 0,4-1-21 15,-1 0-91-15,0 2 0 0,0-2 33 0,-5 3 0 16,2 2-120-16,-6 5 69 0,-1 1 21 0,-1 2 0 15,-5 0-495-15,-5 5 219 0</inkml:trace>
  <inkml:trace contextRef="#ctx1" brushRef="#br0" timeOffset="162353.41">32077 8054 1301 0,'-9'-1'0'0,"8"-1"0"0,1 0 0 0,0 0 0 0,0 0 0 15,0 0 0-15,4-3 0 0,12-1 189 0,0-4-78 0,6 1-39 0,0 2 89 0,-4-1-56 16,6 0-40-16,-2 3 0 0,2 0-124 0,-2 2 46 16,0 0 23-16,2 1-437 0,0 2 226 15</inkml:trace>
  <inkml:trace contextRef="#ctx1" brushRef="#br0" timeOffset="162582.54">32463 7784 976 0,'14'-10'0'0,"4"5"0"0,6 5 0 0,4 0 0 0,-2 0 0 0,-4 0 0 0,-1 6 0 0,-2 5 75 0,-5 2-42 15,2 4 0-15,-2 5 414 0,-6 1-207 16,-8 1-104-16,0 5-41 0,0 3-36 0,-11-3 0 16,-14 5-26-16,-2-1-106 0,4-7 61 0,-13 5 18 15,4-3 0-15,4-5-135 0,0 1 81 0,-2-6 40 16,5-3-286-16,-5-2 147 0,8-4 28 0,1-3 54 15,10-5-242-15,0-1 138 0,7 0 59 0,4-5-46 16,2-12 61-16,11-4 32 0</inkml:trace>
  <inkml:trace contextRef="#ctx1" brushRef="#br0" timeOffset="162784.04">32843 7756 764 0,'4'-2'0'0,"-4"2"0"0,0 0 0 0,-15 9 0 0,-9 9 0 0,-8 2 0 0,0 6 129 15,-1 6-48-15,1 1-24 0,7-4 264 0,2 7-148 16,3-3-71-16,10-1-34 0,1 0 139 0,9-3-87 16,0-5-35-16,3 4-90 0,8-4 38 0,5-1 0 15,6-4 0-15,2 0-51 0,1-4 34 16,1-1-8-16,1-6-278 0,0-2 152 16,0-2 75-16,-7-2 38 0,3-2-533 0,1 0 261 15,-7 0 87-15,-6-10 79 0</inkml:trace>
  <inkml:trace contextRef="#ctx1" brushRef="#br0" timeOffset="163023.4">32962 7649 991 0,'11'-19'0'0,"2"11"0"0,4 7 0 0,1 1 0 0,-1 0 0 0,-4 0 120 0,-5 0-40 0,1 0-30 15,-1 7-1-15,-3 6 67 0,-3 6-42 0,-2 3-21 16,0 7 23-16,-13-1-43 0,-3 0-1 0,1-1 1 15,-2-3-57-15,4-6 37 0,1 2-9 0,1-4 97 16,3-2-35-16,3 1 1 0,3-7-34 0,-2 1 8 16,4-2-8-16,0-1 0 0,7-1-16 0,8-2 16 15,10-3 0-15,-1 0 8 0,6 0-3 16,-1 0-5-16,1-5-1 0,-2 0 1 16,-2 3-400-16,-2 0 184 0,6 1 97 0,-5-2-614 15</inkml:trace>
  <inkml:trace contextRef="#ctx1" brushRef="#br0" timeOffset="170407.14">9204 9403 650 0,'-6'-8'0'0,"3"5"0"0,0 1 0 0,1-2 0 0,0 2 0 0,2 0 0 0,-1 2 215 0,1-1-91 16,0 1-46-16,0-2 89 0,1 1-71 0,11-2-31 16,3-1-1-16,4 0 109 0,4-2-70 0,-3 5-28 15,3-3-7-15,-1 2 13 0,0 0-25 0,1 2 1 16,-3 0 14-16,-3 0 9 0,-1 0-48 0,-1 0-37 15,-5 2-1-15,0 2 39 16,-2-1 0-16,-3 1-127 0,0-2 60 0,-3 0 33 16,-1-2 0-16,1 2-193 0,-2-2 88 0,0 0 61 15,0 0-4-15,-2 0-34 0,-9 0 9 0,-2 0 29 16,-3 4-91-16,2-1 43 0,-5 0 34 0,3-2 0 16,-4 3 94-16,5-2-34 0,0 2 0 0,6-3 215 15,-2 3-112-15,3 0-64 0,0 2-14 0,5-1 255 16,1 4-118-16,0 5-42 0,2 1-51 15,0 7 65-15,2 3-52 0,3 3-24 16,3 2 149-16,2 5-80 0,-1 3-51 0,0 3 43 16,-4 0-44-16,2-3-21 0,-4-2 0 0,1 4-72 15,0 4 21-15,-2-4 0 0,-2-6 29 0,0 3-205 16,0-1 103-16,0-8 58 0,-4 4 19 0,-2-11-212 16,-9-2 105-16,2-5 19 0,-1-4 24 0,-2-3-16 15,1-1 27-15,0-6 117 0,0 2-50 0,5-2-19 16,1 0-35-16,1 0 301 0,3 0-138 0,3 0-55 15,2 0-39-15,-2 0 269 16,2 0-137-16,0 0-57 0,9 0-44 0,5 2 7 16,4 0-22-16,1 0 1 0,2 0 111 0,-1 1-165 15,3-1 0-15,0 2 0 0,-2 0 0 0,1-3 0 16,-1 2 0-16,0-1-480 0,-3-2 287 0,3 3 70 16,-2-3 66-16,1 0-648 0,-1 0 336 0,1 0 160 15,1 0-459-15,2-3 317 0</inkml:trace>
  <inkml:trace contextRef="#ctx1" brushRef="#br0" timeOffset="170581.67">9679 9662 1075 0,'0'-2'0'0,"0"0"0"0,0 1 0 0,1-1 0 0,3 0 111 0,4 2-39 0,1 0 8 0,2 0 376 15,3-2-212-15,-1 2-106 0,2-2-52 0,2 2 217 16,0-2-128-16,-2 2-74 0,2-2-35 0,-1 2-175 15,0-2 71-15,-2 2 35 0,0 0-547 0,1 0 287 16,-3 0 148-16,-3 2-333 0</inkml:trace>
  <inkml:trace contextRef="#ctx1" brushRef="#br0" timeOffset="170729.98">9792 9861 1995 0,'-11'11'0'0,"1"0"0"0,4-4 0 0,1 0 0 0,-1-3 0 0,5-2 0 0,-1-2 0 0,2 0 0 0,0 2 192 0,0-2-79 0,7 0-40 0,8 0 313 16,2 0-169-16,1-2-96 0,1-2-88 0,6-6 0 16,-2-1 0-16,-1 1-1 0,-2 2-660 0,5-2 325 15,1 4 169-15</inkml:trace>
  <inkml:trace contextRef="#ctx1" brushRef="#br0" timeOffset="171982.16">10791 9358 442 0,'0'-4'0'0,"0"0"0"0,0 0 0 0,1-2 0 0,2 3 0 0,-1-2 0 0,-2 1 130 0,2-2-53 0,-2 1-22 16,0-2 96-16,0-2-59 0,0 0-30 0,0-1 39 16,0-3-38-16,0 1 0 0,0-2-30 0,0 1 48 15,0-2-24-15,0-3 8 0,0 4-32 0,-2-3-2 16,0 0 2-16,-1 0 0 0,0 0-21 0,-1 1 8 16,-1-1 13-16,1 3 0 0,-3 2-1 0,-2 0 1 15,2 3 0-15,0 3 49 0,-2 1-9 16,-3 0-40-16,1 5 0 0,0 0 22 15,-1 0 1-15,-1 7-15 0,2 6-8 0,1 4 32 16,1 1-1-16,2 7-31 0,1 1 38 0,6-4-30 16,0 10-8-16,0-1 0 0,0 2 30 0,3 2 1 15,9 7-31-15,-3-4 35 0,2 12-35 0,-1-2 0 16,-1 1 0-16,-3 1-2 0,-1 0 2 0,0-8 8 16,-1 11-8-16,-3-10-29 0,1-7 29 0,-2 3 0 15,0-3-45-15,0-8 31 0,0 2-15 0,-2-8 28 16,-3-3-95-16,-3-2 37 15,0-4 19-15,1-6-185 0,-2 1 92 0,-1-4 52 16,3-2 13-16,-2-2-376 0,0 0 179 0,4 0 91 16,-1-2 58-16,3-11-161 0,3-2 105 0,0-6 54 15,2 0-369-15,7-5 203 0</inkml:trace>
  <inkml:trace contextRef="#ctx1" brushRef="#br0" timeOffset="172258.44">11037 9358 811 0,'10'-29'0'0,"-1"1"0"0,-4 5 0 0,-1-4 0 0,-4 4 0 0,0-1 0 0,0 1 127 0,0 2-47 0,-4 3-23 0,-1 3 129 15,-4 0-67-15,0 3-48 0,2 5 0 0,-2 1 58 16,0 4-48-16,-5 2-24 0,3 0 22 0,-2 2-8 16,0 14-38-16,0 2-1 0,-2 4 88 0,4 6-43 15,-1-3-14-15,3 7 103 16,3-2-67-16,3 4-33 0,1 0 0 0,2 0 119 15,0 1-68-15,0 1-46 0,2-2-1 0,5 1 37 16,0-1-37-16,0 0 0 0,2 0-64 0,-4-2-8 16,1-1 35-16,-3-1 0 0,-1 1-240 0,0-3 119 15,0-3 69-15,-2 4-489 0,0 0 255 0,0-3 83 16,0-2 78-16,-4 2-464 0,-1-3 254 0,-3 8 138 16</inkml:trace>
  <inkml:trace contextRef="#ctx1" brushRef="#br0" timeOffset="172481.9">10785 10175 679 0,'-4'0'0'0,"1"4"0"0,3-2 0 0,-2 3 0 0,2-1 189 0,0 3-78 0,0 3-31 0,0 1 421 16,0 2-234-16,0 4-117 0,2-1-59 0,1 5 257 15,1 2-150-15,2 3-86 0,-5-2-40 16,4 1-8-16,-3-3 0 0,0 1-31 15,-1-1-280-15,1-1 136 0,0-2 72 0,0-4-198 16,0-5 135-16,-2-1 67 0,0-4 43 0,0-3-9 0,0-2-629 16,0 0 279-16,0 0-127 0,-4-13 214 15</inkml:trace>
  <inkml:trace contextRef="#ctx1" brushRef="#br0" timeOffset="172760.9">10725 10184 1057 0,'-7'-11'0'0,"3"3"0"0,0 1 0 0,-1-1 0 0,3 1 0 0,-1 1 0 0,1 1 404 0,2-3-187 0,0 2-91 0,2-4 99 16,7 5 50-16,5-2-126 0,3-1-57 16,5 1-30-16,3 1 135 0,5 2-81 0,0-1-34 15,2 2-29-15,2 2 24 0,-2 1-23 0,-1 0 1 16,-4 0-66-16,-3 9 30 0,5 6-8 0,-8 2 22 16,-3 4-64-16,-4 2 31 0,-5 9 1 0,-4-3 40 15,-3 6-66-15,-2 2 29 0,-2 4-17 16,-9-9 0-16,-8 8 37 0,3-10-20 0,-7 1-13 15,-2 0 4-15,-3-5 11 0,0-4 3 16,-2-3-87-16,-2-2 43 0,0-4 19 0,0-3 1 0,0-3-169 16,4-5 88-16,6-2 36 0,1 0 22 0,4 0-265 15,6-4 135-15,5-7 68 0,5-6 34 0,1 0-471 16,3-4 244-16</inkml:trace>
  <inkml:trace contextRef="#ctx1" brushRef="#br0" timeOffset="178668.42">11601 9204 867 0,'0'-8'0'0,"0"5"0"0,0 0 0 0,-4 3 0 0,-2 0 0 0,0 0 0 0,-3 17 0 0,0 6 130 16,-1 13-53-16,3 5 102 0,-1 4-74 0,1 6-36 16,3 0 0-16,2 1 39 0,2-1-42 0,0-3 0 15,0-6-34-15,2-7 60 0,11 1-30 0,2-4 9 16,2-6-38-16,-1-3-65 0,4-3 33 16,-1-2 0-16,-5-3-231 0,7-4 139 15,-4-3 57-15,0-3-427 0,-1-5 206 0,2 0 120 16,-4-2 15-16</inkml:trace>
  <inkml:trace contextRef="#ctx1" brushRef="#br0" timeOffset="178958.64">11792 9131 741 0,'4'-12'0'0,"3"5"0"0,5 0 0 0,1 1 0 0,-1 0 0 0,4 2 0 0,3 2 304 0,-1 0-135 0,3 2-69 16,0 2 161-16,1 16-118 0,-1-1-55 0,-5 6-12 15,2 4-22-15,-7 1 1 0,-1 4-14 0,-7 2-83 16,-1 1 38-16,-2 0 0 0,0 0 37 0,-14-3-55 16,2-2 35-16,-6-3-8 0,0-6 28 0,1-9-144 15,-5-2 28-15,-4-5 51 0,5-5-66 0,-6 0 48 16,4-8-1-16,3-5 46 16,3-2-18-16,2-1 9 0,2-1-12 0,5-1 121 0,5 4-50 15,1-1-27-15,2 2 11 0,0 1 21 16,5 1-15-16,9-1-3 0,4 5-2 0,5-2-56 15,2 5 17-15,-2 0 21 0,2 1-290 0,7 0 138 16,-4 2 63-16,2-1-394 0,0 2 220 0</inkml:trace>
  <inkml:trace contextRef="#ctx1" brushRef="#br0" timeOffset="179235.47">12224 9018 987 0,'0'0'0'0,"0"0"0"0,0 0 0 0,0 0 0 0,-4 9 0 0,-6 8 0 0,3 6 0 0,2 5 323 0,1-1-138 0,2 4-80 16,2-1-36-16,0 0 83 0,0-1-60 0,9-5-30 16,3-3 36-16,3-2-36 0,2-5-1 0,1-2-152 0,1-5 62 15,1-3 39-15,0-4-8 16,-1 0-157-16,-1-10 94 0,-3-9 47 0,-2-3 23 16,-1-4-205-16,-6-2 99 0,-1-3 5 0,-3-2 39 15,-2-1-51-15,0-1 35 0,0 1-11 0,-7 0 70 16,-5 2-1-16,-1 2-21 0,-3 5 64 15,2 10-32-15,-1 0-6 0,-2 8-27 0,0 4 125 0,0 3-55 16,0 0-15-16,2 8 0 0,2 11-8 0,0 5-24 16,6 1 42-16,-2 3-38 0,8 0-332 15,1 1 159-15,0-5 66 0</inkml:trace>
  <inkml:trace contextRef="#ctx1" brushRef="#br0" timeOffset="179465.37">12038 9311 946 0,'-9'0'0'0,"-1"-1"0"0,5-6 0 0,1-4 0 16,4-2 0-16,2-4 131 0,15 0-42 0,7 0-32 0,6-1 103 0,10-5-64 0,-5 7-32 15,-1 3 0-15,2 4 37 0,-3 5-39 16,-1 4 1-16,-2 0-30 0,-3 12-24 0,-3 7 24 16,-1 1 8-16,-5 5 42 0,0 1-25 15,-2-2 0-15,-2 2-20 0,0-3-5 0,0-4 8 0,-1 2-8 16,1-3-75-16,2-4 37 0,-2-3 1 0,4-2 37 15,-1-3-282-15,1-3 118 0,0-3 71 0,0 0 37 16,-3 0-445-16,2-2 221 16,-5-4 82-16</inkml:trace>
  <inkml:trace contextRef="#ctx1" brushRef="#br0" timeOffset="179704.74">11764 9647 1330 0,'-25'2'0'0,"13"2"0"0,6 0 0 0,4-3 0 0,2-1 0 0,0 2 0 0,15 0 0 0,11-2 0 0,17 0 343 0,6 0-155 0,13-11-78 0,4-4 124 0,-6 0-93 0,15-6-58 16,-12 4-25-16,-11 2 14 15,4 2-39-15,-10 3 0 0,-5 5 8 0,0-1-131 16,-8 3 61-16,-3 1 31 0,-9 2-338 0,-4 0 185 15,-5 0 99-15,-5 0 39 0,-5 2-577 0,-2 9 280 16,0 2 132-16</inkml:trace>
  <inkml:trace contextRef="#ctx1" brushRef="#br0" timeOffset="179996.96">11942 9816 825 0,'-5'0'0'0,"3"0"0"0,2 0 0 0,0 0 0 0,6 0 0 0,8 0 0 0,5 0 166 0,6 0-67 0,3 0-32 16,0 0-1-16,-2 8 171 0,0 7-94 0,-1 3-59 16,-4 5 1-16,-5 3-27 0,-4 0 1 15,-4 3-117-15,-7-3 53 0,-1 8 15 0,0-6 0 0,-5 1-92 16,-12 0 57-16,-4-4 28 16,-3-5 10-16,-4-3-38 0,-2-2-6 0,0-6 26 15,-2-5-97-15,0-4 51 0,5 0-4 0,-5 0 39 16,4-7-7-16,5-7 10 0,2-2-8 0,9 2 77 15,-1-4-31-15,5 1 7 0,4-2-39 0,4 2 118 16,0 0-49-16,2 2-17 0,12-2-2 0,6-1-31 16,1 4 3-16,1-1 13 0,3 4-105 15,3-2 53-15,-1 1 18 0,5 5 7 16,-2 2-437-16,2 2 197 0</inkml:trace>
  <inkml:trace contextRef="#ctx1" brushRef="#br0" timeOffset="180222.36">12254 9876 827 0,'4'-8'0'0,"-1"3"0"0,3-1 0 0,4-1 0 0,-3 1 0 0,4 1 0 0,3 1 393 0,-1 2-180 0,2 2-82 15,0 0-53-15,0 0 153 0,0 11-99 0,-3 2-50 16,0 4-26-16,-4 4 9 16,-3-1-32-16,-3 7 0 0,-2-5-47 0,0 4 24 15,-7-1 0-15,-4-3-101 0,-10 3 58 0,0-5 33 16,-1-1 0-16,-3-3-180 0,-1-4 101 0,3-4 7 15,-5 1 38-15,8-5-267 0,-1-4 137 0,6 0 51 16,2 0 41-16,7-7-194 0,6-10 121 0,0-6 56 16,6-2-100-16</inkml:trace>
  <inkml:trace contextRef="#ctx1" brushRef="#br0" timeOffset="180376.94">12502 9720 841 0,'5'-2'0'15,"-3"2"0"-15,0 0 0 0,-2 0 0 0,-2 11 0 0,-9 6 212 0,-2 8-93 0,0 3-44 0,2 4 276 0,-1 0-159 0,7 0-80 16,3-6-32-16,2 6-7 0,0-6 80 0,0-1-61 16,11-3-29-16,3-5-159 0,5 0 60 15,4-6 35-15,0-1-431 0,4-6 232 0,1-4 116 16,0 0 67-16,4 0-331 0</inkml:trace>
  <inkml:trace contextRef="#ctx1" brushRef="#br0" timeOffset="180543.3">12808 9598 1648 0,'0'0'0'0,"0"0"0"0,0 0 0 0,2 0 0 0,4 0 0 0,1 0 0 0,7-2 0 0,0 0 0 0,5 1 139 16,4 1-53-16,2-3-27 0,0 3-24 0,0 0-2 15,-1 0 8-15,5 0-190 0,-3 0 91 0,2 0-546 16,-2 0 303-16</inkml:trace>
  <inkml:trace contextRef="#ctx1" brushRef="#br0" timeOffset="180938.08">13334 9340 1223 0,'2'-1'0'0,"7"-1"0"0,3 1 0 0,1-2 0 0,0 2 0 0,0-2 0 0,2 2 0 0,2-1 74 0,2 0-13 16,-1-2-8-16,7 1-20 16,-2-3 0-16,1 1 0 0,0-4-1 0,-1 6 58 0,5-4-33 0,0-2 0 15,1 0-63-15,-1 0 38 0,-2 0 1 16,-4 3 8-16,3-1 12 0,-1 1 1 0,-3 0-21 16,-3 4-1-16,-2 0 20 0,-3 1-19 15,-2-1 0-15,-1 0-5 0,-3 2-26 0,0 0 26 16,-5 0 11-16,2 0-24 0,-1 0 16 15,-2-2 7-15,3 0 27 0,1 1 0 0,1-1-24 16,1-1-9-16,3-2 44 0,-1-1-21 0,2 0-1 0,3 1-21 16,-3-1-53-16,4-1 23 15,-2 1-1-15,4-2 31 0,-2 3-45 0,1-1 22 16,-2 2 9-16,3 1-156 0,-2 0 79 16,2-2 27-16,0 2 24 0,0 1-103 0,1 0 35 15,1-1 35-15,1 2-76 0,0 1 48 0,-1 0 25 0,-1 0-2 16,1 0-257-16,0 0 138 0,-1 1 66 0,-2 6 33 15,-2 1-223-15</inkml:trace>
  <inkml:trace contextRef="#ctx1" brushRef="#br0" timeOffset="181294.22">13396 8758 893 0,'-17'-31'0'15,"11"16"0"-15,6 9 0 0,4-3 0 0,11-3 0 0,4 1-56 0,2 0 1 0,3 2 409 16,3 3-160-16,-1 2-73 0,6 2-48 0,0 2 74 16,-2 0-57-16,0 14-29 0,-5 4 0 0,-4 7-73 15,-3 3 19-15,-9 2 0 0,-4 3 25 0,-5 5-91 16,0 0 45-16,-5-1 32 0,-11-1-122 0,-4-3 62 15,-4 0 35-15,-3-7-52 0,-1-3 39 0,-2-6-13 16,-2-6 1-16,2-6-5 0,2-3 1 0,2-2 3 16,7 0 17-16,0-12 79 0,4-2-37 0,6-7 4 15,5 0-39-15,4 1 133 16,0-2-61-16,0-3-22 0,10 4-1 0,6 1 16 0,3-1 0 16,6 4-16-16,-5 3-88 0,10-4 40 15,0 7 0-15,2 1-340 0,0 3 174 0,4 2 78 16,-2-1 45-16</inkml:trace>
  <inkml:trace contextRef="#ctx1" brushRef="#br0" timeOffset="181460.77">13947 8654 696 0,'0'0'0'0,"1"2"0"0,1-1 0 0,-2 7 0 0,0 1 0 0,0 6 0 0,0 4 533 0,0 4-242 0,-2 4-133 15,1 4 244-15,-3-1-184 0,0 2-93 0,0 2-85 0,2-2 1 16,0-1-8-16,-2 2 0 0,3-4-170 0,1-2 86 15,-2-4 41-15,2-3 30 0,-2-3-487 16,0-8 251-16,0 0 124 0,0-5-13 0,-3-4-535 0</inkml:trace>
  <inkml:trace contextRef="#ctx1" brushRef="#br0" timeOffset="181637.31">13805 8683 1089 0,'0'-26'0'0,"0"8"0"0,2 0 0 0,12 1 0 0,0 3 0 0,9 0 0 0,0 5 0 0,2 3 188 0,-5 3-78 15,4 1 45-15,-1 2-54 0,-3 0-37 0,-3 5-1 16,-2 6-61-16,-3 5 1 0,-3-1 38 0,-6 2-9 16,-1 2-135-16,-2 2 67 15,0 2 35-15,-11 2 0 0,-4-4-129 0,-3 3 68 16,-2-1 46-16,2-3-365 0,-3-3 183 16,6-2 48-16</inkml:trace>
  <inkml:trace contextRef="#ctx1" brushRef="#br0" timeOffset="181959.48">13529 9471 1371 0,'-9'0'0'0,"7"1"0"0,2 3 0 0,0 2 0 0,2-5 0 0,11 5 0 0,2-2 0 0,4 2 165 0,5 3-66 0,-1 1 121 16,7 3-97-16,-4 3-46 0,1 5-22 0,-5 4-45 15,-3 3-1-15,-4 0 32 0,-6 4-8 0,-5 2-118 16,-4 6 59-16,0 0 30 0,-7 0-1 0,-9-4-30 16,-8 5 26-16,-2-8 0 0,2-8-151 0,-8-1 83 15,2-7-4-15,-2-5-13 0,2-9 86 0,-2-3-14 16,3 0-32-16,3-1 129 16,3-13-50-16,9-3-23 0,-4-5 3 0,9-3 49 15,7-1-32-15,2 0 0 0,0-1-13 0,8 2 39 16,9 0-25-16,1 2 10 0,5 3-33 0,3 0 7 15,3 4 13-15,1 1-249 0,2 4 113 0,0-1 48 16,1 5 32-16,-1 3-550 0,0 1 272 0</inkml:trace>
  <inkml:trace contextRef="#ctx1" brushRef="#br0" timeOffset="182114.09">13927 9574 1565 0,'0'0'0'0,"0"0"0"0,0 0 0 0,0 0 0 0,0 0 0 0,0 0 152 0,0 0-60 15,0 0 310-15,0 0-177 0,8 0-100 0,5 5-47 0,2 3-22 0,0 3 5 16,6 2-1-16,-4-2-19 16,0 3-410-16,1 1 200 0,0-3 102 0,4 6 49 0,-3-5-646 15,-2-4 341-15</inkml:trace>
  <inkml:trace contextRef="#ctx1" brushRef="#br0" timeOffset="182267.74">14297 9418 443 0,'0'-14'58'15,"0"7"-29"-15,0 3 0 0,0 1-29 0,0 1 0 16,0 2 0-16,-1 15 0 0,-14 19 471 0,-4 11-210 16,-9 16-119-16,-12 18-54 0,-1 2 540 15,-8 9-298-15,0 10-148 0,-5 9-228 16,-8 18 35-16,6-6 22 0,-1 3 0 0,6 6-703 16,3 9 362-16</inkml:trace>
  <inkml:trace contextRef="#ctx1" brushRef="#br0" timeOffset="182960.99">14585 9158 950 0,'6'-18'0'0,"5"3"0"0,6 4 0 0,-1 3 0 0,5 5 0 0,2 0 0 0,1 3 0 0,2 0 116 0,-1 19-42 0,-4 7-12 15,-3 5 111-15,-1 10-70 0,-6 2-35 0,-2 4 0 0,-8 6-13 16,-1 0 8-16,-4 2-30 0,-13-1 0 16,-4-2-28-16,-3-4 28 0,-2-5-1 0,2-8-34 15,-6 4 14-15,3-15-1 0,-1 1-94 16,-2-6 58-16,2-7 28 0,5-3 13 0,-4-6-287 0,6-3 137 15,1 0 43-15,6 0 42 0,7-3-251 0,4-7 115 16,3-5 80-16,6-2 36 0</inkml:trace>
  <inkml:trace contextRef="#ctx1" brushRef="#br0" timeOffset="183432.95">15304 9594 562 0,'0'-5'0'0,"0"1"0"0,0-3 0 0,0-3 0 0,0-1 0 0,-3-3 0 0,-3-1 255 16,0-3-111-16,0-2-56 0,-1 2 13 0,0 2-38 16,0-3-1-16,-3 3-18 0,0 3-11 0,0 2 0 15,-6 4 8-15,3 1-45 0,-4 6 0 0,1 0 37 16,-2 6 0-16,-1 11 32 0,3 5 8 0,-2 6-41 15,4 5 82-15,2 2-40 0,3-2-1 0,5 2-40 16,4-2 61-16,0-2-35 0,0-6 0 16,9-1 15-16,5-8-1 0,2-1-40 0,3-4 8 15,1-4-109-15,0-4 51 0,-1-3 24 16,1 0 1-16,-1-8-162 0,6-16 88 0,-3-8 30 16,-2-4-261-16,3-3 130 0,-4-4 79 0,-4 5 2 15,2-13-112-15,-4 6 82 0,-2 0 42 0,-1-2 0 0,-3-2 21 16,-1-1-8-16,-1-5 28 0,2 1 22 0,-4 1 1 15,-1 8-23-15,0 14 0 0,-2 8 100 16,0 9-46-16,0 3-27 0,0 7 270 0,-6 4-127 0,-4 14-76 16,3 14-8-16,-4 9 206 0,3 3-99 15,-1 5-67-15,3 4 70 16,-1 1-66-16,2 1-23 0,0 2-9 0,1-2 58 0,3-2-45 16,1-3-23-16,0-1 0 0,0-9-147 0,0 3 58 15,1-2 33-15,8 0 1 0,-2-2-413 0,0-5 222 16,0-9 79-16,5-4-545 0,-3-9 309 0</inkml:trace>
  <inkml:trace contextRef="#ctx1" brushRef="#br0" timeOffset="183633.42">15535 9467 861 0,'12'-15'0'0,"1"2"0"0,0 2 0 0,2 1 0 0,-1 4 0 0,0 4 209 0,2 0-80 15,-4 2-52-15,1 2 94 0,-1 13-69 0,-1 4-34 16,-6 5-1-16,-3 5 162 0,-2 2-102 0,0-1-47 15,-4 2 2-15,-8 2-25 0,-6-1 1 0,2-2-17 16,-1-2-100-16,-1-3 47 0,-2-6 22 0,5-4-238 16,-2-3 131-16,0-4 73 15,1-3 25-15,0-5-185 0,2-1 57 0,5 0 64 16,-2 0-32-16,6-1-296 0,3-14 183 0,2-6 88 0</inkml:trace>
  <inkml:trace contextRef="#ctx1" brushRef="#br0" timeOffset="184162.04">15781 9337 1539 0,'0'-8'0'0,"0"7"0"0,0-1 0 0,-9 2 0 0,-4 2 0 0,-8 13 0 0,2 5 0 0,1 7 0 0,-3 8 0 0,6 0 206 0,-4 10-91 0,6-5-41 0,5 4 211 0,6-9-127 16,2 4-62-16,0-2-24 0,6-5 14 0,13-6-27 15,4-3 0-15,5-7-27 0,4-5-99 0,2-3 58 16,1-8 17-16,1 0-219 0,1-2 122 15,-2-13 61-15,2-5-214 0,-9 1 105 0,2-8 72 16,2-5-18-16,-12 6-92 0,3-4 61 16,-2-4 41-16,-5 1-9 0,0-3 54 0,-7 0-5 15,-2 1 0-15,-3-1 51 0,-1 4-26 16,-3 8-8-16,0-1-17 0,-5 4 117 0,-4 6-58 16,-4 7-28-16,-2 4 190 0,-2 4-89 0,-4 1-53 0,0 18-2 15,3 7 118-15,-3 10-60 0,10-5-40 0,-2 6 7 16,5-3 43-16,3 4-39 0,5-5 0 0,0-4-40 15,0 0-1-15,2-8 9 0,9-1-9 0,4-2-76 16,0-8 38 0,2-3 0-16,-1-2-130 0,4-5 82 0,-1 0 37 0,1-10 5 15,-1-11-207-15,-3-5 96 0,2-4 59 0,-4-4 0 16,4-8-152-16,-8-5 91 0,2 1 46 0,-1-3 23 16,-2-3-29-16,1-4 18 0,-2-9 7 0,-1 3-22 15,0 1 24-15,0 10 0 0,-2-4 48 0,-3 20-31 16,0 9 8-16,0 9 0 0,-2 4 253 0,0 5-126 15,0 8-63-15,0 8-41 0,0 22 324 0,-8 13-155 16,2 3-46-16,-1 15-48 0,3-6 157 16,0 15-98-16,3-5-46 0,-1 2 162 0,0 1-103 15,2-3-53-15,0-6 25 0,0-1-43 16,5-2 1-16,4-7-34 0,3-3-384 0,-1-11 191 16,0-2 105-16,5-6 40 0,-5-10-702 0,2-9 352 15,0-8 121-15,1-10-273 0</inkml:trace>
  <inkml:trace contextRef="#ctx1" brushRef="#br0" timeOffset="184303.66">16423 9439 1175 0,'0'-29'0'0,"0"12"0"0,0 8 0 0,0 0 0 0,0 5 0 0,0 0 0 0,2 4 0 0,0 0 0 0,6 0 352 0,3 8-163 16,5 5-78-16,0 6 122 0,2-1-100 16,0 7-50-16,3-1-17 0,-2 1 28 0,-1 1-31 15,3-4 1-15,-3 1-416 0,3-3 192 0,-2-4 105 0,3 0 39 16,-3-4-608-16,1-4 318 0</inkml:trace>
  <inkml:trace contextRef="#ctx1" brushRef="#br0" timeOffset="184454.29">16899 9082 1049 0,'0'-21'0'0,"0"10"0"15,0 3 0-15,0 5 0 0,0 3 0 0,-3 8 0 0,-13 25 0 0,-2 18 486 0,-7 12-227 0,-8 22-113 0,-4 11 163 0,-9 26-142 16,-2 3-68-16,-6 16-32 0,-9 32 192 0,1-2-113 15,7-11-48-15,-11 44-37 0,10-4-378 16,5 0 175-16,10 3 87 0</inkml:trace>
  <inkml:trace contextRef="#ctx1" brushRef="#br0" timeOffset="185205.94">17308 9386 1252 0,'-19'-11'0'0,"6"8"0"0,6 3 0 0,5 0 0 0,0 0 0 0,2 0 0 0,0 0 136 0,0 0-52 0,2 0 174 15,12 0-112-15,9 3-49 0,7-3-36 0,2 0 116 16,9 0-72-16,-2 0-36 0,3 0 0 0,-6 0-278 0,1-3 117 15,-3 0 63-15,-4 1 30 16,-7 2 1-16,-2 0 31 0,-8 2 8 0</inkml:trace>
  <inkml:trace contextRef="#ctx1" brushRef="#br0" timeOffset="185356.52">17340 9671 939 0,'-15'0'0'0,"7"0"0"0,6 0 0 0,0 0 0 15,2 0 0-15,0 0 196 0,0 0-74 0,2 0-48 0,17 0 180 0,4 0-110 0,3 0-56 16,5-2-19-16,10-9-105 0,1 0 35 0,-1-2 0 16,3 1 34-16,-3 0-524 15,-7 0 270-15</inkml:trace>
  <inkml:trace contextRef="#ctx1" brushRef="#br0" timeOffset="185621.34">17993 9393 785 0,'0'10'0'0,"0"8"0"0,-3 9 0 0,-3 1 0 0,1 4 456 0,-3 3-204 0,2 1-113 0,4 2-54 16,2-4 143-16,0-4-98 0,0-8-49 0,4 1-15 15,9-6 183-15,4-6-108 0,7-5-54 0,3-6-27 16,5 0-67-16,2-14 9 0,5-14 31 0,-5-3-171 16,-5-5 86-16,-4-2 42 0,-8 4-165 15,-2-3 112-15,-7 0 44 0,-4-3-14 0,-4 3-38 16,0-5-11-16,-12 2 37 0,-3 8-70 0,-4 3 46 15,-5 1 13-15,0 5-1 0,-6 10 97 0,0 5-36 16,0 7-9-16,0 1 62 0,1 3-36 0,5 14-23 16,1 4 4-16,7 4-116 15,4-3 49-15,6 10 27 0,6-3-459 16,0 3 233-16,19 6 115 0</inkml:trace>
  <inkml:trace contextRef="#ctx1" brushRef="#br0" timeOffset="185769.97">18576 9923 2187 0,'-2'-28'0'0,"2"16"0"0,2 9 0 0,-1-3 0 0,1 3 0 0,0 0 0 0,0 3 183 0,4-1-75 16,2 1-38-16</inkml:trace>
  <inkml:trace contextRef="#ctx1" brushRef="#br0" timeOffset="201837.51">19889 9399 528 0,'-12'-6'0'0,"1"3"0"0,4-1 0 0,-2 0 0 0,-1 0 0 0,0-5 0 0,1 1 68 0,-1 1 7 15,1-1-42-15,2-1 0 0,0 0 36 0,0-2 0 16,4 0-36-16,-1-3 29 0,2 0-30 0,2 0 1 15,0-3 0-15,0 2-26 0,0 0 0 0,2 0 34 16,2 0-38-16,3 0 30 0,-1 0 0 16,3 0 0-16,1 2-6 0,0-2-2 15,2 0 6-15,1-1-17 0,3 1-16 0,0 1 20 16,1-1 14-16,2 0-30 0,0 1-1 16,0 1 21-16,-3 2-32 0,2 1 31 0,-4 1 5 15,3 3-8-15,-2 1 13 0,0 3-12 0,0 0 0 0,1 2-1 16,-4 0 5-16,2 0-6 0,-3 0 2 0,3 8-1 15,-3-1-40-15,-1 1 38 0,2 2 6 0,-3-2-39 16,2 2 33-16,-1 1-1 0,-2-1 1 0,-1 1-28 16,-2-2 30-16,1 4-9 15,-2 1 17-15,-2-2-16 0,0 2 2 0,-2-1-3 16,0 4 47-16,0-1-1 0,-4 1-42 0,-6 2 5 16,3-1 19-16,-6 6 6 0,3-6-12 0,-2 7 52 15,1-2-29-15,-1 0 10 0,1 0 3 0,1 0-14 16,3 0 12-16,-3 5-32 0,1-4-6 15,1 2 6-15,3 0-1 0,-1 1 1 0,1-5-13 16,1 7-8-16,2-5 21 0,0 1 0 0,2-4-31 16,0 6 30-16,0-6 6 0,0 0-67 0,0-1 22 15,0-3-1-15,0 0-19 0,0-2 23 16,0-3-7-16,0-1 28 0,0-2-43 0,0 1 38 16,0-3-7-16,2 0 6 0,-2-1-31 0,2 0 28 15,-2-3-4-15,2 1 3 0,-2-2-69 0,0 2 33 16,2-4-3-16,-2 2-81 0,0-2 49 15,0 0 30-15,2 0 5 0,-2 2-389 0,1 1 185 0,-1 1 104 16,0 2-318-16,0 5 207 0</inkml:trace>
  <inkml:trace contextRef="#ctx1" brushRef="#br0" timeOffset="202004.18">20118 10276 1238 0,'0'0'0'0,"-6"5"0"0,6 3 0 0,0-4 0 0,0 0 0 0,0-4 0 0,0 0 107 0,0 2-37 0,0-2 348 16,0 0-184-16,0 0-105 0,0 0-48 0,0 0 187 15,0 0-117-15,0 0-60 0,0 0-20 16,0 0-430-16,0 0 196 0,4-2 98 0</inkml:trace>
  <inkml:trace contextRef="#ctx1" brushRef="#br0" timeOffset="-214627.69">9590 10889 789 0,'-11'-13'0'0,"2"6"0"0,1 2 0 0,3 1 0 0,-1-2 0 0,1 1 0 0,1 2 0 0,0-1 171 0,3 2-60 0,1 0-44 15,0 2 69-15,0 0-52 0,0 0-25 0,0 0 41 16,1 4-38-16,5 10 1 0,1 9-30 0,2 3 99 0,1 6-49 16,-2 6-17-16,-1 8-9 15,0 0 13-15,-2 2-1 0,-2 3-36 0,-1 0-1 16,0 3-38-16,0 3 15 0,0-1 0 0,-1 3-114 15,1-6 69-15,-2-2 34 0,0-9-104 0,0-2 62 16,0-5 17-16,0-3 22 0,0-10-250 0,0-3 123 16,0-8 23-16,0-5 47 0,0-6-208 0,-2 0 119 15,-1-25 59-15,-1-15-206 0,1-13 124 16</inkml:trace>
  <inkml:trace contextRef="#ctx1" brushRef="#br0" timeOffset="-214413.26">9463 10996 1582 0,'-13'-25'0'0,"1"12"0"0,7 1 0 0,-1 3 0 16,3 1 0-16,3 2 0 0,0 0 0 0,11-4 0 0,11 0 181 0,5 2-74 0,5-2-37 0,1 0 118 0,3 7-81 0,1 1-38 0,1 2 1 15,-9 0-37-15,1 5-1 0,-10 6 9 0,1 3-8 16,-5 3-54-16,-4 1 28 0,-6 3-1 16,-5 5 26-16,-1 3-55 0,0-1 23 15,-14 0 0-15,-7 0-30 0,-2-2 30 16,-2 1-13-16,0-4-43 0,-2-5 12 0,-1-1 26 15,4-3-5-15,5-3-230 0,0-1 109 0,9-2 60 16,1 2 19-16,5-3-338 0,4 1 184 0,0-1 94 0</inkml:trace>
  <inkml:trace contextRef="#ctx1" brushRef="#br0" timeOffset="-214217.72">9981 11372 1160 0,'0'4'0'0,"0"2"0"0,0-2 0 0,0-2 0 0,-2-2 0 0,-3 2 198 16,0 0-83-16,-2-2-41 0,3 1 50 0,1 3-37 16,-1 2-31-16,-1 3 0 0,-1 7-49 0,1 0 0 15,-3 7 26-15,0-4-176 16,-1 7 84-16,2-4 46 0,-3-1 23 0,3 0-303 0,-1 1 153 0,3-3 81 16,-3-2-325-16,6-7 152 15,-2-1 100-15</inkml:trace>
  <inkml:trace contextRef="#ctx1" brushRef="#br0" timeOffset="-213841.38">10349 11096 1226 0,'0'-13'0'0,"0"8"0"0,0 1 0 0,0 0 0 0,-1 1 0 0,-3-2 0 0,2 4 200 0,0-2-84 0,-1 3-42 15,1 0-20-15,0 0 136 0,-3 3-70 0,2 12-48 0,-1 6 6 16,2 3-23-16,-1 4 1 0,3 2-24 16,0 2 39-16,0 0-38 0,2-2 0 0,7 1-1 0,4-7 22 15,2-2 0-15,0-5-62 0,4-2 17 16,0-4-1-16,2-5 25 0,1-2 0 16,0-4-68-16,-1 0 41 0,4-7-2 0,-5-10 0 15,-1-6-76-15,-2-5 44 0,-2-4 13 0,-4-6-26 16,-1-6 11-16,-5 2 1 0,-3-1-30 15,-2-3 27-15,0 5-15 0,-3-9 40 0,-11 4-55 16,-1 4 24-16,-4 2-9 0,3 10 32 0,-7 3-33 16,-2 9 29-16,1 7-9 0,-1 9 10 0,2 2-4 15,-2 2 0-15,2 18-133 0,2 3 67 0,5 5 28 16,5 2 0-16,1 2 24 0,4 1-131 16,6 3 58-16,0 0 43 0,0 6-326 0,0-7 180 15</inkml:trace>
  <inkml:trace contextRef="#ctx1" brushRef="#br0" timeOffset="-213611.43">10201 11529 906 0,'-22'1'0'0,"7"-1"0"0,0 0 0 0,3-1 0 0,5-14 0 0,3-10 0 0,4-3 0 0,2-2 311 16,14-8-139-16,5 7-62 0,8-9 82 0,3 7-80 15,-1 1-40-15,1 3 1 0,-2 11 40 0,2 1-32 16,-3 3-8-16,-1 9 3 0,-2 5-21 0,-1 0 0 15,-3 7-22-15,0 10 75 0,-1 4-41 0,-2 3-1 0,0 2-33 16,0 1 119-16,1-3-60 0,3 3-21 0,0-5 38 16,3-1-38-16,1-2 0 0,8-6-38 0,4-2-96 15,-3-5 57-15,11-6 15 0,-2 0-174 16,-2-2 99-16,2-12 50 0,0-2 24 0,0-5-830 16</inkml:trace>
  <inkml:trace contextRef="#ctx1" brushRef="#br0" timeOffset="-212756.19">11316 10805 1070 0,'-9'0'0'0,"4"-1"0"0,1-2 0 0,4 2 0 0,-2 1 0 0,2 0 0 0,0-2 0 0,0 2 0 0,6-2 310 0,11 0-142 0,5 1-68 16,6-5 212-16,4-1-139 0,10 1-71 0,-10 2-26 15,5 1 15-15,-1-2-29 0,-2 3-1 0,-3 0-72 0,-2 1 22 16,-6 1 7-16,1 0 15 0,-6 0-254 0,0 0 126 16,-7 0 65-16,-2 0 31 0,-3 0-514 15,-2 0 257-15,-2 0 66 0,-2 0-328 0</inkml:trace>
  <inkml:trace contextRef="#ctx1" brushRef="#br0" timeOffset="-212555.69">11541 10428 1262 0,'0'-2'0'0,"0"2"0"0,0 0 0 0,0 6 0 0,0 5 0 0,0 8 0 0,-6 5 170 0,-2 7-73 0,-5 5-32 15,-2 5 344-15,-7 9-188 0,-5 9-94 16,3-11-39-16,-10 18 136 0,2-10-95 16,2 0-49-16,5-9-93 0,-1 2 23 15,6-12 8-15,-1 4-282 0,2-8 149 0,4-4 73 16,2-8 38-16,2-2-211 0,2-5 114 0,3-3 60 15,2-6-69-15,4 0-497 0,0-5 287 0</inkml:trace>
  <inkml:trace contextRef="#ctx1" brushRef="#br0" timeOffset="-212245.35">11397 11035 1515 0,'4'0'0'0,"2"6"0"0,-2-1 0 0,-2 3 0 0,0 3 0 0,-2 2 0 0,0 5 0 0,0-3 0 0,0 4 242 0,0 0-96 0,0 0-86 15,0-2-28-15,0 2 1 0,0-2 0 0,0-4-426 0,2-4 221 16,-1-1 98-16,3-2 54 0,0-5-266 0,-2-1 149 16,-1 0 73-16,1-4 40 0,0-10-390 0,-2-3 191 15,0-4 95-15,0 2 48 0,0 1 80 0,0 0 0 16,-4 2 149-16,3 8-85 16,-1-1-48-16,0 1-24 0,2 3 429 0,0 1-212 15,0 0-114-15,7 0 12 0,9-2 166 0,4 3-95 16,4-1-72-16,1-2-29 0,7 1 255 0,-2 1-149 15,0 0-75-15,0 2 83 0,-2 1-80 0,-3-1-30 16,5-1-252-16,-10 2 102 0,1 1 51 16,-2 0 26-16,-6-2-434 0,-2 2 225 0,-1 0 118 0,-5 0 37 15,-3 0-523-15,0 0 256 16,-2-2 132-16,0-1-26 0,-4-5 87 0</inkml:trace>
  <inkml:trace contextRef="#ctx1" brushRef="#br0" timeOffset="-211970.42">11661 10853 633 0,'-7'-4'0'0,"2"1"0"0,3 0 0 0,2 3 0 0,-2 0 0 0,2 0 0 0,0 11 155 0,0 4-61 0,0 5-31 0,0 5 213 16,2 2-113-16,0 3-69 0,0 4 46 15,0 2-54-15,-2 1-27 0,0-1 1 0,0-3-193 16,-2 1 79-16,-5-4 43 0,-3-1 22 16,-1-7-144-16,0-3 83 0,-4-4 50 0,0-6 12 15,0-3-81-15,1-2 41 0,2-4-42 0,2 0 129 16,0 0-53-16,5 0-19 0,1 0-48 0,3 0 417 15,1 0-162-15,0 0-93 0,0 0 171 0,12-1-124 16,11 1-58-16,2 0-28 0,1 0 135 0,4 0-81 16,-1 0-34-16,4 0-29 0,-1 0-17 15,-2 1-3-15,0 2 0 0,-1 3-126 0,-2-2 71 0,3-1 23 16,-2-1-417-16,-3-2 222 0,1 0 67 16,-1 0 71-16,-3-4-578 0,6-8 305 15,-2-7 148-15</inkml:trace>
  <inkml:trace contextRef="#ctx1" brushRef="#br0" timeOffset="-211767.96">12093 10597 1720 0,'4'0'0'0,"12"0"0"0,10 0 0 0,4-3 0 0,4 1 0 0,0-3 0 0,6 2 325 15,5-2-147-15,0-1 121 0,-2 2-133 0,-9 0-67 16,1 1-25-16,-3-1 97 0,-7 2-69 0,-1-1-35 0,-4 3 0 15,-2 0-286-15,-7 0 134 0,1 0 55 0,-7 0 31 16,-1 0-480-16,-3 0 256 0,-1 5 128 16,0-1-550-16,-5 1 282 0,-11 1 164 0,2-3-106 15</inkml:trace>
  <inkml:trace contextRef="#ctx1" brushRef="#br0" timeOffset="-211587.72">12256 10612 832 0,'-16'7'0'0,"9"7"0"0,4 1 0 0,-1 2 0 0,4-1 0 0,0 4 120 15,0 5-44-15,0 2-13 0,0 3 413 0,2 2-222 16,1 4-110-16,1 7-56 0,-2 0 309 0,-2-1-174 16,0 12-99-16,0-6-22 15,-6 1-35-15,-1 2 0 0,-4 0-34 0,1 2-274 0,-1-5 133 16,-3 1 70-16,2-5-464 0,-1-9 267 16,-1-2 134-16,5-12 10 0,2-6-231 0,2-5 107 15,2-10 91-15,3 0 46 0,0-25-255 0</inkml:trace>
  <inkml:trace contextRef="#ctx1" brushRef="#br0" timeOffset="-211135.81">12456 10840 1226 0,'21'-25'0'0,"-7"10"0"0,-3 6 0 0,-4 1 0 0,-3 4 0 0,-2 3 0 0,-2-1 0 0,0 2 244 0,-11 0-105 16,-4 0-54-16,-4 7 245 0,-5 4-154 0,-3 5-71 15,2-1-12-15,2 2-30 0,0-1 0 0,6-1-23 16,0 1-49-16,2-1 21 0,6-1-1 0,3-3 22 15,4 1-27-15,2 1 27 0,0 0 0 16,2 0 0-16,4 0-32 0,3 1 1 0,3 0 39 0,-3 0 16 16,2-1-30-16,-3 0-24 0,-1 0-39 0,0-1 26 15,-3-1 5-15,2-2 30 0,-5 0-308 16,2-3 141-16,-1-2 72 0,0-3 27 16,-2 2-222-16,0-3 106 0,0 0 69 0,0 0-4 15,0-11-265-15,0-6 163 0,0-3 74 0,0-4-248 16,0-2 169-16,0-2 84 0,-2 0-54 15,0 7 85-15,-2-2 86 0,0 7 0 0,-2 2 72 0,5 4-42 16,-3 2-31-16,2 1 0 0,2 4 188 0,0 1-105 16,0 0-58-16,2 1-28 0,9-1 554 0,8 0-198 15,0 0-131-15,7-4 215 0,2 3-202 16,0-1-100-16,0 2 125 16,-1 1-113-16,-4 1-49 0,0 0-36 0,2 0-26 0,-4 0-2 15,-2 1 0-15,-4 5 0 0,0 3-57 0,-6 0 24 16,-1 3 0-16,-3 2 0 0,-3 3-1 0,-2-2 34 15,0 6 8-15,-4 4-123 0,-5-4 26 0,0-3 39 16,-3 3-367-16,1-1 186 0,2-1 62 0,-3-4 60 16,1 0-516-16,-1-4 279 0,2 0 141 15</inkml:trace>
  <inkml:trace contextRef="#ctx1" brushRef="#br0" timeOffset="-210982.22">12393 11031 770 0,'-8'-2'0'0,"5"1"0"0,1 1 0 0,0 0 0 0,2 0 0 0,0 0 433 0,4-3-205 0,11 2-98 16,3-2 237-16,2 0-167 0,0-1-84 0,1 2-10 16,0 0-41-16,-1 0 1 0,-1 2-34 0,-4 0-367 15,-2 0 191-15,2 0 85 16,-5 0 46-16,-3 6-548 0,-2 1 286 0,-1 5 143 16,-4-1 74-16</inkml:trace>
  <inkml:trace contextRef="#ctx1" brushRef="#br0" timeOffset="-210843.59">12491 11142 399 0,'-19'4'0'0,"3"1"0"0,6 1 0 0,0-2 0 0,5-3 0 0,0-1 394 0,4 0-180 16,1 3-91-16,0-3-36 16,8 0 155-16,5 0-104 0,4 0-52 0,1 0 100 0,1-3-76 0,-1-1-30 15,2 1-9-15,-3-1-105 0,-3 0 34 16,2 3 0-16,-5-1-377 0,-2 2 213 0,-1 0 94 16,-2 0 51-16,-3 0-531 0,-3 3 270 15,0 3 69-15</inkml:trace>
  <inkml:trace contextRef="#ctx1" brushRef="#br0" timeOffset="-210566.33">12539 11179 735 0,'-12'0'0'0,"3"0"0"0,2 0 0 0,0 0 0 0,3 2 0 0,1 2 0 0,1 4 0 0,2 1 258 0,0 3-113 15,0 4-56-15,0 2 232 0,3 2-148 16,3 6-70-16,-1-3-35 0,-1 3 144 0,0-5-89 0,-3 1-37 16,2 1-31-16,-1-1-33 0,-2-4 11 15,0 0 0-15,0-4-70 0,0-2 43 16,-2-2-249-16,-4-4 138 15,-2-5 69-15,3-1 35 0,-4 0-1 0,-1 0-337 0,1-11 167 0,-2-5 32 0,1-2 57 16,-1-6-150-16,2 1 99 0,1 4 43 0,-2 0 33 0,0 3-5 16,-1 2 30-16,2 7 0 0,0 2 0 0,0 4 212 15,-3 1-101-15,3 0-56 16,-2 7 120-16,1 9-87 0,1-1-52 16,2 0 284-16,0 2-139 0,4-2-24 15,3 0-293-15,0-3 113 0,0 0 53 0,10-2 14 16,4-5-518-16,9-5 251 0</inkml:trace>
  <inkml:trace contextRef="#ctx1" brushRef="#br0" timeOffset="-210437.67">12609 11333 462 0,'8'0'67'0,"1"0"-33"0,0 0-1 15,-1 4 426-15,-2 3-214 0,1-1-106 0,-2 4 556 32,3-1-622-32,-2-2-32 0,1 5-16 0,1-3-26 0,1 3-1 15,-1-1 35-15,1 0 0 0,-2-3-455 0,3-1 223 16,1-1 116-16,0-4-573 15,3-2 324-15</inkml:trace>
  <inkml:trace contextRef="#ctx1" brushRef="#br0" timeOffset="-210146.77">13071 10494 1451 0,'8'-11'0'0,"-3"6"0"0,1 2 0 0,-1 3 0 0,-1 0 0 0,0 11 0 0,-2 8 544 16,0 5-256-16,0 3-127 0,-2 3-56 0,0-1 47 15,0 4-60-15,0-1-30 0,0 0-209 16,0-2 90-16,0-5 53 16,0-1-481-16,0-4 259 0,0-6 129 0,2-5 65 0,0-1-411 15,-1-7 237-15,-1-1 30 0,2-1 80 0,0-13-28 16,0-4 45-16,-2-1 24 0,2-2 205 16,-2 2-87-16,2 0-48 0,-1 5-24 0,5-1 172 15,0 1-99-15,3 1-56 0,2 5-16 0,3-2 355 16,2 2-139-16,4 2-106 0,-1 1 193 0,2-1-136 15,2 2-63-15,0 3-119 0,-5-3 28 16,3 2 0-16,-4 2 36 0,-2 0-487 0,-4 0 240 0,-3 0 119 16,0 6-256-16,-7 5 183 0,-1 4 60 0</inkml:trace>
  <inkml:trace contextRef="#ctx1" brushRef="#br0" timeOffset="-209740.85">13084 10904 1375 0,'-13'14'0'0,"5"-4"0"0,1 1 0 0,2-4 0 16,3 1 0-16,2-2 0 0,0-1 204 0,0-1-89 0,0-2-41 0,2 2-92 0,1-3 25 0,5-1 0 15,-3 0 34-15,0 0-395 0,2 0 193 0,-3 0 96 0,-3-1 50 0,1-7 23 16,-2 1-353-16,0-4 167 16,0 1 82-16,-5-1 41 0,-5 0-56 0,1-1 27 0,-1 4 17 15,0 2 154-15,3-1-60 16,2 2-30-16,1 1 388 0,2 2-208 0,2-2-114 0,0 3-40 0,7-3 329 15,14 0-135-15,2-2-97 0,3 3 95 16,-2-1-83-16,8 0-53 0,-3 3-44 0,-7-1-3 16,3 2 1-16,-5 0 0 0,-1 0 8 0,-6 0-8 15,-3 2-197-15,-5 5 99 16,-1 2-149-16,-4 2 124 0,0 3 69 0,-11-1-72 16,-8 5 48-16,-4-4 0 0,-2-1 303 15,2 0-253-15,0-2-21 0,-3 0 364 16,5-3-233-16,1 0-104 0,2-3-11 0,7-1 141 15,2-2-57-15,5 0-13 0,0-2-22 0,4 0 20 0,0 0-36 16,0 0 0-16,12 0 8 0,4 0 36 0,3-6-22 16,0 0-1-16,2 1-1116 0,-2-1 1093 0,-1 3 2 15,-1 0-18-15,-2 3-696 16,-3 0 318-16,-3 0 166 0,-4 12 74 0</inkml:trace>
  <inkml:trace contextRef="#ctx1" brushRef="#br0" timeOffset="-209594.25">13028 11207 716 0,'-11'3'0'0,"3"-2"0"0,2 2 0 0,1-3 0 0,1 3 0 0,2 1 0 0,2 0 592 0,0 1-285 15,0 3-136-15,0 0-70 0,0 3 368 16,4-2-218-16,1 1-101 0,3 3-198 16,0-3 41-16,-1 2-1 0,4-3 41 0,-1-1-617 15,3-3 317-15,0-1 145 0</inkml:trace>
  <inkml:trace contextRef="#ctx1" brushRef="#br0" timeOffset="-209458.61">13189 11242 1282 0,'-5'4'0'0,"1"4"0"0,2-2 0 0,0 0 0 0,1-1 157 0,1 0-62 0,0 4-23 0,0-4 177 16,0 3-109-16,0-1-53 0,1 2-27 0,7-1-312 15,-5 1 151-15,5 1 63 0,0-1-1320 0,-1-1 1284 0</inkml:trace>
  <inkml:trace contextRef="#ctx1" brushRef="#br0" timeOffset="-209314.99">13323 11296 1443 0,'2'2'0'0,"0"-1"0"0,0 1 0 0,1 2 0 0,1-2 0 0,0 2 0 0,1 0 513 15,3 1-244-15,1 3-118 0,0-1-59 0,2 2-70 0,-1 1 11 16,1 1 8-16,1-1-568 0,-1-1 279 15,2-1 141-15</inkml:trace>
  <inkml:trace contextRef="#ctx1" brushRef="#br0" timeOffset="-209169.37">13561 11304 922 0,'0'0'0'0,"2"0"0"0,0 0 0 0,-2 0 0 0,0 0 518 15,2 1-243-15,-2 5-120 0,2-2-62 0,0 3-106 16,2 0 32-16,-1 5-9 0,3-1 23 0,-1 1-627 15,2-1 312-15,4-4 156 0,1-3-311 16</inkml:trace>
  <inkml:trace contextRef="#ctx1" brushRef="#br0" timeOffset="-208991.82">13926 10739 2012 0,'1'-13'0'0,"13"6"0"0,4-2 0 16,0 0 0-16,0-1 0 0,-1 0 219 0,4 5-208 0,-3-3 22 0,5 3-1 0,-2 0-595 16,6 1 558-16,-2 2 0 0,-4 2-285 31,2 0 161-31,-3 0 81 0,1 3 49 0,-6 7-643 0</inkml:trace>
  <inkml:trace contextRef="#ctx1" brushRef="#br0" timeOffset="-208821.12">13794 11037 1983 0,'-9'0'0'0,"5"0"0"0,4 0 0 0,0-2 0 0,13-13 0 0,8 0 0 0,5 0 274 0,6 0-255 0,6 0 14 0,-1-1 0 0,2 1-1 0,-5 6-104 16,5 0 60-16,-8 3 18 0,-9 2 0 0,3 3-467 15,-6 1 246-15,-3 0 125 0,-4 0 69 0,1 4-496 16,-9 0 260-16</inkml:trace>
  <inkml:trace contextRef="#ctx1" brushRef="#br0" timeOffset="-208662.52">14061 10846 614 0,'-6'-3'0'0,"6"2"0"0,0 1 0 0,-2 0 0 0,0 0 423 16,-1 0-195-16,-5 9-90 0,3 8-56 0,-7 6 326 15,1 3-188-15,-6 9-94 0,0 3-46 0,0-3-88 16,-1 8 16-16,2-8 0 0,2 0 25 0,2-1-197 0,3-6 99 15,7-7 56 1,0-4-472-16,2-9 257 0,0-6 129 0,9-2 63 0</inkml:trace>
  <inkml:trace contextRef="#ctx1" brushRef="#br0" timeOffset="-208494">14010 11035 972 0,'2'-2'0'0,"0"2"0"0,0 6 0 0,-2 10 0 0,0 7 0 0,0 3 0 0,2 4 595 0,1 1-280 16,3 0-133-16,4-1-79 0,1 2 453 0,2-4-262 15,4-3-130-15,2-3-66 0,-1-8-24 0,3-1-2 16,2-6-39-16,-1-5 0 0,4-2-325 0,-1-4-129 16,-1-14 223-16,1-3 115 0,-3-6 58 0,-1-1-654 15,-4-3 344-15,-1-5 104 0,0-7 107 16</inkml:trace>
  <inkml:trace contextRef="#ctx1" brushRef="#br0" timeOffset="-208363.78">14572 10496 2160 0,'7'-18'0'0,"-1"6"0"0,3 4 0 0,-3 3 0 0,-2 1 0 0,-3 2 0 0,1 2 0 0,0 0 197 0,-2 0 522 16,2 0-659-16,1 0-27 0,0 6 0 0,-1 4-788 15,0 5 768-15,0-1 20 0,0 1 8 0,-2 4-766 16,0-1 377-16,0 3 187 0,0 6 94 0</inkml:trace>
  <inkml:trace contextRef="#ctx1" brushRef="#br0" timeOffset="-207592.77">14469 10776 953 0,'-14'11'0'16,"7"-2"0"-16,1 0 181 0,1-4-74 0,1 0-29 16,1-1-9-16,0-2 337 0,1-1-187 0,2-1-93 15,0 4-47-15,0-2-15 0,0 0-160 16,0 0 64-16,0 2 32 0,0-4 1 0,0 2-537 16,0-2 278-16,0 0 135 0,0 0-321 15,0 0 205-15,0 0 103 0,-2-4 52 0,-3-8-82 0,-3 1 71 16,1-2 42-16,-3-2 57 0,1 0-11 0,0 2 279 15,3 4-168-15,2-3-65 0,2 3-35 0,2-1 361 16,0 1-198-16,6 0-65 0,13-1-58 16,7-1 280-1,2 3-146-15,11-2-72 0,-1 2-37 0,4 1 97 16,-7-1-58-16,6 2-41 0,-1 2-1 0,-2 1-8 0,-3 0-25 16,-8 2 8-16,5 1-9 0,-11 0-93 0,-1 0 47 15,-5 0 23-15,-4 4 0 0,-2 2-180 0,-7-1 98 16,-2 5-147-16,0 1 117 0,-15 3 35 0,-7 5-146 15,-5 0 195-15,-7 5-5 0,1-1-25 0,-3 3 26 16,1-1-10-16,6-4 0 0,5-6-8 0,3 1 139 16,8-6-65-16,2-1-34 0,5-4 1 15,2-1 125-15,4-2-66 0,0 1-35 0,0-3 2 16,14 0 70-16,-1 0-35 0,4 0-26 16,1 0 9-16,1-3-23 0,0 0 12 0,-2-1-10 15,-2 1 15-15,-6 3-125 0,2 0 60 16,-2 0-27-16,-6 0 30 0,-1 13 1 0,-2-1-12 15,0 4 1-15,-5 0 27 0,-9 5 7 0,1-2 27 16,1-2 0-16,-2 1-37 0,2-1 5 0,1-1 92 16,0-3-44-16,7-6-21 0,0 2 0 0,0-3 34 15,4-2-24-15,0-3 15 0,0-1-35 0,0 0-12 16,8 0 17-16,1 0 17 0,4 0-14 0,-1-5-96 0,-1-1 44 16,-2 1-254-16,-1 1 143 0,-2-2 63 0,-1 5-440 15,-3-1 473-15,0-1 14 0,-2 2 0 0,0-1-118 16,0-2 59-16,-9 1 29 0,1-5-7 15,-3 1 38-15,-2-1-1 0,1 0 0 0,-3 3 1 16,2 3 54-16,-2 0-36 0,2 2 8 0,-2 0-26 31,2 0 290-31,-1 2-145 0,4 7-73 0,-2 1-45 0,3 1 36 0,-1 2 403 16,1 4 39-16,-1 0-221 0,-1 2-109 0,2-1 269 16,-3 1-345-16,3 0-34 0,-2 2 0 0,1-4 14 15,3-1-14-15,0-2 8 0,3-3-9 0,1-3-64 16,0-2 33-16,3-1-1 0,0-2 41 0,3 0-70 15,13-3 31-15,9 0 0 16,6 0 31-16,10 0 72 0,7 0-28 16,0 0-9-16,7 0-41 0,-1 3 5 0,-1 6-29 0,1 1 0 15,-3 1-4-15,0 0-7 0,-1 2-454 0,0-5 232 16,-6 1 113-16,0-3 59 0,-7-5-600 16,1-1 316-16,-5 0 155 0,-3 0 77 0,-5-1-345 15</inkml:trace>
  <inkml:trace contextRef="#ctx1" brushRef="#br0" timeOffset="-207413.26">15549 10691 1197 0,'5'-17'0'15,"1"6"0"-15,-1 3 669 16,-3 5-603-16,1-1-33 0,-3 4 0 0,0 0 520 16,-3 9-472-16,-10 17-48 0,-6 9 0 0,-3 2-1 0,-6 8 115 15,-6 11-54-15,0-8-21 0,-13 12-9 0,4-6-171 16,3-2 71-16,5 1 35 0,8-6-1 15,-1 2-281-15,4-2 154 0,1-6-629 0,6-13 383 16,2-7 147-16,2-8-848 0,2-11 1011 0</inkml:trace>
  <inkml:trace contextRef="#ctx1" brushRef="#br0" timeOffset="-207244.13">14964 10826 1806 0,'-1'-5'0'0,"1"5"0"0,11 0 0 0,13 0 0 0,6 0 0 0,13 9 0 0,4 7 339 15,5 7 130-15,5 12-222 0,-4-2-108 0,-2 5 135 16,-3 1-121-16,-6-4-52 0,1 5-38 0,-2 0 0 0,-5-4-476 16,-4-5 222-16,-3-4 113 0,-4-2 63 0,-4 0-664 15,-6-6 356-15,-4 0 178 0,-7-6 74 0,-4-4-750 16</inkml:trace>
  <inkml:trace contextRef="#ctx1" brushRef="#br0" timeOffset="-207098.52">15262 10523 1622 0,'0'-3'0'0,"0"3"0"0,14 0 0 0,5 11 0 0,-2-1 29 16,-2 1 3-16,2 8 1 0,0 2 0 0,-1 1-312 16,3 3 151-16,8 9 81 0,3-1 40 0</inkml:trace>
  <inkml:trace contextRef="#ctx1" brushRef="#br0" timeOffset="-206983.31">15984 11198 1863 0,'0'0'0'0,"0"0"0"0,0 0 0 0,0 0 0 0,0-4 142 0,0-7-55 16,-3-4-520-16</inkml:trace>
  <inkml:trace contextRef="#ctx1" brushRef="#br0" timeOffset="-197809.44">16101 8981 434 0,'-16'0'0'0,"5"0"0"16,1 0 0-16,-1 1 0 0,4-1 0 0,-2 0 0 0,4 0 0 0,-2 0 113 0,4 0-44 0,-1 0 0 0,0 0 72 0,2 0-54 0,1 0-27 16,1 0 8-16,-2 0 79 0,2 0-57 0,0 0-29 15,0 0 85-15,0 0-57 16,0 0-20-16,0 0-8 0,0 0-8 0,0 0 1 15,-2 4-21-15,0 3 49 0,0 3-16 0,1 1-8 16,1-1-25-16,-2-3 78 0,2 2-39 0,0-5 0 16,0 0-31-16,0 0 28 0,0-4 1 0,0 2-37 15,0-2 33-15,0 0 1 0,0 2-27 0,0-2-7 16,0 1 36-16,0-1 1 0,0 0-38 0,0 3-3 16,0-3 11-16,0 0-7 0,0 0 0 0,0 1 17 15,0-1-17-15,0 2-1 16,0-2 9-16,0 0 11 0,0 2-19 0,2 1-1 15,-1 1-42-15,3 1 27 0,0 1-10 0,-1 0 25 16,3 2 38-16,-4-5-2 0,1 2-35 0,1-2 48 16,0 1-48-16,2 2 0 0,-1-3-1 0,1 3 32 15,-3-4-31-15,3 1 8 0,0 3-8 0,3-2 159 16,-1 1-192-16,2 1 0 0,-1-1 0 0,2 1 0 16,3 2 0-16,0-1 0 0,3 1 0 15,2-1 0-15,2 1 0 0,1 2 0 0,10 0 0 0,4 4 0 16,1-1 0-16,2 0 0 15,5 3 0-15,4-2 0 0,5 1 0 0,9 2 0 0,-2-4 0 16,6 2 0-16,3 0 0 0,7-1 0 16,12 2 0-16,-17-3 0 0,10 2 0 0,-1 4 0 15,3 2 0-15,-5 1 0 0,2 4 0 0,8 6 0 0,-19-3 0 16,7 4 0-16,-5 0 0 0,0-1 0 16,-5 2 0-16,-1-3 0 0,-4-1 0 15,-1 0 0-15,0-2 0 0,-5-5 0 0,8 3 0 16,-15-7 0-16,0-2 0 0,-1 1 0 15,-4-8 0-15,-9-1 0 0,0-1 0 0,-4-2 0 16,-9 0 0-16,0-3 0 0,-7-1 0 0,-2 0 0 0,-5-2 0 16,-1 0 0-16,-4 0 0 0,0 0 0 0,-2 0 0 15,0 0 0-15,0 0 0 0,0 0 0 0,0 0 0 16,0 0 0-16,0 0 0 0,0 0 0 0,0 0 0 16,-6-2 0-16,-1-3 0 0,-3-4 0 15,-1 2 0-15,2 1 0 0,-5-1 0 16,1 1-533-16,-2 2 302 0,0-3 104 0,0 1 30 15,0 3-773-15</inkml:trace>
  <inkml:trace contextRef="#ctx1" brushRef="#br0" timeOffset="-197261.16">18140 8703 1056 0,'-5'-20'0'0,"-1"14"0"0,4 5 0 0,2-1 0 0,0 2 0 0,0 0 0 0,0 0 0 0,-2 0 129 0,0 0-48 0,0 0-16 15,-2 0 172-15,1 0-103 0,-1 0-50 0,-2 0-25 16,3 6 109-16,-3-1-59 0,-2 2-43 0,3 0 1 16,-4 2 80-16,1-2-58 0,0 3-27 0,1-1 63 15,-2 4-50-15,-3 0-21 0,1 3 0 16,-2 2 72-16,-2 3-47 0,-2 3-15 0,-2 1 72 0,-4 1-51 16,-3 8-27-16,-4 2 1 0,-4 3 44 0,-7 4-27 15,-14 14-9-15,-8 7-34 16,-9 1 46-16,-18 21-23 0,0 4 157 0,3 3-213 15,-27 25 0-15,7-7 0 0,4-8 0 0,3-7 0 16,10-6 0-16,24-15 0 0,1-2 0 0,15-14 0 16,2-3 0-16,7-8 0 0,9-6 0 0,2-5 0 15,2 4 0-15,3-12 0 16,3 0 0-16,3-5 0 0,6-3 0 0,2-5 0 0,2-1 0 0,2-2 0 16,2-3 0-16,1-1 0 15,2 1 0-15,1-1 0 0,1-1 0 0,0-1 0 16,0-1 0-16,0-1 0 0,0-1 0 0,0-2 0 15,0 0 0-15,0-2 0 0,0 0 0 0,0 0 0 16,0 0 0-16,0 0 0 0,0 0 0 0,0 0 0 16,0 0-338-16,0 0 166 0,0 0 67 0,9 0 47 15,12 2-984-15</inkml:trace>
  <inkml:trace contextRef="#ctx1" brushRef="#br0" timeOffset="-195254.17">23138 9622 777 0,'-6'0'0'0,"-3"0"0"0,4 0 0 0,-2 0 0 0,4 0 0 0,1 0 0 0,0 0 0 0,0 0 333 0,0 0-150 15,2 0-75-15,0 0 163 0,4 0-111 0,12 0-67 16,-2 0 98-16,7 0-79 0,0-1-39 0,1-3-1 15,1 0 61-15,-2 1-54 0,-3-1-23 0,1 0-1 16,-4 0-63-16,0 0 20 0,0 0 9 0,-2 3 11 16,2-3-272-16,0 0 136 0,0 1 68 0,2-3-639 15,1 0 332-15,2 1 116 0</inkml:trace>
  <inkml:trace contextRef="#ctx1" brushRef="#br0" timeOffset="-194737.76">23660 9297 1805 0,'0'-9'0'0,"0"8"0"0,0-1 0 0,0-3 0 0,10 0 0 0,1 1 0 0,3 1 0 0,4 1 0 0,1 0 0 0,5 0 184 0,-1 0-76 0,3 2-37 0,-5 0-63 0,1 0-7 0,-3 4 32 16,-2 3-231-16,-6 2 115 15,-2 5 58-15,-3-1 37 0,-5 4-78 0,-1 2 49 16,0 5 25-16,-13-1-7 0,-4-1-147 0,3-3 19 15,-9 4 59-15,3-5 132 0,3-3-44 16,2-2-32-16,5-1-18 0,1-5 311 0,3-1-144 0,5-2-48 16,1 1 71-16,0 1-49 0,1-1-41 0,11 3-4 15,7 0 0-15,-1-1-33 0,5 4 0 0,-4-1 0 16,-1 1-35-16,1 0 8 16,-4 0 27-16,0 3-105 0,-7-1 53 0,-1 0 25 15,-4 0 1-15,0 2-70 0,-3 1 39 0,-3-2-3 16,-9-1 31-16,-3 0-8 0,-6 2 8 0,2-5-10 15,-3-2-66-15,-1-3 32 0,2-1-1 0,0-3 34 16,3-1-158-16,1 0 71 0,4-5 43 0,2-16 16 16,5-3-411-16,4-14 207 0,2-1 103 0,0-1-284 15,2-10 198-15,6 6 94 0,-4 6-60 0,1 0 81 16,-3 10 107-16,-1-1 0 0,-1 6 53 0,0 11-23 16,0 2-31-16,0 3 0 15,0 4 204-15,0 2-113 0,-1 1-62 0,-3 5 593 16,1 16-311-16,-1 7-70 0,2 7-78 0,-2 9 301 15,2 2-216-15,2 0-107 0,0 3 169 0,0 0-139 16,0-5-60-16,0 10-43 0,0-6-155 0,0 1 61 16,0 0 30-16,0-4-1 0,0-3-430 0,0-1 226 15,0-4 117-15,0-7-221 0,0-7 96 0,0-4 107 16,0-10-68-16,3-5-375 0,4-4 256 0</inkml:trace>
  <inkml:trace contextRef="#ctx1" brushRef="#br0" timeOffset="-194430.72">24216 9197 1235 0,'2'0'0'0,"-1"0"0"0,1 5 0 0,-2 8 0 0,0 0 0 0,-5 2 0 0,-6 6 365 0,-8 3-170 16,2 5-82-16,-5 0 47 0,1 3-64 0,1-3-32 15,0 1 9-15,4 0-114 0,2-4 36 0,5-6 1 16,2 1-431-16,2-10 234 0,4-1 125 0,1-8 50 15,0-2-512-15,10-4 270 0,4-17 35 0,2-1 100 16,-5 1-58-16,1-1 100 0,0 3 91 0,-3 2 27 16,-1 5-16-16,2 1-22 0,-3 2-9 0,4 2 191 15,1 3-102-15,-1 2-51 0,4 0 472 16,2 2-254-16,2 0-47 0,1 0-91 16,6 0 336-16,-3 0-200 0,-2 0-101 0,3 4-50 15,-3 0 59-15,0 1-59 0,-3 1-26 0,-1-1 1 16,-4 3-377-16,-3-3 184 0,-1 3 80 0,-4 2-255 15,-1-3 172-15,-4 4 85 0</inkml:trace>
  <inkml:trace contextRef="#ctx1" brushRef="#br0" timeOffset="-194263.19">24136 9500 1233 0,'-9'6'0'0,"2"3"0"0,2 5 0 0,5 0 0 0,0 1 0 0,0 5 0 0,0 2 0 0,0 0 0 0,1 9 458 0,5-3-213 15,-2 1-106-15,-1 0 78 0,2 1-92 16,-3 0-38-16,-2 0-31 0,3-2-368 0,-1-2 172 0,0-4 86 16,-2 1-189-16,0-8 147 0,2-3 59 0,0-5 36 15,-1-2-598-15</inkml:trace>
  <inkml:trace contextRef="#ctx1" brushRef="#br0" timeOffset="-194071.7">24241 9528 1437 0,'5'0'0'0,"3"0"0"0,-2 9 0 0,1 5 0 0,-2 3 0 0,1 8 0 0,-1 1 0 0,2 4 258 0,-4 3-105 0,1 3-64 15,-2 1 242-15,0 1-149 0,-1 2-75 0,-1-2-20 16,0-1-19-16,0-2-8 0,0 0-27 0,0-6-181 16,0-4 91-16,2-4 44 0,2-6 32 15,-1-5-391-15,6-2 203 0,-2-6 101 0,2-2-560 16,3-2 299-16,0-15 136 0,0-6 84 0</inkml:trace>
  <inkml:trace contextRef="#ctx1" brushRef="#br0" timeOffset="-193894.17">24524 9429 1203 0,'15'-13'0'0,"4"1"0"0,3 1 0 0,-2 4 0 0,4-1 0 0,-2 1 0 0,-1 1 0 0,2 2 254 0,4 3-111 16,-6-1-46-16,4 0-37 0,-3 0-1 0,1 2 0 15,-5 0-27-15,2 0-178 0,-4 0 97 16,-1 0 37-16,-2 0 22 0,-3 0-341 0,-1 0 182 0,-1 2 91 16,-5 0-389-16,-1-2 170 0,-2 0 123 15</inkml:trace>
  <inkml:trace contextRef="#ctx1" brushRef="#br0" timeOffset="-193605.94">24805 9160 887 0,'-1'0'0'0,"1"0"0"0,0 0 0 0,0 0 0 0,0 3 0 0,4 2 0 0,4 4 0 0,-3 4 256 0,-1 3-112 0,-1 2-55 0,-1 7 38 16,-2-3-39-16,0 8-32 0,-4-2 1 0,-6 1-54 15,-6 1 30-15,0-5 0 0,-4 2-89 16,2-2 41-16,-1-5 23 0,2-5 1 16,0 0-36-16,2-2 29 0,4-7 9 0,-1 0 22 15,5-3 64-15,3-1-36 0,2 0-34 0,1-2 91 16,1 0-50-16,0 0-25 0,3 0 81 0,11 2-45 15,6-2-23-15,3 0 0 0,-1 0 48 0,9 0-39 16,-5 0-1-16,-1 0-31 0,-4 0-143 0,4 0 71 16,-5 0 44-16,-3 0-8 0,1 0-360 0,-4 0 191 15,-5 0 63-15,1 2-224 0,-2 2 111 16,-5-2 100-16,-1-1 33 0,-2-1-316 16,0 0 186-16,-3 0 85 0</inkml:trace>
  <inkml:trace contextRef="#ctx1" brushRef="#br0" timeOffset="-193462.25">24864 9429 832 0,'-7'-5'0'0,"5"2"0"0,0 1 0 0,2 2 0 0,-2 0 0 0,2 10 146 0,0 7-56 0,0 4-21 16,0 7 327-16,0 2-182 0,0 2-90 0,0 1-46 15,2 1 212-15,0 2-120 0,-1-2-73 0,0-2-32 16,2 0-243-16,-1-2 105 16,-2-4 53-16,2-1-530 0,-2-1 288 0,0-2 147 15,0-2-268-15,0-4 195 0</inkml:trace>
  <inkml:trace contextRef="#ctx1" brushRef="#br0" timeOffset="-193305.66">24734 9816 1644 0,'-3'-11'0'0,"3"-1"0"0,0 1 0 0,0-2 0 0,7 2 0 0,7-1 0 0,2 3 0 0,3 0 0 0,2 1 156 0,-1 3-62 0,3 0-30 16,0 1 221-16,-3-1-118 0,1 4-71 0,-2-4-32 15,-3 4-160-15,0-1 64 0,-6 2 32 0,2 0-431 16,-4 0 227-16,-3 0 119 0,-1 0 58 0,-2 0-664 15</inkml:trace>
  <inkml:trace contextRef="#ctx1" brushRef="#br0" timeOffset="-192884.38">24566 9212 940 0,'-19'0'0'0,"4"0"0"0,7 0 0 0,2 1 0 0,2 1 0 0,3 0 0 0,1 2 329 0,0 3-149 15,0 3-65-15,0 1 163 0,0 6-122 16,0-1-62-16,0 5-41 0,0 4 1 0,0-3-13 0,0 3-8 16,0 1-102-16,0-2 52 0,0 1 24 0,0-3 1 15,0 1 9-15,-2-5 16 0,0 1 0 0,2-4-1 16,0 1-24-16,0-5-3 16,0 0 7-16,0 2-3 0,0-1 9 15,4-1-24-15,3-2 49 0,0 3 0 0,5-1-23 0,-3 1 10 16,1 1 26-16,0-1-26 0,-1 1-6 0,-2 2 8 15,1-1-32-15,-2 0 26 0,-4 1 0 0,-1-1 1 16,-1 0-68-16,0 0 28 0,0 1 6 0,0-4-50 16,-3 0 35-16,-6 1 11 15,4-4-17-15,-2-3-3 0,1 1 1 0,-2-1 19 16,1-3 55-16,0 0-6 0,3-2-38 0,0 0-8 16,1 2 132-16,1-2-57 0,2 0-30 0,-2 0 11 15,2 0 35-15,0 0-23 0,0 5-16 0,7 1-12 16,11 4-5-16,5-1 24 0,4-2 11 0,5 3-30 15,3-1 9-15,9-2-8 0,-3 1-193 0,0 0 92 16,-8-2 47-16,8 1 13 0,-6-2-482 0,-1 3 240 16,-4 0 117-16,0 1 27 0,-2-5-227 0,-1 3 151 15,-4-1 66-15</inkml:trace>
  <inkml:trace contextRef="#ctx1" brushRef="#br0" timeOffset="-192526.42">25389 9221 974 0,'-3'-6'0'0,"3"4"0"0,0 2 0 0,0 0 0 0,0 0 0 0,0 2 209 0,-4 9-88 0,-2 5-44 0,-4 2 52 16,-4 4-48-16,2-1-16 16,-6 5-9-16,4 1-46 0,-4-2 0 0,4-3 23 15,0-6-89-15,1 4 53 0,1-7 13 0,5-2 1 16,2-2 73-16,1-3-25 0,2-2-1 0,2-3-17 15,0 1-45-15,0-2 1 0,2 0 4 0,11 0 24 16,0 0-33-16,2-2 36 0,1 0-1 0,0-7-63 16,-2 5 33-16,0 1-1 0,-7 1-67 0,2 0 47 15,-2 2 11-15,-3 0 1 0,-3 6-5 0,-1 8 21 16,0 4-22-16,-10 1 17 16,-4 3 144-16,1 1-69 0,-3-3-33 0,7-3-1 15,-1 2 173-15,2-2-89 0,4-4-36 0,2 0-9 16,2-3-23-16,0 0-1 0,0-2-73 0,2-3 34 15,10 1-9-15,-2-4 26 0,4-2-276 0,3 0 138 16,-3 0 59-16,5 0 44 0,-1 0-630 0,-2 0 303 16,0 0 126-16</inkml:trace>
  <inkml:trace contextRef="#ctx1" brushRef="#br0" timeOffset="-192387.28">25222 9871 859 0,'-14'3'0'0,"2"3"0"0,7-4 0 0,0-1 0 0,3-1 0 0,2 0 0 0,0 0 471 0,0 0-218 16,11 0-111-16,6 0 32 0,5-3-74 0,1-5-34 16,4-1-229-16,6-2 98 0,0-2 49 0,1-1 32 15</inkml:trace>
  <inkml:trace contextRef="#ctx1" brushRef="#br0" timeOffset="-192177.84">25568 9339 1784 0,'-3'-10'0'15,"3"3"0"-15,0-4 0 0,3 1 0 0,8-1 0 0,5 1 0 0,3 1 0 0,7 2 242 0,2-2-105 0,0 3-52 0,0 0 26 16,0 2-40-16,-3 3 9 0,1 1-47 16,-3 0-99-16,-6 0 50 0,0 0 24 0,-4 0 0 15,-4 5-187-15,1 1 102 0,-5 0 55 0,1-3-405 16,-4 1 220-16,-1-2 49 0,-1 0-283 0,0-2 208 15,0 0 100-15,-1-2 51 0,-4-9-194 0</inkml:trace>
  <inkml:trace contextRef="#ctx1" brushRef="#br0" timeOffset="-191821.75">25838 9033 1064 0,'-8'-2'0'0,"-2"2"0"0,1 0 0 0,0 13 0 0,-5 4 0 0,1 4 0 0,-4 5 161 15,0 4-56-15,-5 8-40 0,-3-2 121 0,1 1-76 16,-5 1-39-16,4-3 1 0,7-9 156 0,-1 4-101 15,10-13-47-15,0 4-82 0,4-6 35 0,5-4-1 16,0-3 9-16,1-2-77 0,12-6 35 16,12 0-1-16,-1 0-53 0,5-4 44 0,2-8 30 15,1 3-8-15,2-1-15 0,-4 2-22 0,-2 5 22 0,-5 1-36 16,-3 2 6-16,-2 0 14 16,-9 0 20-16,2 0-33 0,-5 2 0 15,-2 6 29-15,-4 3-229 0,0 0 107 0,-10 3 55 0,-3-1 22 16,-8 2-274-16,4-4 136 0,-7 4 82 0,3-1 36 15,-1-5-106-15,-3 2 71 0,3-4 36 0,2 1-9 16,0-2 2-16,1-3 21 0,3-1 0 0,-1-2 75 16,9 0-26-16,-1 0-9 0,3 0-19 15,0 0 321-15,5 0-160 0,1 0-81 16,0 0 339-16,0 0-159 0,0 0-60 0,0 0-69 16,1 0 2-16,3 0-33 0,4 0-1 0,-2 0-120 15,-1 0 40-15,1 0 23 0,-6 0 0 0,5 6-403 16,-3 1 213-16,-2 1 115 0</inkml:trace>
  <inkml:trace contextRef="#ctx1" brushRef="#br0" timeOffset="-191555.46">25542 9668 871 0,'0'4'0'0,"0"2"0"0,0-2 0 0,0-1 0 0,0 0 0 0,0-1 0 0,0-2 0 0,1 2 97 16,1 1-32-16,1 0 0 0,-1 2 7 0,-2 3-31 15,0-1-9-15,-8 3 1 0,-7-1-189 0,-2 0 94 16,-6 0 48-16,5-1 31 0,-9 0-125 0,6-6 65 15,2 1 33-15,-1-3 0 0,6 0-28 16,4 0 2-16,2 0 249 0,3 0-104 0,5 0-68 0,0 0-21 16,2-1 331-16,13-1-154 0,11-2-74 15,2 2-45-15,4 0 131 0,2 0-88 16,2 0-44-16,0 1-14 0,-1 1-58 0,-1 0-1 16,0 0 29-16,-4 0-83 0,-2 0 42 0,-5 0 28 15,-2 0-304-15,-3 0 159 0,-6 0 73 0,1 0 42 16,-8 0-532-16,-1 0 250 0,-3 0 119 0,-1-10 70 15,0-8-243-15</inkml:trace>
  <inkml:trace contextRef="#ctx1" brushRef="#br0" timeOffset="-191429.84">25743 9446 739 0,'-3'-6'0'0,"1"5"0"0,2 1 0 0,0 1 0 0,0 15 0 0,-5 4 0 0,2 7 400 0,-5 1-184 0,-1 5-83 0,-5 9 246 15,-1-6-173-15,1 3-87 0,1-7-43 0,-3 3-184 16,2 1 79-16,1-4 26 0,-1-2-235 0,5-2 135 15,2-7 68-15,2-1 34 0</inkml:trace>
  <inkml:trace contextRef="#ctx1" brushRef="#br0" timeOffset="-191317.14">25649 9850 1288 0,'8'0'0'0,"3"0"0"0,0 0 0 0,-1 6 0 0,5 1 0 0,-4 1 0 0,2 3 259 0,2-3-118 15,0 7-53-15,2-5-28 0,-1 4 231 0,2-1-129 16,-1 0-56-16,0 0-466 0,4-2 196 0</inkml:trace>
  <inkml:trace contextRef="#ctx1" brushRef="#br0" timeOffset="-190894.98">26320 9132 591 0,'-8'-14'0'0,"8"14"0"0,0 0 0 0,0 0 0 0,0 7 0 0,0 6 0 0,-9 6 89 0,-8 7-70 0,-5 6-21 0,-5 6 0 15,-3 1 321-15,0 5-148 0,-2-1-75 0,0-1-41 16,2 0-6-16,0-5-22 0,0-3-177 0,7-7 82 15,-1-1 41-15,5-7 24 0,4-4-275 0,6-8 136 16,3-5 68-16,3-2 38 0,3 0-159 0,0-15 42 16,9-7 65-16,7-1-27 0,5-4 57 15,-2 3 58-15,2 2 0 0,-6 6 13 16,4 0-7-16,-4 3-39 0,2 5 430 16,-4 6-225-16,4 2-103 0,-1 0-25 0,2 8 610 0,-4 9-302 15,2 5-159-15,-5 2-80 0,3 6 403 0,-2 1-233 16,-5 2-130-16,-1 2 76 0,-5-2-99 0,1-1-48 15,1-2-25-15,-3-6-116 0,0 3 43 16,0-7 23-16,0-3-560 0,0-7 293 0,0-1 147 0,0-5 80 16,4-2-756-16,3-2 383 0</inkml:trace>
  <inkml:trace contextRef="#ctx1" brushRef="#br0" timeOffset="-190463.98">26625 9052 1458 0,'5'0'0'0,"6"2"0"0,2 7 0 0,-2-1 0 0,-3-3 0 0,-6 4 0 0,-1 3 0 0,-1 1 0 0,0 4 0 0,-9 1 89 0,-8 3-28 0,-5-2 8 0,-2 3-220 0,-3-1 92 16,-1-2 45-16,0 0 24 16,-1-5-224-16,-1 0 112 0,4-2 55 0,6-5-1 15,1-2 22-15,8-3 1 0,-1 0-18 0,6-2 106 16,5 0-49-16,1 0-36 0,0 0 316 0,13-4-149 15,11-4-63-15,4-2-40 0,2 2 191 0,6 1-101 16,0 0-46-16,0 0-26 0,-1 4 21 16,-1 1-48-16,-4 0 0 0,-7 2-9 0,1 0 8 15,-5 0 1-15,-8 0 8 0,-1 5-43 0,-5 5 1 16,-5 1 34-16,0 0-197 0,-12 6 97 16,-8-2 29-16,-9 4 28 0,-2-2-245 0,-3 2 125 15,1-4 36-15,-4 1 40 0,1 0-104 0,3-3 66 16,1-1 30-16,4-5 55 0,8-2-26 0,1 1 0 15,10-3-8-15,3-2 231 0,-1-1-112 0,7 0-55 16,0 0 117-16,2 0-81 0,14 0-16 0,5 0-26 16,3 0 233-16,0-1-116 15,5-2-20-15,-4-3-42 0,1 5-53 0,4-3-9 16,-10 2 23-16,1 0-242 0,0 0 121 0,-7 2 61 16,-2 0 37-16,-5 0-507 0,-4 0 243 0,0 0 122 15,-3-1-209-15,0-2 155 0</inkml:trace>
  <inkml:trace contextRef="#ctx1" brushRef="#br0" timeOffset="-190321.36">26526 9358 879 0,'-15'0'0'0,"2"0"0"0,4 5 0 15,0 11 0-15,1-2 0 0,-5 6 94 0,5 6-22 0,-2 2-8 16,-1 4 382-16,0 3-206 0,-3 5-104 0,2-3-51 16,-1-1 373-16,-2 9-217 0,-1-5-104 0,4-7-218 15,-3 5 58-15,1-2 27 0,3-1 9 0,1-3-651 16,7-9 336-16,1-5 167 0</inkml:trace>
  <inkml:trace contextRef="#ctx1" brushRef="#br0" timeOffset="-189940.36">26427 9668 982 0,'0'3'0'0,"0"7"0"0,2 4 0 0,-1-2 0 0,-1-1 0 0,2 3 182 15,-2 2-75-15,2 1-37 0,-2 0 9 0,0 0 281 0,0 0-164 16,0-2-82-16,0 0-40 0,0-4-124 0,0 0 50 15,0-3 12-15,0-4-394 0,0-2 207 0,0-1 104 16,0-1-373-16,0 0 231 0,2 0 111 0,0-7-53 16,0-8-71-16,-1-2 96 15,2-2 48-15,-1-1 17 0,-2-3 40 0,2 1-8 16,0-1 33-16,-1-1 65 0,2 3-54 0,5 0-30 16,2 3 8-16,1 1 260 0,8-2-141 0,1 4-58 15,5 0 305-15,3 0-137 0,4 1-101 0,2 3-8 16,0 2 153-16,1 2-114 0,-3 1-58 0,-4 3-20 15,4 3 49-15,-10-3-44 0,2 3-20 0,-5 0 102 16,-3 0-62-16,-5 0-23 0,-2 9-8 0,-2-3 57 16,-4 5-44-16,-1 2-22 0,-2 3 53 15,0 3-30-15,-5-1-8 0,-3 7-38 0,0-3-39 16,5 2-1-16,1 4 41 0,2-9 8 16,0 6-95-16,0-3 43 0,0 1 22 0,2-3-414 15,-1 0 181-15,5-2 114 0,-1-3 9 0,0-2-495 16,-3-3 281-16,0 0 140 0</inkml:trace>
  <inkml:trace contextRef="#ctx1" brushRef="#br0" timeOffset="-189776.79">26419 9792 1029 0,'0'-4'0'0,"4"2"0"0,17-3 0 0,-1-1 0 0,8-2 0 0,-1 2 461 0,1 3-213 16,0-1-108-16,2 2 42 0,-5 0-67 0,2-2-45 15,-4 2 0-15,0 1-99 0,-4-2 30 0,-3 2 1 16,-6 1-480-16,-2-2 247 0,-5 2 128 16,-1-2 63-16,-2 0-542 0</inkml:trace>
  <inkml:trace contextRef="#ctx1" brushRef="#br0" timeOffset="-189629.19">26616 9628 972 0,'-8'2'0'0,"4"2"0"0,2 4 0 0,-2 1 0 0,0 2 0 0,0 2 0 0,0 6 0 0,-1 4 428 0,-1-1-197 0,-1 0-100 0,-2 3-48 16,4-6 166-16,0 4-112 0,1-1-52 0,1-4-141 16,-1-1 45-16,2-1 22 15,2-5-507-15,0-2 260 0,0-1 135 0,6-8 66 16</inkml:trace>
  <inkml:trace contextRef="#ctx1" brushRef="#br0" timeOffset="-189500.54">26713 9631 948 0,'3'-3'0'0,"0"1"0"0,0 2 0 0,-1 0 0 0,0 0 0 0,-2 5 0 0,0 9 0 0,-8 1 0 0,-3 6 250 0,0 1-109 0,-5 3-54 0,3 1-259 0,3-5 111 15,-1 1 42-15,4-3 26 0,2-6-547 16</inkml:trace>
  <inkml:trace contextRef="#ctx1" brushRef="#br0" timeOffset="-189220.14">27080 9172 1332 0,'30'-14'0'0,"2"7"0"0,6-1 0 0,0-1 0 0,-6 0 0 0,-1 2 0 0,-4 3 0 0,-6 0 0 0,-2 2 60 0,-7 2 0 16,-2 0-27-16,-6 4-113 0,-4 9 49 0,-9 5 28 15,-21 7-100-15,-1 0 55 0,-7-1 26 0,-1 2 1 16,1-1-97-16,8-6 51 0,0 4 30 0,11-9-1 15,3 1 164-15,5-6-79 0,5 1-29 0,4-3 188 16,2-1-102-16,0-2-41 16,7-1 85-16,7-3-54 0,4 0-34 0,0 0 13 0,6-7-154 15,-1-4 59-15,-5 1 27 0,1-1 0 16,-3-2-149-16,-2 1 89 0,-7 1 39 0,-3 0 0 16,-2-2-475-16,-2 2 201 0,0 0 132 0,-11-4-159 15</inkml:trace>
  <inkml:trace contextRef="#ctx1" brushRef="#br0" timeOffset="-189091.49">27132 9189 743 0,'-18'5'0'0,"0"8"0"16,2 1 0-16,3 1 0 0,6 0 0 0,-1 2 0 0,4 0 0 0,1-1 278 0,1 3-123 0,2 0-61 0,0-2 270 0,0 2-170 15,0-2-81-15,0-2 90 0,0-1-85 16,2 2-43-16,3-5-13 0,2-2-248 0,2 2 110 16,0-3 54-16,3-2 27 0,2-3-569 0,1 1 307 15</inkml:trace>
  <inkml:trace contextRef="#ctx1" brushRef="#br0" timeOffset="-188901">26873 9703 1980 0,'-1'8'0'0,"1"1"0"0,14-5 0 0,12-4 0 0,0 0 0 0,6-2 0 0,3-7 0 0,8-1 0 0,-3-1 435 0,1 0-202 0,-9-1-100 0,6 3-50 16,-6-2-160-16,-4 4 50 0,-7 1 30 0,-3 0 0 15,-4 2-525-15,-3 0 277 0,-6 3 147 0,-4-1-256 16,-1 0 186-16,-3 0 91 0,-15 0-91 0,-4-4-379 16</inkml:trace>
  <inkml:trace contextRef="#ctx1" brushRef="#br0" timeOffset="-188648.67">27154 9531 1178 0,'-5'0'0'0,"1"0"0"0,4 0 0 0,0 0 0 0,0 9 0 0,0 4 0 0,0 8 241 16,0 5-96-16,0 4-60 0,0 3 455 0,0 4-253 15,0 6-127-15,0-10-64 0,0 7 108 0,0-2-89 16,0-3-42-16,0-1 1 16,0-4-217-16,0-2 89 0,0-7 51 0,0 0-145 15,0-7 91-15,-1-4 45 0,-3-2 22 0,-1-5-396 16,-4-1 140-16,-3-2 127 0,-3 0-205 0,-2-5 145 16,-1-10 74-16,-3 0 35 0,4-3 10 0,-4 0 27 15,4-3 0-15,4 6 0 0,0-2 169 0,4 0-85 16,3 6-50-16,1 0 274 0,5-1-135 0,0 1-82 15,0 2 103-15,9-2-77 0,10 1 14 0,7-1-41 16,2 2-235-16,5-3 105 0,-2 1 60 16,5-1 23-16</inkml:trace>
  <inkml:trace contextRef="#ctx1" brushRef="#br0" timeOffset="-188256.1">27544 9275 1542 0,'0'0'0'0,"0"0"0"0,1 0 0 0,5 0 0 0,1 0 0 0,-4 0 0 0,1 3 0 0,1 1 140 0,3 4-58 0,0 2-25 0,0-3-166 0,4 3 71 15,2-1 36-15,0-2 7 0,5-1-564 0,1-5 265 16,0-1 134-16,2 0 67 16,-2 0-209-16,1-7 147 0,0-2 82 0,-1-4 73 15,-2-3 0-15,-3 1 0 0,-5 3 164 0,-2 2-103 16,-3-1-43-16,1 2-25 0,-3 1 181 0,-3 0-104 15,0 5-51-15,0-1 14 16,-9 2 380-16,-5 2-163 0,-5 0-108 0,-4 0-55 16,-6 13 71-16,-4 3-55 0,-9 6-39 0,-1 1-112 15,-3 0 40-15,3 0 0 0,10-4-70 0,1 1 64 16,9-4 19-16,2 0 1 0,4-2 61 0,9-8-34 16,2-1-1-16,5-3-38 0,1 2 29 0,0-2-44 15,7-2 32-15,6 0-42 0,14 0 253 0,2 0-93 16,4 0-56-16,1-4 135 0,0-1-87 0,0-4-45 15,-3 3-153-15,-7 3 62 0,9-3 21 0,-12 5-1 16,0-3-355-16,1 2 184 0,-8 0 96 0,-2 0 39 16,-4 1-272-16,-7-1 111 15,-1 0 88-15,0-4-365 0,0 2 218 0</inkml:trace>
  <inkml:trace contextRef="#ctx1" brushRef="#br0" timeOffset="-188066.6">27719 9100 1141 0,'-7'0'0'0,"3"0"0"0,4 14 0 0,0-1 0 0,0 3 0 0,0 7 0 0,0 5 254 0,0 10-111 0,0-2 454 0,0 10-286 16,-4 0-139-16,-1-2-70 15,0 2 128-15,-3-3-99 0,2-5-40 0,-5 1-34 16,1-2-108-16,-3 5 42 0,-1-9 21 0,0 3 0 16,-2-6-417-16,2-2 216 0,0-9 110 0,3-3-609 15,2-13 348-15,0-3 62 0,3 0-181 0,4-6 218 16,0-18 104-16,-1-6 52 0</inkml:trace>
  <inkml:trace contextRef="#ctx1" brushRef="#br0" timeOffset="-187876.66">27528 9558 978 0,'-6'-13'0'0,"-4"5"0"0,3 5 0 0,-4 1 0 0,-3 2 0 0,0 0 0 0,0 2 0 0,-1 9 0 0,2 1 123 16,2-1-45-16,3 2-22 0,3 0-28 0,2 0 5 16,3-3 8-16,0 1-9 0,8-3-351 0,14-7 170 15,3-1 87-15,10 0 42 0,2 0-161 0,8-7 92 16,-3-4 46-16,-5 3-84 0,-2 2 15 0,-1-1 39 15,-6 3 285-15,1 0-118 0,-6 3-63 0,0-1-33 16,-6 0 414-16,-1 2-208 0,-3 0-67 0,-2 0-66 16,-5 0 30-16,0 0-34 0,-6 0 0 0,0 0-496 15,0 5 240-15,0-1 106 16,-7-4 58-16</inkml:trace>
  <inkml:trace contextRef="#ctx1" brushRef="#br0" timeOffset="-187467.79">27689 9624 580 0,'-13'12'0'0,"-1"1"0"0,5 1 0 0,6 4 0 0,3-1 0 0,0-2 280 0,0 1-116 0,0 3 190 16,0 2-161-16,0-2-80 0,1 0-40 15,1-1 107-15,1 1-66 0,0-6-44 0,0 2 0 16,-1-5-200-16,2-3 82 0,-3-1 40 0,6-4 8 16,-1-2-287-16,-2 0 159 0,6 0 81 0,-2-4-106 15,1-7 2-15,-3 1 78 0,-1 1-206 0,0 0 88 16,1 1 79-16,-3-1 40 0,1 1 127 0,-3 3-53 15,1 0-12-15,-2 2-1 0,0 1 182 0,0 0-102 16,0 1-50-16,0 1-35 0,0 0 282 0,0 0-136 16,0 0-23-16,0 0 80 0,0 0-65 15,0 0-36-15,0 0-26 0,0 0 0 16,0 0-27-16,0 0 0 0,0 0-37 0,0 0 9 16,0 3 27-16,0 1 1 0,0 2-82 0,0-1 41 15,0 1 0-15,0-2 32 0,0 1-93 0,0-1 29 16,0-2 28-16,0 2-72 0,0-2 35 0,0-2 13 15,0 1-13-15,0-1 12 0,2 0-1 0,-1 0 10 16,2 0-6-16,-1 0 10 16,0 0 9-16,-1 0-9 0,1-1-28 0,-2-1-8 15,2 0 41-15,-2 0-15 0,0 2-109 0,0-2 53 16,0 2 30-16,0 0-141 0,0 0 84 16,0 0 34-16,0 0-131 0,0-2 91 0,0 0 45 0,0 1 23 15,0-5 55-15</inkml:trace>
  <inkml:trace contextRef="#ctx1" brushRef="#br0" timeOffset="-187208.41">27680 9715 869 0,'-7'5'0'0,"-2"1"0"0,4 0 0 15,1 2 0-15,0 0 0 0,1 4 0 0,-2-1 0 0,5 2 178 0,-2 0-76 0,2 1-35 0,0-1 0 0,0-2 193 16,0 0-114-16,0-1-48 0,2 1 11 0,3-4-33 16,2 1-22-16,0-3 1 0,0-2-52 15,6 2 38-15,-1-3-8 0,-1 0-129 0,3-2 64 16,-1 0 33-16,0 0-1 0,-2 0-250 0,3 0 109 16,-6 0 79-16,2 0-4 0,-1 0-199 0,1-2 83 15,-4-2 70-15,-2-6 22 0</inkml:trace>
  <inkml:trace contextRef="#ctx1" brushRef="#br0" timeOffset="-186557.08">27777 9722 1456 0,'-7'7'0'0,"5"4"0"0,-1 4 0 0,-1 1 0 0,3 1 0 0,-4 3 0 0,1 1 0 0,-4 7 0 0,3 0 0 0,-5 0 209 0,1 1-87 0,-2-1-45 15,1-5 51-15,-3 7-52 0,-3-6-21 0,0 0-1 16,-1-3-186-16,1-7 82 0,-3-2 50 0,-1-2-92 15,4-9 63-15,0-1 30 16,-2 0 1-16,6-8-224 0,-2-12 75 0,1-8 77 0,3 2-143 16,5-6 92-16,1 0 38 0,4-4 25 15,0-1 55-15,0-8 8 0,9 4-38 0,11-2 0 16,7-3 68-16,3 3-41 0,5 4 7 0,5-1 9 16,2 5-6-16,-1 2 0 0,2 1-1 0,-6 8 169 15,6-2-68-15,-10 7-51 0,3 0 96 0,-6 2-65 16,0 2-20-16,-7 3-15 0,3-2-28 0,-4 1 8 15,-1-2 16-15,0 0-13 0,0 1-89 16,-7-1 50-16,0 5-5 0,-3 3 10 0,-2-2-10 0,-4 6 36 16,-1 1-34-16,1 0 101 15,-3 2-48-15,-2 7 0 0,0 12 174 0,-9 6-95 16,-7 2-43-16,-5 5-18 0,-6 6 48 0,6-9-38 16,-2 0 0-16,2 2-39 0,5-12-37 0,4 1 8 15,4-11 30-15,3 1-72 0,1-4 37 0,4-5-1 16,0-1 36-16,0 0-44 0,2-9 18 0,14-8-1 15,2-2-68-15,2 0 40 0,3 2-5 0,-6 5 3 16,2-2-16-16,0 5 20 0,-2 3-12 16,-1 4 31-16,0 2 112 0,-6 0-54 15,0 8-27-15,-6 9 140 0,-1 7-73 0,-3 5-40 16,0 0-8-16,-11 3 38 0,-5 2-18 0,-3-2 0 16,1 1-80-16,-2-1 22 0,-1-3 0 0,0-5 30 15,-1-1-242-15,1-2 114 0,0-6 53 0,3-4 30 16,-5-1-363-16,2-7 178 0,1-1 58 15,0-2-166-15,4 0 132 0,3-11 66 0,2-7 34 16,1 0-79-16,5-8 60 0,3-1 25 16,2-1 6-16,0 0 20 0,0 5 0 0,0 3-8 15,7 2 163-15,3 6-78 0,1 4-38 0,5 4 0 16,4 4 515-16,2 0-224 0,6 10-148 0,6 10-2 16,4 3 404-16,-1 5-259 0,3 2-130 0,-8 0 95 15,9 8-117-15,-5-5 90 0,-1 0-230 0,-2-3-200 16,-3-6 167-16,9 4 29 0,-9-7-756 0,-1 2 397 15,-4 1 197-15</inkml:trace>
  <inkml:trace contextRef="#ctx1" brushRef="#br0" timeOffset="-186431.42">28856 10143 855 0,'-11'-8'0'0,"5"1"0"0,6 2 0 0,0-7 0 0,0-1 0 0,-6-4 0 0</inkml:trace>
  <inkml:trace contextRef="#ctx1" brushRef="#br0" timeOffset="-122533.03">3816 8603 86 0,'0'0'0'0,"0"0"0"0,0 0 0 0,-3 0 0 0,3 0 0 0,0-2 0 0,-3 0-16 0,1 0 23 0,2 0 10 15,0-1-9-15,-2 1-1 16,2 0 1-16,-1 0 26 0,1 0-25 0,-3 0 0 16,3 1 1-16,-2-1 40 0,2-1 0 0,-1 3-34 15,-2-1-3-15,3 1 64 0,-2-3-29 0,0 3 7 16,2 0 22-16,0-1-16 0,0 1-6 0,-1 0 15 15,1 0-39-15,0 0 11 0,0 0-10 0,0 0 18 16,0 0-18-16,0 0 1 0,0 0 0 0,0 0 19 16,0 0-19-16,0 0 8 0,-2 0-8 0,0 0-8 15,1 0 8-15,-4 0-1 0,2 0-23 0,-1 0 24 16,2 0 0-16,-1 0-25 16,-4 0 1-16,4 0 20 0,0 0 9 0,-2 0-24 15,0 0 15-15,-2 0-7 0,2 0 6 0,0 0-24 16,1 0 5-16,0 0 8 0,-3 0 7 0,1 0-16 15,0 0 13-15,3 0 0 0,-2 0 4 0,0 1-1 16,2-1-3-16,-2 3-24 0,1-3 24 0,-1 0-1 16,1 1 5-16,1-1-42 0,0 3 35 15,0-1 1-15,-2-1-2 0,2-1-25 0,-2 2 1 0,1 0 23 16,0 0-6-16,1 0-33 16,-3-2-6-16,4 3 39 0,-5-3-26 0,2 4-1 15,-2-2 18-15,1 0-19 0,1 1 19 0,-7 1 2 16,5 0-4-16,-1 0-2 0,0 1 2 0,-1 1 2 15,1 0-6-15,0 0 16 0,1 1-11 0,0-1 1 16,-2-1-1-16,5 3 37 0,-1-2 2 0,-2-1-36 16,1 1 32-16,2-3-2 0,-1 4-22 0,1-2 30 15,-2 1-29-15,3-1-2 0,-1 1 9 16,0 0-12-16,-2-1 11 0,2 1-5 16,1 0 7-16,0 1-45 0,0 0 41 0,-2 0-3 15,2 3-5-15,-2-4-33 0,1 3 32 0,2-2 3 16,-1 1-4-16,1-2 15 0,0 3-16 0,-2-1 8 15,2-1-6-15,2 1 1 0,-3 1 2 0,1-1-13 16,1 1 11-16,-2 0 1 0,1 1 1 0,2-3-12 16,-1 2 12-16,1 1-2 0,-3-2 2 0,3 1-7 15,-2 0 4-15,2 1 0 0,0-1-2 16,-2-1 19-16,2 1-17 0,0-2 13 16,-1 2-13-16,1-2 1 0,0-2 3 0,0 3 2 15,0-3-4-15,0 3 0 0,0-2 2 0,0 1-10 16,0-1 9-16,0 1-1 0,0 1 0 0,0 0 4 15,0 0-5-15,0 4 3 0,0 0 5 0,0-4-7 16,0 2 0-16,0-1 13 0,0-1-13 16,0 2 3-16,0-4-2 0,0 0 29 0,0 2 2 15,0-2-29-15,0 2 4 0,0-3-21 0,1 0-4 0,1 1 22 16,0 0 2-16,1 1-13 16,-2-1 10-16,4 0 4 0,-2-1 1 0,0 2-5 15,-1-1-2-15,2 0 34 0,1 1-33 0,-1-1 1 16,0 0 0-16,2-1 40 0,1 3-40 0,-2-4 1 15,1 3 6-15,2-1 16 0,0 1-18 0,-3-2 4 16,3 4-4-16,0-4-4 0,1 2 5 0,-1-1 7 16,-2 2-43-16,4-3 35 15,1 1 0-15,-3-1-30 0,3 1 29 0,-3 0 0 16,5-1-2-16,-4 1-31 0,4 1 30 0,-4-3-6 16,1 2 4-16,1-1-32 0,-1 1 31 0,-1-1-2 15,4 1 1-15,-5 2-9 0,2-2 8 0,-3-1 0 16,4 3 2-16,-2-1-4 0,1-1 1 0,0 0 14 15,-2-1-13-15,-1 1 1 0,5-1-1 0,-3-1 3 16,3 2-2-16,-3-3-2 0,2-1 1 0,-1 1-1 16,1 2 2-16,-2-3 1 0,4 1-2 0,-5 0-24 15,2-1 23-15,-1-1 2 16,4 1 0-16,-5 0-3 0,1 0 1 0,4-2 0 16,-4 1 0-16,3-1 0 0,-1 0-1 0,2 0 0 15,-1 0 0-15,-1 0-1 0,2 0 2 0,-2 0-10 16,2 0 9-16,-1-1 1 0,-1-1-1 0,1-3-27 15,-1 0 26-15,0 2 0 0,0-1-33 0,2-2 30 16,-5 2 1-16,3 2-20 0,0-5 19 0,0 1-4 16,1 1 4-16,0-1-41 0,-2 1 38 0,5-3-4 15,-7 1 3-15,3-1-15 0,2-2 13 16,-3 3-3-16,1-2 3 0,0-1 10 16,-2-1-11-16,1 1-1 0,1 1 22 0,-2-2-20 15,1 2 0-15,1-2 11 0,-3 1-11 0,-1-1 3 16,1 0-2-16,1-1-2 0,-1 2 3 0,-3-2 3 15,4 1-3-15,-1-2-24 0,-3 1 1 0,1-1 20 16,1 2 2-16,-2-2 4 0,-1 1-9 0,1-1 3 16,-1 0 8-16,-2 1-9 15,1 0 1-15,-1 0-10 0,3 1 9 0,-4-2 0 16,1 1 1-16,-2 0 9 0,3 1-9 0,-3-2 3 16,0 1 0-16,0-2 15 0,0 3-15 0,0-2-2 15,0 2 1-15,0-3 15 0,0 3-15 0,0-2 0 16,0 2 14-16,0 0-13 0,0 2 2 0,-5-4 5 15,4 4-5-15,-6-1-1 0,4 0 2 0,0 1 0 16,-2 0-1-16,0-2 0 0,-1 3 0 0,3-2 6 16,-5 1-6-16,3 0 1 0,-1-1-1 0,1 0-4 15,-4 3 4-15,2-2 0 16,1 1-8-16,-3-1 8 0,4 1 0 0,-3 1 0 16,0-1-1-16,1 3 1 0,-1-3-1 0,0 2 13 15,2 1-13-15,-2-2 1 0,2 1-2 0,0 1 24 16,-1-2 1-16,1-1-21 0,-1 3 2 0,1 0 5 15,-2-1-3-15,2-1-3 0,-4 1 20 0,1-2-19 16,-1 3 3-16,-1-3-13 0,3 2 13 0,-5-1-2 16,2 0 1-16,-1 1-5 0,2-2 4 15,-1 3 1-15,-3-2-2 0,4-2-10 16,-2 4 9-16,0-2 1 0,1-1-14 0,2 1-13 16,-4 0 24-16,1 1 1 0,0-2-28 0,1 1-1 15,-2 1 23-15,2-1-23 0,-2 2-3 0,-1 0 26 16,3 1-5-16,-1 1 2 0,-1-2-2 0,1 2-1 15,-3 1-1-15,2 0 0 0,-1-1-1 0,1 2 4 16,-1 0-4-16,-2 1 34 0,3 0-29 0,0 0-1 16,0 0 17-16,-1 0-16 0,2 2 3 0,-2 5-28 15,1-1 2-15,-1 1 24 16,-2-2 1-16,2 2-32 0,-4 4-2 0,1-2 28 16,2 0-2-16,-4 1-36 0,1-1-3 0,-1 2 45 15,1-2-13-15,0 1 0 0,6-2-4 16,-1-1 6-16,1-1-49 0,2-1 24 0,1 1-7 0,3 1-264 15,3-1 145-15,-1 0 68 0,4 1-432 16,0 5 250-16,2-3 125 0,8 4 54 16</inkml:trace>
  <inkml:trace contextRef="#ctx1" brushRef="#br0" timeOffset="-121644.59">4143 7786 136 0,'0'-4'0'0,"0"-1"0"0,0-1 0 0,0 2 0 0,0-2 0 0,0 1 0 0,0 2 180 16,0-4-73-16,0 6-29 0,0-1 59 0,0 1-52 0,0-2-27 16,1 0 67-16,1 2-47 15,-2 1-14-15,2 0 33 0,-2 0-32 0,3 0-1 16,-3 0 5-16,0 7-1 0,2 4-27 0,-2 1-8 16,0 5 52-16,0 2-27 0,0 5 1 0,0 0-26 15,0-2 8-15,-2 8 23 0,-1-2-1 16,1 2-30-16,-1 0 0 0,0 0 10 0,1 0-2 15,2 2-8-15,0-2-32 0,0 1 31 0,0-6 1 16,0 1 0-16,0-5-22 0,2 0 22 0,4-2 0 0,-1-2-2 16,3-5 2-16,2 0-7 15,-3-3-11-15,3-1-12 0,-4-2 25 0,4-3-46 16,1 0 21-16,-3-3-2 0,2 0 28 0,2 0-82 16,-4-3 35-16,3-3-4 0,-1-3-161 0,1-1 184 0,-3 4 8 15,-1-4-11-15,0 1 6 0,-2 1-64 0,0 1 28 16,-4 1 2-16,3 0-2 0,-1 4-58 15,-3-1 36-15,0 0 4 0,0 2-1 0,0-1-10 16,0 0 24-16,0 0-5 0,0 2-107 16,0 0 58-16,0 0 30 0,0 0-439 0</inkml:trace>
  <inkml:trace contextRef="#ctx1" brushRef="#br0" timeOffset="-113404.16">7342 12224 795 0,'0'-5'0'0,"0"4"0"0,0-1 0 0,0 2 0 0,0 0 0 0,0-2 0 0,0 2 0 0,0 0 123 0,0 0-50 0,0 0 1 15,0 0-41-15,0 0 56 0,0 0-28 0,0 0 8 16,0 0-36-16,0 0 12 0,2 0-12 0,2 0 0 16,-2 0 33-16,3 0-26 0,-2 8-7 0,-2 5 41 15,1 4-20-15,0 3-1 0,0 8-20 0,0 1 40 16,-2 12-41-16,0 3 1 0,0 2 0 15,0 5 27-15,0 3 1 0,0 5-20 16,-2 1-20-16,0-4 42 0,2-3-30 0,0-3-1 16,0-4 45-16,0-9-14 0,5-1-8 0,6-2 60 15,0-5-41-15,1-4-21 0,0-9 0 0,1 3 21 16,2-4-41-16,0-5-1 0,-1-1 1 0,-2-3 15 16,0-1-15-16,-3-2 8 0,2-2-9 15,-4-1-40-15,2 0 0 0,0 0 41 16,-2-7-89-16,-1-6 53 0,-1-8 5 0,1-1-281 15,-2-4 132-15,0-3 76 0,-2-1 18 0,-1-1-439 16,3 2 233-16,-2-1 114 0,1 3 56 0,3 3-191 16,0-3 123-16</inkml:trace>
  <inkml:trace contextRef="#ctx1" brushRef="#br0" timeOffset="-113233.83">7791 12366 1329 0,'0'0'0'0,"0"0"0"0,0 0 0 0,0 0 0 0,0 0 0 0,0 0 0 0,0 0 0 0,0 0 402 0,0 0-189 0,0 0-90 15,0 0-45-15,0 0-246 0,2 0 100 0,3 0 59 16,0 0-245-16,1 2 144 0,-3 6 71 0</inkml:trace>
  <inkml:trace contextRef="#ctx1" brushRef="#br0" timeOffset="-113080.95">7847 12661 1681 0,'1'8'0'0,"1"3"0"0,-1-1 0 0,1-6 0 0,0 3 0 0,0-4 0 0,-2 1 385 0,0-2-176 0,0-2-80 0,0 2 546 16,0-2-321-16,0 2-160 0,0-2-81 0,0 0 242 16,0 0-355-16,0 0 0 0,0 0 0 0,0 0 0 15,0 0 0-15,0 0-1190 0</inkml:trace>
  <inkml:trace contextRef="#ctx1" brushRef="#br0" timeOffset="-110250.39">8736 12021 980 0,'0'-2'0'16,"0"0"0"-16,0 0 0 0,0-1 0 0,0 2 0 0,0 0 0 0,0-1 0 0,0-1 135 0,0 3-52 0,0 0-16 0,0 0 32 0,0-1-33 0,0 1 0 15,0 0-34-15,0 0 38 16,0 0 7-16,2 0-44 0,0 0 8 0,0 0-8 15,0 0-1-15,-2 0-37 0,0 0 46 0,2 0-8 16,-2 0-1-16,0 0-31 0,0 0-1 0,0 0 33 16,0 0 7-16,0 0-41 0,0 0 12 0,0 0 17 15,0 0-23-15,0 0-6 0,0 0-2 0,0 0 24 16,0 0-25-16,0 0-1 0,0 0 17 16,0 0 23-16,0 0-16 0,0 0-3 0,0 0-1 15,0 0-34-15,0 0 34 0,0 0 0 16,0 0 3-16,0 0-37 0,0 0-2 0,0 0 33 15,0 0-2-15,0 0-29 0,0 0 29 0,0 0 0 16,0 0-28-16,0 0 1 0,0 0 16 0,0 0 24 16,0 0-22-16,0 0 2 0,0 0-6 0,0 0 45 15,0 0-38-15,0 0-1 0,0 0 5 0,0 0 20 16,0 0-20-16,0 0-2 0,0 0 5 0,0 0 12 16,0 0-8-16,0 0 0 0,0 0-16 0,0 0 13 15,0 0-2-15,0 0-41 16,0 0 42-16,1 0-5 0,1 0 3 0,-2 0 31 15,2 0 0-15,-2 4-31 0,2-1 2 0,0 1 39 16,-2 0-39-16,1 2 2 0,-1 1-7 0,0 1 8 16,0-1 2-16,0 5 11 0,0-2-17 0,0 3 8 15,0-5-3-15,0 1-17 0,0 3 20 0,0-3-2 16,0 3 0-16,-1-1-22 0,-3 0 19 0,0 2-3 16,-1 2 5-16,-1 0-31 0,-2 2 0 15,2 2 24-15,-4 0 1 0,1 1-93 16,-1-1 43-16,2 0 18 0,2-2-42 0,-2-2 25 15,2-2 0-15,2-6 15 0,-2 3-91 16,4-5 40-16,-1 0 27 0,1-4-2 0,2-1-1 16,0 0-23-16,-2 0-102 0,2 0 72 0,0-1 36 15,0-11 0-15,0-1-415 0,4-2 64 16</inkml:trace>
  <inkml:trace contextRef="#ctx1" brushRef="#br0" timeOffset="-109611.56">8723 12141 971 0,'2'-2'0'0,"-1"-1"0"0,1 2 0 0,0 1 0 0,1 0 0 0,0-2 0 0,-1 2 151 0,7-1-59 0,2 1 82 16,5 0-75-16,2 0 108 15,1 0-87-15,3 0-44 0,0 0-61 16,0 0 20-16,-1 0-2 0,0 0 0 0,-1 0-125 0,1 0 124 16,-2 0 1-16,-3 0 8 0,0 3-77 15,-7-2 35-15,2 2-1 0,-1 1 35 0,-7-3 9 16,1 2-6-16,-2-2-5 0,0-1-30 15,0 2 119-15,-2-2-57 0,0 0-22 0,0 0-7 0,0 0-16 0,0 3 198 16,0-2-91-16,0 2-47 0,0 5 38 16,0 2-33-16,0 1-29 0,0 0-1 0,-2 4-23 15,2 2 3-15,0 1-1 0,0 1-22 16,0 5-8-16,0-4 31 0,0 2-124 0,0 1 61 16,0-1 32-16,2 1 8 0,-1 0-187 0,1-3 95 15,-2-1 23-15,0-1-137 0,0 0 92 0,0-4 24 0,0-2-172 16,0-1 109-1,0-3 56-15,-2-1-436 0,-3-1 441 0,-1-3 17 0,-5-3 7 0,0 0-115 16,0 0 69-16,-3-6 36 16,-1-10-8-16,-4-3 43 0,0-3 1 0,1-1-213 15,-3 1 107-15,0 1 52 0,3 8 12 0,-7-6 41 0,6 12 0 0,1-1 301 16,-1 4-150-16,5 2-76 0,1 1-45 16,4 1 460-16,4 0-209 0,1 0-128 0,2 0-2 15,2 0 145-15,0 0-106 0,2 0-14 16,9 0-54-16,6 0-29 0,0 0-14 15,2 0-13-15,-1 0 8 0,1 0-9 0,-1 0-193 16,-4 0 96-16,-3 0 50 0,1 0-416 16,-3 0 448-16,-4 0-9 0,-1 0-15 0,-1 3-131 15,-3 3 130-15,0 3-4 0,0-1-42 0,-7 5 79 16,-2-2-22-16,-2 1-35 0,0 0-1 0,-2-2 175 16,-1 1-96-16,1-2-35 0,4-1 197 15,-1 0-109-15,3-3-39 0,1 1-30 0,3-2 17 16,-1-3 73-16,4 2-30 0,-2-3-29 0,2 0 9 15,0 1-37-15,0-1-107 0,2 0 50 0,4 0 28 16,1 0-34-16,2 0 31 0,2 0 1 0,-3 0 20 16,-1 0-280-16,2-1 111 0,-2-2 74 0,-2 0-330 15,-1 1 184-15,0-1 86 0,-2 0-216 16,-1 2 158-16,1-3 80 0,-2 0 38 0</inkml:trace>
  <inkml:trace contextRef="#ctx1" brushRef="#br0" timeOffset="-109272.47">8763 12387 843 0,'-10'-8'0'0,"4"3"0"0,1 1 0 0,1 0 0 0,2 2 0 0,-1 0 0 0,0 1 0 0,3 1 0 0,-2 0 262 15,2 0-114-15,0 3-58 0,0 12 47 16,0 2-57-16,0 8-23 0,0 1-1 0,0 4 64 0,0 0-36 16,0 2-30-16,0-2 5 0,0 1 0 15,0-6-27-15,0-2 1 0,0 0 35 16,0-3-8-16,0-1-27 0,0-4 0 0,0-2 49 0,2 0-25 15,4-2 9-15,-2 1 0 0,2-1 0 16,-1-2-33-16,4 1 78 0,2 0-38 0,2-1 7 0,1-2-47 0,5 1 66 16,5-3-33-16,1-3 0 15,3 0-32-15,0-2 7 0,4 0-8 16,1 0 0-16,0-2-104 0,-1-4 53 0,-2-3 25 0,-4 2-128 16,2-2 73-16,-8 1 28 0,1-2-34 15,-3 3 24-15,-5 0 21 0,-4 1-11 0,-1-1 36 16,-4 4-35-16,0-2 12 0,-3-1 79 15,-1-1-39-15,0-3-7 0,0-1-34 0,-4-2-267 16,-4 0 130-16,3-4 65 0,-3-2-989 0,3-2 984 16,1-3 31-16,2 1-1 0,2-5-266 0,0 0 144 0</inkml:trace>
  <inkml:trace contextRef="#ctx1" brushRef="#br0" timeOffset="-109059.02">9574 11754 1100 0,'2'-10'0'0,"0"7"0"0,1 1 0 0,-1 0 0 0,0 2 0 0,0 0 54 0,0 0 0 0,-1 6 323 15,1 5-172-15,-2 4 154 0,0 4-167 0,0 5-80 0,-5 7-39 16,-8 8-1-16,-3 0-72 0,2-3 41 0,-9 9-8 16,2-4-96-16,1 1 48 15,-1-3 24-15,-2-1-386 0,3-7 213 16,-1 2 94-16,2-6-529 0,8-9 255 0,2-7 157 0,2-2 66 0,2-9-255 15</inkml:trace>
  <inkml:trace contextRef="#ctx1" brushRef="#br0" timeOffset="-108896.46">9476 12023 1331 0,'8'-2'0'0,"1"2"0"0,4 0 0 0,-2 0 0 0,0 5 0 0,3 5 0 0,1 1 0 0,6 3 0 0,-4 0 571 0,5 5-273 0,-1-4-133 0,-5-2 94 16,7 6-113-16,-5-6-57 0,-2 2-20 0,1-2-13 15,-2 1-1-15,-4-3-22 0,0 0 0 0,-2-1-342 16,-2-1 179-16,-2-2 78 0,-1-2 42 0,-2 3-564 16,0-4 220-16,-2 1 179 0</inkml:trace>
  <inkml:trace contextRef="#ctx1" brushRef="#br0" timeOffset="-108297">9541 12278 899 0,'-16'8'0'0,"8"-4"0"0,3 0 0 0,1-1 0 0,2-3 0 0,2 3 0 0,0-3 282 0,0 0-125 16,0 0-62-16,11 0 36 0,2 0-49 0,4-6-17 0,1-1-116 15,0 2 42-15,-1 1 20 16,0 3-332-16,-2-2 175 0,-4 3 98 16,0 0-238-16,1 3 142 0,-5 6 70 0,-5 6 35 15,0-1-96-15,-2 3 97 0,0 1 5 0,-2-2 0 16,-7 1 0-16,-5 0 50 0,0 0-25 15,-2-4-8-15,0-2-17 0,0-1 146 0,0-1-72 16,0-3-38-16,5-3 130 0,1-1-72 0,-1 0-38 0,4-2 18 0,4 2 64 16,1-2-32-16,2 0-3 0,0 0-48 15,0 4 10-15,0 2-6 0,3-1-32 16,5 5 32-16,0 1 5 0,1 0-5 16,0 2-26-16,0 2 0 0,-1 0 16 0,0 2 5 0,-3-2-58 15,1-1 24-15,-4-1-8 0,-1-2-69 16,1 0 45-16,1-4 24 0,-3 1-13 0,0-4-69 15,0-3 42-15,-5-1 25 0,-4 0-14 0,0 0-25 16,-1-1 15-16,-1-11 5 0,2 3 13 16,0-3 38-16,-3-2-41 0,5 0 12 0,-1 1-9 0,5 1 125 15,-2-2-56-15,3 5-28 16,2-4 254-16,0 2-131 0,0-1-50 0,10 1-37 16,7 2 269-16,6-3-138 0,3 1-55 0,4 1-38 15,4 3 77-15,0 0-63 0,-1 1-26 0,-1 3 0 16,-4 3-29-16,1 0-67 0,-10 6 42 0,1 4-8 0,-1 1-52 15,-4 5 43-15,-5-2 21 0,-5 3 1 0,-3 0-89 16,-2 2 49-16,0 0 11 0,-7-1 0 0,-12 0 20 16,-2-3 3-16,2-6-16 0,-9 2 9 0,2-5 108 15,-1-4-52 1,0-1-28-16,-1-1 1 0,8 0 41 0,-6 0-31 0,3 0 14 0,7 0-40 0,6 0 131 16,1 0-58-16,5 0-3 15,2 0-24-15,2 0 1 16,0 0-27-16,11 0 1 0,10-1-272 0,2-1 142 15,4 0 60-15,1 0 24 0,3 0-594 0,2 2 278 0,-3 0 153 16</inkml:trace>
  <inkml:trace contextRef="#ctx1" brushRef="#br0" timeOffset="-108011.73">10089 12044 746 0,'9'0'0'0,"4"0"0"0,4 0 0 0,1-1 0 0,0-1 0 0,4-1 346 16,0 1-157-16,5-2-78 0,-6 1-31 0,7-1 220 15,-4 2-134-15,1-2-67 0,-1 0-33 0,-1 1 8 16,-1 2-12-16,-2 1-9 0,1 0-20 16,-3 0-252-16,-4 0 126 0,-2 0-375 0,-1 0 258 0,-6 0 118 15,1 1-472-15,-4 2 270 0</inkml:trace>
  <inkml:trace contextRef="#ctx1" brushRef="#br0" timeOffset="-107803.25">10323 11790 719 0,'2'3'0'0,"0"10"0"0,-1 1 0 0,1 1 0 0,1 2 412 16,-3 5-181-16,0 7-104 0,0 0-46 0,-6 5 184 15,-5 8-115-15,-2-1-59 0,-1-3-21 0,-7 11 262 16,-1-5-150-16,0 0-86 0,-5-2-31 16,4-6 8-16,-7 10-295 15,5-9 127-15,-2-1-189 0,-1-3-567 0,5-8 865 16,4-3 27-16,0-3-854 15,5-7 693-15,4-7 40 0,5-5 23 0,1 0-173 0</inkml:trace>
  <inkml:trace contextRef="#ctx1" brushRef="#br0" timeOffset="-107654.65">10116 12368 1261 0,'12'-2'0'0,"-1"2"0"0,1 0 0 0,-3 0 0 0,0 0 0 0,1 8 0 0,-1 3 304 15,-2 2-136-15,1 3-68 0,0 0-33 0,-3 5 301 16,-1-1-159-16,0 7-93 0,-2-3-41 15,-1-3-140-15,1 1 48 0,0-1 25 0,2-3-459 16,-1-2 237-16,2-8 124 0,-2-1-270 0,1-7-157 16,0 0 252-16</inkml:trace>
  <inkml:trace contextRef="#ctx1" brushRef="#br0" timeOffset="-107508.04">10245 12426 750 0,'-4'-16'0'0,"-1"0"0"0,5 5 0 0,0-2 0 0,0 4 335 0,0-1-151 0,10 2-75 0,3 1-39 16,5 1 324-16,2-2-185 0,4 3-88 0,1 0-44 15,1 2 100-15,-1-2-72 0,-3 3-28 0,2 2-8 16,-1 0-122-16,0 0 42 0,-5 0 22 0,-1 0 0 16,-4 0-447-16,3 4 230 15,-9 0 120-15,0 0 59 0,-3 1-657 0,-4-2 333 0</inkml:trace>
  <inkml:trace contextRef="#ctx1" brushRef="#br0" timeOffset="-107213.83">10357 12162 1466 0,'0'-5'0'0,"2"4"0"0,4 1 0 0,1 0 0 0,1 1 0 0,-1 11 65 16,1 3-24-16,-1 4-9 0,1 4 1 0,-3 3 127 15,-1 4-63-15,-2 2-33 0,-1 2 9 0,-1 0-6 16,0 1 1-16,-1-2-35 0,-9-3-96 16,0-1 48-16,-2-6 32 0,-1-1-9 0,-1-3-22 15,1-6 23-15,1-2 0 0,2-4 24 0,1-2 109 16,-1-2-58-16,5-1-26 0,0-2 92 0,4 0-59 15,1 0-37-15,0 0 162 0,0 0-97 0,0 0-16 16,10 0-36-16,6 0 1 0,3 0-35 0,1 0-116 16,1 0 54-1,2 0 31-15,2 0 0 0,3 0-409 16,-8 0 220-16,3 2 105 0,-2 2 50 0,-1-2-588 16,1 4 294-16,-4-2 146 0,-1-3 74 0,2 1-181 0,-6-2 131 15,2 0 62-15,-1 0 31 0</inkml:trace>
  <inkml:trace contextRef="#ctx1" brushRef="#br0" timeOffset="-106909.91">10771 11962 1564 0,'7'-18'0'16,"2"6"0"-16,1 3 0 0,-1 3 0 0,4 3 0 0,-1 3 0 0,0 0 828 0,2 7-752 0,-1 16-22 0,-2 3 8 0,-1 12 399 15,-5 3-398-15,-1 6-30 0,-2 5-1 0,-2 12 136 16,0-10-108-16,-4 16-28 0,-8-8 1 0,-1 2 17 15,1-14-18-15,-2 5 1 0,3-15 8 0,-3-1 13 16,3-7 1-16,4-10-22 0,0-7-1 0,1-3 267 16,0-5-299-16,2-3 0 0,4-4 0 0,-1 0 0 15,1 0 0-15,0 0 0 0,0 0 0 0,5 0 0 16,14-3 0-16,4 0 0 0,1-1 0 0,0 1 0 16,8-1 0-16,-2 2 0 0,0 0 0 15,-1 0 0-15,1 2 0 0,-6 0 0 0,6 0 0 16,-3 0 0-16,-4 0 0 0,-2 4-496 0,2 2 227 15,-5-3 115-15,0 3-595 0,-6-2 357 0,0-2 180 0,-3 2-210 16,1-4 194-16,-2 0 90 16</inkml:trace>
  <inkml:trace contextRef="#ctx1" brushRef="#br0" timeOffset="-106700.46">11328 12257 1012 0,'0'-14'0'0,"2"3"0"0,4 1 0 0,-1 4 0 0,0 2 0 0,4 3 0 0,0 1 571 15,2 1-273-15,1 15-133 16,0 3 394-16,-3 6-262 0,1 5-133 0,-2 3-57 0,-3 4 134 16,-1 1-104-16,-1-1-52 0,-1 1-26 0,1-3-206 15,-3 1 98-15,0-4 37 16,0-4-225-16,0-5 135 0,0-1 68 0,0-3 33 0,0-9-641 16,0-3 328-16,0-3 67 0,0-4 115 0,0-1-451 15,0-21 275-15,0-4 130 0,0-12-193 16</inkml:trace>
  <inkml:trace contextRef="#ctx1" brushRef="#br0" timeOffset="-106329.89">11373 12184 517 0,'-7'-37'0'0,"1"12"0"0,4 1 0 0,2 5 0 0,0 4 0 0,0 4 462 15,11 2-214-15,7 5-100 0,6 0-61 0,3 0 275 16,8 2-164-16,6 1-83 0,0-2-41 0,-4 3 216 16,13 0-132-16,-7 0-63 0,-7 0-20 15,5 0-21-15,-4 0 9 0,-1 0-30 0,-4 0 24 16,-6 0 0-16,-3 0-25 0,-2 0 33 0,-3 4 7 15,-6-2 75-15,-3-1-57 0,-2 4-29 0,-3-3 474 16,-2-1-535 0,0-1 0-16,-2 2 0 0,0-1 0 0,0 4 0 0,0 0 0 0,-2 2 0 15,-2 1 0-15,-1 5 0 0,1-1 0 0,2 1 0 16,1 2 0-16,1 2 0 0,0 1 0 0,0 5 0 16,1 0 0-16,3 2 0 0,3 0 0 15,2 4 0-15,1 1 0 0,-2 1 0 0,1 2 0 16,-1 1 0-16,-2-3 0 0,1 1 0 0,-4-7 0 15,3 5 0-15,-2-4 0 0,-3-5 0 0,2 0 0 16,-1-3 0-16,-2-4 0 0,0-2 0 0,0 0 0 16,0-5 0-16,-6 0 0 0,-4-1 0 0,-2-1 0 15,-4-2 0-15,0 1 0 0,-3-1 0 16,-8 0-341-16,3-3 159 0,2 0 69 0,-8 0 49 16,1-8-535-16,1-9 283 15,-2-11 141-15,5-6-220 0,4-7 173 0,3-10-497 16</inkml:trace>
  <inkml:trace contextRef="#ctx1" brushRef="#br0" timeOffset="-106146.25">11623 11617 1591 0,'6'-6'0'15,"3"5"0"-15,4 1 0 0,-3 0 0 0,-3 7 0 0,0 8 0 0,-3 6 0 0,-2 5 565 0,0 9-266 0,-2 7-134 0,0 3-57 0,-11 6 272 0,-2 1-174 16,-6 10-86-16,3-11-131 0,-4 3 30 0,-1 1-9 15,-1-4 23-15,0 0 0 0,3-5-211 0,6-8 105 0,1-8-642 16,3-4 370-16,5-11 189 16,1-5 59-16,3-9-690 0,0-1 376 0</inkml:trace>
  <inkml:trace contextRef="#ctx1" brushRef="#br0" timeOffset="-106020.58">11636 12169 2015 0,'11'0'0'0,"14"0"0"0,-2 0 0 0,-5 0 0 0,1 0 0 0,-3 2 0 0,5 4 187 0,-2-1-82 0,0 4-36 0,2 1 506 16,-4 1-271-16,1 1-166 0,0 1-44 0,-2 2-35 0,-1-2 0 0,-2 0-27 0,-3 0-774 16,-1 2 387-1,2 1 203-15</inkml:trace>
  <inkml:trace contextRef="#ctx1" brushRef="#br0" timeOffset="-105056.39">12463 11917 952 0,'-7'-5'0'0,"6"2"0"0,1 0 0 0,-2 1 0 0,2 1 0 0,0 1 0 0,0-2 0 0,0 2 150 16,0 0-51-16,0 0-37 0,0 0 46 0,2 8-37 0,-1 2-1 0,4 7-68 16,-3 4 39-16,-2 5-8 15,0 1-1-15,0-1 1 0,-7-1-39 0,-2 4-1 0,2-8 48 16,-2 1-39-16,-1-5 30 16,4-5 1-16,-1-3 33 0,4-3-25 0,-1-3-30 15,2-1 17-15,0 0 86 0,2-2-41 0,0 0-3 16,0 0-5-16,6 0-32 0,12-2 0 0,7-2-1 15,3-1 1-15,4-1 27 0,3 1 7 0,1-1-34 0,0 3-41 16,2 0 20 0,-5 1-7-16,-1 1-8 0,-7 1 44 0,1 0-8 0,-2 0 0 0,-3 0-54 15,-4 0 24 1,-4 3-18-16,-4 0 44 0,1-2 15 0,-3 2-25 0,-1 0-5 0,-3 1 131 16,-1-3-62-16,2 3-23 0,-2-2 106 15,1 4-67-15,0-1-33 0,1 4 25 16,-2 1-30-16,3 1 9 0,-1 5-37 0,-1 0 26 0,3 1 0 15,-3 2-26-15,2 2 0 0,1-1 8 0,-3 2-75 16,3-1 34-16,-3 2-1 0,1 0 34 0,-2-3-131 16,2 1 74-16,-2-3 18 0,0-2-120 0,-2-1 56 15,0-3-78-15,0-2 144 0,0 0-2 16,-4-3-30-16,-6-2 25 16,1 1-16-16,-5-2 11 0,0-2-160 0,-2-2 69 0,-2 0 39 15,-1 0-363-15,-1-2 199 0,-5-8 99 0,3-5 51 0,-3-5-486 16,3-2 272-16,-1-6 131 0,2-5 67 15,0-4 32-15</inkml:trace>
  <inkml:trace contextRef="#ctx1" brushRef="#br0" timeOffset="-104888.27">12530 11854 984 0,'-2'-2'0'0,"1"2"0"0,1 0 0 0,0 0 0 0,0 0 0 0,3 0 0 0,8 2 255 0,5 3-111 16,2 0-47-16,3-3 300 0,4-1-183 15,-3 4-90-15,4-3 40 0,-5 0-57 0,3 0-41 0,1 0-1 0,-5 2-366 16,1-2 167-16,-2 1 83 0,-4 2-527 16,0 4 300-16,-6-2 152 0,-3 4 21 0</inkml:trace>
  <inkml:trace contextRef="#ctx1" brushRef="#br0" timeOffset="-104714.08">12423 12336 1820 0,'-22'10'0'0,"8"-5"0"0,7 1 0 0,1-2 0 0,3-4 0 0,3 0 0 0,0 0 0 0,3 0 0 0,14 0 259 0,7 0-113 0,5 0 60 0,4-6-78 16,8-6-52-16,3 1-22 0,-1-2-406 16,3 3 193-16,-11 2 95 0,6 0-1279 0,-4 5 1358 15,0 0 18-15,-1 3 0 0</inkml:trace>
  <inkml:trace contextRef="#ctx1" brushRef="#br0" timeOffset="-104374.24">13392 11643 1432 0,'2'-2'0'0,"-2"2"0"0,4 0 0 0,5 10 0 0,-3 10 0 0,-2 5 0 0,-2 8 204 0,-2 7-86 15,0 5-43-15,0 8 228 0,-8 14-140 0,-1-7 11 16,-4 5-70-16,1-4-36 0,3-6 8 16,-2 5-43-16,-1-8-30 0,3-3 30 0,2-11-1 0,-1 2 1 15,4-11 33-15,-2-1-9 16,3-7 3-16,1-4 0 0,0-4-27 16,0-3-1-16,2-5 9 0,0-1 126 0,0-1-67 15,0 1-33-15,0-2 50 0,2 2-42 0,5 1-13 0,5-4-8 16,3 1 199-16,2 3-253 0,3-3 0 0,1 0 0 0,4 0 0 15,1-2 0-15,-2 0 0 0,0 0 0 16,-3 2 0-16,4-2 0 0,-5 2 0 0,3-2-632 16,-4 2 361-16,-1-2 90 0,1 1 82 15,-4-1-327-15,2 2 189 0,1-2 106 16</inkml:trace>
  <inkml:trace contextRef="#ctx1" brushRef="#br0" timeOffset="-104130.25">13773 11852 1827 0,'-12'-9'0'0,"10"7"0"0,2 0 0 0,7 2 0 0,10 0 0 0,2-2 174 0,2 2-70 0,5 0-27 0,0 0 220 16,2 0-132-16,4-2-66 0,4 2-33 0,0-2-24 15,1 2-1-15,-3 0-8 0,1 0-718 16,-5 0 706-16,-1 0 12 0,-5 0 0 0,-1 0 7 16,-1 4-614-16,-5 0 303 0,-4-1 82 0,-3 0 93 15,-5 2-303-15</inkml:trace>
  <inkml:trace contextRef="#ctx1" brushRef="#br0" timeOffset="-103947.74">13819 12082 1711 0,'-10'6'0'0,"8"5"0"0,2-1 0 0,0-5 0 0,8-5 0 0,12 0 156 16,9 0-62-16,2 0-30 15,5 0-1-15,8 0 303 0,-11 0-158 0,8-3-92 16,5-3-61-16,-12 2 0 0,-1-1-22 0,-1 1-166 16,-9 2 92-16,-1 0 32 0,-1 1 21 0,-5 1-493 0,-6 0 256 0,0 0 130 15,-5 0-286-15,-3 0-147 0,-2 0 247 16,0 3-114-16</inkml:trace>
  <inkml:trace contextRef="#ctx1" brushRef="#br0" timeOffset="-103768.22">14007 11864 898 0,'0'0'0'0,"0"0"0"0,0 2 0 0,0 10 0 0,0 6 457 16,0 7-212-16,0 5-107 0,0 10 558 15,-8-1-636-15,-4-2 8 0,-2 14-35 0,-2-2 8 16,0-2-8-16,-3 0 0 0,3-2-1 0,0-8-249 15,1 3 120-15,2-5 65 0,5-2-490 16,7-13 278-16,1-1 138 0,0-11 78 0,1-6-585 16,12-2 294-16,5-13 135 0</inkml:trace>
  <inkml:trace contextRef="#ctx1" brushRef="#br0" timeOffset="-103598.68">14048 12132 1239 0,'3'0'0'0,"6"4"0"0,-2 14 0 0,-2 3 0 0,-3 5 0 0,2 1 0 0,-1 2 548 15,3 5-261-15,2 0-128 0,3 0-63 0,2-2 262 16,2-2-163-16,4-1-73 0,1-6-44 0,1-2-22 16,2-6-1-16,-3-4-22 0,3-3-140 15,0-4 77-15,-3-4 28 0,1 0 0 0,-2-3-361 0,1-10 198 16,-3-3 99-16,-2-4-570 16,0-6 318-16,-4 1 95 0,3-8 97 15</inkml:trace>
  <inkml:trace contextRef="#ctx1" brushRef="#br0" timeOffset="-103328.88">14673 11596 1245 0,'0'0'0'0,"0"0"0"0,0 0 0 0,3 0 0 0,-3 0 0 0,0 0 0 0,0 0 342 0,0 0-159 0,0 0-75 16,0 0-37-16,0 0 425 0,0 0-231 15,0 0-108-15,0 0 104 0,0 0-114 16,0 0-57-16,0 0-29 0,0 0-66 0,0 0 8 0,0 0 30 15,0 0 0-15,1 0-269 0,1 0 134 16,0 0 68-16,2 0-49 16,-1 0 54-16,1 0 30 0,0 0-42 0,-1 3-95 0,1 0 9 0,2 0 47 0,-2 2-10 0,0-1 81 15,-1-1-24 1,1 3 38-16,-2-4 0 0,1 2-46 0,-1-1-206 16,2-1 108-16,-1 2 52 0,-2-2-834 0,1 1 826 15,0 3 23-15,-2 2-307 16</inkml:trace>
  <inkml:trace contextRef="#ctx1" brushRef="#br0" timeOffset="-103062.14">14465 11910 1569 0,'-19'-4'0'0,"12"2"0"0,7 2 0 0,0-1 0 0,0 1 407 0,0-2-187 16,1 0-86-16,10-1 126 0,12-2-114 0,7 0-56 0,9-7-29 16,3 2 244-16,-2-2-129 0,11-1-75 0,-5 0-34 15,-5 1-124-15,-4 3 44 16,-2 0 24-16,-1 3 7 0,-2 2-168 0,-4 0 91 16,-6 2 46-16,-1 0 22 0,-4 2-454 15,-4 0 225-15,-2 0 47 0,-3 0 84 0,-6 2-271 16,-2 6 164-16,0 1-352 0,-7 0 249 0,-9 3 137 15,0-4-249-15</inkml:trace>
  <inkml:trace contextRef="#ctx1" brushRef="#br0" timeOffset="-102903.71">14651 11886 693 0,'-10'3'0'0,"6"2"0"0,2 2 0 0,2-2 0 0,0 3 303 16,0 1-135-16,0 2-67 0,0 2-35 0,0 4 363 15,0 2-203-15,0 2-96 0,-1 0-49 0,-5 5 33 16,-1-2-40-16,0-3 8 0,-3 5-50 0,0-4-283 15,1-2 142-15,1 0 71 0,1 1-210 16,3-4 149-16,1-2 62 0,3-8 34 16,0-2-681-16</inkml:trace>
  <inkml:trace contextRef="#ctx1" brushRef="#br0" timeOffset="-102731.42">14758 11989 1336 0,'11'2'0'0,"8"5"0"0,-2-3 0 0,-1-1 0 0,2 2 0 0,-4-3 0 0,5 3 518 0,-2 1-242 0,0 1-114 0,0-1-68 0,-2 1 192 16,1 1-126-16,-2 1-64 0,-1-2-31 0,-1 1-306 31,-3-1 132-31,0-1 72 0,1 0 34 0,-3-1-260 0,-1 0 147 0,-1 0 83 16,-3 1-649-16,0-1 291 0,-2-1 196 16,0 0-2-16</inkml:trace>
  <inkml:trace contextRef="#ctx1" brushRef="#br0" timeOffset="-102572.72">14954 12098 1540 0,'-9'0'0'0,"4"0"0"0,-1 0 0 0,3 0 0 0,-3 0 0 0,0 0 0 0,-1 3 236 0,-1 7-101 0,-3 3-43 0,0 6 290 15,-4 2-175-15,-1 3-88 0,-2 4-42 0,-1 2-8 16,-4 1-28-16,-3 4-9 0,2-4 1 0,3-4-125 16,-3-1 63-16,1 1 30 0,6-9 9 0,-2 1-497 15,3-6 259-15,2-3 131 0,5-6 65 0,0-4-678 16,4 0 330-16,-2 0 178 0</inkml:trace>
  <inkml:trace contextRef="#ctx1" brushRef="#br0" timeOffset="-102398.68">14581 12177 909 0,'12'-6'0'0,"2"4"0"0,4 2 0 0,0 0 0 0,1 0 0 0,4 13 481 0,-1 2-216 15,2 6-120-15,3 4-56 0,-1-2 380 0,4 11-218 16,-5-5-101-16,7 8 29 0,-4-3-73 0,2-2-37 0,-2-2 1 15,4-2-208-15,-2-6 93 16,8 5 35-16,-8-10 22 0,1 0-643 0,1-2 332 0,-3-3 166 0,-3-5 91 16</inkml:trace>
  <inkml:trace contextRef="#ctx1" brushRef="#br0" timeOffset="-102230.14">15692 12620 1672 0,'-9'0'0'0,"6"0"0"0,3 0 0 0,0 0 0 0,0 0 0 0,0 0 0 0,0 0 247 16,0 0-112-16,0 0-50 0,0-2-27 0,0-2-533 16,0-3 253-16,0 0 136 0</inkml:trace>
  <inkml:trace contextRef="#ctx1" brushRef="#br0" timeOffset="-70773.49">16202 11714 1321 0,'-9'0'0'0,"4"0"0"0,0 0 0 0,3 0 0 0,2 0 0 0,0 0 0 0,0 0 0 0,0 0 0 0,0 0 0 0,7 0 144 0,7 0-48 0,5 0-35 16,6 0 159-16,2 0-94 15,5-4-47-15,-2 1-6 0,-5-1-32 0,8 0-8 16,-6 1-1-16,-4 1-33 0,1 2-1 0,-4 0 35 15,-2 0 8-15,-2 0-157 0,-2 0 74 0,-5 0 38 16,-2 0-346-16,1 4 180 0,-4-1 48 0,-2 3-365 16,-2 2 227-16,0 0 114 0</inkml:trace>
  <inkml:trace contextRef="#ctx1" brushRef="#br0" timeOffset="-70585.38">16301 11806 1434 0,'-11'4'0'0,"2"2"0"0,1 0 0 16,1-2 0-16,0 5 0 0,1 0 0 0,1 2 0 0,0 6 0 0,3 0 149 0,-1 8-57 0,1-3-30 0,0 4 256 0,-2 1-142 15,4-5-63-15,0 10-43 0,0-6 1 0,0 1-38 16,0-1-1-16,0-1-348 16,0-5 183-16,2 1 78 0,2-2 44 0,3-2-517 15,1-4 272-15,1-4 65 0,0-6-181 0</inkml:trace>
  <inkml:trace contextRef="#ctx1" brushRef="#br0" timeOffset="-70348">16416 11765 1362 0,'2'-5'0'0,"0"3"0"0,1 0 0 0,-1 2 0 0,0 0 0 0,0 9 0 0,1 10 0 0,-1 6 0 0,-1 5 496 0,3 9-235 0,-2 2-114 16,1 4-58-16,1 6 198 0,-2 5-127 0,0 5-55 15,-2 5-18-15,0 1-61 0,0-2 7 0,0-1 0 16,2-1-47-16,-1-13 31 0,1 2-7 0,3-11-333 16,-2-2 179-16,1-5 87 0,0-1 46 0,-2-11-441 15,-1 1 223-15,1-8 41 0,-2-5 78 16,0-4-209-16,0-6 142 0,-2 0 65 0,-7-6-180 0,-3-15 129 16,1-6 65-16,-6-10 33 0</inkml:trace>
  <inkml:trace contextRef="#ctx1" brushRef="#br0" timeOffset="-70199.4">16269 12036 1262 0,'-5'-10'0'0,"1"5"0"0,3 3 0 16,-1 0 0-16,2 2 0 0,0 0 0 0,0 0 0 0,0-2 137 0,2 2-52 0,5-3-27 0,2 3 181 0,3 0-108 0,-1 0-49 16,2 0-24-16,-2 0-122 0,0 0 49 15,-1 0 32-15,1 5-9 0,-2 3-467 16,-2 0 242-16,-4 3 123 0</inkml:trace>
  <inkml:trace contextRef="#ctx1" brushRef="#br0" timeOffset="-70056.33">16298 12132 1183 0,'-11'3'0'0,"4"1"0"0,0 0 0 0,3-3 0 0,1 2 0 0,1-3 0 0,0 0 0 0,2 0 0 0,0 0 119 0,0 0-43 15,7 0-13-15,5 0 30 0,-1 0-31 0,2 0 1 16,1 0-30-16,-3 0-267 0,-1 3 142 0,1 4 58 15,-6 0 34-15</inkml:trace>
  <inkml:trace contextRef="#ctx1" brushRef="#br0" timeOffset="-69923.69">16228 12385 841 0,'-17'9'0'0,"1"5"0"0,2-4 0 0,1-2 0 0,6 0 0 0,2-4 0 0,0-3 313 0,5 1-145 0,0 0-67 0,0-1 25 16,5-1-46-16,7 0-24 0,6 0 8 0,2-6-310 15,4-6 139-15,1 0 70 0,3-6 35 0,0 1-242 16</inkml:trace>
  <inkml:trace contextRef="#ctx1" brushRef="#br0" timeOffset="-69601.48">16549 12120 943 0,'7'-2'0'0,"-2"0"0"0,1-3 0 0,3 1 0 0,-2-4 0 0,3 3 0 0,1-1 0 0,3 3 356 0,-2 0-166 15,1 0-79-15,1 3 88 0,-1 0-83 0,-3 4-42 16,-1 5-12-16,-4 4-72 0,-3 4 21 0,0 0 0 16,-2 8 22-16,0-3-66 0,-7-1 41 0,-6 5-8 15,-3-4-180-15,2 1 107 0,0-8 52 0,-1 1 27 16,-2-8-357-16,3 0 128 16,-2-6 99-16,2-2-93 0,-4 0 93 0,5-2 37 15,2-11 31-15,1 1-45 0,3-4 34 0,4 3-1 16,-2 3 36-16,1 1 93 0,4 1-43 0,0 4-25 15,0 1 143-15,0 1-84 0,0 2-43 0,0 0-28 16,9 0 457-16,1 4-179 0,3 3-123 0,5 4 315 16,3 1-209-16,-3-1-97 0,6 3-60 15,1 2 114-15,0-1-83 0,0 0-42 0,1-2-21 0,3 2-287 16,-1-1 128-16,4-3 70 0,2 0-289 0,1-1 178 16,2-3 90-16</inkml:trace>
  <inkml:trace contextRef="#ctx1" brushRef="#br0" timeOffset="-69398.02">17368 11626 1891 0,'-17'0'0'0,"15"0"0"0,2 6 0 0,0 0 0 0,0-1 0 0,2-1 121 0,4 3-44 15,0-1-23-15,1 2 181 0,2-3-101 0,1 4-42 16,3 0-34-16,-1-1-300 0,6 2 138 0,-5-1 68 16,2-1 34-16,0-2-792 0</inkml:trace>
  <inkml:trace contextRef="#ctx1" brushRef="#br0" timeOffset="-69140.19">17620 11526 1322 0,'1'4'0'0,"-1"2"0"0,0 2 0 0,-1 5 0 0,-12-2 0 0,-6 6 0 0,0 2 0 0,-3 2 0 0,-1-2 104 0,-4 3-40 0,1 1 1 0,-2-3 18 15,2 0-25-15,0 1 1 0,-1-4-18 0,1-4 10 16,5-1-18-16,1-3 0 0,1-1 103 16,8-5-51-16,1 1-18 0,4-2-9 15,3 0 114-15,1-2-70 0,2 0-35 0,0 0-9 16,11 0 8-16,10 0-33 0,2 0 0 0,3-4-40 15,2-2 1-15,-2 1 39 0,0 1 8 0,6-1-205 16,-4 1 99-16,-1 2 49 0,-6 0-457 0,-1 0 235 16,-3 2 73-16,-2 0-399 0,-5 0 265 0,-3 0 133 15</inkml:trace>
  <inkml:trace contextRef="#ctx1" brushRef="#br0" timeOffset="-68761.51">17347 11855 445 0,'-11'12'0'0,"4"5"0"0,0-2 0 0,0 1 0 0,0 1 147 0,0 2-56 0,-2 0-30 16,0 0 9-16,0 0 195 0,2-2-116 0,-1-1-59 15,0-3 157-15,3-3-107 0,1-3-46 0,1 1-34 16,3-4 75-16,0-2-51 0,0 1-26 16,0-1 15-16,7-2-32 0,7 0-9 15,2 0 1-15,3 0-23 0,-1 0 0 0,2 0 22 16,-2 0 9-16,3 0-60 0,-2-2 26 0,-1-1 0 15,1-3-239-15,-1 2 127 0,0-4 38 0,-1 2-316 16,-2-1 162-16,0 0 99 0,-4 0 22 0,-2 0-142 16,1-1 109-16,-2-2 50 0,-5-1 25 0,1-2-34 15,-1 0 29-15,-1-3 48 16,0 0-18-16,-2 0 0 0,0 0 132 0,0-2-67 16,0 6-32-16,0 2-8 0,0 2-24 0,0 6-1 15,0-3 287-15,0 3-102 0,0 2-80 16,0 0 219-16,0 8-135 0,0 9-50 0,-2 4 45 15,0 1-59-15,-1 2-30 0,1-3-53 16,-2 9-8-16,1-4 32 0,1-5-170 0,-2 1 85 16,4 1 43-16,-3-4 29 0,3-2-508 15,0-2 231-15,0-5 130 0</inkml:trace>
  <inkml:trace contextRef="#ctx1" brushRef="#br0" timeOffset="-68572.8">17501 11769 1734 0,'-4'-4'0'0,"3"3"0"0,-1 1 0 0,-2 0 0 0,1 7 0 0,-3 10 0 0,-4 9 0 0,1 3 275 0,-4 10-121 0,-2 0 80 15,-5 6-101-15,4 1-42 0,-3 3-114 16,1 1 27-16,-1-4 1 16,2-2 28-16,2-1 0 0,2-7-361 0,-1-1 176 15,2-2 92-15,1-11-461 0,-1-1 265 0,3-8 134 0,-3-7-395 16,3-6 246-16</inkml:trace>
  <inkml:trace contextRef="#ctx1" brushRef="#br0" timeOffset="-68133.44">16983 11778 1238 0,'0'-11'0'0,"0"6"0"0,0 1 0 0,0 2 0 0,0 2 0 0,4 0 32 15,3 6 183-15,-1 3-91 0,1 0-46 16,0-1-15-16,4 5 227 0,-4-2-129 0,-2 3-65 0,2 3-31 0,-2-3 62 15,-3 5-39-15,0 1-32 0,-2 5-65 16,0-2 22-16,-6 1-1 0,-6 0-8 0,3-5 37 16,0 2-9-16,-3 0 68 0,5-1-34 15,0-5 0-15,0 1-33 0,4-5 8 16,3 3 25-16,0-2 1 0,0 1-34 0,0 0 40 16,3 0-40-16,9 0 8 0,-1 1-55 0,1 1 24 15,1 2-1-15,-4-3 24 0,3 2 0 0,-5 1-208 16,-2-2 98-16,-1 1 42 0,-2-1-170 0,-2 3 91 15,0-4 56-15,-7 1-25 0,-4-1 35 0,-5-3-11 0,0-4 0 16,-3-1 108-16,-4-5-41 0,2-1-10 16,-4 0-30-16,4 0 205 0,3-1-98 0,0-6-39 0,6-1 232 15,3 2-115-15,4 3-73 0,1-1 148 16,4 2-97-16,0-2-50 0,9 3-24 16,16-2 30-16,9 1 113 0,5 1-200 0,4 1 0 15,4 0 0-15,4 0 0 0,0 0 0 16,-1 3 0-16,-1 5 0 0,-1 1 0 15,0 0-332-15,-4 3 199 0,-3 0 78 0,5 0 37 16,-6 1-7-16,-4-3-711 0,-1 1 351 16,-1-3 176-16,-6-3 80 0,2 1-529 0,-7-6 313 0,-1 0 155 15</inkml:trace>
  <inkml:trace contextRef="#ctx1" brushRef="#br0" timeOffset="-67965.86">17784 11894 1008 0,'5'-3'0'0,"-1"1"0"0,-1 2 0 0,3 4 0 0,-4 9 410 0,-1 7-189 16,1 5-94-16,2 3-47 0,-2-3 316 0,0 9-185 0,-2-5-90 16,0 3-44-16,0-2-22 0,0 1 5 15,0-7 9-15,0-1-507 16,-2-1 236-16,0-5 117 0,0-8 59 0,2-2 29 0,0-4-634 16,0-3 318-16,0-3-109 0,-2-16 178 15</inkml:trace>
  <inkml:trace contextRef="#ctx1" brushRef="#br0" timeOffset="-67713.53">17731 11778 903 0,'0'-34'0'0,"0"4"0"0,0 7 0 0,2 0 0 0,5 8 0 0,4 2 0 0,4 3 0 0,3 3 107 15,5 1-37-15,-2 3 9 0,8 0 100 0,-9 2-73 0,2-2-36 16,1 3 56-16,0 0-46 0,-5 0-16 16,-2 0-8-16,-4 3 51 0,-3-2-38 15,0 3 1-15,-4 0 131 0,-1 0-76 16,-2-1-50-16,-2 3-21 0,0 3 265 0,0 4-143 15,0 1-71-15,0 3-28 0,-4 3 113 0,0 7-79 16,3 1-38-16,1 4-1 0,0 2 137 0,0 4 13 16,1 4-222-16,7-1 0 0,1 1 0 0,1 1-507 15,-1-2 307-15,-2 0 125 0,3 5-1193 16,-1-5 1195-16,-3-5 32 0,-1 1-25 0,-1-2-249 16,1-12 133-16,-4 2 79 0,1-6 35 0,-2-10-418 15,0-3 227-15</inkml:trace>
  <inkml:trace contextRef="#ctx1" brushRef="#br0" timeOffset="-67580.52">17832 12105 941 0,'-17'-9'0'0,"6"1"0"0,5 3 0 0,1 4 0 0,3-2 0 0,0 1 0 0,2 0 385 0,0 0-176 0,13 0-89 16,6 0-35-16,3 0 114 16,2 1-83-16,1-1-42 0,2 2-21 0,-6 0-183 15,0 0 90-15,0 0 32 0,-3 3-651 0</inkml:trace>
  <inkml:trace contextRef="#ctx1" brushRef="#br0" timeOffset="-67436.91">17862 12287 1474 0,'-13'4'0'0,"7"-1"0"0,2 3 0 0,4-5 0 0,0 0 0 0,0 3 0 0,4-1 0 0,10-2 0 0,2 1 0 0,3 0 304 0,8-1-136 0,-5-1-67 16,4 0-34-16,0 0-294 0,-3 0 138 0,7-5 57 15</inkml:trace>
  <inkml:trace contextRef="#ctx1" brushRef="#br0" timeOffset="-67264.48">18191 11854 1208 0,'2'-8'0'0,"9"1"0"0,8 3 0 0,1-2 0 0,1 0 0 0,2 5 0 0,1-1 0 0,4 0 400 15,0 0-184-15,0 2-91 0,-1 0-46 0,-3 0-70 16,-3 0 32-16,1 4-8 0,-3 2-460 0,-4 0 230 16,0-3 115-16,-6 3 58 0,1-3-562 15</inkml:trace>
  <inkml:trace contextRef="#ctx1" brushRef="#br0" timeOffset="-66955.61">18370 11462 682 0,'-3'0'0'0,"1"0"0"0,2 6 0 0,0 7 0 0,0 2 220 0,0 8-93 0,0 5-47 16,5 10-24-16,2 0 494 0,2 12-263 0,0 0-127 15,1 5 301-15,3 11-215 16,-6-16-106-16,1 9 77 0,0-4-96 0,-3-3-44 16,1-3-22-16,-3-4-87 0,1-2 32 0,-2-7 9 15,-2 2 24-15,0-3-114 0,0-5 57 0,0-2 29 16,-6-9-1-16,-3-2-190 0,-2-6 106 0,-2-5 56 15,-2-6-227-15,-4 0 120 0,-2-2 4 0,3-13 42 16,-3-9-22-16,3-2 37 0,-2-3 0 0,5 1 59 16,2 1 1-16,6 7-31 0,0 0 9 15,2 6 189-15,5 0-94 0,0 6-48 0,0-2-10 16,0 5 161-16,10 1-87 0,5 0-44 16,2 1 189-16,1 1-103 0,1-3-22 0,2 4-207 15,-1-1 66-15,1 1 37 0,-2-2 1 0,-2 3-845 16</inkml:trace>
  <inkml:trace contextRef="#ctx1" brushRef="#br0" timeOffset="-66313.13">18775 11486 1388 0,'-15'-12'0'0,"4"3"0"0,3 3 0 0,4 4 0 0,2 0 0 0,0 1 0 0,0 1 0 0,2 0 0 0,0 1 0 0,0 18 175 16,0 6-74-16,0 6 119 0,0 11-93 0,0 0-47 16,0 3-24-16,0-8-26 0,0 6 3 0,-3-4 0 15,1-3-1-15,0-4-180 0,0-2 90 0,2-10 54 16,0 1 14-16,0-8-452 0,0-1 183 0,0-7 135 15</inkml:trace>
  <inkml:trace contextRef="#ctx1" brushRef="#br0" timeOffset="-66155.55">18731 11691 1454 0,'0'-5'0'0,"0"4"0"0,2 1 0 0,8 0 0 0,1 0 0 0,4 0 0 0,6 4 0 0,3 1 247 0,-1-1-108 0,4 1-53 0,-7-1 210 16,2 4-136-16,5-3-64 0,-9-2-31 0,3 2-63 15,-2-1 0-15,-1-1 39 0,-2 1-414 0,-5-2 203 16,-2 1 102-16,-1 1 50 0,-4 4-656 0</inkml:trace>
  <inkml:trace contextRef="#ctx1" brushRef="#br0" timeOffset="-66002.96">18765 11932 948 0,'-7'4'0'0,"5"0"0"0,0 0 0 0,2-1 0 0,0-1 0 0,2-2 0 0,11 2 363 0,6-2-169 0,2 0-80 16,5 0-41-16,-4 0 72 0,-1 0-56 0,4 0-20 16,-2 0-9-16,-5 0-170 0,3 0 71 0,-7 0 36 15,0 2-539-15</inkml:trace>
  <inkml:trace contextRef="#ctx1" brushRef="#br0" timeOffset="-65830.39">18751 12196 722 0,'-14'9'0'0,"5"-2"0"16,5 0 0-16,0 0 0 0,4-4 0 0,0 0 369 0,2-2-169 0,13-1-83 0,8 0-42 0,1 0 244 15,5 0-135-15,-1 0-80 0,0-4-117 16,-1-3 23-16,-6 3 0 0,2-3 23 16,-2 1-197-16,-5-1 94 0,0 5 52 0,-7-1-492 15,0 1 263-15,-2 2 131 0,-6 0 69 0</inkml:trace>
  <inkml:trace contextRef="#ctx1" brushRef="#br0" timeOffset="-65525.99">18865 12047 663 0,'0'6'0'0,"0"7"0"0,0 4 0 0,0 5 0 0,0 5 0 0,0 1 0 0,0 3 374 16,0 6-162-16,0-3-94 0,0 4-43 0,2-3 279 15,0-2-160-15,4-1-81 0,-1-7-45 0,2 4-8 16,3-8-27-16,1-2-133 0,0-6 66 0,3-5 34 15,0-7 8-15,2-1-405 0,0-4 215 0,0-16 108 16,-2-6 53-16,-2-8-521 0,-3-2 251 0,-1-7 116 16,-7 2-50-16,-1 0 96 0,0-1 61 0,0 9 68 15,0 2 21-15,0-5-26 16,0 14 0-16,0 2 151 0,2 0-90 0,2 6-44 16,4 2-31-16,3 3 456 0,5 2-230 0,2 1-44 15,6 2-82-15,3 0 407 0,1 1-232 0,4 0-111 16,2 2 152-16,-1 1-132 0,1 0-66 0,0 0-25 15,-2 0-183-15,0 0 71 0,-4 0 35 0,-5 0-214 16,-2 0 124-16,-7 1 71 0,1 2 24 0,-5-3-602 16,-3 2 239-16</inkml:trace>
  <inkml:trace contextRef="#ctx1" brushRef="#br0" timeOffset="-65355.39">19310 11467 1065 0,'-7'-5'0'0,"3"5"0"0,2 0 0 16,2 16 0-16,0 12 0 0,0 13 0 0,0 19 562 0,4 15-264 0,1 19-133 0,-3 8 447 0,-2 11-290 0,0 7-136 15,0 18-81-15,-5-8 71 16,-1 0-71-16,0-6-36 0,2-2 0 0,4-11-518 16,0 24 237-16,0-13 123 0</inkml:trace>
  <inkml:trace contextRef="#ctx1" brushRef="#br0" timeOffset="-63429">19921 11568 1311 0,'0'0'0'0,"0"-1"0"0,0 1 0 0,0 0 0 0,0 0 0 0,0 0 0 0,0 0 0 0,0 7 0 0,2 4 0 0,1 0 205 0,1 3-91 0,-1 2-40 16,1 1-21-16,-2 1-86 0,1 3 33 0,-1-2 8 16,-2 3-181-16,0 3 102 15,-5 0 51-15,-6-1-124 0,-2 1 77 0,-4-1 42 16,-2 2-4-16,1-2-5 0,-5-1 0 0,2-2 0 16,-1-4 20-16,5-4 198 0,0 0-105 0,2-5-47 15,6-3-17-15,1-1 307 0,2-2-155 0,4-2-42 16,0 0 95-16,2 0-94 0,2 0-46 0,10 0-104 15,4-2 28-15,4 0 8 0,-1-2 21 0,-1 1-45 16,3-1 23-16,-3 2 0 0,-2 2 22 16,-4 0-139-16,2 0 64 0,-9 2 38 15,1 9-25-15,-4 1-107 0,-2 3 44 0,0 1 44 16,-9 3 90-16,-7 0-26 0,2 0-31 0,-6-1 209 16,4 1-93-16,1-1-51 0,-2-2-15 0,2-1 88 15,4-2-38-15,2-3-32 0,2-1 18 0,4-1 49 16,3-3-47-16,0 3-1 0,0-2-39 0,10-2-77 15,6 2 38-15,5-2 9 0,5 0-102 0,3-3 67 16,-2 2 32-16,-1 1-158 16,-3 1 73-16,0 1 50 0,-5 1-5 0,-2 6-26 15,-7-1 15-15,-4 5 0 0,-3 2-4 0,-2 1 72 16,0 5-20-16,-9-3-22 0,-6 2-14 0,-4-1 164 16,0-5-68-16,-5 6-34 0,2-8 18 0,4-7-23 15,0 3 3-15,-1-9 0 0,6 0-262 0,-2-3 118 16,4-3 60-16,4-12-403 0,2-10 216 0,5-13 109 15,0-7 46-15,14-12-179 0</inkml:trace>
  <inkml:trace contextRef="#ctx1" brushRef="#br0" timeOffset="-63159.49">20537 11561 1475 0,'5'-2'0'0,"-1"0"0"0,-4 2 0 0,0 0 0 0,0 2 0 0,-9 6 0 0,-5 3 0 0,-2 4 0 0,-2-3 188 0,-2 8-82 0,-1-4-37 0,2 3 94 16,-1 0-65-16,1 1-33 0,5-2 8 0,-6 2-8 16,9-1 0-16,0 0-32 15,0 2 0-15,3 1 49 0,5 1-17 0,-2 3-7 16,3 6 19-16,2-2-21 0,-2 3-1 0,2 3 23 16,0 2-14-16,0 1-8 0,0 4-23 0,-1-7-57 15,-3 3 28-15,2 0 1 0,-1-5 36 0,-1 1-260 16,2-6 124-16,0-6 47 0,0 0-371 0,2-6 188 15,0-6 102-15,0-4 25 0,0-1-133 0,0-6 102 16,2-2 52-16,4-15-374 0,1-9 205 0</inkml:trace>
  <inkml:trace contextRef="#ctx1" brushRef="#br0" timeOffset="-62826.38">20323 11847 1242 0,'-2'-15'0'0,"2"6"0"0,0 4 0 0,0 1 0 0,7 0 0 0,10 3 0 0,7-3 0 0,4 0 383 0,6-1-175 0,4-1-79 15,7 0-53-15,-1 2 184 0,-1 2-114 0,-2 0-56 16,-8 1-29-16,6 1-14 0,-6 0-15 16,-3 0 1-16,-6 0-35 0,1 0 1 15,-4 0 33-15,-9 0 11 0,2 0-10 0,-5 0-1 16,-3 1 1-16,-3 3 115 0,1 2-58 0,-1 1-20 16,-3 1-9-16,0 3 213 0,0 3-120 0,0 1-61 15,-3 1 235-15,-1 5-328 0,1 5 0 0,1 0 0 16,0 3 0-16,2 3 0 0,0 0 0 0,0 2 0 15,0 1 0-15,2 1 0 0,0 0 0 0,3-2 0 16,2 1 0-16,-4 1 0 0,1-4 0 0,-1-1 0 16,-1-1 0-16,0-1 0 15,-2-3 0-15,0-4-297 0,0-1 143 0,0-4 51 16,-2-6-211-16,-7 1 140 0,4-7 71 0,-5 1 27 16,-3-6-123-16,-1 0 83 0,1 0 41 0,-2-6-355 15,-1-9 199-15,0-2 91 0,-2-12 57 0,-1-4-426 16,-1-4 238-16</inkml:trace>
  <inkml:trace contextRef="#ctx1" brushRef="#br0" timeOffset="-62553.1">20561 12104 1108 0,'-10'0'0'0,"5"0"0"0,1 0 0 0,2 0 0 0,1 0 0 0,-1 1 0 0,0 5 0 16,0-1 0-16,0 1 308 0,1 1-141 0,-1 0-68 0,-3 1 113 0,1 1-90 15,-3 0-45-15,2-4-70 0,-3 1-9 0,2-4 35 16,-1-2 0-16,1 0-33 0,3 0 1 0,1 0 40 15,2-6-9-15,0-7-95 0,2 0 48 0,10-2 23 16,6 2 9-16,5-3-105 0,0 4 19 0,-4 7 40 16,6-2 3-16,-2 5 0 15,-5 2 2-15,-1 0 96 0,-2 4-37 0,-1 7 0 16,-7 2-32-16,-4 4 69 0,-1 0-26 0,-2 1-2 16,0-2-13-16,-3 1 100 0,-13 0-39 0,2-4-33 15,-4-1 16-15,0-3-8 0,1-3-34 0,-3-3 0 16,2-3-203-16,1 0 100 0,6 0 58 15,-2 0-559-15,5-7 269 0,4 0 144 0</inkml:trace>
  <inkml:trace contextRef="#ctx1" brushRef="#br0" timeOffset="-62413.36">21155 12382 10 0,'-2'0'0'0,"0"0"0"0,2 0 0 0,0-3 0 0,0-8 0 0</inkml:trace>
  <inkml:trace contextRef="#ctx1" brushRef="#br0" timeOffset="-60798.41">2713 6721 277 0,'0'-4'0'0,"0"2"0"0,0 1 0 0,0-2 0 0,0 2 0 0,0-3 224 0,0 2-100 0,0 0 120 16,0 0-106-16,0 1-52 0,-2-2-27 16,2 2 74-16,0 1-54 0,0-2-23 15,0 2 0-15,0 0 99 0,0 0-60 0,0 0-24 16,0 0-7-16,0 0 75 0,0 0-53 0,0 0-26 16,0 0-1-16,0 0 23 0,0 0-9 0,0 0-40 15,0 6 24-15,-3 6-1 0,-2 8-23 0,0 0 37 16,-2 6-8-16,-1 4-29 0,-4 2 0 0,0 8 22 15,1-3 0-15,-1-1-14 0,-2 11-9 16,1-4 30-16,3-1-29 0,-2 1 0 16,1-4-1-16,2-3-8 0,-1 3 9 0,-1-1 0 15,2-4-14-15,-1-2 14 0,0-9 8 0,1 4 20 16,-1-6 1-16,1-5-30 0,2-2 1 0,0-3 30 16,0-3 7-16,2-2-37 0,1-1 0 0,0-3 79 15,3 0-39-15,-1-2 0 0,2 0 114 0,-2 0-187 16,2 0 0-16,0 0 0 0,0 0 0 0,0 0 0 15,0 0 0-15,0 0 0 0,0 0 0 16,0 0 0-16,0 0 0 0,0 0 0 16,0 0 0-16,0 0 0 0,0 0 0 0,0 0 0 15,0 0 0-15,0 0 0 0,0 0 0 0,0 0 0 16,2 0 0-16,8 2 0 0,1-2 0 0,3 0 0 16,-3 0 0-16,7 0 0 0,3 0 0 0,4 0 0 15,3-4 0-15,3-6 0 0,0-1 0 0,6 0 0 16,4-4 0-16,-1 0 0 0,0 2 0 15,7-2 0-15,-2-1 0 0,7 5-740 0,-4 4 353 0</inkml:trace>
  <inkml:trace contextRef="#ctx1" brushRef="#br0" timeOffset="-58941.78">3541 8375 314 0,'0'0'0'0,"0"0"0"0,0 0 0 0,0 0 0 0,0 0 0 0,0 0 157 0,0 0-62 0,0 0 39 15,0 0-55-15,0-1-23 0,0-1 0 0,0 0 35 16,0 2-29-16,0 0 8 0,0 0-38 0,0 0 73 16,0 0-36-16,0 0-1 0,0 0-35 0,0 0 37 15,0 0-9-15,0 0-28 0,0 0 0 0,0 0 19 16,0 0-19-16,0 0 21 0,0 0-22 0,0 0 1 15,0 0 0-15,0 0 29 16,0 0-29-16,0 0 8 0,0 0-8 0,0 0 24 16,0 0-24-16,-1 0 0 0,-2 0 0 0,1 0-9 15,2 0 9-15,-3 4 0 0,1-1-1 0,0 1-27 16,1 2 0-16,-2-3 36 0,2 3-39 0,-1 0 24 16,2-1 5-16,-3 2-42 0,1-2 6 0,-1 2 21 15,1 1 8-15,1 0-39 0,-4-1 36 0,2 2-9 16,1 2 12-16,-1-5 8 0,-2 4-14 0,1-1-1 15,2-2 1-15,-1 3-5 16,-1-1 10-16,0 4-13 0,2-1 8 0,-3-1 1 16,1 2-1-16,1 2-6 0,-4 0 10 0,4 0-4 15,0 2 0-15,-2 0-23 0,2 0 0 0,1-2 19 16,-1 2 6-16,-1 0-46 0,3 0 40 0,0-1-5 16,1-3 3-16,-3 1-30 0,3-3 31 0,0-2-39 15,0-1 35-15,0 0-3 0,0-3 2 0,0-1-17 16,0-2 14-16,0-1 1 0,0 1 0 0,0-2 23 15,0 0-2-15,0 0-21 16,0 0 1-16,-2 0 68 0,2 0-30 0,0 0-1 16,-2 0-25-16,2 0 19 0,0 0 11 0,0 0-67 15,0 0 2-15,0 0 34 0,0 0 7 0,0 0-40 16,0 0 5-16,0 0 28 0,0 0-5 0,0 0-77 16,0 0 29-16,0 0-14 0,0 0 20 15,0 0 0-15,0 0 13 0,0 0 13 0,0 0 8 16,0 0-11-16,0 0-8 0,0 0 50 0,0 2-20 15,0-2 0-15,0 2-18 16,2 0-2-16,4 0 137 0,2-2-65 0,0 2-22 0,0 0 37 16,4-2-24-16,0 0 38 15,1 0-23-15,1 0-7 0,4 0-20 0,-1 0-41 0,2 0 0 16,-2-2 26-16,4-6 9 0,-2 3-8 0,2-3-170 16,-2 2 83-16,0 1-391 0,-3-1 222 0,-5 4 95 15,3 1-243-15,-1-2 164 0,-3 3 87 0,2 0 44 16,-1 0 13-16,3 4 8 0</inkml:trace>
  <inkml:trace contextRef="#ctx1" brushRef="#br0" timeOffset="-53034.95">8509 13389 1087 0,'-6'0'0'0,"-1"0"0"0,5 0 0 0,0 0 0 0,2 0 0 0,0 0 0 0,0 0 0 0,0 0 0 0,0 0 123 0,0 0-44 0,0 7-24 0,2 2 88 15,5 4-55-15,1 6-19 0,2 2-9 0,-1 6 30 16,-2 0-29-16,0 7 0 0,2-3-29 0,-4 6 34 16,0-1-34-16,-1 3 1 0,-1-1-51 15,-1 0 25-15,0-1 0 0,0-3-131 16,0-1 75-16,1-11 38 0,-3 0 21 0,0-5-344 15,3-5 166-15,-3-4 51 0,0-3 54 0,0-5-277 16,0 0 154-16,0-2 77 0,0-18 37 0</inkml:trace>
  <inkml:trace contextRef="#ctx1" brushRef="#br0" timeOffset="-52755.15">8473 13435 484 0,'-2'-21'0'0,"0"8"0"0,-1 5 0 0,1 3 0 0,1 1 0 0,1 2 350 16,0 0-163-16,0 2-77 0,6-1 67 0,17-1-73 15,5-2-35-15,4 0 246 0,9 3-146 0,0-2-68 16,1 3-34-16,-1 0 97 0,-7 12-65 0,1 2-25 16,-1 5-9-16,-4 6-7 0,-4 1 1 0,-4 4-26 15,-3 8-1-15,-8-2-11 0,-4 11 12 0,-4-1 0 16,-3 1-9-16,0 0 9 16,-8-1 0-16,-5-5 8 0,-8 4-16 0,1-8 8 0,-1-7 0 15,-6-1-15-15,-1-3 14 0,0-6 5 16,-2-3-5-16,0-6-75 0,-2-2 35 0,4-6-7 15,6-1 40-15,-4-2-184 0,8 0 85 0,1 0 34 16,4-8-235-16,4-2 122 0,2-2 69 0,4-4 9 16,3 0-144-16,0-3 93 0,3 2 47 0,13-3-328 15,2 0 188-15,5 3 84 0,3 2 56 0</inkml:trace>
  <inkml:trace contextRef="#ctx1" brushRef="#br0" timeOffset="-51835.68">9558 13327 1094 0,'-11'0'0'15,"8"0"0"-15,1 5 0 0,1-5 0 0,1 1 0 0,0-1 0 0,0 0 81 0,0 0-24 0,0 0 0 0,0 1 194 0,0-1-109 16,0 3-47-16,0-3-89 0,1 2 27 0,3 0 0 16,4 0 0-16,-2-2-322 15,1 2 169-15,2 0 73 0,2 2 39 0</inkml:trace>
  <inkml:trace contextRef="#ctx1" brushRef="#br0" timeOffset="-51670.69">9600 13615 809 0,'-10'0'0'0,"7"0"0"0,-1 1 0 0,4-1 0 0,-2 0 0 0,2 0 302 0,0 0-135 15,0 0-59-15,-2 0 304 0,2 0-190 0,0 3-94 16,0-1-48-16,0 1-114 0,0 5 41 0,2 1-8 15,4 0 34-15,2-1-508 0,3 2 252 0,2-5 126 16</inkml:trace>
  <inkml:trace contextRef="#ctx1" brushRef="#br0" timeOffset="-51145.07">10328 13040 1268 0,'-10'-2'0'0,"2"2"0"0,5 0 0 0,-1 0 0 0,-1 0 0 0,4 0 0 0,-1 0 0 0,0 0 0 0,2 0 0 0,0 0 268 16,0 0-118-16,0 0-50 0,0 5 37 0,0-2-52 15,0 1-26-15,0-2 26 0,0 1-26 0,0 0 8 16,0 4-34-16,0-1 102 0,0 1-51 0,0 0-26 16,0 3 1-16,0-1 27 0,-4 2-31 0,2 2 1 15,-1 3 53-15,1 1-38 0,0 7-1 0,0-1-29 16,2 6 32-16,-1 7-40 0,0 3 0 0,-2 3-78 16,0 0 39-16,1-3 8 15,-1 10 31-15,-1-4-158 0,0-4 76 0,1-3 41 16,-3-1-2-16,-1 1-40 0,-1-5 7 0,-1-2 27 15,-2-7-18-15,-1-4 0 0,-1-2-2 0,1-4 24 16,1-1 174-16,3-6-82 0,-3-2-44 0,4-2 222 16,1-1-112-16,5-2-38 0,-1 0-44 0,2 0 92 15,0 2 88-15,0-2-244 0,9 4 0 0,10-4 0 16,6 2 0-16,3-2 0 0,2 0 0 0,2 0 0 16,2 0 0-16,-1-2 0 0,1 0 0 15,-2-4 0-15,0 3 0 0,0 1 0 16,-4 0 0-16,-3 1 0 0,1 1 0 0,-4 0-343 15,-3 0 168-15,-3 0 71 0,-4 0 46 0,-1 0-474 16,-2 0 250-16,0 0 124 0,-4 0-169 0,0 0 148 16,-1 0 72-16,0-7 30 0,1-6-443 0</inkml:trace>
  <inkml:trace contextRef="#ctx1" brushRef="#br0" timeOffset="-50677.22">10811 13119 845 0,'0'-5'0'0,"0"3"0"0,4 0 0 0,-2 2 0 0,2 0 0 0,-1 0 421 0,2 8-194 0,-2 7-98 15,3 2-47-15,-4 7 227 0,0-3-130 16,-2 8-77-16,0-2 33 0,0 0-51 0,0-5-26 0,-2 0 1 16,-4-3-40-16,-1-2-7 15,-1-2 20-15,0-6 27 0,1-2 0 0,2 0-26 16,-2-3 8-16,4-3 58 0,-1-1-33 0,2 0-1 15,2 0-32-15,0 0 133 0,0 0-59 0,0 0-41 16,0 0 3-16,8 0-37 0,9-1 1 0,6-3-41 16,-3-1 28-16,8 0-7 0,-2 1 19 0,3 1-100 15,-1 1 50-15,-2 0 26 0,-3 0 7 0,1 0-164 16,0 0 84-16,-1 1 17 0,-2-2-74 0,-3 2 44 16,0-2 33-16,-6 2-6 15,-1-1 14-15,1 2 6 0,-3 0 8 0,-1 0 41 16,-2 0-26-16,-2 0-8 0,1 2-10 0,-1 6 230 15,-2 1-107-15,1 0-40 0,1 2-34 0,-2 2 252 16,1 3-127-16,0 1-38 0,1-2 137 0,-2 5-247 16,-1-1 0-16,3 2 0 0,-2-1 0 0,1 1 0 15,-1 2 0-15,0-5-206 0,0 3 187 0,0-2 23 16,-2-1-1-16,0-3-290 16,0 1 147-16,0-4 34 0,-6-2-7 0,-3-2-154 15,-3 0 117-15,0-2 59 0,-1-4-242 0,-5-2 150 16,-1 0 67-16,-1-3 46 0,-2-14-353 0,-5-9 195 15,4-9 98-15,0-5-162 0,-6-9 122 0</inkml:trace>
  <inkml:trace contextRef="#ctx1" brushRef="#br0" timeOffset="-50519.02">10831 13091 1175 0,'-12'-12'0'0,"6"8"0"0,1 0 0 0,3 2 0 0,0 2 0 0,2 0 224 0,0 0-95 15,9 0-48-15,14 0 153 0,2-3-100 0,3 2-43 16,4-2-33-16,2-1 317 0,-1 1-171 0,1 2-85 15,-4-1-47-15,-3 0 9 0,4 2-48 0,-4 0 0 16,-9 0-375-16,3 0 188 0,-3 4 94 0,-2 4-587 16,-5 5 295-16,-1 2 182 0,-7 1 5 0</inkml:trace>
  <inkml:trace contextRef="#ctx1" brushRef="#br0" timeOffset="-50337.8">10795 13585 1510 0,'-19'4'0'0,"10"0"0"0,-1-2 0 0,4-2 0 0,3 0 0 0,3 0 0 0,0 0 0 0,3 0 0 0,20-6 452 0,5-6-210 15,8-2-104-15,-4 1 131 0,11-4-121 0,-10 3-58 16,4 3-29-16,-2 3-399 0,-1-1 186 0,0 5 100 16,-4 2 39-16,0 2-278 15,-2 0 162-15,0 0 81 0</inkml:trace>
  <inkml:trace contextRef="#ctx1" brushRef="#br0" timeOffset="-50094.38">11627 12922 1094 0,'0'-4'0'0,"0"2"0"0,0 2 0 0,0 0 0 0,0 10 0 0,0 12 452 0,0 12-209 0,0 9-105 15,-3 10 134-15,-4 15-123 0,0 0-59 0,0 3-28 16,-2 4 272-16,4 0-150 0,-1 2-67 0,1 0 100 16,3-8-92-16,2-14-46 0,0-3-23 0,6-16-54 15,9-1 39-15,1-10-9 0,2-10 1 0,2-5-264 16,3-6 131-16,1-4 67 16,-1-13-395-16,2-18 186 0,-2-6 124 0,0-11 2 15,2-10-331-15</inkml:trace>
  <inkml:trace contextRef="#ctx1" brushRef="#br0" timeOffset="-49064.76">12332 13045 1246 0,'0'-2'0'16,"0"-1"0"-16,0 1 0 0,0 2 0 0,0 0 0 0,0 0 0 0,0 0 0 0,0 10 0 0,7 0 0 0,-3 9 169 0,1-1-69 0,0 5-25 0,1 5 128 0,-2 0-85 0,-3 1-43 16,2 3-21-16,-1 1 16 0,0-1-29 0,-2 1-8 15,0 3-34-15,0-3-1 16,0 3 35-16,0 1-219 0,0-4 118 0,0 0 46 16,0-4 27-16,0-4-312 0,0-4 157 0,0-3 33 15,0-9 52-15,0-2-239 0,0-3 136 0,0-4 67 16,0-2 35-16,0-20-157 0,0-4 87 0</inkml:trace>
  <inkml:trace contextRef="#ctx1" brushRef="#br0" timeOffset="-48679.47">12311 12991 710 0,'1'-16'0'0,"1"3"0"0,0 4 0 0,4-3 0 0,3 1 0 0,1-1 0 0,4-1 170 0,7 2-68 0,6-3-35 0,1 3 222 16,4 0-128-16,2 4-56 0,1 1-41 0,2 2 150 15,3 2-91-15,0 2-45 0,-3 0-23 0,-1 0 39 16,-1 2-35-16,-3 8 1 0,-4-3-45 0,-1 1 18 16,-6-1-1-16,-3 0 9 0,-1-1-36 0,-6-2-1 15,-1 0 29-15,-4-2 4 0,-3 0-4 0,-1 0 8 16,0-2-8-16,-2 0 87 16,0 0-44-16,0 0-21 0,0 0-1 0,0 0 158 15,0 0-94-15,0 0-42 0,0 0 62 0,0 4-52 16,0 4-26-16,-4 6-56 0,1 7-7 0,1 5 36 15,0 4-1-15,0 5-33 0,2 9 34 0,0-5 8 16,0 14-8-16,0-3-102 0,2 1 51 0,2-2 25 16,3 0 1-16,0-8-236 0,1 6 90 0,0-11 69 15,-1 0-219-15,2-3 130 0,-3-3 50 16,-2-5 30-16,2 4-98 0,-4-9 71 16,-2 0 37-16,0-3-39 0,0-2 37 0,0-5-8 15,-6-2 45-15,-4-1-116 0,-1-3 58 0,0-4 29 16,-3 0 0-16,2-3-190 0,-2-8 114 0,-2-7 53 15,0-3-320-15,-4-4 186 0</inkml:trace>
  <inkml:trace contextRef="#ctx1" brushRef="#br0" timeOffset="-48496.67">12419 13150 820 0,'-13'0'0'0,"4"0"0"0,3 0 0 0,2 0 0 0,2 0 0 16,1 0 401-16,1 0-176 0,0 0-100 0,9 0-47 0,12-2 72 15,3-2-58-15,3-2-30 0,3 1 8 0,0-1 179 16,2-2-108-16,-2 4-54 0,-2-1-107 0,0 3 26 16,-6-2 9-16,3 3-324 0,-2 1 171 0,-5 0 85 15,-1 0 43-15,-2 0-548 0,-5 0 239 0,-1 5 155 16</inkml:trace>
  <inkml:trace contextRef="#ctx1" brushRef="#br0" timeOffset="-48317.25">12569 13289 1066 0,'-16'9'0'0,"4"-4"0"0,1 3 0 0,4-5 0 0,1 1 0 0,2-4 0 0,4 0 0 0,0 0 244 0,0 0-98 0,2 0 134 16,10 0-124-16,2 0-62 16,4 0-30-16,2 0 27 0,1 0-21 0,-2-2-8 15,3 0-29-15,-3 0-363 0,0 1 181 0,-3 1 91 16,2 0 54-16,-6 0-556 0,-3 0 284 0</inkml:trace>
  <inkml:trace contextRef="#ctx1" brushRef="#br0" timeOffset="-48084.18">12589 13433 999 0,'-18'4'0'0,"7"-1"0"0,2 0 0 0,1-3 0 0,3 0 0 0,3 0 0 0,2 0 0 0,0 0 170 0,9 0-69 0,8-3-34 0,6 1 81 16,-3-1-49-16,8 1-37 0,-1-1-1 0,-6 3-67 15,-1 0 39-15,1 5 8 0,-4 4-8 0,-4 4-66 16,-4 1 34-16,-1 0 7 0,-4 3-40 0,-4 2 40 16,0-2-7-16,0-2 31 0,-6 0-157 0,-6-1 42 15,1-5 47-15,-4-4-119 16,0-1 74-16,-2-2 13 0,2-2 27 0,-2 0-126 16,3-4 69-16,0-11 16 0,-2-5-101 0,5-7 76 15,2-9 37-15,4-7 0 0,1-4-130 0</inkml:trace>
  <inkml:trace contextRef="#ctx1" brushRef="#br0" timeOffset="-47776.75">12577 12969 1592 0,'0'-21'0'0,"0"10"0"0,0 4 0 0,0 3 0 0,0 2 0 0,0 2 0 0,0 6 0 0,0 15 0 0,0 5 0 0,0 1 228 0,0 6-101 16,0 9 89-16,2-2-92 0,2 2-45 0,2-1-23 16,-3-6 24-16,1 6-8 0,1-3-39 15,-1-2 0-15,-2 0-261 0,0-1 131 0,-1-1 73 16,-1-1 24-16,0-4-396 0,0-1 161 0,-5-3 124 15,-4-6-281-15,-4-2 159 0,-1-2 105 0,-2-6 36 16,-1-4 30-16,-1 1 0 0,2-4 29 0,-3-2 47 16,3 2-20-16,-2 1 1 0,5-3-28 0,3 4 311 15,1 0-156-15,2 0-85 0,3-1-31 16,3 2 530-16,1 0-207 0,0 5-148 16,1 0 186-16,12-4-159 0,4 2-92 0,6-1 202 15,3-1-142-15,2-2-72 0,2-3-36 0,4-1 40 16,-1 0-42-16,2 0 0 0,-1-1-33 0,-2-3-156 15,-2-3 78-15,-4 1 47 0,6-3-9 0,-6 1-518 16,0 2 277-16,-1-1 139 0,-1 1-773 0,-3-2 417 16</inkml:trace>
  <inkml:trace contextRef="#ctx1" brushRef="#br0" timeOffset="-47555.34">13145 13118 1538 0,'-4'-8'0'0,"4"4"0"0,0 2 0 0,4-2 0 0,10-5 0 0,3 3 0 0,3-1 256 0,7 0-111 0,3-3-56 15,4 3 252-15,-2-1-158 16,4 2-76-16,-4 3 1 0,0 1-38 0,0 0 0 16,-8 2-29-16,5 0-232 0,-8 0 113 0,0 0 54 15,0 0 29-15,-6 0-136 0,-2 0 90 0,-1 0 33 16,-5 0 20-16,-2 0-508 0,-3 0 162 0,0 0 153 15,0 0-279-15,-2 0 218 0</inkml:trace>
  <inkml:trace contextRef="#ctx1" brushRef="#br0" timeOffset="-46882.34">13274 13182 977 0,'-7'3'0'0,"1"1"0"0,2 0 0 0,2-2 0 0,0 1 0 0,0 2 0 0,2 4 0 0,0 0 303 15,0 5-128-15,-2 2-74 0,0 5-35 0,-1 1 52 16,-3 2-43-16,1 1-21 0,-3-3 26 0,0 6-9 16,-1-7-39-16,0 0-58 0,-1-3 29 0,1-2 1 15,2-7 37-15,-1-2-65 16,4-1 28-16,0-4 0 0,2 0 29 0,2-2-48 16,0 0 29-16,0-2-23 0,10-7 1 0,3 0-52 15,5-4 34-15,2 6 10 0,-1 0-2 0,1 2-4 16,-1 2 25-16,-2 1-22 0,-2 2 21 0,-4 0-5 15,1 0 4-15,-5 12 20 0,-3-1-21 0,-3 4-2 16,-1 0 1-16,0 2 47 0,0 0-23 0,-11-2 2 16,-2-2-11-16,0-1-6 0,-3-5-2 15,2 0 9-15,-1-4-32 0,2-3 5 16,0 0 20-16,3 0-157 0,3-12 74 0,3-7 32 16,2-9 0-16,2-5-283 0,0-11 149 0,2-1 59 15,3-5 43-15,4-7-239 0,0-8 145 0,0 4 68 16,0 1-92-16,-1 7 80 0,1-2 40 0,0 2 73 15,0 6-63-15,-2 9 63 0,0 5 0 0,-1 10 165 16,-3 4-107-16,1 8-53 0,-2 3-15 0,2 5 446 16,0 0-229-16,0 3-55 0,1 4-78 0,2 12 396 15,1 8-222-15,2 2-108 0,-1 8-53 16,2 9 248-16,2 1-150 0,0 3-69 16,3 3 90-16,-2 0-86 0,4 4-44 0,2-5 8 15,-1 2-25-15,2-2 8 0,2-4-34 0,-2-2-59 16,0-1 29-16,0-4 0 0,-4-5 30 0,4-1-190 15,-5-2 90-15,0-3 51 0,-6-8-118 0,2-2-142 16,-4-6 140-16,-3-4 16 0,-1-4-258 0,-2-1 173 16,-1-2 86-16,-1 0 43 0,0-11-62 15,0-9 45-15,-1-8 34 0,-5-4-79 0,-3-8 52 16,4 1 27-16,-2 5 0 0,2 0-49 16,-1 4 41-16,1 10 0 0,-1-1 183 0,2 8-74 15,-2 1-38-15,3 5-7 0,-3 3 314 0,1 2-170 16,-1 2-47-16,-2 4 111 0,-1 9-64 0,0 6-58 15,-5 4 21-15,3 1 12 0,-2 2-42 0,2-2-21 16,0-5 9-16,-1 2-157 0,3-6 64 0,3-6 32 16,1-1-359-16,1-6 195 0,-1-2 72 0,5-2 53 15,0-21-588-15</inkml:trace>
  <inkml:trace contextRef="#ctx1" brushRef="#br0" timeOffset="-46728.75">13516 12782 1477 0,'6'-14'0'0,"-3"5"0"0,8 3 0 0,-2 3 0 0,-2-1 0 0,0 2 0 0,1 2 0 0,0 0 0 0,1 0 0 0,2 0 0 0,1 6 0 0,2 5 471 0,2 0-219 0,0 6-110 16,1 0-315-16,0 0 103 0,0-1 59 0,4 4 18 16,-1 1-639-16</inkml:trace>
  <inkml:trace contextRef="#ctx1" brushRef="#br0" timeOffset="-46324.89">13937 12983 1711 0,'-10'0'0'0,"7"0"0"0,3 3 0 0,0-1 0 0,0 0 0 0,0-1 0 0,7-1 0 0,9 0 0 0,2 0 395 0,6 0-181 0,1 0-91 16,-2 0-37-16,5-1 47 0,0-6-50 0,-8 4-26 16,3 0-142-16,0-3 68 0,-5 4 20 0,-1 0 0 15,-2 0-385-15,0 2 208 16,-5 0 103-16,-3 0-570 0,-1 0 315 0,-4 0 112 16,0 0 91-16,-2 4-183 0,0 0 137 0,-4-2 60 15,-8-2 42-15,3 0-12 0,-2 0 79 0,3 0 0 16,-3 0 0-16,2-2 0 0,-1 0 0 0,3 0 0 15,1 0 53-15,3 2-36 0,-1 0-25 0,0 0 319 16,3 0-163-16,-2 6-25 0,1 4-61 0,-2 7 278 16,3-1-153-16,-5 6-69 0,-1 5-47 15,0 1 171-15,-4 4-104 0,1 0-53 16,-4 4-26-16,-1 0 34 0,3-1-34 0,-6 1-1 16,3-4-71-16,0 0 23 0,2-7 0 0,3-5-272 15,-1-2 143-15,4-7 76 0,1-1 38 0,0-7-581 16,3-3 287-16</inkml:trace>
  <inkml:trace contextRef="#ctx1" brushRef="#br0" timeOffset="-46146.47">13935 13091 1049 0,'2'0'0'0,"0"0"0"0,4 2 0 0,-1 5 0 0,4-3 0 0,3 2 0 0,1 2 0 0,4 1 505 15,0-2-240-15,2 3-116 0,-1-3 102 0,7 4-109 16,-8-4-55-16,3 6 11 0,-3-5-36 0,-2 2 0 15,-2-1-30-15,-2 0-389 0,-1-3 195 0,-2 2 106 16,-3-3 40-16,-3 1-496 0,0-2 272 0,-2 0 59 16,0-1 91-16,0-3-395 0</inkml:trace>
  <inkml:trace contextRef="#ctx1" brushRef="#br0" timeOffset="-45862.38">13856 12990 931 0,'-12'0'0'0,"1"0"0"0,8 7 0 0,-1 7 0 0,2 3 0 0,2 7 0 0,0 2 104 0,0 6-35 0,0 6-1 0,0 4 173 16,0-3-96-16,0 7-60 0,-1-5-26 15,-3-5 84-15,-3 1-55 0,0-3-28 0,2-6 16 16,-3-1-9-16,1-5-34 0,1-4 0 16,2-6 90-16,1-2-46 0,1-3-13 0,2-3 81 15,0 2-56-15,0-2-28 0,0-2 0 0,9 1 58 16,4-1-34-16,6 0-31 0,7 0 1 0,2-2 191 15,2 0-106-15,4 0-54 0,2 0 43 0,0 0-39 16,0 0-29-16,-3 0 147 0,1 0-464 16,0 2 218-16,-8-1 44 0,6 3-489 15,-4 0 256-15,-1 0 130 0,-5-2 25 0,1 0-337 16,-1-2 131-16,-3 0 127 0,0 0 59 0,0 0-517 16</inkml:trace>
  <inkml:trace contextRef="#ctx1" brushRef="#br0" timeOffset="-45676.78">14388 13243 1761 0,'0'0'0'0,"0"0"0"0,1-2 0 0,9-7 0 0,7 0 0 0,0 0 0 0,5-2 0 0,6 1 0 0,-1 4 198 0,-1-2-83 16,1 3-41-16,-3 3-79 0,-2-2 8 0,1 2 30 15,-4 1 0-15,-1-2-195 0,-2 3 97 0,-7 0 49 16,2 0-416-16,-3-1 227 0,-3 1 119 0,-3-2 58 15,0-2-495-15,-2-3 238 0</inkml:trace>
  <inkml:trace contextRef="#ctx1" brushRef="#br0" timeOffset="-45350.08">14547 12797 854 0,'-4'0'0'0,"1"5"0"0,3 11 0 0,0 11 0 16,0 1 0-16,0 6 0 0,0 10 0 0,0 5 319 0,0 1-148 0,0 3-68 0,0-1-36 0,0 5 235 15,0-1-135-15,0-2-59 0,0-3 17 0,0-6-46 16,-2-8-24-16,2-1-16 0,0-6-6 0,0-10 8 16,0 0-8-16,0-9-97 0,0-6 48 15,0 0 25-15,0-5-1 0,0 0-86 16,2 0 51-16,3-7 29 0,1-3 1 0,2-4-25 16,-1 1 36-16,0-2-43 0,5 0 80 0,-1-3-24 15,2-3-25-15,3 0 69 0,-2-1-32 0,3-3 12 16,3-1-41-16,0-2-96 0,1-3 48 0,1 4 18 15,0-2 35-15,3 3-146 0,-2 1 67 0,1 6 27 16,-4 3 0-16,-1 4-64 0,2 4 43 16,-2 0-2-16,-2 3-2 0,-1 2 7 0,2 1 0 15,-4 2 13-15,2 0-12 0,-4 0-8 16,4 0 29-16,-3 0-167 0,-4 0 83 0,1 0 42 16,-1 0 22-16,-2-2-296 0,-3 1 163 0</inkml:trace>
  <inkml:trace contextRef="#ctx1" brushRef="#br0" timeOffset="-44921.59">14917 13016 1757 0,'-5'0'0'0,"3"0"0"0,0 0 0 0,2-2 0 0,0-5 0 0,0-3 0 0,0 3 0 0,0-1 0 0,7 1 0 0,7-1 256 15,-1-1-112-15,2 2 244 0,3 1-170 0,7 0-97 16,0 1-44-16,-1 3 37 0,0 0-40 0,2 0-1 16,-5 0-32-16,4 2-48 0,-3 0 0 0,1 0 40 15,-2 0-1-15,-2 0-313 0,-3 0 165 0,0 0 70 16,-6 4-510-16,0-2 281 0,-3 0 65 0,-1 1-354 15,-4 1 258-15,-2 0 140 0,0 2 67 0</inkml:trace>
  <inkml:trace contextRef="#ctx1" brushRef="#br0" timeOffset="-44601.3">14972 13123 788 0,'-13'13'0'0,"5"2"0"0,4-1 0 0,2 0 0 0,2-3 0 0,-2 1 216 16,2 1-92-16,0 1-46 0,0-3-22 0,0 0 147 15,0 0-89-15,0-1-40 0,0-3 129 0,0 0-85 16,0-1-43-16,0-4-166 0,0 0 57 16,0-2 34-16,0 0 0 0,-1 0-131 0,-5-2 82 0,4-7 49 15,-3-7-8-15,3-1-161 16,0-1 73-16,-1-2 56 0,3-1-34 0,0 0-29 16,0 3 42-16,0 0-1 0,0 5 159 0,1 4-64 15,7-1-37-15,-1 6 219 0,4-3-112 0,1 5-57 16,1 1-5-16,0 1 113 0,-2 0-55 15,2 1-7-15,-1 8-36 0,-3-1 3 0,-2 3 0 0,1-2-26 16,-4 1-1-16,0 2-29 0,-2-1 30 16,-2-3 0-16,0 2-91 0,0 0 45 15,0-1 23-15,-8-4-163 0,-4 6 83 0,3-6 26 16,2 0 27-16,-1 1-300 0,-1-1 151 0,3 1 48 16,-1 3 50-16,0-2-407 0,2 0 222 0</inkml:trace>
  <inkml:trace contextRef="#ctx1" brushRef="#br0" timeOffset="-44444.94">14869 13462 1421 0,'-7'6'0'0,"2"-3"0"0,1-2 0 0,2-1 0 0,2 0 0 0,0 0 0 0,0-1 0 0,2-8 0 0,8-2 155 0,5-5-61 0,2 1-22 16,5-5 148-16,-1-3-93 0,4 1-48 0,-3 0-271 15,0 0 112-15,-3 3 65 0,4-4 19 0,-3 4-468 16,-2-4 248-16,0-2 125 0</inkml:trace>
  <inkml:trace contextRef="#ctx1" brushRef="#br0" timeOffset="-44145.67">15124 12701 1337 0,'-2'-4'0'0,"-2"4"0"0,4 0 0 0,0 0 0 0,0 13 0 15,-1 7 0-15,1 9 0 0,0 8 237 0,0 1-93 0,0 14-60 0,1 1 166 0,9 12-109 16,0 0-54-16,2-4 307 0,-1-6-173 0,3 5-98 15,2-5-45-15,2-4 34 0,0-6-40 0,3-4 1 16,-4-10-32-16,3-2-216 16,-1-8 104-16,-4-6 52 0,0-7-374 0,0-5 213 15,-3-3 109-15,-1 0-190 0,-2-6 135 0,-3-7-17 16,-2-4 62-16,-2 0-165 0,-2 1 98 0,0-1 62 16,0 3 26-16,-9 3-61 0,-1 1 44 0,1 1 21 15,1 4-7-15,-5-2 180 0,2 6-75 0,-3 0-38 16,-2 1 213-16,0 0-125 0,0 0-60 0,-3 5 204 15,-1 4-96-15,-3 3-65 0,-2 0-33 0,2 0-10 16,3-4 28-16,-1 2-27 0,4-7 0 0,6-3-419 16,2 0 205-16,7-9 102 0</inkml:trace>
  <inkml:trace contextRef="#ctx1" brushRef="#br0" timeOffset="-44006.96">15324 12567 1526 0,'12'0'0'0,"11"2"0"0,4 11 0 0,-6 1 0 0,-1-1 0 0,-6 2 203 0,0 1-85 0,-3 5-43 0,1 0-75 15,0 7-8-15,-3 2 41 0,5 7 0 0</inkml:trace>
  <inkml:trace contextRef="#ctx1" brushRef="#br0" timeOffset="-43878.38">15952 13541 10 0,'-3'0'0'0,"1"-1"0"0,2-1 0 0,7-3 0 16,0-10 0-16</inkml:trace>
  <inkml:trace contextRef="#ctx1" brushRef="#br0" timeOffset="-18452.69">8514 14590 726 0,'0'-8'0'0,"0"3"0"0,0 1 0 0,0-4 0 0,0 1 0 0,0-3 60 0,0 1 8 16,0 0-35-16,0-3 97 0,0-1-48 0,0-2-25 15,-2 1 0-15,1-2-40 0,-1 1 15 0,0 1 1 16,0-2 0-16,0 2-68 0,-2 4 42 0,-1-5-8 16,1 5 20-16,-2 1 14 0,0 2 0 0,-1-1 63 15,0 0-24-15,-2 3-15 0,-1 1-27 0,2 0 63 16,-1 1-31-16,-1-1 1 15,1 0-15-15,2 2 92 0,-2-2-54 0,1 2-26 16,2 1-1-16,-1-2 54 0,1 3-32 0,0 0-8 16,1 0 9-16,-1 0-24 0,1 0-1 0,-1 10-24 15,1 3-15-15,-2 6 15 0,4 1 0 0,-1 6 6 16,2 0-6-16,2 2 0 0,0 1 8 0,0 3-34 16,0 1 26-16,0-2-1 0,5 1 1 0,-1 2-27 15,6-2 32-15,-4 0-5 0,1 0-31 0,1-1 0 16,0 2 20-16,-1-1 4 15,-2-7-47-15,1 8 19 0,-4-5-3 0,1-1-8 16,-1-1 26-16,-2-1 6 0,0-1-6 0,0 2-32 16,-4-5-5-16,-5-1 37 0,0-3-13 0,-4-3-93 15,0 0 42-15,-3-6 25 0,0-1 4 0,-3-5-171 16,2-2 80-16,-4 0 48 0,0 0-300 0,6-2 170 16,-2-7 81-16,5-4-273 0,3-1 177 0,4-1 89 15,5 1 36-15,0-5-143 0,8-2 98 16</inkml:trace>
  <inkml:trace contextRef="#ctx1" brushRef="#br0" timeOffset="-18184.36">8760 14393 1029 0,'0'-25'0'0,"0"7"0"0,0-6 0 0,-9 0 0 0,2 6 0 0,-4 2 0 0,0 0 0 0,-1 7 148 0,3 2-49 15,-3 1-37-15,-1 5 133 0,0 1-81 0,2 4-41 16,-5 15 1-16,3 4-12 0,2 4-9 0,-2 3-20 16,4 3 96-16,3 0-48 0,1 1-25 0,2-2 9 15,3 0 70-15,0-3-52 0,0-1-25 0,3 1 5 16,4-3-30-16,0-1 8 0,1 5-8 0,0-3-101 16,-3-1 51-16,1 0 24 0,-1 0 1 0,-3-1-85 15,2 2 50-15,-3 0 31 0,-1-3-433 0,0 1 213 16,0-1 67-16,0-3 63 15,-2 1-397-15,-6-1 225 0</inkml:trace>
  <inkml:trace contextRef="#ctx1" brushRef="#br0" timeOffset="-18008.45">8428 15163 1223 0,'0'8'0'0,"0"3"0"0,0-2 0 0,0 4 0 0,0 2 0 0,0-1 0 0,0 7 353 15,0 2-160-15,0-3-73 0,0 3 8 0,0 0-48 0,0 2-24 16,2-4 1-16,-2 2-195 0,2-2 94 0,0-4 34 16,0-6 21-16,-2 0 1 0,1-7-387 0,-1-2 204 15,0-2 110-15,0 0-471 0,0-10 224 0</inkml:trace>
  <inkml:trace contextRef="#ctx1" brushRef="#br0" timeOffset="-17789.02">8393 15176 1241 0,'0'-8'0'0,"0"1"0"0,0 1 0 0,2 2 0 0,9-2 0 0,5 1 0 0,3 2 0 0,6-1 0 0,3 2 408 0,0 2-187 0,1 0-95 16,-4 7 149-16,2 10-121 0,-3 2-52 0,-1 4-39 15,-5 0 6-15,-2 6-1 0,-6-1-35 0,-3 4 2 16,-5-2 6-16,-2 3-8 0,0 2-1 0,-12-3 10 16,-8 1-9-16,-3-4 0 15,-5-5 8-15,-2-1-36 0,-2-7 1 0,-1-4 26 0,-2-4-120 16,0-3 52-16,8-5 39 0,-3 0-7 15,11 0-143-15,5-12 67 0,4-4 44 0,10-7-583 16,0-3 285-16</inkml:trace>
  <inkml:trace contextRef="#ctx1" brushRef="#br0" timeOffset="-16925.95">9259 14318 1121 0,'-18'-7'0'0,"6"4"0"0,0 0 0 0,1 2 0 0,-3 1 0 0,1 0 0 0,2 0 0 0,-4 4 0 0,2 9 167 0,0 10-67 0,2 5-34 0,0 10 146 16,4-1-81-16,1 17-53 0,3-3-23 0,3 4 103 15,0 1-63-15,0 0-31 0,3-3 35 0,5-2-37 16,6-5 0-16,0-4-57 0,2-9 27 0,0 0 1 16,5-6 8-16,-2-5-147 0,3-4 69 15,2-4 35-15,-6-6 0 0,5 1-291 0,-5-8 159 0,1-1 38 16,-2 0-334-16,-2-1 189 15,1-16 104-15,-4-3 52 0,1-4-267 0,-2-6 163 0</inkml:trace>
  <inkml:trace contextRef="#ctx1" brushRef="#br0" timeOffset="-16621.75">9461 14305 1098 0,'0'-7'0'0,"0"4"0"0,0-1 0 0,2-1 0 0,6-1 0 0,3 1 0 0,3 0 0 0,6 4 0 0,1 0 320 0,-1 1-135 0,6 0-81 16,0 9-35-16,-1 7 0 0,-5 5-37 0,1 1 1 16,-5 5 111-16,-4 1-60 0,-3 3-25 0,-5 3-101 15,-1 0 38-15,-3 1 0 0,0-1 44 0,-14 2-52 16,0-4 22-16,-7-1 0 0,-2-7 23 0,-2-4-115 16,5-8 30-16,-10-1 31 0,5-9-13 0,-1-2-5 15,1 0 1-15,2-4 14 0,4-8-20 16,-4-6 38-16,10 2-5 0,-1 0 38 15,5-1 0-15,4-1-35 0,5 3 3 0,0-1 39 16,0 1-15-16,7 1 0 0,12 0-10 0,0 1 36 16,5-1-36-16,1 4-5 0,1-2-176 0,2 5 84 15,2 0 43-15,1 2 19 0,-1 2-428 0,1 1 211 16,-2 0 105-16</inkml:trace>
  <inkml:trace contextRef="#ctx1" brushRef="#br0" timeOffset="-16307.08">10040 14182 594 0,'-4'0'0'0,"-3"2"0"0,-2 5 0 0,0 9 0 0,1 3 218 0,-5 7-97 0,6 2-44 16,-2 3-22-16,4 8 356 0,-2-2-189 0,5 1-86 16,2-5 159-16,0 0-132 0,0-4-64 0,8-3-34 15,2-7 7-15,2-2-31 0,4-4-8 16,0-3-89-16,2-7 45 0,-1 0 21 15,-1-3 1-15,2 0-24 0,0-16 19 0,-1-6 0 16,-2-5 27-16,-2-4-143 0,-2-3 28 0,-3-4 54 16,0-7-180-16,-6 4 99 0,-2-2 19 0,0-2 22 15,-2 0 11-15,-6 7-7 0,-5-2 17 0,-3 7 16 16,2 7-2-16,0 9 0 0,-2 5 0 0,-2 8 61 16,0 4-25-16,-1 3 0 0,1 16-37 0,1 3 6 15,2 8 12-15,3 1-17 16,5 0-121-16,5 0 62 0,2-4 31 0,0 1-268 15,4-3 149-15,7-5 65 0</inkml:trace>
  <inkml:trace contextRef="#ctx1" brushRef="#br0" timeOffset="-16050.95">9829 14562 805 0,'-11'0'0'0,"1"0"0"0,5-6 0 0,1-7 0 0,2-2 0 0,2-2 0 0,0-3 0 0,2 0 170 15,14 4-61-15,7-8-42 0,2 5 144 0,3 0-89 16,2 2-44-16,0 6-23 0,-5 5 111 0,7 4-70 16,-8 2-32-16,-4 3 41 0,1 14-36 0,-2 6 0 15,-2 3-28-15,-2 3 73 0,0-1-41 0,0 0 1 16,4-2-31-16,0 1-10 0,0-11 8 16,5 8-58-16,0-10 33 15,1-1-8-15,1-4 25 0,3-3-279 0,-8-6 145 16,8 0 42-16,-10 0-433 0,4-2 220 15,-5-9 125-15,-3-2 30 0,-2-2-327 0,-3 0 210 0</inkml:trace>
  <inkml:trace contextRef="#ctx1" brushRef="#br0" timeOffset="-15789.87">9557 14825 1970 0,'-29'3'0'0,"9"3"0"0,5-1 0 0,6-1 0 0,3-2 0 0,3 0 0 0,3-2 0 0,1 0 166 0,19 0-66 0,17 0-34 0,8-2 238 0,15-7-135 15,-3-4-60-15,19-6 52 0,-4 4-64 16,1-2-32-16,-2 2-28 0,-11 3 4 0,15-1-8 0,-12 6 0 16,-10 3-1-1,2 2-197-15,-6-1 98 0,-13 3 58 0,-1 0-370 16,-10 0 204-16,-2 0 48 0,-9 0 68 0,-5 3-386 15,-2-1 198-15,-5 0 111 0,-2-2 52 0,-2 0-261 16,-12 0 156-16,-2 0 79 0,-9 0-160 0</inkml:trace>
  <inkml:trace contextRef="#ctx1" brushRef="#br0" timeOffset="-15481.2">9737 14892 990 0,'-5'4'0'0,"3"2"0"0,2-3 0 0,0 1 0 0,11-2 0 0,6 0 0 0,6 0 357 0,2-1-161 0,7 5-82 16,1 0 174-16,-1 3-127 0,-2 5-56 0,-3 0-28 16,-2 5-22-16,-6 2-1 0,-4 1-21 0,-3 1-84 15,-9 0 51-15,-1 5 12 0,-2-4 0 0,-4 1-33 16,-13-1 27-16,-6-3 0 0,-1-3 35 16,-7-5-8-16,-1-1-60 0,-2-5 7 15,-1-5 49-15,2-2-33 0,-3 0 20 0,2 0-36 16,4-8 79-16,2-3-26 0,7 2 0 0,3 0-13 15,4-1 108-15,5 1-50 0,4 0-27 0,5-2 19 16,0 3-1-16,1-4-36 0,12 5 8 0,6-3-8 0,4-1-34 16,0 4 1-16,2 0-123 0,2 2 73 0,-4 2 47 15,7-1 6-15,-4 0-538 0,2 2 250 16,1-2 136-16,-1 3 38 0,2-4-559 0,-1-1 323 16</inkml:trace>
  <inkml:trace contextRef="#ctx1" brushRef="#br0" timeOffset="-15274.75">10082 15005 744 0,'-3'0'0'0,"-1"2"0"0,2-2 0 0,2 0 0 0,0 0 508 0,0 0-238 0,2 0-110 15,10 0-68-15,1 0 229 0,3 0-144 0,1 0-72 16,1 0 4-16,0 5-30 0,-1 4-7 16,-2 3-40-16,-3 1-44 0,-5 4 23 0,-3 1-1 0,-4 2 31 15,0 4-76-15,-6-1 34 0,-9-1 0 16,-5-1 33-16,-1 0-108 0,-6-2 62 0,3-5 17 15,-3-1 0-15,0-5-270 0,1-3 133 0,5-3 38 16,1-2-150-16,8 0 90 0,4-7 61 0,8-16 30 16,0 0-356-16,11-5 194 0</inkml:trace>
  <inkml:trace contextRef="#ctx1" brushRef="#br0" timeOffset="-15094.25">10300 14928 1551 0,'3'0'0'0,"-3"0"0"0,0 0 0 0,0 0 0 0,-6 3 0 0,-5 9 0 0,1 1 0 0,-5 6 0 16,4 1 491-16,4 1-221 0,-3 9-123 0,6-3-57 0,2-1 201 16,2 2-129-16,0-4-64 0,8-4-104 0,9 8 16 15,1-8-1-15,7-3 24 0,1-2-151 0,2-2 75 16,-3-4 46-16,9-1-508 0,-6-2 269 16,0-5 112-16,1-1 76 0,-3 0-653 0,-2-1 321 15</inkml:trace>
  <inkml:trace contextRef="#ctx1" brushRef="#br0" timeOffset="-14912.72">10783 14802 1922 0,'-5'0'0'0,"5"0"0"0,0 0 0 0,0 0 0 0,0 0 0 0,0 0 0 0,3 4 0 0,8 0 204 0,7 0-86 16,1-2-43-16,1 1 162 0,6-3-106 0,1 0-49 15,-3 0-25-15,3 0-299 0,-4 0 137 0,-2-3 78 16,2-1 25-16,0-2-635 0,2-2 321 0</inkml:trace>
  <inkml:trace contextRef="#ctx1" brushRef="#br0" timeOffset="-14675.2">11325 14677 1783 0,'0'-2'0'0,"0"0"0"0,7-2 0 0,9 0 0 0,5-2 0 0,4 2 0 0,5 1 0 0,9-3 248 15,3 2-108-15,1-2-54 0,0 3 91 0,-1 1-63 16,10 0-46-16,-5 0-116 0,-1 2 40 16,0 0 0-16,-3 0 41 0,-8 0-117 0,5 0 54 15,0 0 31-15,-3 0 1 0,-3 0-313 16,-4-1 133-16,-6-4 104 0,1 0-446 0,-6-3 244 15,-6 1 121-15,-4 1 61 0,-5-3-211 0,-4-3 128 16</inkml:trace>
  <inkml:trace contextRef="#ctx1" brushRef="#br0" timeOffset="-14346.69">11429 14054 1039 0,'-21'-20'0'0,"9"7"0"0,4 6 0 0,3-3 0 0,3 4 0 0,2 3 164 0,0-1-57 0,13 4-41 16,15 0 187-16,2 0-109 0,4 7-56 0,9 4-28 16,-10 5 119-16,11 6-78 0,-8 2-34 0,-3 3-125 15,-10-1 45-15,2 2 23 0,-9 2 8 0,-2-1-69 16,-9-1 41-16,-3 1 22 0,-2-2-1 16,-3-1-26-16,-15-3 32 0,-6-1-9 0,-5-1-96 15,-4-4 50-15,-8-2-8 0,1-6 24 16,5-5 43-16,-11-4-26 0,11 0-10 0,-1 0 69 15,4-1-23-15,6-11-1 0,9 5-12 0,0-5 132 16,8 3-67-16,1-1-35 0,6 1-6 0,2-3 63 16,0 2-20-16,12 0-13 0,3-1-83 0,9-2 22 15,3 1 0-15,3-1 22 0,3-1-316 0,3 5 143 16,5-7 79-16,-1 4-548 0,-3 1 290 0,-3 2 145 16,5 0 53-16,-3 0-341 0</inkml:trace>
  <inkml:trace contextRef="#ctx1" brushRef="#br0" timeOffset="-14179.15">11909 14113 921 0,'0'-6'0'0,"0"2"0"0,0 2 0 0,0-1 0 0,0 3 0 0,-2 0 0 0,2 0 369 0,0 15-167 0,0 4-85 15,0 0-42-15,0 7 336 0,0-2-181 0,0 8-103 16,0 0 79-16,-2 1-87 0,-1 1-43 0,2 2-43 16,-1-3 8-16,2 0-8 15,0-1 0-15,0-4-408 0,0-9 204 0,0-4 111 16,0-4 41-16,0-4-594 0,0-5 308 0,2-2 71 15,2-2 104-15,-2-16-339 0</inkml:trace>
  <inkml:trace contextRef="#ctx1" brushRef="#br0" timeOffset="-13992.49">11837 14060 1065 0,'0'-13'0'0,"6"2"0"0,9 4 0 0,2-3 0 0,3 3 0 0,3 1 164 0,1 1-65 16,1 4-34-16,-3 1 1 0,1 0-25 0,-2 0 61 0,-3 4-34 15,-1 7-1-15,-6 0 40 0,-1 1-28 0,-6-3-39 16,-2 7-8-16,-2-3 1 0,0 0 0 0,-16 3-78 0,-2-1 39 16,-1-3 8-16,-8 2 30 0,3-1 1 0,0 1-308 15,-1 0 131-15,1 0 83 0,3 0 9 0,-7 1-491 16,4 3 56-16</inkml:trace>
  <inkml:trace contextRef="#ctx1" brushRef="#br0" timeOffset="-13689.3">11493 14738 1847 0,'-3'-6'0'0,"3"5"0"0,0 1 0 0,1 0 0 0,8 0 0 0,5 0 0 0,3 0 0 0,5 0 0 0,3 3 108 16,0 8 198-16,-1 2-246 0,-2 8-19 0,3 6-9 15,-6 1-32-15,-5 4 32 0,0 2 1 16,-8 2 0-16,-5-3 47 0,-1 3-47 0,0-3 0 15,-9 0-1-15,-12-3 39 0,-2 0-1 0,-3-6-29 16,-6-2-8-16,-3-4-1 0,-1-6-35 0,-3-3 35 0,1-5 9 16,0-1-8-16,3-3-72 0,5 0 36 15,5-7-1-15,9-5-102 0,0-3 66 0,7-3-39 16,5 2 39-16,4-2 25 0,0-3-165 16,11 2 86-16,5 3 27 0,7-2 29 0,2 5-231 15,1 0 119-15,3 3 58 0,1 1 30 0,2 2-420 16,0 3 229-16,1-2 110 0,-1 2 55 0</inkml:trace>
  <inkml:trace contextRef="#ctx1" brushRef="#br0" timeOffset="-13535.72">11861 14819 2778 0,'0'-3'0'0,"0"2"0"0,-1 0 0 0,1-1 0 0,-4 2 0 0,4 0 0 0,0 0 0 0,0 0 56 0,2 7 167 0,9 5-96 16,1 2-38-16,2 3-33 0,2 2-220 0,-2 2 99 0,2-3 48 15,-4-1 26-15,4 2-654 16,-2-4 335-16,4 0 171 0,-2-4 87 0,3 1 41 0</inkml:trace>
  <inkml:trace contextRef="#ctx1" brushRef="#br0" timeOffset="-13359.16">12160 14690 1404 0,'2'-3'0'0,"0"3"0"0,0 0 0 0,-2 6 0 0,0 8 0 0,0 8 0 0,-8 7 312 0,-3 6-132 0,-6 13-77 16,-4 0-35-16,-7 14 381 0,2-6-208 0,-2 2-104 16,4-7-44-16,-8 15 5 0,3-9-33 15,1-1 1-15,4-7-457 0,-1 0 212 0,7-13-1160 0,-1-4 1295 16,10-15 39-16,0-6 3 0,4-3-1003 16,3-8 890-16</inkml:trace>
  <inkml:trace contextRef="#ctx1" brushRef="#br0" timeOffset="-13162.71">12339 14246 1948 0,'16'-20'0'0,"9"10"0"0,7 9 0 0,-2-1 0 0,0 2 0 0,-4 2 0 0,-1 13 0 0,3 14 153 0,-6 5-60 15,-3 5 300-15,-8 8-180 0,-5 6 25 0,-5 4-90 0,-1 7-62 16,-5-1-26-16,-11 2-405 15,-5-4 345-15,-4-1 33 0,0-11 7 0,-4 2-312 0,-4-9 152 16,0-2 77-16,-5-8 37 0,-3-4-920 0</inkml:trace>
  <inkml:trace contextRef="#ctx1" brushRef="#br0" timeOffset="-12397.42">13251 14558 347 0,'-7'-13'0'0,"-2"0"0"0,3 3 0 0,0 1 0 0,-1-3 0 0,1 2 11 0,-1 0 189 0,0-2-83 16,2 6-42-16,-2-2 33 0,1 1-38 0,-1 2 9 15,-1 3-46-15,2 1 77 0,-3-1-38 0,0 2-1 16,-1 0-38-16,-3 14 35 0,0 10-9 0,-2 1-26 0,-1 8 95 16,0 6-48-16,2-7-24 0,3 3 9 0,1 1 51 15,2-4-41-15,2-2-21 16,4-10 24-16,2 4-22 16,0-9 8-16,0-2-32 0,0-7-22 0,0 1 0 0,10-5 23 15,1-2-93-15,4-2 55 0,4-21 15 0,4-9 0 0,-3-7-176 16,2-4 85-16,-1-7 51 0,0-2 5 15,-4-4-284-15,2-8 145 0,-5 1 74 0,0-2 2 0,-5 4-46 16,0-19 55-16,-1 5 23 0,0 3-14 16,-1 7 37-16,-3 16 88 0,-2 8-51 15,-1 9-15-15,-1 14 0 0,0 1 286 0,0 9-147 0,-1 8-77 16,-7 2-18-16,-5 24 255 16,0 12-117-16,0 4 345 0,3 9-454 15,-1 17 1-15,8-8-22 0,-1 21 58 0,2-4-33 16,2-1 0-16,0-3-47 0,0-4 14 0,2-11 8 15,5 10-9-15,4-17-363 0,5 1 182 0,0-4 91 0,3-6 45 16,-3-8-600-16,4-2 307 0,-1-6 123 0,-3-9 83 16,5-6-479-16,-3-11 274 0</inkml:trace>
  <inkml:trace contextRef="#ctx1" brushRef="#br0" timeOffset="-12021.46">13473 14432 1025 0,'0'-10'0'0,"0"6"0"0,0-2 0 0,0 0 0 0,0-2 0 0,0 1 0 0,0-3 291 16,10 2-129-16,4 5-56 0,4-1-41 0,3 4 0 0,0 0 96 16,4 0-64-16,-2 10-32 0,-7 3 8 0,3 8-69 15,-4 0 1-15,-3 0 27 0,-7 6-36 0,-1-5 45 16,-4 11-8-16,0-3-1 16,-4 1-28-16,-11 0-1 0,-4-2-22 0,-2-1 34 15,-1-3-155-15,0-2 146 16,-5-4-9-16,3-4 24 0,-1-7-21 0,5-2-237 0,-1-2 113 15,2-4 60-15,6 0 22 0,2-1-146 0,5-15 73 16,6 0 40-16,0-9 6 0,6-2-306 0,13 2 171 0,2-6 86 16</inkml:trace>
  <inkml:trace contextRef="#ctx1" brushRef="#br0" timeOffset="-11339.16">13785 14318 551 0,'0'-8'0'0,"0"6"0"0,-6-1 0 0,-7 3 0 0,-4 0 0 0,-1 5 0 0,-3 10 457 0,1 2-213 15,0 7-105-15,1 3-53 0,1 5 290 16,2 1-164-16,6 3 72 0,4 0-126 0,4-2-63 16,2-1-31-16,0-3 0 0,11-2-143 15,8-1-117-15,5-5 115 0,2-1 56 0,5-6-409 16,-1-4 233-16,2-7 123 0,1-2 51 0,-1-2-377 16,-2 0 187-16,0-12 90 0,-1-6-210 15,-3-1 281-15,-3-3 23 0,-5-3 0 0,-1 0 104 16,-4 2-89-16,-1-4-15 0,-5 3-8 0,-1-6 436 15,-5 3-399-15,-1 1-29 0,0 2 0 0,0 3 126 16,-7 2-71-16,-4 2-24 0,-2 5 291 16,-2 3-143-16,-1 5-41 0,0 4-42 0,-1 0 146 15,-2 13-92-15,0 7-42 0,2 6-21 0,3 2 113 0,0 6-67 16,3 0-25-16,4 0-8 0,3 1 47 16,2-3-40-16,2-3-38 15,0-4-3-15,7-6 8 0,8-2-8 0,2-4 0 0,0-5-119 16,4-6 60-16,0-2 37 0,0 0-8 0,0-13-148 15,0-8 83-15,-2-6 47 0,2-10-5 0,-8 6-255 0,6-16 114 16,-6 3 74-16,0-1-146 0,-4-1 100 16,1-6 50-16,-4 2 17 0,-1-14-1 0,-1 4 1 15,1-8 34-15,-1 2-1 0,0 1 2 16,-2 16-10-16,0 10 9 0,-2 7-1 0,0 7 186 16,0 12-93-16,0 1-46 0,0 12 431 15,-4 0-224-15,-4 15-76 0,3 14-67 0,-1 9 211 16,1 1-128-16,1 1-57 0,1 13 121 0,0 0-96 15,1 2-48-15,0 2-24 0,2-2 44 0,0 0-26 0,0-3-8 16,0-3-35-16,0-4-12 0,7-9 12 0,2 2 1 16,0-12-358-16,4 4 175 0,0-15 91 15,2-2-585-15,0-6 294 0,3-7 165 0,0 0 37 0,1-10-324 16,-1-15 219-16,-1-3 111 16,-2-6 54-16,-1-4-119 0,-3 1 79 0,-2-1 51 15,-1 3 23-15,-3 3-51 0,1 7 105 16,-4 1 18-16,-1 9-14 0,1 4-14 0,0 3 0 15,-2 2 425-15,2 5-224 0,0 1 92 0,4 0 110 0,1 0-193 16,1 6-51-16,1 5 454 0,1 1-545 16,1 6 0-16,0 0 21 0,2 7-7 15,-2-3-40-15,1 3 1 0,-1 0-280 0,0-4 140 0,1-2 78 0,-1-1 27 16,0-4-502 0,1-1 269-16,-1-5 133 0,0-2-912 15,2-6 939-15,0 0 9 0,2-10 33 0</inkml:trace>
  <inkml:trace contextRef="#ctx1" brushRef="#br0" timeOffset="-11151.06">14731 14103 684 0,'2'-7'0'0,"3"6"0"0,-4-3 0 0,1 4 0 0,-2 5 375 15,0 12-163-15,-2 9-93 16,-8 9-44-16,-2 7 198 0,-4 7-121 0,-6 15-59 16,-2 1 376-1,-5 7-223-15,-1-1-106 0,-2-1-54 0,0-1 187 0,2-1-120 0,2-12-52 16,-6 12-38-16,8-12-100 0,3-9 36 0,3-2-1 15,3-9-368-15,6-7 209 0,1-6 93 0,4-4-571 16,5-8 316-16,-1-3 169 0,2-6 26 0,0-2-272 16,2 0 187-16,15-19 90 0</inkml:trace>
  <inkml:trace contextRef="#ctx1" brushRef="#br0" timeOffset="-10974.46">14795 14336 1382 0,'6'-10'0'0,"5"7"0"0,7-1 0 16,-4 3 0-16,4-3 0 0,-2 1 493 0,3 2-230 0,1-1-107 0,8-1-65 0,-1 2-30 0,-1-1 1 0,4 1 88 15,-1 1-58-15,-3 0-22 16,4 0-404-16,-10 0 183 0,3 0 92 0,-2 0 46 0,-5 0-268 16,-4 0 166-16,-1 0 69 0,-6 4-672 15</inkml:trace>
  <inkml:trace contextRef="#ctx1" brushRef="#br0" timeOffset="-10806.63">14893 14559 1187 0,'-22'7'0'0,"8"4"0"0,3-4 0 0,4-1 0 0,3-4 57 0,4-1 385 0,0-1-209 0,9 0-99 16,14 0-51-16,3 0-26 0,4 0 486 16,4 0-247-16,7 0-39 0,-2 0-113 15,-3 0-55-15,0-1-29 0,-4 1-208 0,-6-2 98 0,2-1 37 16,-2 2 23-16,-5 1-685 0,0 0 353 0,-4 0 178 0</inkml:trace>
  <inkml:trace contextRef="#ctx1" brushRef="#br0" timeOffset="-8142.97">7276 14620 861 0,'-3'0'0'0,"-4"0"0"0,3 1 0 0,2 2 0 15,0-1 0-15,0-2 0 0,2 1 0 0,-1-1 0 0,1 0 59 0,0 2-26 0,0 0 8 0,3 1 251 0,10 2-130 16,6-2-64-16,3-1 342 0,4 0-203 0,3 0-94 0,3-2 128 16,2 0-120-16,-1 0-58 0,2 0 15 15,-3 0-38 1,1 0 8-16,-3 0-45 0,0 0-101 0,-4 0 51 0,-3 0 24 0,0 0-291 15,-4 0 166-15,-3 0 72 0,-5 0-1001 16,0 0 970-16,-7-2 32 0,0 2-18 0,-2-2-247 16,-2 2 142-16,0 0 68 0</inkml:trace>
  <inkml:trace contextRef="#ctx1" brushRef="#br0" timeOffset="-7957.39">7352 14968 1181 0,'-11'0'0'0,"3"1"0"0,6 1 0 0,2-2 0 0,0 1 0 0,0 2 0 0,2-3 65 0,12 0 437 16,2 0-234-16,9 0-118 0,1 0 320 15,2 0-219-15,2 0-100 0,-1-3-64 0,-2 0-65 16,1-1 11-16,-1 1 0 0,-6-1-1 0,0 0-142 0,-2 2 68 16,-3-2 37-16,-1 2-461 0,-5 0 250 15,-1-1 132-15,-2 1-659 0,-2 0 318 0,-3 1 196 0</inkml:trace>
  <inkml:trace contextRef="#ctx1" brushRef="#br0" timeOffset="-7363.96">6625 14725 953 0,'-13'-6'0'0,"2"1"0"0,1 1 0 0,-1 1 0 0,-1-2 0 0,2 4 0 0,0-2 0 0,-2 2 0 0,3 1 229 0,0 0-98 0,0 0-49 0,1 1 114 0,1 12-81 15,-1 5-34-15,2 7-7 0,2 4-19 0,2 4 0 0,2 12-22 16,0-10 119-16,0 10-63 15,2-9-29-15,7 1 1 0,3-3 45 0,6-4-36 16,-4-9 8-16,11 3-46 0,-1-7 45 0,2-6-22 16,3-4 0-16,-2-2 2 0,5-5 8 0,1 0-32 15,-3-2 0-15,-1-14-34 0,0-2 33 0,-3-5 1 16,1-5-62-16,-7-2 26 0,-1-4 1 0,-6-1 34 16,-2-8-150-16,-4 9 70 0,-7-5 24 15,0 1 18-15,0 1-102 0,-13-4 56 16,-9 6 8-16,-3 1-61 0,4 6 32 0,-10 4 31 15,5 5-2-15,-6 6 60 0,2 7-45 16,-2 6 5-16,2 0 29 0,-2 6 4 0,5 13-32 0,0 1-1 16,2 3 42-16,7 0 0 0,4-3-30 0,3 2 9 15,1-1-154-15,6-4 70 0,4-2 34 0,0-1-337 16,0-2 171-16,9 2 97 0,12-3-463 0</inkml:trace>
  <inkml:trace contextRef="#ctx1" brushRef="#br0" timeOffset="-3796.76">15791 13936 1067 0,'0'0'0'0,"-2"0"0"0,2 0 0 0,0 0 0 0,-2 0 0 0,2 0 0 0,0 0 0 0,0 0 230 0,0 0-90 16,0 0-58-16,0 3-25 0,6 0 150 0,3 1-87 16,0 0-43-16,1-1 167 0,5 3-110 0,-2-2-51 15,2-1 87-15,0 1-68 0,2-2-35 0,2 1 8 16,-1-1-16-16,1-2 0 0,2 0-26 0,-1 0 0 16,-1 0-22-16,1 0 7 15,-4 0 15-15,0 0 0 0,-4 0-67 0,-1 0 33 16,-1 0 0-16,-2 0-56 0,-1 0 40 0,-4 0 3 15,1 0-71-15,-2 0 38 0,1 0 28 0,-3 0-3 16,0 0-16-16,0 0 6 0,0 0-1 0,0 0 5 16,0 0 26-16,-3 0-18 0,-4 0 9 0,-2 0-8 15,-1 0-131-15,0 0 61 0,-2 0 34 0,3 0-71 16,-3 0 51-16,1 0 18 0,2 0 91 16,0 0-33-16,2 2 0 0,0-2-42 15,1 1 103-15,3-1-49 0,-2 0-22 0,2 3-3 16,1-3 278-16,0 0-122 0,2 0-74 0,0 0 5 15,0 0 187-15,0 0-103 0,0 0-63 0,0 0 9 16,-2 5-41-16,2 4 1 0,-2-2-6 0,2 3 1 16,-2 1-27-16,1-2 8 0,-1 4 32 0,0-2-40 15,0 2 0-15,0 0 0 0,1 1 10 16,-1 3-11-16,-1-2 1 0,1 3 132 0,2 2-165 16,-2-1 0-16,2 2 0 0,-2 7 0 15,2-5 0-15,-1 2 0 0,-1-1 0 0,2 2 0 16,-2-3 0-16,0 6 0 0,2-5 0 0,-2 2 0 15,2-2 0-15,-1 0 0 0,-1-1 0 0,2 4 0 16,-2-3 0-16,0-3 0 0,0 4 0 0,0-3-164 16,1-2 328-16,-2 0-418 0,-1 0 205 0,2-4 15 15,-1 1-88-15,-1-2 48 0,0-4 25 0,1 1 6 16,-3-3-47-16,0-2 24 0,0-1 0 0,1 1 22 16,-2-4-29-16,-1-1 40 15,0 0 0-15,-1-1 0 0,0-1 11 0,-3 0-11 16,1 0-16-16,-1 0 53 0,-2 0-37 0,1 0 1 15,-1 0 82-15,2 0-41 0,1 0-20 0,-3 0 7 16,5 0 193-16,-1 0-101 0,4 0-36 0,1 0-29 16,3 0 246-16,0 0-127 0,2 0-41 0,0 0-38 15,0 0 194-15,0 0-257 0,4 0 0 0,7-1 0 16,3-1 0-16,0 0 0 0,2-1 0 16,-2 3 0-16,5-3 0 0,-1 2 0 15,-2-2 0-15,3 3 0 0,-1 0 0 0,2 0 0 16,2 0 0-16,2 0 0 0,1 0 0 0,1 0 0 15,0 0 0-15,1 0 0 0,-1 0 0 0,4 0 0 16,-1 0 0-16,-6 0 0 0,0 0 0 0,0 0 0 16,-3 0 0-16,-1 4 0 15,-3-1 0-15,-4 2 0 0,-3-3 0 0,0 2 0 0,-2-4 0 0,-5 1 0 16,0-1 0-16,-1 2 0 0,1-2 0 16,-2 0 0-16,0 0 0 0,0 0 0 0,0 0 0 15,0 0 0-15,0-3 0 0,-3-5 0 16,-1 1 0-16,-1-5 0 0,-2 2-186 0,2 4 89 15,-1-3 41-15,1 2 21 0,1 0-819 0,2 1 411 16</inkml:trace>
  <inkml:trace contextRef="#ctx1" brushRef="#br0" timeOffset="18625.76">16554 14321 382 0,'-8'-2'0'0,"2"-1"0"0,3 1 0 0,1-1 0 0,0 3 0 0,2-1 0 0,-2 1 324 0,2 0-150 16,0-2-71-16,0 2-34 0,0 0 127 0,6 0-81 0,6 0-33 0,6 0 121 15,1 0-85-15,3 0-43 16,4 0-21-16,-1 0 78 0,-4 0-42 0,7 2-32 16,-4-1 3-16,-3 2 1 0,-1 1-30 0,0-3 1 15,1 1-29-15,-1 0 29 0,-4-2 0 0,0 0-1 16,-2 0-58-16,-5 0 38 0,1 0-9 0,-2 0-36 15,-5 0 33-15,-1 0-4 0,0 0-76 0,0 0 42 16,-2-2 24-16,0-1-1 0,0-5-235 0,0 0 113 16,0 1 64-16,0-2 14 0,0 0-190 0,0 5 98 15,8-4 59-15,6 4 29 16</inkml:trace>
  <inkml:trace contextRef="#ctx1" brushRef="#br0" timeOffset="19091.59">17538 14047 829 0,'-9'-15'0'0,"2"5"0"0,0 0 0 0,1-1 0 0,-2 3 0 0,1 1 0 0,0-2 0 0,1 6 246 0,-2-1-111 15,-1 2-51-15,1 2 118 0,-3 0-85 0,0 0-42 0,0 9-12 16,-1 7 33-16,1 0-32 0,-5 5 1 0,6-1-33 16,-1 3 49-16,1-1-15 0,0 3-9 15,3-2 67-15,2-2-45 0,-1 2-23 16,2 1 51-16,2-2-28 0,2 2-9 0,0-4-37 16,0 1 29-16,2-3-29 0,6-2 0 0,5 0 7 15,4-5-28-15,1-2 1 0,7-4 19 0,1-2-28 16,1-3 0-16,3 0 37 0,0-8-8 0,0-5-54 15,0-6 15-15,-2-1 0 0,-4-5-72 0,-1-1 46 16,-4-3 13-16,-3 1 0 16,-4-1-102-16,-3-2 61 0,-5 5 19 0,-1-6 0 0,-3 5-54 15,0 0 40-15,0 3 8 0,-10-2-1 0,-4 0-5 16,-3 5 29-16,-2 0 13 0,-1 4 16 16,-3 3-8-16,1 4-26 0,1 6 92 0,-5 2-40 15,2 2-16-15,3 0-1 0,0 0 38 0,4 6-28 16,0 7-2-16,2-1 1 0,3 1-192 0,5 1 84 15,2-1 43-15,3 2 0 0,2-2-367 0,0 0 197 16,0 2 93-16,7-1-143 0,7-1 118 0</inkml:trace>
  <inkml:trace contextRef="#ctx1" brushRef="#br0" timeOffset="19558.28">17770 13550 880 0,'0'-21'0'0,"0"4"0"0,-5 2 0 0,-6 0 0 0,2 2 0 0,-2-1 0 0,2 5 102 0,-1 3-35 0,1 1 0 16,2 0 135-16,-3 4-85 0,1-1-33 0,0 2-30 15,-1 0 84-15,-1 3-52 0,2 7-27 0,-5 3 57 16,3 3-34-16,-5 5-29 0,6-1 1 0,-3 3-22 15,-1 3 125-15,1 2-62 0,0 0-23 0,2 2 53 16,0 0-46-16,3 0-23 0,0 2 145 16,5-1-84-16,-1-1-33 0,2 2-31 15,2 1 97-15,0-1-58 0,0 2-30 0,0 0 8 16,0 1-14-16,2 1-1 0,3 0-22 0,1-1-55 16,-2 1 27-16,2 0 8 0,-1-2-9 0,-1-1 0 15,0-1 29-15,-1 0-1 0,-1-1-65 0,0-5 23 16,0 6 15-16,-2-7-17 0,0-2-34 0,0 0 16 15,0-1 0-15,0 1 58 0,-2-4 0 0,-3 0-29 16,-3-1 6-16,1-1-24 0,-3-2 25 16,1 0 3-16,-2-2-143 0,-1-2 66 0,-1 1 33 0,0-3-5 15,0 0-85-15,-2-2 47 16,2 2 34-16,2-2 0 0,-3-2-236 16,5-1 123-16,2-2 62 0,-1 2-208 0,2-4 140 0,4 2 65 15,0-2 32-15,2 0-237 0,0 0 135 0,0 0 60 16,6-6-318-16,9-3 197 0,3-5 98 0</inkml:trace>
  <inkml:trace contextRef="#ctx1" brushRef="#br0" timeOffset="19813.59">17805 14308 1095 0,'0'-6'0'0,"0"2"0"0,0 3 0 15,0-1 0-15,0 0 0 0,-3 0 0 0,-3 2 499 0,3 0-233 0,-1 7-109 0,-2 14 168 0,2 4-146 16,0 7-73-16,1 10-37 0,-3-2 90 16,3-1-56-16,-1 10-39 0,-1-5 1 0,5-8-25 15,0 1-7-15,0-2 0 0,0-6-26 16,0 2 26-16,7-10 0 0,0 0 0 0,0-6-67 16,2-2 33-16,0-5 9 0,-2-3-88 0,0-3 51 15,1-2 30-15,2 0-14 0,-1-4-269 0,2-12 139 16,-1-5 69-16,1-2 13 0,0 1-542 0,0 3 286 15,4-3 133-15</inkml:trace>
  <inkml:trace contextRef="#ctx1" brushRef="#br0" timeOffset="22847.27">18506 14177 310 0,'0'0'0'0,"-1"0"0"0,1 2 0 0,0-2 0 0,0 0 91 0,0 0-32 15,-2 0 0-15,2 0-32 0,0 0 155 0,0 0-79 16,0 0-35-16,0 0 0 0,0 0 58 0,0 0-47 15,0 0-15-15,0 0 41 0,0 0-36 0,2 0 0 16,-1-2 58-16,3-1-47 16,1 0-15-16,-1 0-9 0,0 0 36 0,0 2-30 15,0-2 0-15,0 1-29 0,-3 1 31 0,3 1-8 16,0 0-23-16,-1 0-1 0,1 0 62 0,2 0-31 16,0 0 8-16,1 0 26 0,-1 0-32 0,3 0 0 15,3 0 39-15,-2 0-35 0,2 0 7 0,3 0-43 16,2 0 41-16,1 0-20 0,5-2-1 0,2-1-20 15,-3 2 41-15,6-3-9 0,-2 2-32 16,1 1 35-16,1-1-14 0,-1 0 0 0,-3 0-13 16,8 2 34-16,-2 0-21 0,0 0-1 15,4 0 19-15,0 0 0 0,1 0 116 0,6 0-188 16,-1 0 0-16,1 0 0 0,2 0 0 0,3 0 0 16,-7 0 0-16,12 0 0 0,-6 0 0 0,0 0 0 15,-2 0 0-15,0 2 0 0,-3 3 0 0,6 2 0 16,-2-1 0-16,-1 3 0 0,1-6 0 0,-7 0 0 15,13 0 0-15,-4-3 0 0,0 0 0 16,0 0 0-16,-3 0 0 0,-6-3 0 16,1 0-179-16,-2-3 150 0,-4 0-7 0,-4 3 5 15,-5-1 24-15,-1 3-10 0,-3-2 0 0,-1 3 13 16,-3 0-12-16,-2 0 4 0,-1 0 26 0,-3 0-4 16,0 0-23-16,0 0 2 0,-6 0 28 0,3 0 0 15,-3 0-20-15,-1 0-7 0,0 0 27 0,-2 0-22 16,2 0 7-16,-2 0-35 0,0 0 33 0,0 0-4 15,0 0 3-15,0-3-150 0,-8-1 67 0,-2-1 36 16,-2-1-571-16,-3 0 286 0,-2 2 153 0,-1 0 74 16,-7 3-645-16</inkml:trace>
  <inkml:trace contextRef="#ctx1" brushRef="#br0" timeOffset="23283.49">18664 14541 624 0,'-7'0'0'0,"1"0"0"0,4 0 0 0,2-2 0 0,0 0 0 0,0 1 309 16,8-3-139-16,12 0-68 0,1 1 81 0,11 3-79 16,-2 0-36-16,2 0 1 0,-1 0 80 0,1 9-58 15,-2 5-21-15,-1 3-8 0,-5 2-22 0,-1 2-8 16,-3 3 1-16,-4-1-39 0,-7 0 9 0,0 4 29 15,-6 0 1-15,-3-1-57 0,0 1 29 0,-10-2-1 16,-5 0-8-16,-6-2 2 0,-2-5 0 16,0-2-3-16,-4 0-1 0,-1-6-19 15,3-5 41-15,-5-1-21 0,7-2-104 0,2-2 50 16,0 0 31-16,3 0-255 0,9-2 128 0,2-6 57 16,3-3 38-16,4-2-288 0,0 0 158 0,15-4 78 15</inkml:trace>
  <inkml:trace contextRef="#ctx1" brushRef="#br0" timeOffset="23489.97">19130 14522 603 0,'1'-9'0'0,"1"5"0"0,-2 2 0 0,0 0 0 0,-12 2 227 0,-2 0-97 0,1 0-41 0,0 0-32 16,0 10 337-16,2 5-180 0,-3 6-91 0,5 1 205 15,2 6-139-15,3 2-83 0,0 4-36 0,4-1 124 16,0 1-81-16,2 0-40 0,7-3-16 0,8-3-24 15,2-2 0-15,2-1 0 0,3-5-242 0,0-3 122 16,-1-4 67-16,3 0 23 0,-5-6-183 16,1 1 105-16,1-6 53 0,-2-2-48 15,-5 0-531-15,2 0 288 0,-6-10 139 0</inkml:trace>
  <inkml:trace contextRef="#ctx1" brushRef="#br0" timeOffset="23775.23">19305 14314 1471 0,'3'-3'0'0,"3"2"0"0,6-1 0 0,-3 2 0 0,0 0 0 0,0 0 0 16,5 0 0-16,-5 0 0 0,3 0 174 0,-3 6-71 0,-2 1-35 0,-2 3 8 0,-1 3-104 0,-2 2 30 16,-2-1 0-16,0 4-196 0,-6-1 113 0,-6-3 65 15,-4 2-158-15,-4 1 96 0,1-8 47 0,0 3 24 16,1-4-51-16,-2-2 23 0,6 0-33 0,4-2 21 15,3-3 251-15,1 1-110 0,4-2-53 0,2 0 133 16,0 2-67-16,0-2-51 0,11 0 19 16,7 0 109-16,0 0-76 0,5 0-29 15,3 0-71-15,0 0 25 0,-1-2 0 0,-1-1 0 16,-3 0-294-16,0 0 155 0,0 0 66 0,-3 3 36 16,-1 0-625-16,-8 0 305 0</inkml:trace>
  <inkml:trace contextRef="#ctx1" brushRef="#br0" timeOffset="23954.75">19447 14687 874 0,'0'8'0'0,"0"-2"0"0,0 3 0 0,3-3 0 0,4-3 284 16,2 3-125-16,2 0-55 0,6-3 457 0,8 1-264 16,1-4-132-16,3 0-66 0,2 0 218 0,1 0-133 15,0-4-80-15,-2-1-36 0,-1-1-301 0,-9-1 133 16,2 2 74-16,-2 1-517 0,-4 1 288 0,-5 1 144 15,-1 1 72-15,-5 1-318 0,-1 0 87 0,-2 0 130 16</inkml:trace>
  <inkml:trace contextRef="#ctx1" brushRef="#br0" timeOffset="24125.81">19721 14440 1213 0,'-2'3'0'0,"2"1"0"0,0 4 0 0,0 3 0 0,0 2 0 0,0 4 0 0,0 7 0 0,0 2 523 0,0 7-245 0,0 2-114 16,-5 6-70-16,-1 1 240 0,1 1-151 16,-1-1-75-16,0-8-234 0,2 5 87 0,1-6 32 15,1-1-209-15,2-9 124 0,0-1 63 0,0-5 31 16,0-4-616-16</inkml:trace>
  <inkml:trace contextRef="#ctx1" brushRef="#br0" timeOffset="24300.08">19829 14574 1932 0,'3'0'0'0,"3"0"0"0,6 0 0 0,-3 0 0 0,0 0 0 0,2 0 0 0,1 6 0 0,0 1 0 0,4 3 286 0,-2 1-130 0,2 1-64 0,-1-1-30 16,0 2 0-16,0-2-29 0,0 3-187 0,0-6 89 15,-2 2 49-15,0-4 24 0,-2-1-609 0,-1-2 307 16,-3-3 159-16</inkml:trace>
  <inkml:trace contextRef="#ctx1" brushRef="#br0" timeOffset="24485.65">20146 14389 1588 0,'2'4'0'0,"1"7"0"0,-1 3 0 0,-2 4 0 0,0 9 0 0,0 0 0 0,-7 13 0 0,-2 3 271 0,-5 5-119 0,-1 6-51 16,-4 8 201-16,1-5-135 0,-1 1-67 15,-2 1-34-15,5-8 8 0,-4 5 8 0,2-3-50 0,1-3-257 16,1-3 129-16,2-3 64 16,7-15 33-16,1-4-521 0,2-3 273 0,4-13 119 15,0-1-599-15</inkml:trace>
  <inkml:trace contextRef="#ctx1" brushRef="#br0" timeOffset="24764.1">20275 14438 1517 0,'14'-13'0'0,"2"6"0"0,3 1 0 0,1 0 0 0,-2 1 0 0,-3 4 0 0,0 1 0 0,0 0 0 0,-2 4 0 0,0 7 202 16,-5 0-89-16,-2 6-40 0,-3 3-62 0,-1-2 1 16,-2 1 20-16,0-3 9 0,-5 2-116 0,-5-1 53 15,-3-3 28-15,0 0 0 0,-3-3 87 0,4-1-22 16,0-3-9-16,3-3 46 0,3-1-49 0,1-1 1 15,3 0-69-15,0 0 294 0,2-2-130 0,0 0-62 16,4 0-29-16,9 0 32 0,4 0-31 16,1 0 8-16,1 0-169 0,2 0 64 15,1 0 33-15,1 0 0 0,0 0-450 0,0 0 236 16,-5 0 85-16,1 0-297 0,-5-2 149 0,-4 0 122 16</inkml:trace>
  <inkml:trace contextRef="#ctx1" brushRef="#br0" timeOffset="25169.34">18597 13641 1291 0,'-10'-12'0'0,"6"4"0"16,2 3 0-16,0 3 0 0,2 0 0 0,0-2 0 0,0-2 0 0,10 2 0 0,7 1 0 0,4 1 163 0,7 2-70 0,0 0-29 0,4 0 4 0,-2 13-35 0,-2 4 0 15,-2 1-81-15,-3 3 37 16,-10-3 21-16,0 3 1 0,-6 2-13 0,-5 0 1 16,-2-1 42-16,-5 4-9 0,-13-3-45 0,-5-1-6 15,-4-1 0-15,-3-5-9 0,0-3 6 0,0-6 13 16,2-3 15-16,5-4-112 0,1 0 53 0,1 0 23 16,6-8-197-16,6-3 103 0,3-2 54 0,6-1 17 15,0-1-131-15,7-3 72 0,13 1 31 0</inkml:trace>
  <inkml:trace contextRef="#ctx1" brushRef="#br0" timeOffset="25364.85">19043 13482 1336 0,'0'-4'0'0,"-9"2"0"0,-10 2 0 0,-7 0 0 0,4 4 0 0,-9 9 0 0,7 0 0 0,-1 6 0 0,5 0 0 0,1 3 165 0,6-1-58 0,0 7-41 16,5-2 135-16,7 1-84 0,1-3-42 0,0-1-70 15,5-5 36-15,12 7-8 0,5-8 0 16,1-3-84-16,5-1 41 0,2 0 22 0,2-6 8 16,0-3-290-16,0-3 148 0,0-1 77 0,0 0-462 15,-2-1 241-15,-2-7 86 0</inkml:trace>
  <inkml:trace contextRef="#ctx1" brushRef="#br0" timeOffset="25725.89">19359 13121 1016 0,'0'0'0'0,"0"2"0"0,0 9 0 0,0 1 0 0,0 3 0 0,0 7 0 0,-1 7 239 0,1 4-104 16,0 11-50-16,-3 0 251 0,1 5-151 0,0 2-68 16,0 3-46-16,0 0 105 0,1 3-71 0,-3-3-36 15,0-5-39-15,4-10 11 0,-1 1-8 16,1-15 0-16,0-1-76 0,0-9 37 0,0-4 1 0,0-5 46 15,0-4-43-15,-6-2 0 0,-2 0 35 16,-1-6-65-16,-4-11 6 0,-3-5 19 16,2-2-244-16,-3-5 123 0,0-1 46 0,-4-2 35 15,2-1-199-15,-1 4 111 0,-1 4 49 0,4 11 27 16,-1 1-1-16,0 6 27 0,4 4-8 0,-2 3 196 16,2 4-93-16,2 11-48 0,4 3-23 0,3 3 111 15,3 4-71-15,2 3-26 0,0-3 271 16,4 0-136-16,10 0-32 0,2-2-45 15,1-6 26-15,7 4-32 0,0-7-1 0,3-3-23 16,3-5-306-16,-2-2 152 0,4-4 86 0,2 0 29 16,0-4-614-16,-3-10 301 0,0-6 111 0</inkml:trace>
  <inkml:trace contextRef="#ctx1" brushRef="#br0" timeOffset="25890.96">19475 13504 1076 0,'0'-2'0'0,"0"2"0"0,0 0 0 0,0 0 0 0,0 4 0 0,0 5 0 0,2 2 233 16,2 1-101-16,2 1-49 0,-1 1 257 0,4 0-157 16,-1 0-76-16,2 1-37 0,-1 0-72 0,0-3 0 15,3 0 43-15,-1-1-9 0,0-1-435 0,1-5 218 16,-1 1 109-16,2-5-488 0,-4 2 279 16,4-3 141-16,-1 0-8 0</inkml:trace>
  <inkml:trace contextRef="#ctx1" brushRef="#br0" timeOffset="26083.95">19793 13400 1368 0,'4'-3'0'0,"-2"3"0"0,-1 0 0 0,-1 4 0 0,0 9 0 0,0 8 0 0,-9 2 0 0,-4 9 0 0,-6 4 0 0,-3 4 230 0,-3 3-103 0,-3 5-47 16,-1-2 248-16,1 2-148 0,-2-5-73 0,7-7-18 15,-6 9-32-15,8-15 1 0,-2 1-26 0,5-2-230 16,5-8 115-16,2-3 66 0,3-6-173 0,4-2 112 15,2-2 55-15,2-2 28 0,0-3-589 16,0-3 229-16,10 0 165 0</inkml:trace>
  <inkml:trace contextRef="#ctx1" brushRef="#br0" timeOffset="26367.74">19744 13735 1134 0,'-4'0'0'0,"4"0"0"0,0 2 0 0,0 0 0 0,0-1 0 0,0 2 230 0,8-1-99 0,3 0-41 15,4-1 288-15,1-1-173 0,0 3-86 0,1-3-43 16,1 0 94-16,2 0-61 0,-2 0-42 0,-1 0 0 15,-1 0 0-15,-2 0 0 0,-3 0-35 16,1 0-163-16,-3 0 77 0,0 0 44 16,-2 0-395-16,-4 0 218 0,3 0 111 0,-4 0 30 15,1 0-614-15,1 0 308 0,-1 0 160 0</inkml:trace>
  <inkml:trace contextRef="#ctx1" brushRef="#br0" timeOffset="26593.17">20098 13465 1990 0,'-11'-12'0'0,"2"10"0"0,6 1 0 0,1-1 0 0,0 2 0 0,2 0 0 0,0 0 0 0,0 0 322 16,0 0-145-16,4 10-72 0,10 4 216 0,4 4-148 15,0-2-70-15,3 1-17 0,2 1-27 0,-2 2 0 16,-3-4-18-16,5 3-248 0,-4 0 119 0,-5-4 61 15,1 2-497-15,-1 0 278 16,-4-2 148-16,1-2 61 0,-4-2-708 0,-2-1 356 16,3-5 178-16</inkml:trace>
  <inkml:trace contextRef="#ctx1" brushRef="#br0" timeOffset="26782.17">20437 13386 1014 0,'0'-4'0'0,"0"2"0"0,0 2 0 0,0 0 0 0,-4 8 0 0,-2 5 247 0,-1 6-108 16,-2 5-45-16,-5 4 188 0,-2 10-124 0,-3-1-63 16,-1 7 275-16,-3 0-169 0,-2 6-76 0,1-2-50 15,-3 3 3-15,1-2-22 0,0 0 0 0,2-2-23 16,3-10-266-16,-4 9 129 0,9-17 69 0,0 1-499 16,7-10 284-16,4-4 141 0,3-3 0 0,2-3-277 15</inkml:trace>
  <inkml:trace contextRef="#ctx1" brushRef="#br0" timeOffset="27208.05">20707 13654 908 0,'0'-20'0'0,"0"2"0"0,-2 4 0 0,-7-3 0 0,0 4 0 0,-1 4 0 0,-1 3 302 0,-3 0-135 0,-2 6-67 15,-5 0 53-15,1 10-52 0,-1 11-38 16,0 6 0-16,-1 9 74 0,5 2-53 16,2-2-25-16,7-3 8 0,3 3 10 0,5-4-22 15,0-4 0-15,0-7-59 0,5-3 37 0,9-3 8 16,0-4-8-16,2-5-149 0,0-4 74 0,2-2 37 16,-2-2 1-16,0-12-72 0,0-7 47 0,-1-4-9 15,0-4-231-15,-1-4 131 0,-2-6 33 0,-1 3-2 16,-1-9-106-16,0 0 90 0,0-2 46 0,-3-4-22 15,0-1 33-15,0-4-8 16,4-1 41-16,-2 0 25 0,-2 7-1 0,-2 12-24 16,-1 12 222-16,-1 10-118 0,-1 0-49 0,-2 9-27 15,0 7 206-15,0 0-81 0,-7 23-66 0,0 4 17 16,0 5 328-16,-1 10-184 0,2 1-90 0,0 2 222 16,3 7-157-16,-1 1-71 0,1 0-47 0,-1 1 180 15,2 0-110-15,2-2-55 0,0-6-2 0,0-6-18 16,0 0-8-16,0-5-27 0,2-5-298 0,2-8 149 15,-1 1 75-15,-1-9 46 0,2-3-751 16,-1-6 313-16,1-5 213 0</inkml:trace>
  <inkml:trace contextRef="#ctx1" brushRef="#br0" timeOffset="27425.47">20900 13635 1732 0,'14'0'0'0,"3"2"0"0,-4 2 0 0,3 5 0 0,-5-2 0 0,-1 4 0 0,2 1 0 0,-3 6 0 0,-1 0 236 16,-3 3-101-16,0 6-52 0,-5-3 138 0,0 1-94 16,0-2-39-16,-7 5-32 0,-5-5-19 0,-4 2-4 15,0-7-1-15,-3-1-64 0,0-4 40 0,-7 1-8 16,0-5 33-16,-1-4-219 0,1 0 110 0,6-5 54 16,-1 0-341-16,5 0 147 0,5-2 107 0,6-10-5 15,5-2-346-15,0-7 213 0,11 0 100 0,10-1 60 16</inkml:trace>
  <inkml:trace contextRef="#ctx1" brushRef="#br0" timeOffset="27608.04">21309 13566 940 0,'7'-15'0'0,"-5"4"0"0,1 1 0 0,-1 3 0 0,-2 3 0 0,-2 0 166 0,-12 4-71 0,-2 0 228 0,-4 10 85 15,-1 11-188-15,2 5-93 0,1 4 422 0,2 5-262 16,6 7-127-16,8-2-63 0,2 2 219 0,2-1-141 15,12-7 57-15,13 10-232 16,1-11 0-16,4 0 0 0,1-7 0 0,1-3-229 16,-4-6 156-16,5-3 49 0,-1-4 28 0,-1-6-867 15</inkml:trace>
  <inkml:trace contextRef="#ctx1" brushRef="#br0" timeOffset="41079.82">8933 15839 547 0,'-7'0'0'0,"2"0"0"0,1 0 0 0,1 0 0 0,-1 0 0 0,4 0 0 0,-1 0 0 0,-1-1 175 0,2 1-63 0,0 0-44 16,0 0 59-16,0 0-48 0,2-1-23 0,6 1 0 16,5-3 49-16,1 2-40 0,3-1 0 0,1 0-32 15,2 0 119-15,-1-1-59 0,1 1-23 0,-1-1 53 16,0 2-46-16,0-1-22 0,-2 1 5 0,-2-2-27 15,0 3 8-15,-2-1-8 0,-1 1-85 0,-3-2 43 16,-2 2 20-16,-2-3 1 0,-1 2-46 0,-1 1 29 16,0 0 0-16,-3 0 21 15,0-1-197-15,0-2 71 0,0 1 58 0,-8 1-33 16,-3-2 36-16,2 3-2 0,-3 0 12 0,0 0 6 16,2 0 3-16,1 0-9 0,-2 0 186 0,3 0-80 15,0 4-42-15,3 1-13 0,2-3 220 0,-2 3-103 16,3-1-59-16,1-1-8 0,1 4 72 0,0 2-31 15,0 3-27-15,0 3 52 0,0 2-47 0,0 4-25 16,0 5 83-16,3 0-54 16,2 3-17-16,-1 1-9 0,0 3 17 0,-1 3-22 15,0 2 0-15,-1 5-21 0,0-6-34 0,-2 9 13 16,0-10 0-16,0 3 21 0,0-2-87 0,0-2 44 16,0-2 29-16,0-4-206 0,0-1 82 0,-4-7 59 15,-2 0-124-15,1-3 77 0,-3-6 17 0,3-2 28 16,-2-2 16-16,-5-2 2 0,3-2-13 0,-1-1 2 15,-4-2 138-15,2-1-63 0,3 0-27 0,-1 0-1 16,3 0 234-16,2 0-122 0,0 0-40 0,2 0 115 16,3 0-65-16,-3 0-51 15,3 0 91-15,0 0-59 0,5 0-42 0,11 0 0 16,9 0-56-16,-3 0 164 0,5 0-175 0,-2 0 0 16,9 0 0-16,-4 0 0 0,-2 0 0 0,1 0 0 15,-3 0-225-15,-1 0 154 0,-2 2 20 0,-2 2-195 16,2 0 93-16,-4-2 74 0,-4-1-556 0,0-1 293 15,1 0 159-15,-5 0 75 0,3-1-475 0,-1-12 275 16</inkml:trace>
  <inkml:trace contextRef="#ctx1" brushRef="#br0" timeOffset="41249.4">9517 16070 1280 0,'0'0'0'0,"2"0"0"0,0 0 0 0,2 0 0 0,-1 0 0 0,6 0 0 0,1 0 464 0,3 0-216 0,1 0-107 16,2 0-19-16,2 0-36 0,-1 0-31 0,1 0 1 16,0 0-304-16,-2 0 141 15,-1 0 69-15,-4 0 44 0,2 2-672 0,-7-2 333 16</inkml:trace>
  <inkml:trace contextRef="#ctx1" brushRef="#br0" timeOffset="41393.98">9565 16244 1460 0,'-18'12'0'0,"8"-3"0"0,-1-1 0 0,4-2 0 0,2-4 0 0,3 1 0 0,0-3 342 0,2 0-158 16,0 0-76-16,6 2 251 0,6-1-163 0,6-1-82 15,1 3-48-15,5-2-8 0,-4-1-26 0,3 0 1 16,-1 0-253-16,3 0 126 0,-3 0 72 0,1 0 23 16,-3 0-731-16</inkml:trace>
  <inkml:trace contextRef="#ctx1" brushRef="#br0" timeOffset="41898.64">10348 15901 616 0,'-15'-15'0'0,"1"5"0"0,5 2 0 0,-3 1 0 0,1 2 269 0,0 1-118 15,-4 2-51-15,2 2-38 0,-2 0 74 0,0 0-52 16,2 4-26-16,-2 7 61 0,1 5 27 0,2 7-61 16,1 0-26-16,-1 5 73 0,3 0-50 0,1 4-24 15,3-2 93-15,0 2-62 0,3-1-29 0,1 2 0 16,1-1 41-16,0-3-35 0,0-4 9 0,1 5-43 15,9-6 35-15,0-1 0 0,7-4-34 16,1-4 0-16,3-5 27 0,9-2-28 16,0-5 1-16,0-3-36 0,4 0 1 0,0-8 34 15,0-9-74-15,-4-5 33 0,3-9 21 0,-3 0-1 16,-5-4-177-16,-4 3 84 0,1-11 45 0,-7 3 5 16,-6 7-138-16,-5-3 66 0,-2 6 45 0,-2 5-11 15,0-5 10-15,-13 6 0 0,-4 1 12 0,-3 4 66 16,-3 0-26-16,-5 4-8 0,-1 3 53 0,-1 5-34 15,-1 5 7-15,-3 2-40 0,2 0 42 0,0 9-39 16,4 7 26-16,1 1-17 16,5 3-20-16,5 0-1 0,3 0 31 0,5 1-9 15,2-2-65-15,6-3 32 0,1 2 8 0,0-4-239 16,3 1 124-16,10-2 54 0,6-4 40 0,0-1-297 16,6-1 164-16,-5-7 81 0</inkml:trace>
  <inkml:trace contextRef="#ctx1" brushRef="#br0" timeOffset="42247.95">10613 15607 844 0,'0'-24'0'0,"-7"7"0"0,-2 1 0 0,0 0 0 0,-4 5 0 0,0 1 0 0,-3 4 190 0,0 3-78 0,0 3-32 15,-2 0 110-15,3 0 37 0,0 9-97 0,0 5-49 16,2 7 164-16,4-1-98 0,-3 11-61 0,3 1-27 15,2 1 109-15,1 3-68 0,1 7-33 0,2-6 7 16,1 14 79-16,-2-2-60 0,4 1-30 16,-1 3 27-16,1 3-28 0,0-1 7 15,0 1 34-15,0-1-36 0,0-3 1 0,0 1-36 16,0-4-26-16,0-7 35 0,1 6-8 0,3-3 0 16,-2-5-98-16,0 5 49 0,-2-9 32 0,0 0-8 15,0 0-117-15,-2-1 68 0,-7-3 11 0,-4-5-117 16,1-4 62-16,-6-2 42 0,2-5-98 0,0-2 63 15,-3-4 9-15,1-5 22 0,2-3-191 16,-1-2 107-16,2 0 49 0,3 0 24 0,3-7-237 16,2-7 131-16,5 0 58 0,2 0-276 15,0-3 174-15,4-2 88 0,10-3 44 0,6 3-262 16,0-2 144-16</inkml:trace>
  <inkml:trace contextRef="#ctx1" brushRef="#br0" timeOffset="42470.36">10746 16284 949 0,'4'-8'0'0,"-3"5"0"0,1 2 0 0,-2-2 0 0,0 3 0 0,0 0 0 0,0 0 0 0,0 4 357 0,0 14-162 16,0 6-73-16,-3 7-49 0,-5 10 312 0,1 5-177 16,-1 7-87-16,0 4 138 0,3-1-104 0,0 1-66 15,3-7-28-15,2-5 30 0,0-10-29 0,0-2-1 16,3-8-56-16,6-3 28 0,2-8 0 0,3-4-1 15,-1-8-173-15,2-2 86 0,2-4 52 16,2-19 14-16,0-12-463 0,3-2 180 16,-1-7 133-16</inkml:trace>
  <inkml:trace contextRef="#ctx1" brushRef="#br0" timeOffset="43849.99">11640 16201 405 0,'0'0'0'0,"0"0"0"0,0 0 0 0,0 0 0 0,0 0 0 0,0 0 0 0,0-2 41 16,-2 0-9-16,0 1 1 0,2-1 24 0,-2-1 0 15,2 3-25-15,0 0 9 0,0-1 58 0,0 1-33 16,0 0 0-16,0 0 17 0,0 0-25 0,0 0 8 16,0 0-33-16,0 0 82 0,0 0-41 0,0 0-20 15,0 0 91-15,0 0-48 0,0 0-36 0,0 0 0 16,0 0 12-16,2 0 0 0,0 0-40 0,0 0 8 15,-2 0 99-15,2 1-53 0,0-1-27 16,-1 0 85-16,1 3-56 0,0-3-20 16,0 2-8-16,1-1 34 0,2 1-31 0,1 1 0 15,-1 2-32-15,2-1 42 0,2 0-8 0,3-1-34 16,-1-2-21-16,3 4 22 0,2-4 0 0,2-1 8 16,0 0-11-16,3 0 2 0,5 0 1 0,1 0 0 15,3 0 27-15,0 0 7 0,3 0-34 0,10 0 57 16,1 0-29-16,4 0 1 0,5 0 28 0,4 0-20 15,10 0-9-15,1 0 120 0,4-1-181 0,8-6 0 16,12-8 0-16,-7 1 0 16,19-5 0-16,-8-1 0 0,0 0 0 0,-6 4 0 15,-13 4 0-15,5 1 0 0,-4 4 0 0,-9 3 0 16,-10 2 0-16,-5 2-174 0,-1 0 41 0,-12 0 65 16,-2 6 14-16,-5 1 22 0,-4-2-22 0,-5 1 1 15,-4-2 9-15,-7-2 11 0,2-2 32 0,-7 0-27 16,0 0-4-16,-3 0 19 0,-4 0-17 0,0-3 3 15,-2-8 20-15,0-2-104 0,0 3 45 16,-5 0-1-16,-7 1-415 0,-5 1 229 16,-2 4 109-16,-4 4 56 0,-3 0-648 0</inkml:trace>
  <inkml:trace contextRef="#ctx1" brushRef="#br0" timeOffset="44232.36">12040 16367 1058 0,'-25'0'0'0,"13"0"0"0,6 0 0 0,3 1 0 0,2 3 0 0,1-2 0 0,0-1 0 0,1 5 289 0,11-3-129 0,6 0-55 0,13 0-40 16,-3 0 169-16,5 1-101 0,4 1-50 0,-1 0-26 15,-1 5 9-15,-3-2-33 0,-2 7 0 0,-4 0-34 16,-1 2 1-16,-7 4 32 0,-4-1-36 0,-5 8 14 16,-5 0 0-16,-4 4 23 0,0-3-28 0,-6 3 0 15,-11-4 32-15,-1-5-43 0,-5-1-23 0,0-6 9 16,-1 0 1-16,-2-9-141 0,3-1 78 0,-7-5 38 15,4-1 24-15,1 0-287 0,7-1 144 0,-1-10 70 16,6 1-130-16,3-1 99 16,5-2 46-16,5-2 23 0,0-3-222 0,7 0 113 15</inkml:trace>
  <inkml:trace contextRef="#ctx1" brushRef="#br0" timeOffset="44446.82">12507 16384 1253 0,'2'-4'0'0,"-2"-1"0"0,0 4 0 0,-5-1 0 0,-10-1 0 0,0 3 0 0,-3 0 0 0,0 0 196 16,1 11-81-16,-1 4 175 0,0 3-129 0,4 7-64 0,2 3-24 15,3 4 59-15,2 4-49 0,5-1-26 0,2-2 1 16,0 2 72-16,2-10-40 0,10 6-32 0,7-9-1 16,4-1-48-16,1-3 0 0,4-5 24 0,0-5-244 15,1 0 118-15,-1-1 63 0,0-6-153 0,-1-1-178 16,-3 0 180-16,-4 0 37 0,3-4-344 0,-2-8 227 15,-5-1 114-15,0-3 57 0</inkml:trace>
  <inkml:trace contextRef="#ctx1" brushRef="#br0" timeOffset="44717.73">12695 16329 1420 0,'0'-7'0'0,"0"5"0"15,0 0 0-15,0-1 0 0,4 2 0 0,6-1 0 0,3 0 0 0,2-1 0 0,2 3 0 0,2 0 174 0,-1 0-70 0,-1 3-36 0,0 5 3 0,-2 1-1 0,-2 2-29 16,-5 2-133-16,-2 3 63 16,-5 0 30-16,-1 3 1 0,-1 2-69 0,-11-4 59 15,-8 3 16-15,-1-5 0 0,-2-2-6 0,-1-2-22 16,3-5 0-16,-2 0 60 0,2-4-34 0,5-2-7 16,5 0 208-16,1 0-97 0,6 0-35 0,1 0-31 15,3 0 84-15,0 0-47 0,13-2-24 0,9 0 0 16,1-3-156-16,7-1 61 0,0 1 36 15,2-2 0-15,0 4-98 0,0-1 67 0,-2 0 24 16,0 2-479-16,-3 2 205 0,-1 0 132 16,-6 0-366-16</inkml:trace>
  <inkml:trace contextRef="#ctx1" brushRef="#br0" timeOffset="44914.2">12930 16588 1148 0,'-15'0'0'0,"8"2"0"0,-1-2 0 0,5 0 0 0,-1 0 0 0,4 1 0 0,0-1 419 0,5 3-197 0,14-1-95 0,7-2-47 16,1 0 188-16,1 0-117 0,4 0-51 0,0 1-30 15,-2 1 1-15,0-2-38 0,-2 2 0 0,-2-2-197 16,-3 1 107-16,-1-1 40 0,-1 0-412 0,-4 0 231 16,-6 0 103-16,-2 0 63 0,-1 0-597 15,-4 0 302-15,-4-3 147 0</inkml:trace>
  <inkml:trace contextRef="#ctx1" brushRef="#br0" timeOffset="45089.74">13157 16331 964 0,'-5'-2'0'0,"1"0"0"0,2 2 0 0,1 0 0 0,1 6 0 0,0 7 406 16,0 2-187-16,0 8-93 0,0 3-47 0,-2 5 122 0,-2 8-84 15,2 0 95-15,-4 7-94 0,0-2-43 0,3-3-20 16,-1-5-1-16,0 3-215 0,3-3 105 0,1-4 41 15,0-8 23-15,0-1-445 0,0-5 235 0,0-6 125 16,5-7-561-16,6-5 310 0</inkml:trace>
  <inkml:trace contextRef="#ctx1" brushRef="#br0" timeOffset="45244.32">13240 16431 1889 0,'4'-2'0'15,"5"-2"0"-15,3 4 0 0,-3 0 0 0,4 0 0 0,-1 4 0 0,2 5 0 0,2 0 112 0,-2 4 1 0,2-1-40 0,-4 2 8 0,4-1-48 16,-1 2-401 0,-4 1 201-16,2-3 100 0,-2-2 50 0,-3-3-536 15,1-1 275-15,-1-1 137 0,-1-2 69 0</inkml:trace>
  <inkml:trace contextRef="#ctx1" brushRef="#br0" timeOffset="45425.84">13494 16344 1205 0,'1'0'0'0,"1"0"0"0,2 2 0 0,-2 11 0 0,-1 3 0 0,-1 7 0 0,0 4 0 0,0 8 493 16,-3 6-230-16,-1-2-107 0,-5 12-65 0,0-1 109 15,-1 0-83-15,1 0-42 0,0 0-21 16,-1-10-168-16,1 12 69 0,-1-16 39 0,1 0 0 16,-1 1-421-16,1-7 230 0,2-9 123 15,-1 1 49-15,4-11 29 0,0-2-562 0,3-4 233 0,1-5-39 16</inkml:trace>
  <inkml:trace contextRef="#ctx1" brushRef="#br0" timeOffset="45697.64">13635 16415 1234 0,'13'-11'0'0,"2"4"0"0,1 0 0 0,2 0 0 0,-2 1 0 0,2 1 0 0,3 1 0 0,-1 3 67 0,0 1 183 0,3 0 2 0,-3 0-220 0,-1 5 0 15,-2 7-97 1,-3 6 84-16,-4 3-7 0,-6 1 20 0,-4 3-28 16,0-1 28-16,-5 1 1 0,-8-4 8 0,-6 4-8 0,-2-4 115 15,3-5-58-15,2-3-29 0,0-3 1 0,2-2 197 16,3-3-117-16,4 0-55 0,1-4 233 0,5 0-144 16,-2-1-71-16,3 0-52 0,0 0-20 0,8 0 0 0,7 0 0 15,7 0-1-15,3 0-60 16,-3 0 38-16,10 0-8 0,-2 0-549 0,-2 0 290 0,0 0 145 15,-3 0-1043-15</inkml:trace>
  <inkml:trace contextRef="#ctx1" brushRef="#br0" timeOffset="46520.08">11654 15711 795 0,'-3'0'0'0,"-1"0"0"0,4 0 0 0,0 0 0 0,0-3 347 16,9-1-287-16,9-2-27 0,1 2 0 0,4-2 173 16,2 5-157-16,-4-2-8 0,4 3-8 0,-4 0 38 0,0 0-39 15,-1 3 1-15,-4 5 0 0,-2 2 46 0,-3 4-8 16,-4-1-39-16,-2 4 1 0,-2 2 6 15,-3-1-6-15,0 2 8 0,-3 5-8 0,-9-2-15 16,-5-1 15-16,-2-1 0 0,0 0 0 0,3-9-89 16,-5 4 41-16,0-3 23 0,2-4-106 0,0-3 60 15,3-3-262-15,2-3 150 0,1 0 61 0,2 0-525 16,3 0 561-16,5-1 21 0,3-8-1 0,0-3-263 16,5-5 136-16,14 1 63 0</inkml:trace>
  <inkml:trace contextRef="#ctx1" brushRef="#br0" timeOffset="46724.57">12033 15626 530 0,'3'-10'0'0,"-1"6"0"0,-2-1 0 0,0 3 0 0,-2 1 204 0,-11 1-78 0,0 0-51 0,0 0-20 0,-2 9 168 16,2 7-95-16,-4 2-48 0,7 3-15 0,0 6 70 16,5 2-51-16,3 1-25 15,2-2 107-15,0 2-67 16,4-5-24-16,11 3-9 0,3-4-10 0,3-4 1 15,2 1-24-15,2-3-156 0,3-3 87 0,-2-4 29 0,0-2 1 16,0-5-329-16,1-1 164 0,-6-3 97 0,-1 0 13 0,-1 0-207 16,-4-1 82-16,0-8 78 0</inkml:trace>
  <inkml:trace contextRef="#ctx1" brushRef="#br0" timeOffset="47122.68">12419 15254 1200 0,'0'-7'0'0,"0"5"0"0,-2 2 0 0,0 0 0 0,1 0 0 0,-1 9 0 0,0 6 0 0,0 9 307 0,2 2-138 16,0 4-68-16,0 3 45 0,2 4-48 16,3 9-37-16,1-7 0 0,-1 3 20 0,2-6-24 15,-2 1 0-15,-1-2-16 0,0-1-42 16,-1-3 0-16,-1-3 34 0,0-6-66 0,0 0 33 0,-2-7 8 15,0-2 25-15,0-5-102 0,0-2 46 0,0-5 26 16,-6-1-65-16,-3 0 43 0,0-3-9 0,-3-10 0 16,3-6-165-16,-2-3 92 0,-3-1 31 0,2-2 24 15,-4 0-157-15,0 0 85 0,0 2 42 0,3 10 22 16,-2 3-21-16,4 8 13 0,-6 0 8 0,4 2 211 16,2 9-94-16,-1 11-48 0,5 4 283 15,3-2-164-15,1 6-62 0,3-8-44 0,0 6 145 16,1-5-82-16,9-1 82 15,3-1-63-15,2-1-42 0,8-2 0 0,-7-8-245 16,9 1 105-16,-4-5 52 0,0-3 35 0,2-1-434 16,-2 0 222-16,2-3 92 0,-3-12-444 15,-3 2 246-15,4-7 139 0,-6-1 66 0</inkml:trace>
  <inkml:trace contextRef="#ctx1" brushRef="#br0" timeOffset="47265.31">12568 15558 857 0,'0'0'0'0,"-2"0"0"0,2 0 0 0,0 0 0 0,0 8 198 0,0 0-83 16,0 2-41-16,0 1-12 0,0 1 303 0,2 1-166 16,5 0-83-16,3 1-26 0,-1 1-29 15,4-2 8-15,1-1-36 0,0 1-397 0,0-2 199 16,2-2 98-16,0 0 51 0,-4 3-517 0,4-3 271 0,-5-2 135 16</inkml:trace>
  <inkml:trace contextRef="#ctx1" brushRef="#br0" timeOffset="47463.78">12844 15431 1011 0,'0'-2'0'0,"0"2"0"0,0 0 0 0,0 14 0 0,-4 6 0 0,-7 5 69 0,-2 10 386 16,0-1-203-16,-5 11-113 0,0 0-54 0,1 2 305 16,0 2-179-16,0-2-89 0,2-6-36 0,-2 12 23 15,4-10-38-15,0-2 1 0,2-5-40 0,-1-1-279 16,3-7-916-16,2-2 1183 0,-2-8 13 15,6-7-1-15,1-1-284 0,0-5 82 0,2-5 77 0,0 0-385 16,0-5 222-16</inkml:trace>
  <inkml:trace contextRef="#ctx1" brushRef="#br0" timeOffset="47615.91">12797 15728 871 0,'9'-8'0'0,"8"7"0"0,0-2 0 0,-4 3 0 0,4 0 0 0,-2 0 0 0,2 0 431 15,-1 0-200-15,5 0-99 0,0 0 202 0,-1 0-142 16,7 0-235-16,-4-1 38 0,1-1 0 0,-6-3-752 16,3 1 676-16,-3 0 66 15,-2-2 19-15,-2 1-293 0,-1 3 161 0,-2-4 81 0</inkml:trace>
  <inkml:trace contextRef="#ctx1" brushRef="#br0" timeOffset="47797.98">13216 15475 1704 0,'-2'6'0'0,"0"2"0"0,2 2 0 0,0-1 0 0,0 2 0 0,0-1 0 0,2 1 0 0,3-1 0 0,7 1 458 0,-1 0-213 16,2 0-106-16,2-2-45 0,0 1-130 0,0 0-199 16,0-2 134-16,-1 1 67 0,-2-2-516 15,0-2 299-15,1-1 137 0,-2 0 73 0,1 1-513 16,-3-5 262-16</inkml:trace>
  <inkml:trace contextRef="#ctx1" brushRef="#br0" timeOffset="47987.66">13533 15368 1369 0,'4'-8'0'0,"0"4"0"0,0 0 0 0,-3 2 0 16,-1 2 0-16,0 2 32 0,0 15 758 0,0 7-735 0,-7 7 9 15,-8 8-31-15,0 6 437 0,-6 4-427 16,-2 4-11-16,0 1 1 0,2-2 16 15,-2 2-17-15,2-2 1 0,-1-1 0 0,1-2-181 16,4-4 91-16,2-10 53 0,1 1 14 0,5-14 0 0,4-2-440 16,1-6 232-16,4-7-542 0,0-4 362 15,0-3-599-15</inkml:trace>
  <inkml:trace contextRef="#ctx1" brushRef="#br0" timeOffset="48551.43">13875 15660 624 0,'-4'0'0'0,"0"0"0"0,1 0 0 0,-1 0 0 0,-2-2 208 15,3-2-88-15,-1-1-43 0,-2-1-22 0,2-1 64 16,0 0-35-16,-1-2-30 0,0 1 1 16,-1-2 0-16,-2 3 0 0,-1-1-22 0,-2 0 8 15,-1 5 29-15,-1-1-37 0,-2 4-1 0,0 0 1 16,0 4 113-16,-2 11-49 0,0 9-36 0,2 0 79 0,3 3-53 15,5 1-28-15,2 0 1 0,5-6 11 0,0 3-8 16,0-3-61-16,2-1 0 0,11-4 31 0,0-7-173 16,4 1 95-16,0-5 35 0,2-5 21 0,-3-1-268 15,3 0 137-15,4-9 51 0,-8-6 40 0,6-7-302 16,-5-3 152-16,0-4 66 16,-4-2 40-16,2-1-99 0,-3-4 75 0,-2-6 31 0,-1 3-45 15,0-4 78 1,-5-2 0-16,3-5-8 0,-3-3 8 0,1-1 1 15,2 1-1-15,0 2 0 0,-1 12 56 0,-3 11-36 16,0 4 8-16,0 12-28 0,-2 3 343 0,0 6-153 16,0 3-91-16,0 18-14 0,-9 14 326 0,-1 9-154 0,2 4-98 15,1 6 215-15,-2 12-155 0,1-10 14 16,2 15-88-16,1-16-39 0,3 9-1 0,0-4-171 16,2-6 66-16,0-4 41 0,2 6-8 0,5-8-510 15,5-4 271-15,-5-9 136 0,3 0 68 0,-1-10-665 16,-1-2 325-16</inkml:trace>
  <inkml:trace contextRef="#ctx1" brushRef="#br0" timeOffset="48782.95">14087 15529 1544 0,'15'-6'0'0,"0"5"0"0,2 1 0 0,-2 0 0 15,0 0 64-15,-2 7-1 0,3 6-30 0,-4 2 105 0,0 2-53 0,-1 4-18 16,-4 3-8-16,-1 2 105 0,-4 1-66 0,-2 1-32 0,0 0-1 15,-2-4-18-15,-11 6-14 16,-4-1 0-16,-1-3-1 0,-3 0-24 16,-4-3 24-16,-3-2 9 0,-2-1-8 15,-2-1-259-15,-2-6 129 0,2-2 65 0,2-4 33 16,8-4-197-16,1-3 66 0,4 0 67 0,8-4-329 0,5-9 180 16,4-6-229-16,0-2 196 0,15-5 110 15,8 1-352-15</inkml:trace>
  <inkml:trace contextRef="#ctx1" brushRef="#br0" timeOffset="48974.44">14551 15468 1325 0,'0'-9'0'0,"0"4"0"0,0 1 0 0,-4 1 0 0,-12 2 0 0,-7 1 857 16,-2 8-610-16,-3 13-170 0,-4 8-45 0,4 5 204 15,4 4-102-15,3 2-51 0,8 4-25 0,9-4 8 0,4 9 235 16,0-7-134-16,10-2-67 0,10-3-34 0,10-4-163 15,0-7 73-15,14 3 24 0,-1-8 1 0,0-5-531 16,2-5 281-16,-2-4 142 0,-7-3 77 16,5-4-866-16</inkml:trace>
  <inkml:trace contextRef="#ctx1" brushRef="#br0" timeOffset="95900.63">21906 11847 746 0,'-10'-3'0'0,"5"2"0"0,1-1 0 0,1 0 0 0,1 0 0 0,2 2 0 0,-3-2 0 0,3 2 0 0,0-2 129 0,0 1-40 0,10 1-32 0,3-3-1 16,2 3 40-16,2 0-32 0,4 0 0 0,0 0 5 15,-1 0-37-15,6 6 1 16,-8 3 0-16,2 4 23 0,-3 2-23 0,-3 2 8 16,0 0 2-16,-5 2-10 0,-3 2 0 0,-4 1-1 15,-1 1 30-15,-1-2 8 0,0 5-37 0,-7-4 14 16,-6 1-14-16,0-2 0 0,-6-3 0 0,2-1 0 15,-6 0 0-15,2-4 0 0,-2-2-54 16,2-3 27-16,-6 0 0 0,7-6 35 0,-3 1-191 16,2-3 86-16,5 0 31 0,1 0 26 15,6 0-252-15,-1 0 124 0,7-3 43 0,0-2-216 16,3-4 138-16,0 2 68 0,12-1 35 0,4-1-208 16,7-4 125-16,-2-5 59 0</inkml:trace>
  <inkml:trace contextRef="#ctx1" brushRef="#br0" timeOffset="96121.54">22268 11750 1044 0,'0'-11'0'0,"-3"7"0"0,-6-2 0 0,-5 3 0 0,1 0 0 0,-2 3 0 0,-2 0 0 0,0 5 0 0,-3 8 0 0,1 4 202 0,-2 3-77 16,4 5-50-16,0 4-21 0,2 0 100 0,2 3-60 15,4 0-22-15,3 0 57 0,6-2-48 0,0 0-24 16,0-4-7-16,2 0-17 0,9-5 8 0,6 3-8 15,1-10-36-15,7 1 0 0,0-4 36 0,3-3 0 16,0-5-197-16,2-1 93 0,-1-2 52 0,-1 0-8 16,-3 0-338-16,2-2 148 15,-6-6 96-15,5-5-281 0,-8-2 185 0,0-3 92 16</inkml:trace>
  <inkml:trace contextRef="#ctx1" brushRef="#br0" timeOffset="96422.9">22389 11483 1137 0,'1'-5'0'0,"3"3"0"0,5 0 0 0,1 0 0 0,3 1 0 0,1-2 0 0,0 2 0 0,4-1 0 0,-2 2 0 0,-1 0 212 0,0 0-90 0,-6 0-37 0,5 6-88 16,-5 1 0-16,-4 4 36 0,0 1 0 0,-5-1-164 15,0 3 91-15,0 0 32 0,-8 1-74 0,-7 0 57 16,0-3 29-16,-2 0-26 0,-2-2-6 0,1 0-23 15,1-5 25-15,-1 1-37 0,6-2 180 0,1-1-71 16,2-1-30-16,4-2 233 0,1 2-119 0,2-2-41 16,2 0-36-16,0 0 108 0,4 2-55 0,12-2-41 15,0 0 14-15,3 0-24 16,8 0 1-16,-6 0-23 0,2 0-25 0,2-2-9 16,-2 0 34-16,0 0 0 0,-2 2-211 0,0 0 106 15,-1 0 61-15,-2 0-480 0,-1 4 243 0,-4 3 79 16,-1 3-356-16</inkml:trace>
  <inkml:trace contextRef="#ctx1" brushRef="#br0" timeOffset="96623.37">22550 11866 674 0,'-4'6'0'0,"4"4"0"0,0-3 0 0,0-2 0 0,0-3 0 0,9 1 403 0,7-3-186 0,7 0-92 0,2 0 107 16,3-3-100-16,4-2-42 0,0 0-32 0,-2-1 111 15,0 0-68-15,-1 3-34 0,-7-1-192 0,1 3 87 16,-3 1 31-16,-2 0 1 0,-1 0-296 16,-4 0 167-16,-4 0 84 0,-4 0 50 15,2 1-501-15,-4 3 240 0,-3-4 88 0,0 0 71 16</inkml:trace>
  <inkml:trace contextRef="#ctx1" brushRef="#br0" timeOffset="96802.9">22824 11605 860 0,'-3'9'0'0,"-1"9"0"0,2-1 0 0,-2 3 0 0,1 5 0 0,1 3 0 0,-3 6 0 0,2 2 449 0,-3 9-212 15,1-6-103-15,1-3 263 16,2 1-182-16,1 1-91 0,1-4-38 0,0-1-14 0,0-2-39 16,0-2 0-16,0-2 0 0,0-4-273 0,1-1 144 15,1-1 61-15,4-4-200 0,-3-4 133 0,3-4 68 16,2-3 33-16,-3-5-657 0</inkml:trace>
  <inkml:trace contextRef="#ctx1" brushRef="#br0" timeOffset="96982.43">22952 11747 1587 0,'2'-4'0'0,"4"4"0"0,0 0 0 0,1 0 0 0,-2 1 0 0,3 8 0 0,0 0 0 0,1 0 264 0,0 4-120 0,1 0-56 0,1 0 37 15,0 3-46-15,1-1-23 0,0-1-123 0,1 2 45 16,1-3 28-16,-1-1 0 0,-1-2-426 0,0-1 226 16,-3-3 122-16,5-2 48 15,-3-4-565-15</inkml:trace>
  <inkml:trace contextRef="#ctx1" brushRef="#br0" timeOffset="97200.84">23258 11557 1025 0,'2'-4'0'0,"-2"2"0"0,0 2 0 0,0 0 0 0,0 8 0 0,0 9 0 0,0 6 443 0,-4 7-205 0,-5 10-103 16,-3 6 127-16,-2 12-118 15,-6 2-56-15,2 3-28 0,-3 3 239 0,-1 2-133 16,3-10-58-16,-3 14-42 0,1-10-13 0,4 2-20 16,0-4 0-16,2-8-226 0,0 1 121 0,2-4 48 15,1-12 29-15,3 1-320 0,4-12 174 0,1-2 30 16,0-10-365-16,3-3 213 0,-1-6 115 0,2-5 57 15,-2 0-137-15,2-3 98 0,0-17 40 0</inkml:trace>
  <inkml:trace contextRef="#ctx1" brushRef="#br0" timeOffset="97532.34">23284 11400 1421 0,'4'-20'0'0,"3"9"0"0,7 4 0 0,-3-1 0 0,3 1 0 0,0 1 0 0,2 2 0 0,0 0 0 0,3 2 219 0,-1 0-84 0,2 2-56 0,-3 0-23 15,-1 2 7-15,0 10-30 0,-3 1-1 0,-2 3-97 16,-5 2 44-16,-4 2 28 0,-2 7-1 0,0-5-102 16,-7 2 65-16,-4-3 40 0,-8 4-94 0,3-5 52 15,-5 1-15-15,5-8 27 0,-2 2 108 0,2-6-58 16,2-1-18-16,5-3-18 0,0-2 236 0,3-1-109 15,2-2-54-15,2 0 90 0,0 0-49 0,2 0-37 16,0 0-1-16,4-2 39 0,10-2-38 0,2-4 8 16,3 2-73-16,-3-1 0 15,5 2 27-15,-1 1 1 0,-2 0-119 0,1 2 68 16,-1 1 21-16,1-2 0 0,0 3-364 0,0 0 186 16,-2 0 60-16,-2 3 57 0,0 1-291 0,-4 6 158 15,1 1 79-15</inkml:trace>
  <inkml:trace contextRef="#ctx1" brushRef="#br0" timeOffset="97730.93">23474 11903 1252 0,'-11'3'0'0,"4"1"0"0,0 1 0 0,6-5 0 0,-1 2 0 0,2-2 0 0,0 0 0 0,3 0 481 0,13 0-224 0,0 0-113 0,5 0 159 16,8 0-139-16,-3-2-66 0,0 2-33 0,-4 0-65 15,3 0 41-15,-2 0-8 0,-1 0-323 0,-2 0 162 16,1 0 80-16,-1 0 41 0,-4 4-514 0,-2 2 272 16,-5-1 66-16,-2 1 94 15</inkml:trace>
  <inkml:trace contextRef="#ctx1" brushRef="#br0" timeOffset="97898.18">23534 12109 1459 0,'-18'7'0'0,"6"-1"0"0,3 0 0 0,4-2 0 0,-1-4 0 0,3 1 0 0,3-1 0 0,0 2 0 0,5-2 201 0,9 1-76 0,4-1-50 16,5 0 183-16,4 0-113 15,1 0-56-15,0 0-28 0,-3 0-224 0,5 0 94 16,-3 0 51-16,-7 0 25 0,2 0-454 0,1 7 241 16,-2-2 127-16</inkml:trace>
  <inkml:trace contextRef="#ctx1" brushRef="#br0" timeOffset="98395.17">24340 11790 673 0,'2'-17'0'0,"-1"2"0"0,6 0 0 15,-5 0 0-15,1 1 0 0,-1-4 0 0,-2 4 161 0,0-2-56 0,0 3-40 0,0 1 109 0,-7 1-70 16,-3 4-36-16,-3 1 0 0,-3 3 21 0,0 0-31 16,-7 3-1-16,-1 0-25 15,-3 6 50-15,0 7-17 0,-1 4-7 0,1 2 33 16,3 1-29-16,1 4 1 0,5 1-31 0,4-4 20 16,3 1-20-16,4-1 1 0,5 0 8 0,2-2-9 15,0-3 1-15,2 1 8 0,7-2-36 0,4-1 1 16,2-3 27-16,2 0-1 0,0-2-73 0,2-1 34 15,-3-2 14-15,2-3-155 0,-2 1 81 0,-2 0 26 16,-4-2-53-16,-2 0 38 16,-3-1 26-16,0-1-2 0,-3 2 52 0,-2 2-42 15,0 0 7-15,-2 3-17 0,-10 3 238 0,-2 1-103 16,-4 4-54-16,0 2-19 0,1 0 106 0,4-2-44 16,-3 3-41-16,6-1 165 0,1 0-91 0,4 2-47 15,5-4-22-15,0 2 30 0,0-2-31 0,5 0 0 16,9 0-64-16,7 2 20 15,-1-3 1-15,-1-4 29 0,9 3-179 0,-3-2 85 0,-1-4 43 0,0-1 22 16,1-3-152-16,-6-2 56 0,3-1 47 16,-3 0-375-16,-1 0 194 0,1 0 72 15,-1-3-205-15,-2-8 152 0,0-3 86 0,-4 0 41 16,4-6-244-16,-2-3 142 0,0-4 70 16,-1-7 28-16</inkml:trace>
  <inkml:trace contextRef="#ctx1" brushRef="#br0" timeOffset="98715.32">24563 11462 1095 0,'-15'-13'0'0,"8"3"0"0,4 0 0 0,1 1 0 0,0-4 0 0,2-2 0 0,0 2 108 0,9 1-37 0,4 1 253 0,6 2-149 16,0 0-72-16,1 6-35 0,1 1 104 0,-1 2-70 15,-1 0-26-15,0 0-9 0,-2 10-85 0,-2 3 25 16,-4 2 0-16,-1 4 25 0,-4 0-92 0,-4 3 42 15,-2 2 26-15,0-1-62 0,-8 2 44 0,-7-5 21 16,0-1-8-16,-8 1-84 0,6-6 10 0,-1-1 37 16,-3-3 99-16,3 1-34 15,8-6-18-15,-3-1-18 0,3 0 215 0,4-4-99 16,3 2-37-16,1-2-29 0,2 0 176 0,0 0-98 16,0 0-45-16,9 0-22 0,7 0 1 0,3 0-24 15,1-2 8-15,3-4-41 0,-2 3 1 0,2-1 32 16,2-1-251-16,-2 4 125 0,-4-1 71 0,3-1 24 15,-1 3-549-15,-5 0 266 0,1 0 89 0,-2 0 81 16,0 11-419-16,-4-2 254 0</inkml:trace>
  <inkml:trace contextRef="#ctx1" brushRef="#br0" timeOffset="98891.84">25217 12136 2260 0,'-1'0'0'0,"-7"0"0"0,8 0 0 0,0 0 0 0,0 0 0 0,0 0 0 0,0 0 0 0,0 0 0 0,0 0 0 0,0 0 185 0,0 0-76 0,0 0-31 0,0-1-690 16,0-5 321-16</inkml:trace>
  <inkml:trace contextRef="#ctx1" brushRef="#br0" timeOffset="102492.11">26208 11593 559 0,'0'0'0'0,"0"0"0"0,0 0 0 0,3 0 0 0,0 0 0 0,3-2 0 0,-3-7 122 0,6-1-45 0,-2-1-22 16,0-1 95-16,1-1-63 0,-2 1-28 0,-2 2 1 16,-1 2 7-16,0-2-1 0,0 1-25 0,-1 2 18 15,-1-2-1-15,-1 3-25 0,0 0 0 0,0 1 24 16,0-1-17-16,0 2-7 0,0 1-26 0,-6-1 25 15,-2 2 1-15,-4 0 0 0,-1 2-36 0,-4 0 14 16,-3 4 0-16,-1 7 21 16,-7 3-43-16,5 4-1 0,-3 1 34 0,0 1 0 15,-1 1-9-15,3 0 8 0,1 0-14 0,7-5 71 16,-2 5-33-16,4-4 1 0,2 0 39 0,5-2-29 16,3-1 7-16,2-2-27 0,2-1 23 0,0 1-26 15,0-1 0-15,2-4 0 0,7 2-48 0,5 0 32 16,-1-4-8-16,4-1-10 15,-1-1-4-15,3-1 37 0,-2-2-15 0,0 0-82 0,-6 0 29 16,1 0 27-16,-3 0-52 0,-5 0 34 16,1 2 7-16,-2 2 0 0,0 3-11 0,-3 3 30 15,0 5-11-15,-3 6 9 0,-5 2 154 0,-3 4-72 16,-1 1-34-16,0 0 59 0,4-1-38 0,0-1-25 16,4-6 4-16,0 4 90 0,4-4-47 0,0-2-28 15,2 2-10-15,7-3-17 0,4-3 0 0,5 0 8 16,4-3-91-16,0-4 41 0,2-1 22 15,0-5-194-15,0-1 94 0,-4 0 59 16,6 0 2-16,-4 0-342 0,-3 0 161 0,0-1 93 16,-3-2 18-16,-2-3-175 0,-1 0 123 0,-2 0 57 15,2-3-349-15,-4-1 204 0</inkml:trace>
  <inkml:trace contextRef="#ctx1" brushRef="#br0" timeOffset="102684.09">26545 11499 1296 0,'-3'-6'0'0,"-1"5"0"0,2 1 0 0,-3 0 0 0,3 0 0 0,1 0 0 0,1 0 250 0,-2 0-109 0,2 0 64 0,0 7-77 16,0 4-52-16,0 2-22 0,0 0-45 0,0 2 0 16,2-1 24-16,1 0 8 0,2 0-296 0,-1-3 144 15,1-1 72-15,1-4 36 0,-3 0-443 0,1-2 224 16,0-4 111-16,-2 0-322 0,2 0 199 0</inkml:trace>
  <inkml:trace contextRef="#ctx1" brushRef="#br0" timeOffset="103273.63">26534 11392 483 0,'-10'-16'0'0,"7"5"0"0,-2 4 0 0,4-1 0 0,1 2 0 0,0 3 401 0,0-3-184 0,7 2-92 16,9 1 236-16,2 1-169 0,3 0-79 0,6 0-40 15,-3 0 105-15,-4 2-73 0,2 0-27 0,0 0-9 16,-2 0-65-16,-3 0 29 0,-2 4 0 15,-1 1 0-15,-5 3-124 0,-1 3 58 16,-1-1 33-16,-5 3 0 0,-2 2-173 0,0 2 103 0,-10 2 60 16,-8 3-197-16,-3-1 102 0,-2 1 5 15,-2 0 39-15,-2-5 13 0,-1 1 8 0,-2-3 4 16,3-2 62-16,3-2-29 0,4-3 0 0,2-1-30 16,7-1 213-16,0-3-77 0,3 0-58 0,5-3 229 15,1 0-129-15,2 0-38 0,0 0 48 0,2 0-65 16,9 0-29-16,6 0 1 0,6-3-5 15,0-5 1-15,0 2-17 0,5-4-9 0,-1 3-33 16,-7-1-1-16,1 1 35 0,0 1-1 16,-5 0-182-16,0 1 88 0,-7 5 47 0,2-2-457 15,-5 0 232-15,0 2 79 0,-5 0-329 0,1 0 233 16,-2 0 112-16,0 0 56 0,0 0-196 0,0 4 126 16,-5-4 55-16,-3 3 40 0,2-3-51 15,-1 0 41-15,1 0 20 0,3 2 54 0,-1-2-26 0,0 0 26 16,-1 2 0-16,4 2 165 0,-3 2-105 15,1 1-46-15,1 1-31 0,-1 5 350 16,0 2-175-16,3 1-26 0,-1 4 298 0,-1 0-191 16,2 2-107-16,0-1-49 0,0 2 14 0,0-2-32 15,0-1 0-15,0-1-24 0,0-2-73 0,0-4 33 16,0-3 0-16,0-3-204 0,0-3 118 0,0-2 67 16,0-2 21-16,0 0-201 0,0-2 61 0,0-9 69 15,0-1 23-15,0 4-6 0,0-1-18 0,0 0 37 16,5-3 301-16,3 5-144 0,4 0-66 15,1-1-42-15,4 1 315 0,1 1-157 16,1 0-40-16,1-1-51 0,-2 2-25 0,0 0 7 16,-1 2 15-16,-3-2-25 0,-2 2 1 0,-3 1-24 15,-3 0-339-15,0 2 178 0,-4 0 76 0,-2 0 42 16,0 0-555-16,-2 0 277 0,-12 4 86 0,0-1-233 16,-10 2 205-16</inkml:trace>
  <inkml:trace contextRef="#ctx1" brushRef="#br0" timeOffset="103440.18">26498 11634 546 0,'-7'0'0'0,"1"0"0"0,4 2 0 0,0 2 0 0,2 3 194 15,0 3-80-15,0 2-32 0,0 5-9 0,0 6 337 16,0 1-189-16,0 3-94 0,0 3 180 0,-1 3-129 16,-5-1-77-16,-1 2-33 0,-1-4-151 0,2 0 58 15,-1-3 28-15,1-7 10 0,0 3-326 0,-1-6 173 16,1-6 86-16,3-1-477 0,-1-6 232 15,1-4 146-15</inkml:trace>
  <inkml:trace contextRef="#ctx1" brushRef="#br0" timeOffset="103609.73">26464 11857 1030 0,'3'-3'0'0,"4"3"0"0,4 0 0 0,0 0 0 0,3 0 0 0,4 0 163 0,5 5-65 0,7 3-33 15,0 5 505-15,2-2-273 0,1 2-132 0,-1 2-66 16,2 2 111-16,-4-2-89 0,2 2-36 0,-4-2-248 15,-1 0 97-15,-5-1 50 16,-3-1 24-16,2-2-446 0,-2 2 243 0,-5-3 110 16,0-2 59-16,-5 0-598 0,0-4 296 0,-4 0 147 15,0-4-87-15</inkml:trace>
  <inkml:trace contextRef="#ctx1" brushRef="#br0" timeOffset="104032.59">27145 11273 1359 0,'5'-9'0'0,"1"5"0"0,-4 2 0 0,-1 1 0 0,-1 1 0 0,0 0 0 0,0 7 0 0,-9 10 0 0,-6 6 159 0,-2 1-67 0,-4 4-62 0,-6 8 3 16,3-5-1-16,4-2 1 0,-2-1-116 0,1-4 54 16,6-9 30-16,5-4 1 0,1 1-17 0,3-7 25 15,5-1 7-15,1-2-80 0,0 0 44 0,5-2-11 16,12 0 22-16,7-2 35 0,3-2-26 15,1-3-30-15,2-1 69 0,0 0 1 0,-1 1-41 0,1 2 11 16,-4 1 25-16,6-2-21 16,-9 3-7-16,-2 1 18 0,1-1 12 0,-2 1-15 15,-3 1-5-15,-5 0 69 0,0 1-34 0,-5 0 8 16,-1 0-40-16,-1 0 103 0,-2 1-40 0,-1 7-30 16,-2 3 125-16,0 3-73 0,0 4-37 0,0 3 8 15,0 7 88-15,-2-2-67 0,2 4-32 0,0 0-1 16,0 1 7-16,0 2 8 0,0-1-47 15,0-2-23-15,0 2 0 0,0-3 22 16,0 1 1-16,0-5-104 0,0 3 48 0,0-5 28 16,0-3-164-16,0 0 82 0,-6-2 52 0,-2-7-2 15,1-1-257-15,-2-1 134 0,-3-3 68 0,1-5-2 16,-1-1-265-16,-5 0 150 0,4-1 87 0,-5-14 40 16,-1-3-162-16,-1-4 101 0,-2-4 50 0,0-6-369 15</inkml:trace>
  <inkml:trace contextRef="#ctx1" brushRef="#br0" timeOffset="104309.86">26984 11739 838 0,'-14'-4'0'0,"8"2"0"0,2 2 0 0,2 0 0 0,0 0 0 0,2 0 0 0,0 0 0 0,0 6 239 15,0-1-107-15,0 1-50 0,2 2 127 0,0-1-88 16,2 3-44-16,-3-3-14 0,2 3-83 0,-1-3 23 16,-2 0 0-16,0-3 29 0,0 0-164 0,0-4 91 15,0 0 33-15,0 0-110 0,0 0 63 0,0 0 41 16,2-5-16-16,1-1-57 0,5-4 3 15,0 5 37-15,5-1 8 0,-4 2 17 16,-1 2-29-16,3 1 16 0,-3 1 130 0,0 0-57 16,-2 0-22-16,-3 5-1 0,0 7 96 0,-3-1-58 15,0 2-14-15,0 3 5 0,-3-4-11 0,-4 3 0 16,-3-3 1-16,5-5-66 0,-3 1 13 0,5-3 36 16,-1-3-191-16,2-2 89 0,2 0 37 0,0-4 25 15,3-14-211-15,13-7 106 0,7-9 33 0,-1 0 34 16,4-5-149-16,3-2 93 0,1-3 42 15</inkml:trace>
  <inkml:trace contextRef="#ctx1" brushRef="#br0" timeOffset="104704.09">27418 11360 232 0,'22'-19'0'0,"-2"2"0"0,-2 4 0 0,0 3 0 0,-4 3 0 0,-2 2 0 0,-3 2 381 0,-3 2-178 0,-3 1-86 0,-1 0 178 16,-2 5-132-16,0 14-64 0,-5 1-26 0,-13 5 128 15,0 3-85-15,-1 0-41 0,-3 3-6 0,1-5-36 16,6-6 8-16,-2-1-8 0,10-8-65 0,-3-2 33 15,6-5 0-15,1 0 31 0,3-4-69 0,0 0 30 16,0 0 1-16,14-8-57 16,7-4 45-16,1-1 23 0,0 1-17 0,-1 3-47 15,1 1 31-15,-1 3 2 0,-3 0 53 0,-1 4-35 16,-6 1 4-16,5 0-1 0,-7 4 120 0,-4 5-52 16,-1 4-28-16,-3 4 14 0,-1 2 89 15,0 0-50-15,-3 6-33 0,-10-1 2 16,-3 0-1-16,-1 1 2 0,-2 1-18 0,-1-1-207 15,0-6 98-15,4-1 49 0,-1-3 25 0,1-4-233 0,5-7 122 16,-1-4 27-16,3 0-469 0,6-2 257 16,1-17 130-16,2-4 63 0,0-2-269 0,0-4 171 15,0 7 81-15,0 1-4 0,0 2 59 0,0 7 60 16,0 2 0-16,0 4 118 0,0 3-78 0,0 1-37 16,0-1 410-16,0 3-223 0,0 0-120 0,2 0-13 15,3 0 170-15,2 6-37 0,1 0-81 0,2-1-19 16,-2 1 120-16,3 3-93 0,0 1-42 15,1 0-22-15,-2-4-330 0,3 0 154 0,3 0 87 16</inkml:trace>
  <inkml:trace contextRef="#ctx1" brushRef="#br0" timeOffset="105131.48">27785 11455 1207 0,'3'0'0'16,"4"2"0"-16,-5 6 0 0,-2-1 0 0,0 4 0 0,0 5 0 0,-9 4 211 0,-5 5-93 0,-5 1-43 0,-1 3 220 0,-3 2-132 15,-4 5-65-15,6-8-24 16,-6 10 32-16,8-10-37 0,-2-2 1 0,2-2-74 16,6-8 37-16,6-5 8 0,-1-2-8 0,2-3-68 15,4-4 34-15,2-1 0 0,0-1-47 16,0 0 48-16,8-1-8 0,9-10 40 0,4 0-42 0,2 1-3 16,0 2 0-16,-4 0-11 0,6 3-11 0,-4 1 39 15,4 3-14-15,-2 1 76 0,-2 0-30 16,-3 0 6-16,-2 9-25 0,-5 2 74 0,-2 6-31 15,-4 5-21-15,-2 3 104 0,-3 1-44 16,-7 0-30-16,-7 3 0 0,-7 1-25 0,-2-2-11 16,0 0 0-16,-6-2 8 0,1-1-130 0,-1-5 61 15,2-3 30-15,-1-4-159 0,1-4 81 0,7-4 55 16,-2-5-2-16,4 0-499 0,5-2 218 0,1-14 136 16,10-6-299-16,2-4 208 0,0-3 118 0,0 2 54 15,5 2-204-15,4 2 129 0,0 3 65 0,0 1 24 16,0 3 140-16,-5 8-49 15,4-2-26-15,-3 1 177 0,1 3-101 0,2-2-59 16,-2 5-16-16,1-1 455 0,2 1-190 0,-1-1-137 16,0 2 368-16,1 0-219 0,1 2-123 0,1 0-57 15,-1 0-348-15,4 0 146 0,1 4 73 0,1 0 43 16,1 1-652-16</inkml:trace>
  <inkml:trace contextRef="#ctx1" brushRef="#br0" timeOffset="105493.58">28232 11311 1537 0,'2'-10'0'0,"0"8"0"0,-1 1 0 16,1 1 0-16,-2 0 0 0,0 1 0 0,0 17 0 0,0 8 471 0,0 3-220 0,0 6-100 0,4 7-64 0,1 3 234 0,4 5-144 15,0 0-72-15,-3 3-37 0,2-1 42 16,-3 2-44-16,-1-2 1 0,1-3-40 0,-2-2 6 15,0-2 0-15,-3-9 21 0,0 1-21 16,0-3 0-16,-4-8-1 0,-3-6-57 0,-3-4 29 16,0-7 9-16,-6-5 19 0,2-4-93 0,-3 0 46 15,-1-8-4-15,-1-8-199 0,1-6 102 0,-2-7 46 16,-1-9 34-16,3 1-400 0,-1-7 202 0,3-3 101 16,-2-1-116-16,6 2 113 0,0 13 51 0,1 1 27 15,2 11-114-15,0 3 71 0,4 5 25 0,0 6 9 16,-1 4 249-16,1 1-107 15,-2 2-54-15,0 5 193 0,-1 11-132 0,0 0-53 16,-3 6-31-16,3 2 188 0,2-2-95 0,2 5 13 16,1-7-157-16,3 5 64 0,0-1 21 0,10-3 1 15,10-4-709-15,-6-6 318 0,4-8 173 0</inkml:trace>
  <inkml:trace contextRef="#ctx1" brushRef="#br0" timeOffset="105660.15">28592 11699 1497 0,'8'-1'0'0,"5"1"0"0,3 0 0 0,-2 9 0 0,-1 4 0 0,-5 6 0 0,-1 2 616 15,-1-1-291-15,-1 3-138 0,-2 0 188 0,3 3-172 16,-5-4-84-16,-1 0-44 0,0 1-66 0,0-5 32 16,0-2-8-16,0-1 0 0,-1-5-535 0,-5 1 267 15,-2-4 135-15</inkml:trace>
  <inkml:trace contextRef="#ctx1" brushRef="#br0" timeOffset="138188.74">7871 12932 317 0,'0'0'0'0,"0"0"0"16,0 0 0-16,0 0 0 0,0 0 0 0,0 0 0 0,0 0 0 0,0 0 0 0,0 0 31 0,0 0-1 0,0 0 29 0,0 0-27 16,0 0 0-16,0 0 0 0,0 0 31 15,0 0-30-15,0-2 8 0,0 0-8 0,0 2 37 16,0-2-37-16,0 0-1 0,0 2 4 0,0 0 5 16,0-2-8-16,0 2 0 0,-3 0-3 0,3-2 3 15,0 2 0-15,-2 0 11 0,0 0-11 0,0-2 0 16,2 2-1-16,-2 0-23 0,-1 0 24 0,-1-2 8 15,2 2-9-15,-2-2-36 0,-1 0 35 0,-1 1-4 16,3-1 3-16,-3-2-31 0,0 0 29 0,1 1-3 16,1 1 2-16,-5-2-30 15,4 1 29-15,-2 0-21 0,2 2 19 0,-1-1-3 16,0 2 2-16,1 0-33 0,-3 0 31 0,3 0 4 16,-1 0-4-16,0 6-36 0,-1 1 0 0,1 1 29 15,1 0 3-15,-1 0-28 0,0 0-10 0,2 1 34 16,0-4 18-16,-1 4-22 0,2-2 2 0,1-3 28 15,-1 5-4-15,0-1-23 0,0-1 0 16,1 0 25-16,2 3-21 0,-3-2 2 0,3 1 4 16,0-1 30-16,0 1 8 0,0-1-40 0,0-1 11 15,0-2 11-15,3 0-13 0,0 2-5 16,5-4-35-16,-1 2 1 0,2-4 39 0,3 0-57 16,-3-1 23-16,0 0 0 0,1 0 18 0,-1 0-60 15,-1 0 30-15,0 0-4 0,-3 0 20 0,-1 0-22 16,0 0-13-16,-3 0 39 0,1 0-18 0,0 0-28 15,-2 0 30-15,0 0 8 0,0 0 50 0,0 0-26 16,0 0-3-16,-4 0 47 0,-3 0-29 0,-3 5 0 16,1 2-25-16,-1 5 14 15,-1-1-10-15,0 3-4 0,0 6 13 0,1-2 1 16,1 3 1-16,4 0-10 0,0 1 18 0,0-1 15 16,4 0 4-16,1-3-33 0,0-1 46 0,0-2-21 15,0-3 1-15,6 2 21 0,2-2-19 0,3-4 0 16,1 1-8-16,1-4 15 0,0 1-9 0,2-3-11 15,0-1 1-15,0 2-42 0,2-4 41 16,-2 3 0-16,-3-3 8 0,2 0-79 0,-5 0 31 16,3 0-1-16,-4 0-45 0,-1 0 36 15,-4 0 16-15,3 0-27 0,-3 0 15 0,-1 0-1 16,-1 0 8-16,-1 0 120 0,0 0-51 0,0 0-28 16,0-3-3-16,0 2 84 0,0-2-43 0,0 1-27 15,0 0 24-15,0 1-66 0,0-1 43 0,0-2-17 16,0 1-258-16,0-3 124 0,0 1 73 0,2-3-750 15,7 2 362-15</inkml:trace>
  <inkml:trace contextRef="#ctx1" brushRef="#br0" timeOffset="140489.81">18202 14524 1012 0,'0'-9'0'0,"0"3"0"0,0-2 0 0,0 1 0 0,0 2 0 0,0-1 0 0,0 2 0 0,-2-2 0 0,0 2 0 16,-1 3 63-16,-3-3 0 0,0 3-30 0,0-2 38 0,1 1-38 15,-6 2 7-15,-1 0-7 0,1 0 22 0,-2 2 0 16,-2 6-23-16,0 1 37 0,-2 3-28 0,1 0-9 16,2 2 1-16,1 1 28 0,-1 0-1 0,4 2-27 15,2-2 38-15,0 0-8 0,4 0-31 0,3-2 1 16,1 0-16-16,0-2 16 15,0-1 8-15,1-1-8 0,8-2-66 0,3 0 33 0,-1-1 1 0,1 1-106 16,-1-4 65-16,4 1 28 16,-3 0 6-16,-3-3-67 0,0 1 27 0,1 2 27 15,-5-2-111-15,-1 2 62 0,-2-2 11 0,-2 7 20 16,0 0 36-16,-4 2-6 0,-9 4-32 0,-2 2 13 16,-3 3 222-16,2 2-104 0,-1-2-48 0,4 2 254 15,-3-2-133-15,6 1-74 0,2-1-12 0,3-3 77 16,5-2-61-16,0-1-24 0,0-2 35 0,9-3-37 15,8 2 0-15,3-4-37 0,5 0-60 0,-2-3 38 16,5-1-8-16,0-3 30 16,-8 3-260-16,3-3 130 0,-2 0 65 0,-5 0-582 15,0 0 274-15,-3 0 160 0</inkml:trace>
  <inkml:trace contextRef="#ctx1" brushRef="#br0" timeOffset="141826.94">12047 13450 508 0,'2'-4'0'0,"0"1"0"0,0-3 0 0,0 2 0 0,2 0 0 0,-2 2 0 0,0-2 80 0,0 3-47 0,-2-1 0 15,0 0 49-15,0 0-24 0,0 0 0 0,0 0-17 16,0-1 33-16,0-1-21 0,0 0 0 15,0 0-20-15,0 0 21 0,0 0-13 0,-4 1-8 0,-2-1 7 16,0 2-7-16,1-1-1 16,-4 1 1-16,-2 0 4 0,1 0-4 0,-1 2-1 15,-1 0-17-15,1 0 18 0,-2 6 0 0,-1 1 8 16,2 2-26-16,-2 3 18 0,3-1-5 0,-3 0 3 16,5 0-19-16,-2 1 26 0,2-1-11 0,-1 0 0 15,3-1 1-15,0 1 1 0,1-4-11 16,2 3 18-16,0-2-8 0,2-1 0 0,0 1 6 15,2-3-6-15,0 1 0 0,0 0 7 16,0-1-33-16,0 1 25 0,2-2 0 0,4-1 1 16,5-1-49-16,-1 0 29 0,3 0-10 0,0-2-33 15,2 0 24-15,-2 0 0 0,2 0-48 0,-2 0 30 16,0 0 0-16,-4 0 38 0,1 0-42 0,-1 0 1 16,-3 0 19-16,-2 0-7 0,0 0-16 0,-2 0 19 15,0 1 9-15,-2 1 0 0,0 3 51 0,0-2-26 16,-7 5 0-16,-2 1 122 15,-2 1-68-15,1 1-34 0,-2 1 84 0,-1 3-47 16,1 0-28-16,-1 3 0 0,1-1 16 0,3-2-3 16,0 2 7-16,2-2-30 0,3-1 18 0,0 2 1 15,2-4-23-15,2 0 1 0,0 0 42 0,0-2-42 16,0 3 0-16,6-3-15 0,3-1 14 0,4-1 1 16,1 0-23-16,2-3-9 0,3-4 32 0,1 2 0 15,5-3-116-15,0 0 52 0,-3 0 34 0,7-7-18 16,-8-3-132-16,0 0 67 0,0 1 44 15,-2 1-580-15,0 1 284 0,-4 1 153 16</inkml:trace>
  <inkml:trace contextRef="#ctx1" brushRef="#br0" timeOffset="143644.2">11204 16558 406 0,'0'0'0'0,"2"-3"0"0,0 2 0 0,0-3 0 0,1 1 0 0,1-3 0 0,0-1 79 0,-3 3-23 16,4-2 0-16,-3-1-23 0,2-1 48 0,-3 3-7 0,1-1-41 15,0 1 27-15,0-2 1 0,-2 4-28 16,0-1 8-16,0 0 22 0,0 1-30 0,0 1 0 16,0-2 28-16,-6 2-29 0,3 0 9 0,-4 0-8 15,0 2 0-15,0 0 0 0,-4 0-1 0,1 0 1 16,1 0-21-16,-4 6 21 0,1 3-1 0,-1 0 1 16,0 1 8-16,0 1-8 0,0 3 7 0,-1-1 10 15,4 0-19-15,-2 0 1 0,3-2 26 0,1 3-1 16,5-6-16-16,-4 2-8 15,5-2 40-15,1 0-40 0,1-3 0 0,0 0-1 16,0-2-22-16,0 2-9 0,1-3 31 0,8-1 1 16,0 2-69-16,0-3 33 0,1 0 0 0,1 0-51 15,-2 0 33-15,1 0 21 0,-3 0-27 0,1 0 1 16,-3 0 23-16,0 0 13 0,0 0-34 0,-3 3-1 16,0 3 14-16,-2 3 11 0,0 4 80 0,0-1-39 15,-7 3 0-15,0 4 132 0,-2-1-75 16,-2 5-41-16,3-2-5 0,-1 0 130 15,1 1-74-15,3-1-38 0,0-3 40 0,3 3-39 16,2-5 9-16,0-2-48 0,0-1 59 0,11-2-29 16,1 0-1-16,4-4-28 0,0-1-22 0,5-2-8 15,4-4 30-15,-2 0-167 0,4 0 84 0,1-5 41 16,2-7 29-16,-3-3-526 0,1-1 251 0,0-2 90 16,2 2-708-16</inkml:trace>
  <inkml:trace contextRef="#ctx1" brushRef="#br0" timeOffset="145253.32">4651 7977 441 0,'0'0'0'0,"0"0"0"0,0 0 0 0,0 0 0 0,0 0 0 0,0 0 0 0,0-2 0 0,0 2 62 0,0-1 7 0,0-1-36 16,0 0 0-16,2-2 49 0,-2 0-24 0,0 1-1 16,0 1 10-16,0-2-9 0,0 0-26 0,0 1 32 15,0 0 0-15,0 0-23 0,0 2-8 16,0-2 23-16,-5 1 0 0,0 0-24 15,-2 1 1-15,2-1-7 0,-3 2 6 0,0 0 1 16,-1 0 0-16,-1 0-20 0,2 0 20 0,-2 0-16 16,-2 0-8-16,2 0 23 0,-4 2 1 0,1 3-22 15,2 2-7-15,-3 4 33 0,1 1-19 0,2 2-6 16,0 1 9-16,2-3 4 0,3 2-6 0,0-3 36 16,3 4-6-16,0-5-25 0,3 1 14 0,0-2-12 15,0 0 2-15,0-1-7 0,6 2 6 16,5-5 3-16,-1 1-2 0,1-4-62 15,4 0 29-15,0-2 5 0,1 0 24 0,-2 0-94 16,2 0 43-16,-3 0 15 0,1 0 0 0,-6 0-63 16,0-2 38-16,-2 0 10 0,-3 0-1 0,-1 2 7 15,1 0 14-15,-3 0-15 0,0 0 90 0,-5 4-40 16,-7 8-1-16,-1 5 113 0,-1 2-68 0,1 0-25 16,-4 5-1-16,4-1 107 0,3 2-64 0,2-7-16 15,2 4-21-15,4 0 93 0,2-6-60 0,0-1-26 16,0-1 0-16,2-5 2 15,10 0 1-15,3-3-57 0,4-3 28 0,2-3 0 16,3 0-1-16,-3 0-63 0,-1-1 32 0,2-5 8 16,-1-5 24-16,-2 2-204 0,-2-3 99 0,-1 1 31 15,-4 2-425-15,1-1 204 0,0 3 123 0,-2 1 26 16,3 2 40-16</inkml:trace>
  <inkml:trace contextRef="#ctx1" brushRef="#br0" timeOffset="166634.19">876 15204 332 0,'-13'-5'0'0,"2"1"0"0,0 1 0 0,5 2 0 0,-1-4 0 0,-1 5 127 15,-1-4-39-15,6 1-33 0,-1 0 69 0,4 1-45 16,0-4-23-16,0-1 11 0,2-3 8 0,10-1-43 15,3 0 1-15,1-2 27 0,0 5-1 0,1 1-26 16,-1 1 8-16,1 4 32 16,1 2-40-16,-2 0-1 0,0 0 15 0,1 9 19 15,-4 5-34-15,3 3 1 0,-5 0 3 0,1 1-4 16,-2 3 1-16,-2 0-6 0,-3 1 5 0,0 0 1 16,-3 1 0-16,0 4-17 0,-2-5 17 0,0 1 7 15,-4 3-7-15,-7-3-29 0,-2 1-6 0,-3-3 32 16,0-3 0-16,-3-4-45 0,0-1 12 0,-3-2 0 15,-1-3-98-15,3-6 57 16,-3 1 30-16,5-3-82 0,-3 0 41 0,8 0 29 16,-1-3-1-16,4 2-175 0,1-6 76 0,4-1 47 15,3 1 5-15,2-3-142 0,0-1 93 0,5 0 44 16,13-4-153-16,2 2 91 0,2-2 59 0</inkml:trace>
  <inkml:trace contextRef="#ctx1" brushRef="#br0" timeOffset="166862.57">1190 15031 457 0,'2'-15'0'0,"-2"6"0"0,0-1 0 0,0 0 0 0,-2 2 0 0,-4 1 199 15,-7 3-87-15,0 1-40 0,-1 1 0 16,0 2 25-16,-2 0-32 0,0 9 8 0,-5 12 47 16,1 6-44-16,2 8-22 0,1 3 82 0,2 3-51 15,5-5-18-15,3 10-9 0,6-11-25 0,1 2 137 16,0-5-69-16,6-5-9 0,10-6-21 0,9 0-8 15,-2-5-30-15,7-7-125 0,0-1 63 16,2-4 31-16,-5-3 8 0,8-1-114 0,-5 0 69 0,-3 0 33 0,-2 0-439 16,-3 0 203-1,2 0 115-15,-3-1 16 0,4-7-359 0</inkml:trace>
  <inkml:trace contextRef="#ctx1" brushRef="#br0" timeOffset="167043.09">1422 15087 1299 0,'0'0'0'0,"-2"4"0"0,2-4 0 0,0 0 0 0,0 0 0 0,0 0 0 0,7 0 60 0,7 0 143 0,4-2-85 0,1-1-43 16,1-1 90-16,1 0-71 0,4 1-30 0,-6 1-244 16,5 2 107-16,-5 0 52 0,0 0 36 0,-1 0-455 15,-1 0 223-15,-4 0 112 0,-1 5 55 0</inkml:trace>
  <inkml:trace contextRef="#ctx1" brushRef="#br0" timeOffset="167204.16">1473 15236 1166 0,'-8'7'0'0,"2"4"0"0,1-3 0 0,3-4 0 0,2-2 0 0,0-1 0 0,0 1 0 0,5 0 109 15,7-2-38-15,5 0 56 0,3 0-47 0,4 0-24 16,-5 0 8-16,5 0-271 0,-2 0 120 0,2-2 60 15,-3 0 30-15,4 1-469 0,-3-1 227 16</inkml:trace>
  <inkml:trace contextRef="#ctx1" brushRef="#br0" timeOffset="167606.09">2141 14723 943 0,'0'-15'0'0,"0"8"0"0,0-3 0 0,-13 2 0 0,2 1 0 0,-4 6 0 0,0-1 0 0,1 2 0 0,-2 0 174 0,-1 4-75 0,-3 10-33 15,1 3 0-15,5 2-4 0,-3 2 0 0,5-3-21 16,0 5-54-16,5-5 23 0,1 1 0 0,4-4 23 16,2 0-27-16,0-3 7 0,0 1 20 0,4-6-125 15,5 1 62-15,5-2 12 0,-2-3 22 0,-4 1-180 16,7-4 90-16,-7 2 21 0,2-2 31 0,-2 0-76 15,-5 0 46-15,0 0-1 0,-1 0 7 0,-2 0 68 16,0 0 0-16,0 5-50 16,-5 5 168-16,-9 1-79 0,3 3-31 0,-3 3 79 15,1 2-53-15,0 3-12 0,-1-2 1 0,6-1 138 16,0 4-60-16,0-3-45 0,3-2-22 0,4 2 70 16,1-5-41-16,0-1 8 0,1-2-88 0,9 0 0 15,1-5 40-15,5 1-133 0,3-5 67 0,-2 1 41 16,1-2-18-16,2-1-67 0,-7-1 34 15,3 3 31-15,-3-1-1 0,-5-2-215 16,4 1 87-16,-2-1 62 0,-2 0-4 0,-1 0-131 16,-2 0 91-16,3 0 36 0,-3 0-144 0,2 0 99 15</inkml:trace>
  <inkml:trace contextRef="#ctx1" brushRef="#br0" timeOffset="168230.98">2462 14916 497 0,'0'-7'0'0,"0"0"0"0,0-1 0 0,0-3 0 0,0 1 0 0,-3-1 103 15,1 0-36-15,-1-1 1 0,-1 4-27 0,-1-4 18 16,0 5-27-16,0-1 1 0,0 2 6 0,-1 2-7 15,-2 3 13-15,-2 1-12 16,1 0 0-16,-5 1 65 0,2 12-61 0,-1 8-4 0,-2 3 7 0,2 5 99 31,2 1-103-31,0 2-3 0,3 0 0 0,3 0 144 16,1-6-128-16,4 6-16 0,0-10-1 16,0 0 25-16,10-2-24 0,2-1 0 0,3-6 8 15,1-3-59-15,2-2 26 0,3-4 0 0,-1-4 25 0,2 0-158 16,-2-1 88-16,3-13 30 0,-2-3 15 0,-4-3 0 0,1-3-220 15,-5-3-190-15,1-1 383 0,-5-1 4 16,1 2-11-16,-4 4 1 16,-1-1-23-16,-2 4 15 0,-1 8 101 15,-2 0-46-15,0 3-28 0,0 5 1 0,0 1 172 0,0 2-92 16,0 0-42-16,-7 9-22 0,4 11 121 0,-3 3-63 16,4 2-17-16,1 0 0 0,1-5 7 0,0 2 22 15,0 0-24-15,3-3-34 0,6-2 10 0,4-2-63 16,1-5 40-16,1-2-8 0,2-3 30 15,-3-5-87-15,4 0 41 0,-2 0-1 0,1-2 36 0,-4-9-12 16,1-5-75-16,-3 0 34 0,1-8 20 16,-3 3-20-16,-4 0-19 0,-1-3 18 15,-2 1 1-15,0-5 11 0,-2 3 25 0,0 1-18 16,-5 4-1-16,-7-6 26 0,0 6-23 0,-2 4-4 0,-2 3 87 16,-2 1-40-16,-1 6 2 0,0 5 28 15,0 1-31-15,-5 1 7 0,6 12-34 0,3 3 13 16,-1 2-8-16,2 2 8 0,2-2-4 15,5 0-188-15,2 0 90 0,4-5 47 0,1 3 21 16,0-4-148-16,6-3 79 0,8-3 28 16,10-2 24-16,-5-4-18 0,13 0-338 0</inkml:trace>
  <inkml:trace contextRef="#ctx1" brushRef="#br0" timeOffset="168494.05">2999 14744 1370 0,'-5'-2'0'0,"-3"2"0"0,-4 0 0 0,-3 3 0 0,0 9 0 0,-4 3 0 0,5 4 0 0,3-3 0 0,0 5 390 0,4-2-310 0,3 0-45 15,4-2-2-15,0 0-21 0,3-2 0 0,8 0 29 16,4-6-8-16,5 0 0 0,-1-3-97 0,2-1 48 16,-1 4 25-16,-1-5 8 0,-4 4-62 0,-1 1 39 0,-6 2 0 15,0 0 39-15,-5 2-26 16,-1 0 3-16,-2 2 13 0,0-1 54 0,-7 3-30 0,-7 1-1 15,-4 0-1-15,0-3-28 0,-5 2-2 0,1-2-69 16,3-5 36-16,-2 0 10 0,4-4 29 16,4-1-280-16,-1-3 132 0,3-2 65 15,6 0 34-15,1-2-415 0,4-9 208 0,0-5 86 0,7-9 62 16</inkml:trace>
  <inkml:trace contextRef="#ctx1" brushRef="#br0" timeOffset="168726.46">3219 14391 724 0,'0'-8'0'0,"0"4"0"0,0 2 0 0,0 1 0 0,0 1 190 0,0 0 188 16,0 15-177-16,-4 12-84 0,-3 7-42 0,5 5 130 16,-1 7-87-16,2 1-34 0,1 5-30 0,0 3-38 15,0-1 17-15,0-1 0 0,3-3-1 0,7-10-93 16,2 2 42-16,-1-7 26 0,5-3 0 0,0-8 26 0,3-3-96 15,-3-5 56-15,0-6 16 0,0-2 0 0,1-6-308 16,-4-2 111-16,1 0-224 0,-4-5 180 16,-2-10-534-16,-2-5 708 0,-3-4 1 0</inkml:trace>
  <inkml:trace contextRef="#ctx1" brushRef="#br0" timeOffset="168902.69">3029 14681 1180 0,'-13'10'0'0,"5"-3"0"0,4 3 0 0,2-2 0 0,2-5 0 0,0 1 775 0,0 0-719 16,11-2 0-16,11-2-15 0,8 0 156 0,2 0-82 15,6 0-41-15,2-4-20 0,4-5-1 0,-9 4 27 0,3 2-7 16,-1-1-41-16,-6 2 1 0,0 2-431 0,-9 0 215 16,3 0-480-16,-4 0 344 0,-5 5 142 0</inkml:trace>
  <inkml:trace contextRef="#ctx1" brushRef="#br0" timeOffset="169461.95">1030 15684 740 0,'-14'0'0'0,"1"-2"0"0,2 1 0 0,4-1 0 0,1 0 131 0,3 2 80 0,1 0-93 16,0 0-43-16,2 0 171 15,0 0-208-15,2 0-5 0,8 0 8 0,3 7-9 0,6 2 92 16,-1-1-46-16,0 2-22 0,4 1 7 0,-1 1-71 16,-2-2 20-16,0 2 0 0,-1 0 21 0,1 0-163 15,-8-2 90-15,3 1 32 0,-3-1 0 0,0-3-90 16,-5-1 65-16,1-3-2 0,-2 1 32 0,-2-4-414 0,2 0 199 0,-2 0 59 15,1 0-161-15,-1-6 143 0,-1-8-38 16</inkml:trace>
  <inkml:trace contextRef="#ctx1" brushRef="#br0" timeOffset="169673.39">1319 15519 584 0,'5'-10'0'0,"-2"5"0"0,0 2 0 0,-1 1 0 0,1 0 0 0,-3 2 0 0,0 0 297 0,0 7 461 16,0 12-678-16,0 6-23 0,-7 4 8 15,-2 10 288-15,-2 7-282 0,-2 3-38 0,-2 10 0 16,-2 0 30-16,3-4 8 16,-5 15-38-16,2-11 0 0,5-5-64 0,-1 1 32 0,-1-4 0 0,5-7 40 0,-5 6-8 15,7-15-174-15,-1 1 86 0,0-6 44 0,5-8 22 16,-3-7-267-16,1-1 133 0,3-4 24 0,1-8-273 16,1 0 163-16,0-2 89 0,0 0 35 15,0-2-106-15,1-14 79 0,12-6 39 0,-2-7 1 16</inkml:trace>
  <inkml:trace contextRef="#ctx1" brushRef="#br0" timeOffset="169847.93">1471 15737 1365 0,'8'-1'0'0,"-3"-1"0"0,0 2 0 0,-5 0 0 0,3 0 0 15,-3 5 0-15,0 0 0 0,3 1 221 0,0-2-93 0,7-1 24 0,1 2-60 0,8-5-29 0,0 0 8 16,-2 0-39-16,4 0-178 0,0-2 90 15,-1-4 44-15,1-1 22 0,-3-1-149 0,0 1 82 16,-3 1 44-16,-4 4-467 16,-2 0 243-16,-2 2 67 0</inkml:trace>
  <inkml:trace contextRef="#ctx1" brushRef="#br0" timeOffset="169998.53">1571 15919 1167 0,'-14'10'0'0,"0"-1"0"0,7-1 0 0,-1-3 0 0,5-2 0 0,-3-2 0 0,6 0 0 0,0 2 0 0,0-1 56 0,9-2 153 16,4 0-80-16,3 0-53 0,1 0 24 0,4 0-34 16,6 0 1-16,-3 0-351 0,-2 0 167 0,10 0 71 15,-4 0-196-15,3-2 137 0,-3 2 67 0</inkml:trace>
  <inkml:trace contextRef="#ctx1" brushRef="#br0" timeOffset="170413.05">2249 15504 419 0,'0'-20'82'0,"-2"4"-28"0,-6 2-1 0,1-2 319 16,-4 4-303-16,-1 2-36 0,2 5 8 0,-5-1 36 0,1 5-21 16,-1 1-1-16,1 0-22 0,-5 8 30 0,2 7-22 15,-3 10-8-15,2-1 0 0,1 1-48 0,2-1 24 16,5-5 1-16,-2 3 30 0,4-5-46 15,4 0 0-15,3-4 38 0,1-1 1 0,0-4-123 0,0 0 51 16,8-2 28-16,6 1-2 0,0-7-103 16,4 0 50-16,1 0 34 0,-3 0 2 0,0 0-26 15,1 0 12-15,-7 0 1 0,2 0 3 16,-2 0 17-16,-5 0-14 0,-2 2 14 0,0 8 77 16,-3 1-38-16,0 5-2 0,0 2 160 0,-11 3-84 15,-1 1-48-15,0 1 152 0,1-1-89 0,3-2-34 16,-5 0 30-16,7 0-28 0,1-1 1 0,2-4-68 15,3-2 27-15,0-1 0 0,0-3 8 0,3 2-99 16,7-3 46-16,4 0 22 0,2-6 0 0,-1 3-127 16,3-5 80-16,1 0 20 0,-1 0 20 0,-1 0-166 15,-2 0 84-15,-1-2 26 0,-3-1 23 0,3-2-204 16,-4 3 104-16,-2-1 39 0,2-1 29 0,-1 0-91 16,2 0 51-16,1-1 40 0,1-1-217 15</inkml:trace>
  <inkml:trace contextRef="#ctx1" brushRef="#br0" timeOffset="170723.83">2641 15523 882 0,'-6'-11'0'0,"-10"7"0"0,-4 0 0 0,2 1 0 0,-3 1 0 0,-2 2 243 15,2 0-108-15,0 0-52 0,-4 8-25 0,7 4 0 0,-1 3 29 16,6-1-19-16,-2 4-8 0,5-1-27 0,4 2 77 15,3-5-39-15,0 2 1 0,3-1-52 0,0-2-8 16,7-1-62-16,6-2 41 0,3-3 22 16,0 4-171-16,1-6 160 0,-1 1 31 15,3-1-5-15,-4 1-45 0,0 0 6 16,-2 0 5-16,1 1-13 0,-4 1 28 0,-2 0-44 0,-3 4-1 16,-4 1 15-16,1-1 14 0,-2 3 47 0,0 0-22 15,-8-1-4-15,-3 2-20 0,-3-3 74 16,2 0-33-16,-2-4-10 0,-2 1-111 0,3-5 47 15,4-2-459-15,-1-1 454 0,4-2-3 0,3 0-156 16,1 0 87-16,2-3 36 0,0-9 23 0,5-2-251 16,11-3 129-16,0-8 78 0</inkml:trace>
  <inkml:trace contextRef="#ctx1" brushRef="#br0" timeOffset="170876.44">2733 15638 938 0,'10'-2'0'0,"0"2"0"0,-5 0 0 0,2 0 0 0,-7 5 0 0,2 3 0 0,-2 5 660 0,0 0-611 0,0 0-16 15,0 3 0-15,0-1-18 16,0 2 15-16,0-1 3 0,0 0 0 0,0-2-1 0,0-5-274 16,0 1 145-16,0-2 61 0,0-2 34 0,0-5-404 15,0 1 212-15,0-2 106 0,0 0 58 0,0-12-224 16</inkml:trace>
  <inkml:trace contextRef="#ctx1" brushRef="#br0" timeOffset="172086.62">2797 15226 1049 0,'6'-3'0'0,"1"3"0"0,-1 0 0 0,0 0 0 0,-1 0 0 0,0 3 0 0,0 9 0 0,-2 1 0 16,2 5 157-16,2 2-66 0,-2 7-29 0,-3 0-198 0,2 2 84 0,0 3-556 16,-3-2 551-16,3 4 30 0,-1 0 0 0,-2 2-109 15,4 0 61-15,-4-10 27 0,1-1 3 0,0-11-45 16,-1 1 90-16,1-1 0 15,-2-5 0-15,0-4 0 0,0-5 0 16,0 0 0-16,0 0 0 0,0 0 0 0,0 0 133 0,0 0-78 16,0 0-39-16,0 0-25 0,0 0 329 15,0 0-85-15,0 0-87 0,0 0-49 0,0 0-22 16,0 0-22-16,5 0 0 0,-1 2-22 16,5 2-108-16,0 1 62 0,0 0 19 0,1-2 0 15,-1 1-114-15,-2-1 70 0,1 4 35 0,0-3 9 0,-1 1-15 0,-3 3-20 16,2 1 6-16,-4 2 0 15,-1 0-9-15,1 3 67 0,-2 0-27 16,2 0-15-16,-2-1-29 0,0-2 171 0,1-2-67 16,-1-1 52-16,2-2-48 0,1-2 14 15,-3-3-67-15,2-1 3 0,-2 0 14 0,3 0-82 16,1 0 68-16,1-5 6 0,-3-4 2 0,2-3-1 0,-2 5-95 16,1-2 49-16,-1-1 11 0,0 0 0 0,1 5-17 15,-2-1 1-15,-1 4 16 0,0 0 16 16,0 0-47-16,0 2 1 0,0 0 22 0,0 0 12 15,0 0 2-15,0 0-6 0,0 0-7 16,0 2 7-16,0 4-2 0,2-1-2 16,-2 2 3-16,3-1 0 0,-2-1 3 0,1-2-28 0,0 1 27 15,-1-1-1-15,1 0 2 0,-2-1-37 0,3-1 1 16,-1-1 32-16,-2 2-6 0,0-2 6 16,0 0-6-16,0 0-1 0,0 0-2 0,0 0 68 15,0 0-31-15,0 0 1 0,0 0 30 0,0 0-29 0,0 0 27 16,0 0-43-16,0 0-4 0,0 0 0 0,0 0-1 15,0 0 4-15,0 0 7 0,0 2-4 16,0 0-36-16,0-2 1 0,0 2 38 0,0-2-5 16,-2 1-32-16,-1-1 31 0,1 0-5 15,2 0 3-15,0 0-11 0,0 0 0 0,0 0 7 16,-1 0 0-16,1 0-5 0,0 0 13 0,0 0-10 16,0 0 27-16,-2 0-25 0,2 0 42 15,0 0 0-15,-2 0-39 0,2 0 4 0,-1 0 22 16,-2 0-22-16,3 0 2 0,-2 0-1 0,1 0 4 0,1 0 2 15,-3 0-2-15,1 0-2 0,2-1 5 0,-2 1 13 16,2-2-15-16,0 0 2 0,0 2-1 16,-1 0 33-16,1 0-34 0,0-2 0 0,0 2-2 15,0 0 44-15,0 0 0 0,0 0-25 16,0 0-9-16,0 0-43 0,0 0 37 16,0 0 9-16,-2 0-2 15,2 0-2-15,-2-2-32 0,1 2-1 0,-2-1 30 0,1-1 5 0,-1-1-10 16,-1-1 3-16,2 0-7 0,-1-2 6 0,1-1 27 15,-1-3 4-15,1 0-35 0,2 1 3 0,0 0 32 16,0-1-30-16,0-1 4 0,0 1-23 0,0 0-2 0,0 2-31 16,0-2 46-16,0 3 6 0,0-3 0 0,5 3-64 15,0 2 56-15,1-3 4 0,2 2-5 16,-3 2-15-16,4-3 11 0,-1 3 6 16,0 2-12-16,-2 0 9 0,3 1 37 0,-2 1-38 15,0 0-5-15,-1 0 4 0,2 3 58 16,0 10-27-16,-2 1 70 0,-4 5-46 0,2 5-18 0,-2-1 132 15,0 5-145-15,-1-2-3 0,3 1 9 0,0-8 9 16,1 4-5-16,0-2 3 0,3-5 1 16,-2-4-70-16,4-3 33 0,-1-5-1 15,2-1 39-15,3-3-181 0,1-3 78 16,2-14 42-16,-1-5 11 0,0-4-245 0,-2-6 113 0,2 0 69 0,-5-4 9 0,1-2-189 16,-3-5 110-16,-1 1 54 0,-2-7 20 15,1-4-74-15,-1-1 54 0,-1-3 8 0,1 1 23 16,-1 3 234-1,-2 12-215-15,2 1 5 0,-3 14 0 0,2 3 305 16,-3 10-152-16,-1 4-77 0,0 6-46 16,0 0 9-16,0 3 287 0,0 0-143 0,0 19-41 0,0 6-44 0,0 6 152 15,0 12-96-15,0 3-45 0,0 1-21 0,0 3 37 16,2-3-30-16,3-5 9 0,3 7-39 0,3-8 26 16,0-7-1-16,0 1-25 0,3-6 1 0,-1-3-157 15,2 2 75-15,-1-9-324 0,-1-3 183 0,-2-3-732 16,0 0 819-1,-1-6 19-15,-3-3 30 0,0-3 0 0,1-1-334 16,-5 0 178-16,2-1 88 0,-4-10 37 0</inkml:trace>
  <inkml:trace contextRef="#ctx1" brushRef="#br0" timeOffset="172246.19">3135 15458 1648 0,'-21'3'0'0,"10"1"0"0,2 3 0 0,1-4 0 0,5-2 0 0,3-1 0 0,0 2 0 0,3 1 378 0,22-3-173 0,4 0-86 16,11 0-43-16,7-3 175 0,2-3-114 16,2-7-51-16,0 1-27 0,-5 4-353 0,-8 6 164 0,5-2 90 15,-7 2-303-15,-2 2 188 0,-4 0-690 16</inkml:trace>
  <inkml:trace contextRef="#ctx1" brushRef="#br0" timeOffset="172809.7">1208 16787 856 0,'-20'0'0'0,"2"0"0"0,2 3 0 0,5-2 0 0,4 1 33 0,1-2 327 16,4 0-167-16,2 0-80 0,0 0-41 0,15 0 50 16,10-2-45-16,7-9-14 0,9-4-8 0,0-2 187 15,1 0-104-15,-1-2-53 0,-2 4-26 0,-7 0-57 16,1 2 31-16,-4 0 0 0,-8 2 0 0,3 4-209 16,-7-1 105-16,-4 3-375 15,-5 2 236-15,1 1 85 0,-7 0-712 0,-1 1 789 0,-1-1 15 16,0-1-8-16,0 1-115 0,-9 1 61 15,-2-3 31-15</inkml:trace>
  <inkml:trace contextRef="#ctx1" brushRef="#br0" timeOffset="173017.15">1407 16424 716 0,'-10'-17'0'0,"3"8"0"0,2 1 0 0,-1 2 0 16,1 5 0-16,-2 1 0 0,0 0 273 0,1 7-120 0,-1 16-52 0,2 9-38 15,-2 9 199-15,2 7-115 0,3 15-57 0,2-1-28 0,0-9 50 16,0 4-44-1,0-3 1-15,2-5-37 0,3-15 25 0,4 5-25 0,1-10 9 16,1 2-8-16,1-11-133 0,3-2 67 16,2-5 32-16,-2-6 1 0,0-5-89 0,3-2 56 15,-2 0-312-15,3-15 153 0,0-10 93 0,1-6-287 16,-2 0 168-16,4-9 97 0,-1-3 44 0,0-3-248 16</inkml:trace>
  <inkml:trace contextRef="#ctx1" brushRef="#br0" timeOffset="173193.68">1857 16094 1135 0,'2'0'0'0,"1"13"0"0,-3 6 0 0,0 4 0 0,-3 6 744 15,-5 4-676-15,-4 8 0 0,6 1-35 0,-5 4 0 0,3 4 152 16,0 0-80-16,-1 0-36 0,1 0 0 0,3-2-71 16,-3-1 1-16,-1-10 42 0,4 3-281 0,0-3 137 15,0-5 68-15,-1-4 33 0,1-6 1 16,-1-2-435-16,3-9 228 0,1-3 49 15,0-3-386-15,2-5 256 0</inkml:trace>
  <inkml:trace contextRef="#ctx1" brushRef="#br0" timeOffset="173334.3">1809 16627 1085 0,'7'-3'0'0,"-4"1"0"0,0 0 0 0,-1 2 0 0,1 0 0 0,-1 0 0 0,-2 0 0 0,0 4 298 15,0 2-132-15,0 2-67 0,0 2-35 0,0 1-31 0,4-1-285 16,1 3 139-16,-2-8 72 0,5 2 38 15,0-2-427-15,3-4 225 0,0-1 117 0,-1-1 52 16</inkml:trace>
  <inkml:trace contextRef="#ctx1" brushRef="#br0" timeOffset="173530.24">2108 16180 901 0,'9'-10'0'0,"-7"5"0"0,1 3 0 0,-3 1 0 0,0 1 442 0,0 3-197 0,-3 10-110 0,-4 10-51 0,0 1 242 15,-5 13-146-15,0 0-74 0,-4 8-29 0,0 6 26 16,-6 10-36-16,1-4 1 0,5-7-35 0,-4 5 0 0,1-1-24 16,1-6 24-16,-1-3 0 0,3-3-1 15,0-8-169-15,2-2-307 0,0-7 246 0,3-3 101 16,2-5-810-16,4-7 808 0,0-5 33 16,3-2-8-16,2-3 41 0,0 0-321 15,2-15 161-15,8-8 80 0</inkml:trace>
  <inkml:trace contextRef="#ctx1" brushRef="#br0" timeOffset="173754.67">1960 16656 1439 0,'5'-6'0'0,"1"1"0"0,-1 3 0 0,0 0 0 0,-3 2 0 0,2 0 0 0,-1 0 0 0,0 4 245 15,5 10-98-15,2 7-61 0,1-1-27 0,2 5 337 16,2 4-183-16,2 0-89 0,0 1-38 16,1 2 79-16,2-4-67 0,0-3-32 0,0-3 0 15,-1-2-132-15,-1-8 57 0,0 1 17 16,-3-4 0-16,-1-1-136 0,-6-4 80 15,3-2 41-15,-6 0-51 0,-2-2 41 0,0 0-41 16,-1 0 39-16,-1 0-11 0,-1 0-1 0,0 0 88 16,0 0-30-16,0-2-18 0,-1 0-21 0,-4 0-208 15,2 0 101-15,-1-1 48 0,4-3 28 0,0 2-719 16,0-4 364-16</inkml:trace>
  <inkml:trace contextRef="#ctx1" brushRef="#br0" timeOffset="179580.89">2465 16470 599 0,'0'-10'0'0,"0"2"0"0,0 1 0 0,0 0 0 0,-2-1 0 0,2 1 0 0,-1-1 0 0,-2 3 57 0,1 0-1 15,0 2-23-15,2 2 91 0,0-2-50 16,0 2 33-16,0-1-37 0,0 2 0 0,0 0 51 15,0 0-72-15,0 0-16 0,0 0 0 0,0 9-1 16,0 11 69-16,0 5-26 0,0 5-9 0,0 5-33 16,4 1 0-16,2 4 34 0,-1-3-34 0,6 1 8 15,-3-3 17-15,1-2 0 0,5-4-25 16,-1-4 30-16,2-3 0 0,-1-7-22 16,2 1-8-16,1-7-1 0,0-1 1 0,1-5 0 15,1-1-48-15,-1-2 33 0,1 0-9 0,-3-7-54 16,1-11 37-16,-1-2-1 0,-5-4 32 0,-1-4-56 15,-1-4 19-15,-6-4 0 0,-1 1-106 0,1-3 64 16,-3 0 21-16,0 2 4 0,-12 3 1 0,0-1-52 16,-2 6 26-16,-2 2-1 0,1 8 18 0,-3 2 47 15,0 4-34-15,-1 4 1 0,-1 5 126 16,2 3-61-16,1 0-30 0,-2 0 46 0,3 5-33 16,2 5-9-16,1 1 61 0,3 1-38 15,1-3-9-15,1-4 5 0,3 4-112 0,2-2 49 16,1-2 0-16,2 1 54 0,0-2-354 0,0-1 155 15,0-1 83-15,8-2 27 0,5 0 25 0,3 0-380 16,0-2 193-16</inkml:trace>
  <inkml:trace contextRef="#ctx1" brushRef="#br0" timeOffset="179786.33">2800 16222 894 0,'2'0'0'0,"1"0"0"0,2 0 0 0,1 0 0 0,0 0 0 0,2 0 0 0,2-3 61 0,4 2 335 0,2-2-181 0,1-3-91 16,3 2 193-16,2-2-146 0,3 3-69 0,-5-2-79 16,0 2 10-16,3-1 8 0,-4 0-8 0,-1-1-266 15,-2 0 133-15,-3 3 66 0,-4-3 34 16,2 2-167-16,-6 0 97 0,-4 2 51 0,1-1-508 0,-2 0 252 16,0 2 100-16,0 0 64 15,-8 0-187-15</inkml:trace>
  <inkml:trace contextRef="#ctx1" brushRef="#br0" timeOffset="180029.69">3004 16197 584 0,'-5'4'0'0,"0"4"0"0,2-5 0 0,1 3 0 0,0-2 0 0,1 1 0 0,-1 2 67 0,-1 2 141 15,1 0-87-15,1 4-45 0,-1 2 118 16,-1 2-81-16,-2 1-54 0,-3 3-26 16,2 4-1-16,-5-3 1 0,-2-1 0 0,2 0 0 0,-3-5-48 15,1 1 20-15,-1-2 18 0,1-2 10 0,2-3 0 16,2-2 0-16,1-3 8 15,4-1 82-15,1-3-45 0,0 2 58 0,3-3-51 0,0 0-27 16,3 0 9-16,10 0-16 0,3 0-18 0,1-3 0 16,4-2-1-16,3-3-33 0,-5 1-50 15,8-3 39-15,-7 5 22 0,1-2-135 0,0-1 78 16,-1 2 40-16,-3-1-2 0,0 1-492 16,-3 1 208-16,-2-2 134 0,-3 5-316 0,0-4 221 0</inkml:trace>
  <inkml:trace contextRef="#ctx1" brushRef="#br0" timeOffset="180195.84">3114 16314 1066 0,'0'0'0'0,"2"0"0"0,0 0 0 0,1 0 0 0,-2 4 0 0,0 3 207 0,4 2-87 0,2 1 408 16,-1 0-464-16,1 0 0 0,1 1-23 0,1 1-62 16,-1-1 30-16,-1 2 24 0,2-1 0 0,-3-2-91 15,1 2 42-15,-3-1 24 0,0 1 0 0,1-5-347 16,-5 2 186-16,4 1 101 0,-4-3 38 0,0 1 24 0,0 0-571 15,0-1 266-15</inkml:trace>
  <inkml:trace contextRef="#ctx1" brushRef="#br0" timeOffset="180381.36">2994 16644 1030 0,'-15'10'0'0,"4"1"0"0,3-4 0 0,2 1 0 0,-2-2 0 0,2-1 0 0,3-2 327 16,3 0-148-16,0-1-73 0,0-1-28 0,0 1-5 15,1-2 1-15,10 0-41 0,2 0-1 0,1 0 1 0,1-2-53 16,2-4 22-16,-3-2-253 0,4-2 141 0,-4-1-706 16,0 0 811-16,-3 1 41 15,1 1-54-15,-5 1-575 0,0 1 553 16,-3-1 7-16,-2 1 0 0</inkml:trace>
  <inkml:trace contextRef="#ctx1" brushRef="#br0" timeOffset="180750.45">3052 16530 814 0,'-4'-3'0'0,"-1"2"0"0,2-1 0 0,-2 2 0 0,0 0 0 0,1 0 0 0,-1 0 0 0,3 8 129 0,-1 5 22 16,0 2-58-16,1 1-31 0,2 7 9 15,0 5 53-15,0-1-45 0,0 1-24 0,0 0 1 16,0 0-21-16,0-5 6 0,2 2-8 0,4-5-1 16,-1-2-46-16,3-5 24 0,0-1-1 0,-2-4 32 15,0-3-8-15,3-1-108 0,0-4 53 16,0 0 28-16,3-1-198 0,0-15 93 0,-1-8-74 15,2 3 72-15,0-3 46 0,-2-5-244 16,3 0 125-16,-3-2 74 0,3 2 34 0,-1-3-99 16,-1 1 66-16,-3 1 33 0,2 1-8 0,-1 0 76 15,-4 2 0-15,0 7-35 0,-4 0 1 0,1 1-1 0,0 5 264 16,-1 4-145-16,-1-1-59 0,-1 5-30 16,0 3 170-1,0 2 330-15,0-2-236 0,0 3-94 0,2 0-67 0,0 4 196 16,1 8-131-16,-2 5-67 0,0 3-24 0,3 5 5 15,-3-1-23-15,3 1 0 0,-1-5-23 0,2 3-220 16,-2-5 119-16,2 1 46 0,1-6 27 0,2-5-358 16,-3-1 193-16,3-4 95 0,1-3 56 0,1 0-272 15,-1-10 136-15,1-9 6 0,-1-4 55 0,1-3-259 16</inkml:trace>
  <inkml:trace contextRef="#ctx1" brushRef="#br0" timeOffset="180989.81">3417 16132 948 0,'-1'-7'0'0,"1"2"0"0,-3 4 0 0,1-1 0 16,2 2 0-16,-3 0 0 0,3 0 413 0,0 12-190 0,0 6-95 0,0 4-48 16,0 5 306-16,0 2-181 0,3 5-86 0,7 9-43 31,-1-1 191-31,4-2-116 0,-5 0 1 0,5 11-64 16,1-6-44-16,-1 0-11 0,-2-1 0 0,0-2 0 0,-3-7-90 15,-1 2 41-15,0-5 24 0,-2-1 0 0,-4-10 25 0,-1 3-120 16,0-6 67-16,0-2 23 0,-1-6 0 0,-9-2-168 15,-2-3 90-15,-1-1 19 0,-4-2-1 0,-1-2-259 16,0 0 143-16,2 0 63 16,-3-4 39-16,1-13-163 0,0-4 93 0,6-6 58 15,5-2 25-15,4-5-494 0</inkml:trace>
  <inkml:trace contextRef="#ctx1" brushRef="#br0" timeOffset="181365.87">3576 16367 1632 0,'2'-8'0'0,"0"0"0"0,3-2 0 0,2-2 0 0,-2-3 0 0,1 0 0 0,1 0 0 0,3-2 230 0,3 2-98 0,0 6 60 0,3-1-72 16,-1 2-51-16,2 7-36 0,-1-1 0 16,-1 2 0-16,3 0-85 0,-4 9 51 0,1 5 12 15,-1 4 1-15,-1 3 21 0,-4 1-89 0,-4 3 45 0,-2-2 30 16,-1 7-8-16,-2 1-52 0,0-1 13 15,0 0 24-15,-10 1-21 0,-4 0-15 0,1 0 10 16,-4-3-1-16,-1-2 11 0,1-3 18 0,-4-1-7 16,4-5 1-16,1-1 4 0,0-3 65 15,2-3 186-15,6-4-118 0,0-2-54 0,6-2 390 16,-3-2-415-16,5 0-17 0,0 0-1 0,0 0 41 16,0 0-27-16,5 0-5 0,6-2-8 0,5 0 23 15,0-4 1-15,3 3-24 0,0-1-1 16,0-1 9-16,0 4-40 0,2-1-1 0,-2 2 33 0,0 0 0 0,-2 0-224 15,4 0 121-15,-6 0 47 0,2 0-473 0,-4 0 223 16,4 0 129-16,-6-3 27 0,-1 0-426 0,4-7-701 16,-6 2 984-16,4-4 191 15,-2-5 36-15</inkml:trace>
  <inkml:trace contextRef="#ctx1" brushRef="#br0" timeOffset="181576.36">3824 16290 2180 0,'2'4'0'0,"10"4"0"0,-2-6 0 0,3-2 0 0,5 0 0 0,5 0 0 0,1 0 0 0,6 0 193 0,3 0 124 0,-2 0-134 16,3 0-79-16,3 0-35 0,-2-2-120 16,0 0 43-16,-5 1 20 0,-3-1 8 0,0-2-66 0,-5 1 40 15,-3-3-1-15,0 2 40 0,-4-3-292 0,-5 1 155 16,-3 1 64-16,-3-1 36 0,-2-1-513 0,-2-4 248 15,0 4 122-15,0 0 23 0,-11 0-312 16,-3 2 202-16</inkml:trace>
  <inkml:trace contextRef="#ctx1" brushRef="#br0" timeOffset="181765.2">4086 16281 895 0,'-4'6'0'0,"2"-2"0"0,0 2 0 0,2-3 0 0,0 7 0 0,0 2 480 0,0 0-224 0,0 5-112 0,2 1-55 0,0 6 162 15,2 5-113-15,1-2-53 0,-5 3 160 16,3 2-106-16,-2 0-215 0,1 0 63 16,0 2 18-16,-2-5 1 0,1 0-414 0,1-6 220 15,0-1 110-15,1-3 64 0,-2-9-529 16,1-2 273-16,2-3 83 0,0-5 80 0,-1 0-283 16,0-14 170-16</inkml:trace>
  <inkml:trace contextRef="#ctx1" brushRef="#br0" timeOffset="181952.73">4191 16293 569 0,'1'-3'0'0,"3"3"162"16,0 0-64-16,1 0-33 15,-2 0 0-15,2 9 426 16,0 4-233-16,0 4-113 0,1 0-56 0,-1 6-28 0,4 5 281 0,-4-1-146 0,0 1-86 16,3 4-39-16,-2-2-14 15,-3-1 0-15,2 1-25 0,0-6 9 0,-2 6-312 16,0-3 152-16,-1-7 75 0,-2 3 39 0,0-5-219 15,0-2-446-15,0-3 335 0,0-3 108 16,0-2-283-16</inkml:trace>
  <inkml:trace contextRef="#ctx1" brushRef="#br0" timeOffset="182145.77">4613 16710 2224 0,'0'0'0'0,"0"0"0"0,0 0 0 0,1 0 0 0,0 0 90 0,-1 0-28 0,0 0 268 0,0 0-153 16,3 2-71-16,-3-2-38 0,0 0 189 0,0 0-112 15,0 0-48-15,0 0-36 0,0 0-501 16,0 0 236-16,0 0 119 0,0 0 58 0,-3 0-1110 16</inkml:trace>
  <inkml:trace contextRef="#ctx1" brushRef="#br0" timeOffset="186963.69">15304 15839 706 0,'0'0'0'0,"0"0"0"0,0 0 0 0,0 0 0 0,0 0 0 0,0 0 144 0,0 0-56 0,0 0-27 0,0 0 176 16,0 0-93-16,0 0-60 0,0 0-26 0,0 0 71 16,9 0-48-16,3 0-24 15,1 0 7-15,0-1 18 0,2 0-25 0,-2-2 0 16,1 2 12-16,-1-1 1 0,-2 2-30 0,2 0-7 16,0 0-32-16,-3 0 0 0,-1 0 31 0,0 0-103 15,1 0 59-15,-3 0 19 0,-1 2-1 0,-1-2-220 16,1 0 102-16,-2 0 63 0,0 0 7 0,-2 0-175 15,0 0 72-15,0 0 63 0,-1 0-320 16,-1 4 185-16,0 5 84 0</inkml:trace>
  <inkml:trace contextRef="#ctx1" brushRef="#br0" timeOffset="187193.11">15306 16075 1287 0,'0'2'0'0,"-2"4"0"0,-1 1 0 0,-1 1 0 0,4-1 0 0,0 3 0 0,0 0 0 0,0-1 0 0,2 2 377 0,9-2-173 16,8 0-85-16,-1 1 68 0,7-3-78 15,-2-3-29-15,5 2 67 0,-8-2-57 0,4-1-29 16,-1-1 1-16,-2 0-72 0,-1-1 29 0,-2 2-8 16,-4-3 22-16,2 2-166 0,-7-2 82 0,0 0 42 15,-3 0 29-15,-2 0-346 0,0 0 170 0,-3 2 38 16,-1-2-149-16,0 3 77 0,0 3 82 0,0 1 38 15</inkml:trace>
  <inkml:trace contextRef="#ctx1" brushRef="#br0" timeOffset="192213.28">16464 15698 546 0,'1'0'0'0,"1"0"0"0,0 0 0 15,2 0 0-15,-1 0 0 0,1-3 0 0,0 1 0 0,1-7 82 0,0 0-16 0,-2 0-9 0,3-1-24 16,-1 1 71-16,-3 0-36 0,0-3 1 15,0 2 11-15,0 1-48 0,-2-1 1 0,0-3 10 16,0 3-10-16,0-1 0 0,0-1 8 0,-4-1-39 16,-2 0 31-16,1-3 0 0,0 2-1 0,-2-3-32 15,0 0 41-15,1 0-9 0,-1-1 1 0,2 1-55 16,-4 0 17-16,2 2 0 0,2 3-10 0,-3 1 15 16,0 4-10-16,1 1 9 0,0 2 13 0,1 3 3 15,-1 1-5-15,0 0-14 0,2 0 14 0,-1 1 2 16,1 11-1-16,0-3-13 15,0 1 15-15,0 2-2 0,1 1 0 0,0 1 35 16,-1 1-34-16,1 0 0 0,1 2 55 0,-2 1-25 16,1-2-1-16,-1 3 55 0,3 1-36 0,-2 4-1 15,1-1-21-15,1 5 67 0,0-1-36 0,2 0 0 16,0 4-37-16,0 1 28 0,0-1 8 0,0 3-35 16,0 1 0-16,0 2 34 15,0 0-34-15,0 6 0 0,2-7 8 0,0 7-8 0,0-7 0 0,-1 1-29 16,1 0 1-16,0-5 27 0,0 1 9 0,0-4-44 15,-2 1 1-15,0-5 24 16,0-2 8-16,0-2-62 0,-4-1 33 0,-3-2-17 16,-1 0 36-16,-3-2-33 0,0-5-1 0,0-1 14 15,-5-2-17-15,3-3-12 0,-4 1 38 0,3-5-101 16,-2 1 47-16,2-2 17 0,-4 3 0 0,5-3-76 16,0 0 46-16,0 0 14 0,-1 0 1 0,5-3-113 15,-2-1 69-15,1-3 17 0,3-2 0 0,1-2-84 16,3-1 60-16,1-1 23 15,2 0-81-15,0-2 60 0,0 0 30 0,5 1-250 16,8-2 140-16,5 2 61 0,4 0 43 0</inkml:trace>
  <inkml:trace contextRef="#ctx1" brushRef="#br0" timeOffset="192562.55">16588 16201 668 0,'3'4'0'0,"-1"2"0"0,-2 0 0 0,0-1 0 0,0 0 0 0,-2 2 237 0,-3 3-102 16,-2 2-51-16,4 1 61 0,1 2-56 0,0 1-20 15,2 4-8-15,0-2 89 0,0 3-58 0,2 0-30 16,5-3 0-16,5 1 13 0,1-3-7 0,2-2-36 16,2-5 1-16,0-1-41 0,1-2 0 0,0-4 49 15,-1-2-76-15,-1 0 34 0,0-2 0 0,-3-10-1 16,-3-2 0-16,0-7 32 15,0-4 1-15,-7 2-118 0,-1-3 52 0,-2 0 6 16,0 2 0-16,0-1-35 0,-7 0 32 0,-4 1 5 16,-3 8-1-16,0-2-6 0,-4 5-1 0,2 5 18 15,-3 6 25-15,0-1-19 0,0 3 0 0,4 0-17 16,0 0 16-16,3 5-5 0,0 5 4 0,6-4-72 16,3 4 34-16,1-5-1 0,2 3 36 15,0-5-254-15,0 2 120 0,9-4 58 16,4-1 30-16</inkml:trace>
  <inkml:trace contextRef="#ctx1" brushRef="#br0" timeOffset="193074.76">16606 15254 1044 0,'-9'-9'0'0,"0"3"0"0,0 0 0 0,0 1 0 0,2 2 0 0,3-2 0 0,-1 1 0 0,0 1 0 0,5 0 149 16,0-1-58-16,0-2 51 0,10 1-46 0,7-4-36 15,2 6 0-15,2-1 13 0,-1 2-40 0,1 2 0 16,2 0 8-16,-5 0-30 0,1 9 21 0,-3 4 1 16,-2 1-41-16,-3 5 20 0,-6 3 8 0,-1 6 13 15,-4 3-45-15,0 0 23 0,0 2-16 0,-4 1-35 16,-6-1 26-16,-3-1-3 0,1-4 18 0,-3-1-64 16,0-3 31-16,-2-5-1 0,2-4 30 15,-3-2-25-15,-3-3-11 0,2-6 39 0,-3-1-16 16,1-3 0-16,0 0-1 0,3 0 11 15,2 0-17-15,2-3 157 0,3 0-69 0,2 0-33 16,4-2 260-16,1 4-139 0,2-1-51 0,2 0 132 16,0 1-101-16,4 1-50 0,11 0-17 0,6 0 26 15,3 0-29-15,5 0-1 0,1 0-29 0,1 0 37 16,3 0-37-16,0 0 0 0,0 0-33 0,-2 3 0 16,-1 2 33-16,1 0-188 0,-2-2 90 15,0 2 49-15,-3 0 24 0,-1-1-439 0,-8-1 211 16,3-2 73-16,-5 2 67 0,0-3-390 15,-3 0 219-15,-1 0 109 0,-2 0 55 0,-2 0-177 16</inkml:trace>
  <inkml:trace contextRef="#ctx1" brushRef="#br0" timeOffset="193282.2">16959 15268 1124 0,'0'0'0'0,"0"0"0"0,0 0 0 0,0 0 0 0,4 0 0 0,8 0 0 0,9 0 0 0,2-2 432 0,5-2-200 0,1-4-92 16,6 3-57-16,-1-1 161 0,0 2-105 0,-1 1-53 16,-1-1-27-16,-4 3-63 0,4-2 15 0,-9 1-1 15,1 1-69-15,-3 1 46 0,-6 0 23 0,-4 0-289 16,-2 0 152-16,-3 0 79 0,-5 0 41 0,2 0-518 16,-3 0 251-16,0 0 90 0,-3 0 80 0,-6 6-231 15</inkml:trace>
  <inkml:trace contextRef="#ctx1" brushRef="#br0" timeOffset="193450.58">17117 15247 761 0,'0'7'0'0,"0"1"0"0,0 3 0 16,0-2 0-16,0 4 0 0,0 1 175 0,0 3-71 0,0 1-28 0,0 1 85 0,-2 4-65 15,2-2-31-15,0-1 8 0,0 0 7 0,0 1-47 16,0-1 0-16,0-4-256 15,2-1 129-15,1-1 63 0,3-5 40 0,1-3-471 16</inkml:trace>
  <inkml:trace contextRef="#ctx1" brushRef="#br0" timeOffset="193612.16">17225 15305 1091 0,'2'-3'0'0,"0"1"0"0,-1-1 0 0,2 3 0 0,-1 0 0 0,0 0 0 0,0 7 0 0,1 4 135 0,1 6-51 15,1 5-26-15,-3 1 287 0,0 5-148 0,0 4-86 16,0 3-39-16,-1-3 61 0,2 0-50 0,-1-4-25 16,0-1-368-16,2 2 168 0,-1-4 87 0,1 2 44 15,-2-6-606-15</inkml:trace>
  <inkml:trace contextRef="#ctx1" brushRef="#br0" timeOffset="202161.34">17704 16225 394 0,'0'0'0'0,"-1"0"0"0,-1 0 0 0,0 0 0 0,-2 0 0 0,1 0 0 0,0 0 33 0,3 0-1 0,-4 0 22 16,4 0 14-16,-2 0 0 0,2 0-27 0,0 0 34 15,0 0-22-15,0 0 1 0,0 0-21 16,0 0 29-16,0 0-21 0,0 0-8 16,0 0-1-16,0 0 45 0,0 0-23 0,0 0 1 15,0 0 54-15,0 0-42 0,0 0 0 0,0 0 7 16,0 0-20-16,0 0-1 0,0 0-12 0,0 0 71 15,0-1-40-15,0-1 0 0,0-1-39 0,0 3 43 16,0 0-8-16,0 0-35 0,0-1 0 0,0 0-19 16,0 1 19-16,0-2 8 0,2 2-7 0,0-3-1 15,2 3 0-15,0-1 0 16,-2-1-2-16,2 2 10 0,-2 0-9 0,1-2-18 16,1 2 19-16,-2 0-1 0,-1-2 1 0,1 2 5 15,0 0-9-15,0 0 1 0,0-3 0 0,0 3 4 16,-2 0-1-16,2 0 6 0,0 0-47 0,0 0 38 15,0-1 0-15,0 1 0 0,-1 0-9 0,-1 0 15 16,2 0-8-16,0-2-29 0,0 2 25 0,2 0 3 16,-3 0-7-16,3 0-12 0,-2 0-10 0,1 0 25 15,2 0-5-15,-1-2-35 0,-1 2 34 16,1 0 9-16,0 0-41 0,-1 0 33 16,1 0-3-16,2-1 2 0,-2 1-24 0,1-2 27 15,-1-1-8-15,1 3 22 0,-1-1-23 0,0-1 4 16,0 2-2-16,0 0 12 0,0-2-10 0,1 2 0 15,-1 0-9-15,1 0 9 0,-1 0 1 0,2 0 3 16,0 0-42-16,1 0 37 0,-2 0-1 0,3 0 1 16,0 0-36-16,-1 0 37 0,2 0-6 0,-1 0-2 15,2 0-1-15,-3 0 3 16,2 0-5-16,-1 0 20 0,1 0-17 0,-1 0 2 16,-1 0 21-16,1 0-21 0,1 0 2 0,-1 2 1 15,-1-2 1-15,1 2-3 0,1-2 4 16,-2 0-16-16,3 0 13 0,-2 1 3 0,1-1-3 15,-2 0-1-15,3 0 0 0,-1 0 1 0,-1 0-2 0,1 0 5 16,1 0-5-16,1 0 1 0,0 0 15 0,2 0-15 16,-2 0 0-16,1 0 3 0,1 0 23 0,0 0-24 15,0 0 1-15,2 0-12 16,-1 0 15-16,-2 0-3 0,4 0 1 0,-3 0-25 16,0 0 23-16,0 0 0 0,-2 0 3 0,4 3-22 15,-2-1 179-15,3-2-172 0,-4 1 0 0,2 1 0 16,1 0 0-16,-2-1 0 0,2 2 0 0,0-3 0 15,2 2 0-15,-2-2 0 0,2 0 0 0,0 0 0 16,-2 2 0-16,2-2 0 0,-3 0 0 0,2 2 0 16,-1-2 0-16,-2 1 0 0,0 4 0 0,0-4 0 15,-1 3 0-15,0-1 0 0,2 1 0 0,-1 0 0 16,2 0 0-16,-2-1 0 16,3 1 0-16,-2-3 0 0,3 3 0 0,-2-3 0 15,1 1 0-15,0-2 0 0,1 0 0 0,0 0 0 16,0 0 0-16,-1 0 0 0,2 0 0 0,-2 0 0 15,1 0 0-15,0 0 0 0,0 4 0 0,2-3 0 16,-1 1 0-16,2 1 0 0,1 0 0 0,-3-1 0 16,3 0 0-16,2 1 0 0,-2-2 0 0,2 0 0 15,0 1 0-15,-1-2 0 16,1 3 0-16,-2-3 0 0,1 1 0 0,0 0 0 16,1 2 0-16,3-1 0 0,-3-1 0 0,3 3 0 15,-2-1 0-15,3 2 0 0,-1-2 0 0,1 1 0 16,-5-3 0-16,6 2 0 0,-2-3 0 0,1 0 0 15,-3 0 0-15,-3 0 0 0,3 0 0 16,-1 0 0-16,-1 0 0 0,1 0 0 16,-3 0 0-16,1 0 0 0,0-3 0 0,-1 3 0 15,1 0 0-15,2 0 0 0,3 0 0 0,0 0 0 0,-1 0 0 16,5 0 0-16,-2 0 0 0,0 0 0 16,0 0 0-16,-1 0 0 0,3 0 0 0,-4 0 0 15,0-1 0-15,-2 1 0 0,3 0 0 0,-6 0 0 16,5 0 0-16,-2 0 0 0,-3 0 0 0,2 0 0 15,0 0 0-15,0 4 0 0,0 0 0 0,0-3 0 16,-2 4 0-16,1-3 0 0,0-1 0 0,-1 1 0 16,1-2 0-16,1 2 0 0,0 0 0 0,0-2 0 15,-2 0 0-15,2 2 0 0,-2 0 0 16,1-2 0-16,-1 1 0 0,0 1 0 16,-1 0 0-16,-1 0 0 0,0 2 0 0,-1-2 0 15,3 0 0-15,-1-1 0 0,-2 1 0 0,1 1 0 16,-1-3 0-16,1 1 0 0,1-1 0 0,-2 0 0 15,1 0 0-15,-1 0 0 0,1 0 0 0,-1 0 0 16,0 0 0-16,1 0 0 0,-1 1 0 16,1-1 0-16,0 0 0 0,1 3 0 0,0-1 0 0,1-2 0 15,-1 0 0-15,1 0 0 16,0 0 0-16,-1 0 0 0,-1 0 0 0,2 0 0 16,-3 0 0-16,1 0 0 0,-3 0 0 0,2 0 0 15,-2 0 0-15,0 0 0 0,-2 0 0 0,-2 0 0 16,3 0 0-16,-2 0 0 0,0 0 0 0,1 0 0 15,-1 0 0-15,-3 0 0 0,4 0 0 0,-1 0 0 16,2 0 0-16,-4 0 0 16,5 0 0-16,-3-2 0 0,-1-1 0 0,4 2 0 0,-3-3 0 0,0 2 0 15,0 1 0-15,-1-1 0 16,1 0 0-16,-2-1 0 0,0 3 0 0,2 0 0 16,-2 0 0-16,1 0 0 0,1-1 0 0,0 1 0 15,0 0 0-15,3-2 0 0,-4 0 0 0,4 2 0 16,-2-2 0-16,1 1 0 0,-1-1 0 0,0 0 0 15,-2-2 0-15,3 2 0 0,-3-1 0 16,0 1 0-16,-1-2 0 0,3 2 0 0,-3-3 0 16,3 2 0-16,-2-1 0 0,1 1 0 0,1-1 0 15,0 1 0-15,0-1 0 0,1-1 0 16,0 3 0-16,-2-3 0 0,2 3 0 0,0-3 0 16,-1 3 0-16,0 0 0 0,0 1 0 0,-1-2 0 15,1 1 0-15,0 1 0 0,-1 1 0 0,2 0 0 16,-2 0 0-16,2 0 0 0,-2 0 0 0,3 0 0 15,-4 0 0-15,4 0 0 0,-3 0 0 0,1 0 0 16,0-4 0-16,-1 4 0 0,-2 0 0 0,4-2 0 16,-1 1 0-16,-2-3 0 0,1 3 0 0,3 0 0 15,-2-2 0-15,2 1 0 0,0 1 0 16,0-2 0-16,1 2 0 0,-1-3 0 16,2 2 0-16,-2-1 0 0,0-2 0 0,0 3 0 15,1-3 0-15,-2 2 0 0,0-1 0 0,0 0 0 16,0 0 0-16,-2 1 0 0,1 0 0 0,-3 2 0 15,0-1 0-15,2-2 0 0,-3 3 0 0,0-2 0 16,2 1 0-16,-1 0 0 0,0 1 0 0,1-1 0 16,-1-1 0-16,1 2 0 0,-1-3 0 0,0 1 0 15,-1 1 0-15,2-2 0 16,-2 0 0-16,1 2 0 0,0-1 0 0,0 1 0 16,-1 0 0-16,5 0 0 0,-3 1 0 0,1 1 0 15,-1 0 0-15,2 0 0 0,-3 0 0 0,3 0 0 16,-5 0 0-16,2 0 0 0,2 0 0 0,-2-3 0 15,-2 0 0-15,3 3 0 0,-1-5 0 0,-2 2 0 16,1-1 0-16,-2 1 0 0,-1-1 0 0,1 0 0 16,-2 1 0-16,-3 2 0 15,1-1 0-15,-1 1 0 0,-1-2 0 0,0 3 0 16,-2 0 0-16,2 0 0 0,-2 0 0 0,0 0 0 16,0-1 0-16,0-5-240 0,-7 0 115 0,-4 1 50 15,-8-1 31-15,-4 4-1037 0</inkml:trace>
  <inkml:trace contextRef="#ctx1" brushRef="#br0" timeOffset="203246.59">20250 16645 500 0,'2'-7'0'0,"-1"2"0"0,1-1 0 0,0 3 0 0,0-3 0 0,-2 0 0 0,0-1 0 0,0-1 106 0,0 2-40 16,0-1-1-16,0 2-7 0,0-1 0 0,0-2-25 15,0 1 8-15,0 1-47 0,-4-1 38 0,2-1 1 16,-1-2 0-16,-4 5-20 0,4-3 20 0,-5 3 0 15,-1-3-28-15,-1 5 27 0,-1-1 1 0,-1 3 8 16,-4 1-44-16,0 0-1 0,-3 0 19 0,-1 0 36 16,2 8-30-16,-3 4 9 15,-2 2-9-15,5 4 32 0,-1-1 2 0,3 1-29 16,0 3 4-16,5-2 29 0,1 2-27 0,3 0-3 16,3-1 42-16,4-2-39 0,0 4 6 0,0-4 2 15,0-2-34-15,6 2 0 0,3-5 27 0,5 1-75 16,0-4 34-16,2-2 1 0,0-2 34 0,1 0-130 15,1-3 55-15,-4-1 32 0,2-2 4 0,-7 1-42 16,0-1 28-16,-4 0 0 0,-1 0-5 0,1 3 1 16,-4-2 3-16,-1 5-9 0,0 4 108 15,-4 3-42-15,-7 5-1 0,-2 3 169 16,-2 3-91-16,0 3-37 0,1-1-32 0,2 0 159 16,0 0-84-16,3-1-36 0,7-4-23 0,0 0 67 15,2-1-48-15,0-4 0 0,2 1-36 0,12-5-4 16,0-1-1-16,3-4 9 0,0 1-73 0,2-3 33 15,-1-4-1-15,1 1-116 0,-1-2 75 0,-6 0 36 16,3 0 13-16,-1 0-342 0,-7 0 165 0,2 0 56 16,-1 0 50-16,0 0-369 0,-3 0 204 15,2 0 97-15,2 0-119 0,-2-3 108 16</inkml:trace>
  <inkml:trace contextRef="#ctx1" brushRef="#br0" timeOffset="203670.69">20388 16524 762 0,'0'-7'0'0,"0"3"0"0,0 2 0 16,0-3 0-16,0 4 0 0,0-3 0 0,0 1 0 0,6-1 202 0,4 3-84 0,1-2-43 16,0 1 96-16,4 0-69 0,-2 2-27 0,2 0-7 15,0 0-13-15,-1 0 0 0,-3 7-23 0,-1-1-39 16,-1 1 9-16,0 6 30 0,-4-2 1 0,-3 2-56 16,0 4 27-16,-2 2 1 0,0-1 36 0,-7 5-76 15,-7 0 14-15,-1-3 23 0,3-4-61 0,-4-1 25 16,2-2 11-16,-2 0 38 0,1-6-15 0,2-1 3 15,4-3-4-15,-2 1 62 0,2-4-26 0,2 0-1 16,2 0-24-16,3 0 205 0,-2 0-87 0,4 0-52 16,0 0-1-16,0 0 141 15,0 0-91-15,0 0-47 0,9 0 17 0,4 0-31 16,4 0 8-16,0-2-39 0,2 0-23 0,2-1 23 16,2-1 0-16,2 0-99 0,-4 1 57 0,6-1 17 15,-6 1 0-15,2 1-524 0,0 2 226 0,0 0 146 16</inkml:trace>
  <inkml:trace contextRef="#ctx1" brushRef="#br0" timeOffset="206986.17">17908 15513 657 0,'0'-4'0'0,"0"-1"0"0,0-2 0 0,0-1 0 0,-1 1 0 0,1 0 0 0,-2-2 0 0,0 2 0 0,0 0 65 0,0 1-8 0,1-1-24 15,-3 2-1-15,0 0-24 0,1 2 33 0,-3-4-8 16,0 4-25-16,0-1 25 0,-1 1 0 0,-2-1 0 15,-1 3-19-15,-3 1-7 16,0 0 24-16,-2 0-31 0,-3 0-6 0,2 7 33 16,-1 1-3-16,-1 4 13 0,2 0-17 0,2-1 3 15,0 0-4-15,3-1 26 0,4-3 6 0,1-1-27 16,2-1 23-16,2-3-21 0,2 2 1 0,0-2-1 16,0 1-75-16,0 1 33 0,2 0 1 0,8 0-63 15,-1 2 44-15,2-1 25 0,-1-1-9 0,2 1-23 16,0 1 12-16,-4-2 1 0,-1 0 0 0,0 1-33 15,-1 1 10-15,-5-1 3 0,2 3 56 16,-3 1-25-16,0 0-12 0,-3 4 10 16,-6 1 106-16,0 0-48 0,-4 0-20 0,2 1 143 15,-2 2-75-15,-1-2-41 0,1 2-6 0,0 0 64 16,4-2-27-16,0-1-29 0,1 1 13 0,4-1 72 16,2-2-41-16,0 1-34 0,2-2-2 0,0 1-23 15,0 0 0-15,8-2-1 0,1-1-50 0,2 0 21 16,1-2 0-16,1 1-107 0,0-4 62 0,0 0 36 15,-4-2 8-15,3-2-241 0,1 0 108 16,-4 0 64-16,-2 0 8 0,4 0-115 16,-4-2 41-16,-2-4 56 0,2 2-234 0,2-2 140 15,-4 1 68-15</inkml:trace>
  <inkml:trace contextRef="#ctx1" brushRef="#br0" timeOffset="207547.78">18061 15595 748 0,'-2'-12'0'0,"-2"-1"0"0,1 1 0 0,-3 0 0 0,1-1 0 0,-3 2 0 0,2-2 0 0,0 6 0 0,1 2 59 0,-2-1 1 0,1 3 6 16,-2 1-8-16,1 2-26 0,-4 0 1 0,1 3-17 15,-1 10 17-15,0 4 7 0,-3 6-7 0,2 1 51 16,0 5-26-16,3-1 0 0,-1 3-25 15,5-3 60-15,-1 1-33 0,6-4-1 0,0-4 2 0,0 2-28 16,0-4 0-16,4-2 8 16,9-4-29-16,0-3 21 0,2 1 0 0,3-5-84 15,0-5 42-15,-1-1 28 0,1 0-7 0,1-1-142 16,0-11 75-16,-2-3 22 0,-3-2 25 0,2 0-182 16,0-6 94-16,-7 7 24 0,2-4-29 0,-4 0 21 15,1 2 27-15,-4 4-22 0,-2 2 39 0,-1 2 3 16,-1 2 0-16,0 5 136 0,0 1-68 15,0 0-42-15,-3 2 9 0,-3 4 181 0,-2 9-98 0,1 4-31 16,3 2-30-16,0 0 157 16,4-1-84-16,0 1-14 0,0-3-4 0,0 2-20 15,4-4 1-15,7-2-44 0,3-1 17 0,-2-1 0 16,2-4-1-16,-1-1-59 0,0-3 30 0,-3-2 7 16,1 0 23-16,-1 0-101 0,1-2 46 0,-4-7 12 15,-2-3 1-15,1-4-55 0,-2-4 35 0,-2 1 6 16,0-3-16-16,-2-4 13 0,0 2 1 15,0 3 17-15,-2-7 3 0,-6 3-9 16,-1 1 7-16,2 5 29 0,-4 0-29 0,2 3-1 16,-2 4 1-16,0 3 29 0,-2 5 0 0,0 3-20 15,-2 1-5-15,2 0 22 0,-1 7-19 0,3 2 5 16,0 4-87-16,3 0 39 0,3-1 0 0,-1 1 37 16,4 0-76-16,2-2 31 0,0 1 0 0,0-1-186 15,4-2 85-15,9 0 63 0,2-3 29 0,4 0-230 16</inkml:trace>
  <inkml:trace contextRef="#ctx1" brushRef="#br0" timeOffset="207865.43">18474 15538 702 0,'0'-2'0'16,"0"0"0"-16,0 2 0 0,-3 0 0 0,-4 0 0 0,-5 0 0 0,3 0 189 0,-1 6-78 0,-1 4-39 0,1 1 23 0,3 4-23 0,-1-2-9 15,1 3-30-15,3-1 28 16,0-2 0-16,4 3-28 0,0-7 8 0,0 3-23 16,0-3 15-16,4 0 0 0,7-2-25 0,-1-1 25 15,-1 0 8-15,4-2-30 0,-3 0 0 0,-3 0 21 16,2 1 1-16,-3-1 1 0,-2 0-1 0,-2 0-3 16,0 1-9-16,-2 3 29 0,0-1-3 0,0 5-18 15,-12 0 72-15,-1 2-39 16,-4 4 1-16,-1-1-30 0,-1 0-40 0,-1-2 1 0,4-2 47 0,-1-1-9 15,2-4-206-15,3-1 99 16,1-6 44-16,2-1-308 0,2 0 155 0,1 0 90 16,6-5 19-16,0-12-167 0,0 0 99 0,4-7 55 15,9 1-256-15</inkml:trace>
  <inkml:trace contextRef="#ctx1" brushRef="#br0" timeOffset="208110.78">18634 15328 775 0,'5'-17'0'0,"-1"3"0"0,0 5 0 0,0-2 0 0,-2 3 0 0,0 5 0 0,0-1 0 0,-2 3 269 0,0-2-118 0,0 3-59 0,0 4 90 15,0 15-79-15,0 4-35 0,-8 5 0 0,-2 12 62 16,1-1-48-16,2-4-17 0,-5 14 13 0,7-4-23 16,-1-2 0-16,4 0-22 0,2-7 35 0,0 2 9 15,0-2-44-15,4-4-49 0,7-2 25 0,3-4-1 16,0-2 25-16,0-5-180 0,0-2 86 15,2-2 35-15,-3-5 28 0,2 0-304 32,-4-6 134-32,-2-2 53 0,3-2 52 0,-5 0-163 0,1 0 96 0,-3-6 49 0,-1-4-216 0,-1-2 124 15,-3-4 74-15</inkml:trace>
  <inkml:trace contextRef="#ctx1" brushRef="#br0" timeOffset="208288.33">18412 15495 1450 0,'-7'0'0'0,"7"0"0"0,-2 0 0 0,2 0 0 0,0 0 0 0,2 0 0 0,9-2 0 0,8 0 0 0,7 0 458 0,2 1-212 0,4-1-107 16,3-2 63-16,2 3-76 0,-2-2-51 0,3 3-41 16,-3 0-1-16,1 0-1 0,-4 0 1 0,-4 0-435 15,4 4 213-15,-6 2 111 0</inkml:trace>
  <inkml:trace contextRef="#ctx1" brushRef="#br0" timeOffset="211549.65">19349 15509 263 0,'0'-2'0'0,"0"-3"0"0,0 2 0 0,0-3 0 0,0 1 0 0,2-1 183 0,0-1-75 0,-2-2-38 16,0 6 1-16,0-2 5 0,0 1-13 0,0 0-8 15,0 0-18-15,0 1-5 0,0-1 1 0,0 2 0 16,0-2 5-16,0 0-5 15,0 1 0-15,0-1 21 0,-2 0-22 0,-2 0 1 16,-3 1 8-16,0 1 3 0,-3 0-11 0,-3 0 0 16,2 2-1-16,-3 0-20 0,0 0-9 0,-2 9 30 15,0 1-29-15,-1 0 25 0,2 3 2 0,-2 1 4 16,0 1-26-16,0 0 15 0,3 1 4 0,0-4 34 16,3 3-34-16,-1-3 0 0,5-1-2 0,1-2 32 15,3 1-1-15,-1-2-25 16,4 0-3-16,0-1-13 0,0-1-7 0,0 2 28 15,2-1-42-15,7 2 1 0,2-5 34 0,1 4-87 16,0-2 37-16,2-2 15 0,1 1 1 0,-2-1-73 16,0 2 44-16,-4-2 11 0,1 1-1 0,-2 1-12 15,-3 0 0-15,1 0 14 0,-5-1 15 0,1 4 32 16,-2 0 2-16,0 1-39 0,-3 3 185 0,-7 0-83 16,-3 3-43-16,0-2-12 0,0 3 90 0,-2-1-41 15,2 0-32-15,-1-1 137 16,5 0-78-16,4-2-32 0,-3 0-8 0,6-1 26 15,2-2-33-15,0 3 0 0,0-5-32 0,2 4-19 16,6-3 19-16,4 3 0 0,2-5-48 0,1 3 24 16,2-3-1-16,-1-1-22 0,2-2 19 0,-2 0 0 15,-2-3 28-15,-3-1-148 0,-2 2 68 0,-1-2 15 16,-2 0-4-16,-3 0-29 0,-1 0 32 16,0 0 0-16,-2 0 0 0,0 0-32 0,0 0 20 0,0 0-1 15,0 0-245-15,0-3 129 0,0-3 66 0,3 1-673 16</inkml:trace>
  <inkml:trace contextRef="#ctx1" brushRef="#br0" timeOffset="212974.79">19604 15623 381 0,'1'2'0'0,"1"-2"0"0,0 1 0 0,0-1 0 16,0 0 0-16,-2 0 0 0,2 0 0 0,-2 0 132 0,1 0-50 0,-1-3-24 0,2-5 23 0,0 0-8 16,-2-2-40-16,0 0-12 0,0-3 12 0,0 2 0 15,0 2 8-15,0-1-44 16,-4 2 36-16,1 1 0 0,-5 1-1 0,2-1-20 15,-1 7 29-15,-1-3-8 0,-5 3 7 0,4 0-7 16,-2 12-13-16,-5 7 10 0,5 5 39 0,-1 5-8 16,-2 3-28-16,3 1 79 0,1 3-40 0,3 0 0 15,1-5-31-15,6 2 16 0,0-4 0 0,0-2-24 16,0-8 0-16,6 1 7 0,5-6 1 0,2 2-9 16,0-6-62-16,2-3 32 0,0-3-1 0,4-4 32 15,-1 0-89-15,3-2 40 16,-1-11 10-16,-4-7-126 0,1 0 63 0,-2-4 39 15,-5 2 2-15,1-6-32 0,-4 4 11 0,-1 2 1 16,-4 2 2-16,0 0 56 0,0 10-45 0,-2-2 16 16,0 5-17-16,0 2 143 0,0 4-61 0,-4 0-30 15,1 1 5-15,-6 2-34 0,6 14 30 0,1 1 225 16,0 4-104-16,2-1-59 0,0 2-5 16,0-1-24-16,0 0 5 0,4 0-1 15,5-3-22-15,5-6-58 0,-4 1 37 0,6-4-8 16,-1-3-69-16,0-4 45 0,0-2 13 0,-2 0 1 15,0 0-84-15,0-10 49 0,-3-5 14 0,-1-2-20 16,-2-5 18-16,1-1-1 0,-4 1 7 0,-2-6-12 16,0 1 20-16,-2 1 4 0,0 0-8 0,0 0 19 15,-6 3-19-15,-4-3 6 0,1 5 31 0,-2 2-30 16,-2 4 4-16,-2 4-7 0,1 4 35 0,0 1 0 16,-2 4-24-16,0 2 27 0,0 0 1 15,4 9-30-15,-4 4 7 0,3 0 10 16,2 2-10-16,3 0-1 0,3-2 3 0,3-2-55 15,2-1 26-15,0 0 1 0,0 1-214 0,2-3 112 16,10-1 46-16,2-2 26 0,3 0-275 0,7-4 149 16,-1-1 75-16</inkml:trace>
  <inkml:trace contextRef="#ctx1" brushRef="#br0" timeOffset="213289.95">20025 15587 472 0,'2'0'0'0,"-2"-4"0"0,0 3 0 0,0-4 0 0,0 2 0 0,-2-1 338 0,-5 0-153 0,0 2-76 16,0 1-38-16,-2 1 143 0,4 0-95 0,-2 0-44 16,1 0 19-16,3 3-31 0,-4 7 0 0,5-2-22 15,1 3 26-15,1-2-35 0,0 2 1 0,0 0-1 16,7 2 1-16,5-1 8 0,0 1-8 0,2-2-55 16,-1 1 27-16,2-4 0 0,-4 4 28 0,0-3-17 15,-1 3-8-15,-4-3 0 16,-3 3 42-16,-1-1-39 0,-2-1 12 0,0 2-10 15,-3 1 123-15,-11 1-53 0,-4 1-28 0,0-5 79 16,0 4-51-16,-1-3-17 0,-2-3-8 0,3-1-61 16,-1-1 35-16,2-5 1 0,2-1 0 0,4 0-154 15,-1 0 73-15,3 0 40 0,3-3-366 0,3-3 180 16,1-7 99-16,2 4 20 0,0-7-198 16,0 6 99-16,7-3 71 0,4 0-288 15,3-1 179-15,2 0 82 0,3-2 52 0</inkml:trace>
  <inkml:trace contextRef="#ctx1" brushRef="#br0" timeOffset="213558.23">20326 15186 573 0,'0'-7'0'0,"0"5"0"0,-2 1 0 0,-5 1 0 0,-5 0 208 0,3 1-87 0,0 13-45 16,-3 7 226-16,3 3-127 0,0 6-75 15,-3 8-34-15,3 1 167 0,2 4-100 0,-1 0-51 16,2 0-16-16,1 7 61 0,1-6-47 0,2 2-24 16,2-4 18-16,0-7-20 0,0 2 7 0,2-3-28 15,5-3-91-15,5-4 46 0,-1-2 22 0,0-5-82 16,3-3 60-16,-2 0 19 16,0-7-1-16,-1 1-268 0,-4-6 137 0,2-3 33 0,-2-2 46 15,0 0-318-15,-1 0 166 0,-1-6 83 16,-3-6-170-16,3-2 126 0,-4-3 55 0,-1 0 40 0</inkml:trace>
  <inkml:trace contextRef="#ctx1" brushRef="#br0" timeOffset="213769.66">20067 15495 616 0,'-4'0'0'0,"-2"0"0"0,3 0 0 0,-1 0 0 0,2-2 0 0,0 0 0 0,1 0 506 15,1 2-236-15,0 0-119 0,1 0 192 0,16 0-147 16,6 0-85-16,3 0-40 0,8 0 143 0,1 0-90 16,9 0-46-16,-8 0-74 0,8 0-8 0,-7-1 37 15,2-1 0-15,-4-2-119 0,-1 3 60 0,-9-2 37 16,1 1-7-16,-4 1-370 0,-5-1 158 0,-6 2 114 16,1 0-567-16</inkml:trace>
  <inkml:trace contextRef="#ctx1" brushRef="#br0" timeOffset="-214069.87">23130 16101 188 0,'0'0'0'0,"0"0"0"0,0 0 0 0,0 0 0 0,-1 0 0 0,-1 0 0 0,2 0 0 0,-2-1-6 0,2-1 0 0,0-1 22 15,0 2-21-15,0 0 22 16,-2-2-3-16,2 3 23 0,0 0-23 0,-2 0 1 15,2 0-1-15,0 0 15 0,0 0-14 0,0 0 0 16,0 0 0-16,0 0 34 0,0 0 5 0,0 0-37 16,0 0 49-16,0 0-23 0,0 0 8 0,-1-2-28 15,1 2 61-15,-2 0-31 0,2-1 10 0,-2 1 10 16,2 0 0-16,-2 0-41 0,-1 0 9 16,1 0 17-16,1 0-1 0,-1 0-24 0,2 0 0 0,-2 0 13 15,2 0-6-15,0 0-7 16,0 1-16-16,0-1 16 0,0 2 0 0,0-2-1 15,0 3 7-15,0-2-6 0,2-1-1 0,0 1 39 16,-1 2 0-16,4 0-38 0,-1 0 8 0,-1-2 41 16,1 1-25-16,1 2 0 0,-1-2-24 0,2 0 21 15,-3 2 8-15,4-3-30 0,-2 1 31 0,2 1-1 16,1-2-29-16,0 1-1 0,1-2 31 0,2 4-8 16,3-2-23-16,-4-2 0 0,3 6 0 15,1-3 1-15,2 1 8 0,0-1-2 16,3 1-7-16,1-1 1 0,5 0 0 0,-1-1-19 15,1-2 27-15,7 0-9 0,0 0-21 0,1 0 22 16,3 0 0-16,5-2-40 0,-7-4 45 0,6 2-12 16,-3 3 3-16,0-1-59 0,-1 0 27 0,-1 0-4 15,4 0 37-15,-4 2-67 0,-1 0 27 0,0 0-9 16,-2 0 35-16,0 0-43 0,-6 2 3 16,4 4 25-16,-5-3-14 0,-3-1 10 15,0 1 7-15,1 0-14 0,-5-1 0 0,1-2 6 16,-1 0 5-16,-4 0 24 0,-3 0 0 0,-1 0-23 15,-2 0 0-15,-3 0 25 0,-1 0-23 0,-2 0 2 16,-1 0-2-16,2 0 10 0,-3 0-8 0,0 0 3 16,0 0 1-16,0 0-1 0,0 0-2 0,0 0 6 15,0 0-48-15,0 0 0 0,0 0 40 0,0 0-5 16,4-2-213-16,-1-1 90 16,3 0 57-16,-1-2-257 0,1 3 145 0,2-2 72 0,-2 2 37 0,-1 1-342 15,2-2 193-15,-1 3 93 16,2 0-323-16,1 0 208 0</inkml:trace>
  <inkml:trace contextRef="#ctx1" brushRef="#br0" timeOffset="-213328.6">24896 16262 950 0,'1'-5'0'0,"2"-2"0"0,-1-5 0 16,0-1 0-16,0-1 0 0,-2-3 0 0,0-2 0 0,0-2 0 0,0 1 91 0,0 1-29 0,0-1 0 0,0 2 9 0,0 0 1 0,-6 0-31 15,-4 3-9-15,1 2 15 0,-5 4-14 0,2 2-1 16,-8 3 1-16,2 1 51 0,-6 3-30 0,1 8 0 16,-4 11 28-16,-3 9-25 15,7 4 0-15,0-2-16 0,-3 10 49 0,9-9-28 16,2 6 0-16,4-3-6 0,2-3 1 0,8-4-16 15,1 4-8-15,0-5 25 0,4-7 0 0,9 0-25 16,3-4 0-16,4-3-42 0,-1-8 16 0,2-1 1 16,6-3-75-16,-1 0 50 0,1-12 18 0,-1-8 7 15,1-4-11-15,1-10 28 0,-8 0-28 0,1-4-304 16,-2-2 130-16,-6 3 79 16,4-15 13-16,-6 0-90 0,2-12 72 0,-3 2 35 0,-3-1-9 15,2-16 17-15,-2 3 0 0,2 0 27 16,-4 7-30-16,-1 15-1 0,-2 11 23 0,0 1 181 15,-2 16-87-15,0 13-42 0,0-1-23 0,-2 11 248 16,-6 3-115-16,-4 13-64 0,2 12-10 0,-1 17 44 16,-3 3-16-16,3 5-30 0,4 7 34 0,-2 13 110 15,6-3-78-15,1 3-40 0,2 4 28 16,0 1-33-16,0-13 7 0,0 11-40 0,7-21-36 0,7 2 1 16,1-6 35-16,-2-12-97 15,4-2 57-15,2-6 16 0,-1-7 0 0,-1-4-47 16,3-10 20-16,-1-7 23 0,3 0-207 0,0-12 103 15,1-15 25-15,1-7 35 0,-1-2-93 0,-2-8 54 16,0-3 2-16,2-13 27 0,-2-1-64 0,0-6 39 16,-1-6 1-16,1-2-41 0,0 0 33 0,-1 4 7 15,-1 3 42-15,-1 5-27 0,-6 15 26 16,1 2 0-16,-6 8-8 0,2 6 129 0,-6 9-61 0,-1 8-30 16,0 6 286-16,-2 5-153 15,0 4-59-15,0 3-8 0,-7 22 253 0,-7 11-147 16,-1 7-40-16,0 6 143 0,0 7-112 0,0 12-68 15,8-5-29-15,1 4 79 0,4-2-54 0,2 3-28 16,0-11 8-16,6 4-70 0,6-4 34 0,8-7 1 16,-1-4-166-16,2-5 83 15,-1-11 49-15,1-2-310 0,-3-4 168 0,-3-8 51 0,0-3 52 0,-5-6-410 16,-1-4 200-16,-3-3 113 0,1 0 52 16,-3 0-221-16,-2-9 137 0,-2-5 68 15,0-6 26-15,0-4-93 0,-10 0 67 0,-2-6 35 0</inkml:trace>
  <inkml:trace contextRef="#ctx1" brushRef="#br0" timeOffset="-213176.5">25136 15834 947 0,'-30'-10'0'0,"12"-2"0"0,6 9 0 0,3 0 0 0,7 2 0 0,2 0 173 0,3 1-62 16,21 0-43-16,8 0 0 0,9 0 305 16,10 0-170-16,11 0-85 0,-4 0 314 15,17 0-204-15,-10 0-98 0,-11 0-48 0,2 1-96 16,-8 9 23-16,-10 0 9 0,1 3 15 0,-4 3-590 15,0-3 295-15,-2 1 148 0,-4 2-300 0</inkml:trace>
  <inkml:trace contextRef="#ctx1" brushRef="#br0" timeOffset="-210380.94">20663 15747 495 0,'0'0'0'0,"0"0"0"0,0 0 0 0,0 0 0 0,0 0 0 0,0 0 0 0,0 0 128 15,0 0-48-15,0 0-23 0,0 0 132 0,0 0-69 16,1 0-48-16,10 0 103 0,1 0-70 0,1 0-37 16,2 0 1-16,2-4 70 0,4 0-57 0,0 1-25 15,4 1 1-15,-4 0 17 0,2 2-22 16,2 0 10-16,-4 0-3 0,2 0 1 16,2 0-28-16,-4 0 0 0,-1 2-32 0,1 0 8 15,-5-1 24-15,2-1-61 0,-8 2 31 0,2-2-1 16,-4 0 31-16,-3 0-79 0,-1 0 33 0,-2 0-1 15,-1 0 9-15,-1 0-19 0,0 0 4 0,0 0 0 16,0 0-17-16,-1 0 0 0,-5 0 25 0,-1-2-261 16,1-3 117-16,3-1 60 0,-2 0 37 15,3 2-379-15,2-1 202 0</inkml:trace>
  <inkml:trace contextRef="#ctx1" brushRef="#br0" timeOffset="-209113.64">21709 15315 412 0,'0'-2'0'0,"0"0"0"0,0 0 0 0,0 0 0 0,0-1 0 0,0-1 0 0,0-1 63 0,0-1-30 0,0 1-1 0,0-2 41 15,2 1-1-15,-1-1-31 0,1 1-9 0,0 2 25 16,-2-3 0-16,0 3-24 0,0 2-1 0,0 0 37 16,0 1-8-16,0-1-28 0,0 2 37 0,0 0-1 15,0 0-36-15,0 0 15 16,0 0-39-16,0 0 24 0,0 0 0 0,-2 0-4 16,0 0 4-16,-1 0 8 0,1 0-8 0,0 0-33 15,0 0 33-15,0 0 0 0,1 0 0 0,-1 0-30 16,-1 0 3-16,1 0 1 0,0 0-27 0,1 0 21 15,-1 0-7-15,-2 0-1 0,4 0-8 0,-2 0 32 16,1 0-5-16,1 0-14 0,-2 0 10 16,0 0 8-16,2 0-13 0,-2 0-28 0,0 2 31 0,0-2 3 15,2 0-6-15,-1 0 3 16,-1 1-1-16,2-1 2 0,-3 0 39 0,1 0-38 16,0 0 0-16,2 0 15 0,-1 0-13 0,1 0-1 15,-2 0 2-15,0 2 9 0,0-2-7 0,0 0 0 16,0 0 3-16,-1 2-36 0,1-2 33 0,0 2-2 15,0-2-23-15,-1 2 3 0,1-2 16 0,-1 2 2 16,-1-2-41-16,3 0 39 0,-1 2-6 0,0-2 11 16,-2 0-10-16,3 0 2 15,-3 0-3-15,2 0 23 0,0 0-21 0,0 0 1 0,1 0 0 16,-4 0 20-16,3 0-17 0,0 0-2 16,1 0 4-16,-3 0 18 0,2 0-17 0,0 3-3 15,0-3 1-15,-1 0 0 0,1 0 3 0,0 0-30 16,-1 2 27-16,1-2 0 0,0 2 0 0,-1 1-24 15,1-2 1-15,0 1 20 0,1 0-3 0,-1 0-24 16,0-1 21-16,0 1 4 0,-1 0-22 0,1 0 16 16,0 0-2-16,0-2 5 15,0 2 7-15,0 0-9 0,-1-2-2 0,0 0 29 16,1 1 1-16,0-1-26 0,1 0 2 0,-1 0 9 16,-2 2-7-16,2-2-2 0,-1 0 5 0,1 3-17 15,-2-2 15-15,1 0-1 0,-4 4 3 0,2-2-13 16,-1 2 10-16,-1 0 0 0,0 1-20 0,-2 1 19 15,2-1-3-15,0 2-4 0,0 1 8 0,-2 0-4 16,2-1 0-16,2 1 29 0,-1-1 1 16,1 1-26-16,0 0-2 0,1 1 36 15,3-1 0-15,-1 3-29 0,2-4 0 0,0 2 28 0,0 0-28 16,0-1 10-16,0 3 20 0,3-5-21 16,8 0-2-16,-1 1 7 0,3-1-36 0,5-2 30 15,-1-1-2-15,-1-1-35 0,5 0 3 0,-3 0 27 16,2-3 2-16,-1 1-49 0,-3-1 23 0,1 2-7 15,-6-2 28-15,0 2-27 0,-1 0-1 0,-2 0 10 16,-5 0-34-16,1 1 16 0,-2 1-1 0,-2 0 11 16,0 3-4-16,-4 3 8 0,-9 1 5 15,-2 4 32-15,-2 0-2 0,-4 3-31 0,0 1 2 0,0 0 51 16,1 0-23-16,-1 2 4 16,7-4-28-16,-2 2 105 0,6-3-48 0,0 3-15 15,2-2 27-15,6-2-17 0,2 0 4 0,0-2 10 16,0 1 1-16,4-3-26 0,8-2-11 0,1 1-49 15,4-3 31-15,-1 0 2 0,3-1 18 0,2-2-161 16,-2 0 76-16,0-3 33 0,-1-1 18 0,-1 0-300 16,1 2 148-16,-2-2 53 0,0 0-128 0,-4 2 89 15,4-2 60-15,-2 0-288 16,2 0 170-16,-2 0 85 0,4 0 43 0</inkml:trace>
  <inkml:trace contextRef="#ctx1" brushRef="#br0" timeOffset="-208783.82">22020 15576 816 0,'4'-15'0'0,"-2"0"0"0,0 2 0 0,-2-4 0 0,0 5 0 0,-8-1 0 0,-2 3 0 0,-2 1 0 0,-3 2 172 0,1 3-69 16,-2 2-36-16,-3 2 57 0,-4 0-38 16,1 9-30-16,-2 7 5 0,1-1 1 0,3 2-29 15,1 1-1-15,6-2 85 0,-1-2-46 0,7-1 0 16,1 1-38-16,6-3 74 0,0 0-37 0,2 1 8 15,9-4-71-15,7 2 25 0,2-2 1 0,2 1 0 16,3-1-58-16,-7-3 38 0,7 3-9 0,-4-1-8 16,-2 3 1-16,-3-1 36 0,-3 0-1 0,-1 3-114 15,-5 3 31-15,-3-2 34 16,-2 1-9-16,-2 2-15 0,0 2 22 0,-6-4-1 16,-5 1 44-16,-4 0 0 0,0-2-30 0,-2-1 4 15,0-4-51-15,0 2 25 0,1-4 2 0,0-2-237 16,5-4 121-16,1 0 62 0,3 0 25 0,3-2-161 15,3-10 95-15,1-2 45 0,0-3 21 0,7-5-271 16,8 4 147-16,-4-3 65 0</inkml:trace>
  <inkml:trace contextRef="#ctx1" brushRef="#br0" timeOffset="-208623.25">22006 15670 592 0,'14'-8'0'0,"2"4"0"0,-3 2 0 0,1 0 0 0,-4 2 0 0,3 0 0 0,-4 2 0 0,-1 8 263 15,1 3-106-15,-1 1-67 0,-3 1-28 0,2 3 190 16,-6 0-110-16,1 3-55 0,0 0 37 0,-2-1-50 15,0-1-20-15,0-1-179 0,0-5 79 0,0-4 40 16,0 0 7-16,-2-3-108 0,-1-2 69 0,-2-4 36 16,1 0-1-16,-1 0-356 0,3-6 126 0,0-11 113 15,0-10-136-15,2-2 21 0</inkml:trace>
  <inkml:trace contextRef="#ctx1" brushRef="#br0" timeOffset="-208105.6">22169 15225 914 0,'5'-19'0'0,"1"10"0"0,-1-2 0 0,4 7 0 0,-2-1 0 0,-2 4 0 0,3 1 0 0,0 0 137 0,1 1-53 0,-2 11 131 16,2 3-92-16,0 7-44 0,-6 3-16 0,3 5-4 15,-5 4-26-15,1 7 0 16,-2-2-1-16,0 4-55 0,0-3 36 0,0 11-8 16,-3-6-58-16,-5-3 43 0,0-7 21 0,1 1 0 15,3-12-35-15,1-1 23 0,3-10-20 0,0 0 9 16,0-5-2-16,0-6-1 0,0-2-3 0,3 0 2 15,6-2 14-15,3-10 4 0,1-3 4 16,1 0-9-16,-2 0 12 0,4-2-5 0,-3 2-7 16,1 0 7-16,-2 5 1 0,-1-1 29 15,-2 6-30-15,-1 0-4 0,0 4 4 0,-1 1 99 0,-2 0-47 16,0 13-23-16,-1 6 10 0,-1 5 155 16,-1 1-87-16,2-1-31 0,-1-4-25 0,3 3 50 15,-1 1-28-15,5-6-9 0,-1-2-55 0,2-2 20 16,3-3 0-16,-1-6-110 0,2-1 51 15,0-4 30-15,0 0-1 0,2-11-231 0,0-7 125 0,-1-7 45 16,2-2 34-16,-4-4-283 0,4-10 143 0,-6 1 40 16,2-6 46-16,-5-3-80 0,2-10 67 0,-1 0 29 15,-3 0-15-15,1 8 22 16,-3 0 1-16,2 10 45 0,-4 2 9 0,-1 13-33 16,-2 1 0-16,0 14 220 0,0-1-110 0,0 9-64 15,0 3-18-15,-4 0 321 0,-4 18-159 0,1 8-41 16,0 10-53-16,1 0 167 0,1 11-103 0,0 2-47 15,3 3 40-15,2 1-43 0,0-5-23 0,0-4-38 16,0 4 16-16,2-10 1 0,6 0 0 16,0-4-183-16,-1-5 91 0,-2-5 54 0,4-2 15 0,-4-3-419 15,-1-6 208-15,1-4 71 16,-3-3 63-16,0-4-423 0,0-2 233 0,-1 0 112 16,-1-1-213-16</inkml:trace>
  <inkml:trace contextRef="#ctx1" brushRef="#br0" timeOffset="-207940.07">22419 15336 1290 0,'-11'1'0'0,"4"-1"0"0,7 2 0 0,0 2 0 0,0-3 0 0,2-1 0 16,12 3 0-16,9-1 459 0,5-2-213 0,4 0-107 0,3 0-53 0,3 0 176 15,-1 0-118-15,0 0-56 0,2 0-357 0,-7 0 152 16,0 0 74-16,-9 3 46 0,7 7-704 0</inkml:trace>
  <inkml:trace contextRef="#ctx1" brushRef="#br0" timeOffset="-205270.53">23334 15332 622 0,'0'-4'0'0,"0"2"0"0,0-1 0 0,0 0 0 0,0 2 0 0,0-5 0 0,0 0 0 0,0-1 0 0,0 1 68 0,0-4-27 0,0 1-8 0,0 0 28 0,0-1 0 0,0-1-28 16,0 2-1-16,0-1-13 15,0 3-9-15,-2 0 23 0,-3-1-29 0,0 3-1 16,-1-2 30-16,-1 4-15 0,-5 0-11 0,-1 3 25 16,1 0-16-16,-6 0 9 0,-1 0-6 0,1 5 11 15,-5 8-15-15,2-2 27 0,1 5-21 0,3-6 1 16,-1 5 51-16,2 0-17 0,2-2 1 0,4-2-30 15,2 1 39-15,3-3 0 16,3 1-31-16,2 0 6 0,0-2-45 0,0 2 0 16,4-2 36-16,7-1-93 0,2-1 44 0,2-1 29 15,0-3-14-15,2 2-37 0,-2-4 22 0,0 2 0 16,0-2-60-16,-6 0 43 0,0 0 4 0,-2 1 1 16,-2 2 2-16,-3-2 0 0,0 5 2 0,-2 4 12 15,0 0 66-15,-12 5-31 0,-4 6-1 0,-2 0 116 16,0 2-64-16,-3 1-34 0,0 1-6 0,1-1 143 15,1 1-68-15,3-3-42 0,2-3 3 0,3 3 38 16,4-3-38-16,-1 0 1 0,6-2 36 16,2 0-36-16,0-5 7 0,0 4-44 15,8-4-6-15,5 0 6 0,3-1 0 0,1-1-69 16,4-3 42-16,-1 0-7 0,1-2 33 0,0-2-124 16,-1-1 62-16,1-2 30 0,-3 0 1 0,-4 0-74 15,-3 0 42-15,-1 0-8 0,-4 0-36 0,-3 0 21 16,-1 0 20-16,0 0 26 0,-2 0-5 15,0 0-11-15,0-2 9 0,-4 0-24 16,-1 1-4-16,-2-1 31 0,0 2-2 0,2 0-394 0,-1 0 187 0,4 0 95 16,2 0-235-16</inkml:trace>
  <inkml:trace contextRef="#ctx1" brushRef="#br0" timeOffset="-204432.75">23713 15459 239 0,'2'0'0'0,"-2"-1"0"0,0-2 0 15,1 0 0-15,-1-2 0 0,0 1 0 0,2-5 196 0,-2 2-82 0,0-1-32 0,0 0 33 0,0 1-42 16,0-4 1-16,0 4-41 0,0-1 32 16,0 2 9-16,-2 2-41 0,-5-1-1 15,-5 4 25-15,1-1 0 0,-1 2-24 0,-6 0 42 16,2 0-42-16,-5 9 0 0,0 2 0 0,3 1 44 16,-1 1-14-16,-1 0-8 0,6 0 39 0,-2 2-30 15,5-3-1-15,4-2-30 0,4 0 32 0,1 0-8 16,2-1-25-16,0 1-51 0,2-1 25 0,8 4 1 15,6-4 34-15,4 3-82 16,3-4 36-16,0 4 1 0,0-3 34 0,-4 3-65 0,2-3 23 16,-4 3-7-16,0 1-61 0,-6 0 45 15,-1 0 5-15,-4 2 0 0,-5 1 14 0,1 2 12 16,-2-2-15-16,0 2 92 0,-9 0-38 0,-5-1 0 16,0 0-36-16,-4-2 34 0,-1-1 5 0,1-4-33 15,1-2 12-15,0-3-74 0,4-4 41 0,2-1-2 16,2 0-326-16,0 0 165 0,8-8 75 0,1-11 44 15</inkml:trace>
  <inkml:trace contextRef="#ctx1" brushRef="#br0" timeOffset="-204252.23">23818 15563 1051 0,'8'9'0'0,"-1"3"0"0,-5 3 0 0,0-4 0 0,-2 2 0 0,0 0 0 0,0 2 377 16,0 0-172-16,0 0-86 0,0-1-44 0,-2 2 47 15,2-5-36-15,-2 4-31 0,0-2-66 0,0-1 22 16,1-4 0-16,-1 4 22 0,0-3-306 0,-1 1 149 16,0 0 79-16,3-3-396 15,-4-3 225-15,4-1 49 0,-4-1 73 0</inkml:trace>
  <inkml:trace contextRef="#ctx1" brushRef="#br0" timeOffset="-203675.65">23931 15258 551 0,'2'-4'0'0,"5"-1"0"0,-1 3 0 16,1 2 0-16,-1 0 0 0,1 0 0 0,0 7 90 0,2 7-20 0,-2 6-9 0,-2 5 7 0,-1 3-36 0,0 3 1 15,-3 6 0-15,-1 1-35 0,0 10 14 0,0-3-1 16,-3-1 22-16,-3-2-5 15,1-8 3-15,-1 1 7 0,3-2 13 0,-2-11 1 0,3-2-21 0,2-4 65 16,0-4-31-16,0-5 7 16,0-6-39-16,0-1-36 0,2 0 35 0,5-2 1 15,4-18 0-15,-1 4-51 0,6-9 21 0,-1 2 1 16,-2 1-108-16,0 5 61 0,1-2 34 0,-2 4 9 16,-1 4-44-16,-1 6 18 0,-1 3-1 0,1-1 51 15,-2 3 0-15,-1 7-45 0,-1 14 18 0,-3 0 151 16,1 5-72-16,-1 2-32 0,-1 3 0 0,3-7 153 15,0 8-90-15,1-5-23 0,1-9 22 0,5 2-37 16,-1-2 0-16,2-5-28 16,2-3-100-16,2-7 46 0,0-3 23 0,2 0-82 15,3-7 52-15,-3-12 35 0,2-6-9 0,-3-3-253 16,1-3 104-16,1-9 73 0,-2 1 36 0,-1-8-275 16,-2-1 136-16,-3-4 70 0,2-12-80 0,-1 2 76 15,-3-3 36-15,0 6-7 0,2-1 10 0,-2 1 0 16,-1 9 35-16,-5 11 62 0,3 3-31 0,-5 12-8 15,-1 7-23-15,-1 5 284 16,0 7-141-16,0 5-72 0,0 0-5 0,-7 18 411 0,-4 13-173 16,4 8-121-16,-1 2 183 0,0 8-151 15,3 2-66-15,1 5-46 0,2 10 104 0,1-7-70 16,-1 2-36-16,2-8 4 0,0 1-31 0,0-1-9 16,0-6 1-16,2-5-201 0,3-8 100 0,1 4 51 15,-1-6 33-15,-1-4-336 0,-1-8 134 0,0-2 101 16,1-9-463-16,-2-3 257 0,1-4 122 0,-1-2 72 15,0-4-283-15</inkml:trace>
  <inkml:trace contextRef="#ctx1" brushRef="#br0" timeOffset="-203506.08">24199 15522 1126 0,'-13'0'0'15,"7"0"0"-15,4 1 0 0,2 1 0 0,0-2 0 0,8 0 0 0,11 0 0 0,11 0 391 0,7-2-180 0,4-2-89 16,3-3 221-16,-1-1-156 0,-3 3-68 0,3 1-48 0,-4 0-189 16,-3 2 75-16,-5 2 39 0,-1 0-613 15,-7 0 334-15,6 6 153 0</inkml:trace>
  <inkml:trace contextRef="#ctx1" brushRef="#br0" timeOffset="-202500.16">20856 15375 705 0,'0'0'0'0,"0"0"0"0,0 0 0 0,0 0 0 0,0 0 0 0,0 0 0 0,0 0 97 0,0 0-32 0,0 0 147 0,0 0-93 0,0 0-44 0,0-3-21 15,0 3 0-15,0 0 58 16,0 0-32-16,0 0-8 0,0 0 96 0,0 0-67 16,0 0-35-16,0 0 17 0,0 0-17 0,2 0-8 15,-1 0-25-15,3 0 14 0,1 0-14 16,-4 3 0-16,3 2-19 0,0 1 18 0,-1 1 1 16,1 1 0-16,1 3-2 0,-1 1 2 0,-2 1 7 0,1 4 30 15,-1 4 0-15,-1 5-37 16,1 0 0-16,-2 5 0 0,0 6 34 15,0 6-9-15,0 0-74 0,-3 4 24 0,-2 0 0 0,-1 3 25 16,3-8 8-16,-1 13-192 0,1-10 86 0,-1-2 45 16,0-8 15-16,2 3-167 0,1-4 74 0,-1-4-469 15,-1-7 263-15,3 3 135 0,0-5 69 16</inkml:trace>
  <inkml:trace contextRef="#ctx1" brushRef="#br0" timeOffset="-192065.97">26462 15747 807 0,'-8'-8'0'15,"5"5"0"-15,0 1 0 0,1 0 0 0,0-1 0 0,2 2 0 0,-3-1 0 0,3 2 0 0,0 0 110 0,0 0-39 0,0 0 1 0,3 0 51 0,7-2-37 16,12 0-31-16,0 2 73 0,4 0-47 0,1 0-25 16,3 0 9-16,0 2 40 0,-2 6-37 0,0-1 1 15,1 4-36-15,-3-1-24 0,-2-2 9 16,2 2 15-16,1-2-40 0,-7-3 0 16,3 2 40-16,-3-4 0 0,-2 0-189 0,-6-2 74 15,-1 0 55-15,-2 2-345 0,-6-3 182 0,1 0 55 16,-4 0 53-16,0 3-259 0,-3 4 154 0</inkml:trace>
  <inkml:trace contextRef="#ctx1" brushRef="#br0" timeOffset="-191856.64">26620 16073 1344 0,'-9'0'0'0,"5"0"0"0,2 0 0 0,2 0 0 0,0 0 0 0,0 0 0 0,0 0 0 0,0 0 0 0,3 0 175 0,10 0-71 0,5 0-28 0,0 0 122 16,1 0-82-16,4 0-42 0,-3 0-20 0,3 0-85 16,-3 0 40-16,2 0-8 0,-4 0-235 0,3 2 133 15,-2 0 67-15,0 1 33 0,-2 1-453 0,-1-1 227 16,-2 0 57-16,-1 1-100 16,0 0 118-16</inkml:trace>
  <inkml:trace contextRef="#ctx1" brushRef="#br0" timeOffset="-191442.75">27204 15863 664 0,'-5'-15'0'0,"-1"4"0"0,4 5 0 0,2 0 0 0,0 0 0 0,0-1 332 0,0-1-149 15,0-2-76-15,6-2 75 0,11-1-75 0,1 0-29 16,5-2-8-16,2 2 93 0,1 4-66 0,2 1-31 15,0 4-1-15,-4 2-38 0,6 2 5 0,-6 0 1 16,2 3-45-16,-3 9 23 0,-2 4-1 0,-3-2 31 16,-2 6-84-16,-2 4 38 0,-5-2 0 0,-6 5-49 15,-1-2 25-15,-2 6 29 16,-2 0-16-16,-12 3-14 0,-7 4 4 0,-2-4 0 0,3-3 5 16,-6-3-14-16,-1 2 23 0,-1-5 9 15,0-5-14-15,-1 0 23 0,3-8-15 0,6-2 2 16,-2-3 41-16,2-1 0 0,5-2-35 0,6-2 147 15,1-2-68-15,5 0-33 0,-1 0-13 0,4 0 100 16,0 0-45-16,2 0-33 0,11 0 2 0,6-2 76 16,5-3-54-16,3-1-23 0,1 0 86 15,2 1-54-15,2-1-28 0,0 1 9 0,-2 0-61 0,-2 4 1 16,-1-1 25-16,3 2-266 16,-7 0 132-16,-2 0 76 0,2 0 25 0,-2 0-537 15,-2 0 240-15,3 3 141 0,-2 0 27 0,-1-1-177 16,4-2 140-16,2 0 67 0</inkml:trace>
  <inkml:trace contextRef="#ctx1" brushRef="#br0" timeOffset="-191178.34">27830 15770 1762 0,'-12'-13'0'0,"11"12"0"0,1-1 0 0,0 0 0 0,10 0 0 0,8-1 0 0,3-3 0 0,2-1 0 0,7-1 257 0,5 1-105 0,8-4-63 16,0 4 231-16,0 0-144 0,2 2-71 0,-1 3-26 15,-9-1-14-15,3 1-9 0,-4 2-23 16,-3 0-71-16,-2 0 36 0,-4 0 0 16,-3 2 42-16,-1 2-186 0,-2 1 90 0,-2-3 44 15,-4 1-133-15,-5-3 39 0,-3 0 64 0,1 0-46 16,-6 2-368-16,3-2 211 0,-3 0 106 0,0 0-266 15,-14 1 178-15,0 3 101 0</inkml:trace>
  <inkml:trace contextRef="#ctx1" brushRef="#br0" timeOffset="-190964.91">28073 15688 642 0,'-5'0'0'0,"0"0"0"0,3 6 0 0,0-2 0 0,2 2 0 0,-4 3 443 16,4 0-204-16,-2 6-104 0,2 0 163 0,0 5-132 15,0 3-59-15,0 4-41 0,0 1 231 0,0 0-132 16,0 1-66-16,0 6-54 0,0-3-4 0,-3 1-9 16,-1-1 1-16,1 1-270 0,-3-5 135 15,3-6 68-15,0 1 41 0,1-6-388 0,-2-4 204 0,4-2 25 16,-2-3 78-16,0-3-323 16,2-2 174-16,0-3 99 0,0 0-48 0,0 0 69 15,0 0 36-15</inkml:trace>
  <inkml:trace contextRef="#ctx1" brushRef="#br0" timeOffset="-190777.41">28272 15812 862 0,'3'3'0'0,"-3"0"0"0,2 1 0 0,-2 3 0 0,0 1 0 0,0 3 0 0,0 2 527 0,0 6-247 0,0 5-124 15,0 2 283-15,0 3-195 0,-5-1-109 0,0 4-52 16,2 1-13-16,-2 2 0 0,3-2-37 0,-2 1 8 15,3 2-177-15,-1 1 85 0,0 1 41 0,1-1-472 16,1-1 257-16,0-7 138 0,0-3 34 0</inkml:trace>
  <inkml:trace contextRef="#ctx1" brushRef="#br0" timeOffset="-190615.84">28556 16417 1379 0,'0'0'0'0,"0"-2"0"0,0 2 0 0,0 0 0 0,0 0 0 0,0 0 0 0,0 0 121 0,0 0-44 0,0 0-22 0,0 0 483 0,0 0-253 0,0 0-118 15,0 0-71-15,0 0-228 0,0 0 82 0,2 0 42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1:24:48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17646 15411 688 0,'0'0'0'0,"-2"0"0"0,0 0 0 0,1 0 0 0,1 0 0 0,0 0 0 0,0 0 0 0,0 0 24 16,0 0 9-16,-2 0 8 0,2 0-40 0,-2 0 29 16,0 0 0-16,0 0 1 0,-1 0-12 0,2 0 17 15,-3 0-7-15,2 0 12 0,-1 1-12 0,-1 1 1 16,2 2-1-16,-2 0 47 0,1 0-46 0,-1 1 0 15,0 1 3-15,0 1 15 0,0 1-16 0,1 3 11 16,-3 1-1-16,1 1-9 0,-1 1 0 16,0 3 23-16,-1 0 1 0,1 2-16 15,-1 0-8-15,0-1 36 0,2 2-36 0,0-1 0 16,-1 1-1-16,2-1 57 0,1 0-33 0,1 7 1 16,0-5-24-16,2-1 48 0,0 2-24 0,0-1 9 15,0-2 3-15,0 1-36 0,4 1 0 0,5-2-1 16,0 2 38-16,1-2-37 0,1-1-1 0,2 0 6 15,0-4-5-15,0 1 0 0,4-1 8 16,-2-4-30-16,4 0 1 0,0-2 21 0,0-2 0 16,0 2-36-16,1-2 21 0,-1-2-8 15,2-1-16-15,-3 1 0 0,1 0 24 0,0-2 6 16,0 0-26-16,-2-2-6 0,1 0 20 0,-1 0 3 16,0 0-3-16,2 0 4 0,0 0 0 0,-1 0 8 15,1 0-10-15,0-2 2 0,-2-6-1 0,2 3 31 16,-2-5 6-16,0 1-34 0,-1-2-38 0,0-3 1 15,-3 4 36-15,-2-5 0 16,0 2-35-16,-2 0-4 0,-1-3 33 0,0 3-10 16,-3-3 8-16,1 1 2 0,-3-1-4 0,3-1 2 15,-2 2-6-15,0-4 5 0,-2 1-10 0,2-1 18 16,-3-2-13-16,1 2 3 0,0-2 31 0,-2 0-29 16,0 1 4-16,0 2-2 0,0-3 3 0,0 3-3 15,-5 0 1-15,-1 2-9 0,-2 1 8 0,1-1 0 16,-1 1 1-16,1 2-6 0,-3 0 5 0,3 0-1 15,-2 2 0-15,-1-2-39 0,1 1 38 16,-1 1 0-16,1 0-34 0,-1 0-1 16,-1-1 29-16,2 0 2 0,-1 4-33 0,-1 1 0 15,-4-4 23-15,4 4-26 0,-4 1 26 0,-2 1 3 16,-2-1-7-16,-3-1 7 0,3 5-7 0,-2 0 4 16,-5 0-5-16,5 0 35 0,-1 2-32 0,-3 0 2 15,-2 0 32-15,4 0-31 16,7 0 5-16,-2 0 13 0,-1 2-14 0,0 2-1 0,10-1 2 0,-6 2-16 15,3-1 16-15,1 1-1 0,2 0 2 16,1 1-49-16,1-1 22 0,-2 3-2 16,0 0 23-16,4-1-33 0,-2 1 2 0,1 1 19 15,-1 2-135-15,1-1 60 0,-2 2 35 0,1 0 1 16,2 1-320-16,-1 0 172 0,1 2 86 0,4-1-473 16,1-1 279-16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7:39:18.4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3T07:39:26.171"/>
    </inkml:context>
  </inkml:definitions>
  <inkml:trace contextRef="#ctx0" brushRef="#br0">2863 6377 530 0,'0'0'0'0,"0"0"0"0,0 0 0 0,0 0 0 0,0 0 0 0,0 0 0 0,0 0 0 0,0 0 0 0,0 0 166 0,0 0-71 0,0 0-31 16,0 0 0-16,-1 0 67 0,1 0-49 0,0 0-16 15,-3 0 13-15,1 2-23 0,2 0 0 0,0 2-23 16,-3 0 18-16,-1-1-10 0,2 2-8 0,-1 0 22 16,3 3-22-16,-5-3-1 0,3 4 1 0,-1-1-26 15,0 1-9-15,1 0 35 0,-1 1 0 0,1 0-35 16,1 3 0-16,-1-5 33 0,0 8 0 0,2-2-40 15,0 0-1-15,0 3 40 16,0-1-9-16,0 4 1 0,0-1-2 0,0 1 24 16,0 3-24-16,0 1-2 0,0 2 2 0,0-1 53 15,0 7-28-15,0-1 8 0,0-1-29 0,0 5 42 16,0 0-1-16,0 1-18 0,0 1 10 0,0 6-1 16,0-1-23-16,0-3 35 0,0 3 0 0,0-5-27 15,0 8-8-15,0-3 17 0,0-2-17 0,0 4-1 16,0-1 1-16,0-3 30 0,0 10-31 0,0-3 1 15,0 2 0-15,0 0 3 16,0-2-4-16,0-4 9 0,0 7-8 0,0-6-25 16,0-1 25-16,0 2-41 0,0 2 41 0,0 2 8 15,0 0-13-15,0 6-64 0,2 10 29 0,0 1 0 16,-1 5 33-16,1 8-41 0,3 0 10 0,-4-2-1 16,1-7 11-16,0-14-109 0,-1 6 55 0,4-6 20 15,-3-3 2-15,-2-3-6 0,3-1 5 0,-1 0 0 16,0-3 21-16,-2-5 55 0,0 8-31 0,0-5 77 15,0 2-46-15,0-1-25 16,0-3 9-16,0 0 12 0,0 7-24 0,0-4-12 16,0-1 33-16,0 1-47 0,0-5 41 0,-2 8-17 15,2-4-35-15,0 0 0 0,-2-3 34 0,-1 0-16 16,3-5 14-16,0 9-2 0,0-6-7 16,0 3 29-16,-2 1-3 0,2 2-21 0,-3-5 30 15,3 5-30-15,-2-3 2 16,1-6 33-16,-1 4-29 0,2-2-2 0,-2-2-25 15,1 3 26-15,1-6 4 0,0 1-3 0,-2-2-49 16,2-2 24-16,0-5 2 0,0 5-178 16,0-8 178-16,-3 1 13 0,3-5-7 0,0 0-228 15,-2 0 193-15,1-2 26 0,-1-3-11 16,0-2-56-16,1-2 20 0,-2-2 0 0,1 1 2 0,1-4-139 16,1-1 81-16,-3-3 39 0,3 3-267 15,-2-3 154-15,0-3 68 0,1-15 47 0,1-14-397 16,0-11 218-16,0-16 108 0,0-9 55 0,0-8-339 0</inkml:trace>
  <inkml:trace contextRef="#ctx0" brushRef="#br0" timeOffset="332.14">2960 6385 313 0,'-6'-4'0'0,"-2"2"0"0,0 2 0 0,0 0 0 0,-1 0 0 0,0 2 0 0,-5 8 60 0,2 5-27 0,-6 3 40 16,2 5 8-16,-1 3-48 0,-4 10 0 0,2-2-1 16,-3 3-40-16,2 3 20 0,0-4 8 0,-2 4 13 0,7-9-74 15,-2 1 36-15,3-3 1 0,1-11-177 16,4 2 103-16,1-5 45 0,2-5-130 0,4-5 82 16</inkml:trace>
  <inkml:trace contextRef="#ctx0" brushRef="#br0" timeOffset="493.67">2800 6424 779 0,'0'-2'0'0,"2"2"0"0,1 0 0 0,0 2 0 0,3 8 0 0,2 1 0 0,3 4 0 0,1 6 396 0,5-2-182 16,-3 2-63-16,4-1-59 0,-1-1-21 0,4 5-9 15,4-4-29-15,-1 3-445 0,1 0 223 16,5 5-270-16</inkml:trace>
  <inkml:trace contextRef="#ctx0" brushRef="#br0" timeOffset="2469.13">3983 8554 240 0,'-3'0'0'0,"1"0"0"0,0 0 0 15,1 0 0-15,-1 0 0 0,1 0 0 0,-1 0 0 0,-1 0 59 0,3 0-36 0,0 0 0 0,-3 0 3 16,3 0-2-16,0 0 0 0,-2 0 6 0,2 0-4 16,0 0-2-16,0 0 1 0,0 0 6 15,0 0-6-15,0 0 6 0,0 0 14 16,0 0-20-16,0 0 1 0,0 0-1 0,0 0 46 15,0 0-15-15,0 0-5 0,0 0 58 16,0 0-72-16,0 0-4 0,0 0 0 0,0 0 8 0,0 4 49 16,-2 3-28-16,2 0 0 0,0 3-30 0,0 0 1 15,0-1 29-15,0 0-8 0,0 1-21 0,0-1-19 0,0-1 18 16,0-1 1-16,0-1 8 0,0 0-42 16,0-1 0-16,0 1 34 0,0-2 0 0,0-1-42 15,0-1 29-15,0-1-17 16,0-1-23-16,0 0 16 0,0 0 0 0,0 0-16 15,0 0 42-15,0 0-12 0,0 0 5 0,0 0-6 16,0-6 4-16,0-8 0 0,4-3 0 0,-1-1-65 16,2 3 31-16,-2-2-3 15,0-1-18-15,-1 7 21 0,1 1 0 0,-2 2 16 0,1 3 45 0,-2 2-44 16,0 1 3-16,0 1 70 0,0 1-34 16,0 0-1-16,0 0-33 0,0 3 41 0,0 10 0 0,0 0-30 0,0 1 36 15,0-1 0-15,0 2-36 16,0-6 48-16,0 4-41 15,0-1 15-15,0-3-2 0,0 1-46 0,0-5 3 0,0 1 34 16,0-2-73-16,0-3 39 0,0-1-9 0,0 2 37 0,0-2-104 16,0 0 47-16,0 0 20 0,0 0-35 15,0 0 22-15,0 0-1 16,0-3-206-16,0-5 109 0,0 2 47 0,0 3 21 0,0 1 6 16,3 2-364-16,5 0 193 0</inkml:trace>
  <inkml:trace contextRef="#ctx0" brushRef="#br0" timeOffset="4876.22">3492 7134 187 0,'-1'0'0'0,"-2"0"0"0,1 0 0 0,0 0 0 0,1 0 0 0,-3 0 133 16,3-1-50-16,-4-1-25 0,2-2 23 0,1 2-24 0,0 1 7 16,0-3-31-16,-1 1 27 0,1 1-27 15,-1-1 0-15,-1 1-1 0,3-2 36 0,-2 2-35 16,-2-1 0-16,2-2 0 0,-1 4 16 0,-2-3-17 0,2-1 24 16,0 4-23-16,-1-2-1 0,1 1 1 15,-1-2 3-15,-1 2-4 0,0 0 9 16,1-2-19-16,0 3 11 0,-3-1 0 15,3 1 0-15,-4-2 0 0,2 1-13 0,1 1 13 16,-2-1 0-16,2-1-1 0,-2 2-41 0,0 0 39 16,1-2 5-16,0 1-38 0,-1 0 1 0,1 0 24 15,-3 2-33-15,3 0 38 0,-3 0-4 0,2 0-4 0,-1 0-19 16,1 0 18-16,-3 0 2 0,4 0 1 0,-2 0-31 16,-2 0 26-16,3 0 1 0,-2 2-4 15,1 0-32-15,-1 0-1 0,1 2 34 16,-2-3-6-16,1 4-5 0,-2-2 4 0,3 0-21 15,0 0 24-15,-2 1-2 0,0-1-3 0,1 1 9 16,-2 0-7-16,0-1 0 0,3 1 0 0,-2-2 11 16,-1 2-9-16,3-3-2 0,-5 4 4 0,4-4 24 15,0 1-23-15,-4 2-3 0,3-2 24 0,-1 0-22 16,0 0 1-16,1-1 20 0,2 1-15 0,-4 2-5 16,2-1 4-16,-2 0-8 0,2 1 6 0,-1-1 0 15,2 3 5-15,-3-3-34 16,1 3 28-16,-1 1 1 0,0-2-2 0,0 0-25 15,0 1 25-15,1-1 0 0,-1 1 12 0,2 0-24 16,0-2 8-16,0 1 2 0,2-1 1 0,-3 1-1 16,3-1-2-16,-2 0-2 0,1 2 3 0,-1-3 1 15,2 3 2-15,-3-1-30 0,-1 1 27 0,1 4 0 16,-1-3 0-16,2 3-21 0,-2-3 20 16,0 4 0-16,1-1-7 0,1 0-17 0,3-3 18 0,-5 2 5 15,2 2-4-15,-1-5 1 16,2 3-2-16,-1 0 6 0,2 1-5 0,-3-2 1 15,1 1 0-15,-1 0-15 0,3 1 14 0,-2-1 0 16,-1-1 2-16,2 1-10 0,0 0 9 0,-2 1-1 16,1 1-20-16,3-2 19 0,-3 1-2 0,0 1-6 15,2 1 5-15,-1-4 2 0,2 4-2 16,-2-1 8-16,1-2-8 0,-1 3 1 0,0-1 0 0,0 0 32 16,0 3-30-16,0-1-1 0,1 0 1 0,-1 0 25 15,-1 0-24-15,2 0 0 0,-1 1 3 16,1-1 7-16,2 0-6 0,0 0-2 15,-2-1 0-15,5 1 0 0,-3 0 3 0,2-2-18 16,-2 2 16-16,2 0 1 0,0 0-2 0,2 2-14 16,-4 0 13-16,3 0-1 0,-2 1 1 0,-1-1-4 15,2 0 4-15,-1 3-3 0,1-1 2 0,-1 1 8 16,-2-3-8-16,3 3 0 0,-3 0 25 0,3-1-24 16,-2 2 0-16,0 0 19 0,1 0-18 15,-1 2 5-15,1-2-5 0,0 1-4 16,-1 1 6-16,1-1 0 0,1 1 0 0,-1 0-6 15,0 1 5-15,-1-1 1 0,2 3-1 0,-1-2 1 16,1 3-1-16,1-4 0 0,1 1 6 0,-4 1-7 16,4 1 1-16,0-1 22 0,-2 3-22 0,2-5 4 15,-1 5-4-15,3-4 26 0,-5 1-1 0,6 0-20 16,-3-1-1-16,1 1 10 0,0 1-9 0,1-1 2 16,1-1-21-16,-2 1 21 0,2 2-2 15,0-4-3-15,0 6 3 0,0-2 1 16,0 1-1-16,0 0-31 0,0 0 30 0,0-1 0 15,0 4-1-15,2-4-4 0,1 0 3 0,2 1-3 16,1-2 2-16,-1-1 11 0,1 4-11 0,1-4 0 16,1 2-3-16,1-1 4 0,0 1 0 0,3 3 2 15,0-2-20-15,-1 0 18 0,3 2 0 0,-1 1-36 16,2 1 34-16,-1 2 0 0,1-2 0 0,0 4-19 16,0-3 17-16,-1 1-3 0,2 0 2 15,-2 0 4-15,2-4-4 0,0 1-3 16,0-2 2-16,1 2-7 0,-1-3 7 0,0 0-8 15,3 1 8-15,-2-3 0 0,2 5 0 0,5-3-4 16,-3 0 4-16,4 1 0 0,2 1 0 0,0-1-29 16,-2 2 28-16,0-3-3 0,5 3 3 0,-3-3-39 15,8 2-1-15,-4-6 33 0,5 0-22 0,1-2-37 16,1-5 27-16,13-2-177 0,-3-4 98 0,9-1 41 16,10-8 26-16,4 0-158 0,-1 0 80 15,5-4 51-15,7-7 22 0,0-3-367 16,-2 3 194-16,1-2 98 0,-6 0 40 0</inkml:trace>
  <inkml:trace contextRef="#ctx0" brushRef="#br0" timeOffset="7083.94">3127 7099 125 0,'-5'-3'0'0,"1"2"0"0,0-1 0 0,1-2 0 0,1 0 0 0,-2 1 166 0,2-1-67 0,-1 2-33 16,1-2 21-16,1 0-19 0,1 3-8 0,0-2 34 15,0-3-31-15,0 0 0 0,0 0-30 0,1-2 50 16,6-1-29-16,1 0 0 0,2-1-22 0,5 1 31 16,-2-2-1-16,1 1-21 0,-1 1-9 0,4-2 23 15,-2 2-23-15,2-1 1 16,-1 3 9-16,0 0-1 0,1-2-9 0,1 4-5 15,-2-1 5-15,3 2 1 0,0-2 0 0,0 3 12 16,1-1-12-16,1 0 0 0,1-1 0 0,0 1 21 16,1 0-21-16,0-1 8 0,3 1-8 0,-2-1 38 15,3-1-38-15,-2 0 0 16,-1 0 17-16,-2 0-9 0,2 3-9 0,0-3 22 0,-2 3-1 0,-1-3-20 16,-1 4 8-16,6-2 3 0,-7 0-12 15,3 3 1-15,-1-1 0 0,2 1 0 16,-3-2 7-16,3 3-7 0,-2 0 0 0,1 0-29 15,0 0 29-15,-1 0-1 0,0 0-17 0,-1 0-12 16,4 0 29-16,0 0-30 0,0 0 27 0,0 0-7 16,-1 3 13-16,7-2-31 0,-4-1 21 0,-1 2-5 15,1-1 4-15,-6 2-24 0,6-2 6 16,-4 3 13-16,-1-1 2 0,1 2-33 0,2-2 31 0,-7 3-2 16,6 0 14-16,-3-1-14 15,-1 1 1-15,0-1 4 0,0 3-4 0,2-2-2 16,-2-1 6-16,0 3-10 0,0-3 6 0,1 1-1 15,0-1 0-15,-1 1-15 0,0-2 20 0,2 2-3 16,-3-3-2-16,1 3-8 0,-2-1 8 0,3 0-2 16,-2-2-10-16,-1 3 9 0,-1 1 2 0,1-1-20 15,0 1 19-15,0 0-2 0,0 2 5 0,1-2-32 16,0 2 27-16,0-1-2 0,-1 1 2 0,2 1-29 16,1-3 30-16,-1 2-6 0,3 1 2 15,-4 0-8-15,7 1 7 0,-5 0-3 16,-2 0 4-16,6 2-2 0,-4 0 1 0,0 3 41 15,1-4-41-15,-2 1 1 0,1-1 3 0,2 3 15 16,-3-3-14-16,-1 0-3 0,2 2 0 0,-1-3 21 16,-2 0-13-16,2 0-6 0,-2 0 5 0,0 2-25 15,-1-3 23-15,0 3-17 16,-2-1 18-16,2 1-4 0,-3 0-11 16,2 0 10-16,0 0 0 0,-1 0 0 0,0 2-12 0,-2-1 11 15,2 1-2-15,-3 1-22 0,1 0 22 0,0 1 3 16,-1-2-5-16,-2 3-21 15,2 2 22-15,-2-4 0 0,3 1-22 16,-3 1 22-16,0 0-2 0,1 0 0 0,2-1 4 16,-4 2-4-16,2-2-2 0,2 0 3 0,-4 1-14 0,3 0 12 0,-1-2-1 15,1 4 164-15,-1-4-336 0,2 3 336 0,-4-3-168 16,2 4 0-16,0-2 0 0,-1 3 0 16,-2-2 0-16,3 1 0 0,-1-1 0 15,-2 0 0-15,1 0 0 0,3-1 0 0,-5 1 0 16,1 0 0-16,2-2 0 0,0 2 0 0,-2 0 0 15,1 1 0-15,-1-1 0 0,0 4 0 16,-1-3 0-16,1 2 0 0,-2-3 0 0,-2 4 0 0,3-3 0 0,-1 1 0 16,-2-1 0-16,0 2 0 0,-1-3 0 15,1 1 0-15,2 0 0 0,-2-1 0 16,0 0 0-16,0 2 0 0,2-2 0 16,-3-1 0-16,2 0 0 0,0 4 0 0,-1-3 0 0,-1 0 0 15,1 0 0-15,-2-1 0 0,3 1 0 16,-2-3 0-16,0 2 0 0,0 0 0 0,0 2 0 15,0-4 0-15,-2 3 0 0,0 0 0 0,2-2 0 16,-2 1 0-16,0 1 0 0,0 2 0 0,0-3 0 16,0 1 0-16,0 0 0 15,0 2 0-15,0-2 0 0,0 0 0 0,0 1 0 0,0-1 0 0,0-1 0 0,0 2 0 16,0-2 0-16,0-1 0 16,0 2 0-16,-2 0 0 15,0-1 0-15,-2 2 0 0,0-2 0 0,-1 1 0 0,0 1 0 16,2-1 0-16,-1-2 0 0,0 2 0 0,2-2 0 0,-3 0 0 15,2 0 0-15,-2-1 0 0,1 1 0 16,-1 1 0-16,1 0 0 0,0-2 0 0,-3 4 0 16,1-1 0-16,0-1 0 15,-1 1 0-15,1 2 0 0,-5-1 0 0,5-1 0 0,-5 0 0 16,2 1 0-16,-1-1 0 0,1 0 0 0,0 0 0 16,0-1 0-16,-1-1 0 15,2 2-190-15,-5-2 178 0,4 0 3 0,-2 1-6 0,1-4 1 0,-1 4-2 16,3-4 15-16,-5 2-13 0,2-1 2 15,2 1 40-15,-2-1-43 0,-1 0 4 0,-1 0-1 0,3 2 40 16,-3 0-37-16,-1-2 3 0,-1 2 13 16,1 0-11-16,0-1-2 0,-4 5 3 0,7-6-2 15,-3 1 3-15,-2 0 28 0,-1 1 5 16,2 0-32-16,-2 2 41 0,1 0-39 0,-4-3 5 16,5 3 5-16,-7 2-5 0,1-3-3 0,1 0-10 15,-3 0 11-15,0 1 1 0,5-2 163 16,-4 1-168-16,3 0 0 0,3-5 0 15,-3 1 0-15,3 0 0 0,0-2 0 0,0 3 0 0,1-5 0 16,0 4 0-16,-2-3 0 0,2 0 0 0,-2 0 0 0,1 1 0 16,-2-1 0-16,0 0 0 0,0 0 0 15,-2 1 0-15,-1-2 0 0,0 3 0 0,-3-2 0 16,1 2 0-16,1-1 0 0,0-2 0 0,1 0 0 16,-3 3 0-16,-1-4 0 15,7-1 0-15,-9 1 0 0,2-2 0 0,5 1 0 16,-5 0 0-16,-1-1 0 0,6-1 0 0,-4 1 0 15,2-1 0-15,0 1 0 0,-5 1 0 16,1-2 0-16,2-1 0 0,-1 2 0 0,-2-1 0 16,3-2 0-16,-6 2 0 0,5-2 0 0,-2-2 0 15,1 0 0-15,1-2 0 0,1 0 0 16,-5 0 0-16,3 0 0 0,2 0 0 0,-4 0 0 16,5-2 0-16,-7 0 0 0,4-2 0 0,1 0 0 15,0 1 0-15,0 0 0 0,2 2 0 0,-4-1 0 16,1-1 0-16,0 3 0 0,2 0 0 0,-2 0 0 15,4 0 0-15,-8 0 0 0,1 0 0 0,-1 0 0 16,1 0 0-16,-1-1 0 0,0-2 0 0,-2 0 0 0,1-2 0 16,-3 1 0-16,1 0 0 15,-2-2 0-15,2 0 0 0,1 3 0 0,2-1 0 0,1-2 0 16,-1 3 0-16,0-5 0 0,6 3 0 16,-6-4 0-16,3-1 0 15,2-1-175-15,-5-2 165 0,5-1 1 0,-3-1-4 0,-2-2-18 16,1 1 0-16,-4-3 21 15,1 0 0-15,0-2 2 0,0 1-3 0,1-3-54 0,0 1 27 16,1-4-6-16,5-1-12 0,-7-5 15 0,10 4-6 0,-8-7-145 16,3-2 80-16,2 0 38 0,-2-2-273 0,3-3 156 15,2 3 72-15,-7-8 47 0,7 2-422 16,-1-2 231-16,4 0 115 0,1-6 57 0,0-3 21 16</inkml:trace>
  <inkml:trace contextRef="#ctx1" brushRef="#br0">4409 14676 0,'0'0'0,"0"0"15,0 0-15,0 0 16,0 0 0,0 0-16</inkml:trace>
  <inkml:trace contextRef="#ctx1" brushRef="#br0" timeOffset="6247.74">14450 14477 0,'0'0'15,"0"0"1,0 0-16,0 0 16</inkml:trace>
  <inkml:trace contextRef="#ctx0" brushRef="#br0" timeOffset="16570.48">1076 8902 85 0,'-2'0'0'0,"-1"0"0"15,0 0 0-15,3-2 0 0,-2-1 0 0,0 1 0 0,2 1 0 0,0-1 34 0,-2 0-23 0,2 0 0 0,0-1 0 0,0 0 6 16,0 2-6-16,0-1 4 0,0-2-7 0,0 1 4 16,0 2 0-16,0-1 16 15,0 1-16-15,0 1 3 0,0 0-3 0,0 0 37 16,0 0-35-16,0 0-1 0,0 0 4 0,0 0 25 16,0 0-26-16,0 0 0 0,0 0 3 0,0 0-3 15,0 0 3-15,0 0 3 0,0 0-20 0,0 0 16 16,0 0 1-16,0 0 30 0,0 0-30 0,0 0 4 15,0 0-6-15,0 0 23 16,0 0 0-16,0 0-20 0,0 0 1 0,0 0 33 16,0 0-32-16,0 0 1 0,0 0 3 0,0 0-18 15,0 0 20-15,2 0 8 0,-2 0-18 0,2 0 8 16,-2 0-2-16,0 0 3 0,2 0 3 0,-2 0-8 16,0 0 2-16,0 0 22 0,0 0-22 0,0 0 0 15,1 0 6-15,-1 0 23 0,0 0-28 0,0 0 4 16,2 0-3-16,1 0 16 0,-3 0-7 0,0 0-5 15,2 0-10-15,-2 0 11 0,0 0-3 0,0 0 7 16,0 0 1-16,1 0-7 0,-1 0 0 0,0 0 3 16,0 0-3-16,0 0-1 15,0 0 8-15,2 0-20 0,0 0 13 0,-1-2-1 16,1 0 1-16,1-1-9 0,-1-1 15 0,4 0-7 16,-3 0-12-16,-1 0 11 0,1 1 1 0,2-1-24 15,-4 2 29-15,2-2-9 0,-1 2 2 0,0 0-17 16,1 0 16-16,0 0-2 0,1 0 7 0,1 1-40 15,0-1 33-15,2 0-2 0,-1 0 2 16,2 0-11-16,-2 0 14 0,1-2-7 0,-1 1-1 16,2 1 1-16,0-2 1 0,-2 2-11 15,-1-1 16-15,0 0-6 0,0 2 0 0,2-1-31 16,-2 0 30-16,0 2 0 0,0-2 4 0,-2 2-38 16,2 0 33-16,1 0-3 0,-2 0 2 0,3 0-13 15,-2 0 15-15,0 0-7 0,-2 0-8 0,6 0 9 16,-4 0 1-16,1 0-2 0,1 0 4 0,-2 0-3 15,4 0 0-15,-4 0 7 0,3 0-6 0,0 0 0 16,-2 0 2-16,0 0 13 0,2 0-14 0,-1 2-1 16,2 0 0-16,-3-2 15 15,2 2-10-15,-1-1-3 0,1 2 1 0,-1-3 0 16,3 1-2-16,-3 1 4 0,3 0 1 0,-3-2-3 16,1 2 0-16,2 0-6 0,-1 0 5 0,-1-2 4 15,-2 3-4-15,4 0 0 0,-1-2 0 16,3 1 13-16,0 0-13 15,-1-2 5-15,2 2-5 0,-1 0 0 0,1 0 20 0,1-2-18 0,1 1-1 16,1-1 6-16,-2 0 7 16,2 0-12-16,-2 2 1 0,3-2 16 0,-2 2-15 15,2 0 6-15,-1 0-24 0,2 0 17 0,-2 2 1 16,1-2 1-16,-2 2-26 0,0-3 2 16,3 2 20-16,-4 0-36 0,2 1 33 0,-2-3 2 0,1 2-5 0,0-2-8 15,0 2 8-15,-1-3 1 0,0 0-3 0,2 1 4 16,-3-1-4-16,2 0 4 0,-2 0-5 0,2 0 9 15,-1 0-6-15,1 0-1 0,-3 0 2 0,1 0 5 16,2 0-5-16,-2 0-1 0,1 0-15 0,1 0 15 16,-1 0 0-16,0 0 7 15,-2 0-7-15,5 0 0 0,-4 0-1 0,1 0 0 16,2-1 0-16,-2-2 2 0,-1-1-2 0,3 1 8 16,-2-2-8-16,2 1 0 0,-3 0 1 0,2 0-18 15,0 0 17-15,0 0 0 0,-2 0-25 16,-1 1 25-16,2 1-2 0,2-2-30 0,-4 1 28 0,3-3 2 15,0 6-4-15,0-6-1 16,2 4 1-16,-4-4 2 0,3 3-3 0,-2-1 17 16,5-1-17-16,-6 1 2 0,3 0-1 0,-2 0 18 15,2 1-16-15,-2 0 0 0,2 1-10 0,-3 1 10 16,2-2 2-16,-2 2 1 0,-1-1-2 0,2 2 0 16,2 0 162-16,-4 0-168 0,3 0 0 0,-1 0 0 15,-1 0 0-15,2 0 0 0,-2-2 0 16,0 2 0-16,1-2 0 0,-1 2 0 0,1-2 0 0,-3 1 0 15,3-1 0-15,-1 0 0 0,-1 0 0 16,2 1 0-16,0 1 0 0,0-3 0 16,-1 3 0-16,3-2 0 0,-3 2 0 0,2 0 0 15,-2-1 0-15,3 1 0 0,-2 0 0 0,2-2 0 16,-2 2 0-16,-1-2 0 0,3 0 0 0,-2-1 0 16,-1 2 0-16,0 0 0 0,4-1 0 0,-6-1 0 15,3 2 0-15,1-1 0 0,-1 0 0 0,-1 0 0 16,0 0 0-16,1 0 0 0,-1 1 0 0,1-2 0 15,0 2 0-15,2-1 0 0,-2 0 0 0,2 0 0 16,-3 1 0-16,4-4 0 0,-2 3 0 16,0 0 0-16,0 1 0 0,0-1 0 15,0-1 0-15,0 2 0 0,2-1 0 0,-2 0 0 16,3 1 0-16,1 1 0 0,-1-2 0 0,0 2 0 16,0-2 0-16,-1 2 0 0,4-2 0 0,-3 0 0 15,1 0 0-15,-1 1 0 0,2-3 0 0,-1 0 0 16,-1-2 0-16,3 2 0 0,0 1 0 0,-2-3 0 15,2 2 0-15,-2 0 0 0,2 1 0 16,-3 2 0-16,1 0 0 0,-1-1 0 16,1 0 0-16,0 2 0 0,0 0 0 0,2 0 0 15,0 0 0-15,-1 0 0 0,4 0 0 0,-3 0 0 16,1 0 0-16,5-2 0 0,0 0 0 0,-2 0 0 16,0-1 0-16,0 0 0 0,-3 0 0 0,3 1 0 15,2-2 0-15,-8 2 0 0,3-1 0 0,5 1 0 16,-6 0 0-16,6-2 0 0,-3 3 0 0,0-4 0 15,2 1 0-15,0 1 0 0,-3-1 0 16,8 0 0-16,-4-1 0 0,2 0 0 0,-2 0 0 0,1 1 0 16,1-3 0-16,1 1 0 15,-2 3 0-15,1-3 0 0,-2 3 0 0,-6 1 0 16,7 0 0-16,-4-1 0 0,1 0 0 0,-2 0 0 16,-1 2 0-16,2-1 0 0,1 2 0 0,2-2 0 15,-7 2 0-15,2 0 0 0,-1 0 0 0,2-2 0 16,-2 1 0-16,-1-1 0 0,1 0 0 15,-2 0 0-15,0 0 0 0,-3 2 0 0,3-1 0 0,-2 1 0 16,1-2 0-16,0 2 0 0,0 0 0 16,1-3 0-16,0 3 0 0,-1 0 0 15,4 0 0-15,-3 0 0 0,0 0 0 0,2 0 0 16,1 0 0-16,-3-1 0 0,2 1 0 0,-2-2 0 16,3 0 0-16,-3 0 0 0,0 2 0 0,0 0 0 15,0 0 0-15,-3 0 0 0,4 0 0 16,-3 0 0-16,0 0 0 0,-1 0 0 15,1 0 0-15,0 0 0 0,0 0 0 0,0 0 0 0,-1 0 0 16,4 0 0-16,-3 0 0 0,0 0 0 0,2 0 0 16,-3 0 0-16,3 0 0 0,-1 0 0 15,0 0 0-15,0 0 0 0,-1 2 0 0,2-2 0 16,-1 2 0-16,1 1 0 0,-4 0 0 0,5-1 0 16,-1-1 0-16,-3 1 0 0,3 2 0 0,-1-2 0 15,3-1 0-15,-2 1 0 0,1 0 0 0,0 0 0 16,1-1 0-16,-3 2 0 0,2 0 0 0,-5 0 0 15,5-1 0-15,-1 2 0 0,-3-3 0 0,3 3 0 16,-1-2 0-16,3 1 0 16,-2 1 0-16,3-2 0 0,3 2 0 0,-1-1 0 15,1-2 0-15,2-1 0 0,0 2 0 0,-3-2 0 16,5 0 0-16,-1 0 0 0,-3 0 0 0,1 0 0 16,-6 0 0-16,3 0 0 0,0-2 0 0,3 1 0 15,-6-2 0-15,3 2 0 0,0 1 0 0,-1-3 0 16,0 3 0-16,1-2 0 0,1 1 0 0,-5-2 0 15,5 3 0-15,-5-2 0 0,0 1 0 0,-2-1 0 16,1 2 0-16,-4-2 0 16,-3 2 0-16,2 0 0 0,-5 0 0 0,-1 0 0 15,2 0 0-15,-3 0 0 0,-3 0 0 0,0 0 0 16,1 0 0-16,-1 2 0 16,-2-2 0-16,0 2 0 0,2-1 0 0,-3-1 0 0,1 2 0 0,-1-2 0 15,0 0 0-15,0 0 0 0,0 0 0 0,0 0 0 16,0 0 0-16,0 0 0 0,0 0 0 0,0 0 0 15,0 0 0-15,0 0-265 16,0 0 125-16,0 0 64 0,-9 0 26 0,-1 0-351 16,-1 0 175-16,2 0-504 0,-1-2 349 15,2-8 174-15,2-8 87 0,3-4 43 0,3-6-400 16,0-4 225-16,0-2 110 0</inkml:trace>
  <inkml:trace contextRef="#ctx0" brushRef="#br0" timeOffset="16752.5">7128 8256 823 0,'-6'-6'0'0,"3"2"0"0,-3 2 0 0,5 2 0 0,-1 0 0 0,0 0 0 0,2 0 287 15,0 0-126-15,0 0-57 0,9 0-39 16,14 0 351-16,1 6-191 0,6 0-96 16,1 0 157-16,0 1-119 0,1 1-71 0,-3 2 142 15,-5 2-168-15,-2 3-37 0,-3 0 0 0,-3-1 60 16,-2 9-35-16,-5-2 1 0,-1 1-26 16,-7 3 54-16,-1 1-27 0,0 1 9 0,-9 1-37 0,-12 0-125 15,-7 1 62-15,-6 2 32 0,-14 6 1 0,-3-5 38 0,-27 14-694 16,0 0 331-16,-12 7-880 15</inkml:trace>
  <inkml:trace contextRef="#ctx0" brushRef="#br0" timeOffset="18066.97">6178 6506 584 0,'0'-12'0'0,"0"1"0"0,0 0 0 0,0-1 0 0,0-1 0 0,0 0 0 0,0 1 0 0,-2 3 0 0,0 0 172 0,2 2-73 0,-2 2-34 16,2 2 1-16,0 2 137 0,0-2-86 0,0 1-33 15,0 2-30-15,0 0 152 0,0 0-86 0,0 9-44 16,0 9 56-16,0 3-41 0,2 7-33 0,2 1 183 16,0 4-103-16,0 0-54 0,-1 1-25 0,-1-1 79 15,3 4-57-15,-5-4-24 0,0 3-1 0,0 1 10 16,0 6 0-16,0-9-25 0,0 11-8 0,0-11 2 15,-7 3-2-15,4-1 0 0,-1-4 22 16,0-4-14-16,0 3-9 0,2-9 61 16,2-1-31-16,-1-5 1 0,1-3-31 0,0-5 61 15,0 0-35-15,0-3 1 0,0 1-27 0,7-3 155 16,8 0-187-16,4-2 0 0,6-1 0 0,2 0 0 16,5 0 0-16,0 0 0 0,4 0 0 0,2 0 0 15,-3 0 0-15,2 0 0 0,-5 0 0 0,2 0 0 16,-3 0 0-16,-4 0 0 0,-2 0 0 15,-4 0 0-15,-2 0 0 0,-4 3 0 16,-6-1 0-16,0-2 0 0,-4 1 0 0,-4-1 0 16,1 0 0-16,1 0 0 0,-3 0 0 0,0 0-408 15,0-1 193-15,-5-8 84 0,-1 5-357 0,0-3 228 16</inkml:trace>
  <inkml:trace contextRef="#ctx0" brushRef="#br0" timeOffset="19277.66">4702 6645 695 0,'0'0'0'0,"0"0"0"0,0 0 0 0,0-3 0 0,0 3 0 0,0-2 0 0,0 2 259 0,0 0-113 0,0 0-57 15,0 0 153-15,0 0-104 0,0 0-45 0,0 0-34 16,0 0 45-16,0 0-35 0,0 0-1 0,0 0 36 16,0 0-28-16,0 0-8 0,0 0-35 0,0 0 58 15,0 0-29-15,-4 0-1 0,-1 0-20 0,-5 2 22 16,2 6-30-16,-5 0 0 15,0 1-1-15,0 2-24 0,-4 0 33 0,0 0-8 16,-2 0-40-16,2 1 40 0,-3-1 0 0,1 1-5 16,-1-2 13-16,2-4-8 0,-2 2 0 0,2-3 7 15,-1 2-9-15,2-4-10 0,1 1 15 0,0-3 23 16,0 1 0-16,3 2-25 0,2-2-3 0,0-2 23 16,-1 2 9-16,3 1-30 0,-2-2 37 0,2 1-38 15,1-1 1-15,0-1 23 0,1 3-15 16,3-3-9-16,-2 1 1 0,4-1 34 0,0 0 0 15,1 0-34-15,1 0 8 0,0 0 153 16,0 0-194-16,0 0 0 0,0 0 0 0,0 0 0 16,0 4 0-16,0-2 0 0,1 2 0 0,7 1 0 15,5 1 0-15,-4 0 0 0,4 1 0 0,3 1 0 16,1-1 0-16,1 3 0 0,9 1 0 0,0-2 0 16,0 2 0-16,3 1 0 0,2-1 0 0,0 0 0 15,1 1 0-15,-1-2 0 0,-5 0 0 0,6 1 0 16,-6-3-209-16,-6 2 103 0,-1-3 39 0,1 0-718 15,-8 3 381-15,1-1 185 16,-5 2 93-16</inkml:trace>
  <inkml:trace contextRef="#ctx0" brushRef="#br0" timeOffset="20267.37">2852 10411 227 0,'-2'0'0'0,"0"-3"0"0,-1 2 0 0,1-2 0 0,-1-3 0 0,1 2 0 0,1 0 15 16,1 1 0-16,-2-3 6 0,2 3-5 0,0 1 0 15,0-2 3-15,0 2 25 0,0-1-1 0,0 0-24 16,0 1 0-16,0 1 74 15,0 1-28-15,0 0-6 0,0 0-34 0,0 0 88 16,0 0-41-16,0 0 0 0,0 0-30 0,0 7 53 16,0 1-32-16,0 1 2 0,0 2-1 0,0 0-31 15,0-1 8-15,2 5 13 0,-1-1 0 0,1-2-21 16,1 5-1-16,-1 0 25 0,-2-1 9 0,3 4-34 16,-1 1 1-16,0-1 27 0,0 3 0 0,1-1-27 15,-3 3 45-15,0 1-11 0,2-2-34 0,1 0 26 16,-2 1-26-16,1-1-1 0,0-1 9 15,-1 3-5-15,1 1-3 0,3-3-1 16,-4 3 1-16,4-1-38 0,-4-4 8 0,1 8 30 16,1-5 0-16,-1-3-50 0,1 1 24 0,-1-3-12 15,-1 1 16-15,1-2-11 0,-1-5 0 0,-1 1 11 16,2 1 7-16,-2-5-6 0,0 2 4 0,2-3 7 16,-2-1-8-16,0 2-2 0,0-3 1 0,3 2 11 15,-3-5-10-15,0 2 5 0,0-3-4 0,0 0 24 16,0 0 0-16,0-2-15 0,0 0-2 15,0-1-2-15,0 2-1 0,0-3-23 16,0 1 0-16,0-1 27 0,0 1-5 0,0-1-22 16,0 3 0-16,0-1 19 0,0-1 2 0,0 2-63 15,0 0 27-15,0-1-8 0,0 2 36 0,0-2-53 16,0-1 24-16,0 3-11 0,0-2 37 0,0-1-13 16,0 2 4-16,0-1 26 0,0 0 0 0,0 0-28 15,0-1 2-15,0 2 13 0,0-2-12 0,0 1 4 16,0-2-3-16,0 2-159 15,0-2 77-15,0 0 37 0,0 0 1 0,0 0-460 16</inkml:trace>
  <inkml:trace contextRef="#ctx0" brushRef="#br0" timeOffset="28319.05">8896 6952 643 0,'-6'-1'0'0,"3"-2"0"0,0 2 0 0,3 1 0 0,0-2 0 16,-2 2 56-16,2 0 9 0,0 0 129 0,0 0-81 0,0 7-39 16,0 6-1-16,2 5 62 0,4 3-43 0,-2 8-34 15,3 3 0-15,-1 2 54 0,-1 8-39 0,2-1 0 16,-5-5 2-16,2 11-7 16,-3-1-35-16,1-1-14 0,0-2 14 0,-2-2-1 15,0-7 9-15,0 4-51 0,0-3 21 0,0-1 0 16,0-2 22-16,0 0-67 0,0-2 41 0,-2-2-14 15,0-5 39-15,1-1-143 0,-2-3 64 0,3-5 16 16,-1-3-186-16,1-4 97 0,0-3 55 0,-2-4-116 16,2 0 79-16,0 0 21 0,-2-8 18 0,2-12-210 15,0-7 119-15,0-4 62 0,0-11 29 0</inkml:trace>
  <inkml:trace contextRef="#ctx0" brushRef="#br0" timeOffset="28596.51">8848 7168 862 0,'-7'-21'0'0,"2"5"0"0,2 0 0 0,0 2 0 16,3-2 0-16,0-1 0 0,0 1 0 0,4-5 0 0,10 2 277 0,6-2-122 0,2 2-53 0,0 1 131 0,5 3-100 15,1 3-50-15,0 1 9 0,0 8-29 16,-5 1 8-16,2 2-38 0,-4 0-31 16,-1 5 31-16,-5 11-1 0,0 4 1 0,-8 0-28 15,-1 9-7-15,-5 1 34 0,-1 0 1 0,0 4-14 16,-7-2 14-16,-6-2 8 0,-2-1-40 0,-1-2-10 15,-2-5 39-15,-1-3-100 0,5-5 45 0,-6-1 23 16,2-4-10-16,-1-5-55 0,4-2 36 0,0-2 20 16,0 0 0-16,5 0-195 0,-1-6 87 0,5-3 52 15,0-2 2-15,4-1-178 0,-1 1 106 16,3 2 43-16,0-5-161 0,0 1 111 16,7 2 56-16,5 0-168 0,1 1 112 0,6 1 47 15</inkml:trace>
  <inkml:trace contextRef="#ctx0" brushRef="#br0" timeOffset="28772.58">9225 7089 779 0,'13'0'0'0,"-1"0"0"15,0 2 0-15,-3 0 0 0,-1 0 0 0,2-1 0 0,-3 2 370 0,2-3-168 0,3 0-85 0,-1 0-42 16,3 0 120-16,0 0-85 0,1 0-38 16,2 0-1-16,-2 0 83 0,2 0-60 0,-1 0-23 15,2 0-8-15,-6 0-102 0,4 2 36 0,-7-1-253 16,3 3 144-16,-5-2 81 0,0 2 27 0,-1 1-449 15,-4 2 197-15,-1-2 126 0,1 2 0 0,-2 3-295 16</inkml:trace>
  <inkml:trace contextRef="#ctx0" brushRef="#br0" timeOffset="28995.98">9291 7402 667 0,'-14'12'0'0,"3"3"0"0,4-8 0 0,0 1 0 0,4-4 216 16,1 0-83-16,2-2-55 0,0 0-22 0,2-1 436 15,9 3-230-15,8-4 185 0,2 0-198 0,7 0-113 16,-2 0-51-16,3 0 52 0,-1 0-52 0,-3 0-27 16,-2 0 9-16,2-2-153 15,-3 0 59-15,-2 1 30 0,-2-1 0 0,-4 0-86 16,-2 0 65-16,-3 0 22 0,-1 2-251 0,-5 0 139 16,-1 0 10-16,1 0-179 0,-3-2 87 0,0 2 84 15,0-2 31-15,0 1-179 0,0-2 111 0,0 1 55 16,0 0 20-16</inkml:trace>
  <inkml:trace contextRef="#ctx0" brushRef="#br0" timeOffset="30787.17">9978 7335 787 0,'-4'0'0'0,"0"0"0"0,2 0 0 15,2 1 0-15,-3-1 0 0,3 0 0 0,-3 0 0 0,3 0 320 0,0 0-144 0,0 0-71 0,0 0-37 0,10 0 127 16,5 0-73-16,2 0-48 0,1 0-1 0,3 0 140 16,0 0-89-16,-1-1 14 0,3-1-4 0,-2 2-54 15,0-4-24-15,1 4 19 0,-1 0-21 16,0 0-1-16,-1 0-12 0,-1 0-61 16,-5 0 27-16,2 0-1 0,-5 0 27 0,-1 0-34 15,-3 4 9-15,-1-4 25 0,-4 0-1 0,-1 0-115 16,1 0 35-16,-2 0 36 0,0 0-161 0,0 0 88 15,0 0 23-15,0-4-307 0,0-3 159 0,0 2 89 16,0-1 31-16,0 2-429 0,0 0 243 0</inkml:trace>
  <inkml:trace contextRef="#ctx0" brushRef="#br0" timeOffset="31541.97">10707 7291 722 0,'-4'3'0'0,"1"-3"0"0,1 0 0 0,2 0 0 0,0 0 0 0,-1 0 0 0,1 0 0 0,0 0 0 0,0 0 81 0,0 0-24 16,0 0 122-16,0 0-65 0,0 2-45 0,0-2 0 0,0 0 106 15,0 2-71-15,1-2-35 0,4 1 7 16,2 1 129-16,4 0-86 0,3-2-43 16,1 3-22-16,4-3 150 0,1 0-78 0,6 0-50 15,1 0 62-15,1 0-52 0,4 0-27 0,1 0 7 16,1 0 9-16,2 0-43 0,2 0 1 0,-2 0-21 15,6 0 0-15,-6 0 21 0,4 0 8 0,5 2-76 16,-6 1 34-16,3-1 0 0,-1-1 33 16,2-1-69-16,-3 0 41 0,-1 0-63 0,0 0 39 15,-3 0 7-15,-3 0 1 0,0 0-4 16,-7 0 25-16,6 0-19 0,-6 0 14 0,-5 0 31 16,2-1-31-16,-3-1-1 0,-1-1 5 0,-5 2-17 15,2 0 14-15,-7-2 2 0,3 1-39 0,-5 2-1 16,-1-2 38-16,-1 1-1 0,-3 1-180 0,0 0 81 15,0 0 44-15,-2-2-281 0,0 2 139 0,0 0 84 16,0 0 39-16,0 0-191 0,0 0 115 0,-8 0 56 16,-3 0 20-16</inkml:trace>
  <inkml:trace contextRef="#ctx0" brushRef="#br0" timeOffset="32021.83">10898 7570 990 0,'-2'0'0'0,"-5"0"0"0,1 0 0 0,-2 0 0 0,1 0 0 0,0 8 0 0,-3 2 264 16,1-2-120-16,-1 5-47 0,-3 2-37 0,2 2 5 16,-2 0 0-16,1 2-24 0,-2 3-8 0,0-4-31 15,1-2 0-15,-2 2 31 0,0-4-71 0,0-1 43 16,0-1-8-16,0-3 74 0,0 0-1 0,4-3-37 15,1 0 0-15,1-1 158 0,3-1-83 0,3-2-37 16,1 0-1-16,2-2 103 0,0 2-70 0,0 3-27 16,5-1-8-16,10 1-6 15,8-2-29-15,0-1 0 0,3 0 87 0,-2-1-36 16,8 1-29-16,0-2-1 0,-1 0-50 0,-1 0 0 16,-1 0 29-16,-5 2-183 0,1 2 87 0,0-2 48 15,-7 2 24-15,1-1-420 0,-6 0 185 0,-1 2 80 16,-3-4 67-16,-4 1-419 0,1-1 233 0,-5 2 116 15,1-3-143-15,-2 0 122 0,0 0 73 0</inkml:trace>
  <inkml:trace contextRef="#ctx0" brushRef="#br0" timeOffset="32179.41">10889 7677 905 0,'-5'0'0'0,"0"0"0"0,1 0 0 0,1 4 0 0,-1 6 0 0,0 6 0 0,3 2 0 0,-1 3 376 16,2 4-171-16,0 1-86 0,0 2-44 0,-2 3 193 15,0-2-110-15,-1 1-67 0,3 1-29 0,-2-3-127 16,2 0 49-16,0-2 24 0,0-3-428 0,0 0 222 16,2-3 116-16,5-3-231 0,-2-8 170 15,1-3 26-15</inkml:trace>
  <inkml:trace contextRef="#ctx0" brushRef="#br0" timeOffset="32409.8">10945 7790 833 0,'8'-6'0'0,"3"3"0"0,1-1 0 0,4 1 0 0,-3 0 0 0,2 1 0 0,0 2 416 0,2 0-183 0,-2 5-104 16,0 5-49-16,0 5 138 0,-3 4-93 0,-1 5-46 15,-6-3-15-15,0 5-27 16,-3 0-4-16,-2 1 0 0,0 1-41 0,-9-2 1 16,-5 2 48-16,-6-1-120 0,-2-1 57 0,-5 1 27 15,0-5-1-15,-1-2-179 0,-2-3 106 0,1-4-6 16,1-5 42-16,3-2-284 0,6-4 147 0,1-2 47 15,6 0 37-15,1-4-173 0,8-9 113 0,3-8 57 16,0-1-217-16,9-6 137 0</inkml:trace>
  <inkml:trace contextRef="#ctx0" brushRef="#br0" timeOffset="32600.29">11089 7775 1413 0,'16'-14'0'0,"-7"6"0"0,-2 1 0 0,-1 4 0 0,-4 2 0 0,-1-2 0 0,-1 3 0 0,0 0 0 0,-1 0 166 0,-7 12-67 0,-3 6-33 0,4 3 278 15,-3 7-159-15,3 0-77 0,3 0-37 0,2 0 169 16,2-3-103-16,0-5-44 0,8 5-35 0,7-4-2 16,2-3-24-16,2-1-261 15,3-2 130-15,-3-4 75 0,7 1 24 0,-5-4-189 16,1-3 111-16,-1-1 55 0,0-4-24 0,-5 0-528 16,2 0 266-16,-6-2 138 0,2-11 70 0,-5-2-334 15</inkml:trace>
  <inkml:trace contextRef="#ctx0" brushRef="#br0" timeOffset="32876.78">11289 7531 1314 0,'-5'-7'0'0,"4"3"0"0,1-1 0 0,0 4 0 0,0-4 0 0,0 4 0 0,3-1 214 0,6 0-82 16,1 2-54-16,1 0 106 0,1 0-76 0,-1 0-38 15,-2 10 1-15,-1 1-63 0,-4 2-9 0,-2 5 34 16,0-2 0-16,-2 5-162 0,0-1 81 0,-4 0 48 15,-8 0-145-15,1-3 89 0,0-2 45 0,-2-4-123 16,0-3 43-16,4-3 44 0,-1-1-21 0,3 0 92 16,-1-4-23-16,6 0-26 15,-1 0-20-15,3 0 216 0,-2 0-86 0,2 0-49 16,0 0-8-16,4 0 34 0,7 0-14 0,6 0-19 16,-1-3 91-16,3 2-50 0,1-1-2 0,3 0-136 15,2 0 54-15,-2 2 30 0,0 0 4 0,0 0-416 16,-2 0 195-16,0 0 102 0,-3 0 30 0</inkml:trace>
  <inkml:trace contextRef="#ctx0" brushRef="#br0" timeOffset="33045.9">11435 7867 1857 0,'-11'10'0'0,"5"-4"0"0,1 3 0 0,0-4 0 0,4-1 0 0,1-1 0 0,0 1 0 0,1 0 0 0,15-1 0 0,0 0 202 0,3-1-89 0,2-2-40 0,1 0-80 0,1 0 1 0,0 0 38 16,-2 0 9-16,-5 0-463 0,3 0 227 0,-6 0 114 16,-1 0 57-16,-1 0-583 0</inkml:trace>
  <inkml:trace contextRef="#ctx0" brushRef="#br0" timeOffset="33231.03">11544 7682 898 0,'0'0'0'0,"0"6"0"0,0 3 0 0,0 5 0 0,0 1 0 0,0 2 0 0,0 7 458 0,-2 3-213 0,2-1-106 15,-3 4-45-15,1 0 210 0,-3 2-135 0,2-2-68 16,1 2-35-16,-2 0-146 0,2-6 64 0,1 8 21 16,1-8-436-16,0-5 232 0,0-1 116 0,0-5-247 15,0-7 189-15,1-5 26 0</inkml:trace>
  <inkml:trace contextRef="#ctx0" brushRef="#br0" timeOffset="33390.33">11604 7782 647 0,'6'-1'0'0,"1"1"0"0,3 0 0 0,-1 0 0 0,0 0 0 0,2 0 475 16,3 3-221-16,-1 5-111 0,2-1-55 0,2 2 215 15,-2 1-140-15,1 3-65 0,2-2-212 0,-1 3 74 16,-4-1 36-16,1-2-211 0,2 1 119 0,-5-5 65 15,3 0 32-15,-2-5-629 0</inkml:trace>
  <inkml:trace contextRef="#ctx0" brushRef="#br0" timeOffset="33578">11897 7653 677 0,'-2'0'0'0,"0"0"0"0,-1 1 0 0,-1 15 0 0,0 8 0 0,-1 2 0 0,-2 8 554 0,2 9-264 0,-4 2-129 15,0 2 309-15,-1 3-218 0,1-3-110 0,-2 3 61 16,1 0-90-16,1-1-40 0,-1 2 0 16,3-1-120-16,-1-1 40 0,4-5 8 0,-1 2 31 15,1-10-447-15,1-2 223 0,3-10 113 16,-2-5 55-16,2-10-701 0,0-5 295 0</inkml:trace>
  <inkml:trace contextRef="#ctx0" brushRef="#br0" timeOffset="33860.33">11961 7679 1402 0,'13'-13'0'0,"0"3"0"0,4 3 0 0,-2 1 0 0,1 2 0 0,-2 3 0 0,2 1 0 0,-4 0 187 16,4 0-76-16,-5 3-40 0,0 7 0 0,-3 3 30 15,-1 2-39-15,-3 2 0 0,-2 0-131 0,-2-1 51 16,0 3 25-16,-2-2-79 0,-7 2 49 0,-5-2 27 15,-4 2 1-15,2-6 53 16,0 3 6-16,0-6-32 0,2 0-43 0,4-2 132 0,1-3-73 16,3-2 1-16,3-2-53 0,3 2 277 15,0-3-120-15,0 0-60 0,7 0-93 0,10 0 33 16,1-3 8-16,7-1-166 0,-2-7 79 0,-1 1 39 16,-3 1 0-16,2-1-455 0,-3 1 225 15,-1 0 123-15,-2 1 18 0,-1 2-537 0,-7 3 301 0</inkml:trace>
  <inkml:trace contextRef="#ctx0" brushRef="#br0" timeOffset="34480.61">11130 6661 655 0,'0'0'0'0,"5"6"0"16,1-1 0-16,1 5 0 0,0-3 0 0,3 6 0 0,1 0 329 0,0 3-148 0,4 1 133 16,0-1-142-16,1 2-61 0,-2-4-43 0,2 1 28 15,0 0-32-15,0-3 0 0,-4-1-31 16,4 0-5-16,-3-1 5 0,-3-1 0 0,0 0-209 16,0 0 105-16,-3 1 51 0,-4-1 35 0,4 2-519 15,-5-3 226-15</inkml:trace>
  <inkml:trace contextRef="#ctx0" brushRef="#br0" timeOffset="34664.18">11509 6609 1561 0,'0'0'0'0,"0"0"0"0,0 0 0 0,0 0 0 0,2 0 0 0,-2 5 0 0,0 4 0 0,0 6 144 0,0 0-47 16,0 11-37-16,-9 5 260 0,-3 10-143 15,-5 0-72-15,-6 8-37 0,1 4 2 0,-9 13-38 16,5-2 1-16,1 3-347 0,4 1 173 0,0-3 88 0,8-15-340 16,-1 4 209-16</inkml:trace>
  <inkml:trace contextRef="#ctx0" brushRef="#br0" timeOffset="35323.61">12656 7918 694 0,'0'0'0'0,"0"0"0"0,0 0 0 0,0 0 0 0,0 0 0 0,0 0 68 0,0 0-27 0,0 0 1 16,0 0-28-16,-4 6 159 16,-1 2-74-16,-5 3-33 0,3 3 0 0,-4-3-106 15,-1 4 36-15,1-3 9 0,2-1-95 0,-3-2 58 16,6-2 29-16,-1-1-335 0</inkml:trace>
  <inkml:trace contextRef="#ctx0" brushRef="#br0" timeOffset="35712.22">12971 7254 664 0,'-9'-1'0'0,"0"1"0"0,-1 0 0 0,-1 0 0 16,0 9 0-16,-1 4 0 0,-2 6 366 0,4 4-166 0,1 1-84 0,1 3-33 15,1 4 93-15,5-1-71 0,2 2-36 0,0-2-1 16,0-1-5-16,2-9 9 0,13 4-40 16,2-7-59-16,3-3 30 0,-1-7 0 0,2-1-55 15,1-6 50-15,-1 0 14 0,0 0 0 0,-3-6-26 16,3-13 3-16,-5-4 1 0,0-1 7 0,-3-4-40 16,-1-4 8-16,-5 0 1 0,-3 0 5 0,-1-2-8 15,-3-1 9-15,0 0 1 0,0 2-21 0,-5-1 40 16,-6 0-4-16,-5 1-27 0,2 2-3 15,-4 5 29-15,2 4-1 0,-1 7 26 0,-4 3-29 16,3 9 3-16,-3 2-14 0,-2 1 72 16,3 4-28-16,-1 13-1 0,2 4-49 0,2 2 24 15,3-3 5-15,2 8-3 0,5-7-185 0,-1 2 88 16,4 1 41-16,2-1-273 0,0-1 144 0,2 1 85 16,-2-1 37-16</inkml:trace>
  <inkml:trace contextRef="#ctx0" brushRef="#br0" timeOffset="35972.54">12652 7562 600 0,'-15'0'0'0,"6"0"0"0,-2 0 0 0,3 0 0 0,0 0 0 0,3-6 155 0,3-7-61 0,2 2-31 16,0 0 0-16,4-4 177 0,15-5-107 0,3 2 90 16,4 0-95-16,6 0-48 0,2 2-24 0,2 3 90 15,-2 1-62-15,0 9-25 0,-1 1 0 0,-3 2 53 16,-1 2-40-16,-3 13 8 0,-4 4-47 0,1 2 48 15,-2 3-23-15,-1 0-1 0,-1 0 81 16,-2 2-44-16,1 0-35 0,0-4 0 16,0-2 3-16,3-1-1 0,2-2-28 0,-3-6-109 15,10 1 50-15,0-5 30 0,0-5-1 0,2-2-324 16,2 0 160-16,-1-6 95 0,-2-5 12 0,-2-4-272 16,0 0 114-16,-1-2 94 0,-2 2-475 0</inkml:trace>
  <inkml:trace contextRef="#ctx0" brushRef="#br0" timeOffset="36318.21">13454 7134 956 0,'-7'0'0'0,"2"0"0"0,4 0 0 0,1 0 0 0,0 0 0 0,0 0 0 0,0 0 391 16,1 0-171-16,13 0-98 0,9 0-45 0,1 0 208 15,2 0-127-15,4 0-62 0,-5-1-12 0,8-1-30 16,-4 0 0-16,-3 0-21 16,1 2-70-16,-5 0 35 0,0 0 8 0,1 0-332 15,-4 0 180-15,-4 0 89 0,0 2 45 0,-6 5-662 16</inkml:trace>
  <inkml:trace contextRef="#ctx0" brushRef="#br0" timeOffset="36489.75">13593 7425 1409 0,'-13'0'0'0,"8"0"0"0,5 0 0 0,-2 2 0 0,2-2 0 0,0 0 253 0,0 0-111 16,2 0-46-16,7 0 124 0,8 0-94 0,1 0-47 16,7 0-22-16,0-2 43 0,-4 1-26 0,6-3-7 15,-1 2-35-15,-1 2-548 0,3 0 274 16,-1 0 137-16</inkml:trace>
  <inkml:trace contextRef="#ctx0" brushRef="#br0" timeOffset="37519.57">14138 7274 1173 0,'-9'0'0'0,"2"0"0"0,0 0 0 0,3 0 0 0,3 0 0 0,1 0 0 0,-2 0 0 0,2 0 199 0,0 0-83 0,5 0 73 16,13 1-70-16,8 2-47 0,10-3 0 0,5 0 316 15,8 0-178-15,13 0-88 0,-6-4-37 0,19-6 274 16,-4 3-163-16,-3-1-82 0,0 0-40 15,-3 2 101-15,-8 3-64 0,12-3-42 16,-9 4-90-16,4-1 27 0,2-1 0 0,1 0 26 16,-8 2-99-16,13-3 46 0,-10 3 26 0,-11 0-256 15,8 0 141-15,-6 0 56 0,-11 2 47 0,10 0-287 16,-15 0 137-16,0 0 26 0,0 0 48 0,-10 0-5 16,-4 0 19-16,-2 0 9 0,-8 0-78 0,-2 0 52 15,-5 0 27-15,-2 0-80 0,-3 0-67 0,-1 0 87 16,0 0 43-16,-7 0-111 0,-7 0 77 15,-4 0 30-15,-1 0 9 0,-7 0-343 0</inkml:trace>
  <inkml:trace contextRef="#ctx0" brushRef="#br0" timeOffset="37782.9">14671 6715 929 0,'-4'-11'0'0,"4"9"0"0,0 0 0 0,6 1 0 0,9-3 167 0,4 0-68 0,7 2-24 16,0 2-9-16,10 0 249 0,2 2-142 0,-2 7-70 15,-3 6-35-15,-1 3 70 0,-2 2-58 0,-5 4-23 16,-5-1-75-16,-3 1 25 0,-6 1 0 0,-7-2-52 16,-2 8 35-16,-2-5 22 0,-7 2-1 0,-12-1-166 15,-3-1 87-15,-5-1 54 0,-1-4-26 16,-4-5-70-16,0-3 21 0,-2-3 41 0,2-4-20 15,6-5-193-15,-4-1 118 0,9 0 55 16,3-3-186-16,6-11 120 0,6-3 61 0,6-5-201 16</inkml:trace>
  <inkml:trace contextRef="#ctx0" brushRef="#br0" timeOffset="37971.47">15158 6629 889 0,'3'0'0'0,"-1"0"0"0,0 0 0 0,-2 4 0 0,-2 5 0 0,-11 2 0 0,-8 6 208 16,1 4-88-16,-2 3-44 0,1 4-13 0,2 2 293 16,4 1-161-16,6-1-82 0,5 0 172 0,4-2-126 15,0-7-55-15,9 7-33 0,12-8-39 0,6-1 1 16,5-2 0-16,1-4-332 0,5-2 175 0,-1-3 74 16,0-2 41-16,-1-3-628 15,-1 1 282-15</inkml:trace>
  <inkml:trace contextRef="#ctx0" brushRef="#br0" timeOffset="38915.22">14147 7529 796 0,'2'-2'0'0,"-2"0"0"0,0 1 0 0,0 1 0 0,0 0 0 0,0 0 0 0,0 0 0 0,0 0 0 0,0 0 137 15,0 0-57-15,0 0 123 0,0 0-85 0,0 5-43 16,0 4-21-16,0 4 51 0,0 4-40 0,-7 5-1 16,-4 3-31-16,-3 5 32 0,-4 6 0 0,0-6-24 15,-6 10-8-15,2-3-55 0,-3-3 27 0,2-6 0 16,1-1 4-16,2 0 24 0,-1-4 0 15,8-7 73-15,-3 0-36 0,7-5 0 16,2-1-29-16,3-5 100 0,0-4-54 0,4 2-27 16,0-2 0-16,0 2 5 0,6-3 8 0,11 0-40 15,5 0-1-15,5 0 98 0,1 0-48 0,2 0-25 16,4 0 37-16,-2-3-35 0,2 2 0 0,-3-3-66 16,1 0 0-16,-2 3 39 0,-3-2 9 0,3 1-147 15,-8 1 69-15,1 1 35 0,-4 0 0 0,-3 0-118 16,-2 0 57-16,-2 0 39 0,-1 0-15 0,-4 3-388 15,-2 1 166-15,-1 0 114 16,0 0-302-16,-3-3 211 0,1-1 104 0,-2 3-282 16,0-3 193-16,0 0 94 0</inkml:trace>
  <inkml:trace contextRef="#ctx0" brushRef="#br0" timeOffset="39087.78">14221 7670 1160 0,'-6'0'0'0,"0"0"0"0,4 0 0 0,-2 11 0 0,3 4 0 0,-1 3 0 0,0 10 0 0,2-3 413 16,0 7-181-16,0 0-105 0,0 2-46 0,-2 2 110 16,2-1-79-16,-2 1-39 0,1-2 8 0,1-1-49 15,0-2 1-15,0-4 70 0,0 0-36 0,0-6 1 16,5-3-27-16,4-3-914 0,1-5 450 0,1-8 159 16</inkml:trace>
  <inkml:trace contextRef="#ctx0" brushRef="#br0" timeOffset="39305.36">14352 7790 1535 0,'9'-6'0'0,"5"4"0"0,-1 1 0 0,2 1 0 0,-2 0 0 0,2 0 0 0,0 5 0 0,-1 8 0 0,-2 2 131 16,1 2-50-16,-1 2 92 0,-3 5-71 0,-3-1-26 0,-3 5-8 0,-1-2-202 15,-2 0 83-15,0 1 42 0,-9-1 21 16,-2-5-223-16,-8 5 117 0,1-6 64 15,-3 0-207-15,-2-5 98 0,2-2 70 0,1-6-33 16,-3 0-34-16,4-3 43 0,1-4 30 0,4 0-65 16,5-4 47-16,3-12 16 0,6-8 9 0,0-5-133 15,10-1 79-15</inkml:trace>
  <inkml:trace contextRef="#ctx0" brushRef="#br0" timeOffset="39497.83">14594 7690 882 0,'8'-9'0'0,"-1"3"0"0,-2 2 0 0,-4 3 0 0,-1 1 0 0,0 0 0 0,-6 4 0 0,-7 12 428 16,-4 8-201-16,1 4-98 0,0 1-47 0,1 4 329 16,2 3-189-16,6 1-86 0,3-5 185 0,4-1-144 15,0-3-72-15,5-1 2 0,11-3-37 0,6-4 9 16,0-1-46-16,7-3-188 0,-3-4 94 0,2-1 47 16,1-4 23-16,-3-4-443 0,4-3 229 0,-3 0 119 15,-4 0 59-15,0-6-683 0,-2-7 338 16,-6 1 162-16,0-11-316 0</inkml:trace>
  <inkml:trace contextRef="#ctx0" brushRef="#br0" timeOffset="39777.89">14795 7570 878 0,'-4'-13'0'0,"2"3"0"0,2 3 0 0,0-2 0 0,0 2 0 0,0 0 136 0,11 2-56 0,-2 1-24 0,3 2 260 15,2 0-142-15,-1 2-70 0,-4 0-28 0,5 0 59 16,-5 4-52-16,-2 3-25 0,-1 5 0 15,-4 2-101-15,-2 3 46 0,0 6-8 16,-8 2-67-16,-7-1 52 0,-2 4 26 0,-1-1-98 16,2-8 62-16,0 3 25 0,2-5-26 0,5-7 6 15,2 0-12-15,1-4-1 0,5-1 3 0,1-4 99 16,0 1-42-16,0-2 1 0,7 0-27 0,6 0 48 16,4 0-16-16,1 0 62 0,5-2-36 15,2-4-22-15,-3-2 18 0,-2 3-108 0,3 0 44 16,0-1-4-16,-3 0 39 0,1 2-141 15,-2 2 61-15,-1 1 33 0,0 1 7 16,-2 0-472-16,0 0 215 0</inkml:trace>
  <inkml:trace contextRef="#ctx0" brushRef="#br0" timeOffset="39959.83">14970 7874 799 0,'-21'8'0'0,"5"3"0"0,2 0 0 0,8-3 0 0,-1 0 0 0,5-4 449 0,2-1-209 15,0 1-103-15,6-3 300 0,11 1-193 0,7-2-111 16,2 0-49-16,6 0 64 0,2 0-58 0,2-2-28 16,-2-5 8-16,0 0-178 0,-4-2 70 0,-7 4 36 15,-2 2-1-15,-1-1-433 0,-8 2 242 0,2 2 110 16,-7 0-620-16,-3 0 341 16</inkml:trace>
  <inkml:trace contextRef="#ctx0" brushRef="#br0" timeOffset="40133.89">15179 7686 1684 0,'-8'0'0'0,"0"0"0"0,3 0 0 0,-3 10 0 16,3 1 0-16,-2 7 0 0,0 0 0 0,2 8 0 0,1 0 443 0,-1 3-205 0,1 3-103 0,-1-2 70 0,-2 8-78 16,3-5-52-16,-1 0-20 0,1 1-95 0,1-1 37 15,-1-2 0-15,4-6-401 0,0 1 215 0,0-4 110 16,0-2 56-16,0-9-658 0,2-3 337 15,5-8 91-15</inkml:trace>
  <inkml:trace contextRef="#ctx0" brushRef="#br0" timeOffset="40272.51">15201 7836 1028 0,'4'0'0'0,"3"0"0"0,2 0 0 0,2 0 0 0,-1 0 0 0,3 0 0 0,1 0 366 0,2 0-171 0,2 4-81 16,0 5-35-16,1-2-23 15,0 2-1-15,-3 0-328 0,2 2 149 0,-4-1 78 16,2-3 40-16</inkml:trace>
  <inkml:trace contextRef="#ctx0" brushRef="#br0" timeOffset="40458.15">15508 7653 1689 0,'-5'-6'0'0,"1"2"0"0,1 2 0 0,-3 2 0 0,3 2 0 0,-3 19 0 0,-2 6 0 0,1 10 306 0,-4 10-140 0,-3 2-67 16,-2 4 177-16,-2 12-122 0,2-12-52 0,-3 15 133 16,1-5-102-16,-2 3-50 0,3 1-25 0,-1-1-259 15,2-5 125-15,-2 6 50 0,5-21 30 0,2-6-564 16,2-7 296-16,0-12 149 0,6-10-639 0,1-5 350 16</inkml:trace>
  <inkml:trace contextRef="#ctx0" brushRef="#br0" timeOffset="40725.43">15609 7486 1657 0,'24'-15'0'15,"2"1"0"-15,4 5 0 0,-4-1 0 0,-3 7 0 0,0 0 0 0,-5 3 0 0,0 0 0 0,-6 6 119 0,-2 10-43 0,-4 2-21 0,-4 3 20 0,-2 6-7 0,0-1-36 16,-9 0-111-16,-9 0 55 15,1-2 29-15,2-7-1 0,-4 2-9 0,5-2 38 16,0-6 0-16,7-6 38 0,-1 0 0 16,5-2-30-16,1-3 26 0,2 0-16 0,0 0-25 0,2 0-15 15,12 0 12-15,5-2 32 0,4-4-7 0,4 0-4 16,-2 0-226-16,3 2 107 0,1 3 50 0,-5-2 36 0,6 3-623 16,-5 0 286-16,0 4 154 15</inkml:trace>
  <inkml:trace contextRef="#ctx0" brushRef="#br0" timeOffset="40864.08">16142 8081 1692 0,'0'9'0'0,"4"5"0"0,1-7 0 0,0-3 0 0,-2 0 0 0,1-3 306 16,0 1-137-16,-1-2-68 0,1 2 144 0,-1-2-106 15,1 2-45-15,-2-2-35 16,3 0-714-16,0 0 343 0</inkml:trace>
  <inkml:trace contextRef="#ctx0" brushRef="#br0" timeOffset="42487.99">16848 6839 893 0,'-2'-11'0'0,"2"0"0"0,0 0 0 0,0-3 0 0,4 4 0 0,13 1 0 0,0 0 144 0,7 4-56 0,-4 3-27 0,5 2 17 16,-6 0-15-16,5 11-7 0,-3 9-23 0,-4 2-30 15,-2 3 0-15,-2 5 29 0,-6 4 9 0,-1 2-66 16,-5 4 29-16,-1 3 0 0,0-9-8 0,-7 3-1 16,-6-2 45-16,-2-3-96 0,-1-5 37 15,-4-4 3-15,6-5 1 0,-7-4 47 16,0-7-21-16,0-1-11 0,-2-6 7 0,0 0 54 15,3 0-25-15,1-10 2 0,1-5-24 0,6-2 73 16,1-2-35-16,1 1-9 0,4-3 39 0,4 3-23 16,2 0 7-16,0 4-10 0,0-2 0 0,9 5-23 15,5 2-1-15,1 2-43 0,2 1 30 0,3 2-9 16,3 0 23-16,3 2-239 0,-1 0 114 0,-2-2 52 16,4 1 27-16,1 1-421 0,-2-2 208 0,1-2 73 15,-1 1-260-15,-5-1 182 16</inkml:trace>
  <inkml:trace contextRef="#ctx0" brushRef="#br0" timeOffset="42758.27">17283 6838 1026 0,'0'-7'0'0,"0"2"0"0,0 3 0 0,0 1 0 0,0 1 0 0,0 0 0 0,-3 5 0 0,-5 16 101 0,1 5-34 0,-1 5 1 0,2 2 160 16,1 3-102-16,3 1-46 0,2-1-24 0,0 0 105 15,2-5-64-15,5-6-25 16,11 1-7-16,-2-7-78 0,5-4 23 0,-4-4 0 15,3-5-88-15,1-5 64 0,-3-1 19 0,2 0-112 16,-3-11 66-16,-3-10 36 0,-3-3-13 0,-1-5-42 16,-4-3 4-16,-4-2 29 0,0-2-26 0,-2-2-8 15,0 1 8-15,-2-3-5 0,-9-3 15 0,1 9 71 16,-5 1-27-16,0 2 1 0,-2 5 17 0,2 10-3 16,-2-2-23-16,0 7-33 0,3 6 4 15,0 1 24-15,3 2 6 0,0 2-96 16,1 2 47-16,4 11-1 0,1 6 37 0,3 0-352 15,2 3 168-15</inkml:trace>
  <inkml:trace contextRef="#ctx0" brushRef="#br0" timeOffset="43007.71">17096 7102 1202 0,'-20'0'0'0,"4"2"0"0,5-2 0 0,-1 0 0 0,5 0 0 0,2-2 0 0,5-7 0 0,0-2 0 0,1 0 140 0,20-2-53 15,1 1-20-15,6 1 76 0,6 3-55 0,0 2-28 16,0 5 0-16,-3 1-2 0,-1 0 7 0,1 11-32 16,-3 4 0-16,-4 3 70 0,-1 0-35 0,-2 2 1 15,-6-5 68-15,4 4-57 0,-5-2-23 0,4-2 14 16,-2-1-38-16,2-3 0 0,0-4 8 0,1 0-147 16,0-5 69-16,1-2 35 0,3 0 0 0,1 0-110 15,-7-5 73-15,2-6 31 16,-2-3-12-16,0 1-502 0,-6 0 211 0,-3 3 140 15,-1 1-334-15</inkml:trace>
  <inkml:trace contextRef="#ctx0" brushRef="#br0" timeOffset="43276.01">16664 7381 1724 0,'-28'0'0'0,"8"7"0"0,8 0 0 0,5 1 0 0,5-4 0 15,2 1 0-15,0 1 0 0,21 0 0 0,8-1 0 0,15-2 218 0,2-3-92 0,11 0-39 0,15 0 190 0,-5-1-123 0,2-6-60 16,-2-3-31-16,-1 0 35 0,-11 5-24 0,3-3-9 16,-3 5-32-16,-9 1-22 0,-9 0 0 15,2 2 22-15,-11 0-244 0,0 0 119 16,-6 0 62-16,-6 0-405 0,-7 0 222 0,-2 0 56 15,-5 0 71-15,0 0-375 0,-2 0 214 0,-8 4 107 16,-8 1 53-16</inkml:trace>
  <inkml:trace contextRef="#ctx0" brushRef="#br0" timeOffset="43586.2">16903 7547 1072 0,'-12'2'0'0,"7"0"0"0,1-2 0 0,4 0 0 0,0 0 0 0,2 0 0 0,11 2 0 0,11 2 190 0,-1 3-79 0,3 1-39 0,0 1 167 16,1 6-103-16,-6 2-44 0,2 3-34 0,-4 3 16 16,-4 2-20-16,-1 1-1 0,-5 2-20 0,-7 0-70 15,-1 3 31-15,-1-1 0 0,-1 0-94 0,-14-1 67 16,-4-3 32-16,-2-1-79 0,-3-5 50 16,-4-2 4-16,0-5-1 0,-2-5-2 0,-2-5 0 15,2-3-15-15,2 0 36 0,0 0 25 16,5-6-1-16,5-3-35 0,-1-6 5 0,6 2 99 15,3-1-44-15,4 0-17 0,3-2 0 0,3 4 157 16,0-2-84-16,3 2-22 0,10-2-11 0,6-1-11 16,2 2 0-16,4 2-70 0,0 0 24 0,4-1 16 15,1 1 9-15,0 2-381 0,1 1 180 0,-1 0 80 16,2 2 49-16,-2-2-535 0,-2 2 275 16</inkml:trace>
  <inkml:trace contextRef="#ctx0" brushRef="#br0" timeOffset="43806.4">17242 7681 1772 0,'2'0'0'0,"2"0"0"0,-1 0 0 0,3 0 0 0,4 0 0 0,1 0 0 0,0 0 0 0,4 0 0 0,2 4 0 0,-2 5 122 0,0 1-45 0,-2 6 32 16,-2-1-29-16,-2 4-9 0,0-2-71 16,-7 4-1-16,-2-3 34 0,0 3 0 15,-2 2-68-15,-14 0 29 16,-2-1 1-16,-5-1 38 0,-3-2-85 0,-3-1 42 0,-1-3 30 15,-3-4-121-15,1 1 43 0,0-6 34 0,2-3-6 0,2-3-185 16,7 0 87-16,2 0 59 16,7-2-131-16,7-10 84 0,5-1 38 0,0-7 23 0,12 2-311 0,8-6 170 15,5 2 82-15</inkml:trace>
  <inkml:trace contextRef="#ctx0" brushRef="#br0" timeOffset="44000.38">17528 7608 1605 0,'1'-6'0'0,"-1"2"0"0,0 2 0 0,-3 1 0 0,-10 1 0 0,-3 0 0 0,2 7 0 0,-5 8 0 0,1 6 0 0,2 1 125 16,0 4-46-16,4 5 206 0,3 0-118 0,0-1-71 15,6 0-31-15,3-3 82 0,0-1-57 16,2-2-28-16,8-5-47 0,10 4 17 16,1-7 1-16,5-2 0 0,2-1-244 15,4-6 122-15,0-1-386 0,0-3 249 0,0-3 95 0,0 0 72 16,-2 0-22-16,0 0-499 0,-7-6 265 0</inkml:trace>
  <inkml:trace contextRef="#ctx0" brushRef="#br0" timeOffset="44240.8">17952 7260 1655 0,'-11'-6'0'0,"5"6"0"0,6 0 0 0,0 0 0 0,0 0 0 0,0 0 0 0,0 0 0 0,8 0 412 0,5 0-189 0,8 0-87 15,2-1 118-15,2-1-111 0,2-2-55 0,1 0-61 0,-4 0 6 0,-1 0 8 16,-3 1-9 0,1 1-243-16,-2 0 121 0,-4 0 62 0,-1 2-500 15,-2 0 285-15,-3 2 134 0,-1 9 4 0,-4 4 55 16</inkml:trace>
  <inkml:trace contextRef="#ctx0" brushRef="#br0" timeOffset="44419.36">18062 7583 1683 0,'-14'0'0'0,"7"2"0"0,5 2 0 0,2-3 0 0,-2-1 0 0,2 3 0 0,0-1 0 0,0 1 272 0,2-1-124 15,5 0 135-15,6 0-125 16,4-2-63-16,2 0-31 0,1 0 146 0,1 0-93 15,0 0-353-15,-3 0 134 0,0 0 68 0,0 0 33 16,-1 0 9-16,-2 0-553 0,0 0 289 0,-2 0 144 16,-1 0 55-16</inkml:trace>
  <inkml:trace contextRef="#ctx0" brushRef="#br0" timeOffset="45837.53">18557 7424 1009 0,'0'0'0'0,"-1"0"0"0,1 0 0 0,0 0 0 0,0 0 0 0,-3 0 0 0,3 0 0 0,0 0 149 0,0 0-58 0,0 0 60 15,0 0-52-15,0 0-37 16,0 0 1-16,0 0 94 0,0 1-62 0,8 1-31 0,3 2 8 0,4-3 132 16,0 3-86-16,4-2-43 15,1 0-21-15,5 2 131 0,-2-2-69 0,5 2-45 16,-2-2 68-16,-2 2-53 0,4-1-27 0,0 3 22 15,4 0-16-15,9-1-8 0,-1 1-25 0,5-3 33 16,8-2 0-16,9 2-33 0,-7-3 9 0,18 0 25 16,0 0-1-16,4 0-32 0,2-3 0 0,0 1-26 15,2-4 34-15,-1 0-8 0,-1 5-103 0,0-2 52 16,-2 2 25-16,-1 1-175 0,-13 0 92 16,14 0 43-16,-11 1 25 0,-1 3-72 15,-1-2 42-15,-4 0-3 0,-3-2-13 0,8 0 64 16,-12 0-49-16,0 0 19 0,-5 0-34 0,-9 0 105 15,-2-2-45-15,-5 0 5 0,-6 1 2 0,-4-2-28 16,-3 2 16-16,-6-1-16 0,-1 1-122 0,-5-2 61 16,-1 1 35-16,-5 0-133 0,1 2 70 0,-2 0 33 15,0 0 4-15,-5 0-325 0,-12 0 179 0,-5 2 91 16,-3 7 44-16,-7 7-459 16,-7 4 256-16</inkml:trace>
  <inkml:trace contextRef="#ctx0" brushRef="#br0" timeOffset="46180.23">18818 7697 1473 0,'-4'0'0'0,"-5"0"0"0,1 0 0 0,-1 10 0 0,2 5 0 0,-7 5 0 0,3 1 0 0,2 6 0 0,-1 5 225 0,4 2-97 0,1 2-47 0,1-1 180 15,2 2-114-15,2 1-49 0,0-4-37 0,0 0-7 16,4-7 1-16,7 0-23 0,3-5 1 0,-2-3-44 15,8 2 18-15,-6-6 0 0,5 0-262 0,-2-4 143 16,0-2 73-16,0-1-423 0,-2-3 191 0,1-4 132 16,-2-1-3-16,2 0-265 0,-4-8 186 15,-3-9 87-15</inkml:trace>
  <inkml:trace contextRef="#ctx0" brushRef="#br0" timeOffset="46470.46">18993 7829 781 0,'2'-19'0'0,"0"6"0"0,-1 6 0 0,1 1 0 0,0 3 0 0,-2 0 0 0,0 2 344 0,0 1-155 0,0 0-79 16,0 5-30-16,0 8 186 0,0 6-117 0,0 3-58 16,-9 3 17-16,-1 0-37 0,-1-2 7 0,-4 8-99 15,2-9 27-15,-2-1 0 0,3-6 27 16,-2 2-58-16,0-4 37 0,1-3-8 16,4-3 28-16,1-1 52 0,3-3-25 0,1 0-1 15,2-3-17-15,0 0 170 0,2 0-90 0,0 0-43 16,8 0 3-16,9 0-24 0,3 0 9 0,6 0 91 15,1 0-62-15,1 0-31 0,0 0 0 0,1 1-34 16,-7 1 11-16,8-2-8 0,-10 3-1 0,3-2-188 16,-2 1 94-16,-4-2 48 0,-4 2-446 0,2 0 213 15,-6-1 126-15,1-1 22 0,-5 3-231 16,-1-1 147-16,0-1 67 0,-2-1-363 16,-2 0 223-16,0 0 112 0,0 0 55 0,-4-3-273 15</inkml:trace>
  <inkml:trace contextRef="#ctx0" brushRef="#br0" timeOffset="46619.06">19130 7854 743 0,'-8'-5'0'0,"3"0"0"0,-1 5 0 0,0 0 0 0,2 0 0 0,-1 6 0 0,1 11 295 0,2 2-124 0,-1 10-72 15,1 2-34-15,-2 0 313 0,0 7-173 16,-2 5-86-16,1-9-35 0,-1 6 89 0,1-3-70 16,3-3-283-16,0-2 106 0,2-5 62 15,0-2 18-15,0-4-221 0,0-4 125 0,2-8 61 16,4-1 31-16,3-8-623 0</inkml:trace>
  <inkml:trace contextRef="#ctx0" brushRef="#br0" timeOffset="46836.67">19183 7934 1693 0,'5'-9'0'0,"4"4"0"0,3 3 0 0,3-1 0 0,0 2 0 0,0 1 0 0,4 0 0 0,1 6 0 0,1 8 0 0,-2 3 220 0,-5 6-94 0,0-1-46 16,-5 6 136-16,-3 1-83 0,-3 1-54 0,-3 0-78 15,0 2-1-15,-3-2 33 0,-10-1 0 0,-4 0-25 16,-3-5-9-16,-1-1 34 0,0-7 0 0,3-4-167 16,-5-5 84-16,2-1 49 0,0-3 13 0,3-3-373 15,0 0 138-15,7-3 104 0,2-8-310 0,6-3 189 16,3-5 108-16,0-2-262 16,5-4 180-16</inkml:trace>
  <inkml:trace contextRef="#ctx0" brushRef="#br0" timeOffset="47019.68">19404 7924 1257 0,'5'-15'0'0,"-1"10"0"0,0 0 0 0,-1 3 0 0,-3 0 0 0,0 2 0 0,-5 0 0 0,-4 4 288 0,-2 12-131 15,-1 8-63-15,-1-1-30 0,1 8 347 0,1 0-189 16,4-1-87-16,4 2-55 0,3-1 188 16,0-3-117-16,1-2-59 0,12-2-111 0,3-3 34 15,6 2-8-15,-2-6-371 0,5-2 199 0,-6-6 99 16,3-2 49-16,1-2-537 0,0-5 231 0,-2 0 157 15,-3 0 11-15,-1-10-159 0,0-5 133 0</inkml:trace>
  <inkml:trace contextRef="#ctx0" brushRef="#br0" timeOffset="47291.34">19590 7685 1097 0,'0'-10'0'0,"0"5"0"0,2-1 0 0,3 0 0 0,3 1 0 0,3 1 0 0,0 0 210 0,1 2-89 0,1 2 181 15,1 0-134-15,-4 0-68 0,0 4-25 0,0 7-16 16,-3 1-26-16,-2 3-1 0,-3-3 1 0,0 4-107 16,-2 0 62-16,0 1 18 0,-11 2 0 0,-3 0-7 15,-2 0 1-15,-3-4 33 0,3-2-61 0,-4 0 0 16,5-3 25-16,-2-1 0 16,8-3-10-16,-1-3-1 0,5-1-14 0,1 1 98 15,2-3-32-15,2 0 0 0,0 0-22 0,2 0-32 16,11 0 11-16,2 0 28 0,5 0-9 0,0-3-22 15,1 1 6-15,1 1 16 0,2-1-226 0,-3 0 99 16,2 2 57-16,-3 0-401 0,-1 0 212 0,-2 2 106 16,0 6 45-16</inkml:trace>
  <inkml:trace contextRef="#ctx0" brushRef="#br0" timeOffset="47474.86">19751 8042 956 0,'-14'7'0'0,"5"-3"0"0,0 1 0 0,2 0 0 0,3-5 0 0,3 0 403 0,1 0-185 0,0 0-85 0,3 0-54 16,10 0 197-16,6 0-122 0,0-3-61 0,1 1-7 16,3-2-18-16,0 1-8 0,-3-1-27 0,1 0-170 15,-2 3 85 1,-3 1 51-16,0 0 12 0,-3 0-400 0,-3 0 211 0,-1 0 106 16,-2 0 52-16,-1 0-572 0,-3 1 284 0,-1-1 138 15,0 0-52-15</inkml:trace>
  <inkml:trace contextRef="#ctx0" brushRef="#br0" timeOffset="47646.4">19939 7836 1210 0,'-9'-9'0'0,"3"4"0"0,1 1 0 0,-1 0 0 0,2 2 52 0,2 0-19 0,0 2-1 0,2 0 486 16,0 6-444-16,0 9-42 0,0 8 1 0,0 0 99 16,0 8-50-16,-2 1-25 0,-1 2 9 0,-3-1-4 15,-1 3-1-15,2-2-28 0,-4 0 0 0,4 0-1 0,1-3-271 16,-1 0 132-16,3-5 70 0,0-3-450 0,2-5 234 15,0-5 136-15,0-4-420 0,0-3 256 16,2-6 125-16</inkml:trace>
  <inkml:trace contextRef="#ctx0" brushRef="#br0" timeOffset="47793.07">19983 7912 798 0,'3'-8'0'0,"3"6"0"0,6 2 0 0,-3 0 0 0,2 0 101 16,2 0-34-16,0 6 325 0,4 1-183 0,-2 2-89 0,2 1-43 15,0 2 23-15,0 1-34 0,-1 0 9 0,0 0-42 16,-1 3-391-16,0-4 196 0,-4-1 97 0,0-2 49 16,-1 0-541-16,1-2 274 0</inkml:trace>
  <inkml:trace contextRef="#ctx0" brushRef="#br0" timeOffset="47984.56">20300 7803 1154 0,'0'-6'0'0,"0"3"0"0,0 1 0 0,-2 2 0 0,0 0 0 0,-3 11 221 16,-1 10-95-16,0 7-46 0,-1 6-24 0,-4 9 271 16,0 2-139-16,-5 5-82 0,2 3-37 0,-4 12 79 15,-1-7-57-15,3 1-30 0,0-8 9 0,2 5-190 16,-2-1 77-16,3-1 37 0,1-3-444 16,-2-5 241-16,3-6 129 0,3-4 52 0,1-7-299 0,3-7 166 0,0-9 8 15,2-5 66-15</inkml:trace>
  <inkml:trace contextRef="#ctx0" brushRef="#br0" timeOffset="48257.82">20356 7719 1033 0,'21'-10'0'0,"-3"3"0"0,3 2 0 0,-4-1 0 0,-2 5 0 0,-2 1 0 0,-1 0 276 0,-1 0-113 0,-2 4-69 16,-1 6-31-16,-4 5 12 0,-2 1-21 0,-2 3 0 15,0 1-13-15,-2 0-57 0,-7-2 25 0,-5 1-1 16,0-1-58-16,-2-4 42 0,1 0 28 0,2-2 17 16,2-2 36-16,4-5-1 0,-2-1-39 0,4 0 149 15,3-2-66-15,0-1-46 0,2-1 0 16,0 3 16-16,2-3-26 0,12 0-1 16,4 0-18-16,5 0-32 0,0 0 0 0,0 0 24 15,2-3-168-15,-4 2 84 0,2-1 51 0,-3-1 12 16,1 2-610-16,-2 1 301 0,-3 0 104 0,-5 0-461 15</inkml:trace>
  <inkml:trace contextRef="#ctx0" brushRef="#br0" timeOffset="48464.27">20694 7775 895 0,'2'-6'0'0,"0"4"0"0,4 0 0 0,-1 0 0 0,1 0 0 0,2 2 0 0,-1 0 379 15,4 2-173-15,1 12-79 0,0 4-51 0,0 5 314 16,-3 5-179-16,-1 3-89 0,-5 7 65 0,1 0-69 15,-4 5-46-15,0-1 33 0,-2-1-36 0,-9 2 0 16,-6 0-36-16,2-7-121 0,-7 7 56 0,2-5 33 16,0-10 0-16,-2 0-286 0,0-3 159 0,1-11 88 15,-7 4 31-15,3-9-529 0,0-4 255 16,4-5-209 0,0 0 229-16,1-2 106 0,6-15-98 0</inkml:trace>
  <inkml:trace contextRef="#ctx0" brushRef="#br0" timeOffset="48707.18">20831 7775 1625 0,'27'-6'0'0,"3"4"0"0,-4 0 0 0,-5 0 0 0,2 2 0 0,-5 0 50 0,-2 0-17 0,-4 0-1 0,1 4 1 0,-5 3 52 16,0 3-30-16,-5 1 0 0,-3 1-22 15,0 3-84-15,-2-2 42 0,-9 1 29 16,-2-2-8-16,-2-1 21 0,0-1-28 0,0 0 28 15,5-5 107-15,1 0-45 0,4 1-36 0,1-5 1 0,2 4-27 0,2-4 125 16,0 4-63-16,11-4-23 0,6-1 50 0,5 0-44 16,1 0-481-16,3 0 427 15,-3 0 17-15,7 0-986 16,-1-1 796-16,-6-1 75 0,-2-1 41 0,2 3-385 16,-3 0 184-16</inkml:trace>
  <inkml:trace contextRef="#ctx0" brushRef="#br0" timeOffset="50282.35">18533 6688 605 0,'0'0'74'0,"0"0"0"0,0 0-41 0,0 0 68 16,0 0-38-16,0 1 0 0,-2 10-30 0,0 4 196 16,0 6-99-16,-4 2-40 0,0 7-32 15,-1-1 10-15,-2 6-35 0,-3-2 0 0,1-1-98 16,-1 1 58-16,-4-4 15 0,3 0 1 15,0-5-13-15,2-5 0 0,-1-3 37 0,4-4 8 0,-1-1-8 0,4-6 64 16,1 0-36-16,1-4-1 16,2 1 43-16,1-2-31 0,0 0 63 0,0 0-51 15,13 0-25-15,10 0-1 0,3-5-25 16,0-5 8-16,4 3 65 0,0-3-37 0,0 3 1 16,0 0-98-16,-1 1 31 0,-5 2 7 0,5 2-148 15,-7 0 86-15,-2 0 42 0,-1 0-160 16,-2 2 83-16,-5 0 59 0,0 0-10 0,-1 0-442 0,-6 0 207 15,0 0 121-15,-1 0-290 0,0 0 196 0,-2 0 111 16,-2-2-128-16</inkml:trace>
  <inkml:trace contextRef="#ctx0" brushRef="#br0" timeOffset="50443.92">18657 6764 1007 0,'-10'0'0'0,"-1"0"0"0,3 6 0 0,1 6 0 0,-1 1 0 0,4 2 69 0,1 6 292 0,1 2-165 15,0 6-81-15,0 1-42 0,0 4 172 0,-1-1-110 0,1 3-52 16,2-1-68-16,-2-2 18 0,2-2-1 16,0-5-317-16,0 1 154 0,0-5 82 15,2-1 41-15,2-6-516 0,1-6 272 0,4-1 140 0,1-8-404 16</inkml:trace>
  <inkml:trace contextRef="#ctx0" brushRef="#br0" timeOffset="50662.34">18722 6845 889 0,'6'-10'0'16,"3"3"0"-16,5 3 0 0,0 1 0 0,2 0 0 0,2 3 0 0,1 0 403 0,-2 3-190 0,2 10-89 15,0 6 61-15,-8 1-76 0,1 4-39 0,-7 1 104 16,0 7-75-16,-3-3-33 0,0-2 0 0,-2-1-136 16,0 2 51-16,-9-8 34 0,-5 6-194 15,3-9 106-15,-4-1 53 0,-2-2-467 0,-2-3 489 16,3-4 33-16,-3 0-64 0,2-4 38 0,2-3-274 0,0 0 117 0,5 0 54 15,1 0 22-15,4-2 9 0,5-6-68 16,0-6 49-16,1-6 25 0,16 0-208 16</inkml:trace>
  <inkml:trace contextRef="#ctx0" brushRef="#br0" timeOffset="50850.35">19029 6789 1425 0,'5'-6'0'0,"-3"2"0"0,-2 4 0 0,0 0 0 0,-6 0 0 0,-6 13 0 0,-2 8 0 0,1 1 248 0,-1 7-107 0,4 3 265 0,-2 1-191 0,6 1-91 0,3 0-46 16,3-2-22-16,0-2 115 0,0-5-61 16,5 3-43-16,9-4 0 0,2-3-139 0,1-3 52 15,3 0 26-15,-4-7-132 0,5 0 76 16,-3-2 41-16,1-5-399 0,-2-4 220 0,0 0 46 0,-1 0 77 16,-2-4-498-16,-1-9 265 0,-1-2 132 15,-1-6 67-15</inkml:trace>
  <inkml:trace contextRef="#ctx0" brushRef="#br0" timeOffset="51131.62">19160 6532 873 0,'0'-10'0'0,"0"4"0"0,0 1 0 0,5-3 0 0,7 2 0 0,3 0 222 16,0 5-99-16,2-1 189 0,-2 2-140 15,0 0-69-15,-2 2-36 0,-2 8 9 0,-2 5-84 16,0 2 41-16,-6 1 0 0,-1 0-123 15,-2 4 61-15,0-2 39 0,-5 1-8 0,-7-2-71 0,-1-2 51 16,1-5 26-16,-2 0-28 0,0-3 31 0,3-1-23 0,2-5 71 16,-1 1-28-16,1-2-28 0,3-2-29 15,3 0 22-15,1 0 225 0,0 0-104 16,2 0-38-16,0 0-30 16,0 0 39-16,9 0-19 0,7 0-8 0,0 0-129 0,3 0 51 15,1 0 25-15,1 0-369 0,2 0 196 0,-3 0 83 0,1 0-260 16,-2 0 150-16,-1 0 89 0,-2 0-504 15</inkml:trace>
  <inkml:trace contextRef="#ctx0" brushRef="#br0" timeOffset="51309.96">19351 6941 1227 0,'-13'6'0'0,"4"-1"0"16,3-1 0-16,0-3 0 0,3-1 0 0,3 0 0 0,0 0 0 0,5 0 359 0,18 0-164 0,3 0-81 0,5-5 58 15,0 0-74-15,3-1-33 0,0 0 0 0,-4 3-300 16,-2-1 134-16,-3 3 75 16,-1-2 25-16,-4 1-197 0,0 2 116 0,-4 0 57 15,-2 0-532-15,-5 0 271 0</inkml:trace>
  <inkml:trace contextRef="#ctx0" brushRef="#br0" timeOffset="51490.47">19577 6710 523 0,'0'11'98'0,"0"6"-49"0,0 1 779 0,0 1-730 0,-2 6-33 15,-2 1 0-15,0 2 501 0,0 6-506 0,1 0 0 16,-3 0-27-16,1 0-1 0,1 0-10 0,1 0 19 16,0-3-9-16,1 0 1 0,2-5-321 0,0-6 160 15,0 0 80-15,0-6 49 0,0-3-570 16,5-5 294-16</inkml:trace>
  <inkml:trace contextRef="#ctx0" brushRef="#br0" timeOffset="51657.12">19705 6711 1216 0,'5'9'0'0,"2"2"0"0,5-2 0 0,-3 0 0 0,2 1 0 0,-1-1 292 15,1 5-134-15,0-1-63 0,-1 3 138 16,-1-1-101-16,1 2-49 0,0 2-292 15,-1-2 117-15,-2 0 63 0,0-2 30 0,3-2-580 16,-1-2 289-16,-1-3 145 0,4-3-682 0</inkml:trace>
  <inkml:trace contextRef="#ctx0" brushRef="#br0" timeOffset="51854.78">19975 6678 1588 0,'0'0'0'0,"0"0"0"0,0 8 0 0,0 8 0 0,-1 7 0 0,-8 5 0 0,2 9 0 0,-4 7 0 0,-3 1 107 0,0 5-29 0,-3 5-8 0,-3 7 234 16,0-6-135-16,1-7-68 0,1 6-17 15,1-4-18-15,0-2-7 0,2-4-26 0,2-10-334 16,1-1 167-16,3-10 84 0,0-1-465 16,4-12 249-16,-2-3 143 0,5-5-198 0,0-3 102 15,2-5 93-15</inkml:trace>
  <inkml:trace contextRef="#ctx0" brushRef="#br0" timeOffset="52126.54">19907 6591 1282 0,'17'-24'0'0,"4"3"0"0,1 4 0 0,1 1 0 0,0-1 0 0,-5 5 0 0,1 3 0 0,-3 6 60 0,-5 1 0 0,1 2 262 15,-2 0-144-15,-2 2-65 0,-5 12 39 0,-1 6-61 0,-2 2-110 16,0 0 26-16,0-1 8 0,-5 5-17 0,-4-6 1 15,-3 1 33-15,-1-3 1 0,1-4 0 0,1 0-40 16,4-5 16-16,-3-2 0 16,4-1 45-16,3-1-19 0,1-2-9 0,0-3-37 15,2 1 87-15,0 1-32 0,2 1 1 0,9-3-24 0,6 0 67 16,4 0-16-16,4 0-295 16,-2-3 228-16,2-4 24 0,-6 1 4 0,6 1-2 0,-5-1 12 0,-1 1-205 15,-3 3 81-15,2 0-520 0,-7 0 271 16,0 2 149-16,-1 0-435 0</inkml:trace>
  <inkml:trace contextRef="#ctx0" brushRef="#br0" timeOffset="52315.09">20185 6951 1636 0,'-9'9'0'0,"5"-2"0"0,1 1 0 0,1-3 0 0,2-2 0 0,0 0 352 0,0 1-159 0,2-3-80 16,10 4 228-16,6-5-158 0,6 1-75 0,-2-1 293 15,5 0-184-15,-6 0-92 0,1 0-148 16,0 0 24-16,-1 0 0 16,-2 0 32-16,-2 0-571 0,-2 0 285 15,-2 0 152-15,1 2 62 0,-5 3-847 0,2 3 447 0</inkml:trace>
  <inkml:trace contextRef="#ctx0" brushRef="#br0" timeOffset="54196.48">20928 6792 776 0,'3'-7'0'0,"1"-3"0"0,2-1 0 0,-1-2 0 0,0-2 0 0,4 0 0 0,-4-2 0 0,1 1 48 0,-3 0-7 0,3 0-8 15,-5 0-32-15,1 1 1 0,-2 2 28 0,0 1-15 16,0 2 20-16,0-2-7 16,-7 5 0-16,-2-1-23 0,-5 5-1 0,2-1 22 15,-4 4 6-15,0 0-37 0,-7 0-8 0,3 11 34 16,-3 5 0-16,2-2-21 0,5 1 20 0,-4 0-2 16,3 3 66-16,6-4-32 0,2-1 2 0,1 3 22 15,6-4-16-15,2 3-6 0,0 1-19 0,0-1-4 16,5 0 9-16,7-1-8 0,6 3 9 0,0 2-30 15,3-2 0-15,-1 4 21 0,1-2 1 16,-4 3-52-16,-2-1 30 0,2 4-8 0,-4 2-49 0,-6 0 33 16,0 1 9-16,-6 2-38 15,-1-2 25-15,0 2-2 0,-6-2 18 0,-7-1-9 16,-4-3 7-16,1-5 8 0,-4-5-13 0,0 0 58 16,-2-7-25-16,-1-1 0 0,0-6-21 0,3 0 55 15,1 0-19-15,2-2-2 0,0-9-28 0,6-4 3 16,3 0 9-16,2-4-40 0,6-2 6 15,0-5 26-15,4 0 4 0,12 0-39 16,5 0-1-16,2-3 33 0,2 3-6 0,3-2-19 16,2 1 11-16,0 3 9 0,-3-3-16 0,1 3-8 15,-2 0 13-15,-2 1 6 0,-3 1-13 0,-4 1 11 16,-6 2 0-16,0 3-18 0,-4-1 17 0,-6 1 1 16,1 0-2-16,-2 1 8 0,0 1-7 0,-5 0 0 15,-7 3-1-15,-3-1 6 0,0 2-6 0,-2 4 1 16,-2 1 0-16,0 3 32 0,-1 1 2 0,-1 1-32 15,2 0 32-15,-1 0 1 0,3 8-24 0,0 0-3 16,2 2-73-16,2 0 36 0,3-2 1 16,4 4-222-16,3-1 116 0,3 1 58 15,0 0 24-15,2-1-174 0,10 3 90 0,4-3 53 16,9-4 26-16</inkml:trace>
  <inkml:trace contextRef="#ctx0" brushRef="#br0" timeOffset="54445.83">21066 6762 905 0,'0'4'0'0,"2"-2"0"0,0 0 0 0,2-1 0 0,1-1 0 0,3 0 0 0,5 0 0 0,3 0 218 0,2 0-93 0,3 0 201 15,0 0-151-15,-3 0-71 0,1 2-35 0,-1 8 66 16,-2 2-52-16,-4 3-16 0,0 3-9 0,-4 5-59 16,-5 1 34-16,-1 2-1 0,-2 5 1 0,0-2-22 15,-9 3-8-15,-8-1 29 0,-2 1-74 0,-2-4 37 16,-5 0 0-16,0-6-32 0,-1 0 28 0,0-6-9 15,0-3 0-15,1-3-71 0,5-5 46 0,-4 1 14 16,5-5 0-16,1-1-223 16,8 0 117-16,-1 0 47 0,7-1-126 0,5-9 83 15,0-4 53-15,4-6 22 0,15 1-282 0,5-3 152 16</inkml:trace>
  <inkml:trace contextRef="#ctx0" brushRef="#br0" timeOffset="54666.31">21408 6738 1066 0,'7'-13'0'0,"-2"3"0"0,-3 3 0 0,-2-1 0 0,0 3 0 0,-5 3 0 0,-8 0 0 0,1 2 385 0,-4 2-168 0,-3 16-96 15,3 5-44-15,-4 5 239 0,0 8-142 0,1 1-70 16,8-4 161-16,-1 5-120 0,7-3-56 0,3 1-28 16,2-1 36-16,0-3-32 0,6-2 8 0,9-2-138 15,3-3 49-15,3-3 25 0,2-3-1 0,-1-4-273 16,-1-5 157-16,7 1 67 0,-7-8 36 0,1-1-460 15,1-2 228-15,-2 0 53 0,0-3 69 0,-3-8-290 16,1-2 187-16,-1-7 92 16,-2-1-270-16,-3 0 182 0</inkml:trace>
  <inkml:trace contextRef="#ctx0" brushRef="#br0" timeOffset="54962.48">21624 6443 615 0,'-5'-17'0'0,"3"8"0"0,2-1 0 0,0 1 0 0,0 0 0 0,5-1 357 0,6 2-154 0,6 3-89 16,1 2-41-16,0 0 245 16,1 3-143-16,-1 0-71 0,-2 0-28 0,-2 10 59 15,0 3-51-15,-5 4-26 0,-2 1-91 0,-5 3 33 16,-2 4 7-16,0 1-29 0,0 0 27 0,-12-1 0 16,-6-1 28-16,0 1-98 15,-1-8 57-15,1-1 17 0,-3-1-36 0,2-3 48 0,4-3-48 0,-1-1 33 16,7-3-45-16,0-1 271 0,4-2-107 0,0-1-55 15,3 2 184-15,2-3-103 16,0 2-63-16,0 0 15 0,7 0-36 0,7-1 1 16,6-1-35-16,1 0 45 0,8 0-45 0,-3 0-1 15,4 0 1-15,-2-1-167 0,1-3 83 0,-8-1 50 16,0 2 13-16,0 1-531 0,-3 0 225 0,-2 2 145 16,-2 0-688-16</inkml:trace>
  <inkml:trace contextRef="#ctx0" brushRef="#br0" timeOffset="55706.63">21769 7320 1028 0,'-4'-6'0'0,"4"3"0"0,0 0 0 0,0 3 0 0,0-1 0 0,0 1 161 0,9-1-64 0,4-2-32 15,6 1 163-15,6 0-103 16,-2-1-45-16,2-2 194 0,0 2-121 0,-4 1-60 16,3-1-22-16,5 1-25 0,-11 0-13 0,3 1-1 15,-2 1 1-15,-1 0-233 0,-1 0 124 0,-4 0 50 16,-2 0-484-16,-1 1 244 0,-3 5 142 0,1 3 6 16</inkml:trace>
  <inkml:trace contextRef="#ctx0" brushRef="#br0" timeOffset="55883.3">21861 7585 801 0,'-7'10'0'0,"0"-3"0"0,5 2 0 0,1-1 0 0,1-5 110 0,0-1-31 0,0 0-8 0,3 0 293 16,13 0-165-16,0-2-84 0,9 0-41 0,-2 0 284 16,5 0-167-16,2 0-79 0,-2-4-129 0,2-3 24 15,0 1 1-15,-5-1-418 0,7 1 217 0,-5 1 113 16,0 0 56-16,-1 4-279 0,0 0 172 15</inkml:trace>
  <inkml:trace contextRef="#ctx0" brushRef="#br0" timeOffset="56207.74">22582 7486 1335 0,'-15'-10'0'0,"10"6"0"0,3 3 0 0,-1 1 0 0,3 0 0 0,0 0 125 0,0 0-38 16,0 0-31-16,3-3 407 0,13 2-215 0,9-1-107 15,5 1-55-15,6-2 265 0,11 1-164 0,1 0-77 16,7 1-39-16,11-3 90 0,-1 2-64 0,-3 0-24 16,17 0-13-16,-4 0-27 0,6 1 0 0,13-4-142 15,-2 2 71-15,15-5 44 0,19-5-9 0,-6 1-4 16,-13 0-1-16,7-1 41 15,-15 4 8-15,11 4-184 0,-31 3 41 0,-2 2 54 16,-9 0-15-16,-14 0-158 0,-5 2 68 0,-1 6 66 16,-11-2 11-16,-5-1 21 0,-9 1 1 0,-2-1-47 15,-7-1 26-15,-5 1 9 0,-3-4 33 0,-4 0-335 16,-2-1 167-16,-4 0 84 0,-13 0 34 0,-7 0-184 16</inkml:trace>
  <inkml:trace contextRef="#ctx0" brushRef="#br0" timeOffset="56478.17">22633 6734 1524 0,'-16'-1'0'0,"9"-1"0"0,5 2 0 0,2 2 0 0,0 8 0 0,0 0 0 0,0 1 0 16,6 4 0-16,6 1 257 0,0-1-116 0,7 1-54 0,1 3 142 0,3-2-98 0,2 2-49 15,0-1-16-15,-4-1-127 0,2 1 47 0,-6-7 24 16,0 4-142-16,-2-4 82 0,-2 2 50 0,-1-4-479 16,-3 1 253-16,-3-3 86 0,1 1 75 0,-2-5-508 15</inkml:trace>
  <inkml:trace contextRef="#ctx0" brushRef="#br0" timeOffset="56668.66">23006 6686 984 0,'0'0'0'0,"0"2"0"0,0 5 0 0,-1 4 0 0,-3 4 0 0,-3 2 0 0,-5 9 0 0,1 2 434 16,0 4-201-16,-4 9-99 0,0 0-52 0,-1-4 264 15,-1 10-161-15,1-2-76 0,0 0 12 0,2-1-44 16,1-2-23-16,-1-4-116 0,1 9 44 0,0-8 25 15,6-7 0-15,-3 0-399 16,7-11 212-16,-2-8 115 0,5-2 44 0,0-3-616 16,0-8 307-16,0 0 125 0</inkml:trace>
  <inkml:trace contextRef="#ctx0" brushRef="#br0" timeOffset="56948.91">23065 6411 959 0,'14'-14'0'0,"6"8"0"0,2 3 0 0,0-2 0 0,-3 3 0 0,-1 2 0 0,-4 0 0 0,0 0 369 0,-3 4-168 0,0 8-76 15,-3 2-50-15,-4 3-75 0,-4 8 32 0,0-1 1 16,-4 2-111-16,-10-1 64 0,-2-1 19 0,-3-2 0 16,0 0-23-16,4-8 25 0,-4 1 1 0,3-2 4 15,5-6-14-15,1-2 25 0,4-3 1 0,2-1 51 16,3 2-31-16,1-3-23 0,0 0-5 0,0 0 158 15,12 0-75-15,9-3-21 16,1-4 9-16,1 1-18 0,5-1-9 0,0 1-131 16,1 2 52-16,-3 1 26 0,1 1 0 0,-7 1-117 15,2 1 67-15,-1 0 38 0,-2 0-2 0,-2 0-539 16,-4 1 230-16,-1 10 138 0</inkml:trace>
  <inkml:trace contextRef="#ctx0" brushRef="#br0" timeOffset="57111.47">23168 6922 1595 0,'-13'10'0'0,"8"-3"0"0,1 1 0 0,-1-7 0 0,5 2 0 0,0 0 0 0,0-3 0 0,12 2 0 0,6-2 244 16,5 0-97-16,7 0 91 0,2 0-103 0,2-2-51 16,1-1-25-16,-1-5-110 0,1 0 50 0,-3 1 13 15,-2-1 0-15,0 2-508 0,-3 3 265 0</inkml:trace>
  <inkml:trace contextRef="#ctx0" brushRef="#br0" timeOffset="57404.71">23786 6488 1232 0,'0'2'0'0,"0"5"0"16,0 7 0-16,-9 3 0 0,-4 0 0 0,-7 5 0 0,-2 2 0 0,0 3 326 0,-3-3-139 0,1 2-81 0,-1-5-36 0,2 0 47 15,9-8-42-15,-2 0-21 16,7-3 56-16,0-3-42 0,4-3-1 0,1-2 51 16,1 0-42-16,3-2-22 0,0 0 8 0,0 0 60 15,0 0-45-15,3 1-21 0,6-1-1 0,7 2 113 16,5-2-60-16,4 0-41 0,0 0-1 0,3 0-11 16,-3 0-22-16,2 0 0 0,-3 0-79 0,1 0 36 15,0 0 21-15,-5 0-346 0,1 0 182 0,-2 0 75 16,-5 0 48-16,0 0-601 0,-7 0 299 15,0 0 150-15,-1 0 75 0,-4 0-393 16,0 0 238-16,0 0 114 0,-2-5 58 0</inkml:trace>
  <inkml:trace contextRef="#ctx0" brushRef="#br0" timeOffset="57579.57">23720 6450 1093 0,'-5'0'0'0,"1"4"0"0,4 12 0 0,0 2 0 0,0 3 0 0,0 8 0 0,0 0 140 0,0 3-54 0,0 0-26 15,2 2 324-15,-2 0-168 16,0 0-95-16,0 1 60 0,0 0-75 0,0 0-36 16,-6-1 0-16,-1-3-226 0,-1 1 91 0,1-2 48 15,1-7 25-15,2-1-468 0,1-5 246 0,1-8 132 16,2-3-290-16,0-4 108 0,0-2 120 0</inkml:trace>
  <inkml:trace contextRef="#ctx0" brushRef="#br0" timeOffset="57787.75">23816 6674 1363 0,'19'-11'0'0,"2"4"0"0,3 1 0 0,-3 2 0 0,3 3 0 0,1 1 0 0,-2 0 0 0,4 2 0 0,-3 12 0 0,-3 3 207 0,-4 4-87 0,-2 1-44 0,-7 0 162 16,-1 10-107-16,-5-3-49 0,-2-1-24 0,0 2 48 16,-9-2-36-16,-11 2 7 0,0-2-80 0,-6-1-1 15,-4-3 37-15,0-2-1 0,-4-3-61 0,0-3 38 16,1-4-7-16,-1-4-228 0,2-2 129 0,9-6 33 15,0 0 43-15,9 0-410 16,0-2 207-16,11-13 71 0,3-6 60 0,0-2-276 16,12-5 160-16</inkml:trace>
  <inkml:trace contextRef="#ctx0" brushRef="#br0" timeOffset="57976.93">24159 6621 1466 0,'3'0'0'0,"-1"0"0"0,-2 0 0 0,0 6 0 0,-8 5 0 0,-9 3 0 0,2 4 0 0,-3 3 263 0,-1 5-118 16,6 3-57-16,1-2 164 0,2 6-110 0,5-4-54 16,5-2-20-16,0 5 256 0,0-6-145 0,11-1-74 15,5-3-35-15,4-1-70 0,2-5 8 0,3 0 25 16,3-7-407-16,1-2 204 0,-3-5 101 0,0-2-597 16,-5 0 299-16,1-2 183 0,-2-5 10 0,-2-6-153 15</inkml:trace>
  <inkml:trace contextRef="#ctx0" brushRef="#br0" timeOffset="58245.85">24313 6391 1190 0,'10'-14'0'0,"3"5"0"0,4 4 0 15,0-1 0-15,4 2 0 0,-2 1 0 0,-1 3 0 0,-2 0 0 0,-2 0 281 0,0 13-125 0,-3 0-61 0,-6 3-9 0,-3 5-19 0,-2 5-8 16,0-1-26-16,-9 1-81 15,-8 2 40-15,-3-1 0 0,-5-4 49 0,0 5-41 16,-1-6-1-16,4-2 34 0,5-8-33 0,-1-1 3 16,9-5-4-16,2-1 32 0,2-1 73 0,3-4-40 15,2 2-25-15,0-2 51 0,0 0-25 0,5 0-6 16,10 0-16-16,2 0-32 0,4-4 22 0,-1 0 8 16,1-1-8-16,0 3-103 0,-3 0 51 15,0 2 26-15,-2 0 0 0,0 0-457 16,-4 2 203-16,-3 7 123 0</inkml:trace>
  <inkml:trace contextRef="#ctx0" brushRef="#br0" timeOffset="58729.61">22560 7825 831 0,'-10'0'0'0,"-1"6"0"0,-1 7 0 0,3 2 0 0,-4 3 0 0,0 4 0 0,0 6 0 0,4 4 301 0,-1 5-126 0,4 5-75 16,4-6-34-16,2 1 171 0,0-2-102 0,0 1-51 15,8-6-18-15,7 0-13 0,3-5-20 0,5 0 0 16,2-7-58-16,5-1 28 0,0-6 10 0,2-3-347 16,2-7 183-16,-3-1 92 0,1 0 46 0,-3-4-545 15,-1-10 262-15</inkml:trace>
  <inkml:trace contextRef="#ctx0" brushRef="#br0" timeOffset="59008.86">22863 7786 1300 0,'-7'-5'0'15,"3"2"0"-15,1 2 0 0,1 1 0 0,-2 0 0 0,1 1 0 0,-2 11 0 0,-2 5 0 0,0 5 0 0,-4 5 162 0,-5 0-56 0,2 4-18 0,-6 1-27 0,1-1 0 16,-1-1-28-16,-1-4-46 0,2-5 31 15,1-1-8-15,2-6 23 0,2-1 62 16,7-5-31-16,-2 0-1 0,6-5-22 0,-1-1 87 16,4-2-47-16,0 2 55 0,2 0-52 0,12 1-25 15,6-3 8-15,10 3 47 0,2-3-41 16,1 0 0-16,4 0-40 0,-4 0 22 0,1 0-14 0,0 0-8 16,-2 0-1-16,0 0-166 0,-4 0 83 0,-2 1 42 15,-4 1-446-15,-1-1 232 16,-3 2 83-16,-6-3 69 0,-3 4-522 0,1-2 280 15,-6-1 131-15,-2 1-279 0</inkml:trace>
  <inkml:trace contextRef="#ctx0" brushRef="#br0" timeOffset="59179.4">22888 7915 619 0,'-11'9'0'0,"4"-1"0"0,-1 6 0 0,4 0 0 0,0 1 176 15,1 5-76-15,1 2-34 0,-2 3 1 0,1 3 292 16,-1-1-164-16,-3 5-72 15,0 2-50-15,2 0 117 0,-1 0-79 0,3-2-39 16,-1-2-285-16,4-5 131 0,0-3 53 0,0-2-408 16,0-5 231-16,5-4 115 0,5-8 58 0,2-3-270 15,2 0 85-15</inkml:trace>
  <inkml:trace contextRef="#ctx0" brushRef="#br0" timeOffset="59367.93">22948 8104 540 0,'6'-21'0'0,"4"6"0"0,1 5 0 0,6 5 0 0,-1 1 0 0,5 2 171 15,6 2-74-15,-2 0-32 0,2 4 0 0,-3 8 61 16,-1 2-46-16,-8 1-16 0,4 10-8 0,-10-3 86 16,-2 0-55-16,-4 3-27 0,-3 1-30 0,0-3 11 15,-8 7-8-15,-7-5-72 0,-4 0 36 0,-4-2 0 16,0-3 36-16,2-4-165 0,-8 0 79 0,8-6 42 16,1-4-2-16,3-3-115 0,4-3 35 0,3 0 49 15,3 0-283-15,7-11 148 0,0-8 65 16,7-6 40-16</inkml:trace>
  <inkml:trace contextRef="#ctx0" brushRef="#br0" timeOffset="59553.95">23305 7970 1215 0,'0'0'0'0,"0"2"0"0,-10 9 0 0,-8 7 0 0,1 0 0 0,-1 2 0 0,-2 7 292 0,3-1-129 0,4 4-58 0,4-2 313 15,2 0-192-15,7-2-97 0,0-1-48 0,0 0 94 16,4-5-63-16,10 2-119 15,4-4 40-15,0-3-1 0,5-2 1 16,-1-4 0-16,0-6-312 0,6 0 153 0,1-3-470 16,-3 0 282-16,-1-6 164 0,-1-7-507 15,-5-4 304-15,5-5 164 0</inkml:trace>
  <inkml:trace contextRef="#ctx0" brushRef="#br0" timeOffset="59826.77">23424 7720 1052 0,'-10'-7'0'0,"4"1"0"0,5 3 0 0,1 2 0 0,0-5 0 0,0 0 0 0,10 3 285 16,4 0-125-16,1-1-64 0,0 2 87 0,-2 2-79 15,3 0-36-15,-6 0 19 0,0 6-27 0,-2 5 0 16,-5 4-19-16,-3 2-112 0,0 8 52 0,-8-1 26 16,-8 2 0-16,-5 2-31 0,-4-2 36 0,3-1-7 15,0-3 27-15,4-6 2 0,5-4-2 16,6-2-39-16,0-5 64 0,2 1-42 15,4-2-2-15,1-2 31 0,1-2-27 0,15 0 14 16,5 0-6-16,4 0 28 0,2-8-29 0,1-1 16 16,2-2-202-16,0 1 90 15,-3 1 50-15,2-1-378 0,-6 5 196 0,-3 0 85 0,1-1 51 16,-5 6-227-16,-5 0 122 0,0 0 75 0</inkml:trace>
  <inkml:trace contextRef="#ctx0" brushRef="#br0" timeOffset="60001.32">23516 8169 967 0,'-10'2'0'0,"3"1"0"0,3-2 0 0,0-1 0 0,4 0 0 0,0 0 0 0,2-1 0 15,13-6 388-15,8-3-177 0,1 3-89 0,3-1-45 0,-4 1 198 16,10-2-125-16,-6 2-58 0,2 1-107 0,-1 0 24 16,-7 3 0-16,2-2 32 0,-5 3-372 0,1 2 182 15,-4 0 91-15,-2 0-220 0,-2 0 126 16,-4 0 93-16,2 2-65 0,-6 0-414 15</inkml:trace>
  <inkml:trace contextRef="#ctx0" brushRef="#br0" timeOffset="60168.91">23835 7754 1520 0,'-7'0'0'0,"0"0"0"0,4 13 0 0,-5 10 0 0,1 1 0 0,-4 8 0 0,-2 8 0 0,5 5 0 0,-4-2 259 0,1 0-113 0,4-6-48 16,-4 10 180-16,3-5-123 15,1-9-60-15,1 5-188 0,3-3 63 0,1-10 39 16,0 1-7-16,2-2-183 0,0-8 107 0,0-5 54 16,5-4 26-16,8-7-622 0</inkml:trace>
  <inkml:trace contextRef="#ctx0" brushRef="#br0" timeOffset="60333.47">23908 7889 1455 0,'3'-6'0'0,"6"6"0"0,0 0 0 0,-2 0 0 0,3 2 0 0,-1 5 0 0,2-2 0 0,3 4 0 0,0 0 226 0,0 1-96 0,1 1-49 0,-4 2-22 16,0 0 7-16,0 0-33 0,-2-2-1 0,2 1-381 15,-6-3 191-15,1-1 95 0,1-1 56 0,1-1-228 16,-1-4 134-16,2-2 67 0</inkml:trace>
  <inkml:trace contextRef="#ctx0" brushRef="#br0" timeOffset="60487.06">24178 7786 1113 0,'0'-8'0'0,"0"4"0"0,0 1 0 0,0 3 0 0,0 4 0 0,-3 18 0 0,-4 6 0 0,-2 4 0 0,-2 13 0 0,-1 0 376 0,-2 3-172 15,1 4-86-15,0 0 136 0,-2 1-103 0,-2 2-63 16,2 0-28-16,-2-2-38 16,-1 0 11-16,0 0 0 0,2-4 8 0,-2-2-161 0,6-13 77 0,-2-1 38 15,7-13-524-15,0-3 281 0</inkml:trace>
  <inkml:trace contextRef="#ctx0" brushRef="#br0" timeOffset="60738.75">24283 7763 885 0,'21'-4'0'0,"2"2"0"0,0 1 0 16,-1 1 0-16,-3 0 0 0,-8 0 0 0,1 0 0 0,-5 1 177 0,-2 7-73 0,-3 1-35 15,-2 3 0-15,0-1-36 0,-2 4 8 0,-14 2-8 16,1-4-55-16,-2 1 28 0,-1-1-1 0,4 0 18 16,-1-2 18-16,6-3-8 0,0-1-1 0,4-1 56 15,1-2-28-15,4-1 8 0,0 1-35 0,2 0 38 16,10-2-38-16,4-2-1 0,9 0-68 16,-2 0 43-16,5 0-9 0,-3-4 35 15,0-2-165-15,-4 0 81 0,2 0 40 0,-1 1-511 16,-5 0 257-16</inkml:trace>
  <inkml:trace contextRef="#ctx0" brushRef="#br0" timeOffset="60943.96">24579 7746 1062 0,'0'-4'0'0,"0"1"0"0,5 0 0 0,3 3 0 0,1 0 0 0,0 3 0 0,2 12 0 0,1 8 0 0,-1 3 480 0,-4 7-224 0,2 8-111 15,-7 2 293-15,-1-6-195 16,-1 13-109-16,0-4-50 0,-8-2 52 0,-6 2-51 15,-6-3-27-15,2-4-51 0,-8 7 26 0,1-7 0 16,-3-3 0-16,4-12-277 0,-2 1 138 0,3-9 78 16,-5-1 26-16,7-7-500 0,1-4 260 0,2-4-388 15,6 0 299-15,2-16 141 0,6-11 83 0,4-14-301 16</inkml:trace>
  <inkml:trace contextRef="#ctx0" brushRef="#br0" timeOffset="61179.39">24693 7682 1264 0,'24'-8'0'0,"1"2"0"0,1 0 0 0,1 0 0 0,-1 4 0 0,-3 1 0 0,0 1 139 0,0 0-53 0,-2 0-27 0,-6 7 190 15,-2 4-108-15,-5 0-46 0,-5 6-36 0,-1 1-5 16,-2-2-1-16,0 4-20 0,-9-4-61 0,-5 1 39 16,2-4-9-16,1-2 66 0,1-3-35 0,1-1 0 15,1-3 8-15,5 0 23 0,1-4 1 0,-1 2-32 16,3-2-7-16,0 0 67 15,6 0-21-15,13 0-9 0,2-2-31 0,3-4-33 16,1-1 33-16,-2 1 1 0,-1 2-284 0,4 1 136 16,-1 0 65-16,-4 2-584 0,0 1 290 0,-1 0 159 15,-4 0 52-15</inkml:trace>
  <inkml:trace contextRef="#ctx0" brushRef="#br0" timeOffset="61770.28">25178 8342 2354 0,'0'-2'0'0,"0"0"0"0,0 1 0 0,1-2 0 0,6-2 0 0,-4 0 0 0,-1-1 458 0,0 0-213 15,0-2-69-15,-1 0-75 0,1-1-34 0,0-1 0 0,0 4-605 16</inkml:trace>
  <inkml:trace contextRef="#ctx0" brushRef="#br0" timeOffset="66127.69">26036 6935 767 0,'0'-7'0'0,"0"1"0"0,8 2 0 0,1 0 0 0,2 1 0 0,5-1 0 0,0 0 90 0,4 2-21 0,2 2-7 0,-1 0 45 16,6 0-37-16,-5 2 0 0,0 9-37 0,-4 3 14 16,1 6-15-16,-4 0 1 0,-3 5 0 0,-6 6-23 15,-1-2 0-15,-2 4 31 0,-1 2-59 0,-2 1 25 16,0-4 0-16,-5 3 26 16,-4-6-33-16,-5 3 6 0,-1-4-13 0,-1-2-42 15,0-2 33-15,-5-3 5 0,1-2 0 0,-1-6-8 16,-7 0-9-16,2-6 33 0,-4-3 1 0,3-4 14 15,1 0-16-15,4 0-6 0,-5-8 47 0,8-2-1 16,3-4-35-16,2-3-2 0,7 3 35 0,3-2-24 16,4 2 2-16,0 0 57 0,2-1-25 0,11 3 0 15,8-4-19-15,0 7-30 0,7-2 25 0,-2 3-5 16,0 0 10-16,-1 3-68 16,-1 1 33-16,1 2-6 0,-4-2-204 0,-1 3 109 15,-1-2 45-15,-3 3 30 0,-4 0-293 0,3 0 151 16,-5 0 53-16,3 0-65 0,-2-1 74 0,-2-5 38 15</inkml:trace>
  <inkml:trace contextRef="#ctx0" brushRef="#br0" timeOffset="66371.33">26446 6951 734 0,'2'-8'0'0,"-2"1"0"0,2 5 0 0,-2 0 0 0,0-1 0 0,0 3 0 0,0 0 0 0,1 0 269 0,1 3-109 0,-1 10-69 16,4-1 252-16,-2 8-155 0,1 4-78 0,-3 0 201 15,3-1-130-15,-4 9-79 0,0-4-34 0,0 0 55 16,0-2-44-16,0 2-24 0,0-3 9 0,0 3-74 16,0-6 22-16,0 3-1 0,0-4 22 15,0 1-276-15,0-7 146 0,0-2 61 0,0-2-372 0,0-1 210 16,0-4 42-16,0-3 73 16,0-1-318-16,0-2 189 0,0 0 89 0,0 0-159 15,-4-12 125-15,3-6 62 0,-1-6 23 0,0-8-57 16,-1-7 47-16</inkml:trace>
  <inkml:trace contextRef="#ctx0" brushRef="#br0" timeOffset="66560.83">26429 6911 873 0,'-2'-23'0'0,"-2"5"0"0,4 1 0 0,0 5 0 0,0 3 0 0,1 0 0 0,13 3 0 0,5 2 157 16,7 2-62-16,2 2-31 0,3 0 0 0,-1 0 174 16,-7 6-95-16,8 5-59 0,-14 0 66 0,2 4-59 15,-6-1-28-15,-1 1-1 0,-7 1-22 0,-3-1-7 16,-2 5 0-16,0-3-65 0,-11 0 33 0,-3 1 7 15,-7 0 25-15,-2-1-141 0,-2-2 71 0,0-3 25 16,6-2 21-16,-3-3-173 0,4 0 85 0,4-1 6 16,3-4-321-16,0 2 171 0,2-2 95 0,0 3-235 15,1-1 169-15</inkml:trace>
  <inkml:trace contextRef="#ctx0" brushRef="#br0" timeOffset="66858.05">25826 7551 1119 0,'-23'6'0'0,"-1"1"0"0,3 1 0 0,3-1 0 0,4-3 0 0,5 1 0 0,3-4 0 0,3-1 0 0,3 0 391 16,0 4-178-16,3-4-91 0,22 0-44 0,9 0 208 15,10 0-131-15,7 0-61 0,13-3 53 0,-1-6-56 16,2 2-30-16,-11 0 93 0,5 0-64 0,-3 3-29 16,-6 1 0-16,-4 1-48 0,-9 0 19 15,1 2 9-15,-5 0-8 0,-1 0-213 0,-5 0 107 16,-5 0 52-16,1 0-162 0,-6 0-151 16,0 0 170-16,-8 0 31 0,-3 0-168 0,-3 0 127 15,-1 0 70-15,-2 0-357 0,-4 4 218 0</inkml:trace>
  <inkml:trace contextRef="#ctx0" brushRef="#br0" timeOffset="67186.72">25828 7893 1159 0,'-8'0'0'0,"4"0"0"0,4 0 0 0,0 0 0 0,0 0 0 0,0 0 0 0,10 0 0 0,7 0 341 0,2 0-154 0,1 0-69 0,1 2 42 15,5 9-63-15,-6 1-32 0,-1 2-1 0,0 3 3 16,-9 2 8-16,3 2-43 0,-5-1 1 0,-5 9-69 16,-3-4 34-16,0 2 1 0,-5 2 42 15,-14-2-143-15,1 2 68 0,-4-4 33 0,0-1-157 16,-3-4 87-16,5-7 7 0,-6 2-3 16,3-10 4-16,0-2 25 0,3-3-16 0,1 0 65 15,1-6-21-15,3-9-13 0,7-2-12 0,0-4 131 16,4 1-52-16,2 0-30 0,2-2 98 0,0 5-57 15,2-3-14-15,12 2 1 0,-2 2-2 0,6 2-1 16,1 0-4-16,4 3-112 0,0 1 48 0,-2 4 22 16,1 1 2-16,3 1-136 15,-1 2 68-15,3 1 38 0,-2 1 2 0,0 0-510 0</inkml:trace>
  <inkml:trace contextRef="#ctx0" brushRef="#br0" timeOffset="67362.25">26161 7953 1629 0,'0'0'0'0,"0"0"0"0,0 0 0 0,0 0 0 0,0 1 0 0,0 4 0 0,3 2 0 0,3 1 0 0,3 1 235 0,4 1-102 0,2 1-50 0,-1 0 46 16,4 0-52-16,-1 2-23 0,0 1 1 0,0-3-224 16,-2 2 100-16,2-2 60 15,-4 0-454-15,0 1 248 0,-2-3 123 0,-2-3 63 16</inkml:trace>
  <inkml:trace contextRef="#ctx0" brushRef="#br0" timeOffset="67591.23">26529 7797 885 0,'-3'-5'0'0,"-1"3"0"0,1 2 0 0,-1 0 0 0,-3 2 0 0,1 10 0 0,-2 8 478 15,-3 6-227-15,-5 10-109 0,0 5-55 0,-3 6 199 16,-3 3-126-16,0 7-56 0,-7 12 333 0,1-1-202 15,0 1-101-15,-2 2-50 0,-2-1 88 0,2 1-61 16,0-3-43-16,0-4-160 0,3-6 63 0,6-10 31 16,-1-4-1-16,3-10-314 0,3 0 168 15,2-12 89-15,3-1 44 0,2-3-185 0,2-10 29 16,4 0-26-16,-2-4-274 0,5-2 218 16,0-2 108-16,0 0 55 0,3-2-366 0</inkml:trace>
  <inkml:trace contextRef="#ctx0" brushRef="#br0" timeOffset="67844.61">26885 7732 1396 0,'0'-25'0'0,"-2"12"0"0,2 5 0 0,0 1 0 0,0-1 0 0,0 1 0 0,6 1 0 0,1 1 479 16,0 1-224-16,6 0-111 0,4 2-55 0,-3 0 188 16,1 0-114-16,1 2-69 0,1 0-34 0,-1 0-28 15,-3 4 1-15,0 0 0 0,-2 0-111 0,3 3 52 16,-3-1 29-16,-1 0-475 16,1-1 253-16,0 1 125 0,-2-1 72 0</inkml:trace>
  <inkml:trace contextRef="#ctx0" brushRef="#br0" timeOffset="68008.17">26926 7939 1001 0,'0'0'0'0,"0"0"0"0,3 0 0 0,2 0 0 0,1 0 0 0,-3 0 182 0,3 0-79 15,3 0-34-15,3 0 336 0,2 0-185 0,4 0-94 16,0-3-39-16,2 3-116 0,2 0 30 0,-2 0 1 15,3 0 30-15</inkml:trace>
  <inkml:trace contextRef="#ctx0" brushRef="#br0" timeOffset="69287.19">27668 7849 623 0,'-2'0'0'0,"-2"0"0"0,3-3 0 0,-1 1 0 0,-2 0 0 0,0 0 0 0,3 2 0 0,-3-2 0 0,1 0 60 0,3 2-1 0,0 0-26 16,0 0 102-16,-2 0-56 0,2 0-22 0,0 0 64 15,0 0-44-15,0 0-14 0,0 0-8 0,0 0 23 16,0 0-23-16,0 0 0 0,2 0 45 0,1 0-25 15,4 0-9-15,-1 0-33 0,-1 0 26 0,4 0-1 16,-4 0-25-16,0 0 69 0,-2 0-39 0,4 0 1 16,-2 0-31-16,1 0 44 0,2 0-22 0,1 0 8 15,5 0-31-15,2 0 44 0,7 0-21 16,0 0-1-16,7 0 30 0,1-1-18 16,5-1-8-16,5-2-25 0,0 0 38 0,4-1-38 15,7-1 0-15,3 2 31 0,14-3-32 0,-2 3 1 16,6-1 0-16,16-1 26 0,-3 2-27 0,-10 1 9 15,21-1-8-15,-8 2-43 0,-11 2 22 0,7 0-1 16,7 0-52-16,-19 0 39 0,6 2 4 16,-4 2 1-16,-1-3-123 0,0 1 60 0,-6-2 37 15,-9 0-70-15,1 0 33 0,-4 0 28 16,-10 0 1-16,0-2-73 0,-16 1 44 0,-2-2-2 16,-5 2 4-16,-1-1 64 0,-9 1-12 0,-2-2-24 15,-3 1 28-15,-3 0-7 0,-2 0-17 0,-1 0-1 16,-1 0 6-16,-1 0-2 0,0 0 11 0,0-1-75 15,0 2 39-15,0-4 1 0,-8 3 31 0,-5 1-355 16,-1 1 168-16,-2 0 78 0,-8 3 50 0,2 8-376 16</inkml:trace>
  <inkml:trace contextRef="#ctx0" brushRef="#br0" timeOffset="69724.48">27850 8107 1109 0,'-7'-6'0'0,"-2"4"0"0,-2 2 0 0,1 0 0 0,-3 2 0 0,-9 14 0 0,4 6 0 0,-4 13 0 0,-1-1 165 0,4 9-66 0,5 1-33 0,1-1 153 16,12-6-85-16,1 5-55 0,0-5-23 16,12 1 5-16,11-1 0 0,2-6-28 15,2-7-68-15,6 4 31 0,-4-7-1 0,1-2 38 16,0 0-277-16,-5-3 139 0,-5-4 77 0,2-1-390 16,-5-1 206-16,-2-3 52 0,-3-5 67 0,-1-2-207 15,-3 0 125-15</inkml:trace>
  <inkml:trace contextRef="#ctx0" brushRef="#br0" timeOffset="70029.16">28138 8188 998 0,'2'-10'0'0,"0"6"0"15,-1-1 0-15,-1 3 0 0,0 2 0 0,-1 0 0 0,-11 7 0 0,-5 9 148 0,0 4-49 0,-3 3-37 0,-5 0 60 0,3 3-44 0,-5 0-22 16,2-2-1-16,2-2-73 0,0-2 21 0,4-7 0 15,1 0-9-15,1-2 38 0,2-3 1 0,6-5 8 16,3 1 30-16,2-2-38 0,1-2 0 16,3 0-1-16,0 0 68 0,8 0-25 15,15 0-9-15,2 0 20 0,5 0-26 0,3 0-1 16,1 0-26-16,2-2 31 0,-2 2-9 0,1 0-22 16,-3 0-1-16,-1 0-83 0,-2 0 42 0,-6 0 29 15,0 0-267-15,-2 0 127 0,-6 2 71 0,-2 0 17 16,-2 0-193-16,-2 0 85 0,-4 0 66 0,-1-2-347 15,-3 2 193-15,3-2 98 0,-4 0 49 0,0-2-173 16,0-6 114-16,-7-5 54 0</inkml:trace>
  <inkml:trace contextRef="#ctx0" brushRef="#br0" timeOffset="70188.78">28190 8221 704 0,'-9'-3'0'0,"0"1"0"0,2 2 0 0,-2 0 0 0,4 8 0 16,0 4 0-16,-1 6 0 0,1 5 0 0,1 2 282 0,1 2-124 0,0 1-55 0,-4 2 220 0,2 0-145 15,-3 2-73-15,-1 0 13 0,2-2-42 0,0-6-13 16,-2 6-9-16,2-9-119 0,2 0 49 0,0-1 25 16,2-3-1-16,3-5-357 0,0-3 187 15,0-3 98-15,0-5 48 0,3-1-590 0</inkml:trace>
  <inkml:trace contextRef="#ctx0" brushRef="#br0" timeOffset="70395.28">28282 8306 992 0,'14'-7'0'0,"0"1"0"0,7 3 0 0,-1-2 0 0,1 5 0 0,0 0 0 0,-1 0 0 0,0 8 279 0,-3 3-126 0,-4 6-61 15,-3 2 40-15,-5 1-50 0,-3 7-24 16,-2-5 7-16,0 5 0 0,-7-3 0 0,-11 1-32 16,-4 0-1-16,-5-2-79 0,2 0 47 0,-5-3-7 15,-2-1-63-15,2-4 51 0,-2-3 26 0,2-3 0 16,8-3-238-16,-2-3 119 0,3-3 30 0,4 0-110 15,9 0 59-15,-1 0 54 0,6-5-16 0,3-10-208 16</inkml:trace>
  <inkml:trace contextRef="#ctx0" brushRef="#br0" timeOffset="70604.87">28558 8246 1173 0,'2'-7'0'0,"-1"4"0"15,-1 2 0-15,0 1 0 0,-6 0 0 0,-12 7 0 0,-1 8 0 0,0 5 186 0,3 3-76 0,-1 2-39 0,6-4 250 0,-1 8-149 16,5-2-69-16,5 1 80 16,2-1-75-16,0-2-38 0,4-3 9 0,13 6-86 0,1-6 1 0,2-4 39 15,0-2-1-15,4-5-245 16,-5-2 131-16,2-3 53 0,-1-2-427 0,0-4 238 16,-1 0 54-16,-5 0 81 0,2-6-401 0,-3-5 229 15,-3-6 112-15</inkml:trace>
  <inkml:trace contextRef="#ctx0" brushRef="#br0" timeOffset="70867.13">28729 7959 920 0,'12'-8'0'0,"-2"4"0"0,3 4 0 0,4 0 0 0,-5 0 0 0,1 4 0 0,-3 5 0 0,-1 3 176 0,-1 2-76 0,-5 2-34 15,-1 1 90-15,-2 3-61 0,0 5-31 0,-5-6-56 16,-8 5 25-16,0-7 0 0,-1 2 0 0,-3-3-110 15,0-1 55-15,0-3 36 0,3-5-9 0,0 1-41 16,2-5 34-16,4 0-1 0,-1-2 1 0,6 1 48 16,1-2-3-16,1 0-57 15,1 0 91-15,0 0-40 0,1 0 1 0,13 0-20 16,4 0 53-16,7 0-14 0,1 0 0 0,-1 0-75 16,3 0 23-16,-6 0 24 0,8 2 2 0,-10 0-356 15,4 0 168-15,-5 2 75 0,0 1-423 0,1 1 222 16,-5 5 129-16</inkml:trace>
  <inkml:trace contextRef="#ctx0" brushRef="#br0" timeOffset="71057.13">28861 8377 537 0,'-9'2'0'0,"2"2"0"0,0 0 0 0,5-1 0 0,2 2 0 0,0-2 0 0,0 1 322 0,10 0-145 15,5 1-72-15,4-1 230 0,0 2-151 0,5-5-67 16,1 3-46-16,2-4 24 0,0 0-32 0,-7 0 1 15,5 0-145-15,-5 0-96 0,-2 0 102 0,-1 0 53 16,-5 0-399-16,0 0 223 0,-5 0 112 0,-1 0-230 16,-4 0 153-16,-2-5 17 15,0-9 56-15</inkml:trace>
  <inkml:trace contextRef="#ctx0" brushRef="#br0" timeOffset="71216.6">29129 8174 1624 0,'0'2'0'0,"-1"10"0"0,-3 3 0 0,-5 6 0 0,3 1 0 0,-4 4 0 0,2 2 0 0,-3 3 0 0,0-2 0 0,1 4 215 0,0-4-92 0,-2 2-44 15,2-3-13-15,0-2-33 0,2-1 8 0,-1-3-137 16,1 0 64-16,3-3 32 0,1-4 1 0,4-3-389 16,0-1 219-16,0-5 97 0,0-5 40 0</inkml:trace>
  <inkml:trace contextRef="#ctx0" brushRef="#br0" timeOffset="71408.12">29167 8250 1410 0,'5'0'0'0,"6"9"0"0,2 1 0 0,0-2 0 0,1 2 0 0,1 2 0 0,-3-3 0 0,1 3 0 15,1-1 0-15,-4 0 103 0,3 0-35 0,-3 0-50 0,-2-3 23 0,4 1-8 16,-5-1 0-16,1-2-264 0,0-3 132 0,-3-1 65 15,-2 0-393-15,3-2 220 0,-3 0 111 0,-1-2 57 16,0-8-264-16,-1-5 152 0</inkml:trace>
  <inkml:trace contextRef="#ctx0" brushRef="#br0" timeOffset="71596.62">29410 8188 783 0,'0'-6'0'0,"0"5"0"0,0 1 0 0,0 0 0 0,-3 5 0 0,0 10 0 0,-2 8 0 0,-2 4 0 0,-2 12 329 0,-5-2-148 0,-2 6-74 0,-6 2 203 15,3 2-142-15,-5 1-68 0,2 0-34 0,-5-2 50 16,4 2-41-16,-3-1-14 16,-3-1-61-16,1 2 33 0,-1-5 0 0,4-2-1 15,1-11-270-15,6-4 143 0,3-3 60 0,3-10-344 16,6-1 168-16,1-8 111 0,3-4-5 0,2 0-247 16,0-10 164-16,7-15 77 0,7-3 40 0</inkml:trace>
  <inkml:trace contextRef="#ctx0" brushRef="#br0" timeOffset="71859.9">29415 8182 1184 0,'21'-21'0'0,"-2"5"0"0,5 0 0 0,-1 4 0 0,-1-1 0 0,-5 6 0 0,0 4 0 0,-2 1 0 0,-5 0 148 0,-2 2-58 15,2 0-28-15,-7 7 38 0,-1 9-37 0,-2 0-1 16,-3 5-29-16,-10 0-87 0,-4 0 44 0,0-5 29 15,-5 7-39-15,2-5 27 0,5-4-1 0,-2 0 27 16,2 1-31-16,3-7 2 16,4 2 27-16,2-5 11 0,1 1 1 0,3-2-46 15,2-2 18-15,0 2 41 0,0-4-5 0,3 1-27 16,10-1-4-16,3 0-14 0,0 0 18 0,1 0 26 16,-1 0-174-16,2-1 75 0,0-1 36 0,-3 0 13 15,4 0-483-15,-3 1 205 0,1 1 132 0</inkml:trace>
  <inkml:trace contextRef="#ctx0" brushRef="#br0" timeOffset="72089.3">29723 8120 2103 0,'4'-5'0'0,"0"3"0"0,4 2 0 0,-2 0 0 0,2 0 0 0,1 7 0 0,-1 6 0 0,-1 10 0 0,1 2 0 0,-5 2 0 0,-1 7 0 0,0 0 0 0,-2 2 191 0,0 1-79 0,-4 1-39 15,-7-1 27-15,-4-1-38 0,-3 3 0 0,-3-3-56 0,-6-2 1 0,0 0 25 16,1-8 9-16,-9 6-169 0,7-11 81 0,-1-3 39 16,1-3 1-16,-2-3-300 15,4-5 172-15,-5-4 15 0,5-3-309 0,8 0 190 16,1-5 103-16,5-9 52 0,7-7-273 0,5-11 166 16,0-11 80-16,3-12-150 0</inkml:trace>
  <inkml:trace contextRef="#ctx0" brushRef="#br0" timeOffset="72346.75">29831 8002 1254 0,'11'-6'0'0,"6"0"0"0,1 5 0 0,3-2 0 0,-3 3 0 0,0 0 0 0,-5 0 0 0,4 0 0 0,-7 7 0 0,-5 4 118 0,1 4-42 0,-5 2-22 15,-1 4 52-15,-1 3-41 0,-13-1 0 0,-1 2-33 16,-4-2-30-16,-1 0 30 0,6-6 9 0,-4-1 29 15,2 1-37-15,2-3-1 0,4-4 1 0,4-3 61 16,3-1-23-16,1-3-8 16,2 1-55-16,0-2 0 0,8-2 24 0,9 0 9 15,5 0-47-15,0 0-1 0,3-2 40 0,5-4-114 16,-14 2 52-16,9 2 37 0,-4-1-6 0,-2 0-524 16,0 3 227-16,-7 0 137 0,1 0 19 0</inkml:trace>
  <inkml:trace contextRef="#ctx0" brushRef="#br0" timeOffset="72989.34">27621 7298 678 0,'0'-4'0'0,"0"1"0"0,0 2 0 0,0 1 0 0,0 0 0 0,3 0 0 0,10 0 0 0,11 0 237 0,-2 1-103 16,8 6-50-16,2-2 197 0,0 0-116 0,1 1-71 15,-3 2-30-15,-1-1 52 0,-9 0-41 0,1 2-22 16,-3-2 9-16,-6 1-128 0,-1-1 49 0,-3 1 25 16,0-2-288-16,-3-3 156 0,-3 1 87 0,1-2 30 15,1-2-223-15,-1 0 71 0,1 0 79 0,0 0-339 16</inkml:trace>
  <inkml:trace contextRef="#ctx0" brushRef="#br0" timeOffset="73191.31">28061 7156 408 0,'0'0'0'0,"0"0"0"0,-5 0 0 0,2 0 0 0,-2 5 0 0,-3 4 291 16,2 6-130-16,-3 6-64 0,2 3-24 0,0 4 244 15,-3 5-143-15,-2 9-70 0,-1-3 192 0,0-3-123 16,-1 10-74-16,0-7-33 0,3-5 32 0,-1 1-32 15,2 1-1-15,2-6-128 0,0 0 43 16,0-3 27-16,3-8-1 0,-2 3-317 16,3-6 172-16,0-5 94 0,-1-5 35 0,5 0-503 15,0-4 249-15,0-2 65 0,0-2-167 0,5-10 159 16</inkml:trace>
  <inkml:trace contextRef="#ctx0" brushRef="#br0" timeOffset="73467.57">28128 7093 722 0,'7'-8'0'0,"5"5"0"0,1 3 0 0,-1 0 0 0,1 0 0 0,2 0 92 0,-2 0-29 15,1 4 0-15,-2 6 185 0,1 2-108 0,-3 0-45 16,-1 1-35-16,-3 0 0 0,-4 0 1 0,-1 2-28 16,-1 0-80-16,0-2 48 0,-1 2-8 0,-11-2 40 15,-3 0-68-15,-1-3 33 0,0-1 1 0,0 0 20 16,0-2-27-16,2-4 37 0,5 1-49 0,0-3 85 15,4 1-26-15,2-2-25 0,2 0-17 16,0 0 164-16,1 0-62 0,0 0-38 16,7 0-22-16,10 0 1 0,7 0-6 0,2-2-40 15,2-5-1-15,1-1 40 0,1 2 0 0,-5 1-302 16,7 2 137-16,-3-1 74 0,-9 2 21 0,3 2-216 16,-3 0 93-16,-1 0 69 0,-9 6-379 0</inkml:trace>
  <inkml:trace contextRef="#ctx0" brushRef="#br0" timeOffset="73627.17">28305 7446 904 0,'-21'11'0'0,"6"-1"0"0,5-3 0 0,1 1 0 0,6-4 0 0,-1 1 0 0,4-3 0 0,0 1 147 16,5 2-57-16,11-4-29 0,4 1 190 0,5-2-109 16,1 0-47-16,6 0-104 0,0 0 21 0,3-2 0 15,-1-1 21-15,3-5-395 0,-4 1 205 0,-1-1 91 16,0 0 49-16,-5 1-182 0,0-2 54 0</inkml:trace>
  <inkml:trace contextRef="#ctx0" brushRef="#br0" timeOffset="73889.56">28970 7146 807 0,'2'0'0'0,"1"0"0"0,0 5 0 16,-3 5 0-16,0 3 0 0,0 2 0 0,-11 2 0 0,-6 1 0 0,-3 3 207 0,-2-1-87 0,-4 1-44 0,-1-1-21 0,1-4 64 15,4-3-35-15,-2 0-29 0,3-4 16 0,1-1 0 16,7-5-38-16,5 1 0 16,1-1 67-16,3-3-37 0,3 0 0 0,1 0-30 15,0 0 47-15,12 0-23 0,9 0 7 0,9 0-68 16,2-4 37-16,3 0 0 0,1-2-1 0,1 5-91 16,-1-3 54-16,-1 2 14 15,-1 0-251-15,-4 1 121 0,-8 1 67 0,0 0 15 0,-1 0-153 0,-5 0 66 16,-3 0 56-16,-3 0-15 0,-3 0-248 15,-4 0 150-15,-1 0 67 0,-2 0-176 0</inkml:trace>
  <inkml:trace contextRef="#ctx0" brushRef="#br0" timeOffset="74065.09">29045 7153 809 0,'-11'8'0'0,"4"3"0"0,-2 3 0 0,0 4 0 0,0 2 0 0,-3 1 0 0,4 2 0 0,0 3 359 0,-3 0-163 15,0 2-73-15,3 2 185 0,-4-1-138 0,-1 0-68 0,4 2-40 16,-1-3 1-16,3-3-22 16,2 4-8-16,2-8-304 0,3 2 151 0,0-5 77 15,0-3 38-15,3-3-453 0,6-1 241 0,3-9 65 16</inkml:trace>
  <inkml:trace contextRef="#ctx0" brushRef="#br0" timeOffset="74277.57">29151 7298 819 0,'20'0'0'0,"8"0"0"0,-4 0 0 0,6 0 0 0,-5 0 0 0,-7 8 0 0,1 4 0 0,-4 3 152 0,-3-1-52 0,-4 2-37 0,-3 3 122 16,-3 2-76-16,-2 0-39 0,0 1 1 0,-12-4 26 16,-7 3-36-16,0-4 0 0,-5 1-28 0,-1-6-30 15,1 2 0-15,6-7 38 0,-10 2-152 0,7-4 72 16,-2-2 36-16,5-1-1 0,1-2-283 15,7 0 132-15,2 0 49 0,6 0-96 0,2-2 57 0,2-10 58 16,18-3 29-16</inkml:trace>
  <inkml:trace contextRef="#ctx0" brushRef="#br0" timeOffset="74464.77">29469 7306 1019 0,'0'0'0'0,"0"0"0"0,0 0 0 0,0 0 0 0,-2 0 0 0,-4 0 0 0,-6 7 0 0,-1 8 0 0,-1 4 251 0,2 1-110 0,-1 6-53 0,1 1-28 16,4-3 176-16,0 8-106 16,2-4-48-16,6-1-20 0,0-1 1 0,0-2-31 15,4-3 9-15,4 1-137 0,5-3 64 0,5-4 33 16,-1-2-315-16,7-5 173 0,-4-2 93 16,4-6 37-16,-3 0-540 0,4-3 262 0</inkml:trace>
  <inkml:trace contextRef="#ctx0" brushRef="#br0" timeOffset="74725.09">29730 7189 998 0,'12'-4'0'0,"4"2"0"0,1 2 0 0,0 0 0 0,-2 0 0 0,0 0 0 15,-1 0 0-15,-5 7 0 0,-2 3 0 0,0 3 154 0,-5 0-52 0,-2 2-39 0,0 2 37 0,-9 3-33 16,-7-2-1-16,-3-3-7 0,3-2-18 0,-5-2-9 15,-1 1 1-15,3-3 72 16,0-2-37-16,6-2 1 0,2-1-28 0,3-1 73 16,3-1-40-16,4-2 0 0,1 1-26 0,0 2-15 15,9 0 8-15,15-1-8 0,6 0-40 0,10 0-1 16,-6-1 41-16,11 1 0 0,-10 2-215 0,5-2 104 16,-2 2 47-16,-2 1-536 0,-2 1 258 0,-4 2 145 15</inkml:trace>
  <inkml:trace contextRef="#ctx0" brushRef="#br0" timeOffset="74970.47">30088 8749 1547 0,'0'-7'0'0,"0"3"0"0,10 3 0 0,7-2 0 0,-2 0 0 0,-3-3 0 0,-4-1 0 0,-1 1 573 16,-2 0-270-16,-4-3-127 0,5-1-76 0,-4 0-117 16,-1 4 25-16,-1-2-1 0,0 6-890 0</inkml:trace>
  <inkml:trace contextRef="#ctx0" brushRef="#br0" timeOffset="85499.12">9620 8881 652 0,'-7'-13'0'0,"2"3"0"0,3 6 0 0,0 1 0 0,2 1 0 0,-2-1 0 0,2 2 325 0,0-1-138 0,-2 1-81 16,2 1-37-16,0 0 142 0,0 0-89 0,0 0-45 15,2 3-14-15,7 6 8 0,2 3-1 0,1 3 14 16,1 4-26-16,0 3 1 0,-3 4-18 0,0 5 32 15,-1-2 1-15,-2 7-42 0,-2 0 1 0,-1-1 1 16,-1 5 7-16,-2 5-8 16,1-3 0-16,-2-4-17 0,0 4 17 0,0-8 0 0,0 3-48 15,0-1 20-15,0-4 0 0,0-3 28 16,0 0-136-16,0-6 63 0,1-2 25 0,1-5-197 16,-2-2 98-16,0-5 56 0,0-1 12 0,0-7-131 15,0 1 55-15,0-2 51 0,0 0-7 0,0-6-253 16,0-14 149-16,0-4 75 0</inkml:trace>
  <inkml:trace contextRef="#ctx0" brushRef="#br0" timeOffset="85737.71">9647 8946 1069 0,'-2'-4'0'0,"2"1"0"0,0-1 0 0,0 1 0 0,0-3 0 0,9 2 425 0,7 0-196 0,9 1-98 16,-1 1-49-16,-2 2 199 0,8 0-129 0,-4 0-59 15,1 11-30-15,-2 2 9 0,-6 2 0 0,-3 2-31 16,0 6-8-16,-6-1-39 0,-3 1 0 0,-5 1 39 16,0 0-59-16,-2-1 37 0,0 3-7 0,-11-3-36 15,-2-3 32-15,-2-3 1 0,-2-1 32 0,1-4-171 16,-4 0 57-16,2-4 45 16,1-3 0-16,2-1-148 0,3-2 72 0,3 0 47 15,4-2-414-15,1 0 223 0,4 0 112 0,0 2-387 16</inkml:trace>
  <inkml:trace contextRef="#ctx0" brushRef="#br0" timeOffset="85918.11">10071 9408 1195 0,'0'5'0'0,"0"1"0"0,2-1 0 0,-2-1 0 0,0 3 0 0,0-2 0 0,0 7 463 16,0-3-215-16,-2 4-99 0,-1 2-63 0,-3 4 23 15,-2-2-38-15,3 1 0 0,-3 2-162 0,3-4 70 16,-2-2 22-16,3-2-424 0,-1-4 228 0,2 0 114 16,1-5 56-16</inkml:trace>
  <inkml:trace contextRef="#ctx0" brushRef="#br0" timeOffset="86256.32">10410 9077 1479 0,'0'0'0'0,"0"12"0"0,0 4 0 0,-4 4 0 0,-1 4 0 0,-1 4 0 0,-2 7 0 0,2-2 0 0,3 1 422 0,-1 4-195 0,2-3-97 16,2-3-48-16,0 0 78 0,2-8-55 0,11 1-158 15,1-8 43-15,0 0 21 16,3-6 1-16,3-3-43 0,0-7 40 0,1-1-8 0,-1 0 32 15,-1-1-1-15,-2-12-142 0,-2-5 71 0,-4-2 44 0,0-5-137 16,-1-1 67-16,-5-2-5 0,-1-4 88 16,-3-2-46-16,1 0 7 0,-2-9-12 0,0 4 11 15,0-7 10-15,0-2-4 0,0-3-97 16,0 0 43-16,-5 4 30 0,-1 11 0 0,1 3-16 16,-2 10-1-16,-2 5 32 0,2 8-2 0,-4 3-65 15,-1 7 31-15,0 0-188 16,-1 17 108-16,-3 7 55 0,4 6-361 15,-2 9 212-15</inkml:trace>
  <inkml:trace contextRef="#ctx0" brushRef="#br0" timeOffset="86486.11">10236 9465 1262 0,'-9'0'0'0,"6"0"0"0,1 0 0 0,2-2 0 0,0-9 0 0,7-10 0 0,12 0 263 0,6-3-115 0,7-4 200 16,-4 6-150-16,8-4-86 0,-6 6-40 15,2 5 0-15,-2 6 115 0,-9 7-68 0,4 0-48 0,-4 2-17 16,-3 2 1 0,1 13-22-16,-3 3 45 0,-1 3-14 0,-3 5-8 15,0 2-24-15,1-3 1 0,1-1 0 0,0-1-43 16,2-7 29-16,4 5-8 0,4-9-67 0,3-2 44 16,3-7 22-16,3-1-523 0,1-2 256 0,0 0 103 15,0-5-597-15,-1-9 360 0,-1-1 179 0</inkml:trace>
  <inkml:trace contextRef="#ctx0" brushRef="#br0" timeOffset="86687.59">10951 9040 728 0,'-14'0'201'0,"9"0"-101"0,3 2-50 0,2-2 158 15,0 0-87-15,5 0-45 0,16 0-21 0,8-2 466 16,4 1-236-16,5-5-130 0,-1 2 119 0,2 2-120 0,0 1-61 15,-2 1-30-15,-2 0-68 0,1 0-160 16,-6 0 99-16,-2 0 49 16,1 0-423-16,-7 0 236 0,-2 0 126 0,1 0-577 0,-5 0 322 15,-7 0 117-15,0 0-95 0,-5-2 139 0</inkml:trace>
  <inkml:trace contextRef="#ctx0" brushRef="#br0" timeOffset="86865.17">11296 8720 655 0,'-10'-2'0'0,"5"2"0"0,-1 0 0 0,1 2 0 0,1 10 22 0,-1 9 399 0,1 4-195 0,-4 4-96 16,-1 7 419-16,-4 11-262 0,-4 2-127 0,-2 4-63 0,-5 7 290 15,1-12-169 1,-7 15-97-16,2-9-44 0,-2 0-23 16,1 1 1-16,1 0-463 0,4-11 228 0,0 3 102 0,3-6 56 15,7-11-314-15,5-7 185 0,4-10 92 0,5-3-756 16,0-10 392-16,0-2 195 0</inkml:trace>
  <inkml:trace contextRef="#ctx0" brushRef="#br0" timeOffset="87140.43">11084 9249 1875 0,'9'0'0'15,"7"0"0"-15,-5 11 0 0,-2 0 0 0,-3 3 0 0,0 4 0 0,-5 5 0 0,1-1 0 0,-2 1 113 0,0 5-45 0,0-2 11 0,0-5-23 0,0 1 0 0,0-1-429 0,0-4 211 16,0-5 93-16,0-5 51 0,0-1 26 0,0-5-271 0,0-1 143 15,0-1 75-15,0-12 31 0,0-6-509 16,0-2 245-16,0-1 122 0,0-1 23 0,0 2 62 16,0 1 71-16,0 3 0 15,2 2 85-15,0 5-60 0,3 0-29 0,1 6-8 0,4-4 388 16,-1 4-205-16,4 2-83 0,2 0 389 16,3 0-204-16,1 1-111 0,1-2-69 0,0 2 59 15,1 1-59-15,-2 0-30 0,-1 0-64 16,-1 0 41-16,-2 0-7 0,-1 0 0 15,-4 1-439-15,0 3 220 0,-4 0 109 0,-1 0 63 0,-3-2-583 0</inkml:trace>
  <inkml:trace contextRef="#ctx0" brushRef="#br0" timeOffset="87381.79">11309 9157 1069 0,'-2'-2'0'0,"2"2"0"0,0 0 0 0,0 3 0 0,0 13 0 0,2 0 0 0,4 9 160 0,-5-1-65 0,2 5-30 0,-3 3 7 15,0 0 8-15,-4 3-47 0,-6-1-1 0,0 0 1 0,-4-2-114 16,-3-4 57-16,4-8 37 0,-7 5-79 16,4-12 50-16,3 0 24 0,2-5 0 0,1-3 114 15,3-1-36-15,4-4-31 16,-1 2 212-16,4-2-117 0,0 0-59 0,0 0-29 0,0 0 54 16,9 0-45-16,6 0-1 0,4 0-37 0,5 0 117 15,1 0-59-15,-3 0-20 0,10 0-246 16,-2 0 103-16,0 0 53 0,0 0 26 0,2 0-689 15,-2 0 334-15</inkml:trace>
  <inkml:trace contextRef="#ctx0" brushRef="#br0" timeOffset="87677.17">11773 8740 1055 0,'-2'-30'364'0,"0"19"-182"0,2 9-91 0,9 0-41 15,9 0-24-15,-1-6 0 0,1 5-25 0,5-3 320 16,2 2-145-16,3 1-71 0,0-1-33 15,10 0-59-15,6 0 20 0,-2 1 0 16,-6 1-202-16,1 2 101 0,-3 0 50 0,-10 0 34 0,3 0-549 16,-7 0 265-16,-1 0 131 0,-10 0 67 0</inkml:trace>
  <inkml:trace contextRef="#ctx0" brushRef="#br0" timeOffset="87861.85">11798 8699 675 0,'-11'1'174'0,"5"11"-87"0,6 5-43 16,0 3 841-16,0 3-819 0,4 5-34 0,5 11 1 0,0 4 0 16,-4 2 336-1,4 3-169-15,-7-5-75 0,1 13-50 0,-1-5-21 0,-2 3 6 16,0-1 1-16,-2 3-29 0,-10 2-305 0,0 8 148 16,-3-4 79-16,-2-2-467 15,6-13 273-15,1-9 136 0,2-6 77 0,1-8-623 16,2-12 308-16</inkml:trace>
  <inkml:trace contextRef="#ctx0" brushRef="#br0" timeOffset="88090.34">12049 8760 1089 0,'0'-3'-5'0,"0"3"-1"0,0 0 1 0,-9 0 270 15,-8 9-115-15,-7 6-51 0,-1 2-37 0,-1 4 229 16,1 3-129-16,-1 1-64 0,4-1-33 0,5-3 123 15,-2 8-82-15,8-6-36 0,5-2-1 0,3 3-7 16,3 1 0-16,0-3-21 0,1 4-8 0,7-1-3 16,4-1 3-1,0-3 0-15,-1-2 8 0,1 2-105 0,-1-2 49 16,-2-3 23-16,-2-1 1 0,2 0 24 0,-4-4 8 0,0-1-1123 16,-1-2 525-16,0-5 261 0,-2-3 133 0</inkml:trace>
  <inkml:trace contextRef="#ctx0" brushRef="#br0" timeOffset="88312.8">11893 8933 722 0,'0'-3'0'15,"0"0"0"-15,0 2 0 0,4 1 0 0,6 0 0 0,3 0 423 16,4 0-195-16,5 0-98 0,1 0-48 0,-1 0 155 16,7 0-106-16,-6 0-50 0,0 0-23 0,2 0 3 0,-2 6 1 15,-3-1-21-15,-3 1-8 0,0 1-18 16,-4 3 18-16,-4 1 0 0,1 3 0 0,-4-2 52 15,-5 5-30-15,-1 0 0 0,0 0-22 0,0 0-15 16,0 1 15-16,0-1-98 0,-1-2-154 0,-1 1 110 16,0-4-226-16,0-2 154 0,-1 0 90 0,3-2 19 15,-1-2-523-15,-3-2 281 0</inkml:trace>
  <inkml:trace contextRef="#ctx0" brushRef="#br0" timeOffset="88477.51">11932 9029 1111 0,'-18'2'0'0,"5"0"0"0,3 4 0 0,5-5 0 0,1 1 0 0,4 0 410 16,0 1-189-16,8-3-94 0,13 0-47 0,3 0 170 15,3 0-100-15,4 0-63 0,0 0-27 0,4-3-363 16,-3 1 168-16,-2 0 83 0,-8-1 51 0,3 1-280 16,-4 2 157-16,-5 0 78 0,-6 0-647 15</inkml:trace>
  <inkml:trace contextRef="#ctx0" brushRef="#br0" timeOffset="88615.86">11976 9183 1266 0,'-15'7'0'0,"7"-1"0"0,1-2 0 0,5-2 0 0,2 0 0 0,0-2 0 0,8 0 198 0,9 0-83 0,3 0-33 0,6 0-28 0,1 0 109 16,-1-2-66-16,1 0-31 0,-4-1-375 0,-2 2 180 15,-2 1 76-15,-2 0 43 0,-2 0-537 0,-9 0 276 16</inkml:trace>
  <inkml:trace contextRef="#ctx0" brushRef="#br0" timeOffset="88896.25">12076 9206 569 0,'-6'-2'41'0,"1"0"-8"0,1 2 0 0,2 0 126 16,-1 0-55-16,3 4-39 0,0 7 322 16,0 6-177-16,3 0-89 0,4 4-43 0,-1 2 277 15,1 6-165-15,0-1-79 0,-2 1-39 0,-1 0-14 16,-2 0 0-16,-1-5-17 0,-1 0-9 0,0-1-133 15,0-2 66-15,0-9 34 0,0-2 0 0,-5-2-213 16,-3-5 119-16,0-3 64 0,-1 0 32 0,-3-1-149 16,3-13 85-16,-2-4-271 15,-1-7 157-15,2 2 62 0,-1-3-6 16,-1 2 44-16,3 3 22 0,0 1-8 0,0 6 199 0,2 3-85 16,2 4-42-16,-1 1-21 0,2 4 1 0,-1 2 215 15,-3 4-109-15,2 11-63 0,-1 7-31 0,-2 1 20 0,3-2 137 16,-2 7-75-16,3-3 23 0,3-5-167 15,2 1 62-15,0-3-1 0,0-4 41 16,2-1-571-16</inkml:trace>
  <inkml:trace contextRef="#ctx0" brushRef="#br0" timeOffset="89035.01">12220 9339 904 0,'10'1'0'0,"5"11"0"0,-6-1 0 0,0 1 0 0,-1-1 0 0,-2 2 401 15,-1 0-183-15,1 0-93 0,1-1-205 0,-3-3 64 16,4 5 21-16,1-7-1 0,0-2-245 0,3-1 127 16</inkml:trace>
  <inkml:trace contextRef="#ctx0" brushRef="#br0" timeOffset="89352.99">12649 8504 2359 0,'-4'6'0'0,"4"6"0"0,0 8 0 0,-2 1 0 0,-6 2 0 0,1 5 0 0,-2 0 0 0,0 2 254 0,0 1-111 0,0-3-56 16,2-6-18-16,1 4-9 0,0-1-28 0,2-5 1 16,1-1-380-16,3-8 189 0,-2-3 104 0,2-2-508 15,0-6 294-15,0 0 146 0,0-2-325 16,4-11 210-16,1-4 85 0,1-2 63 0,2 0 65 15,-1 0-9-15,2 3 0 0,1-2 148 0,3 4-83 16,0 1-28-16,2-1 0 0,3 5 399 16,2 1-218-16,-1 3-117 0,1-1-47 0,1 2 428 0,2 3-171 15,-3-1-48-15,1 0-92 16,-4 0-45-16,1 2-34 0,-2 0 0 0,-6 0-407 0,1 0 190 0,-1 0 96 16,-4 0-286-16,-2 4 187 0,-3 1 97 0,-1 4-670 15</inkml:trace>
  <inkml:trace contextRef="#ctx0" brushRef="#br0" timeOffset="89504.58">12513 8904 1193 0,'-13'14'0'0,"6"1"0"0,3 0 0 0,1 0 0 0,3-2 0 0,0 1 0 0,0-1 0 0,3 0 57 0,3-2 225 0,3 1-129 0,2-3-60 15,-1-1-281-15,1-1 110 0,-4-2 55 0,3-1-529 16,-3-2 282-16,-1 0 144 0</inkml:trace>
  <inkml:trace contextRef="#ctx0" brushRef="#br0" timeOffset="89785.07">12467 8948 1845 0,'-12'-9'0'0,"6"5"0"0,3 1 0 0,3-3 0 0,0 2 0 0,0 0 0 0,7 3 77 0,10-1-22 0,6 0 8 0,7 0 98 15,2 2-63-15,3 0-34 0,3 0 1 0,-1 2-32 0,-1 3 44 0,-4 4-44 16,-4 1-1-16,-9-3 1 0,2 7-217 15,-6-3 108-15,-6 2 63 16,-3 0-266-16,-4 0 157 0,-2 0 76 0,-7 1-144 0,-11 1 94 0,-1-4 8 16,-9 2 42-16,0-4-2 15,0 0 15-15,-2-2 0 0,4-1 0 0,3-5 243 0,2-1-118 16,5 0-62-16,4 0 380 0,3 0-188 16,3 0-108-16,4 0-11 0,2 0 229 0,0 0-150 15,4-1-74-15,11-4-41 0,4 4 8 16,7-1-43-16,-1-2 1 0,1 3-55 0,-6 1 27 0,5 0 0 0,-2 0-373 15,-3 0 197-15,-3 0 101 0,-2 3-726 16,-4 5 389-16,-3 1 164 0</inkml:trace>
  <inkml:trace contextRef="#ctx0" brushRef="#br0" timeOffset="89941.65">12507 9297 718 0,'-21'9'208'0,"12"-4"-88"0,2 1-44 0,4-1 246 15,-1-1-145-15,4-2-64 0,0 2-44 0,0 1 303 16,0 1-170-16,2-1-85 0,3 1-42 0,1 1-54 16,3 3 12-16,-1-3 0 0,-1-3-592 0,0 2 296 15,3-1 148-15,0-3-593 16,1 0 359-16</inkml:trace>
  <inkml:trace contextRef="#ctx0" brushRef="#br0" timeOffset="90081.28">12628 9307 1482 0,'-4'0'0'0,"1"0"0"0,1 0 0 0,0 0 0 0,0 4 0 0,2 2 0 0,0 1 0 0,0 1 0 0,0 0 522 16,6 2-249-16,1 0-120 0,2 1 143 15,-1-1-131-15,1-1-67 0,-2-2-24 0,4 0-381 16,-1-1 170-16,1 0 85 0,1-4-350 16,3-1 218-16,-2 1 116 0</inkml:trace>
  <inkml:trace contextRef="#ctx0" brushRef="#br0" timeOffset="90222.93">12847 9328 1021 0,'2'-8'0'0,"0"2"0"0,0 5 0 0,0-1 0 0,-2 1 0 0,0-2 362 0,0 3-164 0,0 0-83 15,0 0 289-15,0 0-190 0,1 6-90 16,4 3-173-16,-1 5 40 0,-1 0 1 16,3-1 49-16,1 2-738 0,5-5 364 0,-1-1 182 0</inkml:trace>
  <inkml:trace contextRef="#ctx0" brushRef="#br0" timeOffset="90359.53">13159 9311 1882 0,'2'3'0'0,"2"3"0"0,4 3 0 0,-5-2 0 0,3 0 0 0,-1 0 0 0,1 1 0 0,0 1 220 0,0-4 35 0,-1 4-103 16,-1-4-64-16,1 1-27 0,2-3-677 0,2 1 324 15,-2 4 162-15</inkml:trace>
  <inkml:trace contextRef="#ctx0" brushRef="#br0" timeOffset="91057.03">13573 8798 1542 0,'-4'0'0'0,"0"0"0"0,2 0 0 0,2 0 0 0,0 0 0 0,0 0 0 0,2 0 0 0,10 2 0 0,6-2 162 0,8 0-56 0,4 0 288 15,10-4-181-15,0-9-90 0,1 0-46 0,2 0 103 16,-7 1-66-16,1-1-44 0,-1 2-1 15,-4 0-139-15,-6 4 52 0,-3-1 25 0,-3 2 8 16,-1 0-326-16,-3 5 172 0,-7-1 86 0,-2-1-239 16,-3 3 92-16,-3 0 106 0,-1 5-57 15,0 5 66-15,-5 2-32 0</inkml:trace>
  <inkml:trace contextRef="#ctx0" brushRef="#br0" timeOffset="91239.55">13740 8910 907 0,'-32'12'0'0,"7"-2"0"0,3 1 0 0,7-2 0 0,6-3 0 0,1-3 0 0,4-1 356 0,4 0-154 0,0-2-88 16,8 0-41-16,14 0 278 16,4 0-159-16,6-2-79 0,7-5-32 0,5-3 173 0,-5-1-111 15,-3 3-55-15,0 1-146 0,-4 2 45 16,-8 1 31-16,2 3-193 0,-3-2 104 0,-4 3 52 16,-8 0 26-16,-2 0-530 0,0 0 282 0,-8 6 51 15,1-2 95-15,-2-1-490 0,0-1 276 0</inkml:trace>
  <inkml:trace contextRef="#ctx0" brushRef="#br0" timeOffset="91424.05">13883 8763 1671 0,'-4'0'0'0,"0"0"0"0,0 0 0 0,2 5 0 0,0 10 0 0,0 4 0 0,1 5 0 0,-3 4 0 0,0 5 0 0,-3 2 240 0,-3 4-96 0,-3 8 145 15,-1-3-129-15,2 1-63 0,-5-4-32 0,4-3-62 16,0 1 30-16,-1-3 0 0,3-2 0 0,2-6-249 15,3-8 124-15,2-5 71 0,1-3 22 16,3-7-487-16,0-5 202 0,0 0 147 16,9-15-414-16,4-11 250 0,7-8 139 0,-6-1-114 15</inkml:trace>
  <inkml:trace contextRef="#ctx0" brushRef="#br0" timeOffset="91607.56">13832 9080 952 0,'1'-8'0'0,"1"4"0"0,0 3 0 0,0 1 0 0,-2 4 0 0,2 10 0 0,1 9 0 0,0 3 539 0,3 3-244 16,-1 2-136-1,4 3 388-15,1 0-257 0,3-2-129 0,3 0 179 0,-2-4-145 0,5-3-86 0,1-3-38 16,3-5 9-16,0-4-24 16,1-2 0-16,0-7-15 0,6-2-155 15,-2-2 74-15,-1 0 36 0,-3-8-313 0,1-7 175 0,-7 2 96 16,7-7 35-16,-6 0 22 0,-1-2-664 16,0 0 315-16,-4-3-409 0,2-3 348 0,-2-4 188 15,2-11-166-15</inkml:trace>
  <inkml:trace contextRef="#ctx0" brushRef="#br0" timeOffset="91743.2">14594 8347 1467 0,'6'-1'0'0,"-1"1"0"0,-1 0 0 0,1 0 0 0,-2 7 0 0,-1 3 258 0,0-1-116 0,-2 2-55 0,0 1-27 16,2-1 174-16,-2 2-101 0,0 2-41 0,0 0-35 15,0 5 1-15,0-4-400 0,0 2 187 0,-2-2 94 0,-2 0-585 16,-2-3 335-16</inkml:trace>
  <inkml:trace contextRef="#ctx0" brushRef="#br0" timeOffset="91914.74">14469 8677 1277 0,'-12'12'0'0,"5"2"0"0,-1 1 0 0,1-4 0 0,2-2 0 0,0 0 139 0,1 2-45 15,2-3-34-15,2 2 120 0,0-3-73 0,0-1-45 0,0-1 0 16,0 1-21-16,2-2-8 0,4-1-419 0,0-3 210 0,3 0 104 0,0 0-442 15,0-3 245-15,0-3 129 0,-2-3 62 16,-3-2 32-16,-3-1-158 16</inkml:trace>
  <inkml:trace contextRef="#ctx0" brushRef="#br0" timeOffset="92204.54">14469 8674 897 0,'-9'-14'0'0,"2"2"0"0,2-1 0 0,1 3 0 0,2 3 0 0,2 1 0 0,0-2 0 0,2 3 0 0,14 1 273 15,4-1-120-15,4 1-61 0,4-1 159 0,3 3-109 16,-1-2-46-16,2 1-36 0,-1 3-49 0,0 0 22 0,-1 0 0 0,-2 0-76 15,-4 0 47-15,0 4-9 0,-1 4-195 16,-4-2 117-16,-3-1 58 16,-2 1 29-16,-5 0-220 0,-3-3 87 0,-3 1 64 15,-1 0-13-15,-2-1 13 0,0 1 7 0,-2 2-8 16,-12 0 33-16,-4 1 1 0,-3 3 87 0,-2 1-44 16,0 0 56-16,2 2-57 0,-7 2-18 15,8 1 0-15,-3 1 21 0,7-5 168 16,-2 3-69-16,9-5-55 0,-1 1 140 0,6-3-87 0,4-3-21 0,0 1-21 15,0 0 0-15,11-3-27 0,3-3-8 16,5 0-55-16,1 0 28 0,1 0 0 0,2-3-153 16,-3-3 97-16,-1-2 29 0,-1 5-133 15,-4 0 74-15,-3 2 46 0,-1 1-382 16,-3 0 198-16,-1 0 83 0,-3 0 51 0,-1 7-271 0</inkml:trace>
  <inkml:trace contextRef="#ctx0" brushRef="#br0" timeOffset="92474.37">14779 8826 558 0,'0'0'0'0,"-6"2"0"0,1 6 0 0,-4 5 0 0,0 0 0 0,2 4 316 0,-1-1-43 16,0 2-121-16,1 1-59 0,2-1-30 16,1-1 8-16,-2 2-39 0,4-4 39 0,0-2-39 15,2-1 1-15,0-3-146 16,0-4 81-16,0-1 28 0,0-1 0 0,0-2-98 0,0-1 67 0,0 0 33 15,0 0-64-15,2 0 40 16,4 0 0-16,2-4 0 0,2-1 117 0,2-1-46 16,-3 0-22-16,4-2 55 0,1 3-43 15,0 1 1-15,0-1-27 0,1-1 88 0,-2-1-26 0,0 1-8 16,0 2-155-16,-3-2 57 0,-1 2 39 0,0 3-1 0,-1-3-458 16,-2 2 221-16,-3 0 117 0,-1 2-333 15</inkml:trace>
  <inkml:trace contextRef="#ctx0" brushRef="#br0" timeOffset="92661.62">14596 8910 1583 0,'-2'3'0'0,"2"6"0"0,0 1 0 0,0 1 0 0,-3 2 0 0,1 3 0 0,-2 7 0 0,0 1 0 0,-4 1 289 0,-1 3-120 0,0 5-72 0,-4-1 250 0,0 2-157 16,-1-3-78-16,0 1-40 0,-2 0-204 15,2-4 79-15,3-2 43 16,1-7-523-16,2-2 284 0,5-6 140 0,1-6 79 0,2-2-322 16</inkml:trace>
  <inkml:trace contextRef="#ctx0" brushRef="#br0" timeOffset="92835.16">14461 9131 1426 0,'0'0'0'0,"0"1"0"0,8 9 0 0,3-3 0 0,2 2 0 0,6 4 0 0,5-3 143 0,4 3-47 0,6 3-36 0,0-4 510 16,7 5-268-16,-1 1-135 0,-3-3 155 16,-3 1-136-16,3 2-81 0,4 0-36 0,-10-3-318 15,5 0 141-15,-2 0 70 0,1-2 44 0,-1-2-627 0,-2 0 327 16,0-2 163-16,-2-1-296 0,0-1 219 16,-6-7-20-16</inkml:trace>
  <inkml:trace contextRef="#ctx0" brushRef="#br0" timeOffset="93044.62">15625 8669 1966 0,'7'-8'0'0,"0"7"0"0,0 1 0 0,-1 0 0 0,-3 3 0 0,-1 14 0 0,0 7 0 0,-2 6 471 16,-6 12-223-16,-10 1-107 0,-5 4-55 0,-2 2 87 15,0 1-71-15,-6-1-26 0,1 2-8 0,0-6-142 16,-2 0 53-16,-2 0 28 15,0-2-292-15,0-1 168 0,-3-5 70 0,-2-5-551 0,2-4 276 16,4-9 166-16,3-8-14 0,2-5-348 16,6-6 243-16,-3 0 121 0</inkml:trace>
  <inkml:trace contextRef="#ctx0" brushRef="#br0" timeOffset="93210.33">14984 8858 598 0,'-3'-13'135'0,"3"6"-67"0,0 1-35 16,3 4 438-16,15 2-219 0,6 0-101 15,12 15-64-15,1 8-26 0,7 3 243 16,1 6-135-16,6 9-68 0,-10-9-26 0,12 11 396 16,-12-11-219-16,2 4-110 0,-2-1-138 15,-1-3 29-15,-9-3 8 0,5 4-507 0,-10-8 250 16,1 3 124-16,-6-2 63 0,-3-4-662 0,-4-4 311 0,-3-4 192 16,-6-4-19-16</inkml:trace>
  <inkml:trace contextRef="#ctx0" brushRef="#br0" timeOffset="93366.9">15271 8751 1184 0,'0'-6'0'0,"1"5"0"0,10 1 0 0,3 0 0 0,2 0 0 0,2 3 363 16,5 8-164-16,-2 3-84 0,8 3-41 0,-1 1 29 0,4 5-92 15,3 4-7-15,-3 1 29 16,2 4-768-16</inkml:trace>
  <inkml:trace contextRef="#ctx0" brushRef="#br0" timeOffset="93505.54">16032 9344 1444 0,'-3'0'0'0,"3"0"0"0,0 0 0 0,0 0 0 0,-2 0 0 0,-2 0 0 0,1 0-174 0,-3 0 63 15</inkml:trace>
  <inkml:trace contextRef="#ctx0" brushRef="#br0" timeOffset="103536.76">9307 10192 796 0,'0'-11'0'0,"0"3"0"0,0 0 0 0,0 1 0 0,0-1 0 0,0 2 0 0,0 2 0 0,0 1 0 0,0 1 121 16,0 0-44-16,0 2 113 0,0 0-78 0,0 0-32 15,0 0-8-15,2 0 18 0,-1 4-28 0,1 5 0 16,-2 3-30-16,0-1 126 0,0 6-67 0,0 2-29 16,0 7 110-16,0 0-70 0,0 6-34 0,-3 4 7 15,-5 11 20-15,1 0-30 16,-3 5-1-16,-1 12 92 0,4-5-61 0,-2 1-23 16,1 9-9-16,2-7 97 0,2-9-64 0,3 3-32 15,1-6 1-15,0-6 85 0,0 3-63 0,3-14-26 16,6 3 18-16,3-6-22 0,1-7 7 0,1-1 116 15,0-3-180-15,2-6 0 0,-2-1 0 0,2-5 0 16,-3-3 0-16,1-4 0 16,0 0 0-16,-1 0 0 0,0-4 0 0,0-12 0 0,1 0 0 0,-2-8 0 15,1 3 0-15,-3 2 0 0,-1 0-185 0,-1 3 121 16,-5 4 35-16,5 1-40 16,-6 2 33-16,0 3 5 0,0 2 1 0,0 2 5 15,-2 1 9-15,0 1-10 0,0 0 10 0,0 0 51 16,0 0-25-16,0 0-9 0,-2 0-24 0,-2 0-149 15,2 0 76-15,-1 0 38 0,0 1-493 0,3-1 259 16,0 2 122-16,0-1-651 0,0-1 395 0</inkml:trace>
  <inkml:trace contextRef="#ctx0" brushRef="#br0" timeOffset="103733.23">9754 10504 1490 0,'0'-4'0'0,"0"2"0"15,0 0 0-15,2 2 0 0,-2 0 0 0,0 0 545 0,0 0-255 0,2 0-129 0,-2 0-64 0,2 0 46 16,0 0-46-16,-1 0-37 0,1 0 0 0,0 0-181 16,0 0 77-16,0 0 38 15,1 0 8-15,2 2-676 0</inkml:trace>
  <inkml:trace contextRef="#ctx0" brushRef="#br0" timeOffset="103876.06">9849 10842 1237 0,'0'7'0'0,"0"-2"0"0,1 1 0 0,-1-4 0 0,0-2 0 0,0 0 759 0,0 0-363 0,0 0-181 0,0 0 103 15,0 0-147-15,0 0-69 0,0 0-34 0,0-2-187 16,2-4 76-16,3 3 47 0</inkml:trace>
  <inkml:trace contextRef="#ctx0" brushRef="#br0" timeOffset="105569.67">10626 10129 620 0,'-4'-6'0'0,"0"1"0"0,2 2 0 0,-1 1 0 0,1 0 0 0,2-1 0 0,-3 2 0 0,3 0 200 16,0 1-87-16,0 0-40 0,0 0 55 0,0 0-47 15,0 7-24-15,0 6 49 0,3 4-41 0,-1 2 0 16,0 7-32-16,-2 0 76 0,0 6-39 0,0 3 9 15,-10 7-46-15,-1-3-12 0,-2 1 12 0,-1 0 0 16,2-7-1-16,-2 5-85 0,3-7 38 0,0-2-229 16,3-8 136-16,2-1 54 0,4-10 37 0,1-1-227 15,1-5 91-15,0-4 69 0,1 0-12 16</inkml:trace>
  <inkml:trace contextRef="#ctx0" brushRef="#br0" timeOffset="105885.82">10626 10330 1081 0,'1'-7'0'0,"1"5"0"0,0 0 0 16,3-2 0-16,4 1 0 0,2-3 0 0,3 1 0 0,7-3 0 0,4 2 424 0,1-1-196 0,3 1-97 0,1 0 184 0,1 2-133 15,0 3-78-15,-3-1-36 0,-6-1 8 0,2 3-22 16,-3 0 0-16,-3 0-52 16,0 0-8-16,-6 5 38 0,-1-1 1 0,-4 2-22 15,-2-1 0-15,-1 0 30 0,0 1-8 0,-3 2 29 16,1 1 0-16,-2 3-29 0,0-4 122 0,0 4-52 15,0-1-40-15,0 2 0 0,0 3 58 0,0-1-44 16,0 0-22-16,0 5-28 0,0-1 6 0,0 0-1 16,0 1 1-16,0 1-42 0,3 0 21 0,-1 1 8 15,0-1 13-15,-1 0-170 0,1-3 85 16,0 1 43-16,0-2-12 0,-2-2-275 16,0 0 115-16,0-2-241 0,0-1 194 0,0-3 98 15,-7 0 49-15,0-3-370 0,0-2 214 0,0-3 101 16,-2-1 52-16,-3 0-364 0,3 0 199 0,-6-7 112 15,-2-10 53-15</inkml:trace>
  <inkml:trace contextRef="#ctx0" brushRef="#br0" timeOffset="106468.77">10795 10593 694 0,'-23'-3'0'0,"4"0"0"0,1 2 0 0,2-1 0 0,6 2 0 0,-1-2 328 0,6 2-139 16,1 0 43-16,4-2-100 0,0 1-49 15,2-5-26-15,12 0 1 0,2-1 122 0,3 0-78 16,1 4-34-16,0-1-1 0,1 2-64 0,-3 2 30 15,-1 0 8-15,-1 0-254 0,-4 0 123 0,-3 8 62 0,-1 2 30 0,-6 2-256 16,-2 1 119-16,0 5 75 0,-2-4-86 16,-11 2 68-16,-4-1-21 0,-5 0 36 0,4-4 93 0,-4-1-27 15,2-3 0-15,-1 1-36 16,2-3 275-16,4-1-138 0,4-2-59 16,1-1 419-16,5-1-222 0,1 0-112 0,2 0-11 0,2 0 148 15,0 0-109-15,0 0-67 0,0 0-24 16,2 0 0-16,7 0-4 0,1 0-30 15,1 0 8-15,2 0-8 0,-1 0-1 0,-1 0-139 16,-1 0 69-16,2 0 36 0,-3 0-368 0,1 0 174 16,-2 0 108-16,-3 0-479 0,2 0 267 0,-3 0 134 15,0 0 58-15,-1 0-277 0,-1 0 176 16,1 0 88-16,-3-5 44 0,0-5 22 0,0-2-105 16,-6-3 68-16,-5-2 29 0,-2-2 1 0,-1 2-23 15,2 2 85-15,-4-1 0 0,1 5 0 0,0 0 0 16,0 4 0-16,3 2 176 0,3 2-95 0,0 2-64 15,2 1 349-15,1 0-189 0,2 0-59 0,2 4-55 16,2 12 268-16,0 2-152 0,0 7-74 16,0 2-36-16,0 2 0 0,2 4 84 0,2 0-53 0,-1 1-37 15,2-1 183-15,-2 0-106 16,-1-5-54-16,2 1 134 0,-2-9-85 0,1 0-56 0,1-2 117 16,0-2-82-16,2-2-41 0,1-3 1 15,1 0 71-15,1-2-60 0,3-1-26 0,0-1 0 16,6 1-26-16,-2-2 198 0,5-1-231 15,2-1 0-15,0 0 0 16,-2-2 0-16,4-1 0 0,-2 1 0 0,1-2 0 0,-2 0 0 16,1 0 0-16,-2 0-382 0,-1 0 246 0,1-5 76 0,0-3-357 15,-5-1 200-15,2-2 80 0,-4-1-113 16,0-1 108-16,-1 0 55 0,-2-2 19 0,1-2-396 16,-2-4 216-16,0 2 108 0,1-9-427 0</inkml:trace>
  <inkml:trace contextRef="#ctx0" brushRef="#br0" timeOffset="106666.25">11328 10296 1945 0,'-2'0'0'0,"2"0"0"0,0 0 0 0,0 0 0 0,8 0 0 0,6 0 0 0,11-3 0 0,1 0 308 16,6 0-138-16,4 1 170 0,-1-2-153 0,5 3-69 15,-2 1-47-15,-1 0-69 0,-1 0 31 16,-3 0 0-16,-3 0-299 0,-5 0 158 15,5 0 67-15,-9 0-457 0,-3 0 265 0,-4 1 134 0,-5-1-507 16,-2 0 266-16,-4 0 158 0,-1 0 75 0,-2 0-266 16</inkml:trace>
  <inkml:trace contextRef="#ctx0" brushRef="#br0" timeOffset="106867.74">11633 9938 963 0,'0'-4'0'0,"0"2"0"0,0 1 0 0,0 1 0 0,0 0 0 0,0 0 66 0,0 11 339 0,0 5-187 0,0 7-92 0,-2 3-39 0,-5 7 137 16,-2 8-96-16,-2 4-48 0,-4 2 243 16,-3 3-146-1,-3 1-63-15,-4 1 8 0,-1 1-45 0,-6 4-22 0,2-5 0 0,1-7-166 16,-1 4 80-16,0 0 28 0,3-4-410 16,2-2 223-16,1-4 112 0,5-8-255 15,6-6 137-15,4-3 99 0,5-4-24 0,4-8-474 0,0-3 282 16</inkml:trace>
  <inkml:trace contextRef="#ctx0" brushRef="#br0" timeOffset="107171.3">11440 10614 1147 0,'7'0'0'0,"0"0"0"0,0 0 0 0,1 4 0 0,-4 7 0 0,2 1 0 0,-3 4 269 0,3 3-118 0,-4 2-59 0,1 1 208 15,-1 5-138-15,0-3-65 0,0 0-193 0,-1-3 64 16,4 0 33-16,-3-4 7 0,0-6-384 15,0-2 204-15,-1-3 103 0,-1-2-202 0,0-4 142 16,0 0 73-16,0-3 33 0,0-11-347 0,-3-5 168 0,-1 0 85 16,-2-2 42-16,0-1-5 0,1 4 9 0,-1-2 38 0,4 3 185 15,1 5-92 1,1 0-47-16,0 3 332 0,0 1-182 0,1 0-96 0,12 3 172 16,3 2-86-16,2-2-10 0,6 2 215 15,1 1-162-15,2 0-82 0,1 2-40 0,0 0 122 16,-2 0-73-16,5 0-50 15,-4 0-243-15,-4 0 102 0,-1 0 50 0,-3 0 26 0,0 0-477 16,-5 0 247-16,-4 0 128 0,0 0 63 0,-3 0 7 0,-4 0-514 16,0 4 240-16,-3-1 136 0</inkml:trace>
  <inkml:trace contextRef="#ctx0" brushRef="#br0" timeOffset="107509.53">11651 10402 849 0,'0'2'0'0,"2"2"0"0,-1 7 0 0,6 4 0 0,-3-2 0 0,-1 3 393 16,1 9-181-16,-1 2-89 0,-1 2 40 0,0 3-69 0,0 2-31 0,-2 0 1 0,0-2-174 31,0 4 72-31,0-10 44 0,-6 8-72 0,1-13 49 16,-4 0 26-16,-1-5-1 0,1 0-64 0,-2-8 52 15,-3 0 15-15,3-4-12 0,-3-4 60 0,5 2-41 0,0-2-10 16,0 0 257-16,3 0-127 0,0 0-65 15,4 0 390-15,1 0-417 0,1 0-13 0,0 0 8 0,0 0 237 16,9 0-233-16,6 0-12 0,3 1 0 16,3 3 43-16,2 2-13 0,6-1-9 0,-3-3-40 15,-1 4 19-15,2-4 0 16,-1 1-1-16,-3 0 9 0,2-2-198 0,-3-1 95 0,-1 0 47 16,-2 0 24-16,-1 0-349 0,-6 0 160 15,0 0 94-15,-1 0 10 0,-2 0-315 0,-4 0 178 16,-1 0 91-16,-2 0-142 0,-1-1 120 0,1-2 56 0,0 2 27 0,0-4-402 15</inkml:trace>
  <inkml:trace contextRef="#ctx0" brushRef="#br0" timeOffset="108211.85">12389 10117 1183 0,'-5'-9'0'0,"1"8"0"0,2 0 0 0,-2-2 0 0,4 1 0 0,-1 0 0 0,-1 2 192 0,0 0-84 0,0 2 43 0,2 14-59 15,-3 6-30-15,3 6 0 0,-1 6 135 0,-1 9-86 0,0 0-40 16,-2 2 1-16,1 1-39 0,-3 2 66 15,1 4-25-15,-1-2-9 16,-2 1-51-16,1-1 18 0,-1-3 1 0,3 0 0 0,-3-10 1 16,0 1-2-16,-1-4 1 0,4-10 89 15,-3-1-45-15,0-5-22 0,5-7 67 0,-3 1-49 16,3-7 1-16,-1-1-42 0,4-2 1 0,-2-2 166 16,2 0-76-16,0 0-49 0,0 0-20 0,6 0 49 15,8 0 68-15,13 0-171 0,-1 0 0 0,4 0 0 16,4 0 0-16,3-2 0 0,1-2 0 0,0 3 0 15,-1 0 0-15,-1 1 0 0,-1 0 0 0,-3 0 0 16,-2 0 0-16,-7 0 0 16,0 0 0-16,-7 0 0 0,-4 0-239 0,-3 0 197 0,-3 0 4 15,-4 0-1-15,-1 0-236 0,-1 0 125 16,0 0 57-16,0 0 30 0,-1 0-498 0,-5-5 264 16,2 1 124-16</inkml:trace>
  <inkml:trace contextRef="#ctx0" brushRef="#br0" timeOffset="109208.74">13196 10308 1153 0,'-7'0'0'16,"4"0"0"-16,1 0 0 0,2 0 0 0,0 0 0 0,0 0 0 0,0 5 192 0,0 7-71 0,0 6-49 0,2 6 89 0,1 2-65 0,1 2-31 16,2 4 0-16,-2 1 67 15,0 4-54-15,-3 0-22 0,1 0-1 0,-2-1-124 16,0 2 51-16,0-3 34 0,0-3-197 0,0-3 107 16,0-9 53-16,0-2-274 0,0-8 129 0,0 0 86 15,0-7-10-15,0-3-104 0,2 0 65 0,3-17 48 16,1-7 24-16,2-8-191 0,-1-8 112 0,-1-1 52 15,-4 0-91-15,-1-2 76 0,-1 6 99 0,0-1 0 16,-3 1 0-16,-6 1 0 0,-1 2 0 16,1 7 70-16,0 1-35 0,3 5-43 15,1 2 9-15,4 5 365 0,1 3-166 0,0 1-103 16,1 1-4-16,17 1 161 0,10 1-101 0,8-1-60 16,5 0-30-16,2 5 189 0,6-3-109 0,0 4-47 15,2 1 59-15,-3 1-61 0,0 0-30 0,-4 0-26 16,-8 0-5-16,0 0 8 0,-6 0-8 0,-8 1-20 15,-1 3 20-15,-10-2-1 0,1 0 1 0,-7 0 35 16,-3-2-35-16,0 1 0 0,-2-1-1 16,0 0 141-16,0 4-71 0,-2 0-26 0,-5 4 215 0,-1-1-128 15,0 3-66-15,5 4 34 16,-3 4-49-16,4 3-16 0,1 8 140 0,1 1-406 16,0 4 191-16,0 7 21 0,0 0 0 0,1-1-184 15,3 9 98-15,2-2 54 0,-1-3-103 0,0 0 76 16,0-9-7-16,-1 1-33 0,-2-2-125 0,-1-4 65 15,-1-6 57-15,0-1 32 0,0-5 25 0,-5 0-8 16,-7-5 9-16,-1-4-28 0,-2-1 27 16,-2-5 0-16,0-3-8 0,-1 0-205 15,-3-1 107-15,5-16 53 0,-2-8 26 0,1-12-179 16,6-10 95-16,0-17 59 0,3-8-414 0</inkml:trace>
  <inkml:trace contextRef="#ctx0" brushRef="#br0" timeOffset="109389.26">13536 9835 1563 0,'3'-19'0'0,"-1"11"0"0,0 3 0 0,1 3 0 0,1 2 0 0,-2 0 0 0,2 11 0 0,-1 12 0 0,3 2 258 0,-2 4-117 15,-2 13-54-15,-2 5 265 0,0 15-160 0,-4-3-80 16,-7-4-31-16,-8 14-4 0,0-5-23 0,0-2 1 16,4-11-22-16,-4 2-85 0,7-12 51 0,-4 0 12 15,3-5-146-15,4-14 83 0,-1-3 43 0,5-9-511 16,1-4 270-16,2-6 56 0,2 0 92 0,0-20-446 15,2-6 258-15,7-4 128 0</inkml:trace>
  <inkml:trace contextRef="#ctx0" brushRef="#br0" timeOffset="109513.93">13541 10321 497 0,'7'-3'0'0,"1"3"0"0,-3 0 0 0,3 0 0 0,0 7 0 0,-3 4 435 16,0 2-200-16,1 0-102 0,2 3-41 0,-1-1 256 15,1-1-157-15,1 2-79 0,3-1-114 16,-1 0 0-16,4-5 43 0,0 0-8 15,2-4-236-15,3-2 118 0,1-4 59 0,5 0-589 0</inkml:trace>
  <inkml:trace contextRef="#ctx0" brushRef="#br0" timeOffset="109937.89">14053 10082 617 0,'8'-1'0'0,"-2"-2"0"0,1 3 0 0,-1 0 0 0,-3 12 0 0,-1 5 0 0,-2 5 373 15,0 3-170-15,0 2-85 0,-7 2-42 0,-4 0 162 0,-1 0-107 16,-1 0-49-16,0-5 65 0,2-3-57 16,-2-2-29-16,3-8 20 0,1 0-9 0,1-4-40 15,5-1 1-15,1-4 64 0,0-2-32 0,2 0 8 16,0 0-40-16,9 0-28 0,9 0-1 0,3-4 29 16,4-2 41-16,0 1-33 15,7 1-9-15,-4 1 1 0,2 1-66 0,0 0 33 16,0 2-1-16,-6 0-52 0,6 0 29 0,-6 0 23 15,-4 0-21-15,0 6 14 0,-3-3-16 0,0 1 38 0,-4-1-24 16,-4 2 79-16,1 0-36 0,-3-1 1 0,-1-1-51 16,-1 0 212-16,-1 4-84 0,2 1-46 0,-2-2-7 15,1 5 170-15,-1-1-98 0,-2 3 21 0,2 3-63 16,-1-1-27-16,1 4 146 0,0-1-207 0,-2 3 0 16,2 1 0-16,0 1 0 15,-1 2 0-15,-1-1 0 0,2 1 0 0,-3-5-166 16,1 2 332-16,-2 1-166 0,0-4 0 15,0 0-281-15,0-4 208 0,0 0 12 0,-5-4-153 16,-4 0 86-16,-5 1 52 0,1-4 5 0,-2 0-128 16,-2 0 83-16,-2-2 33 0,-1-3 29 0,1-3-437 15,-6 0 230-15,5-2 113 0,-2-18-441 0,-1-8 269 16</inkml:trace>
  <inkml:trace contextRef="#ctx0" brushRef="#br0" timeOffset="110082.5">14039 10175 1177 0,'-8'-15'0'0,"4"7"0"0,2 3 0 0,0 4 0 0,2-1 0 0,0 1 0 0,0 1 0 0,10-3 430 0,12 3-199 16,-1 0-90-16,11 0 203 0,-2 0-155 0,4 0-79 0,-1 0-38 15,3 0-215-15,-1 4 96 0,-4 6 36 0,-1 1 21 16,1 3-262-16,-8 0 143 16,0 3 70-16</inkml:trace>
  <inkml:trace contextRef="#ctx0" brushRef="#br0" timeOffset="110264.02">13982 10582 1364 0,'-26'8'0'0,"7"-4"0"0,4 1 0 0,4-1 0 0,1-4 0 0,4 0 0 0,5 0 0 0,1 0 435 0,1 0-193 0,19 0-108 0,4 0-51 15,10-2 15-15,7-5-33 0,0 3 0 16,-1 0-192-16,8-3 76 0,-2 1 42 0,-3 2 21 15,-2 2-615-15,-5 0 311 0</inkml:trace>
  <inkml:trace contextRef="#ctx0" brushRef="#br0" timeOffset="110566.72">14729 9972 1656 0,'0'-2'0'0,"0"2"0"0,0 0 0 0,0 11 0 0,0 14 0 0,0 9 0 0,0 4 0 16,0 13 160-16,0 1-64 0,0 4 180 0,0 3-122 0,-2 0-53 0,-3 7-38 16,0-7 4-16,-1-6-1 0,-2 4-33 0,1-4 0 15,-2-13-40-15,3 2 15 0,-2-7 1 0,2-10 23 16,1-3 41-16,3-7 0 0,0-3-32 0,0-6 96 16,1-3-52-16,1-3-27 0,0 0 1 15,0 0 38-15,0 0-23 16,1 0-9-16,12 0 107 0,3 0-70 0,0 0-34 15,3 0 0-15,4 3 108 0,3 0-176 0,-4 1 0 16,3 1 0-16,0 1-217 0,-3-1 144 0,-2 1 61 0,3-1-541 16,-2 1 260-16,1 0 148 0,1-2-317 0,-2 0 214 15,2-4 100-15,0 0 61 16,0 0-564-16</inkml:trace>
  <inkml:trace contextRef="#ctx0" brushRef="#br0" timeOffset="110779.19">15026 10140 1536 0,'-13'-8'0'0,"11"4"0"16,2 2 0-16,2-1 0 0,10-2 0 0,0 2 0 0,6-1 0 0,3 1 543 0,0 2-247 0,4 0-136 0,5-2 77 0,2 1-103 15,-2 2-50-15,0 0-26 0,-5 0 40 0,7 0-36 16,-12 0-1-16,4 2-28 0,-3 2-337 0,-1 2 168 15,-2-2 93-15,-5 3-546 0,0-2 309 0,-6 3 94 16,2 1-546-16,-6 3 349 0</inkml:trace>
  <inkml:trace contextRef="#ctx0" brushRef="#br0" timeOffset="110969.68">15049 10413 1193 0,'-24'6'0'0,"4"3"0"0,13-3 0 0,-2-2 0 0,5-2 0 0,4-2 0 0,0 0 0 0,10 0 442 0,16 0-204 0,6 0-103 0,9-2-51 16,3-2 296-16,-5-4-165 0,11 3-95 0,-12-1-73 16,3-1-15-16,-5 6 1 0,-4-1-354 0,-6 1 185 15,1 1 80-15,-5 0 45 0,-4 0-469 0,-2 0 230 16,-5 0 134-16,-4 0-17 0,-3 0-201 0,0 1 150 16,-4-1 76-16,0 0 37 15</inkml:trace>
  <inkml:trace contextRef="#ctx0" brushRef="#br0" timeOffset="111143.21">15327 10205 1134 0,'-2'0'0'0,"-4"0"0"0,2 5 0 0,1 7 0 0,-3 3 0 0,-3 6 0 16,1 4 258-16,-3 5-113 0,2 4-56 0,-7 7 278 0,4-4-159 0,-8 11-92 0,4-3 5 16,1 0-44-1,0-3-22-15,-1-1 0 0,7-7-359 0,0-1 164 16,1 0 87-16,4-11 42 0,3 1-256 0,1-4 150 15,0-10 83-15,0-3-661 0,5-6 332 0</inkml:trace>
  <inkml:trace contextRef="#ctx0" brushRef="#br0" timeOffset="111315.75">15253 10574 1691 0,'4'-1'0'0,"1"-1"0"0,0 2 0 0,0 3 0 0,-3 10 0 0,0 5 0 0,0 5 0 0,0-1 0 0,1 1 169 0,6 7-73 0,-4-7-31 16,4 0 236-16,0-2-134 0,5 0-59 0,-1-5-42 15,4-1-88-15,-1-5 27 0,2-2 1 0,2-5-300 16,1-3 172-16,2 0 73 0,-1-1 41 0,-2-13-201 16,0-3 121-16,-4-1 60 15,-2-1-511-15,0-9 257 0,0 0 124 0,-3-4 63 0,1-8-212 0</inkml:trace>
  <inkml:trace contextRef="#ctx0" brushRef="#br0" timeOffset="111457.47">15791 9833 753 0,'7'-9'0'0,"6"1"0"0,1 4 0 0,-7 0 0 0,2 3 0 0,-1 1 433 0,-2 0-201 16,-1 0-99-16,1 1-50 0,-1 5 176 0,2 2-118 15,-4 1-53-15,-1 4-92 0,0 3 0 16,-2 0 37-16,0 3-511 0,0 1 252 0,0 1 129 0</inkml:trace>
  <inkml:trace contextRef="#ctx0" brushRef="#br0" timeOffset="111604.08">15632 10101 1204 0,'-12'2'0'0,"4"2"0"0,5-3 0 0,3-1 0 0,0 0 0 0,3 0 0 0,18 0 236 0,3-2-102 16,8-5-50-16,0-2-29 0,1 4 8 0,0-2-30 16,3 4 0-16,-6 1-528 0,0 2 251 15,-2 0 126-15,-6 0 65 0</inkml:trace>
  <inkml:trace contextRef="#ctx0" brushRef="#br0" timeOffset="111774.73">15757 10140 1576 0,'-10'12'0'0,"5"3"0"0,1 2 0 0,-1 0 0 0,-3 0 0 0,0 5 0 0,1 2 0 0,0 2 0 0,-2 2 0 0,-2 0 106 0,4-6-28 0,-4 10-285 15,1-6 120-15,3-2 60 0,0-5 30 0,1 0-256 0,3-3 139 16,0-5 63-16</inkml:trace>
  <inkml:trace contextRef="#ctx0" brushRef="#br0" timeOffset="111924.34">15821 10264 906 0,'9'0'0'0,"10"3"0"0,-2-2 0 15,2 4 0-15,-1-4 0 0,1 1 0 0,0 3 0 0,1-1 377 0,1 1-173 0,0 4-85 0,-2-2 95 0,0 0-91 16,-5 1-36-16,2 1-352 0,-5-1 149 0,-4 0 75 16,1-1 37-16,-4-2-489 0,0 1 267 0,-3 0 124 15</inkml:trace>
  <inkml:trace contextRef="#ctx0" brushRef="#br0" timeOffset="112086.71">15988 10313 765 0,'-11'0'0'0,"1"0"0"0,3 2 0 0,1 4 0 0,1 2 0 0,-3 3 0 0,0 2 153 0,1 4-60 0,0 6-30 16,-2-1 8-16,-2 6 247 0,1 4-143 0,-4 0-71 16,1 4 137-16,-3 3-104 0,0-7-44 0,-1 2-176 0,1-1 58 15,-4-2 28-15,6-4 1 0,-2-8-398 0,2 1 208 16,2-5 110-16,1-10 55 16,2-2-277-16</inkml:trace>
  <inkml:trace contextRef="#ctx0" brushRef="#br0" timeOffset="112250.69">15678 10426 1320 0,'0'0'0'0,"9"0"0"0,5 0 0 0,2 3 0 0,5 6 0 0,2 2 0 0,5 3 285 0,2 3-130 0,8 8-61 0,-3-2 461 0,3 5-261 16,2 0-131-16,1 3 36 0,0 4-88 15,2-2-39-15,-2-1 0 0,-1 2-565 0,2 0 263 16,0 0 140-16,1 0 57 0,-1-1-357 0</inkml:trace>
  <inkml:trace contextRef="#ctx0" brushRef="#br0" timeOffset="112399.38">16742 10908 2355 0,'-2'0'0'0,"-3"-4"0"0,5 1 0 0,0 2 0 0,0-3 0 0,0 2 0 0,0-1 0 0,0-2 83 0,2-2-25 0,1 1 9 0,-3 1-832 16,2 1 367-16</inkml:trace>
  <inkml:trace contextRef="#ctx0" brushRef="#br0" timeOffset="113462">16989 10047 785 0,'-16'-11'0'0,"11"1"0"0,3 7 0 0,2-1 0 0,0-2 0 0,4-1 44 15,9-5 2-15,2 1-38 0,6-2 356 0,1-2-165 16,1 2-84-16,3-1 128 0,-3-1-97 0,7 3-61 16,-2 0-26-16,-2 3-76 0,0 1 24 0,-1 4 1 0,-4 1 33 15,1 1-254-15,-1 2 122 16,0 0 62-16,-5 0 31 0,-2 2-462 0,-5 4 234 16,0 5 57-16,-6 0-143 0</inkml:trace>
  <inkml:trace contextRef="#ctx0" brushRef="#br0" timeOffset="113630.57">17113 9972 662 0,'-10'0'0'0,"4"0"0"0,3 2 0 0,-1 5 0 0,2 2 0 0,2 5 0 0,0 3 211 0,0 8-89 0,0-2-45 0,0 0-13 16,0 8 139-16,0-2-85 0,2 0-43 0,2 6-21 15,-2-3-93-15,1 0 44 0,1-2-9 0,-2-2-269 16,-1-8 153-16,4 3 77 0,-1-6-163 15,-1-8 127-15,-1-3-8 0</inkml:trace>
  <inkml:trace contextRef="#ctx0" brushRef="#br0" timeOffset="113832.03">17287 9893 1039 0,'4'-4'0'0,"0"4"0"0,-2 0 0 0,2 16 0 0,-1 8 0 0,-1 5 0 0,4 15 0 0,-3 1 0 0,1 6 436 0,-2 1-206 15,-1 3-99-15,2 1 196 0,-3 2-147 0,0 1-74 16,0 1 8-16,0 6-45 0,0-7 1 16,-4-4-38-16,2 1-172 0,0-4 87 0,2-11 50 15,-2-1 14-15,0-5-422 0,2-11 222 16,-1-4 111-16,-1-9-487 0,0-1 219 0,0-9 161 16,0-1 76-16</inkml:trace>
  <inkml:trace contextRef="#ctx0" brushRef="#br0" timeOffset="113998.59">17131 10216 1087 0,'0'-8'0'0,"2"5"0"0,0-1 0 0,4-1 0 0,0-3 0 0,3 1 0 0,-2 1 148 0,3 0-50 0,3 0-37 16,0 3 140-16,2-3-85 0,0 2-41 0,0 1-198 15,1 2 86-15,-2 1 31 0,-1 0 0 0,-3 0-400 16,1 0 207-16,-4 10 104 0,-3-1-330 0</inkml:trace>
  <inkml:trace contextRef="#ctx0" brushRef="#br0" timeOffset="114131.26">17186 10332 769 0,'-9'6'0'0,"0"2"0"0,6-5 0 0,1-1 0 0,0 0 0 0,0-2 0 0,2 0 0 0,0 0 190 0,0 0-79 15,2 0-31-15,5 0-8 0,4 0 13 0,1-2-27 16,0 0 1-16,1 0-26 0,1 1-142 0,0-2 66 15,-1 3 39-15</inkml:trace>
  <inkml:trace contextRef="#ctx0" brushRef="#br0" timeOffset="114286.64">17079 10618 626 0,'-10'6'0'0,"1"3"0"0,2-3 0 0,1-2 0 0,2-4 0 0,2 0 392 0,0 0-171 0,2 0-98 0,0 0-46 15,5 0-18-15,13-12 0 0,5-4-27 0,3-2-131 16,8-6 62-16,0 0 35 0,1-5-557 0</inkml:trace>
  <inkml:trace contextRef="#ctx0" brushRef="#br0" timeOffset="114616.16">17529 10207 841 0,'4'-2'0'0,"4"0"0"0,0 0 0 0,2-3 0 0,2-3 0 15,3 1 0-15,-1-1 335 0,2 4-150 0,-2 0-77 0,2 2-37 0,-3 2 125 0,-3 0-73 16,-1 0-49-16,-2 8-1 16,-3 5-118-16,-2 6 39 0,-2 7-91 0,-6 1 73 0,-8 2 25 15,-7 7-221-15,-2-2 126 0,-1-2 64 16,-2 0 27-16,-1-5 8 0,-1-2-289 0,2-2 135 16,-1-6 14-16,9-8-10 0,-1-1 56 15,0-8 20-15,4 0 6 0,4-2-1 0,1-9 31 0,5-8 1 16,1-2 80-16,4 3-48 0,0-3 8 15,0 4-41-15,0 2 1 0,0 5 119 0,0 1-60 16,2 2-38-16,7-1 406 0,1 6-197 0,3 2-67 0,4 0 295 16,3 0-196-1,1 10-91-15,7 5 242 0,-1 0-175 0,1 5-86 16,-2 1-44-16,4 3-13 0,0-1-64 0,0 1 34 16,0-1-1-16,2-3-183 0,1 1 91 0,0-2 55 0,-1-4 15 15,0-4-535-15,-2-1 279 0,2-6 124 0,0-4 74 16,-2 0-685-16</inkml:trace>
  <inkml:trace contextRef="#ctx0" brushRef="#br0" timeOffset="114781.71">18135 9921 1250 0,'0'-3'0'0,"0"3"0"0,0 0 0 0,5 0 0 0,0 0 152 16,1 0-51-16,2 5-38 0,-1 1-1 0,2 1-1 15,3 0-28-15,1 3 0 0,0-2-264 0,2 1 124 16,2-1 67-16,-2-5 32 0</inkml:trace>
  <inkml:trace contextRef="#ctx0" brushRef="#br0" timeOffset="115039">18441 9846 957 0,'2'0'0'0,"-1"0"0"0,1 0 0 0,-2 0 0 0,0 0 0 0,0 0 0 0,-5 4 0 0,-9 9 79 15,-4 6-24-15,-3 4-45 16,-4 1 23-16,1 2 8 0,-4 2-9 0,-6 2-42 0,5-1 22 0,-6-3-1 16,3-4 22-16,0-5-49 15,2-1 20-15,2-4 117 0,8-7-43 0,6 1-23 0,1-2 0 16,6-2-15-16,1-2 202 0,6 0-104 16,0 0-53-16,4 0 53 0,16-2-52 15,5-8-42-15,3-1-34 0,6 3 22 0,-1-2 1 0,1 0 0 0,0 3-102 16,-4 1 43-16,0 3 29 0,-3 0-377 15,-7 3 188-15,0 0 105 0,-2 0-487 16,-3 0 272-16,-4 4 130 0,-7 6 66 0</inkml:trace>
  <inkml:trace contextRef="#ctx0" brushRef="#br0" timeOffset="115244.45">18193 10203 594 0,'-4'7'0'15,"4"2"0"-15,-2 3 0 0,0 1 0 0,-2 0 0 0,-2 3 0 0,1 0 192 0,-2 3-80 0,-3-1 114 0,2 2-101 0,-2-2-46 16,0-1 12-16,0 0-29 0,5-8 0 0,-1 1-21 16,3-4-8-16,1-3 56 0,2-1-28 0,0-1 0 15,2-1-28-15,11 0 34 0,8-1-9 16,3-4-54-16,0-7-1 16,4 1 30-16,-2-1 0 0,-3 3-346 15,7-3 169-15,-9 2 72 0,-1 2 48 0,1 1-281 0,-3 1 151 16,0 0 39-16</inkml:trace>
  <inkml:trace contextRef="#ctx0" brushRef="#br0" timeOffset="115388.07">18423 10199 1228 0,'0'-2'0'0,"0"1"0"0,0-2 0 0,0 3 0 0,0 0 0 0,0 0 0 0,0 0 0 0,0 0 202 0,0 12-76 0,0 1 108 15,0 2-100-15,0 2-51 0,-1 4-25 0,-3-2-316 16,0 3 153-16,-1-2 66 0,1-1 35 0,1 0 0 15,-4-2-460-15,3-4 246 0,-3 2 116 0</inkml:trace>
  <inkml:trace contextRef="#ctx0" brushRef="#br0" timeOffset="115580.55">18237 10123 827 0,'2'-2'0'0,"0"2"0"0,0 0 0 0,3 2 0 0,-2 10 0 0,-1 3 56 0,-2 8 311 0,0 3-167 0,0 4-83 15,-5 2-35-15,-6 4 196 0,-1 5-123 16,-4-1-62-16,3-1-29 0,-2-2-123 0,2-5 55 16,-4 2 13-16,4-4 1 0,-2-4-285 15,4-5 154-15,-2-4 76 0,1-3 48 0,-1-5-208 16,0-5 101-16,0-4 64 0,2 0-489 16,-1-10 248-16</inkml:trace>
  <inkml:trace contextRef="#ctx0" brushRef="#br0" timeOffset="115998.26">17899 9987 941 0,'-1'-15'0'0,"1"7"0"0,0 5 0 0,0 0 0 0,1 2 0 0,3 1 0 0,6 0 231 0,-3 0-90 0,2 10-59 0,2 1-24 0,-4-2 27 16,0 4-25-16,-1 4-68 16,-3 0 49-16,1 4-8 15,-2-1 0-15,-2 3 0 0,0 0-150 0,0-4 75 16,-2 4 45-16,-4-2-13 0,1 2 20 0,-2-1 1 0,1-1-23 15,0 0 102-15,0-2-45 16,3 1-5-16,-1-1-58 0,0-2 234 0,3 1-95 0,-1-1-49 0,0 0 80 16,2 2-63-16,0-2-29 0,-2-2 1 0,2 2-50 15,0-3 30-15,0 0-8 16,0-3-109-16,0 1 54 0,0 0 28 0,-2-2-1 0,-4 0-174 16,0-1 96-16,-1-2 28 0,-4 1-102 15,-3-2 58-15,2-3 42 0,-4-1-14 0,0 0 72 16,-2-2-18-16,2 0-20 0,2 0-26 0,4 0 142 15,-1 0-69-15,6 0-20 16,1 0 358-16,3 0-179 0,1 0-64 0,1 0-53 0,13 0 222 16,11 0-129-16,6 0-62 0,11 0 182 15,2 0-121-15,4 0-61 0,-7 0-21 0,17 0-1 16,-7 0 0-16,-5 0-39 0,2 0 148 0,-5 0-345 16,-8 4 330-16,4 3-165 0,-2 3-558 15,-3-2 366-15,-3 2 112 0,-2 0 57 0,-5 1-849 0,4 1 424 0,-6 1 208 16,1-3-504-16</inkml:trace>
  <inkml:trace contextRef="#ctx0" brushRef="#br0" timeOffset="116177.92">18685 10243 1579 0,'-10'-12'0'0,"8"6"0"0,-2 4 0 0,1 1 0 0,1 1 0 0,2 0 83 15,0 0 413-15,0 13-232 0,0 8-107 0,0 6-66 16,0 2 101-16,0 5-80 0,0-1-39 0,0 3-1 15,0-1-69-15,2 0-9 0,-2-3 39 0,2-5 0 0,-1-4-482 16,1 0 241-16,0-5 128 0,2-8-561 16,-1-3 271-16,-2-4 184 0,1-3-368 0,-2-4 261 15</inkml:trace>
  <inkml:trace contextRef="#ctx0" brushRef="#br0" timeOffset="116434.24">18589 10004 1128 0,'-2'-23'0'0,"2"4"0"0,2 2 0 0,11 4 0 0,8 2 0 0,1 2 0 0,2 3 153 0,5 3-60 0,-5 1 41 0,6 2-54 0,-7 0-24 16,-1 0 90-16,1 0-57 0,-2 0-28 0,-5 0 8 15,-4 4-36-15,-1-1 0 0,-4 1 73 16,-1 2-37-16,-2 1 0 0,0 0 166 16,-2 6-105-16,-2 3-48 0,0 1-25 0,0 5 216 15,0 3-120-15,-2-1-52 0,-3 5 75 16,2 4-71-16,3-1-37 0,0 1-4 0,0 1-1 15,0 0-22-15,4 0-8 0,2 1-278 0,1-2 139 0,0 0 69 0,2-1-514 16,-4 0 264 0,2-2 148-16,-1 1 17 0,-3-6-501 0,1-5 295 0,-2 0 148 15,0-7 65-15,-2-1-398 0</inkml:trace>
  <inkml:trace contextRef="#ctx0" brushRef="#br0" timeOffset="116570.9">18692 10394 522 0,'-12'-7'98'0,"3"1"-50"0,6 3-24 0,3 1 112 16,0-4-52-16,0 0-18 0,12 0-7 0,2 3 174 16,3 1-100-16,3 0-50 15,0 0-97-15,1 0 32 0,-5 2-8 0,3 0 22 0,-4 4-555 16,-6 6 262-16</inkml:trace>
  <inkml:trace contextRef="#ctx0" brushRef="#br0" timeOffset="116707.59">18694 10549 1245 0,'-17'4'0'0,"8"3"0"0,1 0 0 0,1-3 0 0,3-4 0 0,2 2 0 0,2-2 59 0,0 1 224 0,0 1-117 15,12 1-71-15,0-3-31 0,7 0 0 0,4 0-57 16,3 0 0-16,-4 0 34 0,9-5-503 16,-7-2 248-16</inkml:trace>
  <inkml:trace contextRef="#ctx0" brushRef="#br0" timeOffset="116890.12">19009 10190 1090 0,'2'-9'0'0,"2"1"0"0,6-2 0 0,4-1 0 0,6-4 469 16,1 2-218-16,4 2-101 0,5-1 123 16,4 5-259-16,2-2 19 0,2 2 0 15,3 2-1-15,-6 3-160 0,1 0 77 0,-2 2 41 0,-3 0 22 16,-10 0-246-16,2 0-108 0,-4 4 196 15,-8 4 86-15,-4 1-511 0,-7 0 274 0</inkml:trace>
  <inkml:trace contextRef="#ctx0" brushRef="#br0" timeOffset="117180.85">19278 9807 1184 0,'-11'-21'0'0,"1"4"0"0,5 6 0 0,1 3 0 0,1 4 0 0,1 2 0 0,2 2 0 0,0 0 0 0,0 17 398 16,5 10-178-16,4 7-86 0,1 11 177 15,-1 6-140-15,0 12-69 0,-1-1 256 0,-2-4-155 16,0 16-89-16,-1-6-41 16,-1-5 92-16,-2 1-66 0,-1-2-33 0,-1-11-150 15,0 5 55-15,0-8 30 0,0-7 1 0,0-4-303 16,-5-6 167-16,-2-12 92 0,-7 0 33 0,3-10-325 0,-3-5 127 16,-4-4 97-16,1 0-54 0,-1-8 58 15,-3-10 40-15,2-5 1 0,0-1-1 0,2-2 7 0,1-3 26 16,4 7-8-16,-3-8 102 0,8 9-47 0,0-1-23 15,2 3 230-15,3 2-126 0,2 7-73 0,0-6-2 16,2 4 126-16,8 2-52 0,5-1-44 0,2 1 14 16,3-1-155-16,3 1 79 0,0 0 0 15,1 0-636-15,3-4 318 0</inkml:trace>
  <inkml:trace contextRef="#ctx0" brushRef="#br0" timeOffset="117460.51">19590 9706 1117 0,'2'0'0'0,"0"0"0"0,1 0 0 0,-1 7 0 15,0 6 0-15,-2 7 55 0,0 3 387 0,-7 7-204 16,-4 2-103-16,-3 2-51 0,1 2-25 0,0-3-26 0,0 1-1 0,4-7-145 16,3-1 73-16,-2-4 36 0,2-8 9 0,3-2-417 15,1-6 218-15,0-6 108 0,2 0-301 16,0-2 184-16,0-13-1 15,0-1 90-15,0-1 40 0,6-2 1 0,-1 3 280 0,2 1-120 0,-2 7-68 16,2-2 140-16,2 0-95 0,3 6-49 0,1-1 288 16,3 3-157-16,-2 0-48 0,5 0-46 15,1 1 33-15,1 1-16 0,-2 0 0 16,1 0-36-16,0 1 8 0,-2 7-9 0,-1 1-413 16,-4 3 207-16,1-1 104 0</inkml:trace>
  <inkml:trace contextRef="#ctx0" brushRef="#br0" timeOffset="117611.11">19530 10156 916 0,'-18'4'0'0,"4"1"0"0,5-1 0 0,3 0 0 0,4-4 0 0,2 0 280 0,0 0-124 0,6 0-62 16,12-6 55-16,7-1-63 0,-2 1-26 0,1-1-203 16,4 4 89-16,-4 2 43 0,-3-2 30 0,2 3-555 15,-3 0 267-15,-5 7 134 16</inkml:trace>
  <inkml:trace contextRef="#ctx0" brushRef="#br0" timeOffset="117761.39">19470 10428 1377 0,'-4'1'0'0,"4"2"0"0,0-3 0 0,0 0 0 0,2 0 0 0,7-3 0 0,3 0 33 0,0-2 0 0,6-1 8 0,-2-1-104 15,5 3 49-15,-2-2 23 0,0 1-181 0,0 2 102 16,-5 0 60-16,0 1-464 0,-3 2 226 0,-6-2 112 15</inkml:trace>
  <inkml:trace contextRef="#ctx0" brushRef="#br0" timeOffset="117909.66">19641 10252 1036 0,'-4'4'0'0,"3"7"0"0,1 3 0 0,-2 4 0 0,-3 1 0 0,3 5 179 15,0 6-77-15,2 0-35 0,0 0 254 0,0 0-144 0,0 0-73 0,0 1-117 16,0-2 18-16,0-2 0 0,0-9-165 15,2 0 97-15,7-4 55 16,-2-2 17-16,4-7-479 0,1-5 251 0,2 0 127 0,2-11 61 16</inkml:trace>
  <inkml:trace contextRef="#ctx0" brushRef="#br0" timeOffset="118053.79">19779 10228 1103 0,'0'-18'0'0,"2"9"0"0,8 1 0 0,3 1 0 0,3 2 0 0,2 0 0 0,6 4 154 0,1-1-60 0,3 2 89 15,2 0-75-15,0 0-37 0,1 0-303 0,-1 2 233 16,0 4 1-16,-3-3 30 0,-4-1 1 0,0 2 0 0,-4-4-411 16,-3 0 201-16,-5 0 105 0,-3 0 52 15</inkml:trace>
  <inkml:trace contextRef="#ctx0" brushRef="#br0" timeOffset="118208.4">20069 9512 1720 0,'4'43'0'0,"0"21"0"0,-1 15 0 0,-1-4 0 0,-2 24 0 0,0 7 0 0,-9 29 291 0,-8-2-130 0,-2 8 135 16,-2 11-123-16,0 7-75 0,1 5-1359 0,1-1 1262 0,-2 22 0 16,5-15 32-16</inkml:trace>
  <inkml:trace contextRef="#ctx0" brushRef="#br0" timeOffset="119024.34">20471 9662 1342 0,'-12'0'0'0,"10"-2"0"0,2 2 0 0,0 0 0 0,12 9 0 0,5 7 0 0,4 0 65 0,-3 0 9 0,1-1-41 16,4 3 0-16,-5 1 43 0,-2-4-21 15,0 2 0-15,1 1-80 0,-4 6 24 0,-1-4 1 16,-7 2-93-16,-3-1 62 0,-2 2 41 0,0 3-9 16,-11-3-267-16,-6-1 146 0,-4 1-21 0,-3-4 69 15,-2-1-130-15,-1-5 89 0,3 0 35 0,6-5 23 16,-2-1 95-16,10-5-37 0,-2 1-8 0,4-3 171 15,5 0-99-15,1 0-50 0,2 0 166 16,0 0-97-16,0 0-28 0,4 0-30 0,8 0 66 16,-2-3-39-16,-1 3 15 0,2 0-22 15,-2 0 26-15,-4 0-8 0,1 4-33 0,-5 6 0 16,-1 5-23-16,0 3 22 0,-9-1 9 0,-8 8-34 16,1-3 0-16,-4 3 26 0,1-3 0 0,6-3-41 15,-2 0 20-15,4-3-7 0,2-2 16 0,7-3 4 16,2-2-9-16,0-1 7 0,0-1-35 0,7-3-8 15,13-2 39-15,3-2-5 0,2 0-81 0,3 0 40 16,-1 0 16-16,4 0-75 0,-2 0 43 16,-8 0 17-16,-1 4 0 0,-1 3-6 15,-5 2 24-15,-2 3-13 0,-4 3 45 0,-7 2-10 16,-1 2-25-16,0-1-10 0,-1 5 161 0,-15 1-66 16,-2-3-36-16,-3 2-6 0,-6-5 80 0,1 1-37 15,-4-6-24-15,1 0-83 0,1-3 27 0,1-4 17 16,4-4-223-16,0-2 110 0,5 0 59 15,3-2 17-15,4-14-347 0,5-6 162 0,6-5 92 16,2-12 28-16,18-2-142 0</inkml:trace>
  <inkml:trace contextRef="#ctx0" brushRef="#br0" timeOffset="119293.62">21179 9784 1008 0,'11'0'0'0,"-5"0"0"0,-3 0 0 0,-1 4 0 0,-2 0 0 0,-4 3 0 0,-12 5 158 0,-5 2-63 0,-5 4-31 0,-4 0 108 16,-6 4-74-16,6-2-33 16,-2 0 56-16,0 2-45 0,2 0-21 0,9-6 8 15,1 1 31-15,3 0-31 0,6-2 0 0,5 4-31 16,5-1 46-16,1 5-15 0,0 3-8 0,5 0 17 16,6 3-39-16,3 3-1 0,0 0 1 15,-1 2 32-15,1 0-32 0,-3-1 0 0,-1 1-74 0,-3-1 38 16,-3 4-1-16,-1-6 45 0,-1 0-283 0,-2-4 122 15,0-6 69-15,0 0 12 0,0-4-185 0,0-8 78 16,0-1 69-16,0-5-375 0,0-3 210 16,-4 0 104-16,3-2 53 0</inkml:trace>
  <inkml:trace contextRef="#ctx0" brushRef="#br0" timeOffset="119603.42">20891 10203 884 0,'0'-11'0'0,"0"3"0"0,14 3 0 0,6-5 0 0,6 3 0 0,1-3 0 0,3 1 178 0,0 3-73 0,4 1-36 0,-1 1 9 16,1 0 67-16,1 3-55 16,-1-1-29-16,-3-1 0 0,1 3 14 0,-8 0-14 15,2 0-7-15,-1 0 7 0,-4 0-28 0,-5 0 0 16,0 0 0-16,-7 0 92 0,-2 0-50 0,2 0-21 16,-8 6 91-16,1 2-56 0,0 3-28 0,-2 2 8 15,0 2 161-15,0 4-98 0,0 1-50 0,0 7-25 16,0-1 105-16,2 1-57 0,0 4-40 0,3-1-6 15,2 2 1-15,2 0-27 0,-2 0-84 16,0 0 50-16,0 0 12 0,0 0 1 0,0-2-187 0,-1 0 104 16,-3-5 61-16,1-1 16 15,-2-2-324-15,-1-3 157 0,1-6 38 0,-2-1 53 16,0-5-273-16,0-2 159 0,0-1 75 0,0-4-99 16,-7 0 88-16,-2 0 43 0,0-2-353 0,-3-9 203 15,1-4 97-15</inkml:trace>
  <inkml:trace contextRef="#ctx0" brushRef="#br0" timeOffset="119878.5">21181 10381 642 0,'0'6'0'0,"0"-3"0"0,0 1 0 0,0-2 0 15,0 0 0-15,0-2 0 0,0 0 0 0,0 0 0 0,0 0 108 0,0 0-42 0,-4 0 0 0,-2 0-67 0,1 0 34 0,-1 0 0 16,1 0 8-16,-1-4-43 0,3-3 0 15,1-1 35-15,2-1-34 0,0 0 33 0,0 3 9 16,9-2-8-16,4 3-34 0,4 3 0 16,-1 0 16-16,5 2 11 0,-2 0 29 0,-2 5-6 15,0 7-34-15,-4 1 7 0,-6 0 28 0,1 2 0 16,-4 0-5-16,-4 0-40 0,0-1-1 0,0-1 25 16,-7-3 1-16,-7 0-1 0,-2-3 4 0,-2-1-4 15,-1-4-51-15,-1-2 24 0,1 0-2 0,3 0 25 16,0-3-284-16,5-4 120 0</inkml:trace>
  <inkml:trace contextRef="#ctx0" brushRef="#br0" timeOffset="127837.3">2813 8329 290 0,'0'0'0'0,"0"-2"0"16,0 0 0-16,0-2 0 0,0 3 0 0,0-4 0 0,0 2 0 0,0 1 116 0,0 0-42 0,0 0-2 0,-3 0 0 15,3 2-39-15,0-2 8 0,-2 2 18 0,0 0 1 16,1-2-27-16,-1 2 0 0,-1-1 20 15,0 1 9-15,1-3-29 0,-1 2-1 0,0 1 31 16,-2-2-1-16,4 1-29 0,-4 1 8 0,2-2 17 16,1 2 1-16,-1 0-8 0,-2 0-18 0,0 0-1 15,3 0 9-15,-3 0-9 0,0 0 1 0,1 0-1 16,0 0 1-16,-1 0-35 0,0 0 43 0,-1 2-9 16,3 1 1-16,-2 1-45 0,0-1 22 0,2 1-10 15,-2 0 8-15,-2 0-6 16,2 2 15-16,0-1-16 0,0 1 21 0,0 1 0 15,-1-2-8-15,1 3 5 0,-1-1-11 0,-2 1 10 16,3 1-4-16,0-1 24 0,-1 2-19 0,0-3-1 16,-1 4 3-16,2-3 5 0,1 1-6 0,-1 1 3 15,0 1-10-15,-1 0 6 0,1 1 0 0,2 1-25 16,-2-1-1-16,0 2 29 0,0 1-6 0,1 1 18 16,1 0-18-16,-2-2 1 0,2 4-4 0,-1-4 20 15,3 3-16-15,-4 1-1 0,5-1 0 16,0-1 22-16,0 4-22 0,0-4 5 15,0 3 13-15,0-1-16 0,0 1 2 0,0 2 13 16,0-2-12-16,0 3 4 0,0-2-3 0,0 0-1 16,6 1-1-16,-2-4 1 0,-1 1 0 0,3-1 7 15,0-2-7-15,-1 2 0 0,3-2 2 0,-1-2-10 16,2 2 8-16,-3-2 5 0,4 2 7 0,0-1-11 16,2-2-1-16,-4 0 22 0,2 0-21 0,1-1 6 15,2-2-8-15,-2 0 35 0,3 1-30 0,-1-3-1 16,1-2 3-16,2 1-22 15,-2-2 22-15,4 0-2 0,-1-3 5 0,-1-1-28 16,0 0-1-16,0 0 29 0,1 0-33 0,-1 0 25 16,0 0-4-16,1-1-7 0,-2-5 8 0,0 0 5 15,3-2-10-15,-2 0-8 0,-2-2 9 0,2 3 2 16,-2-2 0-16,0-2-23 0,-1 1 22 0,-1 0 0 16,0 1 0-16,-1 0-10 0,-1-3 9 0,-1 1 4 15,2-1-45-15,-2-2 40 16,3 1-4-16,-4-3-27 0,2 1 27 0,-1 0 4 15,-1 1-6-15,0-1-32 0,0 0 32 0,1-2 0 16,-2 1-5-16,-1 4-17 0,1-3 19 0,-3 1 0 16,-1 3-2-16,2-2-10 0,-3 3 9 0,1-1 3 15,-2 0-23-15,1 2 21 0,0-3-3 0,-1 1-8 16,1 2 8-16,1-4 1 0,-3 3 0 0,0-1 36 16,0-1-36-16,0 1 1 0,0 2-1 0,0-4 9 15,0 1-8-15,0 1 1 16,0 0 2-16,-6 0-13 0,2 1 13 0,-2-3 2 0,3 1-53 15,-2 3 22-15,-1-2 1 0,-2 1 24 16,3 0-75-16,-3-2 31 0,2 2 0 0,-2-3-12 16,3 3 21-16,-3-2-13 0,3 3 26 0,-4-3 5 15,3 1-4-15,-4 0-8 16,3 1 7-16,0 2 22 0,-1-2-6 0,-2 1-15 0,4 1 32 0,-5 0-27 16,4 1-3-16,1 1 36 0,-6 0-3 0,3 0-21 15,3 3-7-15,-4-1 33 16,0 0 0-16,1 1-22 0,0 1-7 0,-2-2 38 15,3 2-1-15,-3 1-27 0,1-1-3 0,1 0 28 16,-1 0 1-16,1 1 5 0,1-2-29 0,0 2 5 16,0-1-4-16,-1 2 40 0,2 0-35 0,2 0 2 15,-3 0-3-15,2 0-1 0,0 0 2 0,-1 0 4 16,1 0-1-16,1 0-37 0,-2 0 34 0,2 0-1 16,-2 0-19-16,2 0 17 0,-1 2 3 15,1-1-4-15,2 2-7 0,-3-2 5 16,1 1 2-16,0 0-26 0,2 0 26 0,-2 1-5 15,0 0 3-15,-1-2-28 0,3 1 26 0,-3 0 0 16,2-1 1-16,0 2-10 0,2-2 9 0,-3 1-2 16,2-2 1-16,-1 2-36 0,-1 0-1 0,1-2 32 15,3 1-99-15,-2 2 44 0,-2-2 26 0,2 1-113 16,1 2 67-16,-1-2 21 0,0 4 1 0,3 1-418 16,0 4 221-16,0 5 103 0</inkml:trace>
  <inkml:trace contextRef="#ctx0" brushRef="#br0" timeOffset="129830.77">3257 7757 971 0,'0'-9'0'0,"0"0"0"0,0-1 0 0,0 3 0 0,0 4 0 0,0-2 0 0,0 4 185 0,0-1-76 0,0 2-38 0,5 2 0 15,0 14 16-15,0 11-32 0,-2 3 1 0,-2 9 83 16,0 3-53-16,-1 3-26 0,0-4 7 15,0 12 14-15,-2-8-25 0,-1-10 1 0,3 3 12 16,0-5 0-16,0-8-28 0,0-3-8 0,3-5-30 16,4-3 1-16,0-7 29 0,6 0 0 0,1-7-114 15,-1 0 53-15,6-7 31 0,0-14-313 0,0-3 147 16,0-2 85-16,-3 5 14 0,1 3-267 16</inkml:trace>
  <inkml:trace contextRef="#ctx0" brushRef="#br0" timeOffset="131125.12">2573 8208 295 0,'0'0'0'0,"0"0"0"0,0 0 0 0,0 0 0 0,0 0 0 0,0 0 95 0,0 0-32 16,0 0 1-16,0-1-23 0,0-2 54 0,0 3-31 15,0 0 0-15,0 0-2 0,0 0 0 0,0 0-21 16,0 0-9-16,0 0 44 0,0 0-22 0,0 0 0 16,0 0-21-16,0 0 32 0,0 0-8 15,0 0-24-15,0 0-41 0,0 0 41 0,0 0 0 0,0 0-31 16,0 0-7-16,0 0 38 0,0 0 39 16,0 0-26-16,0 0-13 0,0 6 6 15,0 2-7-15,0-1-11 0,0 1 44 0,0 1-42 16,0-1 13-16,0 1 22 0,0 1-27 0,0-2 4 0,0 0 7 15,0 3-9-15,0-1 8 0,0 2-29 16,0 1 21-16,0-1 0 0,0 5-41 0,-5 0 37 16,1 1 12-16,-1 1-8 0,1-1 0 0,0-1-34 15,2 3 31-15,-3-7-6 16,1 1 12-16,1 0-50 0,3-5-1 0,0-1 34 16,-2-2-33-16,2 0-3 0,0-2 41 0,0-2-12 0,0-2-31 15,0 0 31-15,0 1 3 0,0-1-17 16,0 0 18-16,0 0-7 0,0 0-3 15,0 0 2-15,0 0 3 0,0 0-2 16,0 0 3-16,0 0-2 0,0 0-1 0,0 0 15 0,0 0-14 0,0 0 0 16,0 0 9-16,0 0-18 15,0 0 10-15,0 0 0 0,0 0 0 0,0 0-34 0,0 0 36 0,0 0-4 16,0 0 1-16,0 0-1 0,0 0 36 16,0 0 1-16,0 0-33 0,0 0 29 15,2 2-1-15,3-2-27 0,2 0-1 0,-1 0 69 16,1 0-22-16,5 0-5 0,0 0 19 0,1 0-20 15,1 0 1-15,2 0-62 0,1 0 49 16,-3-2-9-16,4 1 0 0,-5-1-63 0,4 1 30 0,-3-2-1 0,-3 3-15 16,4 0 18-1,-5 0-11-15,2 0-76 0,-4 0 44 0,0 0 26 0,-2 0-17 0,-3 0-65 16,-1 0 40-16,1 0 25 16,-1 0-96-16,-1 0 55 0,-1 0 14 0,0 0-42 15,2-1-162-15,-2-5 115 0,1 1 58 0,1 2-267 16,3 1 155-16,2 2 88 0</inkml:trace>
  <inkml:trace contextRef="#ctx0" brushRef="#br0" timeOffset="134981.44">9514 11839 659 0,'-4'-4'0'0,"2"2"0"0,2 1 0 0,-2-2 0 0,2 3 102 0,0 0-35 15,0 0 0-15,0 0 149 0,0 0-96 0,0 10-43 16,0 5-23-16,4 5 129 0,0 0-67 0,1 11-46 15,1-3 0-15,2 2 27 0,-3 2-32 0,1 0-1 16,-1 0-27-16,1 3-4 0,-1-2-1 0,2 2-32 16,-4-1 0-16,-1-1 33 0,0-4 8 15,0 3-134-15,0-10 63 0,-1-1 31 0,-1-2 0 16,2-9-283-16,-2-1 116 0,0-6 83 16,2 1 2-16,-2-4-296 0,2-2 173 0,-2-18 85 15,2-6-175-15,-2-5 134 0,0-10 64 0</inkml:trace>
  <inkml:trace contextRef="#ctx0" brushRef="#br0" timeOffset="135233.78">9478 11899 995 0,'-13'-25'0'0,"2"5"0"0,0 5 0 0,4 5 0 0,2 1 0 0,1 1 0 0,4 2 0 0,0 1 187 0,2 0-77 0,17-3 187 0,4 0-133 16,4 1-65-16,5 1-25 0,10 3 73 16,-3 3-57-16,0 0-29 0,0 11 0 0,-2 10 37 15,-7-1-25-15,6 13-7 0,-8 0-34 0,-3 2 20 16,-5 3-19-16,-5 3-1 0,-4-4-18 0,-5 13-8 15,-5-7 27-15,-1-2-1 0,-3-1 4 0,-8-7-3 16,-7 5 8-16,1-6 28 0,-7-2-36 16,-2-4-1-16,0-5-2 0,-3-3-19 0,1-5 3 15,1-5 17-15,-2-4-3 0,-1-4-159 16,4 0 73-16,5 0 40 0,3-7-315 0,-1-5 166 16,6-1 66-16,3-3-309 0,4-2 188 0,5 0 95 15,1-3 39-15,1-3-323 0,12 1 189 0,8-2 95 0</inkml:trace>
  <inkml:trace contextRef="#ctx0" brushRef="#br0" timeOffset="135401.4">10135 11809 1796 0,'4'0'0'0,"-2"0"0"0,0 0 0 0,-2 0 0 0,0 0 0 0,0 0 0 0,0 0 0 0,0 0 308 0,0 0-137 0,0 0 92 16,3 0-116-16,5 1-48 0,2 1-38 0,-1 4-405 15,3-1 188-15,-2 5 95 0,0 1 46 0,1 4-694 16,-1 2 367-16</inkml:trace>
  <inkml:trace contextRef="#ctx0" brushRef="#br0" timeOffset="135544.84">10197 12177 1689 0,'-7'14'0'0,"3"0"0"0,3-3 0 0,-1-3 0 0,0 0 0 0,2-3 0 0,0-2 0 0,0 0 330 15,0-2-149-15,2 2 257 0,3-1-203 0,2 1-93 16,-1-3-58-16,1 1-360 0,1 1 154 0,0 0-809 16,3 2 482-16,0 4 249 0</inkml:trace>
  <inkml:trace contextRef="#ctx0" brushRef="#br0" timeOffset="137169.31">11171 11489 617 0,'0'0'0'0,"0"0"0"0,0 0 0 0,0 0 0 0,0 0 0 0,0 0 0 0,0-2 67 0,0 1 1 0,0-2-35 0,1 0 154 15,1 1-69-15,0 0-47 0,-2 0 1 0,0 0 90 16,2 2-64-16,-2 0-33 0,0 0 79 0,0 0-60 16,0 0-26-16,0 0-3 15,2 0-1-15,-1 0-13 0,5 9-8 0,-2 3 58 0,-1 5-29 16,2 3 5-16,-2 7 1 16,-1 1-27-16,0 6-52 0,-2 6 23 0,0 0-1 0,0 2 21 15,-4 1-38-15,-1-4 9 0,-3 10 29 0,-1-6 1 0,0-7 15 16,-3 4-18-16,1-6 1 15,-2-2 59-15,-1-6-36 0,5-5-1 0,-3-3-38 0,5-7 142 16,0-1-62-16,3-5-23 0,2 0-8 16,1-5 117-16,1 0-75 15,0 0-36-15,0 0-12 0,0 0 8 0,5 0-33 0,14 0-1 16,1-3 104-16,5-3 106 0,3-2-242 0,-2 1 0 0,6-2 0 16,-2 4 0-16,-1-1 0 0,-1 4 0 15,-4 0 0-15,-2 1 0 0,3 1 0 0,-2 0 0 16,-5 0 0-16,-1 0-203 0,-2 1 105 0,-5 3-403 15,-1 1 227-15,-3-4 124 0,-3 2 43 16,1-1-439-16,-2-2 256 0,-1 0 121 0,1 0 72 16,3 0-406-16,-1-2 235 0,1-17 117 0</inkml:trace>
  <inkml:trace contextRef="#ctx0" brushRef="#br0" timeOffset="137643.57">11670 11492 1286 0,'5'-3'0'0,"3"3"0"0,0 0 0 0,-3 0 0 0,-1 0 0 0,0 4 0 0,-2 6 0 0,-1-1 209 0,1 3-88 0,-2 6-44 0,0 1 208 0,0-1-118 15,0 7-71-15,-2-4-20 16,-3-2-21-16,-2 1 0 0,-3-2-23 0,2-4-16 16,3-7-9-16,-2 4 26 0,-2-5 0 0,4-3 12 15,-1 2-4-15,3-5-9 0,1 1 75 0,2-1-38 0,-2 0 0 16,2 0-36-16,0 0 91 0,0 0-50 15,6 0-21-15,11 0 38 0,3 0-29 0,5 0 0 16,-3 0-21-16,10 0 24 0,-4 0-1 16,3 0-31-16,-1 0-1 0,0 0-13 0,-7 4 22 15,6 2-8-15,-3-1-48 0,-5 1 24 0,2 0-1 16,-3 0 25-16,-1-3-63 0,-3 3 27 16,-2-2 10-16,-5-1-62 0,1-1 32 0,-2 2 21 0,-3-2-7 15,-1 0 54-15,-3 0-43 0,3 1 7 0,-2 1-13 16,0 2 146-16,1 1 101 0,0 5-243 0,-1 1 0 15,0 4 0-15,1-2 0 0,-1 7 0 16,2-1 0-16,-2 1 0 0,1 1 0 0,1 1 0 16,0-1 0-16,-3 0 0 15,2-1 0-15,-1 0 0 0,0-1 0 0,-2-2 0 0,0-2 0 16,0 0 0-16,0-4 0 0,-7 0 0 0,-2-2 0 16,-2 0 0-16,-2-4 0 0,-4 2 0 0,-2-4 0 15,-1-1-209-15,-3-2 169 0,-3-2-411 0,3 0 210 16,-2-6 104-16,4-13 44 0,0-7-571 0,-4-12 315 15,3-6 159-15,1-15 78 0</inkml:trace>
  <inkml:trace contextRef="#ctx0" brushRef="#br0" timeOffset="137811.14">11633 11503 932 0,'0'0'0'0,"1"0"0"0,1 1 0 0,0 1 0 0,0 1 0 0,5 0 0 0,5-3 456 0,4 0-212 16,7 0-105-16,0 0 140 0,4 0-127 15,2 0-59-15,-3 0 180 0,2 0-120 0,-7 0-52 16,4 0-39-16,-1 0-179 0,-4 0 74 0,1 0 39 16,-2 5-480-16,-2 2 267 15,-4 3 121-15,-1 3-593 0,-5 1 341 0,-2 1 120 0</inkml:trace>
  <inkml:trace contextRef="#ctx0" brushRef="#br0" timeOffset="137991.66">11686 11925 483 0,'-9'5'78'0,"4"1"-39"0,1 0-1 0,2-4 162 16,1 0-84-16,1-2-33 15,0 0-29-15,3 1 432 0,18-1-227 0,3 0-112 0,6 0-58 16,4 0 298-16,-1-3-182 0,6-4-86 0,-6 2-177 16,1 2 45-16,-2 0 23 0,0 3 8 15,-2 0-514-15,0 0 264 0,-4 0 133 0,3 6-262 0,-9-1 196 16</inkml:trace>
  <inkml:trace contextRef="#ctx0" brushRef="#br0" timeOffset="138247.94">12485 11435 993 0,'-6'0'0'0,"4"0"0"0,2 0 0 0,0 0 0 15,0 6 0-15,0 8 439 0,0 7-203 0,0 4-102 0,0 8 255 0,0 11-178 0,0 1-81 0,0 7-53 16,0 12 84-16,-1-2-64 16,-1 1-32-16,0-12 0 0,0 6 20 0,2-6-31 15,0-7 1-15,0-10-22 0,4 0-18 0,3-12 26 16,3 1-8-16,1-7-113 0,-2-7 57 0,1-3 27 16,-1-5-171-16,2-1 96 0,3 0 45 0,-1-15-12 15,-1-5-103-15,2-4 38 0,-1-5 47 0,2-3-19 16,2-1-427-16,2-7 235 0</inkml:trace>
  <inkml:trace contextRef="#ctx0" brushRef="#br0" timeOffset="139639.97">13079 11337 460 0,'-7'-2'67'15,"4"0"-34"-15,1 0 0 0,0 2-33 0,2 0 229 16,-2 0-98-16,1 0-49 0,-1 4 349 16,2 9-204-16,0 4-96 0,0 4-50 0,0 5 314 15,0 3-181-15,0 2-83 0,0 3 112 0,0 2-105 16,-2 1-53-16,-2 7-26 0,1-3 0 0,-3-2-18 16,0 12-8-16,2-2-490 0,-1 0 246 15,3 0 121-15,-2-3 62 0,4-8 38 0,-2-2-240 16,2-14 71-16,0-5 85 0,0-2-500 0,0-8 271 0,2-7 126 15,4-3-236-15,-1-17 190 0</inkml:trace>
  <inkml:trace contextRef="#ctx0" brushRef="#br0" timeOffset="140031.93">12960 11314 1264 0,'0'-25'0'0,"0"5"0"0,0 4 0 0,0-2 0 0,6 2 0 0,5-1 0 0,8 0 0 16,4 4 415-16,5 2-192 0,6-1-94 0,1 5-41 0,10-4 124 15,1 9-90-15,2-1-44 0,-3 2-23 16,2 1 114-16,-7 0-60 0,6 0-43 0,-10 0-69 16,2 1 36-1,-2 3 0-15,-6 0-59 0,-7 0 37 0,2 2-8 16,-4-3 7-16,-5 1 23 0,-4 0 0 0,-3-2 141 0,-1 2-120 16,-4-3-21-16,-2 2 68 0,0-3-33 15,0 1-6-15,-2-1-23 0,0 2 135 0,0 2-70 16,0 2 125-16,0-1-229 0,0 6 0 0,0 0 0 15,0 5 0-15,0 1 0 0,0 3 0 0,0 5 0 16,0 3 0-16,2-1 0 16,-2 7 0-16,1 3 0 0,1 6 0 0,0-2 0 0,0 0 0 15,0-1 0-15,1 9 0 0,-1-4 0 0,2 1 0 16,-2-2 0-16,0-1-202 0,0-5 87 0,0-1 53 16,0-3 25-16,-2-2-254 0,0-10 130 15,0-1 64-15,0-6 23 0,0-3-272 0,0-3 157 0,-2-1 77 16,-4-5-329-16,-2-2 204 15,-3-1 94-15,-2 0 59 0,0-4-178 0,-6-13 114 0,1-4 58 16,-9-11-377-16</inkml:trace>
  <inkml:trace contextRef="#ctx0" brushRef="#br0" timeOffset="140209.44">13122 11433 1047 0,'-25'0'0'0,"11"0"0"0,2 0 0 0,3 0 0 0,5 0 0 0,0 0 0 0,4 0 0 0,0-2 554 15,11 0-252-15,14-1-139 0,1-1 336 0,4 0-233 0,6 0-117 0,7-1 87 16,-7 1-93-16,3-1-60 0,1 4-24 16,-3-1-50-16,-3-2 1 0,0 3 22 0,-8-1 9 15,6 0-387-15,-10 2 190 0,-2 0 94 0,-4 0-629 16,-6 0 353-16,-1 0 79 0,-3 4 122 0,-5 1-500 16</inkml:trace>
  <inkml:trace contextRef="#ctx0" brushRef="#br0" timeOffset="140370.29">13297 11579 1927 0,'-14'10'0'0,"5"-3"0"0,2 1 0 0,1-5 0 0,2 0 0 0,2-2 55 0,2-1-22 16,0 0-1-16,2 0 9 0,11 0-8 0,2 0 123 16,4 0-62-16,2 0-30 0,-3-1-101 0,3-4 43 15,0 2-9-15,-3-1-481 0,0 0 259 0,-2 3 128 0,-2 1-590 16,-9 0 329-16</inkml:trace>
  <inkml:trace contextRef="#ctx0" brushRef="#br0" timeOffset="140592.73">13285 11723 890 0,'-15'3'0'0,"4"0"0"0,3 0 0 0,1-2 0 0,3-1 33 0,4 0 0 0,0 0 245 0,6-1-122 0,13-5-54 15,7-2 87-15,2 0-78 0,2 3-39 0,0-1 0 16,0 5-40-16,-7 1 9 15,5 0-99-15,-9 5 46 0,-1 7 22 0,-4 1 0 16,-3 3 23-16,-6 2-135 0,-3 0 63 16,-2 3 36-16,0 1 0 0,-13-1-111 0,0-6 40 15,-4 0-82-15,0-2 74 0,-3-6 21 0,1 0 21 0,0-7-90 16,2 0 49-16,2-2 13 0,0-19-184 16,4-3 110-16,1-14 55 0,5-3 26 0</inkml:trace>
  <inkml:trace contextRef="#ctx0" brushRef="#br0" timeOffset="140881.96">13281 11205 1408 0,'0'-3'0'0,"0"3"0"0,0 0 0 0,0 15 0 0,0 6 0 0,0 5 0 0,6 4 256 0,2 5-112 0,-1 7-55 0,0 1 231 0,1 0-144 16,0-4-63-16,-1 12-247 0,1-7 84 0,-3-1 41 16,-1-2-804-16,-3-6 791 0,2 3 35 15,-1-4-8-15,-2-2 28 0,0-3-232 0,-2-7 117 16,-10-1-16-16,-4-4 54 0,-5-3-109 0,-2-2-124 0,-1-4 122 15,0-1 61-15,-1-2 166 0,4 1-60 16,-3 0-19-16,4 1 445 0,1-1-235 16,2 2-118-16,7-5 562 15,3 3-316-15,3-5-116 0,4 3-91 0,0 4 127 0,2-2-109 0,11-1-55 16,8 1 304-16,9-2-182 0,4 0-89 0,6-3-43 0,6-1 194 16,-1 0-271-16,4-1 0 0,0-7-503 15,-1-3 285 1,2 1 125-16,-6-1 63 0,2 1-842 0,-9 1 452 0,2 0 155 0,-1-1-1257 15,0 1 1477-15</inkml:trace>
  <inkml:trace contextRef="#ctx0" brushRef="#br0" timeOffset="141086.53">14048 11410 1890 0,'0'-11'0'0,"5"8"0"0,9-3 0 0,2 0 0 0,3-2 0 0,2 1 0 0,1 0 291 0,5-1-129 0,-1 1 70 15,8-3-100-15,-1 1-41 0,3-1-33 0,-4 6-265 32,0-5 120-32,-2 5 68 0,-9 1-157 0,2 1 113 15,-5 0 43-15,-4 0 27 0,-4 2-394 0,-4 0 203 16,-1 0 100-16,-4 0-9 0,-1 0 45 0,-1 0-88 0,-13 0 52 0,-3 0-268 16,-4 4-91-16</inkml:trace>
  <inkml:trace contextRef="#ctx0" brushRef="#br0" timeOffset="141683.54">14155 11358 850 0,'-32'14'0'0,"6"4"0"0,1 1 0 0,8-5 0 0,1 2 0 0,0 0 0 0,1 0 67 0,5 0 177 0,-1 3-105 15,4-1-53-15,0 2 165 0,0 1-109 16,2-3-46-16,3 1-36 0,-1-2 44 0,3-4-35 0,0-4 0 0,0 1-46 16,0-7 18-16,0 2-8 0,7-5-41 15,7 0 1-15,2 0 40 0,1-2-1 16,4-2-51-16,-3 0 21 0,3-1 0 0,0 4-35 15,-2 1 32-15,0 0 2 0,-3 8-37 0,-2 7 19 16,-5 5-1-16,-4 4 17 0,-3 3 10 16,-2 3-17-16,0 0 13 0,-11-1-5 0,-6 2 35 15,-1-4-2-15,-3-2-30 0,0-5-1 16,3-5 2-16,-7-4 29 0,4-4 0 0,-1-3-20 0,3-4-174 16,2 0 81-16,4-7 41 0,0-15 19 0,5-1 0 15,6-9-338-15,2-11 167 0,0-3 64 0,0-8-226 16,8-10 164-16,3 0 78 15,-2-3-79-15,3-6 79 0,-1-2 39 0,2-1-98 16,1 3 73-16,-3 7 42 0,0 15 55 0,-1 12 196 16,0 2-119-16,-2 12-63 0,2 4 496 15,-1 10-271-15,2 6-132 0,1 5 498 0,0 0-279 16,8 20-138-16,-2 14-82 0,3 6 339 0,2 18-206 0,-2 3-103 0,-1 9 64 16,2 2-75-16,1-1-51 0,-1-3-20 15,1-3 81-15,0-5-51 0,1-2 129 0,-4-9-561 16,5 2 264-16,1-2 58 15,-1-8 30-15,-5-9-1 0,-5-6-410 0,2-6 215 16,-2-4 113-16,-7-8 27 0,1-5 37 0,-3-3-513 16,-2 0 239-16,-2-17 132 0,-2-5-28 15,0-10 76-15,0-7 38 0,-2-3 0 0,-4 1-151 0,-2-8 98 16,1 13 46-16,-1 3-23 0,-1 10 34 16,-1 3 0-16,1 8 26 0,-2 3 280 0,-1 6-135 0,0 3 298 15,-2 3-218-15,-2 15-85 0,0 0-65 0,-2 10 30 16,1 1 127-16,0-1-39 15,-2 6-60-15,0 0-30 0,1-2 7 0,0-3-8 0,6-9-29 16,-2-1-267 0,7-10 133-16,1-2 68 0,1-7 41 0,3 0-588 0,2-20 294 0,0-17 88 15</inkml:trace>
  <inkml:trace contextRef="#ctx0" brushRef="#br0" timeOffset="141806.22">14341 11054 1384 0,'2'-25'0'0,"0"14"0"0,0 1 0 0,3 7 0 0,-1 1 0 0,1 2 296 0,3 0-123 0,0 7-75 0,3 4 413 16,-2 5-240-16,3 2-118 0,-2 5-67 16,4 2-18-16,1 2-8 0,2 4-27 0,5 2-762 15</inkml:trace>
  <inkml:trace contextRef="#ctx0" brushRef="#br0" timeOffset="142368.66">14981 11179 847 0,'-18'-11'0'0,"6"8"0"0,8 0 0 0,4 3 0 0,0 0 0 0,2 0 0 0,10 0 271 0,4 0-124 16,11 0-57-16,5 0 305 0,10-1-182 15,-2-3-90-15,-2-2-37 0,13-1 158 0,-8-1-105 0,0 2-54 16,-9 1-100-16,2-1 32 16,-4 2-9-16,-4 3 25 0,-5 1-288 0,-3 0 144 0,-3 0 72 0,-6 0 44 15,-2 7-266-15,-3 3 127 0,-4 5 80 0,-2 0-62 16,0 0-539-16</inkml:trace>
  <inkml:trace contextRef="#ctx0" brushRef="#br0" timeOffset="142542.19">15340 11219 1137 0,'0'-2'0'0,"0"2"0"0,0 0 0 0,0 6 0 0,-2 6 0 0,-7 6 0 0,1 5 0 15,-3 6 0-15,-2 7 406 0,-2-2-178 0,-4 9-102 0,-3 0-47 0,-1 0 146 0,0 0-97 16,-1 1-47-16,3-9-16 0,-5 7-69 0,7-12 1 15,-1 0 36-15,2-5-284 16,6-11 143-16,0-3 78 0,3-5 27 0,3-6-495 16,3 0 261-16,3-8 51 0</inkml:trace>
  <inkml:trace contextRef="#ctx0" brushRef="#br0" timeOffset="142702.81">15087 11384 1230 0,'1'0'0'0,"3"0"0"0,1 0 0 0,3 9 0 0,-2 3 0 0,3-1 0 0,0 4 285 0,5-2-130 0,1 2-61 15,4 0 389-15,-1 3-225 16,3-6-113-16,-4 1-48 0,5 4 18 0,-5-4-41 16,4 1-20-16,-4-1-1 0,0-1-203 0,-2-2 100 15,-2 1-489-15,-3-3 286 0,-5-3 143 16,0 1 72-16,-3-2-620 0,-2-2 308 0,0 0 151 0</inkml:trace>
  <inkml:trace contextRef="#ctx0" brushRef="#br0" timeOffset="143010.01">14954 11238 1255 0,'-11'-4'0'0,"4"2"0"0,5 2 0 0,2 6 0 0,0 10 0 0,0 9 0 0,0 3 0 0,0 3 0 0,2 10 200 0,0 6-88 0,-2-2 55 0,0 1-66 16,0 2-35-16,-2-2 1 0,-7-8-7 0,-5 11-27 15,0-10-1-15,-2-7 1 0,0 0 11 16,-3-4-12-16,2-8 9 0,-2-3-8 0,4-3 82 0,4-5-42 15,2-4-19-15,3 0 180 16,3-3-93-16,0-2-58 0,3 0 89 0,0 2-70 16,12 1-35-16,6 1 1 0,7 1 137 0,5 1-90 15,3-1-41-15,9 3-21 0,-3-2 210 0,4 0-263 16,-3-1 0-16,10 1 0 0,-4 1 0 0,-3-1 0 16,1 0 0-16,-9 0 0 0,4-3 0 0,-3 3 0 15,-4-3 0-15,-2-1-510 0,-2-2 248 16,-5 0 134-16,-1 0-346 0,1 0 225 15,-2 0 108-15,-2-5 54 0,-1-4-595 0</inkml:trace>
  <inkml:trace contextRef="#ctx0" brushRef="#br0" timeOffset="143221.5">15674 11468 1643 0,'-12'-9'0'0,"7"5"0"0,5 3 0 0,0-1 0 0,0-1 0 0,8-2 312 0,5 2-139 0,6-3-70 16,1 0 197-16,8-1-138 0,3 1-64 0,0-1-33 16,1 1 165-16,0 0-90 0,2 2-58 0,-4 3-300 15,-4-1 126-15,-3 0 62 0,-2 2 32 0,-3 0-509 16,-6 0 267-16,-3 0 135 16,-3 0-580-16,-3 0 307 0,-1 0 172 0,-2 0 79 0</inkml:trace>
  <inkml:trace contextRef="#ctx0" brushRef="#br0" timeOffset="143563.29">15832 11025 612 0,'2'10'0'0,"0"12"0"0,-1 7 0 0,1 6 0 0,0 9 0 0,-2 2 0 0,0 9 356 0,2 1-162 16,-2 2-80-16,0-1 257 0,0-2-173 0,0-3-83 15,0 2 162-15,0-3-122 0,-4-6-61 0,2-7-22 16,-1-5 36-16,3-6-37 15,-2-3-1-15,2-8-37 0,0-7-32 0,0-3 7 16,0-4 25-16,0-2 0 0,-2 0-48 0,2-2 24 16,0-12 0-16,0-1-81 0,0-4 48 0,0 0 28 15,6-5-53-15,4 1-66 0,2-1 63 0,3-3 4 16,2-1-112-16,4 0 61 0,3-5 41 0,1 1 1 16,1-3-129-16,-3 5 69 0,7-5 46 0,-10 7 0 15,5-5-32-15,-3 5 36 0,-2 4-1 0,-6 7-58 16,0 1 50-1,-3 2 22-15,-2 7 0 0,0-2-2 0,-1 3-1 16,-2 2 16-16,1 2-17 0,-2 0 0 0,4 0 25 0,-2 1 1 16,0-3-43-16,0-2 14 0,3 1 7 0,-2-2 21 15,-1-4-35-15,-2 4 0 0,-1 0 27 0</inkml:trace>
  <inkml:trace contextRef="#ctx0" brushRef="#br0" timeOffset="143911.34">16119 11281 636 0,'-11'5'0'0,"4"1"0"0,0 0 0 0,0-3 0 0,4 1 0 0,-1 0 0 0,2-2 0 0,0 1 323 0,2-2-150 16,0-1-69-16,0 2-36 0,0-2 238 0,0 0-137 16,0 1-60-16,0 1 29 0,2 0-53 0,2 0-26 15,3 0 59-15,-1 0-43 0,4-2-12 0,-1 1-9 16,1-1-58-16,-1 0 0 15,-2 0 37-15,2 0 0 0,-1 0-67 0,0 0 29 16,-1 0 1-16,-2 0-34 0,1 0 35 0,-1 0 1 16,-2-1-6-16,-1 1-3 0,0-2 11 15,0 2 11-15,-1 0 16 0,1-2-20 0,0 2-8 16,2-2 7-16,1 0 63 0,3-3-29 0,1-1 9 0,4-2-38 16,1 1 67-16,2-1-32 0,2 1 15 0,-2-3-39 15,1 5 3-15,-2-2 1 0,-3 3 17 0,1-1-154 16,-2 4 65-16,-2 0 34 15,-1 1-144-15,-3 0 84 0,0 0 32 0,-3 0 23 16,-2 7-514-16,0 4 248 0,0 0 126 0,0 3 62 16,-5-2-397-16</inkml:trace>
  <inkml:trace contextRef="#ctx0" brushRef="#br0" timeOffset="144300.31">16076 11524 1547 0,'-11'6'0'0,"3"1"0"0,1 0 0 0,1 4 0 0,1-4 0 0,3 5 0 0,2-1 0 0,0 2 254 0,0 3-115 0,0 0-53 0,0-2 99 15,2 3-75-15,2-2-39 0,1-2 8 0,2 1-92 0,-3-3 23 16,2-3 0-16,0-4-300 0,-1-1 161 16,1-3 89-16,-3 0 33 0,1 0-370 0,1-11 200 0,-4-6 32 15,1-2-172-15,-2-3 134 16,0-6 79-16,0 3 36 0,0 0 9 0,0 0-1 15,0 4 27-15,-3 0-8 0,-2 7 114 0,3 5-53 16,0 0-26-16,2 4-1 0,0 1 301 0,0 2-171 16,0 1-74-16,2 1 387 0,10 0-208 0,-1 0-69 15,0 0 56-15,1 0-83 0,-1 0-54 0,1 7-23 16,-3 2 7-16,-2 0-29 0,-2 1 0 0,-1-2 8 16,-2 2-74-16,-2 0 34 0,0 0-1 15,0 1 33-15,-11 1-70 0,-2-1 44 0,-2-3-9 0,-2 2 67 16,2-2-34-1,0-2-37-15,3-2 56 0,3-1-7 0,2-1-22 0,2-2-9 16,3 0-161-16,2 0 80 0,0 0 42 0,7-5 9 16,8-5-266-16,4 0 135 0,-1 1 73 0,3 6-591 15</inkml:trace>
  <inkml:trace contextRef="#ctx0" brushRef="#br0" timeOffset="144466.84">16174 11865 1647 0,'-18'9'0'0,"0"1"0"0,6-5 0 0,-2 0 0 0,3-3 0 0,2-2 0 0,1 0 0 0,4 0 0 0,4 0 250 16,0-9-108-16,2-7-55 0,13-6-116 0,3-1 31 15,3-6 8-15,6-6 23 0,-2 1-469 0,-2 0 235 16,0 0 117-16,-2-1 58 0,-7 1-217 0,4-13 133 16</inkml:trace>
  <inkml:trace contextRef="#ctx0" brushRef="#br0" timeOffset="144768.47">16239 10964 1160 0,'-9'-8'0'0,"2"6"0"0,2 0 0 0,-2 2 0 15,3 4 0-15,1 13 0 0,3 11 0 0,0 12 262 0,0 6-114 0,0 9 364 0,5 13-244 0,5-2-117 16,1 5-60-16,2 0 330 0,1-3-194 0,-2-10-89 0,6 12-56 16,-4-20 46-16,4 6-47 0,-2-1-24 0,0-4-120 15,-2-3 56-15,2-1 16 0,-5-11 0 16,-1-2-436-16,-1-13 231 0,-4-7 114 15,2-2-540-15,4-10 306 0,-6-2 100 0,2-11 92 16,1-18-153-16,-3-9 121 0,-2 2 54 0,0-14 39 16,-1 3-14-16,0 2 23 0,-2 9-1 0,0 2 160 15,0 11-77-15,0 0-26 0,0 9 0 0,0 4 124 16,-5 6-80-16,-4 2-39 0,-2 2 360 0,-4 6-186 16,-1 16-34-16,-7 6-66 0,0 4 151 15,-1 2-99-15,2-2-42 0,-7 9-34 0,8-10-133 16,-1-2 54-16,3-3 27 0,5-11-452 15,4-3 248-15,2-7 112 0,3-5 44 0</inkml:trace>
  <inkml:trace contextRef="#ctx0" brushRef="#br0" timeOffset="144901.12">16457 11003 2169 0,'2'0'0'0,"10"0"0"0,2 9 0 0,-2 0 0 0,-1 3 0 0,-2 1 0 0,1 2 0 0,-2 0 0 0,-1 2 301 0,0 1-135 16,3 7-66-16,-2 0-710 0</inkml:trace>
  <inkml:trace contextRef="#ctx0" brushRef="#br0" timeOffset="150071.16">19512 11331 993 0,'0'0'0'0,"-5"2"0"0,5 3 0 0,0 4 0 0,0 2 0 0,0-2 0 0,0 6 0 0,0 2 0 0,6 6 0 0,3-1 109 0,1 5-37 0,0-2-1 0,-1 3 33 15,-2 3-40-15,0 0 1 0,-1 2-41 0,0-1 9 16,-4-1 0-16,0 2 8 0,0-1-58 0,-2-1 25 16,0 1 0-16,0-3 25 0,0-3-125 0,0-7 71 15,-6 0 23-15,4-12-10 0,-4 0-287 16,0-7 122-16,1 0 83 0</inkml:trace>
  <inkml:trace contextRef="#ctx0" brushRef="#br0" timeOffset="150296.59">19443 11257 1003 0,'0'-11'0'0,"0"5"0"0,-2 4 0 0,2-2 0 0,0 0 0 0,0 0 0 0,6 1 0 0,9-1 353 0,4-1-161 0,5 2-79 0,-1 2-41 16,0-2 162-16,5 3-105 16,-3 3-48-16,-4 10-28 0,-1 4-21 0,-6 1 1 15,-6 3-69-15,0 9 30 0,-7-2 0 0,-1 4 39 16,-3-1-96-16,-13 0 48 0,-2 0 33 0,-3-1-10 15,2-7-54-15,-3-2-2 0,3-8 32 0,0 0-31 16,1-3-202-16,0-6 94 0,7-1 68 0,0 0-294 16,5-3 174-16,2 1 87 0</inkml:trace>
  <inkml:trace contextRef="#ctx0" brushRef="#br0" timeOffset="150469.94">19845 11668 838 0,'2'7'0'0,"1"3"0"0,-3 1 0 0,0-4 0 0,0 4 0 0,0-3 437 0,-3 3-203 16,-1 0-100-16,1 1-51 0,-3-1 83 0,1 2-71 15,-3 0-31-15,2 0-60 0,1 1 28 0,-1-5 1 16,2 1 8-16,1-3-378 0,1-4 184 0,0 0 94 16,2-1-512-16,0-2 276 15</inkml:trace>
  <inkml:trace contextRef="#ctx0" brushRef="#br0" timeOffset="150758.91">20054 11392 1319 0,'5'0'0'0,"2"7"0"0,-4 10 0 0,1 6 0 0,-2 5 0 0,0 1 0 0,-1 11 0 0,3 2 0 0,1 0 135 0,1-1-51 15,2-3-18-15,1-2 222 0,6-2-128 0,2-7-64 16,6-5 23-16,3-7-35 0,0-5-30 0,2-7 0 15,2-3-76-15,-2 0 27 0,1-11 0 0,-5-10 36 16,-1-5-96-16,-3-9 44 0,-4-3 22 0,-7-2-44 16,-2-1 33-16,-2 3 8 0,-4-14-108 0,-1 7 55 15,0-5 1-15,0 1 22 0,-8-3-71 16,-1 2 40-16,-4-1 14 0,1 2 0 0,-2 6-112 16,2 11 64-16,-1 10 24 0,1 4-7 15,-6 8-19-15,1 7 28 0,-3 3 0 0,1 19-26 16,-6 15 27-16,9-2-8 0,-7 17 36 0,5 0-183 15,2 3 92-15</inkml:trace>
  <inkml:trace contextRef="#ctx0" brushRef="#br0" timeOffset="150979.31">19883 11818 958 0,'-13'0'0'0,"7"0"0"0,3 0 0 0,3-4 0 0,0-14 0 0,14-7 0 0,16-3 220 16,9-1-94-16,3-3-38 0,5 3 189 0,0 1-121 15,2 5-63-15,-2 7 161 0,-3 8-111 0,-11 6-47 16,5 2-35-16,-6 3 21 0,-2 14-25 0,-4 4 1 16,-1 3 87-16,-3 3-48 0,-1 3-36 15,0-2-1-15,-1 0 52 0,1-2-40 0,0 0 0 0,4-6-31 16,1 0-112-16,4-5 52 0,2-9 25 16,4 1-422-16,-1-7 210 0,2 0 92 15,6-3 62-15,-6-14-748 0,1-2 384 0</inkml:trace>
  <inkml:trace contextRef="#ctx0" brushRef="#br0" timeOffset="151179.79">20790 11266 2107 0,'-4'0'0'0,"4"0"0"0,8 2 0 0,11-1 0 0,7-1 0 0,6 0 0 0,4 0 0 0,7 0 261 15,6-7-114-15,1-2-57 0,1-2 16 0,0 1-40 16,-14 6-1-16,3-1-32 0,-5 1-226 0,-5 2 114 16,-7-1 63-16,-2 3 21 0,-5-3-606 0,-4 2 306 15,-3 1 153-15</inkml:trace>
  <inkml:trace contextRef="#ctx0" brushRef="#br0" timeOffset="151380.25">21166 10973 1508 0,'-10'6'0'0,"5"7"0"0,1 3 0 0,-2 5 0 0,2 2 0 0,1 5 0 0,-3 6 0 0,-1 10 286 0,-5 2-127 0,-1 3-62 15,-1 3 197-15,-7 3-131 0,0-3-56 0,-2 1-42 16,-2-3 235-16,-2 0-134 0,3-4-66 16,-1-3-140-16,7-6 44 0,-5-2-7 15,2-5-423-15,3-4 230 0,4-11 114 0,5-7 57 16,2-4-603-16,2-4 258 0,5-10 177 0,3-14 33 15</inkml:trace>
  <inkml:trace contextRef="#ctx0" brushRef="#br0" timeOffset="151656.51">21002 11483 1123 0,'8'0'0'0,"2"0"0"0,-3 6 0 0,-1 9 0 0,-1 2 0 0,-1 6 0 0,-1 5 0 0,-1 2 375 0,-2 2-163 0,0 2-94 0,0-1 33 15,0 1-59-15,0-2-29 0,-2-3-1 0,0-7-140 16,1 1 52-16,1-5 29 0,0-10-431 0,0 1 230 15,0-9 116-15,0 0 65 0,1-9-525 0,1-12 262 16,0-3 91-16,0-5 78 0,1 1-29 0,-3 4 65 16,0-8 75-16,0 12 0 0,0-5 0 15,0 5 0-15,0 5 0 0,2 1 287 0,1 3-160 16,6 1-79-16,4 2 475 0,4 4-260 16,8 0-54-16,1 0-83 0,4 2 209 0,1 0-151 15,0 0-76-15,1 2-38 0,-2 0 69 0,-3 0-46 16,2 0-34-16,-6 0 0 0,-2 6-327 0,-2-1 151 15,-3 2 74-15,-3-2-220 0,-3 0 143 0,-3 1 77 16,-3-1-600-16,-2-1 308 0,-2-1 136 0</inkml:trace>
  <inkml:trace contextRef="#ctx0" brushRef="#br0" timeOffset="151926.6">21273 11412 878 0,'-10'-2'0'0,"5"2"0"0,-1 0 0 0,3 0 0 0,1 6 0 0,-2 7 0 0,2 1 0 0,0 4 0 0,1 4 236 0,-1-1-94 16,-3 7-58-16,2-1-26 0,-3-1 81 0,-1 3-52 0,-2-3-28 0,-1-5-6 16,1 0-20-16,-2-2-1 0,-1-2 1 15,4-3 41-15,3-7-20 0,0 1 7 0,0-5 90 0,1 1-60 16,4-4-29-16,0 2 1 16,0-2 128-16,7 2-71 0,9-2-47 0,7 0 146 15,0 0-94-15,2 0-45 0,0 0-16 0,5 0-68 16,-4-2 1-16,-5 2 36 0,6 0-154 0,-5 0 77 15,0 0 46-15,3 0-8 0,-5 0-533 0,1 0 278 16,-2-2 93-16,-1 1 86 0,0-2-587 0,-4-4 323 16,2-1 156-16,-5-7-226 0</inkml:trace>
  <inkml:trace contextRef="#ctx0" brushRef="#br0" timeOffset="152307.41">21645 11433 1084 0,'0'-15'0'0,"0"6"0"0,0 3 0 15,0 3 0-15,0 2 0 0,0 1 0 0,0 0 0 0,0 13 0 0,4 10 425 0,-1 1-196 0,-1 6-89 0,0 2 312 0,0 4-210 0,0 1-104 16,-2 1 26-16,0-1-66 0,0-3-24 0,0-2-9 16,0-2-148-16,0-7 58 0,1-2 29 0,1-4 0 15,0-6-464-15,-2-5 247 0,0-5 123 16,0-1-508-16,0-1 245 0,0-19 167 16,0 0 32-16,0-14-219 0,0 0 169 0,-2-10 86 15,-5-3-29-15,-4 1 73 0,-3-8 74 0,0 3 0 16,0 1 0-16,3 0 0 0,4 5 0 0,1 12 0 15,5 3-12-15,1 3 9 0,0 3 3 0,1 4 372 16,16 4-204-16,4 4-42 0,7 4-71 16,4 2 428-16,9 4-226 15,-2 2-111-15,-4 0 148 0,2 6-131 0,-3 9-57 0,-2 4-40 16,-4 1 20-16,-5 3-26 0,-3 0-1 0,-3 2-26 16,-8-2 70-16,-2 7-39 0,-5-2-1 0,-2 2-9 15,-3 2 18-15,-17 4-39 0,0-4 8 0,-10 9-31 16,0-3 23-16,-2 3-1 0,-1 0-117 0,-3 1 58 15,-1-3 39-15,2-1-9 0,10-10-326 0,0 1 154 16,8-7 88-16,6-9 20 0,2-3-205 0,4-5 90 16,5-5 72-16,3-6-331 0,15-15 201 0,5-7 93 15</inkml:trace>
  <inkml:trace contextRef="#ctx0" brushRef="#br0" timeOffset="152487.26">22070 11376 1464 0,'11'-1'0'0,"-2"1"0"0,1 0 0 0,-3 0 0 0,-2 7 0 0,-1 4 0 0,0 3 0 0,-1 5 0 0,1 1 610 0,1 6-293 0,-4 1-142 16,-1 3 225-16,0-2-183 0,0 4-92 0,0-7-38 15,0 5-33-15,0-3 1 16,0-6-22-16,0 2-321 0,0-3 160 0,0-2 89 16,0-7 32-16,0-2-583 0,-1-2 311 0,1-5 133 15,0-2-552-15,0 0 324 0,0-9 175 0,0-14 83 16</inkml:trace>
  <inkml:trace contextRef="#ctx0" brushRef="#br0" timeOffset="152832.47">22100 11217 1007 0,'0'-24'0'0,"0"1"0"0,0 6 0 0,0 2 0 0,11 2 0 0,3 2 0 0,9 1 345 0,2 3-156 0,3 1-79 0,2 1-30 16,2 2 158-16,2 1-103 0,-1 2-51 0,-1 0-26 15,0 0 11-15,-5 0 8 0,4 0-44 0,-8 0-13 16,0 5 13-16,-3 0 0 0,-3 0-4 0,-4 0-9 15,-4-2 13-15,-1 3 0 0,-2-2 39 0,-4 0 1 16,0 1-40-16,-1 1 8 0,1 1 142 16,-2 1-75-16,0 3-38 0,0 0 0 0,0 4 137 15,0 2-92-15,2 8-40 0,0-1 21 0,0 5-31 0,3 6-1 16,2 2 133-16,0 8-197 16,0-1 0-16,5-1 0 0,-3 1 0 0,0 0 0 15,0-7 0-15,3 9 0 0,-3-12 0 0,0 3 0 16,0-3 0-16,-2-4 0 0,-5-6 0 0,-1-1 0 15,1-7 0-15,-2-4 0 0,0-2 0 0,0-3 0 16,-7-3-202-16,-7-2 143 0,-4-2 20 0,-5 0-1 16,-1 0-259-16,-5-2 137 15,-4-8 48-15,-5-5 46 0,3-5-416 0,-1-7 225 16,3-10 114-16,1-16 56 0,9-3-527 0,0-22 296 16</inkml:trace>
  <inkml:trace contextRef="#ctx0" brushRef="#br0" timeOffset="153002.03">22298 10723 1542 0,'0'-20'0'0,"0"8"0"0,0 8 0 0,2 3 0 0,5 1 0 0,4 3 0 0,-1 18 0 0,1 7 229 0,3 12-98 15,-7-3 165-15,-1 17-136 0,-4 0-63 0,-2 11-32 0,0-4 273 16,-11 1-152-16,-5-8-69 0,0 4-46 16,-2-5-95-16,0-3 28 0,1-4 0 0,1-6-405 15,2-6 225-15,-2-6 101 0,5-9 53 0,4-9-620 16,4-7 278-16,1-3 179 0,2-10-207 0</inkml:trace>
  <inkml:trace contextRef="#ctx0" brushRef="#br0" timeOffset="153114.73">22286 11247 2302 0,'3'-4'0'0,"5"4"0"0,1 0 0 0,3 4 0 0,-2 9 0 0,8 3 0 0,0 0 0 0,1-1 0 0,6 4 320 16,-3-2-144-16,2-2-71 0,1-2 62 0,-2 0-58 15,2 0-43-15,-8-1 1 0,3-3-584 0,-4 1 276 16</inkml:trace>
  <inkml:trace contextRef="#ctx0" brushRef="#br0" timeOffset="153830.15">22937 11076 775 0,'-7'-8'0'0,"4"7"0"0,3-1 0 0,0-1 0 0,3 2 0 0,10-2 134 16,6 0-43-16,8 0-33 0,6-1 334 0,3 0-180 15,6-1-89-15,-2-1-45 0,-2 2 227 0,8 0-141 16,-12 3-65-16,3-2-33 0,-5 2-9 0,-2 1 1 16,-5 0-17-16,0 0-250 0,-4 0 121 0,-5 0 60 15,-2 0 30-15,-7 4-211 16,-2-3 128-16,-1 2 53 0,-2-2-656 0,0-1 328 16</inkml:trace>
  <inkml:trace contextRef="#ctx0" brushRef="#br0" timeOffset="154023.71">23238 10739 596 0,'0'4'0'0,"0"4"0"0,0 6 0 0,-3-1 0 0,0 2 0 0,1 3 340 0,-4 3-145 16,1 9-85-16,-2 2 328 0,-7 9-203 16,-3-1-101-16,-3 5-51 0,-3 3 201 0,-7 9-130 0,0-4-61 15,3-8-36-15,-2 5-1 0,3-3-23 0,3-7 8 16,-4 5-217-16,8-13 104 0,3 2 52 0,0-9 27 15,5-6-488-15,4-5 239 0,2-6 130 0,5-5-522 16,0-3 300-16</inkml:trace>
  <inkml:trace contextRef="#ctx0" brushRef="#br0" timeOffset="154496.94">23070 11254 1941 0,'8'3'0'0,"3"9"0"0,-1 2 0 0,-3 1 0 0,-2 1 0 0,2 7 0 0,-2 2 0 15,-1 1 0-15,-1 4 259 0,1 0-113 0,-2-4-48 0,0 9 60 0,0-7-63 16,-2 2-30-16,0-4-1 0,1-5-156 16,-1 1 71-16,0-5 22 0,0-4-397 0,2-3 214 0,-2-4 107 15,0-2 54-15,0-4-552 16,0 0 284-16,0-10 63 0,0-12-120 0,0-2 157 16,0-7 78-16,0-3 31 0,0-10-11 0,-2 4 29 15,-3 5 0-15,-2-1 62 0,1 2 0 0,1 10 0 16,-2 0 0-16,4 3 186 0,1 8-120 0,2 0-50 15,0 3-24-15,0 1 419 0,3 1-209 16,13 1-42-16,5 3 193 0,3-1-160 0,2 1-80 0,4 0-31 16,0 2 66-16,-2 2-57 15,3 0-30-15,-5 0 1 0,-3 0 79 0,-3 0-46 16,-1 0-35-16,-5 0 66 0,-5 0-47 0,0 0-23 16,-6 2 9-16,1 0 70 0,-2 1-51 0,0 2-26 15,-2-2 146-15,0 5-86 0,0-1-34 0,0 6-30 16,0 1 118-16,0 2-70 0,-2 3-35 0,2 5 1 15,0-1 112-15,0 9-180 0,0-2 0 0,0 2 0 16,5 3 0-16,2 1 0 0,-2 2-191 0,1-1 128 16,1-1 48-16,-3 0 24 0,2 0-233 15,-2-3 99-15,-2-6 68 0,-1 4-10 16,1-11-86-16,0 1 43 0,-2-3 39 0,0-9 16 16,0-1-16-16,0-3 8 0,-2-3 30 0,-5-2-123 15,-5 0 61-15,1 0 31 0,-3-3-7 0,3-11-402 16,-1-1 221-16,-6-7 109 0</inkml:trace>
  <inkml:trace contextRef="#ctx0" brushRef="#br0" timeOffset="154642.9">23171 11446 1186 0,'-9'2'0'0,"4"-1"0"0,3 4 0 0,0-4 0 15,0 1 0-15,1-2 0 0,1 0 0 0,0 0 454 0,0 0-210 0,11 0-106 0,8 0-53 0,1 0 130 0,1-2-95 16,1 1-44-16,-2-1-135 0,1 2 45 15,-1 0 24-15,-2 0-542 0,-3 0 278 0,-4 10 143 16</inkml:trace>
  <inkml:trace contextRef="#ctx0" brushRef="#br0" timeOffset="154778.57">23275 11630 1133 0,'-12'6'0'0,"3"-2"0"0,4 0 0 0,-1 1 0 0,1-5 0 0,2 0 0 0,3 0 0 0,0 0 0 0,7 0 256 0,13 0-111 0,2-2-57 0,7-9-19 15,1 0-179-15,3 0 71 0,-1-1 36 0,2 1-608 16</inkml:trace>
  <inkml:trace contextRef="#ctx0" brushRef="#br0" timeOffset="154940.38">23647 11418 1171 0,'-3'0'0'0,"3"0"0"16,0 0 0-16,0 0 0 0,1 0 0 0,7 0 0 0,6 0 0 0,2 0 475 0,7 0-222 0,1-2-109 0,-2 2-48 0,5-2 99 0,4 2-81 16,-2 0-41-16,-1 0-319 15,0 0 140-15,-3-2 77 0,3 0-240 0,-4-1 150 16,0-4 76-16</inkml:trace>
  <inkml:trace contextRef="#ctx0" brushRef="#br0" timeOffset="155418.75">24150 11016 1473 0,'-3'-15'0'0,"3"4"0"0,0 0 0 0,3-1 0 0,15-3 0 0,3 0 0 0,6 1 0 0,3 2 0 0,2 1 0 0,0 2 261 0,0 1-115 16,-1 1-48-16,-2 6-132 0,-3 1 33 0,-5 0 8 16,-3 4 26-16,-4 8-184 0,-3 2 92 0,-7 4 45 15,-4 0-18-15,0 3 41 0,-8 5-9 0,-8-4 4 16,-5 1-16-16,-2-1-15 0,0-1 0 0,7-4-26 15,-5 0 319-15,6-2-133 0,5-6-64 0,1-1 229 16,4-3-133-16,5-1-58 0,0 0-46 16,2-1 0-16,10 0-28 0,9-2-1 0,2 2-18 0,7 0 19 15,-3 1-1-15,-1 2 1 16,-6 2-193-16,1 2 97 0,-5 4 55 0,-2 1 17 16,-6 2-217-16,-3 1 74 0,-3 1 67 0,-2 0 7 15,0 1 17-15,-15 0-12 0,-2 0 162 0,-1-3-69 16,-3-4-30-16,0-1-3 0,3 0-70 0,-3-4 10 15,1 0 40-15,4-7 27 0,0-1-182 0,6 0 89 16,0-6 32-16,3-14 24 0,3-7-439 16,2-5 216-16,2-11 107 0,0-1-243 15,0 4 168-15,0-1 95 0,0 1 4 0,-2 7 42 16,-4 8 21-16,3 2 0 0,-3 10 422 0,-1 4-215 16,-3 4-92-16,3 2-47 0,-2 3 272 0,-1 10-160 15,2 10-87-15,3 12 15 0,1 7 620 0,2 5-322 16,2 0-159-16,0 6 190 0,0-9-167 0,0 12-96 15,2-8-44-15,6 0-156 0,-3-4 56 0,2-1 28 16,-2-4-573-16,-1 3 296 0,-1-3 153 0,-1-3 77 16,0-8-731-16</inkml:trace>
  <inkml:trace contextRef="#ctx0" brushRef="#br0" timeOffset="155716.63">24927 10704 1385 0,'0'0'0'0,"0"4"0"0,0 11 0 0,-10 4 0 0,-7 1 0 0,-4 5 0 0,-3 3 476 0,-5 6-226 0,-1 0-108 0,7-6-55 16,2 4-81-16,0-2 26 0,3-2 9 0,4 0-8 16,3-3-185-16,4-9 93 0,4-5 45 0,3-3-519 15,0-6 273-15,0-2 139 0,8 0-173 0,1-8 11 16,2-2 122-16,-1-5 56 0,1 5 102 0,2-1 1 15,-1-1-31-15,2 5 0 0,4 1 363 0,0 1-190 16,2 1-82-16,5 0 317 0,4 2-165 16,-1 1-106-16,2 1 17 0,-1 0 49 0,2 0-72 0,-4 0-33 15,0 0 0-15,-1 1-75 16,-7 3 21-16,1 0 9 0,0 1-447 0,-8-1 230 16,-2 2 114-16,-4-1 59 0</inkml:trace>
  <inkml:trace contextRef="#ctx0" brushRef="#br0" timeOffset="155866.23">24805 11103 1573 0,'-33'3'0'0,"4"2"0"0,11 3 0 0,1 2 0 0,4-3 0 0,1 3 0 0,3 2 0 0,6 2 266 0,3 3-117 16,0 1-58-16,0 3 170 0,0-1-118 0,1 5-56 16,5-2 107-16,2 1-81 0,-1-1-40 0,1-4 8 15,1 1-513-15,1 1 233 0,1-4 116 0,0-2 57 16,2-1-668-16</inkml:trace>
  <inkml:trace contextRef="#ctx0" brushRef="#br0" timeOffset="156016.81">24924 11108 1291 0,'0'-2'0'0,"2"2"0"0,-1 8 0 0,1 14 0 0,-2 4 0 15,0 14 0-15,3 0 69 0,-1 10 640 0,0-1-338 0,0 2 26 0,1 0-182 16,1 0-83-16,1 6-54 0,1-3-92 0,0 5 24 15,-2 6-1-15,-2-2 24 0,0-8-780 0</inkml:trace>
  <inkml:trace contextRef="#ctx0" brushRef="#br0" timeOffset="156374.81">25458 10979 1906 0,'-16'-29'0'0,"12"23"0"0,4 5 0 0,10 1 0 0,11-4 159 0,0-4-65 0,3 1-31 0,0 0 0 16,3-2 156-16,3 1-98 0,5-1-43 0,1 1 58 16,2 0-51-16,-2 2-27 0,-3 3 9 0,-3-1-378 15,-5 2 172-15,-3 0 85 0,-1 0-543 0,-6 2 292 16,-2 0 143-16,-4 0 76 0,-4 4-531 0</inkml:trace>
  <inkml:trace contextRef="#ctx0" brushRef="#br0" timeOffset="156640.76">25719 10648 657 0,'-11'-5'0'0,"5"3"0"0,3 2 0 0,1 0 0 0,1 0 0 0,1 2 158 0,0 10-63 15,0 9-31-15,0 1 0 0,0 5 231 0,-4 3-123 16,-5 4-74-16,-6 5 86 0,-2-1-76 0,-7 1-37 15,1-1 0-15,-2-5-53 0,-9 7-8 0,3-8 23 16,4-7 44-16,-2-1-22 0,3-6 0 0,5-7-14 16,1-1 109-16,10-2-58 0,-1-5-30 15,5-1 1-15,2-2 72 0,2 0-42 16,2 0-34-16,4 0 107 0,18 0-67 0,5-3-33 16,6-3 0-16,1-4 7 0,4 1-8 0,0 2-32 15,-1-3-177-15,-1 3 88 0,-1 1 45 0,-3 1 30 16,-2 2-522-16,-8 1 259 0,2 2 86 0,-6 0-301 15,-3 0 207-15,-6 0 101 0,-3 2 63 0</inkml:trace>
  <inkml:trace contextRef="#ctx0" brushRef="#br0" timeOffset="156802.44">25689 10980 672 0,'-10'-1'0'0,"1"1"0"0,3 0 0 15,0 0 0-15,3 11 139 0,-1 4-53 0,2 8-27 0,2 3 413 0,0 6-212 16,0 1-118-16,0 5-54 0,0 5 334 0,0 0-195 15,0 0-97-15,0-5-40 0,0 9-170 0,0-11 57 16,-3 0 28-16,-2-1-600 0,1-4 313 0,1-11 166 16,-1-2 71-16,-1-8-318 15</inkml:trace>
  <inkml:trace contextRef="#ctx0" brushRef="#br0" timeOffset="156941.07">25444 11335 868 0,'-14'-11'0'0,"5"4"0"0,4 1 0 0,0-1 0 0,5 1 190 0,0 0-79 0,10 0-39 15,11 3 424-15,10 1-235 0,4 0-115 0,0-1-56 16,11 3 280-16,-5 0-168 0,-5 0-77 0,6 0-50 16,-5 0-315-16,-3 0 136 15,-2 0 69-15,-10 3-615 0,3 1 350 0,-10-1 162 16,-2 1 85-16</inkml:trace>
  <inkml:trace contextRef="#ctx0" brushRef="#br0" timeOffset="157372.2">25271 10904 810 0,'-18'0'0'0,"9"0"0"0,0 0 0 0,4 0 0 0,1 0 0 0,0 0 0 0,4 0 411 0,-1 7-190 0,1 6-94 0,0 6 163 16,-2 2-121-16,2 3-72 0,0-2-32 0,0 3-11 15,-2-3 0-15,2-1-21 0,0 0 8 0,0-2-22 16,0-3 14-16,0-1-1 0,0-2 92 0,0 1-47 15,0-4-13-15,-1 2-9 0,1 0 56 16,0-1-40-16,-2 2 1 0,2 0 70 0,0 2-46 16,0-1-35-16,0 4-1 0,0 2 23 0,0-3-25 15,3 4 0-15,5-1-34 0,1 0 9 16,1 0 0-16,-1-1 0 0,-2-2-117 0,-1 0 59 16,-2-2 37-16,-3-2-9 0,-1-2-162 0,0 0 69 15,-1-2 53-15,-14 1-117 0,-5-2 72 0,-3-3 11 16,-5-1 28-16,-1-2 44 0,1 0 1 0,4-2-56 15,-1 0 243-15,3 0-103 0,5 0-50 0,6 2-18 16,1-2 151-16,6 0-63 16,1 0-51-16,3 5 13 0,3 7 168 0,16-1-34 15,10 3-202-15,6 4 0 0,13 1 0 0,13-1 0 16,0-4 0-16,13 0 0 0,3-5 0 0,0-4 0 16,0 0 0-16,-1-3 0 0,-7 0 0 0,-5 0 0 15,-13 0-340-15,-5 4 158 0,5-1 91 0,-15 4 9 16,-4 5-515-16,-2 3 282 0</inkml:trace>
  <inkml:trace contextRef="#ctx0" brushRef="#br0" timeOffset="158167.91">26192 10866 443 0,'3'-24'0'0,"4"4"0"0,-4 5 0 0,3 4 0 0,-3 4 0 0,-1 3 261 0,0-1-114 0,0 4-49 0,-1 1 96 16,4 0-81-16,-3 14-40 0,0 8 0 0,-2 1 65 15,0 5-45-15,0 3-34 0,-10 1 50 0,-3 3-38 16,0-3-1-16,0-4-37 0,0-6-51 0,-6 5 21 15,3-9 0-15,-1-1 30 16,3-6-4-16,1-1 4 0,5-5 8 0,3-3 4 0,-2 0-12 0,5-2 0 16,1 0-1-16,1 0 29 15,0 0-5-15,0 0-25 0,10-2 2 0,10-5-2 16,0-3 7-16,6 2-5 0,-4 0-142 0,8-2 65 16,-3 0 37-16,0 1 0 0,0 0-404 0,-5-1 204 15,-1 1 78-15,-1 2-278 0,-1-3 188 0,-4 2 92 16,-3-1 48-16,-3 2-101 0,-2-1 66 0,-3-1 45 15,-3 0-1-15,2-1 37 0,-3 3 1 0,0 1-1 16,0 0 144-16,0 5-67 0,-8-2-39 16,1 3 1-16,0 0 270 0,-4 4-154 15,1 10-58-15,-1 1 346 0,-1 7-192 0,1 1-95 16,2-1 152-16,-1 2-113 0,-2 7-69 0,6-6-30 16,-2 0 43-16,4-4-36 0,2 0-1 0,2-4-28 15,0-2 24-15,0-6-1 0,0 0-31 0,0-4 0 16,6 0-59-16,4-4 37 0,2-1-7 0,4 0-185 15,-3-3 108-15,2-5 52 0,0-1 27 0,-2 0-519 16,0 1 251-16,-6 5 83 0,3 0-171 16,-4 3 158-16</inkml:trace>
  <inkml:trace contextRef="#ctx0" brushRef="#br0" timeOffset="158321.04">26228 11472 846 0,'-17'14'0'0,"4"3"0"0,1-1 0 0,1-1 0 0,4-5 0 0,0-1 169 0,4-5-68 15,1 0-34-15,2 0 0 0,0-4 299 0,3 2-158 16,13-2-92-16,4 0 138 16,3-2-110-16,2-6-56 0,2-5-28 0,2-2-351 15,3-2 157-15,-2-2 84 0,2 0-542 0,-2 2 312 16</inkml:trace>
  <inkml:trace contextRef="#ctx0" brushRef="#br0" timeOffset="158508.51">26578 10864 1280 0,'0'-13'0'0,"0"5"0"0,3 3 0 0,10-1 0 0,4 0 0 0,2-1 0 0,3-1 0 0,8 1 467 0,1 1-221 0,4-1-106 16,-1-1-26-16,0 3-40 0,1 1-1 0,-3 2-32 15,-2 0-360-15,-5 2 175 0,-3 0 89 0,-1 0 43 16,-6 0-220-16,0 0 129 0,-6 2 67 15,-2 2-506-15,-2-2 261 0</inkml:trace>
  <inkml:trace contextRef="#ctx0" brushRef="#br0" timeOffset="158950.97">26894 10563 783 0,'-3'-1'0'0,"-2"1"0"0,5 0 0 15,-1 1 0-15,-1 10 0 0,0 2 0 0,1 5 0 0,1 2 242 0,-4 5-104 0,0-1-53 0,-4 3-26 0,1-5 122 0,-2 10-77 16,-5-7-36-16,1 2-2 0,-2-2 0 16,-2-1-34-16,2-4 9 0,-5 4-34 15,3-7 26-15,-1-5 0 0,4 0-71 0,1-4 35 16,3-5 9-16,3 1 27 0,2-4-109 0,2 2 54 16,3-2 4-16,0 0 21 0,2 0-82 0,12 0 43 15,8-2 3-15,0 0 6 0,5-2 7 0,-1 3 16 16,-4-2-24-16,8 1 91 0,-9 2-34 15,2 0-1-15,-5 0 1 0,-2 0 1 16,-5 0-18-16,-3 6-9 0,-1 0-86 0,-5 2 43 16,0-1 3-16,-2 1 40 0,-2-1-223 0,-10 0 105 15,-1 1 43-15,-2-1-128 0,0-3 70 0,-2 2 48 16,1-3 16-16,-4 0-183 0,1 1 107 0,1-3 55 16,-3 3-64-16,3 0 75 0,1 1 76 0,2 1 0 15,-2 0 0-15,2-2 0 0,0 5 0 0,2-2 0 16,3 2 140-16,1-1-81 0,3 0-46 0,3 1 368 15,1-3-165-15,2 1-105 0,0-2 7 16,0 0 35-16,0 2-60 0,2-3-30 16,3 0-6-16,2-3 9 0,-1 1-33 0,2-2 0 15,-3 0-244-15,0 0 122 0,0 0 60 0,-4 0 40 16,1 0-397-16,-2 0 200 0,0-2 50 0</inkml:trace>
  <inkml:trace contextRef="#ctx0" brushRef="#br0" timeOffset="159214.84">26595 11140 546 0,'-3'4'0'0,"1"-1"0"0,2 5 0 0,0-2 0 0,0 1 0 0,0 1 0 0,0 1 0 0,2 0 0 0,4 2 0 0,-2 1-18 0,-1-1 4 0,-1 4 33 0,-1-4-186 15,-1 4 82-15,0-1 39 0,0-1-39 0,-10-2 33 16,-4 0 3-16,0-1 36 0,-5-1 0 0,2-2-1 16,-2-3 14-16,2 0 0 0,-1 0 114 0,2-2-75 15,2 0-29-15,4-2 352 0,2 2-167 0,3-2-68 16,2 0 212-16,3 0-153 0,0 0-77 0,6 0-37 15,15 0 40-15,6 0-32 0,6 0-8 0,7 0-39 16,3-4 73-16,-2 0-36 16,2 0-1-16,-5 1-28 0,4-3-134 0,-5 0 63 15,-2 2 31-15,-6 1-267 0,-5 1 149 0,-4 0 75 16,-2 2-432-16,-6 0 201 0,-3 0 125 0,-6 0 39 16,-1-2-79-16,-2 0 69 0</inkml:trace>
  <inkml:trace contextRef="#ctx0" brushRef="#br0" timeOffset="159382.44">26808 11046 909 0,'0'-9'0'0,"0"5"0"0,0 4 0 0,-2 0 0 0,0 6 0 0,-2 10 0 0,-3 7 0 0,2 3 0 0,-4 6 0 0,-5 8 331 0,-2-2-148 0,-4 6-76 0,-1-1 152 16,1-6-105-16,-8 9-65 0,2-4-50 0,-1-7-63 15,4-7 29-15,-2 0-1 0,9-5-299 0,-1-2 159 16,7-10 85-16,4 0 42 0,2-8-249 0,4 0 97 15</inkml:trace>
  <inkml:trace contextRef="#ctx0" brushRef="#br0" timeOffset="159522.41">26632 11454 641 0,'7'1'0'0,"6"12"0"0,-1-1 0 0,-1 1 0 0,2 0 202 0,2 4-85 16,0-3-34-16,-1 2-29 0,3 1 338 0,1-2-180 15,-1-1-90-15,-2 1 59 0,2-3-65 0,-1 0-47 16,2-6 1-16,-2 1-416 0,3-5 189 0,-2-2 95 15,2 0-494-15,2 0 280 16</inkml:trace>
  <inkml:trace contextRef="#ctx0" brushRef="#br0" timeOffset="159695.94">27270 10767 1661 0,'3'-5'0'0,"2"5"0"0,-3 3 0 0,-2 11 0 0,0 8 0 0,-14 5 0 0,-9 3 0 0,-6 9 0 0,-1 1 0 0,-2-1 220 0,-1-1-94 0,4-3-46 16,5-6 29-16,-2 3-42 0,4-2 0 0,6-4-34 15,2-6-448-15,4-1 223 0,7-7 121 0,3-3 48 16,0-5-588-16</inkml:trace>
  <inkml:trace contextRef="#ctx0" brushRef="#br0" timeOffset="159847.54">27129 11067 612 0,'2'-2'0'0,"-1"2"0"0,2 11 0 0,-3 10 0 0,0 1 0 0,0 5 450 0,0 5-208 0,0 4-105 0,0 1 134 16,0 8-123-16,-3-10-58 0,0 3-28 0,0-2 197 15,-1-2-113-15,0-6-49 0,2-2-231 0,2-4 84 16,0-3 41-16,0-9 21 0,0 1-498 0,0-5 269 16,2-5 120-16,9-1-517 0,0 0 259 0</inkml:trace>
  <inkml:trace contextRef="#ctx0" brushRef="#br0" timeOffset="160298.79">27581 10582 1138 0,'21'-6'0'0,"1"6"0"0,-3 0 0 0,-9 0 0 0,-2 3 0 0,-3 4 0 0,-3 0 0 0,-2 7 0 0,0 1 104 0,-4 2-27 0,-10 2-8 0,-5 3-37 16,-1 1-88-16,-3-3 44 0,-2 0 22 0,6-3-173 15,-9 2 86-15,9-7 45 16,0-2-5-16,5-1 21 0,3-4 1 0,5-1 23 16,2-2 21-16,0-1-37 0,4-1 3 0,0 0-1 15,9 0 140-15,9 0-67 0,4 0-33 0,2 0-3 16,3 0 123-16,1 0-68 0,2 0-18 0,-4 0-56 16,6 0 12-16,-9 4 9 0,2 0 0 0,-7 2-61 15,-4 1 30-15,-2 1 9 0,-4-1-119 0,-5 1 66 16,-1 2 17-16,-2 0 20 15,-4 1-137-15,-10 0 69 0,-7 4 13 0,-2-3 10 0,-2-1 5 16,-5 3 1-16,-2 1-2 0,2 0 104 16,-2-2-40-16,-1 2 2 0,4-2-40 0,8-5 172 15,0 1-80-15,3-3-30 0,11-2 112 0,0-1-56 16,3-2-43-16,4 2 7 0,0-1 205 0,2-2-121 16,14 0-56-16,2 0-11 0,4 0 41 0,3 0-44 15,-7 0-13-15,4 0-79 0,0-2 24 16,-4-2 0-16,-1 0-161 0,0 2 93 0,-7 1 55 15,1-1 14-15,-6-1-169 0,0 3 63 0,-1 0 57 16,-2 0-23-16,-2 0-444 0,0 0 241 16,0 0 116-16,-9 0 59 0,-2 0-264 0,-1-3 161 15</inkml:trace>
  <inkml:trace contextRef="#ctx0" brushRef="#br0" timeOffset="160459.91">27427 10896 1216 0,'-12'0'0'0,"2"0"0"0,2 4 0 0,1 7 0 0,0 3 0 0,-2 5 0 0,0 2 0 0,-2 10 0 0,2 2 208 0,-3 8-87 16,-5 0-45-16,4 3 370 0,-5 3-198 0,-3 2-112 16,0-4 130-16,-2 0-117 0,-3-2-58 0,4-4-29 15,4-7-67-15,-1 0 15 0,3-4-1 0,5-9-423 16,6 0 224-16,3-7 111 0,2-3 64 0,0-7-709 16,9-2 362-16</inkml:trace>
  <inkml:trace contextRef="#ctx0" brushRef="#br0" timeOffset="160641.46">27296 11304 1092 0,'2'0'0'0,"3"0"0"0,-2 0 0 0,3 3 0 0,-3 8 0 0,1 2 0 0,0 3 171 15,-3 1-61-15,3 1-43 0,-3 3 320 0,3-1-177 16,-4 1-89-16,0 2-36 0,0-3-4 0,0-1-24 16,0-2 0-16,0-6-202 0,0-1 89 0,0-1 53 15,0-5 13-15,0 0-482 0,0-4 253 0,0 0 125 16,0 0-452-16,0 0 212 0,0-10 155 0,0-5 72 15,-4-2-56-15</inkml:trace>
  <inkml:trace contextRef="#ctx0" brushRef="#br0" timeOffset="160892.29">27312 11364 639 0,'0'-17'0'0,"0"3"0"0,0 3 0 0,0 4 0 0,7-3 0 0,3 4 0 0,8 1 0 0,0 1 224 0,12-1-99 0,-1-1-47 16,4 0 107-16,4 1-76 0,0-1-38 0,1 2 8 15,-1 0-22-15,0-2-1 0,-2 4-23 0,-3-4-23 16,-2 1 0-16,-5 4 31 0,-2-1-8 0,-1 0 18 15,-5 0-18-15,-5 2 0 16,-1 0 67-16,-2 0-25 0,-2 0-8 0,-2 6-34 16,-1 3 169-16,-1 2-85 0,2 3-42 0,1-1-13 15,-3 4 182-15,2 0-105 0,-1 1-54 0,4 1-26 16,-3 0 4-16,0 0-22 0,0 0-8 0,-1 0-61 16,-1-3 30-16,1 1 0 0,-2-2 31 0,0-4-274 15,-1 1 133-15,-1-2 71 0,0-5-475 0,0 0 251 16,0 0 70-16,-3-3 73 0,-8 2-363 0,-5-4 224 15,0 0 112-15,-7 0-303 16</inkml:trace>
  <inkml:trace contextRef="#ctx0" brushRef="#br0" timeOffset="161060.84">27310 11489 758 0,'-24'0'0'15,"11"0"0"-15,1 0 0 0,6 0 0 0,4 0 0 0,2 0 318 0,6 0-146 0,20-2-70 0,13-2 264 0,5 1-166 0,4-3-84 16,6 0 72-16,5 3-82 0,-2-3-37 0,-6 1 1 15,-3-1-70-15,-10 2 33 0,0 1 8 0,-4-1-8 16,-11 2-252-16,-1 0 126 16,-5 0 63-16,-7 0-471 0,-4 2 247 15,-4 0 134-15,-2 0 1 0,-2 0-406 0</inkml:trace>
  <inkml:trace contextRef="#ctx0" brushRef="#br0" timeOffset="161216.44">27593 11311 666 0,'-7'0'0'0,"2"3"0"0,5 5 0 0,0 3 0 0,-3-1 0 0,3 5 91 0,0-1-29 0,0 4 0 16,0-1 271-16,0 2-149 0,-4-1-68 0,-1 0-46 15,-1 3 160-15,-1 0-99 0,-4-2-49 0,5-2-204 16,-4-2 85-16,5 0 31 0,0-6 0 0,2 1-376 16,3-5 207-16,0-3 105 0</inkml:trace>
  <inkml:trace contextRef="#ctx0" brushRef="#br0" timeOffset="161376.01">27676 11311 858 0,'2'-6'0'0,"0"5"0"0,0 1 0 0,-1 0 0 0,1 3 0 0,2 8 0 0,-2 2 225 0,1 4-96 16,-1 2-40-16,0 0-32 0,-1 2 325 0,-1 0-175 16,0 0-87-16,0 1-17 0,0-1-27 0,0-3-9 15,0-4-34-15,4-2-396 0,-3-4 197 0,5 1 100 16,1-3-519-16,4-6 298 0</inkml:trace>
  <inkml:trace contextRef="#ctx0" brushRef="#br0" timeOffset="161687.18">28207 10726 1078 0,'20'-20'0'0,"5"7"0"0,3 6 0 0,1 1 0 0,-6 0 0 0,-1 0 0 0,-7 5 0 0,-1-1 0 0,-6 0 129 0,0 2-49 0,-3 0-23 16,-3 0-49-16,-2 10 9 0,-2 6 16 0,-12 1-1 15,-7 2-53-15,-3 2 25 0,0-2-1 0,-5 1-80 16,3 0 45-16,-1 0 24 0,5-2 0 0,5-5 128 16,0 0-55-16,9-3-19 0,0-3 115 0,8-1-68 15,0-1-31-15,0 2 0 0,5-6 76 0,13 1-45 16,5-2-34-16,3 0 0 0,-1 0 1 15,0 0-28-15,1-2 1 0,-2-2-70 16,0-3 31-16,-1-1 0 0,-5 1 39 0,-1-1-297 16,-4 1 128-16,-4 1 86 0,-2 1-497 0,-3-2 260 15,-4 1 114-15,0-4 70 0,0 2-246 0</inkml:trace>
  <inkml:trace contextRef="#ctx0" brushRef="#br0" timeOffset="161880.67">28279 10715 729 0,'-13'6'0'0,"4"3"0"0,0 4 0 0,4 2 0 0,-2 3 0 0,-2 2 0 0,-3 1 0 0,1 4 320 0,-5 1-144 16,2 0-63-16,-2 0 166 0,4-2-123 0,1-3-62 15,4 2-30-15,5-4 271 0,2-2-143 0,0-2-84 16,4-5-23-16,17 2-26 0,2-6 0 0,8-5-26 16,3-1-118-16,2 0 55 0,-2 0 31 0,2 0 1 15,2-3-485-15,-3-1 259 0,-10 1 108 16,1 2-602-16,-4 1 343 0,-8 0 171 0,-9 0 86 15</inkml:trace>
  <inkml:trace contextRef="#ctx0" brushRef="#br0" timeOffset="162309.56">28172 11235 1014 0,'-25'7'0'0,"3"-3"0"0,12-2 0 0,3 4 0 0,7-2 0 16,0 0 0-16,2-2 0 0,11 0 0 0,7-2 273 0,7 0-124 0,0 2-58 0,-1-2-30 15,3 0 47-15,1 0-39 0,-5 0 10 0,5 0-47 16,-9 0-274-16,2 0 137 0,-7 0 68 0,-6 0-400 16,1 0 221-16,-4 0 110 0,-6 0-140 0,2 0 116 15,-3-2 2-15,0-4 48 0,-4-3 15 0,-1-4 9 16,-4 1 56-16,0-3 0 0,0 2 0 0,0 0 0 16,-1 6 0-16,-2-5 0 0,1 3 0 0,-1 1 0 15,5 5 0-15,4 1 243 0,0 2-131 0,1 0-21 16,-1 2 71-16,3 10-34 0,0 8-51 15,0 4 2-15,0 4 217 0,0 4-136 16,0 2-64-16,0 3-31 0,0-1 211 0,0 4-121 16,0-5-53-16,0-1-43 0,0-2 0 0,-9-2-26 15,-1-3 0-15,4-8-98 0,-6 2 58 0,-1-3 15 16,1-5-75-16,-2-7 50 0,-1 1 25 0,-2-7 8 16,1 0-128-16,0 0 25 0,0-8 50 0,-2-5-38 15,2-2 33-15,2-2-14 0,2 1 3 16,0-1 109-16,2 1-36 0,3 3 0 0,4 1-37 15,-1 3 176-15,4 0-80 0,0-1-26 16,4 1 0-16,9 2-10 0,9-1-1 0,-4 3 7 16,11-1-166-16,-6-1 74 0,6-1 31 0,0 1 9 15,1-3-549-15,-2-3 243 0,6-10 147 0</inkml:trace>
  <inkml:trace contextRef="#ctx0" brushRef="#br0" timeOffset="162460.15">28622 10858 843 0,'7'0'0'0,"3"0"0"0,3 0 0 0,2 0 0 16,0 0 0-16,-1 0-128 0,0 0 47 0,5 0 24 0,3 0 1 0,-2 0-88 0,2-2 47 16</inkml:trace>
  <inkml:trace contextRef="#ctx0" brushRef="#br0" timeOffset="162720.53">29066 10712 770 0,'0'0'0'0,"0"0"0"0,-2 0 0 0,-10 1 0 0,-3 7 0 0,-7 1 0 0,-1 4 0 0,-2 2 179 0,-5 5-78 0,3-4-33 16,-1 4 71-16,-2-2-53 0,-2 1-27 0,-2-2 9 16,-5 4-87-16,7-9 26 0,-1 2 1 0,4-5 24 15,8-2-32-15,6-3 8 16,0 0 24-16,5-4 46 0,5 2-24 0,3-2 1 0,0 0-14 15,2 0 24-15,4 0 0 0,17-2-32 16,5-2-10-16,6-2 10 0,3 1 8 0,8-1-9 16,-1 2-155-16,-8 1 76 0,5-1 42 0,-3 2-1 15,-3 1-303-15,-1-2 156 0,-4 2 57 0,-6-2-119 16,2 2 69-16,-6-1 60 0,-4 0-227 0,-5-1 144 16,-5-6 69-16,-3-3 33 0,-1-3-61 0</inkml:trace>
  <inkml:trace contextRef="#ctx0" brushRef="#br0" timeOffset="162910.03">28839 10454 927 0,'-5'12'0'0,"5"18"0"0,0 5 0 0,0 8 0 0,0 5 0 0,0 4 0 0,0 6 448 0,0 1-211 16,-1-3-103-16,-6-2 155 0,1-3-128 15,-1-2-64-15,1-8 122 0,0 8-98 0,-2-14-44 0,3 4-22 16,0-6-362-16,-1-8 170 0,3-5 93 15,3-5 35-15,-2-4-472 0,2-5 257 16,0-5 111-16,0-1 70 0,0-1-628 0,0-16 323 16</inkml:trace>
  <inkml:trace contextRef="#ctx0" brushRef="#br0" timeOffset="163174.34">28715 10984 905 0,'-10'12'0'0,"3"0"0"0,-2 4 0 0,-3-1 0 0,-3 0 0 0,0-2 0 0,0 1 0 0,0 2 153 0,0-3-60 0,3-2-30 16,5-2-9-16,1-1 0 0,1-2-13 0,3-3-9 16,2-1-206-16,0-2 101 0,4 0 51 0,9 0 33 15,5-9-275-15,4-2 131 0,0 0 64 0,1-1-43 16,3 3 47-16,-5 5-16 0,7-3 266 0,-1 4-118 16,0 1-48-16,-3 2-14 0,-1 0 152 0,-3 0-80 15,0 0-44-15,0 5 12 0,-2 0 212 0,0 0-83 16,-4-2-71-16,0-1-27 15,1 0-9-15,-2-2 0 0,0 0-35 0,-3 0-292 16,1 0 145-16,-4 0 83 0,-1 0-427 0,-4 0 214 16,-1 0 122-16,-1 0 13 0,0 0-123 0,0 0 113 15</inkml:trace>
  <inkml:trace contextRef="#ctx0" brushRef="#br0" timeOffset="163968.68">28774 11240 895 0,'-15'13'0'0,"9"2"0"0,4 3 0 0,2 1 0 0,0-2 0 0,0-2 0 0,0-2 0 0,2 2 166 0,7-4-66 16,-2 1-34-16,1-3 8 0,1-1 78 0,1-1-60 16,1-1-30-16,0-1-155 0,-3-2 63 0,2-1 39 15,2-2-342-15,-4 0 182 0,0 0 92 0,3 0 46 16,-3 0-348-16,0-2 129 0,-1-10 108 0,0-2 23 16,-2-2 25-16,2-4 76 0,1-3 0 0,-3 2 0 15,2-1 0-15,-4 3 0 0,-1 8 0 0,0 0 0 16,-2 0 0-16,0 3 0 0,0 2 181 15,0 6-98-15,0 0-57 0,0 2 10 16,-4 12 81-16,-1 4-29 0,-5 5-38 0,1-1 22 16,-2 2 18-16,-3 1-27 0,-2 1 1 0,-3-2-23 15,2 1 18-15,-1-3-27 0,-2-3 1 0,0-2-95 16,-2-4 56-16,2-2 15 0,0-4-56 0,0-1 35 16,3-6 22-16,2 0-24 0,4 0 37 0,0 0-7 15,2-9 0-15,2-3-23 0,7-5 98 0,0-4-42 16,0-4-1-16,10-3-12 15,15-6-11-15,5-2-8 0,13-8 1 0,3 0-87 16,9-5 57-16,2 0-5 0,5 5 48 0,-1 0-327 16,0 5 138-16,-6 3 77 0,-6 8-39 0,-1-2 51 15,-1 4-1-15,-7 0 1 0,-1 1 175 0,-9 4-69 16,-2 0-43-16,-7 6 8 0,-3 2 86 0,-6 4-58 16,-6 4-15-16,-1 3 364 0,-3 0-148 0,-2 2-109 15,-13 13 59-15,-8 8-73 16,-5 7-38-16,-5 2 0 0,4-1 69 0,-8 11-57 0,5-6-24 15,11-6-1-15,-2 1 0 0,10-8 0 16,0 3-16-16,6-6-8 0,2-6-4 0,3-4 3 16,0 0 1-16,0-4-61 0,5-4 38 0,9 0-7 15,-1-2 29-15,7-9-68 0,-2-3 23 0,1-1 21 16,-4 2-33-16,4 0 19 0,-1 2-19 0,-5 4 39 16,-3 3 117-16,2 0-58 0,-4 3-27 0,1 1-4 15,-5 0 125-15,4 9-69 0,-7 3-26 16,1 4 31-16,-2 2-27 0,0 3-9 0,0 5-34 15,0-1-33-15,-8 1 32 0,-3-2 1 16,0-1-234-16,-5 6 113 0,2-10 60 16,-3 1 30-16,-3-2-389 0,-2-6 193 0,0-1 56 0,-8 2 63 15,1-5-238-15,-2-1 139 0,0-3 72 0,3-4-41 16,8 0 48-16,-5 0 34 0,3-4 1 0,4-7-11 16,0-6 1-16,6 0 37 0,3-2 18 15,4 1-18-15,0 1 0 0,5 2 0 0,0 7 208 0,0-1-112 16,10 3-44-16,7 4-25 15,8 2 435-15,4 0-214 0,12 16-62 0,-1 2 161 16,8 5-145-16,1 1-68 0,8 10 237 0,-3-4-152 16,0-1-77-16,-8-3-30 0,15 3-117 0,-11-10 35 15,12-1 0-15,-1-7 36 0,-1-4-512 0,-9-3 264 16,8-1 120-16,-2 1 64 0,-5-2-772 0,0-1 387 16,-6-1 182-16,-7 0-302 0</inkml:trace>
  <inkml:trace contextRef="#ctx0" brushRef="#br0" timeOffset="164089.34">30422 11605 1266 0,'9'0'0'0,"7"0"0"0,-5 0 0 0,-4-1 0 0,-4-7 0 0,-1-2 0 0,-1-2 0 0,-1-3-34 0,0 0 34 0,-13 1-1 0,-7-6 34 16</inkml:trace>
  <inkml:trace contextRef="#ctx0" brushRef="#br0" timeOffset="166629.88">10091 12808 905 0,'0'-8'0'0,"0"1"0"0,0-3 0 0,0-1 0 0,0-2 0 0,0-2 0 0,0-2 0 0,0 0 115 0,0-2-42 0,-2 1-11 16,-3 0 19-16,2 2-24 0,-3 1-1 0,1 2-23 16,-3 2 38-16,0 1-30 0,1 2-9 0,-2 5-16 15,0-1 17-15,-5 2-1 0,3 2-28 0,-1 0 37 16,-1 11-8-16,2 6-1 16,-2 4 26-16,2 3-25 0,2 2 0 0,1 3 8 0,4 2 58 0,2-1-34 15,2 2 1-15,0 3-33 16,0-2 35-16,2 3 8 0,3-1-44 0,7 3 45 15,-1 3-22-15,0 1 0 0,1 1-30 16,-5-4 16-16,4 12-8 0,-3-6 0 0,-2 3-41 0,-2-1 0 16,-3 1 41-16,1-7 8 0,-2 11-61 0,0-10 27 15,0-1 0-15,-3-7 10 0,-4 2-24 0,-1-7 10 16,-6 0-8-16,5-8-58 0,-3-5 28 16,0-2 23-16,-1-5-176 0,3-3 91 0,-5-4 37 15,8-2 26-15,-5 0-337 0,7-8 169 16,1-13 85-16,4-5 33 0,0-9-380 0,9-3 215 15</inkml:trace>
  <inkml:trace contextRef="#ctx0" brushRef="#br0" timeOffset="166896.17">10376 12802 985 0,'7'-28'0'0,"-3"5"0"0,-2 2 0 0,-1 5 0 0,-1-1 0 0,0 4 0 0,-3 2 0 0,-4 4 154 0,-4 2-65 15,-1 3-28-15,-1 2 150 0,-1 0-89 16,0 7 80-16,-4 14-89 0,2 6-39 0,-1 3-1 0,2 2-41 0,0 9 169 16,7-6-77-16,3 11-49 0,3-12-21 0,2 3 68 15,0-2-44-15,2 1-23 0,7-1 21 0,5-4-7 16,-2 1-37-16,-1-2 1 0,1 2-65 0,-1 0 32 16,-4 0 9-16,0 0 24 15,-4 2-234-15,-1-3 118 0,-2 5 57 0,0-3 30 16,0 5-411-16,-5-6 200 0,-5 4 52 0,1-2-305 15,-1-2 214-15,-1-4 106 0,2-6-147 0,-1 1 131 16</inkml:trace>
  <inkml:trace contextRef="#ctx0" brushRef="#br0" timeOffset="167081.19">10082 13777 1133 0,'-5'7'0'0,"-1"4"0"0,5-1 0 0,-3 0 0 0,4 1 0 0,0-1 0 0,0 5 0 0,0 3 0 0,2 0 363 0,5 3-165 15,0 4-83-15,0 1-41 0,-4-2 183 0,3 9-116 16,-4-1-54-16,-2 0-93 0,0 1 1 0,0-3 37 16,0-8-115-16,0 0 53 0,0-2 32 0,0-11-1 15,0-1-400-15,0-5 216 0,0-3 89 0,0-1-35 16,-2-18-387-16,-2-4 241 16</inkml:trace>
  <inkml:trace contextRef="#ctx0" brushRef="#br0" timeOffset="167287.34">10013 13818 1235 0,'-3'-13'0'0,"1"3"0"0,2 3 0 0,0 1 0 0,7 1 0 0,9-1 0 0,7 3 0 0,4 0 0 0,1 3 0 0,4 0 354 0,1 6-164 0,1 7-79 0,-1 8 108 15,-6 1-93-15,-2 4-39 0,-6 1-32 0,-4-2 0 16,-3 3-23-16,-9-1 1 0,-3 1-10 0,0 0 18 16,-12 1-8-16,-11 5 0 15,-6-6 28-15,-4-2 0 0,-1-1-28 0,2-9 8 16,-3 0-34-16,3-5 26 0,1-5 0 0,2-2-205 15,9-4 99-15,1 0 43 0,6-9 24 0,5-9-469 16,6-8 231-16,2-2 91 0,13-7-379 0,9 3 241 16,10-12 133-16</inkml:trace>
  <inkml:trace contextRef="#ctx0" brushRef="#br0" timeOffset="168053.66">10967 12722 1146 0,'-7'-14'0'0,"0"7"0"0,-1 3 0 0,-2 0 0 0,3 2 0 0,-7 2 0 0,2 0 0 0,-6 13 181 0,2 13-79 0,-5 9 92 0,3 4-80 16,0 8-41-16,-1 13 0 0,8-9 244 0,1 17-146 16,4-7-69-16,1-8-35 15,5 3 159-15,0-4-96 0,0-6-28 0,12 3-39 16,3-8 0-16,4-3-30 0,-1-9-230 0,5 1 116 15,-2-3 64-15,2-5 21 0,-1-5-166 0,-3-3 97 16,2-7 48-16,-1-5 4 0,1-2-536 0,-2 0 232 16,1-13 142-16,-1-8 71 0,-3-4-346 0,0-6 200 15</inkml:trace>
  <inkml:trace contextRef="#ctx0" brushRef="#br0" timeOffset="168330.58">11132 12601 654 0,'10'-11'0'0,"1"3"0"0,5 3 0 0,0 1 0 0,1 0 0 0,0 2 307 0,2 2-142 0,-3 0-65 16,4 13 157-16,-3 10-111 0,-4 6-57 0,-4 4-20 15,1 8 69-15,-8 1-53 0,-1-1-26 0,-1 2 0 16,-1-2 16-16,-13-5-13 0,-2 8-9 16,-2-15-49-16,-2 3 29 0,-3-3 0 15,1-10-1-15,1-3-62 0,-5-4 27 0,5-7 0 16,-2-5-19-16,2 0 28 0,-2-4-1 0,11-9 5 15,-3-10-89-15,8-3 24 0,4-2 32 0,3-2-7 16,0-2-59-16,7 0 31 0,7 0 27 0,7 4-36 16,2 2 27-16,-1 2-14 0,4 4 37 0,-3 8-132 15,7-3 65-15,-2 7 23 0,-1 4-239 16,-2 1 134-16,0 3 67 0,-2 0 25 16,5 0-341-16</inkml:trace>
  <inkml:trace contextRef="#ctx0" brushRef="#br0" timeOffset="168612.07">11589 12586 420 0,'2'-4'0'0,"-1"2"0"0,1 2 0 0,-2 0 0 0,0 0 226 0,0 8-101 15,-2 11-46-15,-1 3 262 0,-1 4-153 0,2 6-78 16,2 0-31-16,0 4 257 0,0-2-152 0,2 0-75 16,7-5-38-16,5-1 50 15,-1-7-36-15,6 2-30 0,0-13-88 0,1 3 32 16,1-7 1-16,0-6 33 0,-1 0-76 0,5-8 34 15,-6-11 21-15,-5-3 0 0,0-3-175 0,-5-3 76 16,-3-2-9-16,-3-2-101 0,-3-2 54 0,0 0 59 16,0-3-16-16,-7-4 31 0,-4 7-9 0,-4-8 45 15,2 12-22-15,-3 0 0 0,0 6 22 0,2 7 0 16,-2 5 63-16,-1 5-27 0,0 4 0 16,2 3-4-16,4 0 7 0,-3 16-38 15,7 3 12-15,-1 7-190 0,5 1 89 0,-1 1 44 16</inkml:trace>
  <inkml:trace contextRef="#ctx0" brushRef="#br0" timeOffset="168852.43">11356 12900 978 0,'-10'0'0'0,"7"0"0"0,1-6 0 0,2-8 0 0,4-8 0 0,13 3 0 0,9-3 263 0,10-5-120 0,1 3-55 0,2 0 28 16,5-1-42-16,-1 8-21 0,-7 1 9 0,4 5 58 15,-3 9-44-15,-5 2-22 0,-2 0 9 0,-5 9 0 16,-4 12-22-16,0 0-8 0,-3 5 110 0,-4 0-55 16,-2-3-28-16,1 3 0 0,-2-10 14 0,3 4-8 15,-2-2-33-15,6-3-129 16,0-3 65-16,3-5 31 0,2-2 9 0,5-3-154 0,-3-2 84 0,2 0 46 16,-1 0-595-16,-7-2 291 15,4-3 111-15,-6-1 87 0</inkml:trace>
  <inkml:trace contextRef="#ctx0" brushRef="#br0" timeOffset="169113.52">11080 13134 1220 0,'-17'0'0'0,"10"0"0"0,3 0 0 0,4 0 0 0,0 2 0 0,9-2 0 0,12 0 0 0,9 0 403 0,13 0-185 0,6 0-92 0,6-9-39 16,12-4 282-16,3-4-169 0,1-1-83 0,-1 0 76 16,-3 0-80-16,-8 3-32 0,10-2-8 15,-18 3-86-15,3 3 23 0,-7 4 0 0,-8-1-108 0,-3 4 74 16,-2-1 24-16,-12 5 0 16,-1-2-393-16,-8 2 213 0,-3 0 56 0,-6 0-20 15,-4 0-400-15,0 5 255 0,-19 5 129 0,-2 3 63 16,-5 0-319-16</inkml:trace>
  <inkml:trace contextRef="#ctx0" brushRef="#br0" timeOffset="169396.75">11300 13241 1312 0,'-14'6'0'0,"7"-3"0"0,5-1 0 0,2-2 0 0,2 0 0 0,15 0 0 0,10 0 0 0,3 0 0 0,5 0 200 15,8 0-87-15,-9 5-41 0,3 3 92 0,-2 6-65 16,-3 3-34-16,-7 1 9 0,-6 7 84 0,-3 1-62 15,-9 2-32-15,-5 5-3 0,-2-1 9 0,-7 10-37 16,-12-9-1-16,-6 0-38 0,-3-1-1 0,-4-1 40 16,0-10-22-16,-13 4-8 0,3-8 29 0,9-6 1 15,-6-3-31-15,1-4 31 0,3-4 8 0,5 0-37 16,3-2-13-16,6-6 16 0,5-7 14 16,2 0-28-16,7-3 30 0,3-2-6 15,4 2 2-15,0-1-72 0,9-4 35 16,9 7-1-16,-2 1-209 0,10-2 109 0,3 3 59 0,-1 3 17 15,4 2-204-15,0 1 94 0,1 3 57 0,3 3 11 16,1-2-449-16</inkml:trace>
  <inkml:trace contextRef="#ctx0" brushRef="#br0" timeOffset="169614.17">11663 13369 1371 0,'3'-8'0'0,"8"1"0"0,1-2 0 0,3-4 0 0,0 3 0 0,2 0 0 0,2 3 0 0,-1 3 0 0,5 3 379 15,-2 1-173-15,-1 0-87 0,-1 5 135 0,0 10-115 16,-4 2-53-16,-4 4-27 0,-5 0-55 0,-2 5 29 16,-4-4 7-16,0 8-7 0,-12 0-24 0,-6-2 1 15,-5-2 22-15,-4 1 1 16,-3-2-112-16,-2-4 51 0,-1-3-250 0,-3-3 148 0,4-2 33 16,2-5 51-16,7-5-335 0,2-1 178 15,7-2 85-15,6 0 43 0,8-15-298 0,0-9 169 16,13-4 78-16</inkml:trace>
  <inkml:trace contextRef="#ctx0" brushRef="#br0" timeOffset="169802.66">12070 13268 1505 0,'2'-6'0'0,"-2"4"0"0,0 0 0 0,-7 1 0 0,-7-2 0 0,-1 3 0 0,-2 0 0 0,-3 3 172 0,1 12-70 15,1 3-34-15,4 4 367 0,-2 5-201 0,9 3-92 16,2 1 221-16,5-1-165 0,0 1-83 0,1 1-40 15,17-2-74-15,2-3 40 0,8-2-9 0,8 0 1 16,2-9-324-16,-6-3 162 0,7-7 81 0,-2-1-246 16,1-4 159-16,0-1 84 0,-2 0-27 0,-3-4-697 15</inkml:trace>
  <inkml:trace contextRef="#ctx0" brushRef="#br0" timeOffset="169974.21">12467 13055 2167 0,'-2'-1'0'16,"2"1"0"-16,9 0 0 0,8 0 0 0,-1-2 0 0,4 2 0 0,0 0 0 0,6 0 300 0,1 0-134 0,-1 3-66 0,0 0-47 0,1 1-21 0,-4 0 9 16,4 1-433-16,-6-1 212 15,2-1 106-15</inkml:trace>
  <inkml:trace contextRef="#ctx0" brushRef="#br0" timeOffset="170648.63">13159 12997 1324 0,'-11'-4'0'15,"6"2"0"-15,3 1 0 0,2 1 0 0,0 0 0 0,9 0 0 0,10 0 0 0,7-2 190 0,14-3-83 0,3-1-37 0,8-6 238 0,11-2-137 16,-2 0-69-16,-2 1-26 16,13-4 25-16,-9 4-34 0,-9 4 0 0,4-3-34 15,-7 3-74-15,-5 2 45 0,3 1-8 0,-12 2-202 16,-2 2 119-16,-4 0 60 0,-9 2-389 0,-4 0 186 15,-4 0 56-15,-6 0 80 0,-3 0-357 0,-4 4 209 16,0 1 105-16</inkml:trace>
  <inkml:trace contextRef="#ctx0" brushRef="#br0" timeOffset="170971.77">13276 12366 1001 0,'-2'-13'0'0,"2"11"0"0,0 1 0 0,9 1 0 0,5 0 0 0,0 0 0 0,4 1 0 0,0 10 224 0,5 6-95 0,-2 4-48 0,-1 5-16 15,-1 2 0-15,-2 6 0 0,-4 2-32 0,-4 0 0 16,-3-3-97-16,-4 2 56 16,-2-4 17-16,0 0-32 0,-14-6 29 15,-4 2-1-15,-3-4-44 0,-3-5 43 0,-3-4-13 0,-1-2-1 16,-2-6-5-16,0-4 0 0,0-2-8 0,8 0 26 15,-1-2 81-15,2-11-39 0,5-2-17 0,4-3-1 16,5 2 101-16,5-2-51 0,2 0-16 0,0-5 13 16,9 2-15-16,10 1 0 0,6-1-59 15,1-2-8-15,11 0 41 0,-10 4-1 0,7 2-245 0,-4 0 117 16,2 4 55-16,-2 4 28 16,-2 2-436-16,-2 3 215 0,2 0 77 0,-2 2 65 15,-3 0-283-15</inkml:trace>
  <inkml:trace contextRef="#ctx0" brushRef="#br0" timeOffset="171147.3">13700 12430 863 0,'0'-4'0'0,"0"3"0"0,0-1 0 0,2 2 0 0,-2 0 0 0,2 0 0 0,0 0 0 0,2 13 137 0,-1 2-52 0,1 3 109 0,0 7-85 16,0 1-38-16,-2 2 1 0,-2 1 124 0,0 1-81 15,0-5-33-15,0 4-29 0,0-3-49 0,0-5 0 16,-2-2 29-16,0-2-266 0,0-6 141 0,0-1 59 15,0-6 32-15,2 1-454 0,0-5 230 0,0 0 116 16,0-12-332-16</inkml:trace>
  <inkml:trace contextRef="#ctx0" brushRef="#br0" timeOffset="171348.76">13661 12243 777 0,'0'-11'0'0,"0"1"0"0,2 2 0 0,9 3 0 0,5-3 0 0,0 4 173 0,5 0-70 0,1 2-28 0,1 2-7 15,1 0 143-15,1 0-89 0,-5 14-45 0,1 0 55 16,-6 2-42-16,0 2-32 0,-6 1-1 0,-3 3-62 16,-4 3-1-16,-2 2 38 0,0-1-50 0,-14 2 21 15,-2 1 0-15,-5-1 30 0,0 0-172 16,1-4 81-16,3-1 52 0,-6 1-17 16,8-7-135-16,0 0 53 0,0 2 52 0,4-3-417 15</inkml:trace>
  <inkml:trace contextRef="#ctx0" brushRef="#br0" timeOffset="171682.51">13411 13240 995 0,'0'0'0'0,"0"0"0"0,2 0 0 0,13 0 0 0,-1-3 0 0,6 3 0 0,-1 0 0 0,-1 0 162 0,1 0-64 15,4 8-33-15,-1 5 73 0,-3 7-53 16,-2 2-18-16,-4 2-1 0,-4 4-1 0,-3 4-32 0,-4-2-1 16,-2 2-39-16,0 2 48 0,-10-2-8 15,-2 0 0-15,-8-2-33 0,0-4 32 0,-2-3 1 16,1-6-32-16,-9 1 31 0,5-8 1 16,-2-5 0-16,4-5-29 0,-2 0 1 15,4 0 12-15,-2-9-16 0,5-5 21 0,3-7 1 0,2 0-2 16,6-2-41-16,3 3 3 0,4-5 32 0,0 0 3 15,2 7-24-15,7-3-1 0,6 2 22 0,2 2-44 16,6 3 16-16,0 0 0 0,-2 4 11 0,4 4-211 16,1-1 104-16,-1 6 37 0,7-1-390 15,-2 2 215-15,0 0 107 0</inkml:trace>
  <inkml:trace contextRef="#ctx0" brushRef="#br0" timeOffset="171856.16">13773 13278 1050 0,'-3'-3'0'16,"-1"1"0"-16,2 2 0 0,0 0 0 0,2 0 0 0,0 0 0 0,0 0 406 0,8 0-187 0,3 10-84 0,4 1 246 0,-2 2-175 0,4 2-86 15,2 4-44-15,-2-2-4 0,-2-4 9 0,0 4-48 16,0-4-305-16,2 0 153 16,-2-4 76-16,2-3 38 0,-2-2-513 0,0-4 271 15,0 0 110-15,-4 0 80 0</inkml:trace>
  <inkml:trace contextRef="#ctx0" brushRef="#br0" timeOffset="172046.2">14048 13085 874 0,'1'-1'0'0,"1"1"0"0,-2 0 0 0,0 7 0 0,0 10 0 0,0 9 0 0,0 5 452 0,-5 12-210 16,-2 1-104-16,-5 7 355 0,-3 6-221 15,-2 9-124-15,-1-1-58 0,-2 5 111 0,-2-1-85 0,0 2-41 16,1-8 29-16,-6 13-40 0,6-12 0 0,-2-3-31 15,7-12-284-15,0-3 141 0,2-8 80 0,3-4-516 16,2-10 289-16,1-3 145 0,4-8 1 0,2-3-533 16,2-8 298-16,0-2 160 0</inkml:trace>
  <inkml:trace contextRef="#ctx0" brushRef="#br0" timeOffset="172272.59">14307 12712 1148 0,'13'-11'0'0,"6"10"0"0,5 1 0 0,2 0 0 0,1 0 0 0,-1 12 0 0,-1 6 369 0,-5 5-172 0,1 7-82 16,-2 10 219-16,-8 3-150 16,-6 2-76-16,-3 4-30 0,-2 3 51 0,-2 1-48 15,-14 0-24-15,-5-3 0 0,-2 0-1 0,1-11-15 16,-6 5-9-16,5-12 1 0,-1 3-197 0,1-7 98 15,3-6 49-15,3-5-575 0,4-2 302 0,6-7 94 16,0-4 97-16</inkml:trace>
  <inkml:trace contextRef="#ctx0" brushRef="#br0" timeOffset="172689.66">14874 13069 930 0,'0'-23'0'0,"0"6"0"0,0-1 0 0,0-3 0 0,0-4 0 0,0-1 0 0,0 5 0 0,-7-1 224 0,-3 3-96 16,1 0-47-16,-2 6 174 0,-1 6-116 0,1 3-53 0,-2 4 12 0,-4 4-32 15,2 20-1-15,-2 8-24 16,-4 15-37-16,3 2 0 0,2 6 29 0,7 0 0 16,4-5 27-16,5-13-19 0,0 0-8 0,2-9-39 15,10-7 39-15,6-5 0 0,-2-7 0 0,3-6-127 16,0-3 57-16,5-3 14 0,-5-17-143 0,2-7 78 15,1-9 46-15,-5 3 16 0,4-13-210 0,-4 1 100 16,-2-3 58-16,-2-2 3 0,-2-1-46 0,1-1 36 16,-3 0 30-16,-2-3-23 0,1-1 23 15,2-9-1-15,-3 6 23 0,-2 6 44 16,1-5-18-16,0 9 0 0,-4 16 126 0,0 8-76 16,-2 8-46-16,0 6 8 0,0 5 388 0,0 6-195 15,0 11-99-15,-6 20-10 0,2 10 204 0,0 19-134 16,0 5-63-16,3 1 75 0,-3 9-69 0,0-3-35 15,1-9 206-15,1 18-124 0,0-11-58 16,2-16-29-16,0 3 6 0,0-8-35 0,0-16 8 0,2 0-8 16,3-11-485-16,-1-6 243 0,0-8 120 15,-1-2 61-15,1-6-824 0,4 0 415 16,-1-21 193-16</inkml:trace>
  <inkml:trace contextRef="#ctx0" brushRef="#br0" timeOffset="172891.95">15122 12832 950 0,'11'-2'0'0,"8"2"0"16,4 0 0-16,-3 0 0 0,-1 0 0 0,0 5 0 0,0 7 0 0,-4 0 255 0,1 8-112 0,-4 1-55 0,-4 3 190 15,-7 5-123-15,-1 0-52 0,0 3-40 0,-3 2 110 16,-15 0-70-16,0-2-35 0,-5-2 0 16,-3-2-78-16,-2-5 17 0,-1 0 0 0,-1-7-182 15,-2 0 103-15,1-8 53 0,6 2 34 0,0-6-175 16,4-3 77-16,5-1 56 0,9 0-428 0,5-5 214 15,2-12 80-15,4-4 69 0,22-9-302 0</inkml:trace>
  <inkml:trace contextRef="#ctx0" brushRef="#br0" timeOffset="173424.51">15471 12806 821 0,'10'-17'0'0,"-6"4"0"0,-1 3 0 0,-3 1 0 0,0 2 0 0,-13 3 0 0,-4 4 325 0,-5 0-151 16,-3 13-70-16,-2 13 256 0,0 6-164 0,6 1-73 15,-3 13-49-15,7-1 151 0,4 2-96 0,3-5-48 16,9-6 113-16,1 2-72 0,1-6-49 0,14-3 0 16,8-7-137-16,3-3 49 0,4-7 23 15,4-6 9-15,0-6-316 0,3 0 167 16,1-1 82-16,-2-8 41 0,0-7-385 0,-3 0 128 16,1-4 123-16,-6-1-62 0,0-1 86 0,-7-2 43 15,-2-2 2-15,-7 2 33 0,-2-7 8 0,-6 5 1 16,-2 5 119-16,-2-4-60 0,0 3-30 15,-7 2-8-15,-11-1 213 0,0 8-98 0,-5 1-66 0,0 5 217 16,3 3-122-16,-2 2-19 0,1 2-48 0,-4 4 68 16,7 13-50-16,1 4-26 0,2 3-2 15,3 3-15-15,5 6-8 0,5-3 0 16,2 2 23-16,0-3-23 0,7-2 0 0,7-8 8 16,6 5-56-16,3-8 25 0,-4-9-1 0,3 1-176 15,6-8 96-15,-7 0 36 0,5-2 25 0,-5-15-238 16,-1-5 121-16,-2-3 40 0,-4-6-192 0,-2-3 114 15,1-8 71-15,-6 1 30 0,-3-3-62 0,1-3 46 16,-4-1 24-16,1-5-8 0,-2-3-34 0,0-9 32 16,0 0 1-16,0 3 3 0,0 10 0 15,0 7 21-15,0 3 8 0,0 16 145 0,0 7-73 16,0 2-36-16,0 10 386 0,0 4-190 16,0 3-105-16,0 18-15 0,0 12 94 0,0 13-36 15,0 8-54-15,0 9-4 0,0 15 210 0,2-7-128 16,-2 1-64-16,2-1-32 0,1-14 172 0,5 6-94 15,-1-8-59-15,3-3-149 0,-1-12 49 0,2-4 25 16,1-9-493-16,-1-5 254 0,3-5 132 0,-5-7 65 16,5-7-376-16,-2 0 147 0,-1-2 120 15</inkml:trace>
  <inkml:trace contextRef="#ctx0" brushRef="#br0" timeOffset="173571.12">15970 12845 1261 0,'0'-7'0'0,"0"3"0"0,0 4 0 0,0 0 0 0,0 0 0 0,0 0 0 0,2 9 0 0,3 2 223 0,4 1-96 0,2 1-46 0,3 0 266 16,-2 2-148-16,6-2-88 0,-2 0-39 0,1 1-138 16,3-3 49-16,-2-4 25 0,-1 1-502 15,1-2 259-15,2-2 134 0,-4-1 67 16,3-1-517-16</inkml:trace>
  <inkml:trace contextRef="#ctx0" brushRef="#br0" timeOffset="173747.54">16352 12447 935 0,'2'-21'0'0,"2"6"0"15,0 2 0-15,-3 6 0 0,1 3 0 0,0 2 0 0,1 2 0 0,-3 23 255 0,0 16-115 0,-10 14-54 0,-8 9 482 16,-11 20-267-16,-3 2-135 0,-1 11 453 0,-13 24-297 16,3 10-145-16,-6 12-72 0,-9 29 110 0,-1-2-9 15,7-13-206-15,-10 42 0 0,11-22-529 0,6-4 297 16,11-25 133-16,4 8-476 0</inkml:trace>
  <inkml:trace contextRef="#ctx0" brushRef="#br0" timeOffset="174815.83">8969 13264 1169 0,'-6'-4'0'0,"4"-2"0"0,2 4 0 0,0 1 0 0,0 0 0 0,0-2 0 16,6 1 0-16,1 2 0 0,7 0 0 0,0 0 357 0,9 0-167 0,-4 0-78 0,10 0 193 0,-2 2-136 15,3 2-69-15,3-1-25 0,-4 1-16 0,1-2-27 16,2 2 1-16,-4-3 0 16,-5 3-212-16,2-4 114 0,-3 4 45 0,-5-2-181 0,-3 2 117 15,-5 2 58-15,0-1-639 0,-4 5 315 16</inkml:trace>
  <inkml:trace contextRef="#ctx0" brushRef="#br0" timeOffset="175002.61">9038 13595 1430 0,'-7'0'0'0,"3"1"0"0,2-1 0 0,2 0 0 0,0 0 0 0,0 0 0 0,13 0 0 0,10 0 525 0,0 0-238 16,7 0-131-16,0-1 207 0,-2-1-165 0,4-2-82 16,-3 2-117-16,-5 0 42 0,6 0-8 0,-10 2 0 15,3 0-489-15,-1 0 245 0,-5 0 121 0,1 0 70 16,-4 4-701-16,-2 4 366 0</inkml:trace>
  <inkml:trace contextRef="#ctx0" brushRef="#br0" timeOffset="175572.8">8257 13416 909 0,'-11'-4'0'0,"1"2"0"0,1 2 0 0,0 0 0 0,-3 0 0 0,3 4 0 0,2 2 218 0,-1 7-96 16,0 0-45-16,4 2 148 0,4 4-95 0,0 5-49 16,0-2 97-16,2 9-76 0,8-5-35 0,5 0 0 15,0 0 31-15,4-3-32 0,-2-2 8 0,3 1-42 16,3-5 32-16,-2-2-31 0,3-3-1 0,-3-4-20 15,1-1-11-15,5-7 32 0,-1 0 0 16,0 0-55-16,0-12 27 0,-1-6 0 0,-1-3-26 16,-1-3 15-16,-3-1 0 0,-1-1 9 15,-2-2-66-15,-4-3 32 0,-2 3 24 0,-3-4-25 16,-4 2 1-16,-2-2 7 0,-2 2 1 0,0-2 7 16,-6 2-10-16,-11-1 13 0,-1 2 7 0,-5 1-2 15,-3 6 1-15,-3 1-10 0,-1 5 63 0,0 2-26 16,0 9 0-16,0 3-25 0,2 2 108 0,3 0-47 15,-3 7-26-15,7 8 15 0,-1 2-10 0,3 3 17 16,3 1-38-16,5-2-32 0,-1 1-3 0,4 1 49 16,5-2-9-16,2-2-232 15,1 2 110-15,0 0 51 0,1 0-424 0,8 1 211 16,8-1 116-16,4 1 56 0</inkml:trace>
  <inkml:trace contextRef="#ctx0" brushRef="#br0" timeOffset="176730.51">16733 12867 1071 0,'-3'-1'0'0,"1"-1"0"0,2 0 0 0,-2 2 0 0,2 0 0 0,0 0 0 0,0-3 0 0,0 3 0 0,0-1 280 0,2 0-124 0,7-4-61 0,5 3-32 0,2-5 189 16,0 3-101-16,3 0-64 0,-1 3 9 0,-1-1-32 16,1 0 0-16,2 1-31 0,-1 1 8 15,-3 0-44-15,3 0 0 0,-4 0-155 0,-1 0 96 16,-6 0 47-16,3 0 32 0,-1 0-394 0,-3 0 195 16,1 0 50-16,-3 6 65 0,1 2-468 0,-5 6 255 15</inkml:trace>
  <inkml:trace contextRef="#ctx0" brushRef="#br0" timeOffset="176918.97">16834 13127 1670 0,'-14'7'0'0,"5"-1"0"0,2 0 0 0,2-2 0 0,1-4 0 0,2 0 0 0,1 0 0 0,1 0 0 0,0 0 0 0,0 1 215 15,7 3-83-15,7 0-54 0,2-1 190 0,1 1-118 0,3-1-59 0,0 2-28 16,1-1-118-16,0-3 40 0,-2 3 23 0,2 0-384 15,0-1 204-15,-3 2 103 0,0-4 59 16,-2 1-257-16,1 0 78 0,0-2 99 0,2 0-462 0,-4 0 260 16</inkml:trace>
  <inkml:trace contextRef="#ctx0" brushRef="#br0" timeOffset="177658.72">17515 12633 1516 0,'2'-1'0'0,"-1"-2"0"0,1-2 0 0,0-1 0 0,2-1 0 0,1-3 0 0,5 2 0 0,1-3 463 15,4 2-215-15,6-2-107 0,1 5 75 0,3-3-92 16,-1 3-37-16,8-2-32 0,-2 4 71 0,-4 1-47 16,1 1-23-16,-6 0 0 0,1 2-124 15,-2 0 46-15,0 0 27 0,-6 0-262 0,-4 0 144 16,-3 0 74-16,-1 0 43 0,-2 0-394 0,-3 0 191 15,1 0 38-15,0 0-41 0,-2 0 76 0,0 0 51 0,-4-2 21 16,-7 2-85-16,2 0 53 16,-3 0 27-16,3 0-9 0,-3 0-16 0,3 0 26 15,-2 0 0-15,4 0 153 0,-3 0-65 0,3 0-39 16,0 0 8-16,-1 0 234 0,2 0-133 16,2 0-33-16,-1 0 124 0,3 0-60 0,0 0-62 0,-1 0 23 15,3 2 128-15,-2 4-94 0,2-1-46 0,-2 5-16 16,2 0 76-16,0-1-53 0,0 6-27 0,-2-2 82 15,2 0-55-15,-2 2-19 0,2 0-8 0,-3 0 39 16,2 2-33-16,-1-2 0 16,0 5 21-16,0-3-19 0,-1 1-8 0,3 2-27 15,-2 1 15-15,0-1-15 0,-2 2 0 0,2 1 8 16,1 3-37-16,-1-1 0 0,0 3 29 0,0-1-99 16,-2 3 49-16,2 0 33 0,-2 0-155 0,-1-1 71 15,1 2 41-15,-1-1 5 0,-1-2-108 0,0-4 50 16,-2 5 37-16,1-5-3 0,0-5-15 0,-1 2 3 15,-2-3 1-15,1-1-12 16,0 0 35-16,-3-4-3 0,1 1 5 0,0-4 45 0,-2 2-22 16,2-5-9-16,-3 1-15 0,3 0 121 15,-2-3-57-15,0 1-18 0,2-1 180 0,1-1-92 16,1 0-52-16,0-1-10 0,3 0 210 0,2-3-101 16,0 1-61-16,2-1-4 0,2 0 57 0,0 0 26 15,0 0-166-15,0 0 0 0,0 0 0 0,7 0 0 16,11 0 0-16,1 0 0 0,3 0 0 0,1 0 0 15,3-1 0-15,-3-2 0 0,11 2 0 16,-6-1 0-16,0 0 0 0,4 2 0 16,-2 0 0-16,0 0 0 0,0 0 0 0,-3 4 0 15,-2 1 0-15,-4-2 0 0,0 4 0 0,-5-1 0 16,-4-3 0-16,-1 1 0 0,-5-3 0 0,-3 1 0 16,-1-2 0-16,0 2 0 0,0-2 0 0,-2 0 0 15,0 0 0-15,0 0 0 0,0 0 0 0,-4 0 0 16,-3 0 0-16,0 0 0 0,-1 0 0 15,2 0-250-15,2 0 111 0,1 0 64 0,1 0 21 16,2 0-672-16,0 0 346 0,0 0 174 16,7 0-633-16</inkml:trace>
  <inkml:trace contextRef="#ctx0" brushRef="#br0" timeOffset="177990.81">18237 12867 1093 0,'0'-3'0'0,"0"1"0"15,-1-1 0-15,1 3 0 0,-2-1 0 0,2 1 0 0,0 0 517 0,0 0-242 0,0 0-121 0,0 0 145 0,0 0-125 0,3 0-74 16,13 0 287-16,0 0-178 0,4 0-87 0,1 0-45 15,0 0 154-15,8 0-103 16,-3 0-48-16,0-1-23 0,1-2 135 0,-2 3-192 16,-4 0 0-16,0 0 0 0,0 0 0 0,-3 0 0 15,-2 0 0-15,-5 0-249 0,0 0 209 16,-3 0 32-16,-2 0 0 0,-3 0-37 0,-1 0-11 0,0 0 34 16,-2 0-164-16,0 0 86 0,0 0 15 0,0 0 31 15,0 0-345-15,0 0 175 0,0 0 100 0,2 0 46 16</inkml:trace>
  <inkml:trace contextRef="#ctx0" brushRef="#br0" timeOffset="180876.05">19316 12672 881 0,'-4'0'0'0,"0"0"0"0,1-1 0 0,-1 1 0 0,0-2 0 0,3 2 0 0,-4 0 0 0,3 0 121 0,0 0-44 0,-1 0-23 0,-1 0 1 15,0 0-1-15,-1 3 7 0,0 3-28 16,-4 3 23-16,2 1 1 0,-2 5-25 15,-3 3 1-15,3 2 39 0,-4 7-39 0,-1 0 0 16,4 3 27-16,-1 0 1 0,1 2-29 0,0 0 9 16,5-2 67-16,1 0-37 0,4-2-1 0,0-1-37 15,0-8 71-15,2 4-27 0,11-4-9 0,2-4 1 16,7 0-37-16,5-5 1 0,1-6 0 0,6-4-27 16,8 0 26-16,-3-2 1 0,-2-14-100 15,1-4 51-15,-5-5 23 0,-5 2 10 0,4-10-187 16,-11 7 95-16,0-6 26 0,-2 2 31 15,-8 0-135-15,-5 5 70 0,-2-4 15 0,-4 7 12 16,0-4-1-16,-8 6-1 0,-9 0 0 0,1 4 75 16,-9-2-22-16,0 5-1 0,-1 5 66 0,-2 2-43 15,-1 2-16-15,8 3-6 0,-11 1 89 16,7 0-48-16,2 0-10 0,0 3 0 0,5 5-3 0,3-1-22 16,2 0 15-16,5-1-86 0,2 2 39 0,3 0 1 15,3-1 35-15,0-2-376 0,0 2 161 16,3 0 93-16,9-1-312 0,3-5 199 0</inkml:trace>
  <inkml:trace contextRef="#ctx0" brushRef="#br0" timeOffset="181283.81">19539 12222 872 0,'0'-17'0'0,"0"2"0"0,0 2 0 0,-7 1 0 0,-1 3 0 0,3 1 0 0,-2 4 0 0,-4 1 0 0,6 1 267 0,-2-1-117 0,-1 3-59 0,0 0-29 15,1 3 186-15,-2 8-112 0,-1 4-52 0,1 4 105 16,-2 4-79-16,1 5-38 0,1 2 8 0,0 6 23 16,-2 5-35-16,2 0 0 0,2 1 63 0,3 0-49 15,1-4-16-15,1 11-9 0,2-6 59 0,0 0-42 16,0 1-21-16,2-3 1 0,1-1 25 15,7 6-47-15,0-3 1 0,-3 3-38 16,0 1-1-16,0-1 39 0,-3-4-63 0,3 8 27 16,-6-5 0-16,1-3 36 0,-2-6-38 0,0 3 0 15,-3-1 13-15,-9-3-22 0,-1-1-18 0,-4-4 23 16,-3-2-5-16,-1-2 1 0,0-7-49 0,-6 2 24 16,5-6 1-16,1-2-140 0,0-4 77 0,1-1 43 15,3-5 9-15,2 0-256 0,4-3 135 16,1 0 69-16,3 0-103 0,4 0 85 15,0 0 35-15,3-3 29 0,0-4-278 0,3 0 150 16,7-1 74-16,5-1 30 0,8-1-269 0,0 0 158 16</inkml:trace>
  <inkml:trace contextRef="#ctx0" brushRef="#br0" timeOffset="181610.47">19689 13106 1219 0,'2'-3'0'0,"0"0"0"0,-2 3 0 0,0-3 0 0,0 3 0 0,0 0 0 0,-2 0 0 0,-3 0 212 0,-1 7-89 0,4 3-46 0,-3 3-13 15,1 4 232-15,1 4-131 0,-2 3-66 0,1 1 121 16,1 1-93-16,-3 2-39 0,3 2 115 0,-3 4-84 16,1-1-44-16,-2 3-21 0,4 0 88 0,-1-1-47 15,0 1-35-15,3-3 0 0,1 0 9 0,0-5-1 16,0-6-35-16,0 1 8 0,1-5 31 15,5-3-1-15,1 0-38 0,3-9-29 16,-3 0 0-16,2-2 198 0,5-4-202 0,-3 0-208 16,2 0 184-16,1-4 29 0,-2-5-176 0,2-3 87 15,-3 1 48-15,0 0 2 0,-3 4-231 0,-2-3 110 16,-1 3 67-16,-1 1 0 0,-3 1-99 0,1 0 76 16,0 4 40-16,-2-1-287 0,0 0 163 0,0 2 73 15,2 0 48-15,3 0-473 0</inkml:trace>
  <inkml:trace contextRef="#ctx0" brushRef="#br0" timeOffset="182411.92">20282 12960 682 0,'-7'-7'0'0,"0"2"0"0,1 2 0 0,5 0 0 0,-3 2 0 0,0-1 65 0,3 0-1 0,-1-1-31 16,-1 2 263-16,3 1-135 0,0 0-65 0,0 0-31 16,0 0 182-16,0-1-107 0,3-1-45 0,4 0-35 15,2-2 112-15,2 0-69 0,3 0-27 0,-2-1 145 16,2-1-98-16,1 2-45 15,0-1-23-15,0 1 54 0,2 1-39 0,-1-1 9 16,4 2 62-16,1-2-54 0,2 0-27 0,0 2 0 16,4 1 62-16,-3-2-37 0,8 1-30 0,-2 2 0 15,2 0 43-15,2 0-33 0,3 0 112 0,2 0-177 16,9 0 0-16,-4-1 0 0,4-1 0 0,0 0 0 16,3-3 0-16,2 0 0 0,3 0 0 15,8 1 0-15,-14 0 0 0,9 3 0 0,-3 1 0 16,2 0 0-16,1 0 0 0,-1 0 0 15,6 3 0-15,-4 3 0 0,4-1 0 0,-2 0 0 16,11-3 0-16,-6 1 0 0,-2-3-279 0,1 0 202 16,-5 0 31-16,-9-3-17 0,3 1 45 0,-6-5-19 15,-6 2 13-15,-6 1-26 0,2 1 97 0,-5-1-49 16,-6 2 6-16,-6 0-47 0,-1 1 118 0,-2-3-46 16,-5 0-25-16,0 0 102 0,-5 1-55 0,0-2-13 15,-3 2-7-15,-3-1 13 16,2-1-36-16,-3 2 20 0,0-2-128 0,-2 1 55 0,0-2 27 15,0 3-3-15,0-4-544 0,-9 6 245 16,-2-1 147-16,-1 1 71 0,-4 1-627 0,0 0 348 16</inkml:trace>
  <inkml:trace contextRef="#ctx0" brushRef="#br0" timeOffset="182825.87">20895 13058 1070 0,'-13'-6'0'0,"2"2"0"0,8 2 0 15,1 2 0-15,2 0 0 0,0 0 0 0,-3 0 0 0,3 9 251 0,0 2-109 0,0 5-54 0,-2-1-28 0,0 3 100 0,-1 3-68 16,-6 4-30-16,0-1 1 0,-9 5-39 0,-1-2 9 15,-1 1 7-15,-5 1-45 16,3-3 0-16,-5-2 38 0,4-1 38 0,0-6 0 16,4-4-30-16,0 0-9 0,2-4 117 0,4-3-59 15,5 0-28-15,3-4-1 0,1-1 203 0,2-1-120 16,2 0-55-16,0 0 35 0,2 2-45 0,13 1-23 16,7-3 8-16,8 0 75 0,2 0-54 0,5 0-25 15,6 0 48-15,-2 0 90 0,-6 0-198 16,13-3 0-16,-7 1 0 0,-1-1 0 15,-5 1 0-15,1-2 0 0,-1 2-284 0,-3-2 174 16,-2 1 67-16,-9 1 37 0,-1 0-319 0,-4 0 161 16,-5 0 28-16,-4 0-445 0,-1 1 274 0,-4 1 137 15,0 0-346-15,-2-4 241 0,0-4 114 0,-7-1 67 16,-5-4-277-16</inkml:trace>
  <inkml:trace contextRef="#ctx0" brushRef="#br0" timeOffset="182997.47">21027 13161 461 0,'-12'-2'0'0,"3"2"0"0,2 0 0 0,0 0 0 0,0 6 0 0,2 1 281 0,1 6-124 0,2 2-63 0,0 6-30 16,2 1 303-16,-1 8-172 0,1 0-80 0,-2 1-42 15,0 4 286-15,-2-2-155 0,1 0-89 0,-2 0 63 16,1-6-72-16,1-1-37 0,1-6 8 0,-2 5-14 16,3-2-8-16,-1-4-22 0,2-4-389 0,0-6 194 15,0-1 98-15,0-3 56 16,2 0-666-16,3-5 339 0,7 0 86 0</inkml:trace>
  <inkml:trace contextRef="#ctx0" brushRef="#br0" timeOffset="183217.92">21187 13232 936 0,'14'-11'0'0,"3"4"0"0,6 1 0 0,-1 0 0 0,-1 0 0 0,0 5 0 0,-1-1 394 0,1 2-180 0,0 0-91 15,-5 13 59-15,0 2-66 0,-3 7-46 16,-5 3 0-16,-4 1 87 0,-4 2-62 15,0 2-31-15,-4 2 8 0,-12 0-35 0,-6 5-4 16,2-3 0-16,-7-2-29 0,1-1 0 0,1-6 37 16,-9 6-9-16,6-8-127 0,-9 0 63 0,7-5 33 15,-4-3-116-15,8-4 48 0,-5-2 40 0,12-5-16 16,3-4-339-16,2 0 154 0,11-14 98 0,3-11 32 16,5-10-328-16,16-2 197 0</inkml:trace>
  <inkml:trace contextRef="#ctx0" brushRef="#br0" timeOffset="183429.36">21551 13119 1324 0,'0'-4'0'16,"0"3"0"-16,0 1 0 0,-12 0 0 0,-1 9 0 0,-6 9 0 0,3 9 0 0,-3 8 0 0,2-1 239 0,0 14-108 0,4-7-48 0,3 1 301 0,7-1-175 15,3-6-81-15,0 5-51 0,1-6 94 16,13-5-69-16,3-1-34 0,4-5-1 15,0-6-157-15,4 2 57 0,-6-10 33 0,6-2-382 16,-2-5 208-16,-3-2 103 0,-1 0-477 0,-3-5 226 16,0-8 148-16,-2-2 56 0,-2-2-118 0,-3 0 102 15,-2-2 42-15</inkml:trace>
  <inkml:trace contextRef="#ctx0" brushRef="#br0" timeOffset="183721.58">21701 13061 1338 0,'0'-15'0'0,"0"2"0"0,4 2 0 0,5 0 0 0,0 1 0 0,1 5 0 0,3-1 0 0,-2 4 0 0,1 2 0 0,-1 0 182 15,-1 0-75-15,-3 12-29 0,-1 0 71 0,-5 5-58 0,1 4-29 16,-2 4-61-16,0-3 0 0,-11-4 40 0,-2 7-8 16,-4-4-36-16,4-6-1 0,-4-1 37 0,-2-1-68 15,4-2 42-15,0-4-8 16,6-4 33-16,0 2 35 0,1-5 1 0,2 0-82 15,2 0 201-15,3 0-84 0,1 0-37 0,0 0 3 16,0 0-2-16,1 0 0 0,12 0-26 0,5 0-8 16,6 0 7-16,-1-2-8 0,2-2 1 0,0 0 0 15,-4 3-126-15,4-3 58 0,-4 2 35 0,0-1-425 16,0 2 219-16,-2 1 74 0,-6 0 11 0,2 0-415 16,-3 0 252-16,-5 6 125 0,-5 1-306 0</inkml:trace>
  <inkml:trace contextRef="#ctx0" brushRef="#br0" timeOffset="183902.77">21835 13371 1075 0,'-16'8'0'0,"5"1"0"0,6-4 0 0,1 2 0 0,0-5 0 0,4 1 0 0,0-1 0 0,2 0 364 0,15-1-165 16,9-1-84-16,0 2-33 0,3-2 126 0,3 0-87 16,1 2-45-16,1-2 70 0,0 0-57 15,-8 2-20-15,8-2-214 0,-6 2 89 0,-7 0 44 16,4 0 23-16,-7 2-408 0,-4-3 224 15,-2 2 98-15,-4 2 54 0,-3-2-552 0,-2-1 271 16,-1 1 134-16,-2-3-168 0</inkml:trace>
  <inkml:trace contextRef="#ctx0" brushRef="#br0" timeOffset="184085.29">22122 13162 1182 0,'0'3'0'0,"-2"0"0"0,2 5 0 0,0-1 0 0,0 3 0 0,0 3 0 0,0 4 0 0,0 5 213 0,0 2-90 0,-6 5-45 16,1-1 282-16,-2 4-156 0,-2-1-89 0,0 2-41 16,2-4 59-16,0 4-50 0,-2-5-25 0,4-2-280 15,-2 6 123-15,3-6 66 0,2-6 33 0,0 1-244 16,2-6 138-16,0-5 78 0,0-2-692 16</inkml:trace>
  <inkml:trace contextRef="#ctx0" brushRef="#br0" timeOffset="184249.39">22210 13227 1703 0,'4'0'0'0,"1"0"0"0,7 0 0 0,-1 0 0 0,1 0 0 0,0 0 0 0,1 2 0 0,3 3 0 0,0 1 0 0,1 4 208 0,3-2-87 0,-6 3-44 0,4 3-179 0,-6 1 76 0,2-2 25 15,-3 0-219-15,-2 0 127 0,0-3 62 16,-1-5 32-16,0 1-556 0</inkml:trace>
  <inkml:trace contextRef="#ctx0" brushRef="#br0" timeOffset="184427.63">22484 13130 438 0,'0'-11'0'0,"2"6"0"0,-2 1 0 0,0 2 0 0,0 2 0 0,0 0 0 0,0 19 323 0,0 9-145 0,-4 7-65 0,-5 12 292 15,-4 1-185-15,0 1-95 16,-1 6-45-16,-2 2 214 0,-1 1-122 0,-5 8-73 15,3-6 6-15,-4 0-36 0,3 1 1 0,1-11-38 16,-2 2-117-16,2-3 55 0,4-11 31 0,2-3 0 16,-1-4-396-16,7-12 214 0,2-4 115 0,1-7-617 15,4-6 326-15</inkml:trace>
  <inkml:trace contextRef="#ctx0" brushRef="#br0" timeOffset="184727.3">22631 13003 1057 0,'11'-21'0'0,"3"8"0"0,4 6 0 0,1 5 0 16,-3 0 0-16,0 2 99 0,-3 0-34 0,-1 9 9 0,-3 4 207 0,2 11-124 0,-8 2-62 16,0 2-31-16,-3 4 137 0,0-3-88 0,0 2-40 15,-5-5-67-15,-4-6 27 16,-2 2 0-16,-2-5 8 0,0-2 38 0,-3-5-23 15,2-1 0-15,0-3-23 0,1-3 22 0,4-3 9 16,2 0-31-16,-1 0 126 0,6 0-63 0,-2 0-32 16,4 0 0-16,0 0 128 0,0 0-84 0,6 0-37 15,9 0 16-15,3 2-27 0,3 3 0 0,0 0-19 16,6 3-94-16,-5-1 43 0,1 2 21 0,-4-1 1 16,1-3-160-16,1 2 98 15,-2-2 38-15,-1-1-803 0,-2-2 357 0</inkml:trace>
  <inkml:trace contextRef="#ctx0" brushRef="#br0" timeOffset="197526.3">20011 12282 689 0,'-12'-4'0'0,"5"0"0"0,0 2 0 0,-1-1 0 0,2-4 0 0,2 0 0 0,-1-1 146 16,3 1-57-16,2 0-20 0,0 0 150 0,0 0-93 16,0 2-46-16,2 2-24 0,5-1 69 0,3 2-37 15,3 0-32-15,2 2 0 0,0 0 9 0,2 2-32 16,3 11 0-16,-2 2-23 0,4 5-8 15,-3 4 31-15,-2-1-35 0,-1-1 0 0,0 4 35 16,-5-4 8-16,1 8-74 0,-7-4 17 0,-3 2 22 16,-2 1-1-16,0-3-26 0,-4 0 13 15,-11 1-4-15,-2-3 67 0,-2-3-21 16,-2-3-5-16,3-6-12 0,-5-1-3 0,2-6 1 0,-1-1 5 16,0-2-28-16,1-2 8 0,2 0 20 0,2-2 7 15,4-7-234-15,1-2 101 0,7-1 55 0,3-2 15 16,2-4-292-16,0 2 133 0,7-7 82 0,13 2-211 15,1-1 146-15,9-6 72 16,-9 4 29-16</inkml:trace>
  <inkml:trace contextRef="#ctx0" brushRef="#br0" timeOffset="197721.45">20397 12203 1187 0,'0'-2'0'0,"0"-1"0"0,0 3 0 0,-12 0 0 0,-4 0 0 0,2 3 0 0,-2 5 0 0,0 5 178 16,-2 2-65-16,2 3-44 0,0 5 82 0,4 1-59 15,1 4-30-15,1 1 0 0,4-3 137 0,3 4-88 16,3-4-39-16,0-5 30 0,1 5-35 0,12-5 0 16,3-6-26-16,5 2-137 15,-1-4 64-15,4-5 33 0,1 1-305 0,0-3 168 16,-4-3 93-16,4-1 4 0,-2-2-243 0,1 0 92 16,3 0 87-16,-7-3-28 0</inkml:trace>
  <inkml:trace contextRef="#ctx0" brushRef="#br0" timeOffset="198131.79">20675 12335 1148 0,'0'-8'0'0,"-2"2"0"0,-3 0 0 0,-6 0 0 0,1-1 0 0,-3 2 0 0,2 1 0 0,-2 2 0 0,2 1 181 0,-3-2-74 0,1 3-29 0,-1 0-8 15,0 7 21-15,0 11-28 0,0 2-1 0,3 1-21 16,-1 5 22-16,7 3 0 0,-1-3-30 0,6 0 110 15,0-6-55-15,0 1-19 16,0-2-9-16,6-4-4 0,7-3-23 0,2-6 0 16,2-3-149-16,3-3 82 0,3 0 30 0,-2-9-1 15,2-10-240-15,-3-5 132 0,1-5 66 0,-5-2 9 16,0 1-178-16,-4-5 100 0,2 2-3 0,-5-3-101 16,-2 3 94-16,2-5 38 0,-4-4 32 0,-1 1-15 15,-1 0 38-15,-1-1 0 0,0 7 86 0,0-1-51 16,-2 13-13-16,0 3 0 0,0 8 206 15,0 5-114-15,0 3-35 0,-2 4-42 0,-3 4 362 0,-1 20-174 16,-2 6-49-16,2 9 43 0,3 3-76 16,1-2-31-16,0 12 158 0,2-5-102 15,0-2-51-15,0-2-26 0,0-7 47 0,2 0-28 16,7-6-9-16,1-2-35 0,3-6-212 0,-4-3 105 16,3-4 54-16,-3-3 34 0,0-5-455 0,1-2 231 15,-3-2 74-15,1-3-229 0,2 0 132 0,-5-3 92 16,-1-11 58-16,1-1-296 0,-1-6 174 0,-2-3 86 15</inkml:trace>
  <inkml:trace contextRef="#ctx0" brushRef="#br0" timeOffset="198272.84">20868 12272 770 0,'0'-10'0'0,"0"3"0"0,0 1 0 0,0 4 0 0,0 1 0 0,0-1 0 0,0 2 0 0,0 0 357 0,3 0-162 0,6 5-81 16,-1 1 263-16,4 1-164 0,0 3-94 0,-1 0-43 15,3-1 136-15,-1 1-89 0,-2 1-45 0,0-2-15 16,0 0-202-16,1 3 86 0,-3-1 42 0,2-2-524 15,-3 1 292-15,2 1 134 0,-1-1 71 0,1-3-355 16</inkml:trace>
  <inkml:trace contextRef="#ctx0" brushRef="#br0" timeOffset="198471.34">21153 12165 1058 0,'-4'-3'0'0,"1"1"0"0,-2 2 0 0,1 0 0 0,1 0 0 0,-3 7 0 0,1 4 0 0,-1 4 470 0,-4 6-219 0,1 4-101 0,-2 5-62 0,-4 10 294 0,-2-1-174 16,2 2-88-16,-3 0 39 16,2-7-55-16,2 2-39 0,-2-3-166 0,5-4 68 15,1-5 32-15,1-1 1 0,2-7-162 0,1-1 93 16,1-5 51-16,0-1 25 0,3-3-582 0,1-5 216 16,1 2 165-16,0-3-356 0,0 0 259 15</inkml:trace>
  <inkml:trace contextRef="#ctx0" brushRef="#br0" timeOffset="198618.51">21156 12387 707 0,'6'-10'0'0,"1"5"0"0,1-1 0 0,-2 2 0 0,-1 1 0 0,3 1 541 0,-1 0-246 0,3 0-135 16,1 0 157-16,4 1-142 0,0-1-71 0,2 0-36 16,0-1 176-16,2 2-110 0,-1-1-51 0,3 0-25 15,-2 0-310-15,-2 2 142 0,2 0 80 0,-3 0 27 16,0 0-634-16</inkml:trace>
  <inkml:trace contextRef="#ctx0" brushRef="#br0" timeOffset="198813.66">21511 12157 1612 0,'0'0'0'16,"0"0"0"-16,0 0 0 0,0 3 0 0,0-1 0 0,0 1 0 0,6 1 0 0,3 2 285 0,1 1-126 0,1 2-64 0,0 1 180 15,2 0-113-15,-1 3-68 0,1-2 131 0,0 1-96 0,-2 0-48 16,0 0-24-16,1-1-298 16,-3 0 133-16,0-2 70 0,-2-1-565 0,0-1 318 15,0 1 159-15,1-4 87 0,0-3 32 0</inkml:trace>
  <inkml:trace contextRef="#ctx0" brushRef="#br0" timeOffset="198993.09">21842 12061 1092 0,'0'0'0'0,"0"5"0"0,0 0 0 0,0 3 0 15,0 1 0-15,-4 4 0 0,-3 6 242 0,-2 2-105 0,-5 7-52 0,1 4 434 0,-6 7-247 0,-2 3-120 16,3 3 114-16,-3 2-117 0,0 0-57 0,7-6-22 16,-6 8-219-16,6-6 91 0,3-7 45 0,-1 2 23 15,3-5-486-15,3-7 262 0,3-1 119 0,3-9 64 16,0 0-422-16</inkml:trace>
  <inkml:trace contextRef="#ctx0" brushRef="#br0" timeOffset="199432.81">22152 12418 878 0,'8'-25'0'15,"-3"2"0"-15,-3-5 0 0,0 0 0 0,0 0 0 0,-2 4 0 0,0 2 0 0,0 0 247 0,0 2-112 0,-4 6-51 0,-3 3 146 0,-5 3-107 0,1 5-40 16,-3 3-18-16,0 0 42 16,-7 7-38-16,4 14 1 0,-2 5 109 0,3 4-74 15,-1 6-27-15,-1 4-9 0,11-7 61 0,0 5-48 16,5-2-25-16,2-5 0 0,0-6 10 0,2-1-34 16,9-4 0-16,4-2-1 0,0-6-129 0,0-6 65 15,3-2 40-15,0-4-109 0,1 0 67 0,1-13 33 16,-3-8-356-16,1-5 177 0,-2-3 47 15,-1-1 60-15,-2-6-238 0,-4-1 138 0,2-5 71 16,-2 0 34-16,-2 4-66 0,-2-8 54 16,1-3 24-16,-1 0 17 0,0-3 6 0,0-3 0 15,-1 10-8-15,-1-5 80 0,-1 17-36 0,0 9 0 16,0 9 110-16,0 1-72 0,-2 7-46 16,0 5 9-16,0 2 389 0,0 12-194 0,0 17-56 0,-4 9-62 15,-3-1 264-15,0 16-160 0,-3 2-76 0,0 8 182 16,3-11-130-16,0 7-64 0,-1 0-24 15,0-3 84-15,5-6-62 0,1-1-31 0,2-4-91 16,0-11 29-16,0 0 9 0,2-4 22 16,1-9-504-16,3-2 252 0,1-10 126 0,5-2 63 15,-1-7-853-15,4 0 429 0</inkml:trace>
  <inkml:trace contextRef="#ctx0" brushRef="#br0" timeOffset="199649.92">22440 12190 1783 0,'9'-8'0'0,"3"4"0"0,4 3 0 0,0-1 0 0,0 2 0 0,0 0 0 0,2 0 0 0,-1 0 0 0,1 9 301 0,0 4-135 0,-4 2 215 0,0 5-167 15,-3 3-94-15,-4 2-44 0,-5 4 31 0,0-2-37 16,-2 3 0-16,0-5-29 0,-8 7-51 0,-4-5 21 16,-4-4 0-16,0 0-81 0,-3-4 52 0,-2-5 33 15,-3 1-8-15,-1-5-310 0,4-4 168 0,-2-4 37 16,5-2-450-16,6 0 240 0,2 0 141 0,6-6 67 15,4-9-165-15,2-6 115 16,12 1 59-16,7-3 21 0</inkml:trace>
  <inkml:trace contextRef="#ctx0" brushRef="#br0" timeOffset="199827.52">22872 12173 788 0,'11'-17'0'0,"-1"0"0"0,-1 4 0 0,-6 1 0 0,-3-1 0 0,0 6 181 0,0 0-74 0,-12 2-37 0,0 2 471 16,-7 3-255-16,0 4-118 0,-5 12-71 0,1 9 365 15,-2 7-214-15,9 5-107 16,0 3 324-16,11-2-208 0,1 10 27 0,4-3-284 16,2-1 0-16,16-2 0 0,3-5 0 0,4-9 0 15,10 4 0-15,2-10 0 0,4-5 0 0,2-7 0 16,1-5-305-16,-5-5 193 0,10 0 68 0</inkml:trace>
  <inkml:trace contextRef="#ctx0" brushRef="#br0" timeOffset="205454.92">10652 14618 715 0,'-11'-4'0'0,"3"1"0"0,1 0 0 0,1 2 0 0,1-1 0 0,-4 1 0 0,6-2 157 0,-1 2-62 0,2-2-31 16,2 1 188-16,-1 2-114 0,1 0-52 0,0-2-27 16,0 1 44-16,10-1-35 0,8-4 7 15,6 1 30-15,1-5-36 0,0 3-1 16,4-3-35-16,-1 3 83 0,-5 1-33 0,7 1-30 15,-7-1 10-15,-2 2-30 0,0 2-1 0,0 0 1 16,-4 0-46-16,-2 0 18 0,-2 1 1 0,-3-1 26 16,-3 0-99-16,-1 0 49 0,-2 2 31 0,-3 0-9 15,1 0-82-15,-2 0 47 0,0 0-6 0,0 0-50 16,0 0 26-16,0 0 28 0,-5 0 13 0,-4 0 9 16,-3 0-13-16,-1 4 9 0,4-1-30 15,-3 1 29-15,3 1-2 0,2 0 1 16,-2-3 135-16,4 2-63 0,-1-1-25 0,3-1 63 15,1 2-36-15,0-3-27 0,0 1 142 0,1 1-76 16,-1-1-20-16,2 4-29 0,-2-1 99 0,2 2-60 16,-2 2-27-16,2 4 0 0,0 2 53 0,0 8-44 15,-3 0 0-15,3 4-35 0,0 0 39 16,-2 7 0-16,2 1-31 0,-1 7 6 0,1-3-14 16,-2 3-1-16,0-1-45 0,0-2 22 15,0-3 9-15,1 2 15 0,-3-1-123 0,2-3 61 16,-3-1 25-16,1 0-1 0,-2-1-159 0,0-4 85 15,-1-4 21-15,0-4 30 0,-2 0-68 0,2-5 42 16,0-4-4-16,0-3 100 0,-2-1-37 0,2-3-1 16,0-1 79-16,-1-1-50 0,0 1-28 0,3-3 5 15,-1 1 241-15,4-1-122 0,1 0-38 0,-1 0-35 16,0 0 277-16,2 0-333 16,0 0 0-16,0 0 0 0,0 3 0 0,4 0 0 15,8-1 0-15,8 1 0 0,2 1 0 0,3 1 0 16,0-1 0-16,0-2 0 0,7 2 0 0,-7-2 0 15,1 1 0-15,-5-3 0 0,1 1 0 0,-1 1 0 16,-2 0 0-16,-5 0 0 0,2-2 0 0,-7 0 0 16,0 1-170-16,-2-1 76 0,2 0 43 0,-4 0-509 15,1 0 264-15,-1 0 131 16,2-1-510-16,0-12 313 0,0-5 169 0,2-4 80 0,0-4-256 16</inkml:trace>
  <inkml:trace contextRef="#ctx0" brushRef="#br0" timeOffset="205646.47">11189 14866 1903 0,'2'0'0'0,"-1"0"0"0,4 0 0 0,-1 0 0 0,1 0 0 0,1 0 0 0,3-2 0 0,4-4 0 0,2 3 300 0,2-4-134 0,0 4 119 0,0-3-118 15,-1 3-71-15,2-1-32 0,-1 0-59 0,-2 2 0 16,0-1 28-16,-4 0 8 0,0 2-364 0,1-2 178 15,-3 3 89-15,-2-1 45 0,-1 1-564 0,0 0 220 16,-2 0 176-16</inkml:trace>
  <inkml:trace contextRef="#ctx0" brushRef="#br0" timeOffset="205841.95">11275 15075 1575 0,'-5'8'0'0,"1"2"0"0,2-4 0 0,1-3 0 0,1 2 0 0,0-3 0 0,0 2 0 0,7-1 605 0,6 0-287 0,2 1-134 0,2-2-80 16,4 0 199-16,-1-2-135 0,0 0-68 0,0 0-34 16,-1 0 214-16,-3 0-128 0,2 0 88 0,-6 0-470 15,0 0 206-15,-3-2 28 0,0-2 8 0,-3-1-456 16,-3 2 238-16,2-1 119 0,-1 3-777 16,-2 0 363-16</inkml:trace>
  <inkml:trace contextRef="#ctx0" brushRef="#br0" timeOffset="207248.66">12267 14754 295 0,'-2'-10'0'0,"-2"4"0"0,-1 0 0 0,0 3 0 0,-6-3 195 0,4 2-72 0,-2-1-50 0,-5 1 37 16,5 2-39-16,-2 1 0 0,-2 1-38 15,2 0 111-15,-2 1-59 0,-3 10-27 0,4 4 30 0,-2 6-28 16,0 3 1-16,2 7-20 0,3 2 66 0,1 1-37 16,3 4 0-16,5-2-38 0,0-1 66 0,0-1-24 15,7-2-9-15,6-3-1 0,6-6 0 16,4-2-31-16,3-4 0 0,1-5-5 16,5-8 5-16,5-1 0 0,4-3-58 0,-2 0 29 15,1-11 0-15,-8-5 37 0,2-2-114 0,-4-7 53 16,-4-1 10-16,-6-2 0 0,-4-4-74 0,-5-1 50 15,-4 0 3-15,-5-1-1 0,-2 0-12 0,0 1-1 16,-6 2 22-16,-10 1 14 0,-5 1-10 0,-4 2 8 16,-1 3-13-16,-4 3 11 0,0 4-1 0,6 6-2 15,-11 5 25-15,8 3-21 0,1 3 3 0,1 0-2 16,4 3-24-16,3 10-2 0,-3 5 24 16,8-4-155-16,1 3 71 0,5 0 38 15,3-1 13-15,3-5-113 0,1 4 63 0,0-5 32 16,1 0-219-16,9-2 126 0,0-5 62 0</inkml:trace>
  <inkml:trace contextRef="#ctx0" brushRef="#br0" timeOffset="207648.62">12573 14220 615 0,'0'-29'0'0,"-2"2"0"0,-1 6 0 0,-6-4 0 0,-2 5 0 0,2 5 0 0,-2 2 0 0,1 3 85 16,-1 4-18-16,-1 2-8 0,0 2 120 0,1 1-73 16,-2 1-37-16,1 0 1 0,0 10 105 0,0 4-75 15,-3 5-33-15,4 4-1 0,-1 3 99 0,1 3-67 16,1 3-24-16,3 1 86 0,3 3-64 16,1 6-31-16,1 0 32 0,2 2-32 15,-2-3 9-15,2 11-42 0,0-1 76 0,0 3-38 16,0-1 1-16,0 15-39 0,0-11 65 0,0 15-37 15,2-6 1-15,2-5-66 0,-1-6 0 0,3 5 38 16,0-3 8-16,-2-4-60 0,-1-5 27 0,-1 0-1 16,0-2-9-16,-2-3 0 0,0-6 43 0,0 5-43 15,-5-6-50-15,-9-2 22 16,-1-2 22-16,-4-6-8 0,3-5-94 0,-7 1 44 0,6-9 31 16,-3 0-149-16,1-5 84 0,-1-4 32 15,6-4 20-15,-1 0-215 0,3 0 116 16,1 0 56-16,6-8-249 0,0-3 153 0,5-4 69 0,0-2 47 15,3-3-145-15,10-3 92 0,6 1 45 0,1-3 24 16</inkml:trace>
  <inkml:trace contextRef="#ctx0" brushRef="#br0" timeOffset="207871.02">12628 15158 746 0,'5'-10'0'0,"1"2"0"0,-4 2 0 0,0 5 0 0,-2-1 0 0,0 2 0 0,0 0 200 0,0 2-84 0,0 15-33 0,0 7 264 15,0 2-157-15,-4 7-79 0,2 11 174 0,0-1-126 16,0-3-55-16,2 11-40 0,0-7 91 0,0-8-61 16,0 2-31-16,0-9 9 0,4 4-12 0,4-12-27 15,1-1-1-15,-2-5-38 0,4-4 39 0,-2-3 8 16,0-4-66-16,-2-2 29 0,1-2-1 0,0 0 30 16,1-2-142-16,-2-12 75 15,-2-3 28-15,5-6-9 0,-4-1-405 0,1 0 188 16,0-2 110-16,2 0 19 0,2-2-239 0</inkml:trace>
  <inkml:trace contextRef="#ctx0" brushRef="#br0" timeOffset="209014.6">13361 15014 620 0,'-12'0'0'0,"4"0"0"0,1 0 0 0,3 0 0 0,-1 0 0 0,1-2 0 0,0 1 125 0,2-1-46 15,-2 2 159-15,4 0-103 0,0 0-51 0,0 0-17 16,0-2 77-16,0 2-55 0,4-2-28 0,10 1 0 15,-2-2 35-15,6 2-23 0,0-2-8 0,8-1-33 16,-1 0 147-16,5-1-73 0,2-2-36 0,5 1 124 16,9-3-84-16,0-1-39 0,7 2 0 15,2 0 112-15,9 0-75 0,-4 2-29 0,11 0 79 0,-2 3-62 16,3-3-32-16,5 3 0 16,2-1 25-16,3 0-20 0,10-3-8 0,-2 4-29 15,-1-4-24-15,-3-1 25 0,3 3-1 0,-15 1-22 16,9-2-9-16,-3 5 32 0,-2-2-1 0,-2 2 141 15,-7 1-173-15,-11 0 0 0,11 0 0 0,-17 0 0 16,1 0 0-16,-4 0 0 0,-6 0 0 0,-4-4 0 16,-2-4 0-16,-3 0 0 0,-4-4 0 15,-4-1-164-15,-6 1 328 0,-2 0-349 0,-4-4 170 0,-2 5-9 16,-5 0 30-16,-3 1-27 16,-2 1 23-16,0 0-12 0,-2 3 54 0,0 0-21 15,0 0 157-15,-6 3-180 0,-3-1-285 0,2 3 218 16,-3-2 32-16,-1 2 1 0,-1-2-209 0,1 3 113 15,0 0 44-15,-1 3-668 0</inkml:trace>
  <inkml:trace contextRef="#ctx0" brushRef="#br0" timeOffset="209915.62">13139 14436 793 0,'-2'-10'0'0,"2"3"0"0,0 2 0 0,4-3 0 0,9-1 0 0,2 3 0 0,2-2 203 0,4 4-85 0,-2 2-42 16,4 2 90-16,0 0-59 0,-4 4-41 0,3 9 0 16,-5 5 2-16,-4 2-1 15,-1 3-34-15,-5-2 8 0,-3 6-6 0,-4-2-3 16,0 0 1-16,-4 2 0 0,-11-2 22 0,-2-1 8 16,-7-1-30-16,-1-2 34 0,-1-4 0 0,0-5-35 15,-2 0 1-15,5-5-23 0,-1-1-9 0,1-4 32 16,3-2-231-16,2 0 106 0,9 0 64 0,2 0 13 15,5-4-382-15,2-5 179 0,2-3 102 0,14-1 21 16,4 3-164-16,10-6 117 0,0-1 55 16,2 3-214-16</inkml:trace>
  <inkml:trace contextRef="#ctx0" brushRef="#br0" timeOffset="210116.08">13563 14366 511 0,'2'-11'0'0,"-2"0"0"0,0 1 0 15,-4-1 0-15,-7-1 0 0,-2 5 0 0,-2 0 141 0,0 1-54 0,0 5-27 0,-2 1 187 0,2 0-107 16,-4 7-46-16,0 14-34 0,2 3 138 0,-1 4-83 16,2 3-41-16,4 4 34 0,2-2-30 0,4-1-7 15,4 1-39-15,2-5 33 0,0 0-32 0,6-5-1 16,6-3-86-16,8 1 39 16,1-5 24-16,1-3 0 0,5-1-258 0,1-6 141 15,-1-3 43-15,5-3 40 0,-1 0-488 0,-2 0 241 16,0 0 113-16</inkml:trace>
  <inkml:trace contextRef="#ctx0" brushRef="#br0" timeOffset="210529.02">13862 14452 487 0,'0'-11'0'0,"-4"2"0"0,-3 2 0 0,-5 0 0 0,-1-1 0 0,-2-1 89 0,0 6-28 15,0-1 119-15,0 3-78 0,-2 1-34 0,0 0-1 16,0 5 72-16,-3 11-54 0,4 1-17 0,0 4-9 15,1 4 88-15,4 1-57 0,5-5-28 0,2 1-1 16,4-2 72-16,0 1-55 0,0-3-22 0,4-5-57 16,7-2 0-16,4-4 42 0,2-3-93 15,0-4 43-15,2 0 21 0,0 0 0 0,4-11-215 16,-7-4 123-16,3-7 24 0,-3-1 38 16,-2-1-295-16,-3-3 148 0,0-1 35 0,-3-4-17 15,1 0 61-15,-1-1 27 0,-1-9 0 0,-1 1 53 16,0-1 0-16,-1 0-35 0,1-10 36 0,-1 10 0 15,-3 8-28-15,0 0 0 0,1 10 105 0,-3 9-61 16,0-1-17-16,0 8-1 0,0 7 310 0,-5 1-154 16,-1 1-48-16,-1 19 226 0,-2 9-150 15,-1 8-73-15,5 1-35 0,-1 8 189 0,4 3-113 16,0-6-47-16,2 12-37 0,0-8 57 0,0-2-42 16,0-10-22-16,4 3 5 0,5-3 8 15,3-5-34-15,-1-1 0 0,-2-9-230 0,1-1 115 16,-1-2 57-16,-1-8 37 0,1-3-455 0,-1 0 182 15,-1-6 130-15,2 0-397 0,1-2 247 0,-2-8 116 16,-1-5-205-16</inkml:trace>
  <inkml:trace contextRef="#ctx0" brushRef="#br0" timeOffset="210671.73">14005 14394 774 0,'2'-3'0'0,"-1"1"0"0,3 0 0 0,-2 2 0 0,2 0 0 0,-1 0 0 0,3 0 306 0,2 2-137 0,-1 7-68 16,2-1 107-16,1 4-79 0,-1 1-52 0,1-1-23 15,-1 5 104-15,3 0-63 0,-3 0-31 0,3-2-100 16,-3 1-142-16,2 0 106 0,2-5 52 0,-2-1-426 16,2-6 239-16,2-4 88 0</inkml:trace>
  <inkml:trace contextRef="#ctx0" brushRef="#br0" timeOffset="210854.24">14297 14257 700 0,'0'-9'0'0,"-1"7"0"0,-3 0 0 0,0 1 0 0,1 1 0 0,-5 0 382 0,0 12-179 16,-1 9-85-16,0 4-42 0,-5 6 144 0,-2 7-94 16,0-4-38-16,0 10 193 15,-1-2-124-15,2 0-62 0,0-3-32 0,0 1-55 16,5-7 8-16,-3 5 17 0,4-4-330 0,1-5 164 16,2-4 84-16,5-4 40 0,-1-6-473 0,2-2 206 15,0-6 141-15,2-5-8 0</inkml:trace>
  <inkml:trace contextRef="#ctx0" brushRef="#br0" timeOffset="211034.28">14281 14530 1170 0,'7'0'0'0,"2"0"0"0,3 0 0 0,-1 0 0 0,0 0 0 0,5-5 0 0,0 0 0 0,3-2 291 0,6 1-133 15,-1 0 213-15,2-1-169 0,0 2-84 0,-5-1-43 16,4 2-102-16,-3 1 25 0,-1 0 1 0,-2 1 34 15,-3 0-420-15,-2 2 209 0,-5 0 114 0,0 0-220 16,-1 0 155-16,-2 0 78 0</inkml:trace>
  <inkml:trace contextRef="#ctx0" brushRef="#br0" timeOffset="211247.75">14679 14297 1016 0,'0'0'0'0,"0"0"0"0,0 0 0 0,0 0 0 0,0 0 0 0,0 0 0 0,4 0 476 0,1 0-214 0,4 0-118 0,3 0 212 0,1 1-162 0,3 2-80 15,-2 1-41-15,3 2 5 16,-2 1-7-16,1 0-38 0,-2 0-199 0,-1 1 100 16,-1 2 49-16,-3-3 33 0,2 1-382 0,-3-1 199 15,-3 0 101-15,1 0 48 0,-2-2-595 0,-1-3 281 16,4-1 154-16,-4-1-217 0</inkml:trace>
  <inkml:trace contextRef="#ctx0" brushRef="#br0" timeOffset="211443.31">14975 14186 712 0,'0'-6'0'0,"0"3"0"0,-1 0 0 0,1 2 0 0,0 1 0 0,-2 0 355 0,0 1-165 0,2 12-79 15,-2 7 126-15,0 2-102 0,-3 6-51 0,1 2-17 16,-6 6 225-16,1 6-129 0,-2-3-66 0,-1 0-31 15,-2 2 4-15,0-3 9 0,-6 11-46 0,1-4-174 16,1 0 88-16,-3-2 42 0,0-2 22 0,4-9-315 16,2 1 164-16,6-12 86 0,3-5-223 15,3-2 140-15,3-7 0 0,0-4 2 16,0-3-296-16</inkml:trace>
  <inkml:trace contextRef="#ctx0" brushRef="#br0" timeOffset="211871.92">15103 14537 723 0,'8'-12'0'0,"-2"2"0"0,-1-5 0 0,-3-1 0 0,0 1 0 0,0 1 0 0,-1-3 162 16,-1 1-64-16,0 2-33 0,0 0 7 0,-1 3 1 16,-5 4-32-16,-3-3-8 0,-3 9 39 0,-1-1 1 15,-2 2-41-15,-3 5 1 0,2 10-24 0,-2 10 24 16,1 1-1-16,2 3 1 0,3 2 24 0,5 0 0 15,1-4-16-15,5 7 40 0,1-13-24 0,0 3 0 16,1-7 9-16,7 1-33 0,5-3 8 0,0-6-8 16,0-4-41-16,1-3 0 0,-2-2 41 0,2 0 0 15,-1-4-174-15,2-13 74 16,-2-4 47-16,0-3-256 0,-1-3 138 16,-1-4 46-16,0-3 41 0,-1 0-220 0,-3-2 118 0,0 1 61 15,0-2-33-15,0-7 46 0,-2 7 15 0,1-11 9 16,-1 0 42-16,3 1-19 0,0 2-1 0,-1 7 0 15,-2 8 24-15,-1 4 8 0,-2 11-32 0,1 4 227 16,-1 4-113-16,-2 7-49 0,0 0 317 16,0 24-151-16,-7 3-94 0,-2 12-9 0,2 3 238 15,-2 4-149-15,0-5-68 0,2 14-46 16,0-9 158-16,1 1-98 0,2 0-48 0,2-4-25 16,0-7 16-16,2 4-40 0,0-3 0 0,0-1-283 15,2-4 141-15,4-5 71 0,2-3 44 16,-1-6-618-16,2-3 313 0,-1-9 98 0</inkml:trace>
  <inkml:trace contextRef="#ctx0" brushRef="#br0" timeOffset="212100.31">15349 14282 1251 0,'10'-5'0'0,"3"4"0"0,-1 0 0 0,-3 1 0 0,2 0 0 0,1 0 214 0,-3 2-94 16,2 12-44-16,1 0-22 0,-2 6 82 0,-1 5-51 0,-3-3-19 15,-1 7 40-15,-4 1-38 0,-1-1 1 0,0 1-36 16,0 0-63-16,-6 1 39 0,-3-3-7 0,-4-2 31 16,-4-2-150-16,0-5 75 0,-2 2 37 15,-2-8 9-15,-2 0-324 0,2-6 164 16,0-2 38-16,2-5-111 0,4 0 72 0,4-3 54 16,3-6 39-16,8-9-205 0,0 0 118 0,0-5 59 15</inkml:trace>
  <inkml:trace contextRef="#ctx0" brushRef="#br0" timeOffset="212313.74">15659 14348 408 0,'12'-8'0'0,"-3"0"0"0,-2 1 0 0,0 0 0 0,-6-3 0 0,1 3 352 0,-2-1-160 0,0 2-80 0,-3 1-31 16,-9 3 209-16,-1-1-129 0,-4 3-64 0,-6 3 140 15,1 14-102-15,-3 5-43 0,-1 10-34 0,1 0 54 16,7-1-39-16,1 2-1 0,6 1 156 0,5-8-89 15,5 8-57-15,1-9-25 0,1-1 124 0,16-3-74 16,2-3-37-16,-1-7 8 0,12 3-110 0,0-7 33 16,2-2 0-16,2-2-423 0,2-3 228 0,-2 0 122 15,0 0 48-15,-4 0-429 0</inkml:trace>
  <inkml:trace contextRef="#ctx0" brushRef="#br0" timeOffset="213206.45">14055 15091 994 0,'0'-15'0'0,"0"7"0"16,-2 6 0-16,2 1 0 0,0-1 0 0,-2 2 0 0,0 0 0 0,-1 0 0 0,-1 10 174 0,1 6-62 0,-3 8-44 0,-2 5 0 0,-1 0-11 16,0 6 0-16,-5 6-24 0,1-7-22 0,-4 7-7 15,1-9 29-15,-2 2 0 0,0-6-28 16,-1-1 0-16,4-9 36 0,-2 2 24 0,2-8 0 16,2-1-32-16,5-6-1 0,1-1 130 0,2-1-56 15,4-3-41-15,1 0 0 0,0 0 83 0,6 0-57 16,14 0-29-16,7 0 40 0,3 0-39 0,3 0 0 15,5 0-30-15,2 0-7 0,-3 0 7 0,4 0 8 16,5 0-155-16,-13 0 73 0,5 0 37 16,-1 0 0-16,-3 0-278 0,-6 0 155 15,4 0 34-15,-11 0 50 0,2 0-453 0,-5 0 232 16,-2 0 108-16,-4 0-114 0,-2 3 119 16,-2-3 59-16</inkml:trace>
  <inkml:trace contextRef="#ctx0" brushRef="#br0" timeOffset="213388.93">14256 15191 922 0,'-13'-8'0'0,"4"4"0"0,1 4 0 0,3 0 0 0,-2 0 0 0,0 10 0 0,2 5 193 0,-1 6-80 0,-1 5-41 16,-1 7 244-16,-1 9-146 0,-2 1-68 0,-1 4-35 16,1 3 115-16,-2 0-74 0,3 2-30 0,1-4-163 15,2-2 59-15,3-8 29 0,4-1 1 0,0-4-119 16,0-5 82-16,4-7 29 0,7-3-452 0,4-11 238 15,3-7 56-15,3 0 81 0</inkml:trace>
  <inkml:trace contextRef="#ctx0" brushRef="#br0" timeOffset="213601.1">14365 15360 974 0,'10'-19'0'0,"1"8"0"0,6 3 0 16,-1 1 0-16,4 3 0 0,-2 0 0 0,3 4 0 0,2 0 293 0,1 0-130 0,-6 9-57 0,5 7 76 0,-4 2-75 0,-4 4-37 15,-1 7 0-15,-5 1-69 0,-6 2 10 0,-1 2 21 16,-2 0-65-16,0-1 33 0,-11-2-1 0,-4-1 34 16,-3-4-73-16,-3-2 32 15,-4-4 0-15,-3-2-160 0,-1-3 92 0,1-6 12 16,5-3 35-16,-4-2-231 0,6-4 118 0,2 0 36 16,4-6-142-16,6-13 108 0,7-3 45 0,2-8 35 15,2-2-96-15</inkml:trace>
  <inkml:trace contextRef="#ctx0" brushRef="#br0" timeOffset="213783.98">14634 15254 602 0,'21'-23'0'0,"-5"7"0"0,-4 7 0 0,-1 2 0 0,-4 3 0 0,-5 1 272 0,-2 3-120 0,0 8-59 0,-7 11-23 16,-10 9 180-16,-2 6-109 0,0 0-54 0,1 3-27 16,0 4 353-16,7-5-181 0,1 1-104 0,1-1 166 15,7-2-130-15,2-6-66 0,0-1-74 0,11-6 16 16,9 0-7-16,1-5 0 0,5-5-352 0,2-1 176 15,2-5 88-15,0-3 52 0,2-2-238 0,0 0 133 16,-2-2 70-16,-1-7-73 0,-4-3-568 16</inkml:trace>
  <inkml:trace contextRef="#ctx0" brushRef="#br0" timeOffset="214085.19">14915 14975 1234 0,'0'-7'0'0,"0"4"0"0,7 3 0 0,0 0 0 0,2 0 0 0,2 0 0 0,1 4 189 0,2 7-78 0,2 1-31 16,-2 1 46-16,2 2-46 15,-1-1-24-15,-2 4 0 0,-2-2-65 0,-2-1 29 16,-2 1-8-16,-5-2-205 0,-2 0 113 0,0-1 57 16,-7 2 27-16,-7-2-120 0,-7 1 63 0,-2-4 33 15,-1 0 42-15,-2 0-49 0,-1-3 23 0,3-1-42 16,-1 0 342-16,5-1-148 0,1 0-65 0,8-3-39 15,1 0 216-15,4 0-118 0,3-2-44 0,3 0 166 16,0 0-115-16,9 0-58 0,10 0-12 16,7 0-46-16,3-2-1 0,1-5 1 15,3 0-161-15,3-1 81 0,1 0 47 0,2 5-7 16,-4-2-430-16,-1 4 230 0,-4 1 68 0,-2 0 72 16,-4 0-676-16</inkml:trace>
  <inkml:trace contextRef="#ctx0" brushRef="#br0" timeOffset="214271.69">15097 15472 1502 0,'-16'0'0'0,"8"0"0"0,6 0 0 0,2 1 0 0,0 1 0 0,2-2 0 0,8 0 0 0,6 0 201 16,3 0-76-16,12-2-50 0,-1-5 261 0,2 0-152 15,1-2-76-15,1 3-37 0,1 0-156 0,-3 1 55 16,-2 3 32-16,-3 0-227 0,-1 0 129 0,-5 1 65 15,1 1 40-15,-3 0-520 0,-1 0 190 0</inkml:trace>
  <inkml:trace contextRef="#ctx0" brushRef="#br0" timeOffset="214441.28">15448 15168 1153 0,'-7'0'0'0,"3"0"0"0,3 3 0 0,-3 8 0 0,0 4 0 0,-1 4 0 0,1 6 0 0,-2 5 381 0,2 3-178 0,1 2-86 16,-3 1 148-16,2 8-116 0,1-4-58 0,1-4-21 16,0 5-75-16,2-5 38 0,0-1 0 15,0-4-386-15,0-7 202 0,0-4 87 0,6-7 49 16,5-4-589-16</inkml:trace>
  <inkml:trace contextRef="#ctx0" brushRef="#br0" timeOffset="214611.81">15595 15179 1782 0,'5'-3'0'0,"4"1"0"0,2-1 0 0,2 3 0 0,-2 0 0 0,4 0 0 0,2 0 0 0,1 6 0 0,0 3 270 16,-1 4-118-16,-1 0-60 0,0 0 25 0,-1 1-33 16,0 1-30-16,-2-3 0 0,1 1-440 0,-2-4 210 15,-1 0 104-15,-1-2-235 0,1-2-193 0</inkml:trace>
  <inkml:trace contextRef="#ctx0" brushRef="#br0" timeOffset="-214705.85">15911 15038 1311 0,'0'-5'0'0,"0"3"0"0,0 0 0 0,0 2 0 0,0 0 0 0,0 15 0 0,0 6 0 0,-3 9 0 0,-7 9 321 0,-1 3-144 0,-3 7-72 15,1 3 196-15,-1 3-126 0,-7 11-75 0,2-5-34 16,0-1 9-16,-2-2-22 0,4-6 1 0,-1 1-163 15,1-1 67-15,2-8 37 0,5-10 0 16,1-2-434-16,3-9 236 0,3-6 125 16,1-4-544-16,2-8 267 0,0-5 162 0</inkml:trace>
  <inkml:trace contextRef="#ctx0" brushRef="#br0" timeOffset="-214410.51">16053 15011 1187 0,'12'-22'0'0,"3"12"0"0,4 2 0 0,1 2 0 0,-1 0 0 0,-1 5 0 0,-4-1 137 0,-1 2-56 0,1 0 103 0,-2 7-75 16,-2 5-38-16,-1 2 0 0,-5 4-7 0,-2 1-31 16,-2-1-1-16,0 3 1 0,-6 1-106 0,-6-7 53 15,-4 2 34-15,-1-2-6 0,1 1-1 16,-2-5 26-16,2-4 0 0,2 1 65 0,5-2-33 15,2-2-7-15,1-4 180 0,4 3-103 0,2-1-51 16,0 2-25-16,0 0 120 0,10-3-77 16,4 5-35-16,9-2 1 0,0-2 49 15,3 1-42-15,-1-2-13 0,8 3-101 0,-4-4 35 16,1 0 1-16,-5 0 36 0,2 0-527 0,-5 0 263 16,3 0 127-16</inkml:trace>
  <inkml:trace contextRef="#ctx0" brushRef="#br0" timeOffset="-214268.89">16850 15407 1842 0,'5'-3'0'0,"7"0"0"0,-3 1 0 0,-3 2 0 0,-4 0 0 0,0 0 0 0,-1 0 176 0,-1-1-72 0,0-2-35 0,0 0-175 15,0 0 78-15</inkml:trace>
  <inkml:trace contextRef="#ctx0" brushRef="#br0" timeOffset="-199649.11">23001 9572 658 0,'0'0'0'0,"-4"0"0"0,3 0 0 0,1 0 0 0,0 0 0 0,0 0 0 0,0 0 229 0,0 0-98 15,0 0-50-15,0 0 164 0,0 0-110 0,-2 2-51 16,-3 11 42-16,0 7-46 0,-4 3-24 0,-2 7 9 16,-5 8-56-16,0-3 24 0,-2 1-1 15,4-4 1-15,-5 4-34 0,3-5 9 16,0 0 24-16,2-5 1 0,3-9 22 0,0-1-22 16,4-4-1-16,-1-4 88 0,4-3-48 0,1-1 0 15,1-4 73-15,2 2-56 0,0-2-28 0,0 0 8 16,0 0 16-16,0 0-27 0,0 0 1 0,9 0-27 15,8 0-25-15,8 0-10 0,0-2 36 16,7 0 0-16,1 0-1 0,1-2 0 0,-2 3 9 0,-1-2-108 16,0 2 50-16,-1-1 25 0,-4 0-242 15,-6 2 111-15,3 0 69 0,-4 0 5 0,-4-2-378 16,-3 2 186-16,-2-1 104 0,-1-2 52 16,-3 1-181-16,-2 1 120 0,-1-7 57 0,-3-3 28 15</inkml:trace>
  <inkml:trace contextRef="#ctx0" brushRef="#br0" timeOffset="-199474.17">23033 9647 1214 0,'-16'4'0'0,"5"5"0"0,2 0 0 0,-1 4 0 0,1 3 0 0,2 6 0 0,2 4 0 0,3 9 0 0,-2 0 458 16,1 3-204-16,0 7-115 0,1-4 248 0,2 2-178 15,-2-1-88-15,2-9-44 0,0 7-90 0,0-5 19 16,0-1 0-16,0-4 27 0,2-2-162 0,1-7 80 15,4-4 50-15,2-4-526 0,-2-8 278 16,7-5 139-16,-1 0-635 0</inkml:trace>
  <inkml:trace contextRef="#ctx0" brushRef="#br0" timeOffset="-199273.68">23168 9744 1377 0,'15'-5'0'0,"3"3"0"0,3 0 0 0,0 2 0 0,4 0 0 0,-7 0 0 0,3 5 0 0,-3 7 0 0,0 1 340 0,-2 4-157 0,-4 0-76 0,-5 3 32 16,-1 7-42-16,-4-1-33 0,-2 3 9 0,-2-1-97 16,-11 1 28-16,-2 2 0 0,-5-1-116 0,-1-3 80 15,-2-4 28-15,1-2 1 16,-3-4-240-16,2-6 138 0,4-3 16 0,-1-5 56 16,5-3-420-16,6 0 211 0,0 0 104 0,7-11-243 15,2-9 174-15</inkml:trace>
  <inkml:trace contextRef="#ctx0" brushRef="#br0" timeOffset="-199089.52">23474 9685 1782 0,'2'-7'0'0,"0"4"0"0,-2 0 0 0,0 3 0 0,-9 0 0 0,-4 13 0 0,-5 8 0 0,4 5 0 0,-3 3 183 16,-1 11-79-16,7-1-36 0,4 1 271 0,5 1-153 15,2 0-77-15,0-8-29 0,7 6 47 0,11-5-46 16,0-4-25-16,5-2 1 0,1-7-254 0,1-1 124 15,2-6 48-15,0-5-504 0,-1-7 281 0,-1-2 141 16,-4 0-334-16,-1-4 156 0,-1-11 130 0</inkml:trace>
  <inkml:trace contextRef="#ctx0" brushRef="#br0" timeOffset="-198790.29">23649 9369 1840 0,'-4'-8'0'0,"4"3"0"0,0 1 0 0,8 0 0 0,3 0 0 0,4 3 0 0,1-2 0 0,4 3 0 0,1 0 0 0,-3 0 194 0,1 4-80 0,-3 8-52 15,0 1 9-15,-5 2-39 0,-1 4 1 16,-7-1-197-16,-3 3 99 0,0 0 57 0,-1 5 16 16,-15-3-160-16,0-3 93 0,-5 1 45 0,0-2-108 15,1-6 67-15,-1 0-26 0,0-1 35 0,4-5 180 16,2-2-75-16,6-3-50 0,3 0 288 0,1 0-138 15,3-2-76-15,2 0-8 0,0 0 86 0,2 0-54 16,14 0-29-16,7 0-9 0,4-2-10 0,1-2-26 16,0-3-1-16,2 2 1 15,-6 1-170-15,6 0 80 0,-7 2 45 0,-1 0-463 16,-2 2 244-16,0 0 85 0,-1 0-527 0,-5 9 325 16,-3 3 157-16</inkml:trace>
  <inkml:trace contextRef="#ctx0" brushRef="#br0" timeOffset="-198611.77">23826 9831 854 0,'-8'0'0'0,"6"2"0"0,0-2 0 0,2 0 0 0,0 0 0 0,4 0 267 0,13 0-118 16,4 0-57-16,4 0 338 0,4 0-190 0,1 0-108 16,2 0-50-16,1 0 71 0,0 4-60 0,-4-1-31 15,-2 1-282-15,3 2 122 0,-9-2 66 0,2-1 32 16,-5 1-484-16,-3 2 253 0,-6-5 131 0,-1 3 59 15,-5-4-307-15</inkml:trace>
  <inkml:trace contextRef="#ctx0" brushRef="#br0" timeOffset="-198431.22">24064 9534 744 0,'-12'0'0'0,"5"3"0"0,4 3 0 0,-1 6 0 0,1 3 0 0,2 2 0 0,1 9 492 16,-2 3-230-16,0 7-106 0,2 4 372 0,-4 2-247 15,4-1-125-15,-2 2-61 0,1-2 119 0,1-3-82 16,0 7-54-16,0-11-23 0,0 6-295 0,0-4 136 16,0-3 68-16,0-5-223 0,1-2 142 0,1-5 74 15,6-8 39-15,2-5-702 16,1-8 263-16</inkml:trace>
  <inkml:trace contextRef="#ctx0" brushRef="#br0" timeOffset="-198279.62">24209 9707 1136 0,'1'-6'0'0,"5"5"0"0,4 1 0 0,-1 0 0 0,2 0 0 0,1 0 0 0,2 3 0 0,0 4 453 0,1 1-202 15,0 2-113-15,-2 2-53 0,0 3 28 0,-2 1-41 16,0 1 1-16,-2 0-494 0,0-3 223 0,0 0 115 16,0-1 58-16,1-2-311 0</inkml:trace>
  <inkml:trace contextRef="#ctx0" brushRef="#br0" timeOffset="-198091.13">24532 9590 947 0,'0'-1'0'0,"0"1"0"0,0 0 0 0,-3 5 0 0,0 11 0 0,-1 4 0 0,0 5 451 0,-1-1-201 0,-1 8-113 16,0 1-52-16,-3 4 267 0,-2 6-160 0,0-2-80 0,-4 6 0 15,0 3-44-15,-6 11 0 0,0-3-35 0,-2 1-286 16,1 4 143-16,1-12 80 0,-1-2-235 0,5-14 149 15,2-1 75-15,6-16 36 0,3-6-538 0,1-6 218 16,3-6 150-16,2-4 71 0</inkml:trace>
  <inkml:trace contextRef="#ctx0" brushRef="#br0" timeOffset="-197797.16">24618 9324 1402 0,'15'-13'0'0,"0"5"0"0,5 2 0 0,0 1 0 0,-5 1 0 0,5 3 0 0,-3 1 139 0,0 0-52 0,-1 0-28 16,0 10 236-16,-7 6-135 0,1 4-63 0,-9 5-33 15,2 1 41-15,-3 2-36 16,0-3 8-16,-14 3-113 0,1-4 34 16,0-7 0-16,-2 2 56 0,-2-4-21 0,-1-4 8 0,2-1-9 15,0-5-12-15,2-1 12 0,5-4 1 0,2 0 0 16,2 0 74-16,1 0-41 0,4 0 0 0,0 0-43 15,3-2 49-15,8-3 1 0,5 0-32 0,9 0-54 16,-2 1 24-16,-2 2-1 0,4 0 23 0,2 0-156 16,-7 2 85-16,4 0 23 0,-4 0-376 15,1 0 183-15,-4 0 102 0,-1 2 22 0,0 4-292 16,-3 0 176-16,-3 1 83 0</inkml:trace>
  <inkml:trace contextRef="#ctx0" brushRef="#br0" timeOffset="-197613.05">25032 9779 1606 0,'0'0'0'0,"0"0"0"0,0 0 0 0,0 0 0 0,5 0 0 0,4 0 0 0,3 0 298 16,-2 0-133-16,5 0-58 0,5-3 219 0,-1 2-146 15,1 1-74-15,-1 0-37 0,2 0-56 0,-1 0 7 16,-1 0 13-16,0 0 0 0,-2 0-569 0,4 0 284 15</inkml:trace>
  <inkml:trace contextRef="#ctx0" brushRef="#br0" timeOffset="-197439.75">25046 10049 1233 0,'-21'0'0'0,"10"0"0"0,4 0 0 0,3 0 0 0,2 0 0 0,2 0 487 0,0 0-227 0,4 0-114 0,11 0-57 15,6-2 464-15,1 1-253 0,8-2-137 16,1 2 6-16,-1 1-68 0,2 0-35 0,-2 0 1 0,-6 0-448 16,6 1 203-16,-4 5 105 15,0 2-621-15,-1-2 363 0,-2 4 182 0</inkml:trace>
  <inkml:trace contextRef="#ctx0" brushRef="#br0" timeOffset="-197021.88">25886 9685 971 0,'-2'-14'0'0,"2"3"0"0,0 0 0 0,-2-1 0 0,-2-1 0 0,-1 2 347 0,-4 0-158 16,-4 2-86-16,-1 3-23 0,-5 2 241 0,-5 2-145 15,-2 2-71-15,-4 0-36 0,2 12 102 0,-4 2-73 16,0 5-32-16,2 0 81 0,1 4-58 0,3-3-28 15,8-1 9-15,4 2 37 0,3-1-37 0,7-1 0 16,4 0-6-16,0-4 1 0,2 0-24 16,9 0-8-16,5-3-48 0,4-3 24 15,-1 0 0-15,-1-3 24 0,3 1-117 0,-2-1 54 16,-1-3 31-16,-2 3-210 0,-1 0 99 0,-7 2 61 16,1-1-82-16,-5 1 63 0,-3 5-1 0,-1-2 25 15,0 4-14-15,-14 3 0 0,0 0 11 0,-7 4 14 16,0-1 161-16,1 0-80 0,-1 0-41 0,5 0 0 15,4-2 299-15,1 0-154 0,6 2-53 0,5-3 220 16,0-1-136-16,1-2-75 0,12 0 70 0,9 1-178 16,3-7 0-16,4 0 0 0,1-3 0 15,0-5 0-15,-4 2 0 0,8-3 0 16,-6 0-424-16,-2 0 244 0,-5 0 90 0,0 0 59 16,-3-3-815-16,-1-3 410 0,-4 0 202 0,1-3-468 15</inkml:trace>
  <inkml:trace contextRef="#ctx0" brushRef="#br0" timeOffset="-196693.56">25972 9333 1817 0,'-7'-20'0'0,"7"8"0"0,2 1 0 0,15 0 0 0,-1-4 0 0,2 6 0 0,2-1 0 0,2 3 0 0,1 3 422 0,5 0-194 0,-1 4-98 15,-6 0 62-15,6 2-38 0,-11 11-61 0,-2 4-30 16,-2 6-64-16,-8-2 8 0,-2 5 26 0,-2 0 0 16,0 4 12-16,-8-2-12 15,-10 2 0-15,-2-4 8 0,-4 2-119 0,0-6 55 16,-3 1 28-16,3-5-37 0,4-5 31 0,0-2-14 16,3-4 53-16,6-1-40 0,2-4 13 0,2 1-17 15,4-3 202-15,3 0-81 0,0 0-50 0,0 0-17 16,3 0 64-16,15 0-31 0,5-5-24 0,-3 1 144 15,6 1-201-15,-5 0 0 0,4 2 0 0,-4-1-195 16,1 2 131-16,0 0 56 0,-4 0-742 16,0 7 355-16,-3 5 191 0,-2 3 55 15,-2 1-740-15</inkml:trace>
  <inkml:trace contextRef="#ctx0" brushRef="#br0" timeOffset="-196527.01">26491 10160 2393 0,'0'0'0'0,"0"0"0"0,1 0 0 0,5 0 0 0,-2 0 0 0,2 0 0 0,-3 0 0 0,2 0 315 0,0 0-134 16,-2-2-78-16,1-2-35 0,2-3-901 0</inkml:trace>
  <inkml:trace contextRef="#ctx0" brushRef="#br0" timeOffset="-195127.69">27977 9607 688 0,'9'-20'0'0,"-1"5"0"0,2 6 0 0,2 1 0 0,-5-2 0 0,2 3 0 0,-1 0 0 0,-2-2 124 16,-2 5-37-16,-3-1-32 0,1 4 1 0,0-1-23 16,-1 0-1-16,-1 2 1 0,0 0 139 0,0 0-74 15,-5 5-32-15,-10 11-11 0,-3-2-22 0,-6 4-1 16,2 0 9-16,-5 1-35 0,1 0 26 0,1 0 1 15,-3 0-16-15,1-2 16 0,1 3 7 0,1-1-7 16,2-2 58-16,6-2-30 0,4 0 1 0,-1 0-29 16,6-4 72-16,3 0-40 15,2 1-1-15,3-3-31 0,0 0-1 0,8-1 1 16,8-2 8-16,10-1-36 0,2-3 27 0,-1 0 1 16,3-2-89-16,-1 0 45 0,-6 0 29 0,-1 0-7 15,-4 0-161-15,-6 0 84 0,-2 6 24 0,-3 0 27 16,-5 5-76-16,-2 3 44 0,0 9 2 0,-12 0 176 15,-7 4-74-15,-1 2-33 0,2 3-10 0,-3 0 248 16,1-1-120-16,6-2-65 16,2-1 76-16,7-5-62 0,1-1-9 0,4-1-29 15,0-3 23-15,4-2-22 0,13-1 1 0,1-5-14 16,5 0-87-16,2-4 40 0,-1-3 0 0,5-1-287 16,-3-2 164-16,-3 0 88 0,7-2 6 0,-3-5-579 15,-5-2 271-15,4-1 156 0,-7-3-158 0,1 0 148 16,3-6 87-16</inkml:trace>
  <inkml:trace contextRef="#ctx0" brushRef="#br0" timeOffset="-194354.95">28376 9579 1626 0,'-2'-7'0'0,"0"5"0"0,2 2 0 16,-1 0 0-16,1 0 0 0,0 0 0 0,0 0 0 0,0 6 0 0,0 3 0 0,0 2 217 0,0 0-84 0,0 3-55 0,0 1-61 0,0-2 16 15,0 1-1-15,0-5-330 0,0 4 174 0,0-6 74 16,0-1 41-16,0-3-171 0,0-1 106 16,0-2 54-16,0 0-10 0,0 0-458 0,0-5 210 15,0-11 123-15,0-3-72 0,0-4 109 0,0 0 55 16,0-9 63-16,0 2 0 0,0 0 0 0,-2 2 0 16,-4 2 0-16,2 5 0 0,-1 0 0 15,2 4 0-15,0 6 187 0,0 0-115 0,3 3-53 0,0 4 29 16,0-3 419-16,13 3-188 0,5 2-124 0,7 0-61 15,0 0 206-15,4 2-126 0,-1 0-74 16,2 0 94-16,1 0-81 0,-5 0-40 0,1 6 0 16,-9 2-62-16,3-2-9 0,-5 1 31 0,-2 2-38 15,-8-2 0-15,2 2 38 0,-6 6 8 16,-2-3-98-16,0 5 44 0,-7 4 24 0,-12 0-1 16,-1 2-63-16,-6 0 10 0,1 0 27 0,-4-1-70 15,4-2 44-15,-1-4 7 0,7-5 0 0,-3 1 2 16,1-3 25-16,4-2-2 0,4-3 37 0,2-2 1 15,3-1-37-15,4-1 4 0,2 3 77 0,0-3-35 16,2 0 1-16,0 0-34 16,2 0 185-16,11 0-78 0,6-3-47 0,0 0 54 15,1-1-44-15,3-1-15 0,-3 0-42 0,3-1-8 16,-4 2 24-16,-3 1 0 0,-2 1-225 0,-3-1 110 16,-3 2 63-16,1-1 10 0,-3-1-219 0,-5 3 94 15,0 0 68-15,2 0-414 0,-3 0 216 0,0 0 119 16,0 0 57-16,-8 5-137 0,0 1 96 0,-1-5 48 15,-2 5 15-15,1-2 9 0,1 0 24 0,-1 1 0 16,2 1 184-16,-2-2-92 0,5 3-54 16,-3 1-15-16,4-1 285 0,1 2-151 15,3 3-78-15,-2 1 169 0,2 2-51 0,0 3-73 16,0 2-35-16,0 0 187 0,0 3-105 0,0 1-53 16,-3-1 118-16,-4 1-89 0,2-6-40 0,-2 1-1 15,1-4 46-15,1-7-43 0,-1-1-13 0,3-5-8 16,0-2 47-16,-1 0-34 0,1 0 0 0,3-7-2 15,0-3-25-15,0-3-8 0,5 4 0 16,3-3-32-16,6 4 1 0,1-2 31 16,3 4-50-16,-3 2 21 0,2 1 0 0,2 1 29 15,-3 0-77-15,-2 2 36 0,4 0 11 0,-6 0-6 16,-2 0-114-16,0 0 63 0,-5 0 17 0,-1 0-108 16,-1 0 55-16,0 2 42 0,-3-2 4 0,0 2-352 15,0-1 183-15,-6 3 89 0,-3-4-300 16,-2 2 199-16,-2-1 97 0,0-1 47 15,0 0-330-15,-4 0 189 0,-2-1 87 0,-2-12 55 0</inkml:trace>
  <inkml:trace contextRef="#ctx0" brushRef="#br0" timeOffset="-194214.32">28384 9784 797 0,'-17'-2'0'16,"1"2"0"-16,2 0 0 0,-2 0 0 0,4 2 0 0,0 7 0 0,0 3 202 0,2 2-88 0,1 6-41 0,0 4 235 0,-3 0-137 15,1 2-69-15,-1 3 67 0,3 1-72 0,-2-2-33 16,3 2 1-16,1-3-117 0,1-6 43 0,2 2 28 15,4-1-7-15,0-8-367 0,0-4 193 0,1-3 98 16,9-3-514-16,-1-4 280 0</inkml:trace>
  <inkml:trace contextRef="#ctx0" brushRef="#br0" timeOffset="-194058.75">28248 10069 973 0,'0'-9'0'0,"0"4"0"0,0 1 0 0,0 2 0 0,0 2 0 0,0 0 0 0,2 0 0 0,12 9 0 0,4 4 372 0,5 1-162 0,3 2-92 0,5 1-43 16,6 4 324-16,-2-2-183 0,-6-2-91 0,4 4 57 15,-1-3-78-15,1-1-36 0,-1-2 0 0,-2-3-356 16,3 1 161-16,-7-6 88 16,4 2-223-16,-3-6 148 0,-7 3 73 0,2-5 37 15,-7 1-615-15,-1-2 250 0,1 0 173 0</inkml:trace>
  <inkml:trace contextRef="#ctx0" brushRef="#br0" timeOffset="-193377.08">29129 9379 1606 0,'4'-8'0'0,"-3"6"0"0,-1 2 0 0,0 0 0 0,-5 6 0 0,-15 9 0 0,-10 7 0 16,-4 5 217-16,-5 2-92 0,0 6-47 0,-2-4-14 0,2 3-8 16,4 0-23-16,3-5 0 0,6-3-34 0,4-4 33 15,9-9 9-15,5-2-137 0,1-3 64 0,5-2 32 16,2-3 0-16,0-1-100 0,11-2 75 0,10 0 1 15,6 0 2-15,3-2-7 0,5-3-1 16,0-3-16-16,4 2 73 0,-1 0-18 16,-3 1-20-16,-3 3-6 0,0 1 56 0,-7-1-17 15,-3 2-1-15,0 0 88 0,-5 0-52 0,-4 0-12 16,-1 0 0-16,-5 3 104 0,-3 1-56 0,-2 4-24 16,0-2 42-16,-2 3-39 0,-2 2 0 0,-9 2-39 15,-3 2 61-15,-1 6-34 0,1-3 0 0,4 5-27 16,1 0 10-16,2 3-10 0,1-4 8 0,3 10-57 15,2-2 24-15,1 2 0 0,0 0 25 16,0-2-50-16,0 2 34 0,1-1-9 16,1-2-104-16,-1-2 52 0,2-1 32 0,-3-4-2 15,0 1-117-15,0-4 55 0,0-3 37 0,-3-1 4 16,-1-5-45-16,-3-4 22 0,1 0 18 0,-1-6-171 16,-5 0 89-16,2 0 43 0,0-2 24 0,-2-8-176 15,1-3 91-15,-3-9 58 0,1 1 24 0,-3-8-263 16,3 0 143-16,-3-11 73 0,2 7-183 0,1-4 132 15,-1 8 61-15,-1 2 32 0,2 9-10 16,-7 2 0-16,4 5 32 0,0 4 193 0,-2 3-92 16,6 2-47-16,0 0-22 0,2 2 383 15,2 0-210-15,2 0-93 0,5 0 315 0,-1 2-145 16,2 1-107-16,0 1-37 0,0 2-7 0,0-2-33 16,0-2 0-16,3 2-24 0,3-3-85 0,-3-1 50 15,1 0 14-15,-1 0-55 0,0 0 38 0,2 0 0 16,-2 0 38-16,0-1-87 15,3-5 3-15,-1 2 34 0,-2 0-19 0,2 1 0 16,3-1 9-16,1 2 22 0,0 0 56 0,0 0-26 16,-1 2-1-16,1 0-26 0,0 0 37 0,-3 0-30 15,-3 0 12-15,0 0-68 0,-1 2 35 0,2 3 0 16,-4-1 35-16,0 2-230 0,0 0 97 0,0-1 53 16,-6-1-220-16,3-2 124 0,0 0 61 0,-2-2 24 15,5 0-120-15,0-6 79 0,7-13 41 0,16-11-1 16</inkml:trace>
  <inkml:trace contextRef="#ctx0" brushRef="#br0" timeOffset="-192970.16">29599 9264 1310 0,'14'-7'0'0,"-7"3"0"0,-1 4 0 0,-3 0 0 0,-3 9 0 0,-8 7 0 0,-12 0 153 0,-8 7-61 0,-3 3-29 0,4-4 118 15,-4 5-79-15,-1-3-34 0,2 2 63 0,5-1-49 16,0-3-25-16,8-5 9 0,6-5-159 0,4-2 63 15,5-4 31-15,2-2 0 0,0 0-109 0,5-4 78 16,8 0 28-16,6 0-67 16,-3 0 29-16,3 0 29 0,0 0-29 0,-3 0 12 15,1 3-6-15,-4 3 0 0,-3 4 173 0,-1 3-72 16,-6 0-39-16,-1 5-1 0,-2 3 162 0,0 2-89 16,-14 0-19-16,-2 5-30 0,-5-4 114 0,-1 2-58 15,-2-1-42-15,0-3-29 0,-1 0-4 0,3-2 1 16,1-2-97-16,1-4 57 0,1-2 16 0,7-6-1 15,1 0-446-15,4-6 226 0,3 0 86 0,3 0 64 16,1-13-480-16,0-9 254 16,5-3 128-16,2-2 63 0,0 3-249 0,-1 0 161 15,-3 3 76-15,-1 8 76 0,0 0 0 0,-2 3 1 16,0 5-9-16,0 2 465 0,0 2-229 0,-2 1-113 16,0 0 172-16,-1 4-143 0,3 5-65 0,0 1 77 15,0 1 330-15,0 0-210 0,7 2-105 0,3 0-53 16,1 3-91-16,1-4 15 0,5 0-1 15,3-1-526-15,0-2 275 0,4 3 138 0,-4-6 77 0,12-1-583 16</inkml:trace>
  <inkml:trace contextRef="#ctx0" brushRef="#br0" timeOffset="-192552.26">29691 9761 882 0,'7'-9'0'0,"0"5"0"0,0 2 0 0,-1 0 0 0,-6 2 0 0,2 0 0 0,-2 0 302 15,0 8-134-15,-6 9-68 0,-12 2 301 0,-3 4-183 16,-6 1-85-16,-6 6-54 0,1 0 98 0,0 0-71 15,-2 0-37-15,6-2 0 16,3-4-2-16,-3 3-7 0,4-4-27 0,9-9-83 0,1 0 42 16,6-9 20-16,3 1 9 0,4-3-138 15,-1-3 74-15,2 0 39 0,2 0-68 0,8-7 27 16,10-4 36-16,1-4-32 0,1 4 7 0,5-1-15 16,-2 1 1-16,2 4 58 0,-7 1-3 0,3 4-29 15,-4 2 7-15,-3 0 114 0,0 0-53 0,-8 11-17 16,-2 4 118-16,-4 8-62 0,-2 1-38 0,-5 4-4 15,-13 0 93-15,0 2-48 16,-6 1-22-16,2-3-11 0,-1-2-8 0,-2 0-14 16,1-5 0-16,1-3 0 0,3-4-130 0,-3-3 61 15,2-4 34-15,3-3-351 0,0-4 181 0,4 0 71 16,2-1 51-16,4-11-393 0,3-8 205 0,3-4 103 16,2-3-170-16,0 3 128 0,0-7 76 15,2 11 35-15,6-2 88 0,-1 6-27 0,-1 3 0 16,0 5-36-16,2 1 180 0,0 5-85 0,0 0-44 15,5 2 346-15,-2 0-194 0,1 0-72 0,1 6 196 16,0 2-94-16,1 5-80 0,3-2-35 16,-2-1-384-16,5 1 178 0,-2 0 76 0,4-2 44 15,2-3-578-15,0-1 281 0,5-3 155 0,-4-2-227 16,1-2 176-16</inkml:trace>
  <inkml:trace contextRef="#ctx0" brushRef="#br0" timeOffset="-192235.1">29991 9568 1174 0,'12'-21'0'0,"0"8"0"0,-4 7 0 0,2 3 0 0,-4 3 0 0,3 0 0 0,-1 17 0 0,-3 7 449 15,0 16-208-15,-3 5-104 0,0 7 287 0,-2 6-188 16,0 10-106-16,0 0-48 0,0-3 192 0,-5 3-121 16,-2-4-60-16,1-12-22 0,1 5 33 0,-3-6-35 15,2-4-1-15,-1-10-67 0,3 1 0 0,0-14 40 16,-1-3-9-16,1-10-182 0,3-3 92 0,-4-5 45 15,-2-3-306-15,1 0 175 16,-1-11 27-16,-3-6 61 0,-2-8-337 0,2 2 180 16,-4-4 90-16,0-5 37 0,-2-8-233 0,0 3 143 15,-1-1 72-15,6 5-49 0,-5-1 60 0,3 9 22 16,-1 2 8-16,1 8 73 0,3 5-22 0,0 4 1 16,0 5 252-16,0 1-132 0,-2 0-71 0,2 3-35 15,4 8 146-15,-2 2-87 0,5 2 6 0,2 3-71 16,1 0-187-16,0 1 98 0,12 0 86 0,-1-12-700 15</inkml:trace>
  <inkml:trace contextRef="#ctx0" brushRef="#br0" timeOffset="-192094.78">30261 10085 895 0,'5'1'0'0,"10"12"0"0,2 9 0 0,-3-4 0 0,0 3 0 0,-6 0 647 0,2 3-311 16,-1-1-151-16,-1-1-77 0,-3-4 98 0,5 4-87 15,-3 1-35-15,-3 0-30 0,-1 3-496 0,-3-3 237 16</inkml:trace>
  <inkml:trace contextRef="#ctx0" brushRef="#br0" timeOffset="-183134.01">9784 10815 748 0,'0'-1'0'0,"0"-2"0"0,0 2 0 0,0-2 0 0,0 0 0 0,0-1 0 0,0 0 0 0,0-1 0 0,0 1 66 0,0 0 0 0,0 0 47 15,0-1-32-15,-1 1-9 0,-1 1-39 0,0-2 44 16,-3 1-23-16,4 1 1 0,-5 1-14 0,2-2 38 16,-1 2-23-16,0 1 27 0,-2-2-25 0,-2 2 0 0,2-2-17 15,-4 3-8 1,0 0 63-16,-1 0-32 0,-2 0 1 0,0 7-7 0,-2 2 8 16,0 1-33-16,0 3 55 0,0 0-27 15,1 1-1-15,2 2-27 0,-1-1 70 0,3 2-39 16,1-2 0-16,2 0 35 0,0-1-32 15,2 0-1-15,3-1-25 0,1 2-39 0,2-4 31 0,0 1 0 0,0-1 0 16,2-2-36-16,8-1 8 0,2-1 28 0,5-1 0 16,2-2-127-16,6-3 64 0,-2-1 24 0,-2 0-159 15,2 0 76-15,0 0 48 16,-7-1-58-16,-2-1 45 0,-3 0 8 16,-4 0 69-16,-3 0-23 0,-2 2 1 0,-1-2-32 0,-1 2 573 15,0 0-542-15,-5 0-9 0,-10 13 11 16,-1 1 99-16,-3 4-35 0,0 2-27 0,-2 4 11 15,6-4 6-15,-2 5 151 0,6 1-88 0,4-4-42 16,0 1 83-16,5-2 45 0,2-1-205 0,0-1 0 16,5-2 0-16,8-2 0 15,6-4 0-15,3 1 0 0,-1-5 0 0,7-3 0 0,-2-4 0 0,1 0 0 16,-2 0 0-16,-4 0-178 0,2-2 100 16,-2-4 47-16,-3 0 24 0,1-3-19 15,-4 2 0-15,2-1-631 0,-2 1-594 16,4 0 609-16</inkml:trace>
  <inkml:trace contextRef="#ctx0" brushRef="#br0" timeOffset="-181135.97">20151 13327 1033 0,'2'-3'0'0,"0"-5"0"0,3 4 0 0,-4-1 0 0,1-1 0 0,2 1 0 0,-2 1 0 0,-2 1 0 0,0-1 71 0,0-1 0 15,0 3-38-15,0-3 0 0,0 4 45 0,0-6-45 0,0 4-1 16,-4-1 1-16,-1-2 21 0,-2 4-21 16,2-3 8-16,-1 1 8 0,-1 0-17 0,0 2 1 15,-3 1-10-15,-1 1-3 0,-3 0 21 0,-1 0-8 16,-2 11-45-16,-1 6 22 0,0 1-2 0,2 2 24 15,2-2 29-15,-2 5-8 0,6-6-30 0,-1 0 5 16,4-1 56-16,3 0-26 0,2-7 8 0,2 2-12 16,0 2-22-16,0-3 1 0,8-3 0 15,3 1-29-15,0-2 9 0,2-2 19 0,3-1-70 16,-4-1 35-16,1 0 0 0,1 0 36 16,-5-1-111-16,0 1 47 0,-1 2 11 0,0 0 1 15,-5 1-22-15,-1-1 23 0,0 4-21 0,-2 3 132 16,0 2-49-16,-4 4-21 0,-7 2-3 0,-2 2 94 15,2 0-45-15,-5 2-31 0,3 0 258 0,4-4-132 16,-1 2-65-16,3-3-33 0,5-4 145 16,0 2-93-16,2-4-42 0,0-1-22 0,9-2 12 0,9 0 1 15,2-3-26-15,4 0-109 0,3-5 50 16,-1-1 26-16,1 0-324 0,1 0 174 0,-3-1 96 16,2-6 5-16,-3-1-327 0,-3-1 137 15,2 0 106-15,4-1 4 0</inkml:trace>
  <inkml:trace contextRef="#ctx0" brushRef="#br0" timeOffset="-179847.35">12838 11843 575 0,'0'-2'0'0,"0"0"0"0,0-2 0 0,0-2 0 0,0 0 0 0,0-1 0 0,0 1 64 0,0 2 0 0,0-1-32 16,0 1 60-16,0 3-21 0,0-3-9 0,0 2-29 16,0 0 51-16,0 0-26 0,-1 2 0 0,-5 0 24 15,-2 0-49-15,1 0 0 0,-1 0-1 0,-1 4 23 16,1-1-1-16,-1 3-13 0,-2 1 21 0,-1 1-30 15,1 0 1-15,0 2 0 0,-3 1 17 0,2 0-9 16,-2 0-8-16,1 2-1 0,0 2 48 0,2 1-24 16,2-4 0-16,1 3 44 15,2-2-37-15,2 0-1 0,4 1-29 0,0-3-13 16,0 0 13-16,8-1 8 0,5-1-67 0,4-3 29 16,0 0 1-16,4-2 29 0,-1 1-34 0,-1-3 9 15,2-2 25-15,-5 1-7 0,2-1-107 0,-7 0 36 16,0 0 31-16,-3 0-5 0,-4 0-34 0,-1 2 15 15,-1-2 1-15,0 4 71 0,-2 2-37 0,0 2-6 16,-7 6 215-16,-7 3-96 16,1 0-50-16,-2 3-18 0,-2 4 81 0,3-4-32 15,-2 5-36-15,2 1 11 0,5-7 99 0,2 3-65 16,3-1-34-16,3-5 8 0,1 1 25 0,0-1-33 16,1-5 0-16,12-2-55 0,4 0 1 15,2-3 29-15,7-4-72 0,1-2 32 0,1 0 1 0,2 0 30 16,-2-2-228-16,-3-6 107 0,3-4 53 0,-4 0 4 15,-2-1-202-15,-4 2 87 0,2-1 66 0,-1 4-9 16</inkml:trace>
  <inkml:trace contextRef="#ctx0" brushRef="#br0" timeOffset="-178595.79">13148 15334 752 0,'0'-12'0'0,"2"3"0"15,0 0 0-15,-2-2 0 0,0 0 0 0,0 4 0 0,0 0 149 0,0 1-57 0,0 0-22 0,0 1 73 0,0 1-55 16,0 2-28-16,0-2 28 0,-2 2-28 0,-3 1 8 0,-6 1-35 16,2 0 34-16,-3 0-34 15,-4 7 0-15,-2 9 0 0,1 0 44 0,-6 7-44 16,3-1 0-16,-1 3 79 0,2 0-40 0,2 1 0 16,8-10-31-16,-3 3 64 0,9-6-36 0,1-1 0 15,2-2-73-15,0 0 0 0,2-2 45 0,13-3-8 16,2-3-118-16,2-2 60 0,3 0 28 0,0 0 1 15,-1 0-36-15,0 0 13 0,-3 0 22 0,-6 0-151 16,1 0 78-16,-6 4 11 0,-1 6-6 16,-4 2 25-16,-2 5 26 0,0 4-30 15,-6 1 306-15,-7 4-134 0,0 1-62 0,-2 1-34 16,1 0 348-16,4 0-161 0,2-1-94 0,1-2-43 16,5-5 148-16,2 3-103 0,0-5-48 0,6-1-10 15,12-2 0-15,6-3-37 0,5-7 9 0,3-2-135 16,9-3 63-16,-1 0 32 0,1-5-423 0,-2-8 227 15,-5-2 108-15,2-4 53 0,-2 2-875 16,0 0 439-16</inkml:trace>
  <inkml:trace contextRef="#ctx0" brushRef="#br0" timeOffset="-177106.38">3677 7921 576 0,'0'0'0'0,"0"0"0"0,0 0 0 0,0 0 0 0,0 0 0 0,0 0 0 0,-2 0 0 0,-1-3 139 0,1-3-54 0,2-2 5 15,0 1-21-15,-2-4-7 0,2 5-30 0,-1-3 30 16,1 1-29-16,-2 1-1 0,1 0 9 0,-1-2 14 16,-1 5-22-16,-2-1 0 0,2 1 0 0,-2 2 21 15,-1-1-13-15,1 1-8 0,-3 2-12 0,1 0-14 16,0 0 26-16,-4 0-26 0,-1 9 8 0,0 2 18 15,1 3-1-15,-2-1-41 0,2 3 39 0,-2 0 1 16,1 0-2-16,4 1-1 0,-2-2-2 16,2 0-7-16,2 0 6 0,3-3 32 0,-1 1-32 15,3 0-3-15,1-4-33 0,0 0 1 16,0 1 33-16,0 0-40 0,1-3 16 0,4 1 0 16,5-2 21-16,1-3-48 0,-2-1 22 0,5-2-3 15,-1 0 24-15,0 0-90 0,3 0 40 0,-3 0 10 16,-4-2 0-16,1-1-30 0,-6-1 26 0,0 2-18 15,1 0 17-15,-4 0 13 0,1 1 4 0,-2 1 139 16,0 0-67-16,-2 0-33 0,-9 13 1 0,0 1 20 16,-3 5-24-16,5-1 16 15,0 1-12-15,0 4 141 0,1-2-75 0,3-3-19 16,2 3-25-16,3-4 78 0,0 0-51 0,0-3-22 16,3 1-24-16,5-5 2 0,6 0 1 0,4-4-74 15,2-3 32-15,2-3 22 0,2 0-1 0,2-1-191 16,1-13 95-16,1-5 57 0,1-1 2 0,1-5-195 15,3-3 85-15,-4 9 63 0,4-1-7 0</inkml:trace>
  <inkml:trace contextRef="#ctx0" brushRef="#br0" timeOffset="-154281.16">1365 14158 206 0,'-5'0'0'0,"2"0"0"0,0 0 0 0,-2 0 0 0,0 0 0 0,2 0 202 15,-3 0-76-15,3 0-51 0,1 0-21 0,0 0 122 16,1-2-71-16,1 2-37 0,0-3 63 0,0 2-54 15,0 0-22-15,0-4 36 0,5 2-29 0,5-1 0 16,3 1-21-16,-1-1 56 0,5 0-33 0,-1 1 1 16,1 2-33-16,0 1 22 0,0 0 8 0,0 0-29 15,1 4-41-15,-1 5 41 0,-1 2 0 0,-2 2 0 16,-1 3-27-16,2 4-8 16,-5 3 35-16,-3 1-4 0,-4 2 4 0,0 1 0 15,-3 2-16-15,0 2 9 0,-8 3-9 0,-7 0 8 16,-2-1-11-16,-1-1 60 0,-5-2-17 0,-1-2-6 15,-1-2 16-15,-2 0-36 0,0-6 7 0,-1-4-5 16,5-4-55-16,-4 5 24 0,8-9 1 0,-4-4-37 16,5 1 28-16,-1-4 1 0,7-1 28 0,3 0-222 15,0 0 91-15,4-1 56 0,5-12 4 0,0-4-290 16,0-2 127-16,15-3 93 16,3 1-303-16,4-3 194 0,0 3 98 0</inkml:trace>
  <inkml:trace contextRef="#ctx0" brushRef="#br0" timeOffset="-153963.56">1774 13987 823 0,'0'-10'0'0,"0"-1"0"0,-7 4 0 0,0-1 0 0,-1 3 0 0,-2 1 0 0,0 2 0 0,0 1 194 0,-1 1-80 15,-3 0-41-15,1 1 65 0,-1 10-52 0,1 4-19 16,-4 5-8-16,4 2 14 0,-1 0 0 0,2 5-40 16,1 0 0-16,2 4 135 0,1-1-71 0,5-1-33 15,1 4 136-15,2-4-84 16,0 3-42-16,0-9 125 0,2 9-87 0,6-5-40 0,6-1 1 0,-1-2-5 16,2-2 1-16,1-3-28 15,5 4-8-15,1-6-161 0,-3-2 81 0,5-2 39 16,0-2 1-16,-3-3-108 0,1 0 69 0,0-3 40 15,1-3-495-15,-3-2 246 0,2 0 72 0,-3 0 73 16,-1-11-356-16,0-6 217 0,-3-2 108 0</inkml:trace>
  <inkml:trace contextRef="#ctx0" brushRef="#br0" timeOffset="-153774.08">2005 14070 1303 0,'1'-4'0'0,"1"2"0"0,3 2 0 16,-2 0 0-16,3 0 284 0,-1 0-126 0,4 0-62 0,5 0-24 0,1 2 351 0,2 0-195 0,1 0-97 16,1-2-50-16,3 1 18 0,-1-1-26 15,-2 2-7-15,3 1-33 0,-6-2-1 0,3 1-366 0,-5-1 184 16,0 3 99-16,-2-1 38 16,-4 0-605-16,1-2 323 0,-4 6-490 0</inkml:trace>
  <inkml:trace contextRef="#ctx0" brushRef="#br0" timeOffset="-153617.48">2167 14345 744 0,'-7'6'0'0,"6"3"0"0,1-3 0 0,0-2 0 0,0-2 183 16,0-1-74-16,0 2 426 0,8-3-256 0,4 0 363 16,-1 0-599-16,3 0-10 0,1 0-1 0,1 0-475 15,0 0 448-15,3 0 27 0,0 0 1 0,0 0 0 0,0-3 0 16,-2 3 8-16,2 0-545 0,1-1 269 15,0-1 134-15</inkml:trace>
  <inkml:trace contextRef="#ctx0" brushRef="#br0" timeOffset="-153397.21">2586 14174 1063 0,'0'0'0'0,"0"0"0"0,1 0 0 0,4 0 0 15,6 0 0-15,-1 0 0 0,6 0 641 0,7 0-305 0,4 0 212 0,3-1-250 0,2-1 129 16,3 0-408-16,2 1 14 0,-2-2 0 16,3 2-58-16,0-2 38 0,-3 1-9 0,-2 1 29 15,-1-1-263-15,-2-1 131 0,-6 2 66 0,-2 0 42 16,-4-2-497 0,-1 1 234-16,-7 2 136 0,-1-1 67 15,-1-1-651-15,-5 2 327 0,-1 0 175 0</inkml:trace>
  <inkml:trace contextRef="#ctx0" brushRef="#br0" timeOffset="-153072.71">2797 14360 1115 0,'-14'6'0'0,"6"-4"0"0,3 0 0 0,0 0 0 0,5-2 501 0,0 0-234 16,0 0-118-16,5 0-57 0,9 0 141 0,4 0-92 0,2-2-59 15,1 2-24-15,-1 0 111 0,3 0-68 16,-2 6-34-16,-3 4 8 0,-3 4-213 0,1 1 86 15,-8 6 42-15,2-2-256 0,-6 3 149 16,-4 1 83-16,0-3-176 0,-2 5 116 0,-12-8 9 16,-4 0 38-16,-2-4-17 0,-2-1-6 0,-4-3 16 0,2-2 220 15,4-3-100-15,-4 1-49 0,5-3-25 0,0 0 336 16,7-2-156-16,2 0-90 0,5 0-10 0,2 0 310 16,1 0-174-16,2 0-80 0,0 0-51 15,10 0 20-15,9 0-33 0,6-4 1 0,-1 1-32 16,0 1-23-16,8-2-9 0,-2 2 32 0,3 0-132 15,-4 2-852-15,1 0 960 0,-5 0 7 16,4 0-20-16,-9 0 25 0,3 0-623 16,-5 5 285-16,0 0 142 0,-7-2 63 0,2-1-417 0,-2 0 249 15,-2-2 123-15</inkml:trace>
  <inkml:trace contextRef="#ctx0" brushRef="#br0" timeOffset="-152647.75">3054 13320 925 0,'-19'-41'0'0,"6"13"0"0,7 4 0 0,-4 0 0 0,1 3 0 0,-2 4 114 0,-2 3-40 0,-1 7-1 16,4 4 11-16,-4 2-18 0,0 1-8 0,0 0-25 15,1 14-57-15,-3 6 29 0,3 4 0 0,0 1 36 16,-1 3-30-16,6 1 1 0,-2 0 20 0,3 1 1 15,0-4-31-15,4-3 7 0,2-1 24 0,1-3 0 16,0-2-83-16,0-5 35 0,6 1 5 16,2-6 3-16,3 0-18 0,0-2-35 0,1-2 63 0,-3-1 4 15,0 0-2-15,1 1-11 16,-4-3 10-16,-1 0 1 0,0 0-7 0,-4 2 44 16,1 4-41-16,-2 1 2 0,0 4-1 0,0 4 142 15,-8 3-65-15,-3 5-33 0,1-1 8 0,4 0 136 16,-4 9-78-16,3-5-40 0,5-6-14 0,-3 3 56 15,5-2-41-15,0-4 8 0,0-1-48 0,7-2 12 16,7-3-12-16,2-1-1 0,1-3-24 0,2-2-246 16,0 1 253-16,2-3 18 0,1-3 0 0,-3 0 0 15,0 0-236-15,-4 0 116 16,0 0 34-16,-2-3 32 0,-6-3-282 16,5 1 142-16,-6 1 50 0,-1 1 33 0,2 1-444 15,0-1 245-15</inkml:trace>
  <inkml:trace contextRef="#ctx0" brushRef="#br0" timeOffset="-151914.33">3691 13957 817 0,'-2'-6'0'0,"-3"2"0"0,3-3 0 0,-3 0 0 0,-2-3 0 0,2 2 73 16,-1 1-1-1,-2 1-39-15,-3 1 0 0,4 1 81 0,1 2-44 0,-5 2 0 16,0 0-38-16,0 2 36 0,0 10 0 16,-1 8-27-16,-3 6-8 0,4 6 100 15,-2 7-50-15,4-1-25 0,0 3 0 16,6-6 84-16,2 3-58 0,1-1-26 0,0-4 0 0,0-2 26 15,3-8-25-15,8-2 8 0,0-1-65 0,4-6 31 16,2-2-1-16,-1-5-69 0,1-2 35 0,-1-5 8 16,3 0 27-16,2 0-151 0,-2-12 79 15,-3-9-337-15,1-2 358 0,-1-3 29 0,-6 0-27 16,2-3-54-16,-2 4 57 0,-6 4-4 16,3-2-19-16,-4 8 167 0,1 2-146 0,-2 3-11 15,0 5-6-15,-2 2 84 0,0 2-38 0,0 1-5 16,0 0-25-16,0 9 131 0,0 11-52 0,0 1-34 15,0 2 3-15,0 0 113 0,3 3-54 0,-1-4-35 16,6-3 4-16,3 2 1 0,3-6 3 0,-1-2-23 16,3-4-9-16,1-3 1 0,0-4-61 0,1-2-34 15,-1 0 53-15,1-2 17 0,-5-10-153 0,1-6 81 16,-1-1 33-16,-7-1 22 0,0-3-97 16,0-6 52-16,-4 6 13 0,-2-5 0 0,0 1 41 15,-2-3-17-15,-10 3-20 0,1-2 16 0,-3 4 13 16,-4 0-15-16,1 7-4 0,1 6 3 0,-5 0 2 15,2 4-1-15,0 7 9 0,-3 1-7 0,3 0 28 16,3 3-25-16,2 6 7 0,2 5 2 0,3-4-6 16,4 4-1-16,3 0 0 0,2-2 0 0,0 1-163 15,2-1 76-15,11-1-298 16,9 1 184-16,3-10-567 0,4 2 705 0</inkml:trace>
  <inkml:trace contextRef="#ctx0" brushRef="#br0" timeOffset="-151631.54">4169 13915 1203 0,'-13'4'0'0,"1"3"0"0,-2 1 0 0,2 0 0 0,-2 1 0 0,4 3 109 0,-2 0-39 16,5 0 228-16,2-1-133 0,4 3-66 16,1-1-25-16,0 0-8 0,8-1-33 0,6 4 32 0,2-5 0 15,3 2-104-15,1-2 45 0,0 1-9 0,1-1-79 16,-3 1 100-16,-2-3 15 0,-1 4 0 0,-6 0-30 15,-1 2 29-15,-5 1 1 0,-1 3 0 0,-2 4 0 0,-2 1-10 16,-9-1 4-16,-8 2-44 0,-2-1 31 0,-6-1 8 16,0 0-8-16,0-3 6 0,3-7-155 15,-6 2 72-15,11-9 37 0,0-3-222 0,2-3 121 16,5 0 51-16,6-7-139 16,3-17 85-16,3-9 50 0,3-7-322 15,15-6 184-15,5-4 85 0,11-11 54 0</inkml:trace>
  <inkml:trace contextRef="#ctx0" brushRef="#br0" timeOffset="-151428.45">4432 13563 1063 0,'7'-16'0'0,"-4"7"0"0,6 1 0 0,-6 3 0 0,-1 3 0 0,1 0 0 0,-3 2 685 0,1 8-625 16,0 14-27-16,-1 9 0 0,0 10 451 15,0 4-446-15,0 5-6 0,0 5 9 0,0 1 107 16,-1 2-57-16,0-1-30 0,1-4 1 0,0-2-41 0,0-9 20 15,6 9-8-15,6-10-1 0,2-8-145 0,-3-2 73 16,8-4 36-16,-6-7 8 0,4-3-226 16,-2-4 127-16,2-5 64 0,-4-7 12 0,1-1-479 15,-1 0 201-15,-2-6 126 0,0-9-352 0,-5-6 246 16,-4-6-66-16</inkml:trace>
  <inkml:trace contextRef="#ctx0" brushRef="#br0" timeOffset="-151273.33">4161 13876 1194 0,'-18'1'0'0,"7"4"0"15,9 0 0-15,2-1 0 0,4-4 0 0,18 0 0 0,5 0 262 0,13-5-115 0,-2-4-49 0,14 1 416 0,-5-2 253 0,3-1-733 16,1 3-1-16,-2-2-1 0,-7 6-714 16,0 0 667-16,-2 2 24 0,-4 0 0 0,-4 2-1193 15,0 0 1107-15,-10 5 61 0,4 8 19 0</inkml:trace>
  <inkml:trace contextRef="#ctx0" brushRef="#br0" timeOffset="-150612.53">1601 15093 1101 0,'-13'0'0'0,"6"0"0"0,4 0 0 0,3 0 0 0,0 0 0 0,0 2 370 0,0 2-302 0,0 4-35 0,6 1 0 0,5 2 185 31,0 0-162-31,3 2-24 0,1 1 1 0,2 0-14 0,4 4 14 16,-7-5 0-16,4 0 8 0,-1 2-9 0,-1-2-103 0,0 2 52 16,-3 0 26-16,1-2-211 0,-3 0 126 0,0 0 51 15,-5-1 21-15,1-5 0 0,-3 1-409 16,3-3 200-16,-5-1-245 0,2-4 218 0</inkml:trace>
  <inkml:trace contextRef="#ctx0" brushRef="#br0" timeOffset="-150392.02">1896 14962 1513 0,'4'-3'0'0,"-3"2"0"0,1 1 0 0,1 0 0 0,-3 0 0 0,0 13 0 0,0 3 0 0,-5 8 0 0,2 2 0 0,-6 8 192 0,2 8 66 0,3 3-112 15,-5 9-57-15,2 13-28 0,-3-3-101 0,4 0 80 16,-6 13-7-16,0-10 0 0,4-2-84 16,-2-11 42-16,0 2 21 0,3-13 8 0,-3 0-47 15,3-3 30-15,-1-8-1 0,1-2 31 0,4-10-172 16,-3 0 62-16,4-10 10 0,0 0 35 0,2-7-315 16,-1 1 159-16,1-4 60 0,0 0 51 0,1-11-258 15,11-11 151-15,1-7 76 0</inkml:trace>
  <inkml:trace contextRef="#ctx0" brushRef="#br0" timeOffset="-150216.41">2081 15258 1327 0,'8'-4'0'0,"1"4"0"0,1 0 0 0,-1 0 0 0,-1 0 0 0,-1 0 0 0,5 0 0 0,-1 2 238 0,4 0-102 0,1-2 142 0,1 3-123 16,1-3-197-16,0 0 52 0,2 0-8 0,2 0 30 0,-2 0-808 15,0 0 750-15,-1-3 30 0,-7 3 8 0,4 0-1049 16,-8 0 991-16,-1 3 22 0</inkml:trace>
  <inkml:trace contextRef="#ctx0" brushRef="#br0" timeOffset="-150047.86">2173 15579 636 0,'-8'5'154'0,"3"2"-77"0,2-3-38 0,1-2 323 15,2 0-164-15,0-2-83 0,0 0-41 0,12 0 322 16,2 0-186-16,4 0-89 0,4 0-44 0,0-2-112 16,5-3 34-16,-2 2 8 0,7-3 26 0,-5 2-518 15,2 2 259-15,-4 1 129 0,2 1 65 0,-3 0-643 16,-2 0 329-16</inkml:trace>
  <inkml:trace contextRef="#ctx0" brushRef="#br0" timeOffset="-149562.59">3100 15166 841 0,'0'-15'0'0,"0"4"0"0,0 4 0 0,0-5 0 0,0-1 0 0,0 0 0 0,0 1 0 0,0 4 156 15,0-2-62-15,0 0-22 0,-8-1-9 0,2 4-2 16,-1 1-29-16,1 1 1 0,-6-1 0 0,-1 4-51 16,-3 0 21-1,0 2 0-15,-6 0 29 0,1 11 1 0,-3 6 7 0,-1 4 1 16,1 3-9-16,2 3 1 0,1 1 0 0,1-1-5 0,3 2 4 16,5-6 73-16,4-1-41 0,3-1-6 0,5-6-2 15,0-2 0-15,0-2-24 0,8-1 9 0,8-3-76 16,0-3 34-16,6-2 0 0,3-2 34 0,0 0-147 15,-2 0 75-15,6 0 28 0,-9 0-85 0,3-2 56 16,-6-1-82-16,-4 3 60 0,-2 0 14 0,-2 0 3 0,-5 0 88 31,-1 0-30-31,-3 5-13 0,0 8-22 0,-3 0 260 16,-10 5-122-16,-1 5-58 0,-2 0-32 0,0 3 254 16,-3 2-130-16,1-3-40 0,4 1 194 0,5-5-270 15,-1-1-1-15,2-1 0 0,8-2-1 0,0-5 11 16,0 1-10-16,0-2 0 0,8-2 0 15,8 0-109-15,0-5 54 0,3 2 36 0,0-2-9 0,1-2-1118 16,3-2 900-16,-2 0 202 0,2 0-1 16,-2 0-45-16,2-4-488 0,-5-2 256 0,3 0 128 15</inkml:trace>
  <inkml:trace contextRef="#ctx0" brushRef="#br0" timeOffset="-149145.78">3675 15151 845 0,'-7'-7'0'0,"4"3"0"0,0-2 0 0,-3-1 0 0,-2-4 0 0,2 4 0 0,-4 0 0 0,-2 2 148 0,0-1-57 0,-2 4-29 0,-4 0 7 16,1 2 44-16,-7 0-40 0,3 8 0 0,-2 6-40 15,0 8 21-15,-2 1 8 0,-1 2-29 0,3 3 0 16,5-2 107-16,1 2 63 0,9-10-85 0,0 3-35 16,5-5 9-16,3 2-62 0,0-5 3 0,4 0-1 15,11-4-102-15,4 0 98 0,2-1 4 0,6-2 1 16,-2 0-275-16,2 0 248 0,0 1 26 0,-8 0 9 15,3 1-100-15,2 0 31 0,-9 4 24 0,0 1-14 16,-9 1-61 0,1 2 22-16,-7 2 26 0,0 4-12 0,-5-1 74 15,-11-1-13-15,-1-3-58 0,-8 6 6 16,3-8 16-16,-1-1-1 0,4-2 1 0,-1-5 4 0,6-1-224 16,2-4 109-16,3-2 51 0,4 0-149 0,5-4 97 0,0-15-316 15,14-4 199-15</inkml:trace>
  <inkml:trace contextRef="#ctx0" brushRef="#br0" timeOffset="-148990.05">3767 15349 791 0,'14'-2'0'0,"4"-1"0"0,-7 3 0 0,-5 0 0 0,-1 8 249 0,-4 5-109 16,1 4-53-16,0 2-27 0,-2 2 270 0,0 1-141 16,0 2-58-16,0 3-73 0,0-3-25 0,0-5-150 15,0 1-102-15,-4-1 134 0,3-7-694 16,-1-2 702-16,1-5 36 0,-1-5-1 0,2 0-185 0,-3-9 92 15</inkml:trace>
  <inkml:trace contextRef="#ctx0" brushRef="#br0" timeOffset="-148464.93">3786 14889 1525 0,'10'-3'0'0,"7"3"0"0,0 0 0 0,-2 1 0 16,2 8 0-16,-1 10 0 0,0 2 0 0,1 6 0 0,0 3 100 0,-2 4-34 0,-2 7-3 0,-2 0-1 0,-3 0-21 0,-3 11-8 0,-1 0-97 15,-4-1 49-15,0 4 24 0,0-1-1 0,-6-9-35 16,-5 5 26 0,4-17 0-16,-3-9 34 0,3-3 29 0,4-9-29 15,-2-6-32-15,5-4 24 0,-3-2 119 0,3-15-60 16,0-11-39-16,3-6-1 16,10-1-5-16,3-3-12 0,-2 2 17 0,5 1-14 15,-1 4-46-15,0 3 62 0,0 9 6 0,-2 4-19 16,1 5 14-16,-1 7-14 0,2 1 0 0,-4 1 8 15,5 22 105-15,-8 7-57 0,1 10-28 0,-3-4 0 16,-3 2 30-16,-1-2-21 0,1 2-8 16,2-2-29-16,0-5-73 0,0-5 36 15,0-7 1-15,5-2 43 0,-5-4-222 0,6-6 107 0,-1-4 54 16,4-3 26-16,1-3-15 0,4-15-269 0,0-5 123 16,5-8 75-16,-1-3 1 0,-1-4-126 0,2-5-89 15,-2-2 123-15,-4-6 74 0,1 1-10 0,2-12 77 16,-8 3-2-16,1-3 0 0,-4 6 70 15,0-13-31-15,-2 16 0 0,-1-5-39 0,-1 3 579 16,-5 6-578-16,1 16-9 0,-3 9 9 0,0 7 228 16,-2 2-80-16,0 9-62 0,0 2 19 0,0 4 309 15,-5 14-179-15,-3 18-85 0,-1 7-42 0,1 9 88 16,1 7-65-16,4 3-26 0,0 14-7 0,3-22 37 16,0 8-36-16,0-4-18 0,9-5-58 0,5-7 30 15,4 3-135-15,1-13 74 0,0 2 36 0,3-6-465 16,2-5 239-16,-5-7 105 0,0 2 65 15,2-9-7-15,-8-2-562 0,-1-5 298 0,-2-2 149 0,-4 0 67 0,1-2-459 16</inkml:trace>
  <inkml:trace contextRef="#ctx0" brushRef="#br0" timeOffset="-148312.21">4315 15166 1645 0,'-8'0'0'0,"6"0"0"0,2 0 0 0,6 0 0 0,11-5 1076 15,5-5-991-15,11 3-26 0,10 1 1 16,-5 1 169-16,14 1-102 0,-4 0-47 0,3 4-24 16,2 0-56-16,-1 0 0 0,0 0 41 15,-3 6-9-15,-3 1-771 0,0 5 386 0,-3-1 192 0</inkml:trace>
  <inkml:trace contextRef="#ctx0" brushRef="#br0" timeOffset="-140278.95">1600 16455 723 0,'-19'0'0'0,"6"1"0"0,3 7 0 0,1 0 0 0,3-3 0 0,1 2 141 16,3-3-58-16,-3-2-25 0,5 2-1 0,0-4 136 16,0 2-80-16,10-2-32 0,6 0-9 0,5 0 122 15,2-2-80-15,1-6-41 0,3 1 72 16,-4 0-48-16,7-3-21 15,-5 4-49-15,0 2 6 0,-4 1-1 0,3-1-162 16,-2 3 149-16,-1-2 13 0,1 2 1 0,-5 1-111 16,2 0 56-16,-4 0 27 0,-1-2-320 15,-3 0 162-15,-1 2 60 0,-1-3 47 0,-4 1-355 16,0 1 184-16,-4 0 84 0,1-3 55 0,-2 3-178 0,0-4 112 16,0-1 56-16</inkml:trace>
  <inkml:trace contextRef="#ctx0" brushRef="#br0" timeOffset="-140095.45">1790 16279 666 0,'-9'0'0'0,"2"1"0"0,0 5 0 0,0 5 0 0,4 2 0 0,0 4 0 0,1 7 277 0,2 2-122 15,0 8-61-15,0 7-31 0,0 3 148 0,2-6-81 0,4 14-53 16,1-5-2-16,3-1-21 0,-2-5-1 0,1-6-20 16,1 1-37-16,2-4 14 0,-1-6 0 0,0-5-84 15,2-3 53-15,1-5 27 16,-1-3 8-16,1-6-209 0,2-4 110 0,0-2 54 0,1-15-14 15,5-13-280-15,-7-5 123 0,8-9 71 16,-2-3-72-16,-3-6 86 0</inkml:trace>
  <inkml:trace contextRef="#ctx0" brushRef="#br0" timeOffset="-139933.34">2268 16120 1216 0,'2'0'0'0,"-1"5"0"0,-1 7 0 0,0 3 0 0,0 6 0 0,0 5 0 0,-3 2 0 0,0 4 0 0,-3 2 345 15,-2 7-156-15,3-6-70 0,-3 9-47 0,5-2 55 16,-3-7-47-16,1 5-23 0,3-5-1 0,1-6-219 16,-1 4 93-16,2-10 52 0,0-1-178 0,0-7-128 15,0-5 178-15,0-5 75 0,0-3-262 0</inkml:trace>
  <inkml:trace contextRef="#ctx0" brushRef="#br0" timeOffset="-139778.75">2273 16472 1393 0,'3'0'0'0,"-1"0"0"0,-1 0 0 0,1 0 0 0,-1 0 0 0,3 5 0 0,-1 2 0 0,3 3 0 0,-1 0 361 0,0-1-164 15,3 2-182-15,0-1 18 0,4 3 8 16,-4-2-9-16,3 0 1 0,2-4-462 0,-2 0 231 0,3-4-997 16,-1-3 1152-16,-2 0 34 0</inkml:trace>
  <inkml:trace contextRef="#ctx0" brushRef="#br0" timeOffset="-139576.29">2529 16160 1539 0,'3'0'0'0,"2"0"0"0,-5 0 0 0,3 2 0 0,-3 9 0 0,0 2 0 0,0 3 0 0,0 11 69 0,0 1-1 0,-3 6 278 16,-7 9-160-16,2 3-77 0,-3 3 86 15,0 2-81-15,-2 3-33 0,2-2-101 16,-3-3 26-16,4-4 0 0,-4-3-99 15,4-9 63-15,-1 3 40 0,2-7-392 0,1-4 207 16,0-4 104-16,2-10 5 0,4-2 41 0,-1-3-537 0,3-4 268 16,0-2 131-16</inkml:trace>
  <inkml:trace contextRef="#ctx0" brushRef="#br0" timeOffset="-139404.75">2522 16594 1561 0,'8'-3'0'0,"2"2"0"0,-6-1 0 0,1 2 0 0,0 0 0 0,-2 0 0 0,0 0 78 0,1 8-8 0,5 3 418 16,-4-1-227-16,3 0-114 0,0 4 116 0,4 1-106 16,-2-2-67-16,1 0-86 0,3-1-1 0,-3 0 30 0,3 0-337 15,-1-1 176-15,-1-4 76 16,5 1 43-16,-4-4-570 0,-2-1 297 0,1-3 154 16,-3 3-22-16,8-3 71 0</inkml:trace>
  <inkml:trace contextRef="#ctx0" brushRef="#br0" timeOffset="-138526.25">3123 16411 497 0,'-7'0'85'0,"2"0"-43"0,2 0-20 0,-2 0 296 16,0 0-142-16,-1 0-72 0,0 0-35 0,1 2 217 16,2-2-131-16,-2 0-61 0,5 2-31 0,-3 0 92 15,-1 3-53-15,-1-2-39 0,3 5 7 0,-3 6 0 16,2-1-37-16,-2 6-1 0,-1 1 9 0,2 7 85 16,-2-3-47-16,2 6-23 0,2-1 0 0,2 3 96 15,0-6-51-15,0 6-39 0,0-4 1 0,6-4 78 16,7-1-54-16,0-6-27 0,4-1 13 0,1-3-63 15,2-2-3-15,4-1 25 0,1-4 1 16,-2-1-33-16,-1-2 7 0,0-3 26 0,2 0 0 0,-5 0-93 16,0-3 46-16,-3-5 23 0,0-5-103 15,-5-3 53-15,3-6 29 0,-6-3-1 16,-3-2-71-16,-2-1 38 16,-1-1 12-16,-2-4 3 0,0 2-49 0,-4-3 32 15,-5 0-1-15,-8-1-12 0,2 1 9 16,-5 0 6-16,-2 2 10 0,2 5 8 0,-5 4-41 0,-1 4 36 0,6 7-7 15,-4 3 7-15,2 7 71 0,-2 0-34 16,2 2-2-16,3 0-35 0,0 8 124 0,4 2-54 16,3 3-22-16,2 0-1 0,4 0 36 0,4 0-28 15,-1 1-3-15,3 1-86 0,0-4 43 0,5 3 0 0,8-3-365 16,7-1 183-16,0-5 75 0,8 1 56 16,0-6-469-16,3 0 255 0,-1 0-319 15</inkml:trace>
  <inkml:trace contextRef="#ctx0" brushRef="#br0" timeOffset="-138319.83">3514 16201 2197 0,'0'0'0'0,"0"0"0"0,0-2 0 0,2-1 0 0,3-3 0 0,2-4 0 0,5 0 0 0,2 2 228 0,3 0-101 0,2 1-47 0,1 0 246 16,5-1-146-16,-4 4-74 0,1 2-28 0,0 1-182 15,-1-2 69-15,-3 1 33 0,2 2 1 0,-3 0-369 16,-1-1 210-16,-2 1 92 0,-4-2-511 0,-4 0 244 16,1 2 166-16,-6-2-8 15,1 2-299-15,-2 0 226 0,0 0-5 0</inkml:trace>
  <inkml:trace contextRef="#ctx0" brushRef="#br0" timeOffset="-138050.54">3727 16120 433 0,'-6'5'65'0,"4"-1"0"0,-1 1-32 0,1-5 439 16,1 3-435-16,1 0 4 0,-3-2 95 15,3 3-52-15,-2 1-25 0,2 1 0 0,-1 3 125 16,-2 2-67-16,-2 4-47 0,0 3 1 0,-5 2-97 16,1 1 29-16,-4 2 0 0,2-5 38 0,-7 5-87 15,5-6 39-15,-4 0 1 0,-1-3 39 0,4-2 50 16,3-5-17 0,1-1 62-16,1 0-47 0,5-2-24 0,2-4 0 0,2 1-28 15,0-1 144-15,0 0-75 0,5 0-32 0,9 0 0 16,5 0 26-16,0 0-30 0,4-3 9 0,-1-2-38 0,0-1-78 15,0 2 38-15,-3-1 1 0,2 4 39 0,-4-1-324 16,-1 2 157-16,-1 0 65 0,-1 0-509 0,-3 0 253 16,0 0 146-16,0 0-137 0,-5 0 146 0,2 0 69 15,0 0 34-15,-3 0-290 16</inkml:trace>
  <inkml:trace contextRef="#ctx0" brushRef="#br0" timeOffset="-137920.09">3861 16257 467 0,'0'-5'78'16,"-3"2"-22"-16,1-1 0 0,2 3 146 0,-2 1-76 15,2 0-50-15,0 0-22 0,0 0 325 0,0 0-173 16,0 5-78-16,0-2-52 0,0 7 225 0,4-3-134 16,2 3-67-16,0-3-34 0,-1 0-242 0,3 2 101 15,-3-1 53-15,4 2-554 0,-4 1 304 0,1-1 152 16,-3 8 85-16,-1-3-587 0</inkml:trace>
  <inkml:trace contextRef="#ctx0" brushRef="#br0" timeOffset="-137758.75">3699 16568 980 0,'-10'1'0'0,"7"0"0"0,1 2 0 0,0-3 0 0,1 0 0 0,1 0 268 0,0 0-110 0,0 0 223 15,8-3-175-15,5-2-86 0,4 0 112 0,-2-3-200 16,2 1 9-16,2-1-8 0,-2 1-420 16,2 1 210-16,-3 1 104 0,0 0 54 0,-5 2-500 15,2 1 265-15,-2 2 135 0,-5 0-184 16,-1 0 145-16</inkml:trace>
  <inkml:trace contextRef="#ctx0" brushRef="#br0" timeOffset="-137555.35">3721 16411 1003 0,'0'0'0'0,"0"0"0"0,0 8 0 0,0 4 0 0,0 9 0 0,0 4 0 0,0 4 0 0,0 5 401 15,0 2-188-15,0 0-90 0,0 2-45 0,4-4 166 16,0-3-106-16,-3-6-44 0,6 0-35 0,-5-4-21 15,3-6-5-15,2-7 0 0,-1 0-133 16,-1-6 75-16,7-2 25 0,-3 0 0 16,7-15-81-16,-2-8 56 0,2-3 38 0,0-4-9 0,3-2-396 15,1-7 142-15,1 2 118 0,-3 3-367 0,-1 1 225 16,-1 0-89-16</inkml:trace>
  <inkml:trace contextRef="#ctx0" brushRef="#br0" timeOffset="-137407.72">4029 16336 862 0,'0'-9'0'0,"0"5"0"0,0 1 0 0,0 1 0 0,0-1 0 0,0 3 417 15,0 0-193-15,0 0-95 0,0 8-40 0,-2 5 225 16,-1 2-141-16,3 2-70 0,0 5-125 16,0-2 15-16,0 1 48 0,0 4-8 0,0-4-886 15,0 0 857-15,0-2 1 0,5-2 27 16,-1-8-275-16,5 0 134 0,1-3 70 0,2-4-13 0</inkml:trace>
  <inkml:trace contextRef="#ctx0" brushRef="#br0" timeOffset="-137189.28">4104 16002 2090 0,'-2'-5'0'0,"2"3"0"16,0 0 0-16,0 2 0 0,0 4 0 0,2 14 0 0,7 8 0 0,2 10 0 0,-1 7 0 0,4 6 284 0,-1 11-126 0,-2-9 129 0,3 7-127 16,-4 1-63-16,2-4-48 0,-2 2-16 0,-4-4-1 15,2-5-39-15,-6-2-1 16,0-9 41-16,-2-1-177 0,0-9 84 0,0-6 47 0,-5-5 22 15,-5-5-303-15,-5-6 161 0,0-5 49 0,0 0 46 16,-2-2-380-16,-2-14 193 0,5-8 96 0,1-7 48 16,2-6-457-16,4-12 257 0,6 0 123 0,1 0 64 0</inkml:trace>
  <inkml:trace contextRef="#ctx0" brushRef="#br0" timeOffset="-136889.09">4261 16209 1266 0,'14'-7'0'0,"-1"4"0"0,4 0 0 0,-4-3 0 0,1 0 0 0,0 0 0 0,2 1 0 0,-1 0 282 0,7 0-129 16,-3 4-61-16,5-1 309 0,-1 2-184 0,3 0-93 0,-7 5-37 16,5 8-29-16,-5 3-25 0,-2 2 0 0,-4 7-193 15,-2 1 96-15,-3 4 57 16,-5 2 16-16,-3 2-253 0,0 0 139 0,-3-2 69 0,-11 1 34 0,-5-3-163 16,-4-5 43-16,-2-4 53 15,-1-3 31-15,0-5 5 0,2-2 1 16,3-3 251-16,-1-2-123 0,3-2-64 0,6-1 386 0,3-3-209 15,3 0-84-15,2 0 458 16,3 0-540-16,2 0-10 0,0 0 0 0,10 0 135 0,9 0-127 16,5 0 0-16,1-1-59 0,3-1 25 0,2 2 0 0,2 0 26 15,-2 0-383-15,2 0 200 0,-3 0 87 0,-2 3 48 16,2 1-630 0,-4-3 321-16,2 2 122 0,-3-3 85 0,1 0-538 15,-1 0 312-15,-7 0 155 0</inkml:trace>
  <inkml:trace contextRef="#ctx0" brushRef="#br0" timeOffset="-136691.65">4734 16173 1340 0,'-8'0'0'0,"8"0"0"0,0 0 0 0,11-3 0 0,2 2 430 16,9 0-199-16,0-2-99 0,6 1-42 0,9 1 187 0,3-1-122 15,0-1-61-15,1 2-31 0,2 1 183 0,-5 0-99 16,8 0-61-16,-11 0-27 0,3-2-183 0,-6 0 79 15,-5 0 47-15,3 1-9 0,-8-1-319 0,-3-2 179 16,-7 2 90-16,0-2-503 0,-7 1 234 16,-5 3 97-16,0-5-101 0,-5 2 148 0,-8-1 75 15,-7 1-289-15</inkml:trace>
  <inkml:trace contextRef="#ctx0" brushRef="#br0" timeOffset="-136553.96">4999 16128 914 0,'-16'6'0'0,"5"5"0"0,5 0 0 0,4-2 0 0,2 2 0 0,0 3 323 0,0 1-145 0,0 4-64 0,0 2-45 0,6 6 344 0,0-2-191 16,2 5-94-16,-3-1-48 0,0 5-1 16,2-1-10-16,-4 0-36 0,1-1 0 0,-2-1-466 15,1-2 232-15,-1-8 126 0,4-2-588 16,1-6 348-16,2-9 119 0</inkml:trace>
  <inkml:trace contextRef="#ctx0" brushRef="#br0" timeOffset="-136408.29">5156 16173 638 0,'2'0'0'0,"7"0"0"0,-4 11 0 0,0 4 0 0,0 3 594 16,1 3-285-16,0 6-138 0,2 2 239 0,-1 6-188 15,-1 3-95-15,0-1 203 0,-1 0-153 16,0 6-72-16,-1-1-375 0,1 0 151 0,-3 0 76 0,0-2-1602 16,1 9 1637-16,-2-2 41 0</inkml:trace>
  <inkml:trace contextRef="#ctx0" brushRef="#br0" timeOffset="-132818.15">17148 14661 861 0,'-5'0'0'0,"0"0"0"0,2 0 0 0,1 0 0 0,0-2 0 0,2 1 0 0,-2-2 0 0,2 0 0 0,0-1 0 0,0 4 234 0,0 0-100 0,0-2-51 16,0 2 100-16,6-2-75 0,4 2-30 0,3 0 36 15,2 0-41-15,1 0 0 0,4 0-40 0,0 0 45 16,1 0-14-16,0 0-9 0,-1 0-22 0,-1 0-44 15,2 0 21-15,-3 0 1 0,-1 0-167 0,-2 0 89 16,0 0 51-16,-4-2 24 0,1 0-406 0,-3 1 197 16,-2-2 60-16,-1 1-145 0,-1 2 126 0,0 0 64 15</inkml:trace>
  <inkml:trace contextRef="#ctx0" brushRef="#br0" timeOffset="-132635.65">17260 14904 1292 0,'-1'3'0'0,"-1"1"0"0,0-4 0 0,0 2 0 0,2-2 0 0,0 0 0 0,0 0 269 0,0 0-119 15,10 0-58-15,3 0 265 0,0 0-162 0,4 0-73 16,-2 0-54-16,0-2 1 0,0 0-36 16,2-2-1-16,-2 1-157 0,0 1 86 0,0-1 32 15,2 2 1-15,-1-1-471 0,2 2 255 0,1 0 127 16</inkml:trace>
  <inkml:trace contextRef="#ctx0" brushRef="#br0" timeOffset="-132123">18198 14386 973 0,'0'-20'0'0,"0"5"0"0,0 0 0 0,0-2 0 0,0-1 0 0,0-3 0 0,-3 2 0 0,-3-3 0 0,-2-2 92 0,2-1-30 0,-1-1 0 0,0 5 8 0,-3-2-9 16,3 1-28-16,-2 7 0 0,-3 0 1 16,1 4-2-16,2 4 9 0,-5 2 36 0,1 3-22 15,-1 2 0-15,0 0-23 0,1 5 55 0,-2 10-19 16,2 1-8-16,-3 3 80 0,5 5-54 0,0 0-26 15,3 3-1-15,1 1 121 0,2 4-77 0,1-2-35 16,2 4-1-16,0-2 97 0,2-1-66 0,0 3-24 16,0 0 30-16,0 4-35 0,2-3 0 15,4 1-36-15,-1 7 82 0,-1-5-33 16,3 7-29-16,-3 0 49 0,2-2-35 0,-1 3 1 16,1 0-35-16,-2-3 42 0,1 5 124 0,0-3-199 15,0 0 0-15,1-3 0 0,-3 1 0 0,1-4 0 16,-1 5 0-16,-1-3 0 0,0-5 0 0,-2 2 0 15,0-1 0-15,0-1 0 0,-4 0 0 16,-5-5 0-16,-3 3 0 0,0-7 0 16,-1-1 0-16,-2-3-183 0,-4 2 93 0,2-7 30 0,1-3 28 15,-2-4-257-15,1 1 123 0,2-7 62 16,0-1-67-16,2-2 70 0,2-2 33 0,1 0 1 16,3 0-206-16,1 0 133 0,3-6 49 0,1-1-224 15,2-3 141-15,0-1 70 0,0 0 28 0,5-1-285 16,8-1 164-16,3 0 82 0,2-3 41 0</inkml:trace>
  <inkml:trace contextRef="#ctx0" brushRef="#br0" timeOffset="-131805.42">18333 15347 1109 0,'0'-3'0'0,"0"3"0"0,0 0 0 0,-2 0 0 0,-3 0 0 0,-2 12 0 15,1 4 240-15,-4 0-103 0,3 7-44 0,1 3 264 0,5 0-162 0,1-1-81 16,0 0-41-16,1 0 93 0,10-6-58 0,8 1-42 16,-4-6-93-16,6-1 30 0,5-5 0 0,-3-5 30 15,-1-3-51-15,4 0 21 0,-3-10 0 0,-2-6-139 16,-4-7 85-16,-2-1 41 16,-6 1 30-16,2-7-232 0,-7 2 105 0,-1 0 11 15,-3 0 41-15,0 1-19 0,-5 5 3 0,-8-6 9 16,-1 7 90-16,2 7-33 0,-5 0 0 0,-2 4-29 15,-2 7 146-15,3 3-63 0,-7 0-24 0,8 5 6 16,-3 11-22-16,5-3 7 0,0 2 8 0,5-2-105 16,6-4 46-16,3 1 0 0,1-3 45 0,0-1-378 15,3-4 156-15,11-2 97 16,2 0-329-16</inkml:trace>
  <inkml:trace contextRef="#ctx0" brushRef="#br0" timeOffset="-131388.06">18326 14269 1514 0,'-15'-14'0'0,"3"5"0"0,5 2 0 0,4-3 0 0,-1-1 0 0,4 0 0 0,0-2 0 0,0-1 290 0,9 2-129 0,8-3-55 15,5 3-41-15,1 1 55 0,2 5-44 0,-4 2-21 16,0 4-1-16,0 0 10 0,-1 0-9 0,-4 12-22 16,-3 7-96-16,-1 3 48 0,-7 5 24 15,-3 0-156-15,0 3 85 0,-2 0 48 16,-2 2 23-16,-9-1-166 0,-3-4 61 0,0-3 50 16,-6 3-16-16,2-5 21 0,-1-4-17 0,-2-3-1 15,-1-4 111-15,3-2-47 0,0-3-3 0,1 0-31 16,0-5 193-16,8-1-89 0,-2 0-32 0,3 0-28 15,3 0 255-15,4 0-126 0,0 0-37 0,2 0 96 16,0 0-85-16,2 0-34 0,11 0-30 0,4 0 34 16,3 0-27-16,0 0-1 15,6 0-27-15,-5 0-28 0,7 0-7 0,-4 0 34 16,-3 0-267-16,3 0 133 0,-1 0 67 0,1 0 43 16,-3 0-560-16,0 0 270 0,-3 0 86 0,3 0-348 15,-4 0 256-15,0 0 119 0,0-1 72 0</inkml:trace>
  <inkml:trace contextRef="#ctx0" brushRef="#br0" timeOffset="-131171.29">18636 14120 1263 0,'-8'-4'0'0,"3"3"0"0,1-1 0 0,0 0 0 0,4 2 0 0,0 0 180 15,3-2-66-15,13 2-44 0,7 0 434 0,5 0-236 16,4 0-118-16,2 0 192 0,-1 0-146 0,3 0-86 15,-2 0-38-15,-3 0-136 0,1 0 49 0,-2 0 24 16,-5 2 8-16,3-2-358 0,-7 2 187 0,-1-2 94 16,-4 0-207-16,-5 0 139 0,-4 0 87 15,-1 0-605-15,-4 0 306 0,-2 0 154 16,0 0 77-16,-12 2-289 0</inkml:trace>
  <inkml:trace contextRef="#ctx0" brushRef="#br0" timeOffset="-131016.71">18793 14111 1114 0,'-11'0'0'0,"2"0"0"16,3 4 0-16,2-3 0 0,1 5 0 0,1 2 0 0,0 1 0 0,2 3 0 0,0 2 376 0,0 5-172 0,0-1-85 0,0 6-36 0,0 2 217 15,0-1-134-15,2 2-67 16,0 0-208-16,-2-1 71 0,1-4 44 0,1 3-199 16,0-1 113-16,5-5 56 0,-2-2 29 0,2-4-560 15,1-7 293-15</inkml:trace>
  <inkml:trace contextRef="#ctx0" brushRef="#br0" timeOffset="-130849.16">18961 14146 1215 0,'9'0'0'0,"6"6"0"0,-3 6 0 0,-1 3 0 0,-1 6 0 0,-5 5 0 0,1 5 553 0,-1 5-252 15,-3 10-138-15,0-6-65 0,-2 3 236 0,0 3-151 16,0 1-75-16,0-9-97 0,0 4-8 0,0-4 29 15,0-6 1-15,0-7-599 0,0-1 299 16</inkml:trace>
  <inkml:trace contextRef="#ctx0" brushRef="#br0" timeOffset="-122124.74">19498 15192 341 0,'0'0'0'0,"0"0"0"0,0 0 0 16,0 0 0-16,0 0 0 0,0 0 0 0,0 0 0 0,0 0 109 0,0 0-42 0,0 0-1 0,0 0-33 0,0 0 35 15,0 0-1-15,0 0-26 0,0 0 20 0,2 0-1 16,-1 0-27-16,1 3 0 0,2 1 49 0,1-3-17 15,-2 3-7-15,1-1 43 16,-1 0-34-16,3 0 0 0,-2-1-34 0,-1-1 88 16,1 2-48-16,0-2 0 0,0 2-40 0,0-3 68 15,-1 2-34-15,1-1 8 0,0-1-3 0,-1 0-1 16,1 0-38-16,1 0-1 0,-2 0 23 0,3 0 8 16,-3 0-30-16,-1 0 37 0,4 0 0 0,-5 0-37 15,3 0-1-15,1 0 45 0,-4 0-22 0,3 0 0 16,0 0-23-16,1 0-8 0,-1 0 9 0,3 0 8 15,0 0-25-15,2 0 17 16,-2 0 0-16,0 0 0 0,3 0-1 0,-3 0 9 16,3 0-9-16,-3 0-24 0,1 0 24 0,-1 0 1 15,-1 0 0-15,1 0-22 0,1 0-12 0,-2 0 29 16,1 0 0-16,-1 0-27 0,-1 0 25 0,3 0 2 16,-2 0 7-16,1 0-10 0,0 0-2 0,0 0 1 15,0 0 16-15,0 0-10 0,1 0-5 0,-3 0 8 16,3 0-5-16,-1 0-2 0,-1 0 0 15,-1 0 20-15,1 0-17 0,0 0-1 16,-2-1 4-16,1 1-44 0,1-2 39 0,-1 2 7 16,1-3-38-16,2 3 0 0,-1-1 24 0,1 1-38 15,2 0 37-15,-1 0 7 0,0 0-11 0,0 0-22 16,3 0 20-16,-1 0 4 0,-4 0-9 0,5 0 1 16,-1 0 3-16,-2 0 155 0,3 0-167 0,-3 0 0 15,2 0 0-15,1 1 0 0,-3 4 0 0,3-4 0 16,-1 1 0-16,-2-2 0 0,3 3 0 15,0-3 0-15,-3 0 0 0,5 0 0 16,-3 0 0-16,0 0 0 0,-1 0 0 0,-1 0 0 16,2 0 0-16,-1 0 0 0,-1 0 0 0,-2 1 0 15,3 0 0-15,0 2 0 0,-3 0 0 0,2 1 0 16,1 0 0-16,-1 0 0 0,0-1 0 0,3 4 0 16,-1-4 0-16,0 1 0 0,-1-3 0 0,1 3 0 15,-2-2 0-15,5 0 0 16,-7 0 0-16,4 0 0 0,-1-1 0 0,-1-1 0 0,0 2 0 15,-1 1 0-15,1-3 0 0,-1 1 0 16,1-1 0-16,1 1 0 0,-1-1 0 0,2 0 0 16,-1 0 0-16,1 0 0 0,3 0 0 0,-2 0 0 15,1 0 0-15,3 0 0 0,-4 0 0 0,2 0 0 16,-1 0 0-16,0 0 0 0,-3 0 0 0,4 0 0 16,-2 0 0-16,-1 0 0 0,3 0 0 0,-3 0 0 15,-1 0 0-15,6 0 0 0,-3 0 0 16,0 0 0-16,0 0 0 0,3 0 0 0,-2 0 0 15,4 0 0-15,-4 0 0 0,3 0 0 16,0 0 0-16,0 0 0 0,0 0 0 0,0 0 0 16,-1 0 0-16,0 0 0 0,0 0 0 0,2 0 0 15,-1 0 0-15,-1 0 0 0,2 0 0 0,0 0 0 16,1 0 0-16,-1 0 0 0,1-1 0 0,4 0 0 16,-3-2 0-16,3 1 0 0,0 1 0 0,-1-1 0 15,0 0 0-15,-1 0 0 0,2 0 0 0,-3 0 0 16,1 2 0-16,-2 0 0 15,1 0 0-15,-1-2 0 0,1 2 0 0,0 0 0 0,-1 0 0 16,0 0 0-16,1 0 0 0,1 0 0 16,2-1 0-16,-3 1 0 0,2 0 0 0,-1-2 0 15,1 2 0-15,1-2 0 0,-2 2 0 0,-1-2 0 16,-1 2 0-16,2 0 0 0,-1 0 0 0,-1 0 0 16,2 0 0-16,-2 0 0 0,2 0 0 0,0 0 0 15,-1 0 0-15,-1 0 0 0,2 0 0 0,-1 0 0 16,-1 0 0-16,-1 0 0 15,3 0 0-15,-2 0 0 0,1 0 0 0,-1 0 0 16,1 0 0-16,0 0 0 0,-1 0 0 0,2 0 0 16,-3 0 0-16,1 0 0 0,-3 0 0 0,4 0 0 15,-3 0 0-15,-3 0 0 0,4 0 0 0,-2-1 0 16,0-2 0-16,-2 1 0 0,2 0 0 0,-2 2 0 16,-1-3 0-16,3 1 0 0,-2 0 0 0,3 2 0 15,-1-2 0-15,0 0 0 0,2 0 0 0,-2 0 0 16,1 1 0-16,-2-1 0 15,2 2 0-15,-2-3 0 0,0 3 0 0,0-1 0 16,0 1 0-16,0 0 0 0,1 0 0 0,-4 0 0 16,4 0 0-16,-3 0 0 0,1 0 0 0,0 0 0 15,-1 0 0-15,2 0 0 0,-2 0 0 16,0 0 0-16,0 0 0 0,-2-1 0 0,5 1 0 0,-2-3 0 16,-2 3 0-16,3-2 0 0,-3 2 0 0,0-1 0 15,4-1 0-15,-5-1 0 16,1 2 0-16,2 1 0 0,-1-3 0 0,-1 2 0 0,0-1 0 15,-1 2 0-15,3-1 0 0,-3-1 0 16,3 2 0-16,-3 0 0 0,1-3 0 0,2 3 0 16,-1 0 0-16,2 0 0 0,-2-1 0 0,3 1 0 15,-4 0 0-15,4 0 0 0,-3 0 0 0,1-2 0 16,0 2 0-16,0 0 0 0,0 0 0 0,-1 0 0 16,-1 0 0-16,0-2 0 0,-1 2 0 0,3 0 0 15,-1 0 0-15,-3 0 0 0,3-2 0 0,1 2 0 16,-2-1 0-16,1 1 0 0,2-2 0 15,-2 0 0-15,3-1 0 0,-2 2 0 16,2-1 0-16,-4-1 0 0,4 3 0 0,-2-3 0 16,2 2 0-16,-2-2 0 0,2 1 0 0,-1 1 0 15,0-1 0-15,-2-1 0 0,0 3 0 0,2 0 0 16,-2-1 0-16,2 1 0 0,0 0 0 0,0-2 0 16,0 2 0-16,2 0 0 0,0 0 0 0,0-2 0 15,-1 2 0-15,2 0 0 16,-1 0 0-16,-2 0 0 0,-1 0 0 0,4 0 0 0,-6 0 0 15,2 0 0-15,-1 0 0 0,-1 0 0 16,-2 0 0-16,3 0 0 0,-1 2 0 0,1 0 0 16,-1-1 0-16,0-1 0 0,1 3 0 0,3-3 0 15,-2 0 0-15,2 0 0 0,-3 0 0 0,2 0 0 16,0 0 0-16,-2 0 0 0,-3 0 0 0,5-3 0 16,-2 2 0-16,-2-1 0 0,0 2 0 0,0-2 0 15,0 1 0-15,3 1 0 0,-1-2 0 0,0 2 0 16,0-2 0-16,1-1 0 0,0 2 0 15,0-1 0-15,1 2 0 0,-3-1 0 16,0-2 0-16,3 2 0 16,-3-1 0-16,0 2 0 0,-1-3 0 0,1 3 0 15,-3 0 0-15,5 0 0 0,-3 0 0 0,0 0 0 0,-1 0 0 0,1 0 0 16,2 0 0-16,-3 0 0 0,1 0 0 0,-1 0 0 16,2 0 0-16,-1 0 0 0,1 0 0 0,-1 0 0 15,2 0 0-15,-1 0 0 0,0 0 0 0,-2 0 0 16,3 0 0-16,-4 0 0 0,5 0 0 0,-7 0 0 15,6 0 0-15,-3 0 0 16,1 0 0-16,-2 0 0 0,2 0 0 0,-1 0 0 16,1 0 0-16,-1 0 0 0,-1 0 0 0,-1 0 0 15,5 0 0-15,-4 0 0 0,0 0 0 16,3-1 0-16,-1-1 0 0,2 0 0 0,-1 0 0 0,1 1 0 16,0-2 0-16,-2 2 0 0,2-3 0 15,1 2 0-15,-4 0 0 0,4 0 0 0,-3 0 0 16,0 2 0-16,3 0 0 0,-3-2 0 15,-1 2 0-15,4 0 0 0,-1-3 0 0,-1 3 0 16,2-3 0-16,0 1 0 0,-1 0 0 0,0 1 0 16,2 0 0-16,-4-2 0 0,3 1 0 0,-2 1 0 15,-1 1 0-15,1-2 0 0,-1 2 0 0,0 0 0 16,-1 0 0-16,3 0 0 0,-1-2 0 0,-1 2 0 16,1 0 0-16,2-2 0 0,1 0 0 15,-2 0 0-15,2 0 0 0,0-1 0 0,0 0 0 0,1 1 0 16,-4-3 0-16,0 4 0 15,1-1 0-15,-2 0 0 0,-1-1 0 0,1 1 0 16,0 1 0-16,-1-1 0 0,1 0 0 0,-2 0 0 16,1 1 0-16,1-2 0 0,-2 3 0 0,3-1 0 15,-4-1 0-15,4 0 0 0,0 0 0 0,-3 0 0 16,2 0 0-16,-1 0 0 0,-3 0 0 16,0 0 0-16,1 2 0 0,-2-1 0 15,-1 1 0-15,0 0 0 0,1 0 0 0,0 0 0 0,2 0 0 0,-1 0 0 16,1 0 0-16,-1 0 0 0,0 0 0 0,1 0 0 15,0 0 0-15,-3 0 0 16,0-3 0-16,2 3 0 0,-5 0 0 0,1 0 0 16,-1 0 0-16,0-1 0 0,-2 1 0 0,0 0 0 15,0 0 0-15,0 0 0 0,0 0 0 0,0 0 0 16,0 0 0-16,0 0 0 0,0 0 0 0,0 0 0 16,0 0 0-16,0 0 0 0,0 0 0 0,0-2 0 15,0-3-182-15,-11 0 147 16,-8 2-6-16,-9 1-439 0,-10 2 225 0</inkml:trace>
  <inkml:trace contextRef="#ctx0" brushRef="#br0" timeOffset="-114540.06">22443 15495 603 0,'4'-2'0'0,"0"-2"0"0,-3 3 0 0,3-1 0 0,-2-2 0 0,0 3 0 0,-1-4 0 0,1 4 0 0,0-1 130 0,-2-3-48 0,0 3-25 0,0-1 39 16,0-1-4-16,0 0-21 0,0 1-9 0,0-3-4 15,0-1-26-15,-2 2 1 0,-3 0 0 0,-2 0 21 16,-4 0-21-16,-1 4-1 0,-3-1 2 0,0 2-2 16,-3 0 1-16,-3 0 8 0,-6 6 15 0,2 6 1 15,2 4-25-15,-4 2 72 0,3 5-36 0,1-1 9 16,3 3-44-16,1 0 81 16,3-4-41-16,5-1 0 0,4 2-32 0,2-3 25 15,3 0-1-15,2-1-32 0,0-2 19 0,0-1-19 16,7 0 8-16,8-4-8 0,0-1-51 0,2-2 25 15,2-2 0-15,2-1-85 16,-1-4 64-16,1-1 11 0,1 0 0 0,-2 0-133 0,0 0 74 0,-3 0 17 16,-6-1 25-16,-2-2-58 0,-2 1 34 15,0 1 2-15,-5-1 17 0,-1 2-9 0,-1 0 9 0,0 0 139 16,-1 12-65-16,-13 6-31 16,-1 1 1-16,-2 3 268 0,4-1-136 0,-4 5-52 15,8-7-41-15,0 2 152 0,0-1-89 0,6-2-44 16,3 2-14-16,0-3-4 0,0 0-1 0,7-2-26 15,9-2-32-15,3 0-1 0,-1-4 42 0,7 3-8 16,-4-7-168-16,0-2 83 0,2 0 43 0,-2-2-410 16,-1-1 210-16,1 0 68 0,-2 0 64 0,-2-1-446 15,0-3 245-15,-4-2 123 0,2-3-334 16,-2-1 233-16,1-1 111 0,-5-2 56 16</inkml:trace>
  <inkml:trace contextRef="#ctx0" brushRef="#br0" timeOffset="-114185.79">22668 15525 886 0,'-1'-9'0'0,"-3"1"0"0,2 2 0 0,0 1 0 0,2-1 0 0,0-1 0 0,0-1 277 15,0 4-122-15,11-5-62 0,5 5 168 0,2 3-106 16,3-3-65-16,4 4 0 0,-7 0-29 0,5 0 0 15,-3 4-28-15,-1 4-46 0,-4 7 19 0,0-5 0 16,-3 6 27-16,-5 0-73 0,-2 1 37 0,-3 0 8 16,0 0 27-16,-2 0-67 0,0-1 20 0,-11 0 22 15,-4-1 63-15,0-2-22 16,-2-2-56-16,-2 0 20 0,0-3 174 0,3-2-81 16,-1 0-41-16,6-4 86 0,-1 3-62 0,6-4-28 15,1-1 0-15,3 0 150 0,0 0-89 0,2 3-35 16,0-2-31-16,6-1 39 0,8 2-30 0,4-2-1 15,1 0 31-15,1 0-22 0,1 0-9 0,2 0-66 16,-3 0-68-16,2 0 51 0,1 0 27 0,-3 0-150 16,1 0 84-16,0-2 46 0,-3 2 3 0,0 0-723 15,-4 0 329-15,2 0 177 0</inkml:trace>
  <inkml:trace contextRef="#ctx0" brushRef="#br0" timeOffset="-111571.84">19519 14676 1081 0,'0'0'0'0,"-2"0"0"0,0 0 0 0,0 0 0 0,2 0 0 0,0 0 0 0,0 0 0 0,0 0 158 0,0 0-54 16,0 0-40-16,8 0 236 0,8 0-133 0,7 0-68 16,1 0-33-16,1 0 166 0,7 0-104 0,-2 0-48 15,0 0-23-15,2-1 12 0,-2-1 0 0,-5-1-28 16,4 2-121-16,-6 1 56 0,-1-3 29 0,1 2 0 15,-6 1-113-15,-2-2 79 0,-4 0 27 0,-2 2-419 16,-1 0 213-16,-6-2 53 0,0 2 71 0,-2 0-398 16,0 0 229-16,-2 0 110 0,-10 4 56 15</inkml:trace>
  <inkml:trace contextRef="#ctx0" brushRef="#br0" timeOffset="-111241.58">19636 14812 1360 0,'-16'3'0'0,"7"-2"0"0,3 2 0 16,2-3 0-16,2 1 0 0,2-1 0 0,0 0 0 0,0 0 0 0,6 0 177 0,9-1-73 0,2-4 73 0,0 1-63 0,2 0-46 16,-1 2 1-16,1 2 41 15,0 0-39-15,-2 0 0 0,-4 3-30 0,0 6-96 16,-4 3 44-16,0 3 22 0,-6 0 0 0,-3 3-167 16,0 0 103-16,0 4 39 0,-14-1 23 0,-2 0-170 15,-3-2 87-15,-2-3-1 0,1-2-10 0,-7-3 35 16,6-3-8-16,0-5 73 0,-2-1-15 0,6-2-29 15,2 0-10-15,1 0 286 0,5 0-115 0,4 0-68 16,1 0-6-16,2 0 310 0,2 0-152 0,0-2-95 16,0 0 27-16,9 1-58 0,6-1-28 15,4 2-1-15,2 0 41 0,1 0-38 16,-1 0-1-16,7 0-60 0,-3 0 29 0,-1 2 1 16,-4 1 8-16,9 1-205 0,-10 0 99 0,1-1 48 15,-1 1 25-15,-2 0-486 0,0-2 195 0,-4 0 136 16,-4-2-460-16,1 0 287 0,-3 0 144 0,-1 0 71 15</inkml:trace>
  <inkml:trace contextRef="#ctx0" brushRef="#br0" timeOffset="-110791.75">19733 14220 659 0,'-8'-20'0'0,"2"4"0"0,3 1 0 0,1-2 0 0,0 1 0 0,-2-2 98 15,3-2-32-15,-1 1 7 0,0 4-40 0,0-1 23 16,-2 6-23-16,0 1 0 0,-2 1-1 0,-1 2-16 16,-6 5 17-16,0 1 0 0,-4 0-23 0,-4 2 1 15,-3 14 22-15,1 0 8 0,-1 7 64 0,0 4-37 16,1-1 1-16,5 1 55 0,2-4-46 0,9-2-14 15,1 0-9-15,6-4 15 0,0-2 0 0,2 0-37 16,13-3 0-16,4-5-17 0,6-2-8 0,-2-2 25 16,4-2-84-16,-1-1 43 0,-1 0 20 15,-7 0-139-15,3 0 73 0,-4 0 22 16,-6 0 25-16,-2 0-106 0,-2 0 43 0,-6 0 12 16,1 0 25-16,-2 0 66 0,-3 10-24 0,-9 0 0 15,-3 5-42-15,-2 1 143 0,2 1-59 0,-2 0-25 16,2 0 274-16,2 0-125 0,4-2-77 0,3-4 109 15,3 1-92-15,3 3-41 0,0-7-21 0,1 4-47 16,8-5 0-16,8 0 35 0,0-1-8 0,4-2-163 16,1-2 81-16,1-2 41 0,0 0 0 0,1 0-323 15,-4 0 169-15,3-2 49 16,-4 0-177-16,-2-2 102 0,0 0 78 0,-1 3 30 16</inkml:trace>
  <inkml:trace contextRef="#ctx0" brushRef="#br0" timeOffset="-110218.77">20273 14522 835 0,'-7'-11'0'0,"2"1"0"0,-1-1 0 0,1-2 0 0,-4 2 0 0,2-3 0 0,0 3 201 0,1 2-76 0,-2-1-50 15,1 3-21-15,-2 4 38 0,2 1-30 0,-5 0 0 16,1 2-21-16,-3 6-47 0,0 12 38 0,0 5 1 16,-1 1 52-16,3 4-26 15,0 4 8-15,3 0 8 0,1 1-21 0,5-3-1 16,0-1-20-16,3-1 97 0,0-8-41 0,3 3-32 16,8-2 0-16,1-4-35 0,4-3 11 0,0-3-1 15,3-4 9-15,1-4-127 0,0-3 60 0,-1 0 29 16,-1 0-205-16,1-7 104 0,-2-7 66 0,-2 0-113 15,-1-3 75-15,-5-1 5 0,0 0 30 0,-4 1-99 16,-1 5 36-16,1-2 36 0,-4 4 1 0,-1 5 128 16,0 2-50-16,0 0-24 15,0 3-9-15,0 0 199 0,-3 8-87 0,-4 10-58 16,2-1 135-16,3 1-70 0,0 6-18 0,2-4 5 16,0-1-8-16,2 0-26 0,9-2 12 0,3-4-67 15,2-3 9-15,3-3 22 0,2-5 1 0,-1-2-96 16,1 0 48-16,0-2 24 0,-3-9-174 0,0-3 88 15,-4-2 31-15,0-2 26 0,-5 0-73 0,-4-2 42 16,-1 1 1-16,-2-3 62 0,-2-3-10 16,0 2-21-16,0-3-13 0,-6 1 43 0,-3 3-10 15,-3-2-20-15,0 7 3 0,-1-3 67 16,-4 8-23-16,2 2 1 0,-2 4-10 0,0 5 18 16,-2 1-8-16,5 0 0 0,-2 0-51 0,3 7 28 15,3 1 6-15,1 5-116 0,6-5 51 0,1 3 26 16,2-2-7-16,0 3-92 0,2-3 52 0,7-2 31 15,8 0 0-15,5-1-331 0,1-2 171 0,1-4 77 16</inkml:trace>
  <inkml:trace contextRef="#ctx0" brushRef="#br0" timeOffset="-109933.52">20719 14468 794 0,'0'0'0'0,"0"0"0"0,0 0 0 0,-5 0 0 0,-7 1 0 0,-1 7 0 0,-1-1 268 0,2 3-118 0,2 1-58 0,0 0 168 16,5 3-117-16,1-3-55 0,4 1-28 0,0 1 36 16,0 0-31-16,4 0 7 15,8-1-72-15,1-2 33 0,-1 0-1 0,4 0 1 16,-3 0-66-16,0-2 40 0,-4 1-7 0,0 0-39 16,-3-2 36-16,-1 2 0 0,-2 0 35 0,-1 0 15 15,-2 3-45-15,0-3 19 0,-7 3-36 0,-7-1 68 16,-1-1-16-16,-4 4-21 0,-2 0-6 15,1-2 31-15,1-3-13 0,0 0-9 0,1 1-153 0,0-4 79 16,8-4 33-16,-1 0 1 0,2-2-293 0,6 0 153 16,3-2 58-16,0-12-322 15,7-2 200-15,10-5 96 0,2-4 48 0</inkml:trace>
  <inkml:trace contextRef="#ctx0" brushRef="#br0" timeOffset="-109684.18">20999 14200 1559 0,'3'-10'0'0,"1"0"0"0,-2 4 0 0,0 3 0 0,0 1 0 0,-2 1 0 0,0 1 0 0,0 0 0 0,0 6 0 0,0 17 177 0,-6 4-73 16,-3 4-27-16,-1 11 180 0,1 0-113 0,0-2-55 16,1 2-29-16,0 0 65 0,5-8-38 0,1 6-31 15,2-3-45-15,0 0 1 0,0-4 21 0,0-2-1 16,3-8-55-16,7 6 24 0,0-11-1 0,0 2-207 15,1-6 120-15,-1-2 45 0,0-5 42 16,0-3-413-16,-1-2 197 0,0-2 57 16,0 0 63-16,-1-2-252 0,-2-6 150 0,-1-7 87 15,-3 1-228-15,0-3 153 0</inkml:trace>
  <inkml:trace contextRef="#ctx0" brushRef="#br0" timeOffset="-109491.68">20771 14366 1046 0,'-18'0'0'0,"2"0"0"0,7 0 0 0,4 0 0 0,-1 0 0 0,3 0 0 0,1 0 0 0,2 0 477 15,0 2-222-15,2 0-112 0,16 1-54 0,6-3 227 16,6 3-133-16,4-3-79 0,9 0-36 0,-1 0 64 16,-8 0-49-16,5 0-26 0,-4 0-193 0,-1 0 81 15,-4 1 43-15,-3 3-189 0,-5 2 117 0,-1 4 58 16,-2-1 38-16,-6 0-664 0,-2 2 323 0</inkml:trace>
  <inkml:trace contextRef="#ctx0" brushRef="#br0" timeOffset="-107368.4">21571 14342 750 0,'3'-2'0'0,"1"-2"0"0,-1 0 0 0,1-3 0 0,-1 1 0 0,1-2 0 0,2-1 0 0,-3 0 0 0,2-2 90 0,-2 2-29 0,1-3 0 0,0 3 13 15,-2 0-7-15,-1-1-34 0,1 3-30 0,0-1 30 16,-2 1-1-16,0-2 9 0,0 4-31 0,0 2 23 16,0-1 0-16,0 0-14 0,-7 2 14 0,-4 2 8 15,-3 0-8-15,-7 0-43 0,-1 16 21 0,-4 2-18 16,-4 8 35-16,3 0-38 0,-6 9-5 0,3-1 30 15,7-8 6-15,3 0-42 0,4-9 38 0,7-4 0 16,2 0 46-16,0-4-23 16,7-2-1-16,0-1-59 0,2-2 37 0,10-1 5 15,4-3-5-15,4 0-48 0,1 0 23 0,-1 0 2 16,1 0 22-16,-2 0-84 0,-3-3 38 0,-5 1 15 16,-1 2 1-16,-3-2-16 0,-3 2 1 0,-2 0 15 15,0 0 43-15,-2 0-8 0,-4 10-25 0,-10 5 175 16,-2 4-82-16,-2 3-37 0,-1 1-23 15,-2 1 76-15,2 0-45 0,0-1-6 0,5 0-1 0,4-4 82 16,1-1-55-16,3-3-24 0,2 1 0 16,4-7 8-16,0 6-31 0,2-4 8 15,9-2-81-15,5 0 37 0,2-1-1 0,3-4 37 16,0 0-133-16,1-3 67 0,1-1 14 0,-2 0-70 16,-3 0 34-16,-1 0 33 0,-2 0-1 0,-4 0-232 15,0-1 98-15,-3-2 67 0,2 2 1 0,-5-3-237 16,2 2 147-16,1 1 65 0,-1-4-270 0</inkml:trace>
  <inkml:trace contextRef="#ctx0" brushRef="#br0" timeOffset="-107048.03">21919 14414 787 0,'2'-20'0'0,"-2"7"0"0,0 0 0 0,-4 0 0 0,-9 0 0 0,-2 3 0 0,-2 3 117 0,-3 1-42 0,1 5-22 15,-6 1 1-15,2 0 128 0,3 7-66 0,-6 10-46 16,3 0 59-16,5 0-48 16,2 0-24-16,4 0 55 0,2-1-32 0,4-1-7 15,4 2-40-15,2-2 44 0,0 1-22 0,0-4 0 16,8 3-14-16,7-1-16 0,0-1 8 0,2 0 0 16,1-3 0-16,1 3-51 0,0-2 34 0,-2 3-8 15,-2-4-96-15,-2 2 60 16,-4 1 16-16,-2 0 0 0,-6 0-78 0,-1 3 48 0,0-2 6 0,-1 1 25 15,-11-2-3-15,-3 2 10 0,-2-3-22 0,-1-2 58 16,-2 0 0-16,1-3-38 16,3 2 0-16,-1-6-23 0,6 1 7 0,-3-3 37 15,7-1-16-15,-1 0-262 0,7 0 123 0,1 0-318 16,0-8 205-16,5-6 114 0</inkml:trace>
  <inkml:trace contextRef="#ctx0" brushRef="#br0" timeOffset="-106661.98">21951 14515 1284 0,'7'-2'0'0,"1"2"0"0,-3 0 0 0,-3 0 0 0,1 0 0 0,-3 0 0 0,0 0 0 0,0 0 0 0,0 0 410 15,0 0-188-15,0 0-95 0,0 0-47 0,0 0 63 16,0 0-60-16,0 0-25 0,0 5 0 0,0 7-25 16,0-1 0-16,0 1-298 0,0 4 146 0,0-5 75 15,0-1 39-15,0 0-439 0,0-3 232 0,0-1 45 16,0-3 81-16,0-1-205 0,0 0 129 0,0-2 65 15,0 0 46-15,2 0 11 0,-2 0 7 16,0 0 0-16,0 0 93 0,0-2-47 16,0 0-23-16,0 0 233 0,0 1-123 0,0-1-67 15,0-1-33-15,0 3 331 0,0 0-160 0,0 0-22 16,0 0-63-16,0 0 84 0,0 0-68 0,0 0-35 16,0 0-14-16,-2 0-12 0,2 0-8 0,-3 0 8 15,3 0-9-15,-2 0 1 0,2 0 0 0,-3 0 31 16,1 0-32-16,-2 0 1 0,0 0 0 15,3 0-3-15,-3 0 3 0,0 0 8 0,1 0-8 0,1 0-99 16,-1 0 49-16,1 0 15 16,2 0-279-16,-2 0 140 0,2 0 73 0,0 0-183 15,0 0 119-15,0 0 35 0,0-1 39 0,0-1-310 16,4 1 171-16,1-3 83 0,-2 1 40 0,1-2-179 16</inkml:trace>
  <inkml:trace contextRef="#ctx0" brushRef="#br0" timeOffset="-105437.39">21917 14397 663 0,'0'1'0'0,"2"-1"0"0,-2 0 0 0,0 0 0 0,0 0 0 0,0 0 0 0,0 0 0 0,0 0 0 0,0 0 94 0,0 0-31 0,0 0 0 15,0 0 22-15,0 0-17 0,0 0-9 16,0 0-26-16,0 0 51 0,-2-1-26 0,1-2 4 16,-1 2 8-16,-3-1-37 0,3 0 0 0,1 2 2 15,-1-2-2-15,0 2-1 0,0-1 9 0,-2 1-6 16,3-3-3-16,-1 3 1 0,0-2 0 0,-2 2 1 16,3-2 7-16,-3 0-9 0,-1 2 1 0,2-1-19 15,-1-2 19-15,0 2-1 0,-1-1-29 0,1 0 28 16,1 0-3-16,-2 1 3 0,0-1-38 0,1-1 35 15,-1 2 3-15,-1-1-30 0,2 2 23 0,-2-2 2 16,1 2-5-16,-3 0 1 16,1 0 7-16,0 0-5 0,-2 0-2 0,4 0-18 15,-2 0 18-15,1 0 1 0,1 2 28 0,0 0-28 16,0-1 0-16,1 2 0 0,2-3 29 0,-1 2-28 16,1-2 7-16,2 1-31 0,-2 1 0 0,0-2 23 15,0 2 1-15,-1 0-34 0,1-1 4 0,-1 2 28 16,-1-2-2-16,3 3-32 0,-3-2 27 0,0 2 4 15,1-2-7-15,1 3 11 16,-2-1-16-16,1-1 8 0,1 4 27 0,-3 0 2 16,2 0-29-16,1 2 29 0,0 0 1 0,0-1-27 15,0 2 7-15,1 0-18 0,-1 1 14 0,0 0 6 16,0 0-4-16,2 1-4 0,-2-1 5 0,2 1 4 16,0 0-18-16,0 2 10 0,0-3 2 0,0 2-5 15,0-2 30-15,0 0-23 0,0 1-3 0,0-1 10 16,0 0-10-16,2 1 2 0,2-1-1 15,-1-1-14-15,1 1 14 0,1 0 1 16,2 0-1-16,-4-3-33 0,1 3-1 0,2-1 35 16,-1-2-38-16,0 1 29 0,-1-3 4 0,3 0-10 15,-2 0-33-15,-1-1 18 0,1-3-4 0,-1 2-19 16,1-1 0-16,2-3 29 0,0 0 6 0,0 0-28 16,0 0 25-16,4 0-6 0,-2-4 5 0,0-6-11 15,-2 1 10-15,3 0-4 0,-3-3-32 0,2-1-3 16,0 0 36-16,-2-1-3 0,0 2-56 15,0-2 21-15,2 1 2 0,-2-2-13 0,0 0 0 16,1 2 29-16,0-2 7 0,-3 0-39 16,3 2 35-16,-3 0-11 0,-1 0 9 0,1-1 30 15,0 5-1-15,-2-1-35 0,-1 1 62 0,2 0-24 16,-2 3 1-16,-1 1-20 0,1-1 34 0,-2 2-16 16,0 2 3-16,0 1 71 0,0-2-42 0,0 1-13 15,0 2 1-15,0 0 55 0,0 0-38 0,0 0-8 16,0 0 1-16,0 0-59 0,0 0 37 0,0 0 16 15,-2 8-62-15,-1 2 24 16,-1-2 0-16,1 4 21 0,-1-1 13 0,-1 3-16 16,2 0 1-16,-1 0 30 0,2 1 0 0,0 0-38 15,1 0 6-15,1-1 51 0,0 4-25 0,0-3 4 16,0 0-25-16,0-2 16 0,5-2 4 0,2 0-14 16,3-1-39-16,1-3 4 0,0 1 35 0,5-5 2 15,-2 2-54-15,0-5 20 0,1 0 1 16,0 0-11-16,0 0 0 0,-2 0 20 0,2-6-7 0,-3-4-65 15,0-1 29-15,-1-1 20 0,-1 0 1 16,0-4-83-16,-1 0 37 0,-1 1 28 16,-1-3-47-16,-3 1 33 0,1-3 7 0,-3 1-17 15,0-1-13-15,0-1 45 0,-2 0-10 0,0 1 29 16,0-3-21-16,-2 4 1 0,-7 3-9 0,0 1 34 16,-3 2 0-16,-1 3-26 0,-1 4 7 0,-2 2 89 15,-3 3-45-15,1 1 59 0,-3 0-42 16,2 3-24-16,-1 9 13 15,0 1-60-15,3 2 5 0,4 0 25 0,1-2 12 16,3 3-115-16,2-3 53 0,3 0 24 16,4-2-384-16,0 2 195 0,0-2 95 0,0-1 46 0,2-1 24 0,4-4-456 15,4 3 232-15</inkml:trace>
  <inkml:trace contextRef="#ctx0" brushRef="#br0" timeOffset="-104978.29">21856 14339 183 0,'0'-5'0'15,"0"2"0"-15,0 1 0 0,0-2 0 0,0 0 0 0,0 2 169 0,0-1-68 0,-4 1-34 16,-3-2 0-16,4 2 88 0,-1-1-65 0,1 2 22 16,-1-1-39-16,0 1 0 0,-1-2-40 0,0 3-4 15,0 0 4-15,1 0 0 0,-1 0-1 0,-3 0 12 16,3 0-11-16,-3 0 7 0,-1 0-7 16,-1 0 26-16,0 3-1 0,1 1-25 0,0 2 21 0,-1 1 8 15,1 1-29-15,0 5 0 0,0-4 33 0,-1 3-33 16,3 0 0-16,1 2-22 0,-1-2-8 15,0 4 30-15,2-4 14 0,1 3-15 16,1 2 1-16,-1-2 8 0,2 2 34 16,2-2-21-16,-2 4-1 0,2-4-20 0,0 2 0 0,0 0 39 15,0-3-8-15,2 3-3 0,4-5 0 16,3 1-28-16,1-3 0 0,3-1-36 0,1-2 13 16,3-1 1-16,1-2 22 0,-2-4-116 0,1 0 58 15,0 0 30-15,0 0-7 0,-2 0-269 0,0 0 138 16,-2-4 48-16,1-2 42 0,-3 3-446 0,1-3 232 15,4 0-129-15,-3 2 176 0</inkml:trace>
  <inkml:trace contextRef="#ctx0" brushRef="#br0" timeOffset="-104590.04">22541 14357 906 0,'0'-17'0'0,"-2"6"0"0,-2 0 0 0,1-2 0 0,-4 3 0 0,2 1 0 0,-2 0 0 0,-1 5 0 0,-2 0 122 0,-3 0-49 0,1 4 0 0,-6 0 20 16,-1 3-30-16,-3 11-1 0,1 2-21 0,-3 4 44 15,4 2-27-15,-1 1 1 0,3 0 118 0,8-8-72 16,0 6-28-16,4-3-9 0,4-2 9 0,2 1-22 15,0-1 0-15,5-4 35 16,8 2-21-16,4 1-7 0,3-2-30 0,1-3 26 16,4 2-25-16,-9 0 0 0,5-2 7 0,0 3-62 15,-5-2 28-15,0-1-1 0,-4 3-55 0,-1-1 41 16,-4-3 29-16,-2 1-24 0,-3 0-15 0,-2-2 5 16,0 0 0-16,0-1-10 0,-12-1 2 0,-1 0 7 15,-4-5 20-15,-1 4 26 0,-1-5 0 16,-1 0-31-16,1 0 5 0,1 0-185 0,2 0 88 15,5-2 43-15,1-10-390 0,6 0 199 16,4-5 95-16,0-4 60 0,8 2-389 0,11-3 221 16</inkml:trace>
  <inkml:trace contextRef="#ctx0" brushRef="#br0" timeOffset="-104406.49">22616 14344 1049 0,'6'0'0'0,"-1"0"0"0,3 1 0 0,-3 2 0 0,2-3 0 0,3 2 0 0,0-2 0 0,2 0 473 0,7 0-221 0,1 1-109 0,1-1-47 16,6 0 231-16,-1 0-147 0,-1 0-74 16,1 0-115-16,-1 0 20 0,-3 0 9 0,1 0-358 15,-1 0 186-15,0 0 92 0,-3 0 47 0,-1 0-236 16,-7 0 138-16,1 0 71 0,-2 0-72 16</inkml:trace>
  <inkml:trace contextRef="#ctx0" brushRef="#br0" timeOffset="-104212.98">22948 14071 1180 0,'-5'-5'0'0,"-1"3"0"0,3 2 0 0,-1 0 0 0,-1 6 0 0,0 13 0 0,-1 5 151 16,-3 8-63-16,-1 10 394 0,-1 4-224 0,0 3-113 16,-4 3-56-16,4 3 277 0,-1-1-171 15,5 0-81-15,3-5 12 0,4-2-46 0,0-11-24 16,4-2 9-16,13-6-202 15,1-5 86-15,5-5 41 0,2-6 22 0,1-6-402 16,4-5 219-16,0-1 98 0,0-1-740 0,-1-11 354 16</inkml:trace>
  <inkml:trace contextRef="#ctx0" brushRef="#br0" timeOffset="-103425.56">25446 14952 382 0,'0'0'0'0,"0"0"0"0,-2-1 0 16,-1-2 0-16,0 3 0 0,2 0 0 0,-1 0 65 0,2 0-24 0,-2 0-8 0,2 0 30 0,0 0-30 0,0 0 0 15,0 0 0-15,0 0-12 0,0 0 12 0,0 0-1 16,0 0 1-16,0 0-31 0,0 0 31 15,0 0 8-15,0 0-80 0,0 0 35 16,-1 0 0-16,-6 0 23 0,2 3-75 0,-1 5 38 16,-1 2 8-16,3-2-87 0,-1 1 43 0,1-2 29 15,1 1 2-15,3-2-167 0,0-1 76 0,0 1 49 16,0-4-1-16</inkml:trace>
  <inkml:trace contextRef="#ctx0" brushRef="#br0" timeOffset="-102503.59">25384 15027 107 0,'-3'0'0'0,"1"0"0"0,-2 0 0 0,2 0 0 0,0 0 0 0,1 0 0 0,-1 0 51 0,0 0-32 0,-2 0-1 15,2 0 62-15,0 0-18 0,0 0-8 0,0 0 17 16,0 0 0-16,2 0-39 0,-2 0 1 16,2 0 30-16,0 0-7 0,-1 0-24 0,1 0 1 0,0 0 61 15,0 0-31-15,0 0 8 0,0 0 55 0,0 0-47 16,0 0-22-16,0 0-1 15,0 0 75-15,0 0-41 0,0 0-33 0,0 0 66 16,0 0-45-16,0 0-23 0,0 0 0 0,0 0 28 16,0 0-29-16,1 0 0 0,3 0-21 0,2 0 72 15,0 0-27-15,-2 0-9 0,1 0 44 0,-1 0-40 16,1 2 0-16,0 0-40 0,2-2 68 0,-1 2-38 16,-1-1 0-16,2 3 34 0,0-2-32 0,4 0 1 15,-5 2-25-15,4-2 18 0,2 0 0 0,-1 0-27 16,1 0 1-16,2-1 10 0,-1-1-2 15,2 0-8-15,2 0 40 0,-2 0-41 16,2 0 1-16,0 0 0 0,-3 0 32 0,6 0-32 16,-5 0 0-16,2 0 32 0,0 0-33 0,-2 0 1 15,2 0 149-15,-4 0-182 0,4 0 0 0,-1 3 0 16,0 0 0-16,-3 1 0 0,6-1 0 0,-5 0 0 16,2 1 0-16,-3-1 0 0,2 0 0 0,0-2 0 15,2 3 0-15,-1-3 0 0,2 3 0 0,0-2 0 16,3 2 0-16,0-2 0 15,0 1 0-15,6-1 0 0,-2 2 0 0,-1-3 0 16,1 1 0-16,1-2 0 0,-4 0 0 0,8 2 0 16,-3-2 0-16,-1 0 0 0,1 0 0 0,1 0 0 15,-7 0 0-15,10 3 0 0,-5-3 0 0,1 0 0 16,-1 0 0-16,1 3 0 0,-5-1 0 0,4 0 0 16,-2-2 0-16,3 2 0 0,-3-2 0 0,3 0 0 15,-6 0 0-15,4 0 0 0,-1 0 0 0,3 0 0 16,-5 0 0-16,1 0 0 15,2 0 0-15,-3 0 0 0,0 0 0 0,1 0 0 16,0 0 0-16,0 0 0 0,0 0 0 0,2 0 0 16,-2 0 0-16,-1 0 0 0,1 0 0 0,-1 0 0 15,0-2 0-15,0 2 0 0,-2 0 0 0,3-2 0 16,-2 2 0-16,2 0 0 0,-2 0 0 0,6 0 0 16,-1 0 0-16,-1 0 0 0,0 0 0 0,-2 0 0 15,7 0 0-15,-3 0 0 0,-3 0 0 16,3-2 0-16,-1 2 0 0,-4-3 0 0,4 3 0 15,-5 0 0-15,4 0 0 0,-4-3 0 16,3 3 0-16,-2 0 0 0,-2 0 0 0,3 0 0 16,-2 0 0-16,2 0 0 0,-2 0 0 0,1 0 0 15,4 0 0-15,1 0 0 0,-4 3 0 0,3-3 0 16,1 3 0-16,-4-1 0 0,3 0 0 0,-6 0 0 16,5 0 0-16,-5 0 0 0,2 2 0 0,-4-3 0 15,1 2 0-15,-2-2 0 0,-1 1 0 0,1 0 0 16,-1 0 0-16,0-1 0 0,-3 2 0 15,4-1 0-15,-4-1 0 0,4-1 0 16,-4 3 0-16,-1-3 0 0,3 0 0 0,-3 0 0 16,-2 0 0-16,0 0 0 0,1 0 0 0,-2 0 0 15,-2 0 0-15,0 0 0 0,-1 0 0 0,-3 0 0 16,1 0 0-16,-3-3 0 0,3 0 0 16,-4-3-191-16,0 1 91 0,0-3 39 15,0 0-221-15,-10 0-242 0,-2 2 249 0,-2-2 121 0,0-2-821 16</inkml:trace>
  <inkml:trace contextRef="#ctx0" brushRef="#br0" timeOffset="-101645.86">28950 15113 643 0,'-8'-12'0'0,"3"2"0"0,-1 5 0 0,3 0 0 0,0-5 0 0,-4 2 0 0,2-1 0 0,-1-1 57 0,-3-1 0 0,-1 2-24 0,2-1 106 16,-4 1-44-16,0-1-36 0,6 4 1 0,-8 1 27 16,3 1-27-16,-1 3-1 0,-5 1 75 0,4 1-55 15,-7 14-23-15,-1 6 0 0,3 3 77 0,-1 7-50 16,-1 0-17-16,2 9-8 15,7-8 111-15,0 6-68 0,3-1-34 16,5 1 57-16,3-5-38 0,0-1-30 0,0-6-1 0,9 0-62 16,7-6 0-16,0-7 40 0,5-3-36 0,4-5 14 15,-2-5 0-15,4 0 22 0,-2-8-126 0,4-12 63 16,-2-5 38-16,3-6-9 0,-4-5-188 0,-3-3 98 16,1-3 19-16,-1-5-156 0,-2-3 82 15,-2-11 44-15,-3 2 35 0,-1-3-133 16,0-5 84-16,-4-6 41 0,-1 9 14 0,4-11-49 15,-9 22 39-15,0 5 0 0,-3 14 0 0,-2 10 39 16,0 6-9-16,0 3 239 0,-4 10-115 0,-7 5-58 16,-5 4-29-16,2 18 272 0,-7 14-141 0,-2 7-36 15,0 17-48-15,-2 2 296 0,4 6-153 16,8-7-69-16,-4 21 39 0,7-12-62 0,5-3-30 0,5-4-1 16,0-11 53-16,0 5-34 15,4-6-28-15,10-6-68 0,2-12 23 0,3 2 1 0,8-13 22 16,2-5-137-16,1-9 65 0,2-8 36 15,1 0 1-15,-1-8-268 0,7-14 142 0,-13-3 33 16,13-14-33-16,-5-2-78 0,2-16 88 0,-5 1 43 16,0-8-76-16,-1-7 52 0,2-14 38 0,-2 3 0 15,-4-3-142-15,-3 11 85 0,-3-1 44 0,-3 18-14 16,-4 0 32-16,-7 8 0 0,-3 15 24 0,-3 8 236 16,0 4-118-16,0 11-67 15,-11 5 352-15,-5 6-180 0,0 2-103 0,2 19-8 0,-7 12 111 16,8 0-27-16,-4 16-69 0,4 0 173 15,1 15-117-15,6-4-59 0,2 4-29 0,4-8 163 16,0 7-100-16,0-6-47 0,10 0-22 0,4-2-116 16,0-5 47-16,0-8 30 0,4 7-359 0,-1-7 188 15,0-9 93-15,0-1 46 0,1-4-628 0,-3-6 276 16,3 2 174-16,-6-6-178 0,1-2 170 0,-2-5 84 16,-8-5 42-16,-1-6-332 15</inkml:trace>
  <inkml:trace contextRef="#ctx0" brushRef="#br0" timeOffset="-101472.33">29010 14900 1615 0,'-35'-23'0'0,"10"7"0"0,15 7 0 0,5 4 0 0,5-1 0 0,2 1 0 0,21 3 0 0,23 2 0 0,3 0 403 0,19 0-190 15,-3 0-89-15,8 0 61 0,3 0-77 0,2 0-37 0,-13 0 8 16,19 0-154-16,-9 0 54 0,-7 0 27 15,-3 0 0-15,-14 0-475 0,7 4 259 0,-8 6 118 16,-5-2-779-16</inkml:trace>
  <inkml:trace contextRef="#ctx0" brushRef="#br0" timeOffset="-100678.85">23099 14419 879 0,'0'0'0'0,"-4"0"0"0,4 3 0 0,0 0 0 0,0 0 0 0,0 0 0 0,0 0 0 0,2-1 338 0,5 2-157 0,7-1-74 16,0 1 289-16,9 1-181 0,2-1-91 0,3 0-38 16,4 0 98-16,3 0-75 15,6-3-38-15,0-1 86 0,3 0-62 0,-7 0-23 16,13 0-8-16,-7 0-71 0,-1-5 39 0,-5-1 1 15,-2-2 0-15,-8 3-120 0,1 0 56 0,-10-1 32 16,-2 3-167-16,-6-2 100 0,-2 4 49 0,-6-2-14 16,0 2-116-16,-2 1 34 0,0 0 53 0,0 0-345 15,-6 0 178-15,-7 0 102 0,-8 0 45 0</inkml:trace>
  <inkml:trace contextRef="#ctx0" brushRef="#br0" timeOffset="-99253.77">24391 14158 725 0,'0'-13'0'16,"0"4"0"-16,0 1 0 0,0-2 0 0,0 1 0 0,-2-2 0 0,-2-3 0 0,3 3 0 0,-1-2 117 0,2 0-41 0,0 0-22 0,0 1 23 0,-2-2-45 15,2 4 1-15,-2-1 0 16,-1 1-29-16,-2 3 0 0,-1 0 37 0,1 1-24 15,-6 4 16-15,-3 0 0 0,0 2-1 0,-7 0-37 16,-4 13 46-16,1 4-8 0,-5 4-27 0,-3 7 60 16,2-2-48-16,7-1 14 0,2 5 42 0,2-4-23 15,4-1 5-15,8-5-3 0,0 1-21 0,5-2 9 16,2-3-8-16,0-1-24 0,2 0 1 0,10-1 22 16,-4-1 1-16,7-2-65 15,-6 2 27-15,2-2-1 0,-1 1 24 0,-3-1-84 16,1-1 32-16,-5 1 30 0,-1 2-37 0,0-2 25 15,-2 4-18-15,0 1 66 0,-6 0 31 0,-6 0-27 16,2 0-6-16,-1 2 102 0,0 0-56 0,1-3-30 16,2 0-7-16,1-1 43 0,2 0-19 0,3-5-1 15,2 2-7-15,0 0 1 0,0-2-24 0,0-2 9 16,7 0-99-16,1-1 45 0,7 0 23 16,-2-1-272-16,4-3 134 0,1 0 76 0,5-2 14 15,2 0-480-15,-2 0 232 0,4 0 126 16,-1 0 64-16,2-6-151 0</inkml:trace>
  <inkml:trace contextRef="#ctx0" brushRef="#br0" timeOffset="-98962.54">24668 14257 215 0,'0'-27'0'0,"0"8"0"16,-1-1 0-16,-8 6 0 0,-5-2 219 0,-2 6-93 0,-2 0-39 0,-3 6 158 0,0 3-107 15,-6 1-52-15,0 0-27 16,-1 12 114-16,2 5-62 0,-2 2-43 0,4-1 80 15,5 1-58-15,5-4-28 0,3 2-1 0,7-2 62 16,3 1-49-16,1-3 0 16,1-2-55-16,12 0 14 0,8 1-1 0,0-7 9 0,8 3-74 0,-1-1 33 15,0-3 0-15,-1 1 33 0,-2 0-96 0,-4 0 57 16,0 1 15-16,-5 1-137 0,-2 1 72 0,-7 2 35 16,-3 1-5-16,-2 2-69 0,-2 0 43 15,0 1 8-15,-11 0 0 0,-5 1 55 16,-2-2-44-16,-5 2 3 0,1-2-9 0,1-3-4 15,2-3 23-15,-2 0-198 0,5-1 86 0,1-5 50 16,6-1 24-16,1 0-237 0,4 0 131 0,4-1 65 16</inkml:trace>
  <inkml:trace contextRef="#ctx0" brushRef="#br0" timeOffset="-98794.27">24722 14316 459 0,'11'-5'0'0,"2"4"0"0,0 1 0 0,-4 0 0 0,-2 6 0 0,0 4 398 0,-4 4-183 0,1 1-91 15,-2 0-45-15,0 2 286 0,-2 0-158 0,0 0-91 16,0 0 21-16,0-3-52 0,0 2-26 0,0-3-1 16,0-5-157-16,-2-1 62 0,2 0 34 0,-2-5-359 15,2 0 197-15,0-2 99 0,-2 0 58 0,0 0-492 16,2-2 244-16,0-12 61 0</inkml:trace>
  <inkml:trace contextRef="#ctx0" brushRef="#br0" timeOffset="-98267.29">24832 13963 1286 0,'8'-13'0'0,"-1"7"0"0,3 4 0 0,3 2 0 0,-2 0 0 0,0 0 0 0,1 9 0 0,1 6 219 15,-1 6-93-15,2 0 110 0,-7 1-93 0,5 11-60 16,-4-1-25-16,-5 1 184 0,0 4-105 0,0 6-52 16,-3-7-18-16,0 10 3 15,0-13-38-15,0 4 1 0,-4-6 0 0,0-8-111 16,3-3 51-16,1-9 31 0,-2 0-141 0,2-4 85 15,0-4 43-15,0-3-76 0,0 0 9 0,2-2 42 16,3-7 21-16,6-6-56 0,1 0 28 0,1-2-18 16,1-4-3-16,0 4 69 0,5-3-32 0,-5 1-10 15,0 4 9-15,1 0 36 0,-3 4-20 0,-1 7-11 16,-2 0 90-16,0 4-42 0,-1 0 1 0,-3 9-30 16,-1 11 179-16,-2 8-87 0,0-1-38 15,0 5 89-15,-2 1-53 0,3-4-31 16,3 1 0-16,2-4 123 0,3-3-74 0,0-6-36 15,4-2-77-15,0-4 9 0,4-6 30 0,-1-5 1 16,7 0-267-16,-2-7 133 0,3-11 67 0,-1-8-387 16,3-7 191-16,-5-2 110 0,-2-1 13 0,-3-3-75 15,-2-3 75-15,-5 2 29 0,1-12 8 0,-3 0-32 16,-3-2 34-16,2 2 0 0,-5 1 36 16,1 13 33-16,0-2-13 0,-2 7 0 0,-2 9 220 15,0 10-120-15,0 0-61 0,0 7 368 16,0 4-173-16,-6 3-110 0,1 5-4 0,-1 17 42 15,2 7-58-15,2 4-21 0,2 13-9 0,0 2 127 16,0 5-78-16,0 2-40 0,0 1 45 0,2-3-21 16,8-1-35-16,-1-5 0 0,6-5-262 0,-4-12 118 15,4 3 58-15,-2-7 37 0,2 1-512 0,-3-9 257 16,1-4 82-16,-4-1-493 16,-1-5 312-16,-1-3 146 0,-3-2 87 0,-2-3-175 0,-2 0 126 15,-6-13 63-15</inkml:trace>
  <inkml:trace contextRef="#ctx0" brushRef="#br0" timeOffset="-98116.7">25216 14109 1609 0,'-8'-13'0'0,"8"8"0"0,2 4 0 0,14 0 0 0,7-4 0 0,7 4 0 0,4-2 0 0,19 2 0 0,-3-1 458 0,5-2-213 15,1 1-106-15,-4 1-81 0,-6 0-17 0,7 2-9 16,-16 0 1-16,0 0-698 0,-1 0 348 0,-2 7 175 15,-5 3 96-15</inkml:trace>
  <inkml:trace contextRef="#ctx0" brushRef="#br0" timeOffset="-95795.23">25938 14273 303 0,'-5'0'0'0,"3"0"0"0,-2 0 0 0,4 0 0 0,-1 0 0 0,1 0 234 15,0 0-101-15,0 0-50 0,0 0 53 0,0 0-43 0,1 2-35 0,7-1 1 16,5-1 188-16,0 1-107 16,2-1-54-16,1 3 200 0,2-3-131 0,-1 2-61 15,5 0-31-15,1-2 160 0,2 2-95 0,-1-2-40 16,6 0-31-16,-4 0 40 0,2 0-32 0,1 0 0 15,-1 0-66-15,-4 0 7 0,7 0 27 0,-8 0 0 16,-2 0-136-16,2-2 67 0,-3 0 35 0,-3-3-240 16,0 1 129-16,-5 0 29 0,-3 0 46 15,-1 0-422-15,-1 0 213 0,-3 0 99 0,-1 3 60 0,-1-3-362 16,-2 4 208-16</inkml:trace>
  <inkml:trace contextRef="#ctx0" brushRef="#br0" timeOffset="-95442.38">26072 14460 1134 0,'-12'3'0'0,"5"-2"0"0,3 1 0 0,3 0 0 0,-1-2 0 0,2 0 0 0,0 0 0 0,3 0 0 0,14 0 323 0,4 0-136 16,5 0-82-16,1 0-36 0,-1 0 128 15,-6 0-82-15,2 0-41 0,-2 9-70 0,-2 4-8 16,-4 0 37-16,-4 4-151 0,-2 2 75 0,-4 1 38 15,-4 3 8-15,0 3-62 0,-2-3 45 0,-11 0 24 16,-4-2 0-16,-3-1-176 0,1-4 44 0,-6 2 57 16,0-7-22-16,4-1 112 0,0-3-28 0,-2 1-25 15,3-5 275-15,3 1-128 16,-1-3-54-16,9 2-36 0,0-2 328 0,5-1-164 16,1 0-61-16,3 2 31 0,0 1-65 0,2 1-33 15,14-4 0-15,7 3-11 0,3-1 8 0,2-2-29 16,3 0-73-16,0 2 37 0,1-2-1 0,-2 0 37 15,-3 0-293-15,5 0 142 0,-6 0 71 0,-6 1 39 16,5-1-566-16,-4 3 273 0,-3-2 112 0,-1-1-136 16,-2 0 146-16,-3 0 73 0,-1 0 37 0</inkml:trace>
  <inkml:trace contextRef="#ctx0" brushRef="#br0" timeOffset="-95048.81">26361 13632 821 0,'-7'-36'0'0,"1"10"0"0,0 3 0 0,2 1 0 0,-1 1 0 0,1 4 125 0,-3 1-46 0,-2 2-23 0,4 7 60 16,-3 1-46-16,0 2 0 0,-4 2-37 0,-1 2 76 15,-4 2-38-15,-1 15 8 0,-6 4-74 0,0 3 0 16,-4 8 28-16,2 0 0 0,6-3 7 0,-3 0 1 15,3 1-8-15,4-4-14 0,6-6 14 0,1-1 0 16,4 1 0-16,5-6-1 0,0 1 1 0,0-4-1 16,7-1-18-16,7-2-49 0,2-3 25 15,1 2 7-15,-1-3-57 0,2-1 39 0,-3-1 15 16,-5 0 1-16,-1 0-62 0,-2-1 30 16,-4 3 20-16,-1 2 43 0,-2 1-32 0,0 3 6 15,-2 1-15-15,-8 3 244 0,-1 1-110 0,-3-1-49 16,0 1-28-16,1 0 106 0,3 1-48 0,3-6-6 15,-1 2 49-15,3-4-55 0,2 3-28 0,3-4 1 16,0-1-86-16,0-1 38 0,12 1-9 0,1-2-178 16,11-2 104-16,1-2 51 0,1 0 26 0,4 0-490 15,-1 0 239-15,4 0 78 16,1 0 73-16,2 0-220 0,-3-2 141 0</inkml:trace>
  <inkml:trace contextRef="#ctx0" brushRef="#br0" timeOffset="-93247.18">26991 14164 409 0,'0'-3'0'0,"0"1"0"0,0-1 0 0,0-1 0 0,0-2 0 0,0 1 0 0,0 0 62 0,0-3 0 0,0 2-29 16,0 0 30-16,0 1-30 0,0-1 8 0,0 2-20 15,0 1 12-15,0 1 0 0,0 1 0 0,-1-3-15 16,-1 3 23-16,0 1-9 0,-3 0 1 0,2 0-26 15,0 0 26-15,-2 0 0 0,0 0 10 0,2 0-13 16,-3 0 1-16,3 0-7 0,-3 0 43 0,2 0-40 16,-1 0 11-16,1 0 39 0,-2 0-23 15,4 0 1-15,-3 0-22 0,3 0 35 16,-1-1 9-16,0 1-45 0,2-2 1 0,-1 2 1 16,0-3-1-16,0 3 0 0,2 0-25 0,-3 0-7 15,3 0 31-15,0 0 1 0,0 0-24 0,0 0-1 16,0 0 33-16,0 0-74 0,0 0 30 0,0 0 5 15,0 0 0-15,0 0-41 0,0 0 32 0,0 0-20 16,0 0 40-16,0 0-36 0,0-1 1 0,0 1 19 16,0 0-2-16,0 0 7 0,0 0 2 0,0 0-5 15,0 0 2-15,0 0 0 16,0 0 1-16,0 0-5 0,0 0 5 0,0 0 0 16,0 0 0-16,0 0-16 0,0 0 16 0,0 0-1 15,0 0 0-15,0 0-13 0,0 0 12 0,0 0 0 16,0 0 15-16,0 0-15 0,0 0-1 0,0 0 1 15,0 0 27-15,0 0 0 0,0 0-23 0,0 0-2 16,0 0 30-16,-1 0-28 0,1 0 6 0,-2 0 1 16,2 0 0-16,-2 0-4 0,2 0 8 0,-2 0-45 15,2 0 38-15,-2 0 2 16,0 0-2-16,1 0-27 0,1 0 22 0,-2 0 2 16,-1 0 34-16,2 0-33 0,-1 0-4 0,0 0 2 15,1 0 26-15,-1 0 0 0,0 0-21 0,-1 0 10 16,0 0-6-16,0 0-4 0,0 0 9 0,1 0-15 15,-3 0 12-15,-1 0-1 0,-1 1-32 0,-1 4 29 16,1 1 0-16,-3-3 0 0,2 4-6 0,1 1 7 16,-2-1-7-16,3 3 4 0,-1-3 40 0,4 2-40 15,-2 1-1-15,5 2 68 0,0-1-30 0,0 0 0 16,0 1-22-16,0 1 18 16,5-1 10-16,2 1-26 0,2 0-6 0,-2-1 4 15,2 0 8-15,3 2-7 0,-3-1-41 0,1 1 6 16,-1 0 31-16,2-1 2 0,-1 2-107 0,-2-2 50 15,-2 3 16-15,-1-5-45 0,0 3 24 0,-3-2 23 16,0 0-4-16,-2-2-74 0,0 2 32 0,-4-3 22 16,-6 1-13-16,-3-2 1 0,-3-4 16 0,-4 2 14 15,2 0 46-15,-6-2-28 16,-4 0 1-16,3-2-43 0,-4 0 1 0,6-2 24 16,0 0 10-16,2 0-154 0,3 0 73 0,3-4 33 15,9-7-3-15,4-5-96 0,2-4 62 0,8-1 24 16,16-1-299-16,8-5 169 0,2 3 85 0</inkml:trace>
  <inkml:trace contextRef="#ctx0" brushRef="#br0" timeOffset="-93079.07">27046 14221 968 0,'16'0'0'0,"-3"3"0"0,-5 9 0 0,-3 0 0 0,-1 1 0 0,-2 3 0 0,-2 2 0 0,0 1 0 0,0-1 410 0,-4 3-192 0,-4-2-93 0,1 2 102 15,1-2-8-15,-1 0-93 0,2-2-39 0,-2 1-89 16,3-3-1-16,3-5 36 0,1 0 0 0,0 0-341 15,0-5 178-15,0-1 78 0,0-2 42 0,0-2-194 16,0 0 119-16,0-4-36 0,3-13-372 0,6-5 233 16,-4-7 114-16</inkml:trace>
  <inkml:trace contextRef="#ctx0" brushRef="#br0" timeOffset="-92584.85">27144 13780 1122 0,'6'-16'0'0,"0"5"0"0,3 10 0 0,1 0 0 0,4 1 0 0,-1 0 0 0,1 7 0 0,-1 10 0 0,1 6 325 0,-2 6-146 0,-3 8-73 16,-3 4-37-16,-3 4 140 0,-3-4-79 0,0 13-53 16,0-3-23-16,-6 1-44 0,-2-3 23 15,-1-2 0-15,1-9-33 0,0-2-7 16,5-10 39-16,-4-4-129 0,4-7 64 0,2-2 33 16,1-6 9-16,-2-2-136 0,2-5 75 0,0 0-4 15,0 0 32-15,0 0-35 0,0 0 22 0,2 0-3 16,7-2 165-16,3-1-69 0,-3 0-33 0,2-1-1 15,1 1 23-15,0-1-17 0,-3 3 0 16,3 1 57-16,-3 0-36 0,2 0 4 0,-2 1-4 0,-1 10-19 16,-3 5-5-16,1 1 21 0,-2 0-17 15,-2 3 45-15,3-4-8 0,-2 1-34 16,1 0-48-16,2-5 21 0,2-3-1 0,2-3 23 16,3-5-60-16,5-1 26 0,0-1 0 0,3-14-199 15,0-6 107-15,0-5 44 0,6-10 29 0,-4 1-257 16,0-7 131-16,-2-5 39 0,0-3 42 0,-1-7-111 15,1-11 79-15,-2 9 35 0,-3-4 15 0,0 14 20 16,-3-3 0-16,-3 11-8 0,-3 1 248 0,-1 14-120 16,-4 3-59-16,0 10 158 0,-2 4-109 15,0 5-29-15,0 4-33 0,0 0 412 16,0 26-200-16,0 9-84 0,-2 11-55 0,0 7 175 16,-2 15-118-16,2-5-57 0,2 5 36 15,0-2-46-15,0-3-22 0,0-10 8 0,3 0-178 0,9-4 74 16,0-14 36-16,1-1-144 0,-1-6 90 0,0-12 54 15,-1 0 14-15,-4-9-607 0,2-2 249 0,-6-2 163 16,1-3 81-16,-2-3-427 0,-2-13 253 0,0-8 123 16</inkml:trace>
  <inkml:trace contextRef="#ctx0" brushRef="#br0" timeOffset="-92438.68">27448 14098 1551 0,'-32'-8'0'0,"12"7"0"0,9-1 0 0,1 2 0 0,10 0 0 0,0 0 0 0,11 4 0 0,19 3 0 0,14 2 515 0,6-3-242 0,15-1-119 0,1-3 237 16,1 0-179-16,-7 0-82 0,12-2-52 0,-20 1-156 16,0 2 56-16,-4 1 27 15,-11 1 1-15,0 1-648 0,2 3 333 0</inkml:trace>
  <inkml:trace contextRef="#ctx0" brushRef="#br0" timeOffset="-91446.38">23437 14139 88 0,'0'-9'0'0,"1"-3"0"0,1 1 0 0,0 2 0 0,0 0 0 0,0 0 141 0,0 0-54 0,-2 4-27 16,1-3 30-16,-1 0-20 0,0 3-9 0,0 0-28 15,0-1 45-15,0 4-23 0,0-1 0 0,0 0 108 16,0 2-69-16,0 1-30 0,0 0-1 16,0 0 157-16,0 0-94 0,0 0-39 0,0 0-30 15,0 0 146-15,0 0-85 0,0 0-43 16,2 0 95-16,-2 0-61 0,3 0-42 0,-1 4 0 16,-2 3 114-16,2 0-73 0,-2 4-38 0,0-1 48 15,0 5-47-15,0 2 1 0,0 2-40 0,0 2 116 16,0 2-58-16,0 5-21 0,0 5-8 0,0 6 57 15,0 0-43-15,0 7-21 0,-2-1 23 0,2-2-14 16,-2 9 124-16,2-2-187 0,0-4 0 16,0 0 0-16,0-11 0 0,0 5 0 15,0-7 0-15,0-1 0 0,0-4 0 0,0-7 0 16,0 0 0-16,0-6 0 0,0-4 0 0,0-2 0 16,0-3 0-16,0-2 0 0,0-4 0 0,0 0 0 15,0 0 0-15,0 0 0 0,0 0 0 0,0 0 0 16,0 0 0-16,0 0 0 0,0 0 0 0,0 0 0 15,0 0 0-15,0 0 0 0,0 0 0 0,0 0 0 16,0-2 0-16,-5 0-405 0,5 1 182 16,0-2 101-16,0 3-731 0,0 0 414 15,0 3 203-15</inkml:trace>
  <inkml:trace contextRef="#ctx0" brushRef="#br0" timeOffset="-77769.08">30458 14716 1853 0,'8'0'0'0,"5"-2"0"0,1-2 0 0,3 1 0 0,1-3 0 0,1 2 0 0,1 0 0 0,-2 2 0 0,1 1 120 0,-1-2-44 0,-1 2-14 16,-2-2-12-16,3 3-17 0,-6 0-1 0,3 0-44 15,-2 0 23-15,0-1 7 0,-2 1 15 16,-1 0-219-16,1 0 105 0,-2 0 53 16,-4 0-369-16,0 0 193 0,2 0 62 0,-5 0 60 15,0 9-319-15,-2 2 184 0</inkml:trace>
  <inkml:trace contextRef="#ctx0" brushRef="#br0" timeOffset="-77568.58">30485 14979 964 0,'-5'5'0'0,"5"4"0"0,0-1 0 0,0 0 0 0,4-3 0 0,2-3 0 0,4-2 240 0,4 0-104 0,2 2-43 16,1 0-34-16,5-1 357 15,-4-1-191-15,2 0-96 0,2 3 110 0,-4-3-95 16,1 2-59-16,-3-1-27 0,1 1-91 0,0 0 33 15,-2 1 0-15,1 0 41 0,3-3-274 0,-2 0 132 16,-2 0 68-16,2 0-159 0,-1 0 107 0,0 0 65 16,0-4-82-16,1-2-456 0,-4 0 263 0,-3-1 131 15</inkml:trace>
  <inkml:trace contextRef="#ctx0" brushRef="#br0" timeOffset="-77134.75">31317 14754 835 0,'-6'-4'0'0,"2"-1"0"16,0 4 0-16,2-3 0 0,2-2 0 0,0-3 0 0,0-2 153 0,0-1-60 0,0-3-30 0,0-2 184 0,8-5-111 16,5 3-52-16,-2-3-25 0,8 1 75 0,0 0-51 15,-1 2-17-15,5-3 17 0,-1 3-26 0,-1 4 1 16,5 1-25-16,-7 2 66 16,0 0-25-16,1 5-9 0,-1 2-32 0,-3 1 38 15,0 2 0-15,-1 2-38 0,2 0 39 0,-3 0-39 16,0 0 0-16,2 6 0 0,2-1 75 0,0 2-38 15,5 1 9-15,-1 3-46 0,2-1 122 0,-3-1-62 16,1 1-30-16,2-3 11 0,-5 1 7 16,5-1-48-16,-4-1 0 0,-2 2-47 0,1-5 23 0,1 1 0 15,-4-4-50-15,3 0 33 0,-3 0 0 16,5 0 41-16,-2-2-318 0,-3-3 124 0,3-7 87 16,-3 1-469-16,1-1 255 0,-6 1 128 15,0 2 64-15,-6 1-422 0,-2 1 235 0,-3 1 129 16</inkml:trace>
  <inkml:trace contextRef="#ctx0" brushRef="#br0" timeOffset="-76925.09">31660 14562 874 0,'-8'2'0'0,"3"0"0"0,3 5 0 0,-2-1 0 0,3-1 147 0,1 4-49 0,-2 3-37 0,2 1 321 16,0 5-174-16,0 4-88 0,0 2-43 0,0-4 231 15,0 9-142-15,0-3-66 0,0-1-34 0,0 0-4 16,0 0-29-16,0-2 8 0,0-1-8 0,0 1-227 16,0-3 114-16,0-3 56 0,0-6-194 0,2 0 133 15,-1-2 54-15,3-6-597 16,1-3 273-16,3 0 161 0</inkml:trace>
  <inkml:trace contextRef="#ctx0" brushRef="#br0" timeOffset="-76755.9">31854 14518 1010 0,'2'0'0'0,"-1"2"0"0,3 12 0 0,-2 0 0 0,-2 3 0 0,0 4 0 0,0 6 436 0,0 2-202 0,0 6-92 15,-7 9 331-15,2-5-220 0,0 5-110 16,-2-3-55-16,2 2-3 0,2-3-18 16,-3 4-8-16,1-9-199 0,4 0 87 0,1 1 42 15,0-5 22-15,0-3-523 0,0-2 267 0,0-3 140 16</inkml:trace>
  <inkml:trace contextRef="#ctx0" brushRef="#br0" timeOffset="-76597.26">32263 15068 2525 0,'-2'0'0'0,"-8"0"0"0,10 0 0 0,0 10 0 0,0-6 0 0,0-3 0 0,0 2 227 0,0-2-97 0,0-1-41 0,0 0 94 15,0 0-75-15,0 0-38 0,1 0 0 0,12 0-527 16,1 0 252-16</inkml:trace>
  <inkml:trace contextRef="#ctx0" brushRef="#br0" timeOffset="7465.78">10569 16596 594 0,'-9'-10'0'0,"2"4"0"0,0 2 0 0,4 1 0 0,1-1 0 0,0 0 0 0,0 1 0 0,0-1 0 0,2 0 0 0,0 0 33 0,0 2 8 15,0-1-8-15,0 1 57 0,0 0-29 0,0 1 0 16,0 1 6-16,0-3 7 0,0 3-41 0,0-3 0 16,2 3 20-16,2 0 1 0,-1-2-21 0,6 0 8 15,-4-1 95-15,4 2-52 0,2-5-25 0,1 3 71 16,1-3-49-16,0 0-16 0,2-1-8 16,-1 2 53-16,-2-2-38 0,1 1-1 15,-1 1 5-15,-1 2-14 0,-1-1-7 0,1 0-23 16,-2 0 52-16,0 0-26 0,1 3 8 0,1-2-2 15,-2 2-31-15,3-1 0 0,-1 2 21 0,3 0 1 16,-2 0-14-16,6 0-9 0,0 0 22 0,1 0-1 16,4 0-20-16,-3 0 0 15,5 0-14-15,3 0-8 0,-7 0 22 0,4 0-28 16,0 0 0-16,-4 0 28 0,2 0 8 0,-1 0-22 16,-1 2 4-16,0-1-15 0,-1 3 17 15,-1 0 2-15,0 2-1 0,-3 0-1 0,3-3 4 16,0 6-5-16,0-3-2 0,0 0 2 0,-1-4 29 15,1 4-28-15,1-4 4 0,3 1-24 0,2 1 21 16,-1-3 0-16,1 2 7 0,3 0-27 0,-2-3 18 16,0 0 1-16,2 0-1 0,-1 0-13 0,-4 2 17 15,7-2-30-15,-4 2-2 0,1 0 26 0,0-1-4 16,1 2-40-16,-3 1 22 0,7-4-4 0,-4 6 15 16,0-5-31-16,0 1-3 0,1 0 34 0,-3-2-5 15,6 0 44-15,-2 0-44 0,2 0 3 16,0 0-6-16,2 0 34 0,-3 0-29 15,3-2-1-15,0-1 177 0,-2-3-184 0,0 2 0 16,-1 0 0-16,1 0 0 0,0 1 0 0,0 1 0 16,0-1 0-16,0 2 0 0,0-1 0 0,0 0 0 15,0-1 0-15,1 2 0 0,4 0 0 0,4-2 0 16,-2-2 0-16,-2-1 0 0,9-1 0 0,-3-1 0 0,1-1 0 16,0-1 0-16,2-1 0 15,-5 2 0-15,12-4 0 0,-7 1 0 0,3 3 0 16,1-3 0-16,13 2 0 0,-14-1 0 0,5 4 0 15,-1-1 0-15,1 0 0 0,-1 2 0 0,-2 2 0 16,-8 1 0-16,10-1 0 0,-7 2 0 0,-2 2 0 16,0 0 0-16,-3 0 0 0,5 0 0 0,-3 0 0 15,-1 4 0-15,-1-1 0 0,0 1 0 0,-5-4 0 16,9 3 0-16,-2-3 0 0,0 0 0 16,2 0 0-16,3 0 0 0,0 0 0 0,5 0 0 15,0 0 0-15,-1 0 0 0,-2 0 0 16,2-1 0-16,-10-1 0 0,9 0 0 0,-4 2 0 15,-3-2 0-15,-2 2 0 0,0 0 0 0,-6 0 0 16,3 0 0-16,4 0 0 0,-3 0 0 0,-1 0 0 16,-5 0 0-16,3 2 0 0,2 2 0 15,-4 0 0-15,1 0 0 0,-3-3 0 16,1 4 0-16,0-4 0 0,-2 0 0 0,0 4 0 0,-1-4 0 16,1 4 0-16,-2-4 0 0,-3 3 0 15,8-1 0-15,-3-1 0 0,0 4 0 0,2-2 0 16,2-1 0-16,-2 0 0 0,2 1 0 0,-1-3 0 15,1 2 0-15,-1-2 0 0,-1 1 0 0,1-1 0 16,-3 1 0-16,-2 1 0 0,0-2 0 0,-3 1 0 16,-1 0 0-16,-3 2 0 0,2-1 0 0,-2-1 0 15,-2 3 0-15,2-4 0 16,2 2 0-16,-5 2 0 0,3-3 0 0,-2-1 0 0,0 3 0 16,-3-2 0-16,-1 0 0 15,-2-2 0-15,0 0 0 0,-4 0 0 0,-2 0 0 0,3 0 0 16,-5 0 0-16,3 0 0 0,-2 0 0 0,-1 0 0 15,0 0 0-15,1 0 0 0,-1 0 0 0,1-2 0 16,-1 0 0-16,1 1 0 0,-1-2 0 16,1 0 0-16,-2-2 0 0,1 2 0 15,-2-3 0-15,-1 4 0 0,1-3 0 0,-3 3 0 0,-1-2 0 0,1 3 0 16,0-2 0-16,-2 1-527 0,0 2 250 0,-7 8 112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3T07:48:12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12716 1827 674 0,'-3'-1'0'0,"-5"-4"0"0,0 2 0 0,1 0 0 0,-2 0 0 0,0 1 0 0,2 0 0 0,-2 2 0 0,2 0 33 0,-1-1 0 0,2 1 8 16,-1 0 0-16,0 0-9 0,-1 0 1 0,-4 0-33 15,3 7 33-15,-4 2 0 0,-2 5 8 0,-4 0-32 16,1 4 0-16,-5 2 21 0,-2 1 24 16,1 1-24-16,0 1 3 0,-1 0 36 15,1 1 0-15,3 1-38 0,1-3 1 0,2 2 35 16,4-3-26-16,-4 5-8 0,6 0 0 0,-2-1 37 15,3 3-38-15,0 0 1 0,1 0 8 0,1 3 16 16,0 0-24-16,1 1 21 0,2 0-21 0,1 0 0 16,3-6 8-16,2 6 0 0,0-3-8 0,0-1-1 15,0 0 1-15,5-2 11 0,5-2-3 0,3 2-8 16,0 1 0-16,4 0-25 16,2-1 25-16,1-2 0 0,3-1 8 0,0 1-25 15,3-2 16-15,0 1 1 0,2-2-37 0,1-1 35 16,-1-1 3-16,2 0-27 0,-2-5-1 0,2 2 22 15,2-1-4-15,0-1-24 0,2-3 30 0,1 0-5 16,-1 0-2-16,1-4-12 0,4 3 8 0,-2-5 10 16,6 4-13-16,-3-7-14 0,-1 3 17 15,2-4 1-15,1 1-28 0,-6-2 4 0,3 0 20 0,0 0-28 16,5 0-1-16,-3 0 27 16,-4-3-2-16,-3-4-20 0,4-3-5 0,-2-1 24 15,-3 0-6-15,1-5-18 0,-2 0 16 0,2-1 7 16,-4-4-11-16,2 2 15 0,-2-2-12 0,-2 2 3 15,-1-4 12-15,-3 3-10 0,-2-1-2 0,-1 1-17 16,-2 1 17-16,-2-3 1 0,-2 1 0 0,-2 0-32 16,2-3 30-16,-4 1 1 0,0-1-1 15,-1-1-34-15,-3-1-3 0,-1 2 36 0,1-6-7 0,-3 2-21 16,0-3 18-16,-2-1 5 16,0 1-47-16,-2-2 16 0,0 0 1 0,0 1-16 15,0 2 20-15,-6 0 16 0,-3-1-7 0,-1 8 14 16,-5-5-9-16,0 1-1 0,0 2-5 0,-2 1 42 15,0 1-37-15,1 3-3 0,-5-2 4 0,2-2 27 16,-1 6-27-16,0 0 1 0,-1-1 35 0,5 5-30 16,-7-6-1-16,3 4 33 0,-1-2-31 0,0 2 2 15,1 2-1-15,-1 1 10 0,-1-2-10 0,-1 2 3 16,-1 0-2-16,-1 1 23 0,-1 3-22 16,-2 2 1-16,0 0-1 0,-4 1 6 15,2-3-4-15,-2 5 2 0,2-1-27 0,3 2 23 16,-3-1 1-16,2 0-40 0,2 0 38 0,-2 3 0 15,0-1 0-15,-2-1-31 0,2 1 2 0,-4 2 22 16,-2 0 3-16,2 0-25 0,-2 0 23 0,0 2-7 16,0 4 6-16,2 0-38 0,2 1-1 0,2-1 33 15,-1-1-37-15,9 2 10 0,-2-3 6 16,1 2-112-16,6 0 62 0,0-2 22 0,5 2-7 16,1-3-112-16,2 1 77 0,2 0 38 15,4-3 0-15,1 4-124 0,0-2 73 0,0 1 49 16,0-1 0-16,10 0-110 0,1-3 76 0,6 0 36 15,1 0-35-15</inkml:trace>
  <inkml:trace contextRef="#ctx0" brushRef="#br0" timeOffset="351.2">13105 1317 844 0,'6'-14'0'0,"-1"7"0"0,-3-1 0 16,2 1 0-16,-2 0 0 0,-2 3 0 0,0 2 0 0,0-1 0 0,0 1 85 0,0 2-26 0,0 0-2 0,-4 2 0 0,-7 10-24 15,-3 7 8-15,-4 3-13 16,-1 5 5-16,-8 4-1 0,1 1 1 0,-2 2 23 0,0-4-15 0,-6 8-8 16,2-4 0-16,0 0 35 15,2-5-35-15,-2 1 0 0,6-4 37 0,-3-1-8 16,4-3-29-16,0-2 38 0,8-6-38 0,1 0-1 15,0-1 9-15,3-4 37 0,4 1-24 0,3-2 1 16,0-4-22-16,3 2 29 0,1 0 9 0,2 0-39 16,0 1 1-16,0 1-19 0,0-1 19 0,11 0 0 15,4 1-23-15,8-1-8 0,1-1 31 16,4-1-122-16,6-3 55 0,2 3 31 0,2-4 11 16,6 4-154-16,-2-2 66 0,3 1 45 15,-2 4 0-15,-1 1-459 0,6 5 227 0,-4 5 117 0</inkml:trace>
  <inkml:trace contextRef="#ctx0" brushRef="#br0" timeOffset="1602.35">16450 1741 251 0,'0'-11'0'0,"0"1"0"0,-2 2 0 0,-3 1 0 0,1-2 0 0,-3 1 151 15,-2 1-50-15,-1-1-39 0,0 0 2 0,-3 5 1 16,0-3-32-16,-1 3 52 0,-2 1-18 0,-1 0-8 15,-2 2-26-15,-5 0 21 0,-1 0 1 0,-3 9-22 16,0 2 8-16,-4 4 17 16,-6 4 1-16,1 2-27 0,0 1 1 15,-5 3 48-15,-1 3-16 0,-3 3-8 0,2-1 20 0,-2 5-22 16,3 0 0-16,4-1 1 0,-1 1-15 0,4 3-8 16,5 0-1-16,4-1 41 0,5 2-40 0,3 0 0 15,6-5 8-15,0 6 30 0,5-3-38 0,3 1 0 16,3 1-1-16,2-4-7 0,0 3 16 0,0-2-8 15,0-1 25-15,4-1-26 0,7 0 1 0,2-3-3 16,4 1 11-16,2-2-9 0,3 1 1 0,2-3-2 16,6 1 1-16,2-2 1 0,-3-5 8 0,8 7-36 15,0-7 27-15,2 3 1 0,0-3-31 16,-2-3 7-16,12 1 21 0,-4 1-2 16,2-4-35-16,0-1 32 0,2-2 1 0,0 1-23 15,1-2-7-15,2 0 22 0,-1-5 5 0,-1 1-17 16,3-3 15-16,-2 0-1 0,0-5-5 0,1-1-8 15,0 0 11-15,-1 0-3 0,1 0-31 0,3-4 2 16,0-8 27-16,-3-2 2 0,0-1-45 0,-1 1 21 16,-3-2-1-16,-7 1-4 0,10-3-6 15,-5 0 27-15,-3-2-13 0,0-2-17 0,-3 4 0 16,-8 1 13-16,3-3-3 0,-1-1-10 0,-2 1 14 16,-2-2 5-16,-4 3-31 0,1-3-1 15,-5-3 26-15,0 1-37 0,-2-1-2 0,-2-2 38 16,-3 1-3-16,-2 4-35 0,-1-5 0 0,-3 3 33 15,-4-1-8-15,3 3 14 0,-4-2-16 0,-2 1 1 16,0-3-6-16,-2 0 45 0,0-3-37 0,0 1 1 16,0-1 11-16,-10-2-15 0,3 0 8 0,-6-2 26 15,-1 1 1-15,-2 0-26 0,-3 0 5 16,-2 2-3-16,-5-4 2 0,-2 6-1 16,-2 2 2-16,-4 0 2 0,-4 2-3 0,2 5-4 15,-10-7 4-15,-2 8 15 0,0 1-13 0,-3 2-2 16,-4-1-6-16,-3 3 4 0,-9-2 3 0,3 3 5 15,-5 0-6-15,0 4 0 0,0-1 0 0,9-2-20 16,-13 4 20-16,10 0 0 0,1-1 1 0,11 1-22 16,-8 1-2-16,4 0 18 0,0 1 1 15,2 1-5-15,7 0 3 0,7 2 3 16,2 1-26-16,7-2-6 0,4 2 26 0,4-1 3 16,8 2-125-16,3 0 58 0,6 0 25 0,2 6-337 15,3 6 187-15,3 8 89 0,8-2 44 0</inkml:trace>
  <inkml:trace contextRef="#ctx0" brushRef="#br0" timeOffset="2286.11">16572 2215 562 0,'4'-10'0'0,"-3"0"0"0,1 5 0 0,0-5 0 0,0 3 0 0,-2-1 0 0,0 0 0 0,0 3 106 0,-2-1-37 0,-5 2 0 16,0 0 28-16,-2 3-36 0,-3-1-1 0,-1 0-5 15,1 2-22-15,-4 0 0 0,-2 0 8 0,2 4 22 16,-3 3-31-16,1 1 1 0,-2 2 0 0,-1-1 56 16,3 2-19-16,-3 5-9 0,0-4-29 15,1 5 50-15,1 1-25 0,-2 1 0 0,1 5 11 16,-1-2-7-16,5 5-28 0,-2-4 25 16,6 2-25-16,0 0-1 0,5-4 9 0,1 2 10 15,2 0-19-15,4 0 1 0,0-1 0 0,0-1-14 16,0-1 22-16,4 1-8 0,5-2-1 0,2-1-25 15,3 0 0-15,-2-2 34 0,4 2-33 0,2-2-6 16,1-1 28-16,1 1-32 0,1-4-1 0,0 0 31 16,6-1-4-16,-3-2-18 15,3 1 16-15,0-3-5 0,0-1 4 0,-3 0-8 0,8-3 6 16,-5-3-2-16,1 0 1 0,0 0-39 16,-2 0 39-16,-2 0 2 0,8-7-16 0,-6-4 11 15,3-1 1-15,-3-1-29 0,-1-2 0 0,-2 2 29 16,2-6-5-16,-4 2-28 0,0 1 28 0,-5 0-4 15,2-1 4-15,-4 3-42 0,-2-4 15 0,-3 1-1 16,-2 1 23-16,-1-2-58 0,-3 0 27 0,-1-1-9 16,-2-1-7-16,0-2 1 0,0 0 25 0,-7-1-31 15,-4 2-1-15,-1 0 28 16,-6-6-1-16,-1 5-20 0,-1 1 18 0,-3 1 5 16,0 2-9-16,2 3-8 0,-8 0 10 0,1 4 3 15,0 0-4-15,-2 4 24 0,0-2-21 0,5 4-4 16,-7 0 3-16,4-1-40 0,1 2 0 0,4 2 40 15,4 1-123-15,-2-1 50 0,2 0 32 0,8 2-207 16,0 0 119-16,3 0 59 0,2 0 31 0,6 0-141 16,0 2 90-16,0 1 40 0</inkml:trace>
  <inkml:trace contextRef="#ctx0" brushRef="#br0" timeOffset="2869.8">16386 1488 350 0,'6'-11'0'0,"-5"6"0"0,3 0 0 0,1 0 0 0,-2-2 0 0,1 1 0 0,-2 1 68 0,0 0-35 0,-1-1 65 15,1 4-24-15,0-1-8 0,-2 1-34 0,2-1 56 16,-2 1-27-16,0 2-1 0,0 0-19 0,0 0 24 16,0 0-32-16,0 0-1 0,-9 2 1 15,-2 8-15-15,-1 1 22 0,-3 2-7 16,-2 0 5-16,-4 6-5 0,-1-2-1 0,-2 3 17 16,-3 1-8-16,-3 0-8 0,2 2 0 0,-8 3 27 15,3-3-28-15,-1 0 1 0,6-2 8 0,-4 0 15 16,3 0 0-16,1-3-23 0,4 0 0 0,7-5 40 15,-2-2-32-15,5 1-9 0,0-3 1 0,7-4 17 16,-1 1-17-16,2-1 0 0,2-1 16 0,2 0-16 16,2 0 0-16,0 0-29 0,0-1 0 0,0 3 28 15,0 0 9-15,9-1-50 16,3 0 0-16,6 1 31 0,4 0 7 0,4-2-54 16,0-1 30-16,6-1-17 0,0 1-163 0,2-2 86 15,1 4 48-15,1-3-175 0,1 5 105 0,3 0 35 16,0 0 31-16,0 6-407 0,-3-1 209 0,-3 1 97 0</inkml:trace>
  <inkml:trace contextRef="#ctx0" brushRef="#br0" timeOffset="3485.78">16363 2112 404 0,'-1'0'0'0,"-3"-2"0"0,2 1 0 0,-2-3 0 0,3 2 0 0,-1-1 0 0,-2-1 66 0,2-2 0 16,1 3-33-16,-1-2 91 0,-1 4-45 0,1-3-15 15,2 2-8-15,-2 0 16 0,2 0 1 0,0 2-40 16,0 0 8-16,0 0 46 0,0 0-27 0,0 0 0 16,0 0-40-16,0 0 13 0,0 0 8 0,2 2 1 15,5 3-9-15,2 4 0 16,3-2-1-16,2 2 24 0,1 0 7 0,0 1-30 16,1-1-1-16,2 1 10 0,0 1-9 0,3-1 0 15,-2-1 8-15,1 0-39 0,-1 3 31 0,-1-3 0 16,-2 0-44-16,0-1 22 0,-6 0 8 0,3 1-34 15,-5-4 20-15,0 1-1 0,-5-3 9 0,1 1-17 16,-2-2-2-16,0 0 24 0,-1-2-10 0,-1 0 48 16,0 0-43-16,0 2 2 15,0-2 0-15,0 1 50 0,-5 3-23 0,-4 0-4 16,0 3 33-16,-5-2-23 0,0 4 17 0,-7 3-13 16,-2 1-40-16,-2 1 18 0,0 2 12 0,-5 3-205 15,1 1 99-15,-1 1 41 0,4 0 21 0,3 3-591 16,4-2 274-16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customXml" Target="../ink/ink10.xml"/><Relationship Id="rId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5" Type="http://schemas.openxmlformats.org/officeDocument/2006/relationships/image" Target="../media/image22.png"/><Relationship Id="rId4" Type="http://schemas.openxmlformats.org/officeDocument/2006/relationships/customXml" Target="../ink/ink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customXml" Target="../ink/ink18.xml"/><Relationship Id="rId4" Type="http://schemas.openxmlformats.org/officeDocument/2006/relationships/image" Target="../media/image2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customXml" Target="../ink/ink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曲线积分</a:t>
            </a:r>
            <a:endParaRPr lang="en-US" altLang="zh-CN">
              <a:solidFill>
                <a:srgbClr val="777671"/>
              </a:solidFill>
            </a:endParaRPr>
          </a:p>
          <a:p>
            <a:r>
              <a:rPr lang="zh-CN" altLang="en-US">
                <a:solidFill>
                  <a:srgbClr val="777671"/>
                </a:solidFill>
              </a:rPr>
              <a:t>与曲面积分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2DB4EE-F408-4D89-9B87-2707B23A6432}"/>
              </a:ext>
            </a:extLst>
          </p:cNvPr>
          <p:cNvSpPr/>
          <p:nvPr/>
        </p:nvSpPr>
        <p:spPr>
          <a:xfrm>
            <a:off x="877503" y="1772350"/>
            <a:ext cx="110077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对坐标的曲线积分的定义；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对坐标的曲线积分的性质；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两类曲线积分之间的联系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3F29835-AEDD-4DC9-BD7F-EE4753451DFD}"/>
                  </a:ext>
                </a:extLst>
              </p14:cNvPr>
              <p14:cNvContentPartPr/>
              <p14:nvPr/>
            </p14:nvContentPartPr>
            <p14:xfrm>
              <a:off x="6104880" y="1662480"/>
              <a:ext cx="1884600" cy="483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3F29835-AEDD-4DC9-BD7F-EE4753451D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5520" y="1653120"/>
                <a:ext cx="1903320" cy="5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对坐标的曲线积分的计算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有向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光滑曲线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单调地由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的起点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运动到终点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上具有一阶连续导数，且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  <a:blipFill>
                <a:blip r:embed="rId2"/>
                <a:stretch>
                  <a:fillRect l="-1545" r="-2614" b="-1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69B9798-6F4D-41F6-9B0C-3080716AEAC1}"/>
                  </a:ext>
                </a:extLst>
              </p14:cNvPr>
              <p14:cNvContentPartPr/>
              <p14:nvPr/>
            </p14:nvContentPartPr>
            <p14:xfrm>
              <a:off x="4748760" y="2024280"/>
              <a:ext cx="689400" cy="79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69B9798-6F4D-41F6-9B0C-3080716AEA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9400" y="2014920"/>
                <a:ext cx="708120" cy="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09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 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0EC517B-7385-413D-BCE6-C070912CD105}"/>
                  </a:ext>
                </a:extLst>
              </p14:cNvPr>
              <p14:cNvContentPartPr/>
              <p14:nvPr/>
            </p14:nvContentPartPr>
            <p14:xfrm>
              <a:off x="1526400" y="3289320"/>
              <a:ext cx="9135720" cy="1989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0EC517B-7385-413D-BCE6-C070912CD1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7040" y="3279960"/>
                <a:ext cx="9154440" cy="20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83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类曲线积分之间的联系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上两类曲线积分之间关系是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𝜶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𝜷</m:t>
                                  </m:r>
                                </m:e>
                              </m:func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处的切向量的方向角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  <a:blipFill>
                <a:blip r:embed="rId2"/>
                <a:stretch>
                  <a:fillRect l="-1440" b="-3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2BC0113-4E7B-4A23-BC0E-8A150D60C247}"/>
                  </a:ext>
                </a:extLst>
              </p14:cNvPr>
              <p14:cNvContentPartPr/>
              <p14:nvPr/>
            </p14:nvContentPartPr>
            <p14:xfrm>
              <a:off x="3948120" y="2424960"/>
              <a:ext cx="6735240" cy="31651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2BC0113-4E7B-4A23-BC0E-8A150D60C2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8760" y="2415600"/>
                <a:ext cx="6753960" cy="31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48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第三节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格林公式</a:t>
            </a:r>
            <a:endParaRPr kumimoji="1" lang="en-US" altLang="zh-CN" dirty="0"/>
          </a:p>
          <a:p>
            <a:r>
              <a:rPr kumimoji="1" lang="zh-CN" altLang="en-US" dirty="0"/>
              <a:t>及其应用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1045645"/>
                <a:ext cx="10730306" cy="2774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对于一元函数定积分，有牛顿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莱布尼兹公式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45645"/>
                <a:ext cx="10730306" cy="2774799"/>
              </a:xfrm>
              <a:prstGeom prst="rect">
                <a:avLst/>
              </a:prstGeom>
              <a:blipFill>
                <a:blip r:embed="rId2"/>
                <a:stretch>
                  <a:fillRect l="-1477" t="-879" b="-6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925F0A-D33D-42E0-97F8-053FE818959A}"/>
              </a:ext>
            </a:extLst>
          </p:cNvPr>
          <p:cNvSpPr/>
          <p:nvPr/>
        </p:nvSpPr>
        <p:spPr>
          <a:xfrm>
            <a:off x="877501" y="4119855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</a:t>
            </a: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：能否类似地建立二重积分与其边界积分的关系？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52D43A6-C68B-44C7-BAB5-DCCA31CC3C6B}"/>
                  </a:ext>
                </a:extLst>
              </p14:cNvPr>
              <p14:cNvContentPartPr/>
              <p14:nvPr/>
            </p14:nvContentPartPr>
            <p14:xfrm>
              <a:off x="3860280" y="247320"/>
              <a:ext cx="2632680" cy="39240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52D43A6-C68B-44C7-BAB5-DCCA31CC3C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0920" y="237960"/>
                <a:ext cx="2651400" cy="394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341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为平面区域，如果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内任一闭曲线所围的部分都属于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为平面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单连通区域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，否则称为平面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复连通区域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  <a:blipFill>
                <a:blip r:embed="rId2"/>
                <a:stretch>
                  <a:fillRect l="-1447" t="-1869" r="-1391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/>
              <p:nvPr/>
            </p:nvSpPr>
            <p:spPr>
              <a:xfrm>
                <a:off x="877501" y="2723513"/>
                <a:ext cx="10730306" cy="14810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集合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为平面单连通区域，而集合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&lt;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&lt;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为平面复连通区域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723513"/>
                <a:ext cx="10730306" cy="1481046"/>
              </a:xfrm>
              <a:prstGeom prst="rect">
                <a:avLst/>
              </a:prstGeom>
              <a:blipFill>
                <a:blip r:embed="rId3"/>
                <a:stretch>
                  <a:fillRect l="-1477" b="-10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765E80E-3F91-496B-9D31-79B6A905F2F6}"/>
                  </a:ext>
                </a:extLst>
              </p14:cNvPr>
              <p14:cNvContentPartPr/>
              <p14:nvPr/>
            </p14:nvContentPartPr>
            <p14:xfrm>
              <a:off x="2246400" y="167400"/>
              <a:ext cx="5957280" cy="5338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765E80E-3F91-496B-9D31-79B6A905F2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7040" y="158040"/>
                <a:ext cx="5976000" cy="53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392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/>
              <p:nvPr/>
            </p:nvSpPr>
            <p:spPr>
              <a:xfrm>
                <a:off x="877503" y="1478530"/>
                <a:ext cx="10730306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对平面区域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的边界曲线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，我们规定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的正向如下：当观察者沿着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的这个方向行走时，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内在他附近的部分总在他的左边；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78530"/>
                <a:ext cx="10730306" cy="1950470"/>
              </a:xfrm>
              <a:prstGeom prst="rect">
                <a:avLst/>
              </a:prstGeom>
              <a:blipFill>
                <a:blip r:embed="rId2"/>
                <a:stretch>
                  <a:fillRect l="-1477" t="-1250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9E161F8-4250-48E4-8D0A-AC4C4C3E1F49}"/>
              </a:ext>
            </a:extLst>
          </p:cNvPr>
          <p:cNvSpPr/>
          <p:nvPr/>
        </p:nvSpPr>
        <p:spPr>
          <a:xfrm>
            <a:off x="877503" y="4161296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当平面闭曲线是单连通区域的边界时，逆时针方向为正向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35174EA-1B88-4859-8A05-EDD802FA70EC}"/>
                  </a:ext>
                </a:extLst>
              </p14:cNvPr>
              <p14:cNvContentPartPr/>
              <p14:nvPr/>
            </p14:nvContentPartPr>
            <p14:xfrm>
              <a:off x="3350520" y="452880"/>
              <a:ext cx="4099680" cy="1236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35174EA-1B88-4859-8A05-EDD802FA70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1160" y="443520"/>
                <a:ext cx="4118400" cy="12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906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/>
              <p:nvPr/>
            </p:nvSpPr>
            <p:spPr>
              <a:xfrm>
                <a:off x="877503" y="1478530"/>
                <a:ext cx="10730306" cy="3932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格林公式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：设闭区域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由分段光滑的曲线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𝑸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的取正向的边界曲线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478530"/>
                <a:ext cx="10730306" cy="3932423"/>
              </a:xfrm>
              <a:prstGeom prst="rect">
                <a:avLst/>
              </a:prstGeom>
              <a:blipFill>
                <a:blip r:embed="rId2"/>
                <a:stretch>
                  <a:fillRect l="-1477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10A9857-9C95-4601-B36B-BE12FD27E6E7}"/>
                  </a:ext>
                </a:extLst>
              </p14:cNvPr>
              <p14:cNvContentPartPr/>
              <p14:nvPr/>
            </p14:nvContentPartPr>
            <p14:xfrm>
              <a:off x="711360" y="765360"/>
              <a:ext cx="8406360" cy="48535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10A9857-9C95-4601-B36B-BE12FD27E6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000" y="756000"/>
                <a:ext cx="8425080" cy="48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330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/>
              <p:nvPr/>
            </p:nvSpPr>
            <p:spPr>
              <a:xfrm>
                <a:off x="878106" y="678072"/>
                <a:ext cx="10730306" cy="11460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2C514CF-DED4-4D31-957C-9C9129546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678072"/>
                <a:ext cx="10730306" cy="1146019"/>
              </a:xfrm>
              <a:prstGeom prst="rect">
                <a:avLst/>
              </a:prstGeom>
              <a:blipFill>
                <a:blip r:embed="rId2"/>
                <a:stretch>
                  <a:fillRect b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5B3BE7F-A6EB-4052-901D-D945416AEDFF}"/>
                  </a:ext>
                </a:extLst>
              </p14:cNvPr>
              <p14:cNvContentPartPr/>
              <p14:nvPr/>
            </p14:nvContentPartPr>
            <p14:xfrm>
              <a:off x="425160" y="283320"/>
              <a:ext cx="11409480" cy="6437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5B3BE7F-A6EB-4052-901D-D945416AED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800" y="273960"/>
                <a:ext cx="11428200" cy="645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813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对于复连通区域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，格林公式右端应包括沿区域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的全部边界的曲线积分，且边界的方向对区域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来说都取正向；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  <a:blipFill>
                <a:blip r:embed="rId2"/>
                <a:stretch>
                  <a:fillRect l="-1447" t="-1869" r="-278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/>
              <p:nvPr/>
            </p:nvSpPr>
            <p:spPr>
              <a:xfrm>
                <a:off x="877500" y="2473589"/>
                <a:ext cx="10953943" cy="2006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nary>
                      <m:naryPr>
                        <m:chr m:val="∬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𝑸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den>
                            </m:f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𝝏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𝒅𝒙𝒅𝒚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den>
                    </m:f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的面积为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473589"/>
                <a:ext cx="10953943" cy="2006640"/>
              </a:xfrm>
              <a:prstGeom prst="rect">
                <a:avLst/>
              </a:prstGeom>
              <a:blipFill>
                <a:blip r:embed="rId3"/>
                <a:stretch>
                  <a:fillRect l="-1447" b="-5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EFD361-CBEF-4EEF-AECE-2ABCA8EB6D2A}"/>
                  </a:ext>
                </a:extLst>
              </p:cNvPr>
              <p:cNvSpPr/>
              <p:nvPr/>
            </p:nvSpPr>
            <p:spPr>
              <a:xfrm>
                <a:off x="877499" y="4651995"/>
                <a:ext cx="10953943" cy="1007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取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的面积为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𝒚𝒅𝒙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EFD361-CBEF-4EEF-AECE-2ABCA8EB6D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4651995"/>
                <a:ext cx="10953943" cy="1007071"/>
              </a:xfrm>
              <a:prstGeom prst="rect">
                <a:avLst/>
              </a:prstGeom>
              <a:blipFill>
                <a:blip r:embed="rId4"/>
                <a:stretch>
                  <a:fillRect l="-1447" b="-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3FD90B4-788D-4BD9-9925-1642DE6F1445}"/>
                  </a:ext>
                </a:extLst>
              </p14:cNvPr>
              <p14:cNvContentPartPr/>
              <p14:nvPr/>
            </p14:nvContentPartPr>
            <p14:xfrm>
              <a:off x="2787120" y="2553480"/>
              <a:ext cx="8448480" cy="32950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3FD90B4-788D-4BD9-9925-1642DE6F14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7760" y="2544120"/>
                <a:ext cx="8467200" cy="33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0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3255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：计算星形线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in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325556"/>
              </a:xfrm>
              <a:prstGeom prst="rect">
                <a:avLst/>
              </a:prstGeom>
              <a:blipFill>
                <a:blip r:embed="rId2"/>
                <a:stretch>
                  <a:fillRect l="-1543" t="-917" b="-13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07D8C13-335E-42BB-8565-047383A56F1B}"/>
                  </a:ext>
                </a:extLst>
              </p14:cNvPr>
              <p14:cNvContentPartPr/>
              <p14:nvPr/>
            </p14:nvContentPartPr>
            <p14:xfrm>
              <a:off x="383760" y="1243800"/>
              <a:ext cx="11700000" cy="4104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07D8C13-335E-42BB-8565-047383A56F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00" y="1234440"/>
                <a:ext cx="11718720" cy="412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795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3255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：计算星形线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in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所围面积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325556"/>
              </a:xfrm>
              <a:prstGeom prst="rect">
                <a:avLst/>
              </a:prstGeom>
              <a:blipFill>
                <a:blip r:embed="rId2"/>
                <a:stretch>
                  <a:fillRect l="-1543" t="-917" b="-13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194194"/>
                <a:ext cx="10730306" cy="9854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num>
                      <m:den>
                        <m:r>
                          <a:rPr lang="en-US" altLang="zh-CN" sz="3200" b="1" i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𝟖</m:t>
                        </m:r>
                      </m:den>
                    </m:f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194194"/>
                <a:ext cx="10730306" cy="985463"/>
              </a:xfrm>
              <a:prstGeom prst="rect">
                <a:avLst/>
              </a:prstGeom>
              <a:blipFill>
                <a:blip r:embed="rId3"/>
                <a:stretch>
                  <a:fillRect l="-1477" b="-30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EDE57FE-E3E6-46C2-B71F-DE0DA3D0E7F3}"/>
                  </a:ext>
                </a:extLst>
              </p:cNvPr>
              <p:cNvSpPr/>
              <p:nvPr/>
            </p:nvSpPr>
            <p:spPr>
              <a:xfrm>
                <a:off x="877502" y="5316376"/>
                <a:ext cx="10730306" cy="1007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𝒚𝒅𝒙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EDE57FE-E3E6-46C2-B71F-DE0DA3D0E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16376"/>
                <a:ext cx="10730306" cy="1007071"/>
              </a:xfrm>
              <a:prstGeom prst="rect">
                <a:avLst/>
              </a:prstGeom>
              <a:blipFill>
                <a:blip r:embed="rId4"/>
                <a:stretch>
                  <a:fillRect l="-1477" b="-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AEC5800-B944-44F7-AA1E-F3DBBE83BCD7}"/>
                  </a:ext>
                </a:extLst>
              </p14:cNvPr>
              <p14:cNvContentPartPr/>
              <p14:nvPr/>
            </p14:nvContentPartPr>
            <p14:xfrm>
              <a:off x="1375920" y="6477480"/>
              <a:ext cx="3674880" cy="126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AEC5800-B944-44F7-AA1E-F3DBBE83BC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6560" y="6468120"/>
                <a:ext cx="3693600" cy="1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451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的正向曲线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r="-356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6E927EA-2D84-4C59-9EE2-879CA0E447A2}"/>
                  </a:ext>
                </a:extLst>
              </p14:cNvPr>
              <p14:cNvContentPartPr/>
              <p14:nvPr/>
            </p14:nvContentPartPr>
            <p14:xfrm>
              <a:off x="610200" y="795600"/>
              <a:ext cx="10757520" cy="41500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6E927EA-2D84-4C59-9EE2-879CA0E447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840" y="786240"/>
                <a:ext cx="10776240" cy="41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011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的正向曲线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01913"/>
              </a:xfrm>
              <a:prstGeom prst="rect">
                <a:avLst/>
              </a:prstGeom>
              <a:blipFill>
                <a:blip r:embed="rId2"/>
                <a:stretch>
                  <a:fillRect l="-1543" r="-356" b="-1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70139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𝟏𝟖</m:t>
                    </m:r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70139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A159417-4A4C-403B-85AE-B475F2AC776F}"/>
              </a:ext>
            </a:extLst>
          </p:cNvPr>
          <p:cNvSpPr/>
          <p:nvPr/>
        </p:nvSpPr>
        <p:spPr>
          <a:xfrm>
            <a:off x="877502" y="5518596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直接计算第二类曲线积分，或利用格林公式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43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9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9975"/>
              </a:xfrm>
              <a:prstGeom prst="rect">
                <a:avLst/>
              </a:prstGeom>
              <a:blipFill>
                <a:blip r:embed="rId2"/>
                <a:stretch>
                  <a:fillRect l="-1543" b="-7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5FA7C44-B954-4606-8EEB-443E617A30CF}"/>
                  </a:ext>
                </a:extLst>
              </p14:cNvPr>
              <p14:cNvContentPartPr/>
              <p14:nvPr/>
            </p14:nvContentPartPr>
            <p14:xfrm>
              <a:off x="334080" y="774720"/>
              <a:ext cx="11631960" cy="5763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5FA7C44-B954-4606-8EEB-443E617A30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720" y="765360"/>
                <a:ext cx="11650680" cy="578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301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9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𝑨𝑶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</m:fun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9975"/>
              </a:xfrm>
              <a:prstGeom prst="rect">
                <a:avLst/>
              </a:prstGeom>
              <a:blipFill>
                <a:blip r:embed="rId2"/>
                <a:stretch>
                  <a:fillRect l="-1543" b="-7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064582"/>
                <a:ext cx="10730306" cy="9823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064582"/>
                <a:ext cx="10730306" cy="982385"/>
              </a:xfrm>
              <a:prstGeom prst="rect">
                <a:avLst/>
              </a:prstGeom>
              <a:blipFill>
                <a:blip r:embed="rId3"/>
                <a:stretch>
                  <a:fillRect l="-1477" b="-3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D351E6B-F760-43DE-9E8A-434571888AE4}"/>
              </a:ext>
            </a:extLst>
          </p:cNvPr>
          <p:cNvSpPr/>
          <p:nvPr/>
        </p:nvSpPr>
        <p:spPr>
          <a:xfrm>
            <a:off x="877502" y="5063445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利用格林公式计算沿非封闭曲线的积分时，常用坐标轴上或平行于坐标轴的直线段作为辅助线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C8D15ED-576B-440C-B8AF-87E575B6E305}"/>
                  </a:ext>
                </a:extLst>
              </p14:cNvPr>
              <p14:cNvContentPartPr/>
              <p14:nvPr/>
            </p14:nvContentPartPr>
            <p14:xfrm>
              <a:off x="679320" y="5778360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C8D15ED-576B-440C-B8AF-87E575B6E3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9960" y="576900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2EE1E34-F362-4A4E-AAA5-C95653A70835}"/>
                  </a:ext>
                </a:extLst>
              </p14:cNvPr>
              <p14:cNvContentPartPr/>
              <p14:nvPr/>
            </p14:nvContentPartPr>
            <p14:xfrm>
              <a:off x="1066680" y="5289480"/>
              <a:ext cx="756000" cy="603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2EE1E34-F362-4A4E-AAA5-C95653A708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7320" y="5280120"/>
                <a:ext cx="774720" cy="6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727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为一条无重点、分段光滑且包围原点的任一正向闭曲线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  <a:blipFill>
                <a:blip r:embed="rId2"/>
                <a:stretch>
                  <a:fillRect l="-1543" b="-10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B23AB02-6EA6-443D-91ED-0C878D38489C}"/>
                  </a:ext>
                </a:extLst>
              </p14:cNvPr>
              <p14:cNvContentPartPr/>
              <p14:nvPr/>
            </p14:nvContentPartPr>
            <p14:xfrm>
              <a:off x="283680" y="2243160"/>
              <a:ext cx="11786400" cy="39506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B23AB02-6EA6-443D-91ED-0C878D38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320" y="2233800"/>
                <a:ext cx="11805120" cy="39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32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为一条无重点、分段光滑且包围原点的任一正向闭曲线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  <a:blipFill>
                <a:blip r:embed="rId2"/>
                <a:stretch>
                  <a:fillRect l="-1543" b="-10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287045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870459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4F55BE-2ABD-4058-AA87-0B55A4997360}"/>
                  </a:ext>
                </a:extLst>
              </p:cNvPr>
              <p:cNvSpPr/>
              <p:nvPr/>
            </p:nvSpPr>
            <p:spPr>
              <a:xfrm>
                <a:off x="877502" y="5273743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：如果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不包围原点？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4F55BE-2ABD-4058-AA87-0B55A49973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273743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0B6439AC-DFCA-4FAE-901D-2E7D8DBFBD65}"/>
              </a:ext>
            </a:extLst>
          </p:cNvPr>
          <p:cNvSpPr/>
          <p:nvPr/>
        </p:nvSpPr>
        <p:spPr>
          <a:xfrm>
            <a:off x="877502" y="4472591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注意</a:t>
            </a:r>
            <a:r>
              <a:rPr lang="zh-CN" altLang="en-US" sz="3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一阶连续偏导数！</a:t>
            </a:r>
            <a:endParaRPr lang="en-US" altLang="zh-CN" sz="32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560731-B7DF-4745-A1AB-E2B74FED98E1}"/>
              </a:ext>
            </a:extLst>
          </p:cNvPr>
          <p:cNvSpPr/>
          <p:nvPr/>
        </p:nvSpPr>
        <p:spPr>
          <a:xfrm>
            <a:off x="877502" y="3671439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复连通区域也可以用格林公式，需考虑所有边界的正向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32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CAB4766-EF16-4457-AF24-3CED92793D6C}"/>
                  </a:ext>
                </a:extLst>
              </p14:cNvPr>
              <p14:cNvContentPartPr/>
              <p14:nvPr/>
            </p14:nvContentPartPr>
            <p14:xfrm>
              <a:off x="6303960" y="5527440"/>
              <a:ext cx="248400" cy="255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CAB4766-EF16-4457-AF24-3CED92793D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4600" y="5518080"/>
                <a:ext cx="267120" cy="2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333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𝒚𝒅𝒙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为圆心，半径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的取逆时针方向的圆周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  <a:blipFill>
                <a:blip r:embed="rId2"/>
                <a:stretch>
                  <a:fillRect l="-1543" b="-10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F0B0124-2469-4503-8BBA-505B58E044AA}"/>
                  </a:ext>
                </a:extLst>
              </p14:cNvPr>
              <p14:cNvContentPartPr/>
              <p14:nvPr/>
            </p14:nvContentPartPr>
            <p14:xfrm>
              <a:off x="382320" y="2286000"/>
              <a:ext cx="11238480" cy="38037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F0B0124-2469-4503-8BBA-505B58E044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960" y="2276640"/>
                <a:ext cx="11257200" cy="38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17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𝒙𝒅𝒚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𝒚𝒅𝒙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为圆心，半径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的取逆时针方向的圆周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723805"/>
              </a:xfrm>
              <a:prstGeom prst="rect">
                <a:avLst/>
              </a:prstGeom>
              <a:blipFill>
                <a:blip r:embed="rId2"/>
                <a:stretch>
                  <a:fillRect l="-1543" b="-106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456124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456124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25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05C9620-2A6A-433B-8039-F0C2C60849A9}"/>
              </a:ext>
            </a:extLst>
          </p:cNvPr>
          <p:cNvSpPr/>
          <p:nvPr/>
        </p:nvSpPr>
        <p:spPr>
          <a:xfrm>
            <a:off x="877502" y="5333984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注意辅助曲线的选取，能够使用格林公式且方便计算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32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98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/>
              <p:nvPr/>
            </p:nvSpPr>
            <p:spPr>
              <a:xfrm>
                <a:off x="877503" y="1772350"/>
                <a:ext cx="11007703" cy="3932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格林公式：设闭区域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由分段光滑的曲线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围成，函数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，则有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𝑸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den>
                              </m:f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𝝏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的取正向的边界曲线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81A77-A911-4B1D-9A1B-B6760FE63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772350"/>
                <a:ext cx="11007703" cy="3932423"/>
              </a:xfrm>
              <a:prstGeom prst="rect">
                <a:avLst/>
              </a:prstGeom>
              <a:blipFill>
                <a:blip r:embed="rId2"/>
                <a:stretch>
                  <a:fillRect l="-1440" t="-620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91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对于复连通区域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，格林公式右端应包括沿区域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的全部边界的曲线积分，且边界的方向对区域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来说都取正向；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45645"/>
                <a:ext cx="10953943" cy="1310295"/>
              </a:xfrm>
              <a:prstGeom prst="rect">
                <a:avLst/>
              </a:prstGeom>
              <a:blipFill>
                <a:blip r:embed="rId2"/>
                <a:stretch>
                  <a:fillRect l="-1447" t="-1869" r="-278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/>
              <p:nvPr/>
            </p:nvSpPr>
            <p:spPr>
              <a:xfrm>
                <a:off x="877500" y="2635054"/>
                <a:ext cx="10953943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</a:t>
                </a:r>
                <a:r>
                  <a:rPr lang="zh-CN" altLang="en-US" sz="3200" b="1" kern="0" dirty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一阶连续偏导数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925F0A-D33D-42E0-97F8-053FE8189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635054"/>
                <a:ext cx="10953943" cy="664797"/>
              </a:xfrm>
              <a:prstGeom prst="rect">
                <a:avLst/>
              </a:prstGeom>
              <a:blipFill>
                <a:blip r:embed="rId3"/>
                <a:stretch>
                  <a:fillRect l="-144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3E01D84-669D-4D42-924D-CA2ADFF02B04}"/>
                  </a:ext>
                </a:extLst>
              </p14:cNvPr>
              <p14:cNvContentPartPr/>
              <p14:nvPr/>
            </p14:nvContentPartPr>
            <p14:xfrm>
              <a:off x="4389840" y="454680"/>
              <a:ext cx="1992960" cy="660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3E01D84-669D-4D42-924D-CA2ADFF02B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0480" y="445320"/>
                <a:ext cx="2011680" cy="67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52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格林公式及其应用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P229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9-3(A) 1(3), 2(2), 3(2)(3), 4(1)(2).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https://www.bilibili.com/video/BV1Lg4y1q7zP</a:t>
            </a: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14944</TotalTime>
  <Words>1190</Words>
  <Application>Microsoft Office PowerPoint</Application>
  <PresentationFormat>宽屏</PresentationFormat>
  <Paragraphs>119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983</cp:revision>
  <dcterms:created xsi:type="dcterms:W3CDTF">2015-08-18T02:51:41Z</dcterms:created>
  <dcterms:modified xsi:type="dcterms:W3CDTF">2021-01-20T15:28:12Z</dcterms:modified>
</cp:coreProperties>
</file>