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26"/>
  </p:notesMasterIdLst>
  <p:sldIdLst>
    <p:sldId id="587" r:id="rId3"/>
    <p:sldId id="773" r:id="rId4"/>
    <p:sldId id="794" r:id="rId5"/>
    <p:sldId id="422" r:id="rId6"/>
    <p:sldId id="842" r:id="rId7"/>
    <p:sldId id="848" r:id="rId8"/>
    <p:sldId id="843" r:id="rId9"/>
    <p:sldId id="844" r:id="rId10"/>
    <p:sldId id="845" r:id="rId11"/>
    <p:sldId id="847" r:id="rId12"/>
    <p:sldId id="857" r:id="rId13"/>
    <p:sldId id="849" r:id="rId14"/>
    <p:sldId id="855" r:id="rId15"/>
    <p:sldId id="859" r:id="rId16"/>
    <p:sldId id="856" r:id="rId17"/>
    <p:sldId id="850" r:id="rId18"/>
    <p:sldId id="851" r:id="rId19"/>
    <p:sldId id="852" r:id="rId20"/>
    <p:sldId id="853" r:id="rId21"/>
    <p:sldId id="854" r:id="rId22"/>
    <p:sldId id="812" r:id="rId23"/>
    <p:sldId id="813" r:id="rId24"/>
    <p:sldId id="814" r:id="rId25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0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54" autoAdjust="0"/>
    <p:restoredTop sz="93673" autoAdjust="0"/>
  </p:normalViewPr>
  <p:slideViewPr>
    <p:cSldViewPr snapToGrid="0" snapToObjects="1">
      <p:cViewPr varScale="1">
        <p:scale>
          <a:sx n="72" d="100"/>
          <a:sy n="72" d="100"/>
        </p:scale>
        <p:origin x="62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2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0:01:06.2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16143 6870 0 0,'-4'5'0'0,"0"-2"0"15,-2 0 0-15,1-2 0 0,0 1 0 0,1-2 426 0,0 0-193 0,1 0-86 16,0 0 230-16,0 0-169 0,3-3-83 0,0-8 108 16,0 2-96-16,6-3-38 0,1-3-11 0,2 1 240 15,2 3-144-15,-2 0-72 0,1-1-26 0,-2 3 194 16,1 1-120-16,0 1-60 0,-1 2 72 0,4 0-65 16,-1 0-24-16,2 3 57 0,1-1-50 0,0 1-74 15,5 2-16-15,1 0 0 0,2 0 0 0,-1 0 0 16,4 0 0-16,0 0 0 31,0 0 0-31,0 2 0 0,3 3 0 0,-4 0 0 0,-1 0 0 0,-2 2 0 0,0-1 0 0,1 1 0 16,1 0 0-16,-6-1 0 0,2 2 0 0,-2-3 0 15,2 1 0-15,-1 0 0 0,3 1 0 16,-4-4 0-16,-1 1 0 0,1 1 0 0,1-5 0 0,0 2 0 16,3-1 0-16,-5-1 0 15,4 0 0-15,0 0 0 0,1 0 0 0,1 0 0 16,4 0 0-16,-4 0 0 0,-1 0 0 0,3 0 0 0,-1 0 0 0,0 0 0 15,5 0 0-15,-7 0 0 16,2 0 0-16</inkml:trace>
  <inkml:trace contextRef="#ctx0" brushRef="#br0" timeOffset="321.7">17147 6837 3931 0,'23'0'0'0,"1"0"0"0,6 0 0 0,-7 0 0 0,2 0 0 0,1 0 0 0,-1 0 0 0,3 3 0 0,3-3 0 0,-5 0 0 0,0 1 0 0,1-1 0 0,1 2 0 0,0-2 0 0,4 0 0 16,-5 0 0-16,-1 0 0 0,1 0 0 0,-1 0 0 0,5 0 0 0,-5 0 0 0,-2 0 0 0,3 0 0 0,-1 0 0 0,2 0 0 0,3-2 0 0,-3 1 0 0,2-5 0 0,1 1 0 0,0-1 0 0,2 0 0 0,5 2 0 0,-6 0 0 0,0 0 0 0,-1 1 0 0,0 1 0 15,-1 1 0-15,5-3 0 0,-10 2 0 16,3 2 0-16,-1 0 0 0,-1 0 0 0,1 0 0 0,5 0 0 16,-7 0 0-16,1 0 0 0,3 0 0 0,-1 0 0 15,3 0 0-15,5 0 0 0,-5 0 0 0,0 0 0 31,2 0 0-31,1 0 0 0,0 0 0 0,6-1 0 0,-7-1 0 0,0-2 0 16,0 2 0-16,-2-1 0 0,0-1 0 0,5 1 0 31,-8 0 0-31,0 2 0 0,-1 0 0 0,-3 0 0 0,4-1 0 0,-2 0 0 0,-6 2 0 0,-4 0 0 16,1 0 0-16,-6 0 0 16,1 0 0-16,1 0 0 0,-7 0 0 0,-1 0 0 0,1 0 0 0,-3 0 0 15,-2 0 0-15,3 0 0 16,-3 0 0-16,1 0 0 0,-1 0 0 0,0 0 0 15,0 0 0-15,2 0 0 0,-1 0 0 0,-1 0 0 16,-1 0 0-16,0 0 0 0,2 0 0 0,-2 0 0 16,0 0 0-16,0 0 0 0,0 0 0 0,0 0 0 15,0 0 0-15,0 2-31 0,-5 6-192 0</inkml:trace>
  <inkml:trace contextRef="#ctx0" brushRef="#br0" timeOffset="1378.08">22929 6859 1037 0,'-7'-10'0'0,"-2"-2"0"0,5 4 0 0,-3 2 0 0,5 3 0 0,2 0 0 0,0 3 42 0,0-2-42 0,0 2 631 0,6-2-285 0,5 1-157 0,4-1-74 0,6 1 91 0,2 1-82 0,4 0-42 0,2 0 11 0,1 0 47 0,1 0-49 0,3 0-1 0,4 0-48 0,5 4 53 0,5 0-17 0,1 1-10 0,3 0 104 0,1-3-66 0,6 3-32 16,3-3 36-16,8 2-110 0,-10-1 0 0,5-1 0 0,-1-1 0 15,1 2 0-15,1-3 0 0,10 4 0 0,-18-3 0 0,3 2 0 0,-4-2 0 0,2 0 0 0,11 3 0 16,-13-3 0-16,4-1 0 15,2 0 0-15,1 0 0 0,0 0 0 0,9 0 0 16,-12 0 0-16,4 0 0 16,5 0 0-16,4-1 0 0,2-3 0 0,8-1 0 0,-14 0 0 0,-2 5 0 15,3-4 0-15,0 2 0 0,-3 0 0 0,9 2 0 16,-18 0 0-16,1 0 0 0,-5 0 0 0,0 0 0 47,-2 0 0-47,8 5 0 0,-15 1 0 0,2-1 0 0,-1-1 0 0,-1 0 0 0,-3 1 0 0,8 0 0 0,-17 1 0 0,-2-2 0 15,0 1 0-15,-2 0 0 0,-2 0 0 0,4 2 0 16,-8-3 0-16,-1 1 0 31,-2-1 0-31,-1 0 0 0,-1 0 0 0,0 0 0 16,-5 0 0-16,-2-4 0 0,-3 4 0 0,0-3 0 0,-1 1 0 0,-3 2 0 0,0-3 0 0,-4-1 0 31,1 2 0-31,-1-2 0 0,-1 0 0 0,0 0 0 0,0 0 0 0,0 0 0 0,0 0 0 0,0 0 0 16,0 0 0-16,0 0 0 0,-3 0 0 0,-5 0-172 0,-3 0 37 0</inkml:trace>
  <inkml:trace contextRef="#ctx0" brushRef="#br0" timeOffset="29753.35">27680 12772 635 0,'-14'0'0'16,"-2"0"0"-16,3 0 0 0,1 0 0 0,2 0 0 0,-1 0 317 0,2 0-138 0,-4 0-61 0,6 0 286 0,0 0-182 0,3 0-91 0,-1 0-46 0,3 0 138 0,-2 0-83 0,4 0-54 0,0 0 239 15,0 0-143-15,0 0-71 16,0 0-36-16,0 0 220 0,3 0-133 0,3 0-61 16,0 0-31-16,2 0 0 0,3 0-70 0,2 0 0 15,3 0 0-15,2 0 0 0,2 0 0 0,5 0 0 16,3 0 0-16,3 0 0 0,2 0 0 0,1 0 0 16,4 0 0-16,-2 0 0 15,10 0 0-15,-5 0 0 0,2 3 0 0,-2 3 0 16,1-3 0-16,-2 2 0 0,3 0 0 0,-13-2 0 15,-1 1 0-15,-6 0 0 0,-3 0 0 0,-6-2 0 16,1-1 0-16,-10 0 0 0,-3-1 0 0,0 0 0 16,-2 0 0-16,0 0 0 0,0 0 0 0,0 0 0 15,-2 0 0-15,0 0 0 0,-1 0 0 0,1 0 0 16,2 0 0-16,-2-1 0 0,-1 0 0 0,3-1 0 16,-1 2 0-16,1 0 0 15,-2-3 0-15,2 3 0 0,0 0 0 0,-1 0 0 0,1 0 0 0,0-1 0 16,0 1 0-16,-1 0 0 15,1 0-485-15,0 0 214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0:02:44.78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33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3-01-06T00:04:42.747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2977 8304 0 0,'-7'-5'0'0,"-1"1"0"0,3-1 0 0,-1 5 0 0,0-2 0 0,2 0 0 0,0 1 0 16,-5-1 0-16,4 2 0 0,3 0 57 0,-1 0-1 125,0 0-47-125,-3 0 82 0,3 0-38 0,0 0 0 0,1 0-34 0,-1 0 113 0,-1 0-50 0,-1-2 7 0,3 2-59 0,-1-2 169 0,1 1-79 0,1 0-39 0,-3-2-1 0,0 3-28 0,3-2-11 0,-1 2 0 0,-1-1 293 0,3-3-146 0,-1 4-73 0,1-2 146 0,0 0-115 0,0 2-52 0,0-2-27 16,0 1 86-16,0 1-55 0,0-3-19 0,4 0-10 0,1 3 20 0,4-2 0 0,-4 0-48 0,7 0 1 0,-2-1-23 109,1 1 22-109,2-1 0 0,0 0-37 0,3 2 38 0,0-2-1 0,3 1 33 0,0 0-33 0,0 1 0 0,1-1 0 0,2 0 28 0,2 2-1 0,5 0-16 0,-4 0-11 0,6 0 22 0,-3 0-21 0,4 0-1 0,-1 0-21 0,6 0-20 0,-3 0 0 0,2 0 0 0,0-1 0 0,-1-3 0 0,1 0 0 0,6 2 0 0,-6-3 0 16,0 3 0-16,-1-3 0 0,0 1 0 0,1-1 0 0,6 2 0 15,-8 2 0-15,0-2 0 16,1 0 0-16,-2 2 0 0,3-1 0 0,8 0 0 0,-10-4 0 0,1 0 0 16,3 2 0-16,1-3 0 0,7 1 0 0,-8 2 0 15,0 0 0-15,0 0 0 0,-2 4 0 0,0-4 0 16,10 2 0-16,-14 1 0 0,4-2 0 0,-2 3 0 15,2 0 0-15,-1 0 0 16,8 0 0-16,-8-2 0 0,1 2 0 0,1 0 0 16,4-2 0-16,-2 0 0 0,5-3 0 0,-7 2 0 0,-1-2 0 0,2 1 0 15,0 0 0-15,1 0 0 0,2 1 0 0,-7 1 0 94,-1 1 0-94,-2 1 0 0,1 0 0 0,-1 0 0 0,7 0 0 0,-10 0 0 0,2 1 0 0,-3 4 0 0,1-3 0 0,1 1 0 0,4-1 0 0,-9-1 0 0,2 2 0 0,3-3 0 0,-4 0 0 0,0 0 0 0,6 0 0 0,-12 0 0 0,1 0 0 0,0 0 0 0,-2-3 0 0,0 2 0 31,1-1 0-31,-2 2 0 0,-4-1 0 0,1 1 0 0,0-2 0 0,1 2 0 16,0 0 0-16,-2 0 0 16,1 0 0-16,0 0 0 0,-3 0 0 0,2-2 0 0,3 2 0 0,-5 0 0 15,0 0 0-15,-1 0 0 0,0 0 0 0,2 0 0 16,-4 0 0-16,-2 0 0 0,1-3 0 0,-1 3 0 15,-2 0 0-15,1 0 0 0,-4 0 0 0,2 0 0 16,-1 0 0-16,-1 0 0 0,1 0 0 0,-2 0 0 16,2 0 0-16,-2 0 0 0,1 0 0 0,1-2 0 15,1 2 0-15,-2-1 0 16,1 1 0-16,-1-1 0 16,2-2 0-16,0 3 0 0,-1-1 0 0,2-1 0 0,-1 2 0 0,1-1 0 15,1 1 0-15,-1-3 0 0,1 3 0 0,3 0 0 16,-3-3 0-16,1 2 0 0,6 0 0 0,-4-1 0 15,5 0 0-15,5 0 0 0,-1-1 0 0,2-3 0 16,3 4 0-16,3-4 0 0,4 3 0 0,1-5 0 16,1 4 0-16,-1-2 0 0,1 3 0 125,0-3 0-125,-1 4 0 0,3-1 0 0,-5 1 0 0,-1 0 0 0,-3 0 0 0,3 1 0 0,-1 1 0 0,1 0 0 0,-6 0 0 0,0 0 0 0,2 0 0 0,-3 0 0 0,0 0 0 0,3 0 0 0,-5 0 0 0,1 0 0 0,-1 0 0 0,2 0 0 0,-3 0 0 0,6 0 0 0,-5 0 0 0,-1 0 0 0,2 0 0 0,-6 0 0 0,5-2 0 0,-5 2 0 0,0 0 0 0,-3 0 0 15,1 0 0-15,-3 0 0 0,4 0 0 0,-8 0 0 16,2 0 0-16,-1 0 0 0,0 0 0 0,-3 0 0 31,1 0 0-31,0 0 0 0,-1 0 0 0,0 0 0 0,0 0 0 0,-2 0 0 0,0 0 0 0,0 0 0 16,0 0 0-16,0 0 0 0,0 0 0 0,0 0 0 15,0 0 0-15,0 0-171 0,0 0 52 0,0 0-634 16,0 0 356-16,-4 0 180 16,1 0 78-16,0 0-378 0</inkml:trace>
  <inkml:trace contextRef="#ctx0" brushRef="#br0" timeOffset="252.14">6927 7813 2587 0,'-1'-3'0'0,"-1"-3"0"0,2 3 0 0,0 2 0 0,0-2 0 0,10 1 0 0,9 2 0 0,8 0 0 0,5 0 325 0,5 5-143 0,8 2-62 0,1 1 142 0,3 4-112 0,0 1-56 0,3 1-27 0,0 7 7 0,-13-6-35 0,-6 5-8 0,-6 1-31 0,-11-5 0 31,-9 3 0-31,-6 1 0 0,-6 0 0 0,-26 2 0 0,-10 0 0 0,-10 3 0 0,-6 2 0 0,-8 3 0 15,-2-2 0-15,-3 3-190 32,-6 4-122-32,-5 2 159 0,1 1 57 0</inkml:trace>
  <inkml:trace contextRef="#ctx0" brushRef="#br0" timeOffset="1264.03">3599 5784 755 0,'0'-5'0'0,"0"1"0"15,0 1 0-15,0 1 0 0,0 2 0 0,2 0 354 0,1 0-161 0,0 9-77 0,-2 3-38 0,1 6 236 16,0 5-137-16,1 4-58 0,-1 0-45 0,1 3 79 15,1 3-56-15,-1 5-29 0,1 2 121 0,-1 8-65 16,0-3-47-16,0 3 0 0,1 4 76 0,-1 1-57 16,0 0-27-16,0 7 61 0,0-8-49 0,-2 0-1 15,2 3-40-15,0 0 144 16,-2 2-72-16,-1 10-91 0,0-10-21 0,0 2 0 16,0 1 0-16,0 4 0 0,2-3 0 0,-1 9 0 15,1-13 0-15,-1 1 0 0,0-3 0 0,1 4 0 16,1 0 0-16,0 8 0 0,3-16 0 0,-1 1 0 15,-1 1 0-15,4-3 0 0,-2 0 0 0,-2 4 0 16,2-11 0-16,-1 2 0 125,-1-3 0-125,-2 5 0 0,1-1 0 0,-2 6 0 0,1-9 0 0,-2-1 0 0,0-1 0 0,0 2 0 0,0 5 0 0,0-10 0 0,0-1 0 0,0 2 0 0,0 0 0 0,0-1 0 0,0 4 0 0,0-7 0 0,0 0 0 0,2-1 0 0,-1-1 0 0,5 2 0 0,-4 4 0 0,4-9 0 0,-3 2 0 0,1 1 0 0,1 2 0 0,-3-1 0 0,3 7 0 0,-3-10 0 0,1 5 0 0,-1 0 0 94,1-1 0-94,-1 1 0 0,-1 4 0 0,0-8 0 0,0 1 0 0,1 1 0 0,-1-4 0 0,1 4 0 0,0 0 0 0,-1-7 0 0,2 2 0 0,-3-1 0 0,1-1 0 0,-1 2 0 0,2 1 0 0,-2-6 0 0,2-1 0 0,-2-2 0 0,0-2 0 0,0 0 0 0,0 1 0 15,0-6 0 1,0-3 0-16,0-5 0 0,0 3 0 0,0-6 0 0,0-1-160 0,0-2-18 0,0 0 69 0,0 0 35 0,0-2-427 0,-2-3 231 16,0-9 106-16,-2-3-272 0,1-6 199 0,-2-8 100 15</inkml:trace>
  <inkml:trace contextRef="#ctx0" brushRef="#br0" timeOffset="1699.29">3611 5553 1068 0,'-18'-8'0'0,"7"5"0"0,3 3 0 0,-4 3 0 0,1 9 167 0,-6 5-63 0,-2 3-23 0,1 3 219 0,-1 6-131 16,0 5-64-16,-1 0 6 0,-1 5-36 16,-1 7 11-16,4-7-46 0,2-3-180 15,1 4 90-15,2-8 45 16,6 0 0-16,0-3-412 0,6-14 215 0,1-3 111 15,0-8 54-15,3-4-598 0</inkml:trace>
  <inkml:trace contextRef="#ctx0" brushRef="#br0" timeOffset="1751.02">3498 5763 2330 0,'0'-7'0'0,"0"3"0"0,0 1 0 0,2 2 0 0,-1 1 0 0,8 0 0 0,-1 5 0 0,8 9 390 0,1 1-175 0,4 2 70 0,2 5-113 0,3-1-70 0,4 3-32 0,2 1-238 0,0 0 104 0,3 4 52 0,4 1 36 0,-5-1-893 0</inkml:trace>
  <inkml:trace contextRef="#ctx0" brushRef="#br0" timeOffset="2271">3052 8726 1339 0,'-9'-7'0'0,"3"-1"0"0,4 4 0 0,-1 4 0 0,-2 0 0 0,4 9 0 0,-2 9 0 0,-1 5 282 0,3 5-126 0,1 2-59 0,0 2 210 0,0 1-134 15,1 0-67-15,7 4 121 0,5-8-99 0,4-1-45 0,2-4 0 0,4-4-12 16,5-2 9-16</inkml:trace>
  <inkml:trace contextRef="#ctx0" brushRef="#br0" timeOffset="2339.67">3152 9080 3171 0,'27'5'39'0,"2"-5"2"0,-2 0-2 0,3-9 0 0,0-9 10 0,-5-6-10 0,-3-8 0 0,-4-2 0 0,-3-2-52 0,-7-3 27 0,-1-1 9 0,-7 5-204 0,0 2 89 15,-7 2 57-15,-10 1 6 0,-7 4-32 0,-7 0 23 0,-3 13 0 0,-4 4 14 0,-3 6 48 0,-2 3-40 0,2 0 9 0,-6 12-21 0,13 7-137 0,5 1 74 0,8 3 32 0,9 3-189 0,11 0 109 0,1 7 38 0</inkml:trace>
  <inkml:trace contextRef="#ctx0" brushRef="#br0" timeOffset="2913.13">7541 8547 478 0,'-9'-5'0'0,"1"-2"0"0,0 3 0 0,3-2 0 0,-2-3 0 0,5 4 0 0,2 1 277 15,0-2-118-15,0 0-60 0,1 1 184 0,11 0-111 16,2 0-72-16,6 2 136 0,1 2-98 0,5-2-49 16,1 3 11-16,-1 0 48 0,0 0-54 0,-2 4-27 15,0 5 1-15,-3 4 38 0,2 2-22 0,-8 2-11 16,-3 5-33-16,-6 2 22 16,-4 2-22-16,-2 3 0 0,0 4 82 0,-10-5-46 15,-10 1 0-15,-4 3 128 0,-6-4-82 0,-3-1-41 94,-4 2 10-94,2-10 73 0,-1-2-122 0,0-2-42 0,1-6 0 0,4-3 0 0,-1 0 0 0,10-6 0 0,8 0 0 0,5-6-126 0,8-7 53 0,1-1 56 0,3-6-800 0,18 1 350 0,5-4 217 0,6-2-546 0,1-4 378 16</inkml:trace>
  <inkml:trace contextRef="#ctx0" brushRef="#br0" timeOffset="3071.42">7917 8465 2084 0,'4'-12'-1'0,"0"2"0"0,-2 3 1 16,-2 3 0-16,0 4 0 0,0-3 0 0,-6 3 0 0,-4 4 0 0,-4 12 790 0,1 5-376 0,-4 8-187 16,2 3-94-16,-1 2 152 0,6 4-285 0,3-1 0 78,4 1 0-78,3 0 0 0,4-1 0 0,15 4 0 0,9-9 0 0,10-4 0 0,8-3 0 0,6-9-433 0,5-5 190 0,12-4 150 0</inkml:trace>
  <inkml:trace contextRef="#ctx0" brushRef="#br0" timeOffset="3671.5">2789 5206 1895 0,'-4'-5'0'0,"0"0"0"0,4 5 0 0,0 0 0 0,1 0 0 0,6 7 0 0,8 3 0 0,4 1 287 0,1-2-128 0,-1 0-59 0,3 3 61 0,2-1-61 0,-1-2-29 0,2 3-58 0,-4-2-11 0,1 1 38 16,-2 2 0-16,0-1-344 0,-3 4 172 0,-1-3 96 16,-5-1 33-16,-3 0-674 0</inkml:trace>
  <inkml:trace contextRef="#ctx0" brushRef="#br0" timeOffset="3947.12">3306 5032 1656 0,'0'0'0'0,"-5"-3"0"0,-1 1 0 0,1 1 0 0,-1 1 0 0,-4 0 951 16,1 15-461-16,-6 10-223 15,0 8-113 1,-4 9 158-16,-4 11-211 0,-3 12-101 0,-3 7 0 0,3 6 0 0,-1 4 0 0,5-4 0 0,4-2 0 0,3 0 0 15,4-21 0-15,5-7 0 0,2-10 0 0,2-3 0 47,2-11 0-47,0 0 0 0,0-13 0 0,0-4 0 0,0-4 0 0,0-3 0 0,0 0 0 0,0 0 0 0,0 0 0 0,0-5 0 16,0-5 0-16,0 0-68 47,-1 0-585-47,1 4 310 0,0-2 151 0</inkml:trace>
  <inkml:trace contextRef="#ctx0" brushRef="#br0" timeOffset="7609.45">3670 6828 1264 0,'-3'0'0'0,"-4"-5"0"0,3 2 0 0,1 0 0 0,0 3 0 0,2-2 0 0,-1 0 0 0,1 1 71 0,1-1-9 0,0 1-24 0,0 1 428 0,0 0-214 0,0 0-107 0,3 0-45 0,1 0 77 0,3 0-70 0,2 0-35 0,-2 0 0 0,2 0 15 0,2 0-15 0,-1 0-10 0,2 0 76 0,0 0-50 16,2 0-25-16,1 0 81 0,0 0-44 0,0 0-35 0,1-2-1 0,2-2-27 0,-2 3 1 0,3-2-1 0,1-1 10 0,-4 1-37 0,-1-1 27 0,0 2-21 0,-1 0-16 0,-3-1 0 15,0 0 0-15,-4 2 0 0,0-1-38 0,-4 1 17 31,-2-2 27-31,-1 2-248 0,0 0 116 0,0 0 65 0,-2-1 17 0,-7 0-714 16,-2 0 361-16,0 2 170 0</inkml:trace>
  <inkml:trace contextRef="#ctx0" brushRef="#br0" timeOffset="8288.75">2887 6888 927 0,'-6'0'0'15,"-3"0"0"-15,1 0 0 0,0-3 0 0,4 2 0 0,-2-2 157 0,3 0-60 0,-4 0-29 0,6 1 120 0,-3-1-66 0,3 1-47 0,1-2 0 0,0 3 179 0,0-3-108 0,0 3-54 16,1 0-17-16,9-2 203 16,-1 2-121-16,1 0-59 0,3-2 134 0,3 0-97 15,3 2-40-15,-2-1 62 0,5-1-60 0,-1 0-30 16,5 0 0-16,1 1-34 0,-3-1 5 0,2 1 0 15,-1-2 0-15,3 1-95 32,0-2 47-32,0 0 34 0,-2 2-10 0,-4-2-194 0,-1 1 93 0,-2-2 59 0,-3 0-299 0,3 2 135 0,-11 0 58 0,0 0 57 15,-5 0-26-15,-2 2 34 0,1 0 3 0,-2-2-10 16,0 3 38-16,-3-1 0 0,-6 2 1 0</inkml:trace>
  <inkml:trace contextRef="#ctx0" brushRef="#br0" timeOffset="8717.37">3004 6958 1637 0,'-15'4'0'0,"3"-2"0"0,0 1 0 0,6 0 0 0,-2-3 0 0,8 3 0 0,0-3 0 0,3 0 278 0,7 0-120 0,5 0-60 0,3 0 127 0,0-3-98 0,2 0-45 0,0 3 0 0,-1-2-123 0,-1 1 40 0,2 1 8 0,-5 0 31 0,-4 0-84 0,3 3 42 0,-6 5 0 0,3 1-85 0,-7 1 59 0,-2 2 34 0,-2 3 0 0,0-1-9 0,0 1 1 0,-10 4-71 0,-3-2-23 0,-4-4 27 0,-1 1 29 0,0-3 1 0,-4-1 134 0,2 1-52 0,0-4-14 0,0-3 0 0,0-1 190 0,2-1-102 0,1 0-50 0,-2-2-1 0,6 0-1 0,3 0 0 0,3 0 318 0,0 0-172 0,3 0-85 0,3 0-34 0,1 0 52 0,0 0-121 0,3 0-21 0,9 0 0 0,2 0 0 0,2 0 0 0,4 0 0 0,1-6 0 0,5 3 0 0,-2-4 0 15,2 2 0-15,4 1 0 0,-6-3 0 16,4 3 0-16,-4-2 0 0,1 0 0 0,-2 4 0 0,6-4 0 0,-9 3-66 16,-2 2-157-16,0-2 74 0,-3 2 65 0,-3 1-399 46,1 0 214-46,-5 0 120 0,-1 0 55 0,-4 0-457 0,-2 0 257 0,-1 0 127 0</inkml:trace>
  <inkml:trace contextRef="#ctx0" brushRef="#br0" timeOffset="9183.73">2809 6217 365 0,'-5'-2'0'0,"-2"-2"0"0,1 1 0 0,3-2 0 0,0 4 402 0,0-3-182 0,3 1-91 0,0-1-36 0,0 1 278 0,0 0-166 0,3-1-84 0,6 2-41 0,4 1 86 0,3-3-54 0,1 4-42 0,2 0 111 0,4 0-72 0,-1 0-35 0,2 0 11 0,7 0-37 0,-6 0-10 0,3 0 0 0,-1 0-47 16,1 0 1-16,-1 0 46 16,2 0 10-16,-8 0-152 0,-1 0 71 0,-2 0 36 0,-6 0 0 0,2 0-104 15,-6 0 34-15,-5 0-3 16,0 0-294-16,-3 2 144 0,0 0 96 0,-9 1-274 0,0 0 170 0,-4-1 100 31,-1 3 45-31,1-3-309 0,-1 1 176 0</inkml:trace>
  <inkml:trace contextRef="#ctx0" brushRef="#br0" timeOffset="9552.04">2877 6246 1345 0,'-15'4'0'0,"1"2"0"0,2-1 0 0,2 0 0 16,4-1 0-16,0 1 0 0,4 0 0 0,2 0 0 0,0 2 200 0,0 3-72 0,0-3-49 0,4 5 204 0,5 1-123 15,-4 3-61-15,5 4 42 0,-4 0-41 0,1 3-37 0,-1 2 1 0,-1 1 38 16,-2 3-32-16,2 3 9 47,-4-2-41-47,1-3-23 0,0 2 23 0,-2-2 0 0,0 0 0 0,0 2-31 0,0-8-9 0,0-2 40 0,0-2-38 0,0-4 0 0,0-3 38 0,-4 2-75 15,3-10 31-15,-4 0 7 0,2-2-1 0,-2 0-15 32,-1-2 1-32,0-4 21 0,-1-5 9 0,-3-1-157 0,3-2 72 0,-2-2 28 15,1 0-1-15,-3-2-82 0,3 2 56 0</inkml:trace>
  <inkml:trace contextRef="#ctx0" brushRef="#br0" timeOffset="9734">2777 6662 2583 0,'-8'-17'-45'0,"1"3"11"0,-2-1 10 0,1-1 111 0,1 6-53 0,1 2-29 0,2 1-1 0,-2 2 85 0,0-1-52 0,1 1-21 31,2 4 11-31,-3 1 190 0,3 0-78 0,0 3-60 0,0 7 38 0,0 4-17 0,0 0-35 0,-2 4-1 0,0 3-86 0,2-2 30 0,1 3 0 0,-3-2 39 0,1 1-9 0,1-3 0 0,-2-2 0 0,3-1-406 0,1-2 177 0,-2 0 99 0,1-5 22 0,-1-1-71 0,3-4 36 0,0-1 42 0,0-2-211 0,0 0 108 0,0 0 69 0,0-5 29 0,0-6 1 0,3-2 28 0,2-3 1 0,3 0-717 0,2 0 364 0,-1-2 176 0</inkml:trace>
  <inkml:trace contextRef="#ctx0" brushRef="#br0" timeOffset="10086.2">2937 6422 544 0,'1'-9'0'0,"1"0"0"0,-1 0 0 0,1 3 0 0,0-1 0 0,1 0 269 0,0 2-116 0,2-2-58 0,0 0 252 0,-1 4-159 0,1 0-75 0,2-1 82 0,0 0-79 0,3 3-39 0,0-1 10 0,1 1 19 16,0-1-33-16,2 2-1 0,1 0-34 0,0 0 30 0,1 0-20 0,-2 0-10 0,2 0 0 0,-4 5-61 0,1 0 31 0,-1 2-1 0,-1 2-37 0,-4-1 29 15,0 4 0-15,-3 1-14 0,-1 3 0 0,-2-2 17 31,0 3 30-31,-2 0-75 0,-7-1 28 0,1-1-23 0,-6 0 47 0,4 0 54 16,-3-1-26-16,-1-2-7 0,2-2-23 0,-2-2 125 16,-1-1-58-16,2-3-21 0,1 3 137 0,0-4-75 15,2 0-40-15,1-3-10 16,4 2 44-16,-5-2-26 0,7 0-9 0,0 0 54 16,1 0-44-16,2 0-14 0,0 0-70 0,0 0 0 0,3 0 0 0,9 0 0 15,-1 0 0-15,3 0 0 31,2 0 0-31,2-2 0 0,1 1 0 0,-1-1 0 0,4-1 0 0,-3 2 0 0,2-1-12 0,2-2-85 16,-4 2 54-16,1 0-88 0,-4 1 65 0,1-3 7 16,-1 2 25-16,0 1-101 0,-7-1 56 0,-2 2 1 31,0 0-1-31,-5 0 125 0,0 0-41 0,1 0-11 0,-3 0 205 0,0 0-109 16,0 0-58-16,0 0 65 0,-3 0-52 0,-1 0-10 15,1 0 6-15,-3-2-373 16,1 1 164-16,1 1 89 0,2-2 40 0,-1 2-347 0,-1 0 169 0,2 0 96 15</inkml:trace>
  <inkml:trace contextRef="#ctx0" brushRef="#br0" timeOffset="10750.25">3784 6854 1133 0,'-8'-5'0'0,"1"-3"0"0,3 3 0 0,0 1 0 0,0-3 0 0,2 2 0 0,1-3 0 0,1 3 160 0,0 0-59 47,0 1-32-47,0-1 61 0,1 2-45 0,5-1 9 0,1 4-54 0,-1-2 158 0,5 2-79 0,-3 0-39 0,2 0-1 0,0 0 47 0,-1 0-48 0,1 0-1 0,1 0-7 0,-2 2-30 0,0-2-1 0,6 2-133 31,-6-2 61-31,3 0 37 0,-1 0-1 0,0 0-477 0,4 0 251 0,-4 0 101 16,2 0 26-16,3 0-352 0</inkml:trace>
  <inkml:trace contextRef="#ctx0" brushRef="#br0" timeOffset="10972.12">4287 6781 1373 0,'1'0'0'0,"3"0"0"0,2 0 0 0,-3 0 0 0,3 0 0 0,-1 0 0 0,4 0 229 0,-2 0-94 0,5 0-49 0,3-3 59 0,2 0-44 0,3-2-35 0,0 1-1 0,4-3-336 0,4 0 156 0,3 0 76 0,5 2 50 0,-6-2-271 0</inkml:trace>
  <inkml:trace contextRef="#ctx0" brushRef="#br0" timeOffset="11082.92">4944 6710 1064 0,'0'0'0'0,"0"0"0"0,0 0 0 0,0 0 0 0,0 0-1 0,0 0 1 0,2 0 492 0,2 0-217 0,0 0-122 0,4 0-58 15,2 0 38-15,0 0-47 0,3-1 10 0,3-2-57 0,4 0-398 16,-2 2 200-16,3-2 98 0,4 0-675 0,3 1 365 0</inkml:trace>
  <inkml:trace contextRef="#ctx0" brushRef="#br0" timeOffset="11252.79">5461 6703 920 0,'8'0'-1'0,"-3"0"1"0,1 0-1 0,1 0 0 0,-1 0 0 0,2 0 0 0,0 0 442 0,2 0-207 0,0 0-99 0,2 0-48 0,2 0 321 0,3-1-185 0,0-5-84 0,3 2-55 0,1-3 0 0,2 1-47 0,2 1 1 0,0-1-661 0,6 1 340 0,-7 0 155 0,2 2-617 16,0 0 382-16</inkml:trace>
  <inkml:trace contextRef="#ctx0" brushRef="#br0" timeOffset="11424.09">6055 6653 914 0,'6'0'-1'0,"-2"0"1"0,0 0 0 0,2 0 0 0,2 0 0 0,-2 0 294 0,3 0-134 0,0-1-60 0,4-1-31 16,-3 1 375-16,6-3-193 0,1 0-111 0,1 1-51 0,1 1 148 16,3-3-99-16,1 1-50 0,4-1-305 0,-4 0 122 47,4 0 67-47,0 0-503 0,-1 1 284 0,0-2 143 0,5 2 80 0,-6 1-628 0,2 0 286 0,-4-2 164 0,0 2 82 0</inkml:trace>
  <inkml:trace contextRef="#ctx0" brushRef="#br0" timeOffset="11544.75">6670 6571 733 0,'10'0'-1'0,"-2"0"1"0,2 0-1 0,-2 0 1 0,3 0 0 0,-2 0 354 0,1 0-163 0,0 0-77 47,0 0-38-47,4 0 243 0,-1 0-132 0,1 0-79 0,1 0-35 0,2 0 12 0,-2-1-24 0,6-1 1 16,1-2-399-16,-2 1 182 0,0 0 97 0,2 0-646 0</inkml:trace>
  <inkml:trace contextRef="#ctx0" brushRef="#br0" timeOffset="11740.22">7342 6568 1214 0,'13'0'-1'0,"2"0"0"0,-1 0 0 0,-1 0-1 0,1 0 1 0,1 0 0 0,0 0 0 0,4-2 342 0,-6 0-157 0,2 1-75 0,1-1-37 0,2 0-239 0,-2-1 101 0,4 0 60 0,-3 2-202 0,-2-2 121 0,2 0 62 0,-1 1 30 0</inkml:trace>
  <inkml:trace contextRef="#ctx0" brushRef="#br0" timeOffset="11819.37">7755 6528 1306 0,'3'0'0'0,"-1"0"0"0,-1 0 0 0,1 0 0 0,-1 0 0 0,2 1 0 0,-1-1 166 0,-1 0-56 0,0 0-41 0,0 0 321 16,1 0-177-16,-1 0-88 0,3 0-44 0,-3 0-136 15,1 0 42-15,3 0 24 0</inkml:trace>
  <inkml:trace contextRef="#ctx0" brushRef="#br0" timeOffset="17136.53">2769 7786 622 0,'0'-7'0'0,"-1"3"0"0,1 0 0 0,-3-1 0 0,2 3 0 0,1-4 0 0,0 3 0 0,0 0 65 16,0 0-22-16,0-1 11 0,0 3-15 0,0-1 4 15,0 0 0-15,1 0-9 16,2 2 20-16,0 0-10 15,0 0-1-15,0 0 46 0,4 0-46 0,-4 0 0 0,1 0 11 0,0 0 32 16,1 2-1-16,-1 2-42 0,1-3 0 0,0 0 50 0,2 2-39 0,-1 0-10 16,0-2 27-16,2 1 0 15,-1-1-28-15,1-1 0 0,2 2 26 0,1-2-26 16,-1 0 0-16,4 0-16 0,-4 2 16 0,2-2 0 16,5 0 11-16,-6 0-25 0,5 0 14 0,-2 0 0 15,2 0 0-15,0 0-31 16,1 0 39-16,-2 0-16 0,0 0-32 0,0 0-1 0,2 0 35 0,-2 0-2 15,1 0 7-15,-2 0-10 32,1 0 2-32,-3 0-35 0,1 0-1 0,0 0 28 0,5 0 12 0,-7 0-56 0,2 0-1 0,2 0 40 15,-1 0 4-15,-1 0-33 0,4 0 6 16,-2 0 14-16,1-2-49 0,1-1 50 0,-4 0 3 0,4 0-26 16,3-1 27-16,-3 1-12 15,0-1 7-15,-1-2-49 0,4 3 46 0,-5 1-4 0,6-1 5 0,-6-1-6 31,-2 2 3-31,2-1-6 47,1 1 6-47,2 1 6 0,-6 0-7 0,2 1-3 0,-2 0 41 0,-1 0 0 0,5 0-37 0,0 0 38 0,-2 0-36 0,1 0 4 0,-1 0-3 0,0 0 47 0,3 0-44 0,0 0 11 16,0 0-10-16,-2 0-15 0,2 0 17 0,1 0 4 0,-2 0-4 0,6-3-35 16,-5 2 34-16,0 0 0 31,0-1-49-31,1-2 45 0,1 3 1 0,0-1-1 0,-2 1 0 0,-1-1-3 0,-2 1 2 0,0 1 25 0,3 0-25 0,0 0 1 15,-4 0-1-15,1 0 17 16,0 0-16-16,1 0-1 0,-1 0 0 0,4 0 21 16,-3 1-15-16,-1 2-3 0,4-1 9 0,-2-1-7 15,1-1-1-15,3 3-12 0,-2-3 12 0,-3 0 0 16,3 0-1-16,0 0-16 62,2 0 15-46,1 0 3-16,-2 0-5 0,1 0-15 0,-3 0 13 0,2-3 3 0,-2 2-4 0,6-1 8 0,-6 1-5 0,1-1 0 0,-1 1-6 0,-1-2 5 0,1 3 1 0,5 0-6 0,-6 0 5 0,1 0 0 0,-2 0 1 0,3 0-15 16,0 0 14-16,3 0 2 0,-1 0-3 0,-2 0-35 0,2 0 34 0,0 0-1 15,5 0 0-15,-5 0-12 0,1 0 9 0,-3-1 2 47,4 0-22-47,0-4 20 0,3 3-1 0,-6-2 1 16,1 1-5-16,1-1 4 0,-2-1-6 0,1 4 6 0,3-3-7 0,-5 1 6 0,0 0-3 0,-3 2 45 0,3-3-39 15,1 3-1-15,3-2 4 0,-5 1 48 0,0-1-46 0,2 3-4 0,1-4-8 16,-1 3 10 0,7-3 4-16,-6 2-32 0,2-2 28 0,-3 2-1 0,1 1-1 0,2-3-29 0,2 0 28 0,-4 1 0 15,0 0-4-15,2 0-7 0,-2 2 7 16,0-4 2-16,3 2-2 0,-4 2 9 31,1 0-9-31,-1-1 1 0,0 0-1 0,1 2 1 0,-1-1 0 0,0 1 1 0,0 0-1 0,-1 0 1 16,0 0 0-16,0 0-13 0,3 0 13 0,-2 0-1 31,-2 0 1-31,3-2-14 0,-2 2 12 0,2 0 0 0,3-2 0 0,-5 2-10 0,2 0 10 0,-2 0-3 16,1-2-1-16,0 2 2 15,3-1 0-15,-5 0 0 0,3 1 0 0,-1-3 0 16,0 2 0-16,4-1-26 0,-4 0 26 0,-2 1-1 16,3-1 1-16,-2 2-49 0,2-3 47 0,1 1-3 15,-2 1 3-15,0 0-9 0,1-2 7 0,-1 1-3 16,1 1-26-16,3 0-5 109,-5-2 31-109,2 3-18 0,-3 0 16 0,2 0-4 0,-2 0 4 0,3-3 2 0,-3 3-4 0,-2 0-1 0,2 0 1 0,-3 0-2 0,-1 0 2 0,5 0-8 0,-3 0 7 0,-4 0 73 0,3-1-34 0,0 1 4 0,-2-1 12 0,3-1 6 0,-2-1-49 0,1 2 20 0,-4 0-16 0,4-1 5 0,-3-1-3 0,3 3-5 0,-4-3 6 0,-1 2 7 16,2 0-5-16,-2 0-45 0,0 1 44 0,-1-2 1 0,2 2-2 0,-3-3-41 47,1 3 1-47,0 0 27 0,-1 0-38 0,2 0 38 0,-2-1 4 0,1 1-30 0,-1 0 0 0,-2 0 24 0,2 0 1 0,1 0 11 0,-3 0-14 0,2 0 2 15,-1 0-1-15,-3 0 20 0,2 0-19 16,3-2-4 0,-4 2 4-16,1 0 41 0,-2 0 2 0,3 0-40 0,-3 0 35 0,2-1 3 15,0 1-26-15,-2 0-4 0,3-2 3 0,-4 2-3 16,1 0 7-16,2 0-54 15,-2 0-1 1,1 0 48-16,0 0-1 0,-2 0-28 0,2-3-6 0,-3 3 32 0,1 0-12 0,-1 0-68 0,1 0 29 0,-1-2-1 16,-1 2-176-16,0-2 104 15,0 1 37-15,0 1-845 0</inkml:trace>
  <inkml:trace contextRef="#ctx0" brushRef="#br0" timeOffset="22076.19">3793 8172 656 0,'0'0'0'0,"0"0"0"0,-2 0 0 0,-1 0 0 0,0 0 0 0,2 0 0 0,-2 0 0 0,0 0 0 0,-1 2 85 0,3 1-43 0,-1-1 65 16,0 0-38-16,1 2 0 15,-1 0-27-15,2-1 30 0,-1 1 1 0,1-1-21 16,-1 1-10-16,1-3-2 0,0 2 2 0,0-2 0 16,0 4 0-16,0-4 28 0,0 0-28 0,0 3 12 15,0-4-12-15,0 4 0 0,0-3 0 0,0 1 20 16,0 0-20-16,0-2 0 15,1 1 0-15,0 1-7 0,1-2 7 0,-1 0 10 0,1 0-10 0,0 2-32 16,-1-2 32-16,1 0 0 16,0 0-21-16,1 3 30 0,0-3-14 0,-2 0-30 15,2 0 29-15,0 0 1 0,0 0-3 0,0 0-17 110,0 0 16-110,0 0 1 0,-1 0-3 0,2 0 17 0,0 0-15 0,0-3 8 0,-1 1-8 0,0 0-20 0,1-1 20 0,-1-4 0 0,3 3-27 0,0-3 34 0,-3 2-8 0,2-3-45 0,3-1-1 0,-5 2 43 0,2-2 2 0,1 0-29 0,1 2 21 0,-5 0 2 0,3-1-7 0,0-1 24 0,2 1-17 0,-5 1-7 0,4 0 3 0,0 1-27 15,-1-1 27-15,-1 0 0 0,2-3-27 0,2 5 26 16,-4-3 0-16,2 1-14 0,2-2 13 0,-3 1 1 16,4-1 4-16,-2 2-40 0,-1-1 32 0,0-1-4 15,2 1 4-15,-2-1-30 0,0 1 31 0,1 0-9 16,-1 2 5-16,0-3 12 15,1 1-13-15,-2 1 1 0,4-2 32 0,-3 0-32 16,1 2 0-16,0 1-2 0,-1-4 3 0,2 2 2 16,2-2 1-16,-5 2-44 0,4 0 41 0,-3 0 0 15,2-1 0-15,1 1-34 0,0-1 4 0,1 0 24 16,-2 1 2-16,1-1-52 0,0 0 49 0,2-2-7 16,-1 0 5-16,3 2-4 0,-4-1 2 0,2-1 13 15,2-2-13-15,-3 2-1 0,4-3 1 0,0 0-2 16,-4 0 2-16,4 2 1 0,-3-2 0 0,1 3 6 15,3-4-5-15,-5 4 1 16,2 2-2-16,-1-3 19 0,-1 2-18 0,1 2 1 16,0-3 22-16,-1 1-21 0,0 0-1 0,0 2 4 15,0-2-3-15,4-1 2 0,-2 1-3 0,1-2-12 16,-1 3 14-16,3-3 0 0,-3-1-1 0,5-2-14 16,-3 1 14-16,0 2-1 78,0 1 1-78,-1-2-42 0,2-1 40 0,2-2-3 0,-4 3-20 0,-1 1 20 0,3-1 0 0,-1-1 29 0,-1 2-29 0,3-3-1 0,-1 3-1 0,-1-2 36 0,-2 2-32 0,5-1-1 0,-2 0 2 0,3-4 7 0,-2 2-4 0,-3 1-3 0,4-2 6 0,-3 3-14 15,2-1 12-15,0-4-1 0,-1 4-13 0,-4 3 11 32,2-2 1-32,0 2 0 0,0-1-4 0,3-2 5 0,-3 4-10 15,0-2 49-15,1 0-43 0,2 1 2 0,-3-1 2 0,6-3-8 16,-3 1 8-16,1 0-1 0,-1-2 3 0,0 1-31 0,4-2 28 0,-2-3 2 15,1 4-51-15,-3-2 0 0,3 0 41 16,-4 0-30-16,3-1 27 0,2 0 2 0,-6 2-9 16,3 1 22-16,-1 1-17 0,1 0 1 15,-4 0-5-15,5-2 29 0,-3 4-25 0,0-1 2 16,0 0 0-16,-1 1 12 0,1-1-9 0,3-2-3 16,-5 1 14-16,3 3-12 15,-2-2 5-15,1-1-43 0,2-2 38 0,-1 5 1 16,-1-3-2-16,-1 0-3 0,2-1 2 0,-1 2 1 0,4-6-3 0,-3 6 17 15,-1-2-15-15,2 2 0 16,-4-4-1-16,4 5 18 0,3-6-17 0,-4 6 1 16,0-1 8-16,0-2-7 0,-1 3 2 0,0-1-22 15,4-1 21-15,-6 1-1 0,1 2 2 0,-2-1 3 16,2-1-5-16,-1 0 0 0,1-1-1 0,-2 3-7 16,0 0 6-16,-1-3 0 0,2 3 0 0,0-2-43 15,2-3 41-15,-3 5 0 0,3-4 1 0,-2 3-50 16,4-4 0-16,-1 2 6 15,4-4 35-15,-3 4-3 0,-1-1 5 0,3-2-61 0,0-1 27 0,-1 2-9 16,5-5 29-16,-4 5-31 16,3-4 0-16,-2 4 21 15,-1-2 8-15,1 1-34 16,3-1 23-16,-7 3 1 0,0 3 47 0,-3 2 0 0,-2 0-41 0,-1 6 107 0,-2-4-56 0,-2 9-17 16,-5-3 1-16,2 1 66 0,-3 2-42 0,0 0-12 46,0 0-2-46,0 0 153 0,0 0-81 0,0 0-21 0,0 0-1 0,0 0 15 0,0 0-6 0,1 0-17 0,0 0-84 0,2 0 37 16,0-1-1-16,1-1-41 0,0 0 27 0,-1 0-1 16,-1 2 36-16,0-3-41 0,-1 3 1 0,2 0 16 15,0 0 13-15,-1 0-54 0,0 0 0 0,0 0 27 16,-2 0 15-16,0 0-61 16,1 0 29-16,-1 0-9 0,0 0-255 0,0 0 131 15,0 0 70-15,0 0 19 0,0 0-716 0,-5 5 373 0</inkml:trace>
  <inkml:trace contextRef="#ctx0" brushRef="#br0" timeOffset="23076.66">6571 5093 340 0,'-6'0'0'0,"0"0"0"0,-1 0 0 0,0-1 0 0,-1 0 0 0,3-2 0 0,0 2 329 0,2-4-144 0,-1 1-73 0,0-1 174 0,3-2-128 0,1 0-58 0,0 0 152 0,0-1-105 0,0 1-54 0,5-1-15 0,5 1 111 16,5 2-74-16,-1-4-37 0,5 8 0 0,2-3-16 16,0 3-11-16,1 1-10 0,2 0 0 0,-2 0-41 15,0 2 1-15,0 7 40 0,-1 0-94 0,-3 3 42 16,-3 0 26-16,-3 5-106 15,-4-1 52-15,-4 5 36 0,-1 0-7 0,-3-1 24 16,-1-2-22-16,-14 2 18 0,-5 0-36 0,-2-3 212 0,-5 0-85 16,1-5-46-1,-1-3 9-15,-1-4 0 0,2 1 14 0,2-3-50 0,-3-2 11 0,8-1-4 16,0 0 31-16,7 0-255 0,1 0 115 0,5-1 53 16,1-2 36-16,5-3-561 15,0-4 268-15,9 3 99 0,10-5 78 0,4 0-523 0,3-3 282 16</inkml:trace>
  <inkml:trace contextRef="#ctx0" brushRef="#br0" timeOffset="23277.17">6929 4922 2532 0,'-8'-9'0'0,"1"4"0"0,-3 1 0 0,-1 2 0 0,3 1 0 0,-7 1 0 0,6 0 0 0,-1 7 0 0,-4 5 0 0,6 5 296 0,-1 0-128 0,1 4-53 0,5 0-43 0,0 1 146 0,3-2-89 0,0 3-44 0,4-2 0 0,8 4-131 0,2-7 37 0,8-1 1 0,1 0 49 0,3-6-347 0,0 1 173 0,6-2 97 0,-4-6-483 0,1-1 213 0,-2-3 152 0,2 0-438 15,-2 0 276-15,4-3 127 0,-9-9 79 0,1-2-180 16</inkml:trace>
  <inkml:trace contextRef="#ctx0" brushRef="#br0" timeOffset="23443.01">7186 4892 1901 0,'-9'-3'0'0,"1"0"0"0,2 1 0 0,1-1 0 0,1 2 0 0,-2-1 0 0,6 2 0 0,0 0 0 0,0 0 0 0,2 0 480 0,8 0-220 0,2 0-99 0,2 0 33 0,1 3-76 0,1 0-39 0,1-3-396 0,3 0 188 0,-1 0 79 16,-2 0 44-16,0 0-645 0,-2 2 345 0,-1-2 174 15,0 2 15-15</inkml:trace>
  <inkml:trace contextRef="#ctx0" brushRef="#br0" timeOffset="23596.46">7201 5017 1780 0,'-16'3'0'0,"0"-1"0"0,3 2 0 0,3-1 0 0,4 0 0 0,4 0 0 0,2 0 0 0,0 0 198 16,0 0-69-16,7-1 251 0,6 1-170 0,3 0-85 15,-1-1-42-15,1 2-176 0,4-1 77 0,-1-1 23 16,-2 2 0-16,2-1-566 0,0 0 300 0,-1-1 149 15,4 2 86-15,-5-4-675 0</inkml:trace>
  <inkml:trace contextRef="#ctx0" brushRef="#br0" timeOffset="23765.48">7544 4802 1398 0,'0'-3'0'0,"-2"-1"0"0,0-2 0 0,-1 2 0 0,0 1 0 0,3 2 0 0,0 0 377 0,0 1-168 0,0 0-84 0,7 0 381 0,3 0-237 0,-1 4-115 15,2 3-56 1,2 1-56-16,0 0-2 0,0 2 11 0,-3 2-10 0,2-3-485 16,-3 3 242-16,2-2 121 0,-3 0 61 0,4 0-750 15,-5-4 390-15</inkml:trace>
  <inkml:trace contextRef="#ctx0" brushRef="#br0" timeOffset="24040.05">7758 4737 899 0,'-4'-3'0'0,"2"-2"0"0,1-1 0 0,0 0 0 0,-1 6 173 0,2-2-66 16,0 2-34-16,0 0 536 0,0 0-284 0,0 8-132 15,0 3-81-15,0 6 330 0,-4 5-201 0,-1 4-100 16,-1 5-50-16,-6 6 89 0,2 2-74 0,-4 2-33 16,-1 3 0-16,1 0-33 15,-5 5 1-15,2 2-29 0,2-10-12 0,-1-4 0 16,5-5 0-16,1-6 0 0,1-5 0 0,2 1 0 15,3-12 0-15,1-7 0 0,3-1 0 0,-3-2 0 16,3 0 0-16,0 0 0 0,0 0 0 0,0-4 0 16,0-1 0-16,0 1 0 0,0 0 0 0,0-2 0 15,0 0-89-15,3 2 28 0,-2-3 33 0,1 2-312 16,-2-3 132-16,2 3 94 0,0-1 6 0</inkml:trace>
  <inkml:trace contextRef="#ctx0" brushRef="#br0" timeOffset="25335.59">8518 4759 1890 0,'0'0'0'0,"0"0"0"0,-2-1 0 0,0 0 0 0,2-2 0 0,0 3 0 0,0 0 0 0,0 0 0 0,2 0 0 0,5 0 84 0,4 4 10 0,-1 1 351 0,4 2-203 0,-2 1-101 0,4 2-51 0,-4-1-241 0,5 3 105 0,-6-2 38 0,3 1 0 0,-2 2-185 0,-3-1 117 0,2-2 57 0,-1 2 40 0,-1-3-10 0,-1-3-3 0,1 0-1 15</inkml:trace>
  <inkml:trace contextRef="#ctx0" brushRef="#br0" timeOffset="25535.68">8805 4660 1585 0,'0'-5'0'0,"0"1"0"0,0 0 0 0,0 0 0 0,0 2 0 0,0 1 0 0,0 1 0 0,0 0 304 0,0 3-132 0,0 14-67 0,0 5 365 0,0 6-220 0,-3 5-105 0,-5 8-53 0,0 4 152 0,-1 3-102 0,-1 5-41 0,-3 1-36 0,3-3-7 0,-2 1-18 0,0-3 0 0,2-3-206 0,-1-1 113 0,3-13 42 0,1-10-373 16,2-7 212-16,2-8 106 0,1-7 38 0,1 0-596 15,1-3 259-15,0-16 163 0,0-5 80 0,0-4-458 16,4-2 270-16,4-4 125 0</inkml:trace>
  <inkml:trace contextRef="#ctx0" brushRef="#br0" timeOffset="25674.75">8815 4916 581 0,'10'-12'0'0,"2"-1"0"0,-1 6 0 0,2 0 0 0,-3-3 0 0,4 7 575 16,1-3-268-16,5 1-123 0,-3 2-78 0,3 0 411 31,1-1-238-31,-2 2-120 0,1 2 40 0,3-3-69 0,-5 3-50 0,0 0-264 0,0 0 112 0,-6 0 57 16,-1 3 26-16,4 3-623 0,-11 0 321 0,-1 1 165 16,-3 0 83-16</inkml:trace>
  <inkml:trace contextRef="#ctx0" brushRef="#br0" timeOffset="25843.65">8941 5022 758 0,'-11'4'0'0,"3"-1"0"0,0 2 0 0,2-1 0 0,3 1 0 0,2-2 634 0,1 0-297 0,0-2-148 16,0 1 449-16,10-2-304 0,4 0-147 0,2 0-26 16,1 0-61-16,2-2-30 0,0-2 10 0,-1-1-273 15,1-1 116-15,0 0 59 16,1 2 28-16,-1-3-748 0,1 0 398 0,-2 0 185 15</inkml:trace>
  <inkml:trace contextRef="#ctx0" brushRef="#br0" timeOffset="26056.47">9249 4829 1440 0,'0'-3'0'0,"0"-2"0"0,2 1 0 0,-1-1 0 0,4 0 0 0,4 0 0 0,2 3 344 0,4 1-153 0,3 1 382 0,4 0-267 16,4 1-133-16,1 10-56 0,-2 4 177 15,-2 6-126-15,-1-1-65 0,-6 8-31 0,-4 2 12 16,-7-3-18-16,-5 2-66 0,0 3 0 0,-9-2 0 16,-10 0 0-16,-4 1 0 0,-6-6 0 0,1-4 0 15,-3-1 0-15,3-6-1 0,-1-2-113 0,2-1 86 47,9-7 9-47,2-2-732 0,6-2 333 0,9 0 190 0,1-2 87 0,4-10-699 0</inkml:trace>
  <inkml:trace contextRef="#ctx0" brushRef="#br0" timeOffset="26244.67">9704 4795 2172 0,'-3'-10'0'0,"-6"5"0"0,2-1 0 0,-3 3 0 0,-4 2 0 0,1 1 0 0,-5 0-2 0,2 11 416 0,-1 5-189 0,1 6 398 16,1 2-294-16,3 4-159 15,2 2-170-15,9-1 0 0,1 4 0 0,0 0 0 16,9 3 0-16,9-1 0 0,4-6 0 0,6 0 0 15,5-4 0-15,3-5 0 0,3-6 0 0,6 1-31 16,-4-11-349-16,-1-4 209 16,3 0 19-16,-2-2-865 0</inkml:trace>
  <inkml:trace contextRef="#ctx0" brushRef="#br0" timeOffset="34859.22">16613 4123 1395 0,'0'-2'0'0,"0"-3"0"0,0 2 0 0,0 2 0 0,0-4 0 0,0 3 0 0,0 0 0 0,-1-1 0 0,1 1 208 0,0-1-86 0,0 3 124 0,0-3-104 0,0 3-53 0,0-1-16 0,0 1 80 0,0 0-58 0,1 0-29 16,3 0 0-16,1 0 82 0,2 0-46 0,1 0-38 94,1 0 1-94,2 0 35 0,0 0-31 0,3 0-1 15,0 0 118-15,-1 0-80 0,2 0-34 0,3 0 91 0,0 0-63 0,2 0-67 0,3 0-33 0,-1 0 0 0,3 0 0 0,3 0 0 0,2 4 0 0,1-4 0 0,6 5 0 0,-1-2 0 0,2-1 0 0,2-1 0 0,2-1 0 0,3 0 0 0,6 0 0 0,-9 0 0 0,2 0 0 0,3-1 0 16,-3-4 0-16,2 0 0 0,8 1 0 16,-10 1 0-16,1-2 0 0,-1 1 0 15,1 1 0-15,-1 1 0 0,7-4 0 0,-10 3 0 0,-2 0 0 0,1-2 0 16,1 2 0-16,4-1 0 15,-6 1 0-15,0-1 0 0,-2 2 0 0,3-3 0 16,1 2 0-16,5-5 0 0,-8 1 0 0,0 2 0 0,-1 1 0 0,2-1 0 16,2 0 0-16,4-1 0 31,-6 4 0-31,-1-4 0 0,2 3 0 0,-4-2 0 0,2 2 0 0,2 0 0 0,-9-1 0 0,-2 1 0 94,-2 3 0-94,-1-1 0 0,-5-1 0 0,7 2 0 15,-8 0 0-15,-4 0 0 0,1 0 0 0,-3 0 0 0,0 0 0 0,1 0 0 0,-5 0 0 0,0 0 0 0,-1 0 0 0,1 0 0 0,-4 0 0 0,2 0 0 0,-5 0 0 0,1 0 0 0,-1 0 0 0,-2 0 0 0,2 0 0 0,-2 0 0 0,1 0 0 0,-2 0 0 0,0 0 0 0,0 0 0 16,0 0 0-16,0 0 0 0,0 0 0 0,0 0 0 16,0 0 0-16,0 0 0 0,0 0 0 0,0 0 0 15,0 0 0-15,0 0 0 0,0 0 0 0,0 0 0 16,0 0 0-16,-2 0 0 0,-2 2 0 0,0-1 0 15,-1-1 0-15,0 0 0 16,-1 3 0-16,-1 0-873 0</inkml:trace>
  <inkml:trace contextRef="#ctx0" brushRef="#br0" timeOffset="35923.98">15609 2194 2073 0,'-9'-3'0'0,"-2"-7"0"0,4 5 0 0,2 1 0 0,4-1 0 0,1 5 0 0,0 0 0 0,1-3 0 0,9 1 0 0,7 2 156 0,1 0-60 0,3 0-30 0,3 0 144 0,-2 8-78 0,0 1-52 0,-3 0-67 0,1 4 0 0,-4-1 23 0,-2 3 1 0,0 3-22 0,-6 0-8 0,-7 2 29 0,-1-1 0 0,0 5 103 0,-8 0-52 0,-5 0-16 15,-8-3-10-15,-5-3 34 0,-2 1-30 0,-2-4 0 16,0-6 7-16,-5 3 9 0,7-6-44 0,0-4-219 16,5-2 110-16,0 0 54 0,7 0 27 15,1-5-531-15,12-5 263 0,3-3 102 16,0-3 75-16,12-3-613 0,13-1 329 0,2-8 156 16,4 3-381-16</inkml:trace>
  <inkml:trace contextRef="#ctx0" brushRef="#br0" timeOffset="36114.43">15914 2067 1443 0,'15'-21'0'0,"-9"7"0"0,1 4 0 0,-4 2 0 0,-1 4 0 0,-2 3 0 0,0-1 0 0,-2 2 0 0,-8 0 0 0,1 10 0 0,-1 4 0 0,-2 3 1113 0,0 3-530 0,1 1-277 0,2-1-37 16,2 0-116-16,1 3-89 0,3 4-64 0,3-5 0 16,0 0 0-16,0 1 0 0,9 1 0 15,4-3 0-15,7 2 0 0,2-6 0 0,8 0-444 0,5-2 221 16,4-8 130-16,2-2-611 15,4-3 325-15,-4-2 175 0,-4 0 85 0,-1-9-514 16,-1-4 299-16</inkml:trace>
  <inkml:trace contextRef="#ctx0" brushRef="#br0" timeOffset="36257.15">16275 2053 1028 0,'-12'0'0'0,"-2"-2"0"0,7-1 0 0,0 3 0 0,3 0 0 0,3 0 0 0,1 0 705 0,0 0-326 0,9 3-175 15,7 0-84-15,3 0 323 0,2 2-203 0,1-2-101 16,2 0-279 0,1 1 84-16,-1-1 46 0,1-1-693 0,-4 1 370 0,1 1 185 0</inkml:trace>
  <inkml:trace contextRef="#ctx0" brushRef="#br0" timeOffset="36446.55">16297 2256 2182 0,'-20'3'0'0,"5"-1"0"62,0 4 0-62,3-3 0 0,7 1 0 0,5 2 0 0,0-2 0 16,13 0 394-16,8 1-179 0,6 0 166 0,2-2-177 0,4-1-84 0,1 0-42 0,1 0-518 0,-1 0 238 0,4 1 128 0,-6-3 51 0,-1 0-819 0,2 0 440 0</inkml:trace>
  <inkml:trace contextRef="#ctx0" brushRef="#br0" timeOffset="36664.76">16976 1881 2752 0,'2'-4'0'0,"-1"0"0"0,7 0 0 0,1 2 0 0,10 2 0 0,6 0 0 0,15-3 0 0,9 3 0 0,13 0 692 0,14 0-328 0,10 0-241 16,7-9-123-16,10 2 0 0,-12 0 0 0,-4 0 0 15,-5-1 0-15,-5 1 0 0,3-2 0 16,-22 3 0-16,-9 1 0 0,-4 0 0 16,-9 0 0-16,-7 2-72 0,-1-3-82 0,-16 3 43 15,-9 2 66-15,-3 0-538 0,0-1 274 0,-16-1 136 16,-7 2 59-16,-4-1-522 0,-2 1 299 0,-4-2 150 16</inkml:trace>
  <inkml:trace contextRef="#ctx0" brushRef="#br0" timeOffset="37023.49">17074 1930 2130 0,'-17'4'0'0,"2"3"0"0,3 0 0 0,3 7 0 0,0 2 0 0,6 1 0 0,3 5 0 0,0 4 90 0,1 1-26 0,7 5-1 0,3 4-17 0,-2-2 751 0,3 2-380 0,-2 0-190 0,0-3-130 0,-2 4-97 0,0 0 0 0,-3-5 0 0,-2-5 0 0,-1 1 0 0,-2-4 0 0,0-2-19 0,0 1-47 0,-5-13 47 16,-6-1 27-16,-1-5-117 0,-2-4 21 0,-3 0 58 0,1-4-85 0,-3-12-184 15,2-4 119-15,1-3 71 0,-2-3-96 0,-2-5 75 16,6 4 51-16,0-3-12 0,2-1 27 0,2 2-1 16,2 3 29-16,-1-2 85 0,3 9-37 0,2 4-25 15,2 6 0-15,0 0 320 0,2 6-166 0,0 0-96 16,0 3-4-16,0 15 108 0,0 7-35 0,0 4-54 15,2 4 247-15,-2 1-126 16,0 0-76-16,0 3-101 0,0-3 1 0,0 1 32 16,0-3-1-16,-3 2-467 0,1-7 229 0,0 0 120 15,2-6 59-15,0-4-854 0,0-2 407 0,2-5 207 16</inkml:trace>
  <inkml:trace contextRef="#ctx0" brushRef="#br0" timeOffset="37218.04">17353 2077 2583 0,'0'0'0'0,"0"0"0"0,0 0 0 0,0 4 0 16,0 4 0-16,0 4 0 0,0 1 0 0,0 8 853 0,0 1-413 0,0 5-385 0,0 2-55 0,0 2 0 16,0 5 0-16,-2-7 0 0,1-2 0 0,1 0-245 15,0-7-104-15,0-2 192 31,0-1-968-31,0-11 549 0,1-6 270 0</inkml:trace>
  <inkml:trace contextRef="#ctx0" brushRef="#br0" timeOffset="37345.69">17451 2167 1028 0,'8'-12'0'0,"-2"8"0"0,2-3 0 0,1 3 0 0,1 1 173 0,2 1-68 31,2-2-25-31,1 2 531 0,1 2-287 0,3 0-143 0,-2 0-73 0,2 0-31 0,2 0-31 0,-6 0-9 0,3 0 0 0,-2 2-653 15,-1 0 327-15,-4 0 163 0</inkml:trace>
  <inkml:trace contextRef="#ctx0" brushRef="#br0" timeOffset="37536.67">17792 2080 1654 0,'1'-2'0'0,"-1"-1"0"0,3 0 0 0,-2-1 0 0,1 1 0 0,1 0 0 16,1 1 0-16,-1-1 298 0,1 1-131 0,2 0-56 0,0 0 322 0,-1-1-198 0,2 3-100 0,-2 0-48 0,1 0 130 0,-1 0-94 0,0 0-43 0,-2 0 0 0,1 0 17 0,-1 0-30 0,1 0 9 0,-3 0-442 0,1 0 202 0,-1 0 100 0,-1 3-817 0,0-1 410 0,0-1 242 0</inkml:trace>
  <inkml:trace contextRef="#ctx0" brushRef="#br0" timeOffset="38100.21">17837 1985 1997 0,'-6'0'0'0,"3"0"0"0,0 0 0 0,2 0 0 0,-1 0 0 0,2 0 0 0,0 3 0 0,0 2 0 0,0 4 0 0,6-1 285 15,5 6-117-15,1-1-70 0,2 4 311 0,1-1-186 16,1 3-94-16,4 3 95 16,-4-2-99-16,2-1-44 15,0-2-24-15,-1 3 12 0,1-2-34 0,0 2-4 0,-5-6-31 0,-2-3-144 16,-2-2 65-16,-3-1 58 0,-1-5 28 0,-2 0-619 0,-1-3 246 0,-2-2 186 15,0-8-748-15,0-5 447 16</inkml:trace>
  <inkml:trace contextRef="#ctx0" brushRef="#br0" timeOffset="38327.01">18126 1965 768 0,'0'0'0'0,"-3"0"0"0,-2 0 0 0,2 0 0 0,-2 0 689 0,-1 1-327 0,1 6-155 0,2 2-90 0,0 2 311 31,-2 5-196-31,2 6-99 0,-2 7 451 0,-4 7-266 16,3 6-225-16,-3 5-93 0,-2 7 0 0,-2 7 0 0,-1 2 0 0,-4 7 0 15,1-7 0-15,0-3 0 0,3 1 0 0,-2-3 0 16,0-3 0-16,0 3 0 0,3-16 0 0,2-5-186 16,1-6-152-16,0-8 175 0,0-6-345 0,2-5 228 15,5-12 127-15,0 0 58 16,3-9 31-16,0-13-1 0</inkml:trace>
  <inkml:trace contextRef="#ctx0" brushRef="#br0" timeOffset="38608.12">18279 1959 1458 0,'12'-11'0'15,"-1"2"0"-15,3 0 0 0,0 6 0 0,-3 3 0 0,1 0 634 0,-1 0-299 0,0 8-150 0,5 4-66 0,-7 3 248 0,-2 1-166 0,1 2-83 0,-4 2-23 0,-3 1-30 0,-1 2 9 0,0-2-170 0,-1 0 65 0,-12-2 34 0,2-1 0 0,-3-2-83 0,-1 1 67 0,-2-5 20 0,-2-4 0 0,5-2 78 16,0-1-24-16,0 0-47 0,1-3 258 0,5-2-224 0,2 0-48 0,5 0 0 16,1 0 0-16,0 0 0 0,3-1 0 0,11-6 0 15,8 1 0-15,4-3 0 16,5 3 0-16,5-5 0 0,6 3 0 0,0 1 0 15,-1 2 0-15,-2-2 0 0,0 3-65 0,-2 3-45 16,-9 0-1126-16</inkml:trace>
  <inkml:trace contextRef="#ctx0" brushRef="#br0" timeOffset="46822.35">3713 5824 498 0,'0'0'0'0,"0"0"0"0,0 0 0 0,-1 0 0 0,-1 0 0 0,1 0 141 31,0 0-37-31,-1 0-12 0,1 0-48 0,1 0 63 0,0 0-31 0,0 0-1 0,0-1 57 0,0-1-49 16,0-2 0-16,0 1-1 15,3 0-1-15,-1-1-37 0,3 0 11 0,3 0 39 16,-4 1-50-16,1-3 0 0,1 2 0 0,0 2 29 16,-2-3-18-16,2 5-11 0,-1-4-15 0,0 2 15 0,-1 1 0 15,1-1 0-15,0-1 35 0,1 3-35 16,-2-1 0-16,2-2-38 0,0 2 38 0,-2-1 0 15,3 1 11-15,0-2-57 0,-1 2-1 0,-1-1 40 16,2 1 5-16,0-1-42 0,0 1 10 0,1 0 12 16,-3-2-32-16,1 1-4 15,3 1 41-15,-4 0-49 0,1-2 52 0,2 3-16 0,-2 0 8 16,0-2-12-16,2 2 9 0,-3 0 2 16,1-2-2-16,3 2-22 0,-4 0 20 0,2 0-1 15,0 0 2-15,1 0-20 0,-1 0 19 0,0 0-2 16,-1 0-6-16,3 0 7 0,-2 0 0 0,2 0 3 15,-4 0-4-15,4 0 0 32,0 0 0-32,-4 0-10 0,4 0 9 0,1 0 3 0,-2 0-3 0,0 0-48 0,0 0 0 0,2 0 43 0,-4 0 1 0,5 2-54 15,-3 0 52-15,1-2-8 16,-2 3 9-16,1-1-8 0,2 0 3 0,-2 2-6 16,0-1 60-16,-1 0-57 0,0 1 2 0,1-1-1 15,0 1 0-15,2-3 7 0,-3 5-6 0,0-3 50 16,0 0-45-16,-1 2 2 0,4-3-1 0,-3 2-28 15,2-1 28-15,-3 0 2 0,2 0-44 0,0 1 40 16,-1 0 0-16,3-2-3 0,-5 2-6 0,3-1 8 16,-1-2-12-16,-1 3 39 0,3-1-29 0,-1 1 0 15,-2 0-1-15,1-1 11 94,1 1-9-94,-1-1 0 0,2 0 0 0,-1 2 22 0,0-1-17 16,-1-1-4-16,1 1 7 0,2-3-6 0,-1 4 7 0,0-1-47 0,-1-1 39 0,2-1 1 0,-3 2-3 0,4-1 12 0,-2 2-10 0,0-2-1 0,-2 1 0 0,2-1 8 0,-1 2-9 0,0-2 1 0,2 1 1 0,-2 1-8 0,1-3 8 0,-2 2 0 0,2 0-30 0,-1-2 28 0,4 3 3 0,-5-1-31 15,2-1 27-15,-1-1 0 0,2 2-4 0,-2-2-28 16,4 4-3-16,-4-3 31 16,0 0-6-16,1 1 51 0,0-1-48 0,0-1 1 15,0 5-2-15,0-3 24 0,-2 0-21 0,1 0 0 16,1 1 47-16,-1 0-46 0,3 2 6 0,-6-2 15 15,5-1-15-15,-3 2-2 0,-1-1 8 0,3 1-14 16,-1-2 13-16,1 1-4 0,-4 1 0 0,3-1-14 16,1-1 12-16,-2 2 2 47,2-2-1-47,-4 2 3 31,4-1-3-31,-2-1 0 0,-1 1 5 0,0 0-5 0,3 2 0 0,-3-2 16 0,2 2-15 0,-3-2 0 0,2 1 2 0,1 0 19 0,-1 1-16 0,-1 1-2 0,1-3-2 0,0 2-30 0,-1-2 32 0,3 1-2 0,-2 2 4 0,1-3-44 15,-1 3 39-15,0-4-1 0,2 1-16 16,-3 2 13-16,4 0 3 0,-4-1-21 31,0-2 17-31,3 3-2 0,-3 1 2 0,2-3-7 0,-2 2 6 0,1-1-7 16,-1 1 6-16,1-1 54 0,-1 1-1 0,3 1-45 16,-3-1-3-16,0-1-3 0,2 0 4 0,-3 1 4 15,1-2-35-15,4 2 33 0,-4-2-2 0,0 2 2 16,1-1-2-16,0 1-1 0,-1 0 1 0,2 1-5 0,-2-1 5 0,3 0-15 15,-4 0 13-15,1 0-3 0,-1-1 1 16,3 3-3-16,-1-1 3 0,-1-2 33 16,0 2-1-16,0-1-26 0,1-2-7 0,0 3 8 15,-1-1-3-15,-1-1 4 16,2 1-3-16,-2 1 3 0,1-3-3 0,3 3-49 0,-5-2 47 0,1 2-2 16,2-1 2-16,-2-2-11 0,0 2 10 0,3 1-3 15,-4-2 1-15,1 2-19 0,2-1 19 0,-1-2-2 16,-1 2-12-16,2 0 13 0,0 0 0 0,-2-2-10 15,1 1 9-15,0 1 0 0,-1 0 1 0,2 1-4 16,0 0 3-16,-2-2-1 16,0 3 1-16,2 0 11 0,-2-3-12 0,0 5 0 15,1-5 1-15,0 3 39 0,-1-1-37 0,0-1 1 0,2 5 21 0,-2-4-21 16,0 0 3-16,-1 0-19 16,2 1 17-16,-2-3 1 0,1 3 3 0,0-1-25 15,1-1 21-15,-2 0 0 0,1 0-1 0,1 3-9 16,0-1 8-16,-1-1 0 0,-1-1-4 0,4 1-19 15,-4 1 19-15,0 1 3 0,4-1-6 0,-3-1 5 16,-1 1-3-16,1-2 5 0,2 3-3 0,-2-3 0 16,1 3-1-16,-1-2 24 0,1 1-23 0,-2-1 1 15,0-1 0-15,0 1 18 32,4 0-16-32,-6-1-2 0,3 2 4 0,-2-3-5 0,0 2 5 0,3-1-2 0,-4 2-9 0,3-3 9 15,-1 1 1-15,0 1-1 0,0 0 0 0,-2 0 0 16,3 1 0-16,-2-1-2 0,0-1 1 0,1 2 1 15,0-2-2-15,-2 1-5 0,3 1 5 0,-2-1 1 16,2-1 1-16,-1 1-5 0,-2-1 5 0,2 0-1 16,1 3-6-16,0-5 5 15,-2 4 1-15,-1-3 0 0,1 1-1 0,-1 0 1 0,2 1-2 0,1-2 32 16,-4 1-30-16,1 0 0 0,3-1 1 16,-2 3 29-16,0-2-27 0,0 0-1 15,0-1 3-15,-1 4-11 0,-1-4 10 0,3 2 3 16,-1-2-14-16,0 3 10 0,1-2 2 0,-1 0-1 15,-1 1 1-15,1 0 0 0,-1-1-1 0,1 0-6 16,-2 2 5-16,4-1-12 0,-4-1 11 0,2 2-52 16,-2-2 0-16,2 3 39 0,0-3 8 0,-2 0 12 15,3 1-12-15,-3 2-4 16,3-1 11-16,-2-4-8 0,-1 5 0 0,2-5 1 16,-2 2-1-16,2 4 6 0,-1-6-5 0,0 1-25 15,2 0 25-15,-2 1 1 0,0-1-1 16,0 3-13-16,0-3 12 0,-1-1-2 78,1 1 1-78,1 1 15 0,-1 1-15 0,0-1-2 16,0 1 2-16,-1 0 39 0,1-2-38 0,-1 0 1 0,0 1-1 0,1 1 4 0,-1-1-3 0,1-1 6 0,1-1-4 0,-2 2 4 0,2-2-4 0,-2 2-30 0,1-2 1 0,-1 0 26 0,1-3 2 0,-1 3-4 0,0 0 4 0,1 2-10 0,-1-2 35 0,1 0-29 15,0 2 1-15,-1-2 21 0,2 2-20 0,-2-2-1 31,1 1 1-31,-2 1 10 0,2-3-9 0,-2 3 4 0,3 0-3 0,-3-2 2 0,1 1 0 0,-1-1 4 16,2-1-3-16,-1 1-28 16,-1 0 25-16,2 1 2 0,-2-1-6 0,2-2 3 0,-1 1 2 0,-1 2-5 15,3 1 11-15,-2-4-7 0,-1 1-1 0,2 1 5 16,-2-1-4-16,2 1-1 62,-2 2 1-62,0-5 0 16,2 2 2-16,-2 3-2 0,1-2 3 0,-1 0-29 0,2-1 26 0,0 2 0 0,-2-3-25 0,1 3 23 0,-1-1-1 0,2 0-3 0,-2 2 1 0,2-3 2 0,-2 1-2 0,3 2 14 0,-3-2-13 0,0 0 0 0,1 1-1 0,1-2-9 16,-2 2 10-16,1-1 1 15,-1 1 0-15,1-2-33 0,-1 2-2 0,2-3 33 16,-2 2-34-16,1 2 1 0,-1-5 25 0,2 2 33 16,-2 1-35-16,0 1 4 0,2-3-4 0,-2 1 33 15,0 1-1-15,0-1-27 0,1 1-4 0,-1 0 35 16,0-2-26-16,0 3-2 0,0-2 9 0,0 0 20 15,0 1-19-15,0-1-6 0,0-1 7 0,0 2-5 16,0 0 4-16,0-3-3 0,2 2-1 0,-2-3 1 16,0 2-2-16,0-1 20 0,0-2-18 0,0 3-1 15,0-3 1-15,0 0 12 0,0 0-11 0,0 0-1 16,0 0 2-16,0 0 13 16,0 0-11-16,0 0-2 0,0 0-26 0,0 0 26 15,0 0 0-15,0 0 0 0,0 0 0 0,0 0 0 16,0 0 0-16,0 0-49 0,0 0-2 0,0 0 41 15,0 0 4-15,0 0 12 0,0 0-15 0,0 0 2 16,0 0-4-16,1 0 34 16,-1 0-30-16,0 0 1 0,0 0-31 0,0 0 31 15,0 2 3-15,0-2-153 16,0 0 74-16,0 0 30 0,0 0 1 0,3 0-421 47,-3 0 216-47,0 0 100 0</inkml:trace>
  <inkml:trace contextRef="#ctx0" brushRef="#br0" timeOffset="48201.89">5470 6745 352 0,'-3'0'0'0,"-1"0"0"0,-1 0 0 0,2 0 0 0,-1 0 0 0,0-3 0 0,0 3 44 0,2-2-13 0,-1 2 1 0,0 0 38 0,1-2-26 0,-1 2-10 0,1-2 52 0,-2 0-1 0,2 2-46 16,-2-1 0-16,3 1 75 15,-1-3-43-15,0 3 0 0,2 0-32 0,-2-1 66 0,2 1-34 0,0 0 11 16,0 0-43-16,0 0 54 16,0 0-27-16,0 0-1 0,0 0 11 0,4 0 9 78,3 5-46-78,1 1 58 0,-1-1-28 0,3 4-1 0,1-1-29 0,1 1 34 0,-2 2-9 0,1-3-25 0,3 4 0 0,-3-2-7 0,1 1 7 0,1 0 9 0,-2 0-32 0,-1 1 23 0,1-4 0 0,0 4 0 0,1-1 0 15,-2 0 0-15,0-1 0 0,-1-1-29 0,0 2 0 0,1-2 16 0,1 1 18 16,-2-2-59-16,0 1 0 0,0-1 39 16,-2 1 5-16,3-2-48 0,-3 4 6 0,2-2 31 15,-4-1-22-15,3 3 21 0,-2-2 2 0,-1 2-8 16,1 0 52-16,-1 1-48 15,0-1 3-15,-1-2 7 0,-1 0-8 0,2 2 0 0,1 2 5 0,-2-5-11 16,-1 2 8-16,2 0 3 0,0-1-3 0,-1-1-42 16,2 1 47-16,-3-1-4 0,0-1-45 0,1 0 40 15,0 3 1-15,-1-3-4 16,1 3-26-16,-2-2 23 0,1 0 3 0,-1 2-5 16,0 0 4-16,1 2-7 0,-1-2 3 0,-1 1 38 15,0 1-34-15,1 0-2 0,-1-1 1 0,4 0 24 16,-4 1-17-16,3-1-5 0,-2-1 4 0,1-2-51 15,-2 4 46-15,2-4 4 0,0 4-33 0,0-2-2 16,1 1 28 0,-2-2 1-16,0 0-6 0,2 2 5 0,-1 2-12 0,-1-5-31 0,1 1-8 0,1 3 43 15,-2-3-10-15,0 3 12 47,0-4-7-47,1 2 3 0,-1 0 50 0,-1-2-48 0,1 0 0 0,0 3 6 0,1-4-4 0,-2-1 0 0,1 3 2 0,-1-3-34 0,0 1 1 0,1 0 31 16,-1-1 0-16,1-1-49 0,0 2 44 0,-2-2 1 15,1 1-5-15,-1 1-3 0,2-1 0 0,-2 1 5 16,0 1 32-16,0-1-33 0,1 1-4 0,-1 1 1 16,3-2 43-16,-3 2 0 0,2-2-34 0,-1 0 13 15,0 2-10-15,0-1-3 0,1 0 9 0,0-1-40 16,0 0 35-16,0 1-1 16,-1-1 2-16,1 0-30 0,0 0 26 0,0 0 1 15,0 0-37-15,-1-1 35 0,0-1-8 0,0 2 6 16,1 0-3-16,0 0 1 0,-2 0-3 0,1-1 19 15,-1 1-16-15,2 1-1 0,-2-1 1 0,1-2 16 16,-1 4-14-16,0-1-1 16,2-1 4-16,-2 4 5 0,0-5-7 0,0 1-1 15,2 0 4-15,-2 2-3 0,0-3 2 0,0 4-2 16,0-2-1-16,0-3 1 0,0 3 0 0,0 1 2 16,0-3-2-16,0 5 0 0,0-5 0 0,0 3 29 15,0-4-28-15,0 2 0 0,0 2 0 0,0-4 46 16,0-2 0-16,0 3-39 0,0-2 7 0,0-1-6 15,0 1 1-15,0-1 3 0,0-2-21 0,0 1 21 16,0-2-3-16,3 0-54 0,-3 0 28 0,0 0-3 16,0 0 26-16,2 0-152 0,-2 0 70 0,0 0 27 15,1 0-1-15,-1-2-302 63,0-5 160-63,0 1 64 0,0-5-761 0</inkml:trace>
  <inkml:trace contextRef="#ctx0" brushRef="#br0" timeOffset="50127.07">7426 7050 838 0,'-7'0'0'0,"2"0"0"0,0-2 0 0,1 1 0 0,-1-1 0 0,2-1 0 0,-1 1 0 0,0 1 193 15,3-3-76-15,0 1-39 0,1-1 10 0,0-3 5 16,0 1-26-16,0 0-1 0,1 0 76 0,8-2-51 15,1 2-16-15,0-1 64 0,4 2-50 0,0 3 1 16,4 0-50-16,0 2 38 31,0 0 9-31,-2 0-47 0,0 6 0 0,1 6-33 0,-5 0-1 0,3 2 34 0,-3 4-36 0,-2-1-10 16,-4 2 46-16,-2-1 0 0,-3 0-24 0,1 2 25 16,-2-1 9-16,0-4 30 0,-12-1 1 0,-1-2-59 15,-4-2 10-15,0-3-7 0,-2-1 18 0,2-6-7 16,-2 0-1-16,2 0-204 0,2 0 97 0,-2 0 57 15,7-10-7-15,2 2-412 0,5-2 213 0,3 0 86 16,0-1-218-16,0-1 136 0,11-1 94 0,6 1-359 16,2-2 221-16</inkml:trace>
  <inkml:trace contextRef="#ctx0" brushRef="#br0" timeOffset="50310.59">7738 6932 988 0,'-3'-8'-2'0,"-1"1"0"0,0 4 1 0,-2 0 0 0,0 1 183 0,0 2-71 15,-3 0-36-15,0 8 536 0,0 4-291 0,0 6-140 16,2 2-70-16,0-1 301 0,3 2-186 0,2 3-82 16,2-3-57-16,0 1 56 0,6-1-51 0,8-1-25 15,5-3-303-15,4 3 148 0,5-7 59 0,1-3-521 16,5-2 295-16,-1-4 147 0,0-4 75 16,6 0-377-16,-7 0 202 0,-4-6 6 0,-1-12 81 0,-5 0-436 15</inkml:trace>
  <inkml:trace contextRef="#ctx0" brushRef="#br0" timeOffset="50604.18">7970 6745 1069 0,'-8'-9'0'0,"-1"3"0"0,4 3 0 0,2-1 0 0,3 2 0 0,0-1 0 0,0 1 453 0,2 1-211 0,4 1-101 0,5 0-51 0,1 0-25 0,-1 0 0 0,3 6-16 0,-4 2-53 0,-1 1 0 0,-3 3 44 0,0-1-1 0,-2 2-101 0,-2 1 60 0,-2 1 16 0,0-1-66 0,0 1 46 0,-12-1 0 0,2-1 45 0,-3 3 94 0,-4-3-59 0,1-2-66 0,-4 1 336 0,1-5-157 0,2 3-79 0,0-2-11 0,5-4 159 16,1-1-109-16,4 1-53 0,7-3-28 0,0 1-53 0,0 1 10 0,7-3 16 31,10 0-48-31,3 0-1 0,2 0 49 0,4-5 1 0,1 0-334 0,-2 0 161 0,0 1 87 16,-3-1-717-16,2 0 335 0,-2 1 199 0,3 1 60 0,-6 2-523 31</inkml:trace>
  <inkml:trace contextRef="#ctx0" brushRef="#br0" timeOffset="50773.13">8082 7045 840 0,'-11'3'0'0,"2"1"0"0,1 1 0 0,1-3 0 15,2 1 0-15,1 0 612 0,4-2-291 0,0-1-140 0,7 0 227 0,10 0-184 16,2 0-92-16,6 0-36 15,2 0 38-15,0 0-48 0,2-1 1 0,-3-1-138 0,2 1 46 0,-1-2 9 16,-3 3 36-16,0-2-415 0,-3 2 208 0,1 0 103 16,-5 0 52-16,3 0-624 15,-7 0 316-15,-2 0 60 0,-3 0-275 0,-5 0 248 16</inkml:trace>
  <inkml:trace contextRef="#ctx0" brushRef="#br0" timeOffset="50940.25">8274 6899 1526 0,'-7'0'0'0,"0"0"0"0,2 0 0 0,0 1 0 0,2-1 0 0,-1 6 0 0,1-1 296 0,3 1-129 0,0 5-64 0,0 1 133 0,0 1-99 0,3 4-40 15,2 4-33-15,-1-1 164 0,2 4-94 0,-1 0-48 16,1 0 1-16,-4 3-187 0,2-6 65 0,-1 0 37 16,-1-1-456-16,2-2 246 0,-2-4 124 0,0 2 71 15,0-8-748-15,2-5 311 0</inkml:trace>
  <inkml:trace contextRef="#ctx0" brushRef="#br0" timeOffset="51090.56">8420 6899 974 0,'0'0'0'0,"0"0"0"0,0 0 0 0,2 0 0 0,-2 0 375 0,4 0-168 0,1 0-85 0,3 0-31 0,-2 1 321 15,2 5-187-15,3-1-92 16,1 2-303-16,-2 4 104 0,2-4 62 0,-2 2 17 0,1-1-717 0,-2 1 349 15</inkml:trace>
  <inkml:trace contextRef="#ctx0" brushRef="#br0" timeOffset="51289.54">8574 6836 724 0,'0'0'0'0,"0"0"0"0,-4 0 0 0,3 0-2 0,-1 1 637 0,0 8-301 0,2 4-150 16,0 5-65-16,0 5 212 0,0 6-149 0,0 9-72 15,0 4 330-15,0 8-192 0,0 1-110 0,0 2 83 16,0 0-92-16,-3-4-45 16,-1 2-30-16,-3-1-194 0,2-13 69 0,0-4 55 15,1-5 27-15,2-9-596 0,-2-7 312 0,3 0 164 16,1-12 68-16,0 0-884 0,0-8 443 0</inkml:trace>
  <inkml:trace contextRef="#ctx0" brushRef="#br0" timeOffset="51575.73">8730 6650 1332 0,'10'-10'0'0,"1"5"0"0,2 1 0 0,0 0 0 0,-3 3 0 0,0 1 0 0,-1 0 0 0,-3 10 410 16,-2 1-186-16,3 5-83 109,-5 0-57-109,-2 4-43 0,0 2-2 0,-2-3-1 0,-8 3-79 0,2 0 49 0,-3-4-9 16,-2-3 39-16,0 2 0 0,-1-5 0 0,0 0 1 0,0 0 8 0,3-7-8 0,2-2-1 0,1 1 0 0,1-2 143 0,4-2-71 0,-1 0-27 0,4 0-9 0,0 0-26 0,6 0-10 0,5-3 1 0,3-3-21 0,3-4-9 0,0 4 29 0,5-1 0 0,0-4-194 0,1 4 97 0,5-4 59 0,-4 5-259 0,1-2 139 0,0 2 42 15,-2 2 44-15,-3 0-682 0,5 1 330 0</inkml:trace>
  <inkml:trace contextRef="#ctx0" brushRef="#br0" timeOffset="51753.9">8952 6934 1440 0,'-5'0'0'0,"0"0"0"0,0 0 0 0,1 0 0 0,3-2 0 0,1-1 0 0,0 3 303 0,0-1-132 0,9-3-66 16,3 4 129-16,1-2-98 0,4 0-39 0,-1 2-188 15,2 0 64-15,0 0 33 0,-2 0 0 0,0 0-216 0,-2 0 134 16,0 0 52 0,-5 4 31-16,-1 1-723 0</inkml:trace>
  <inkml:trace contextRef="#ctx0" brushRef="#br0" timeOffset="51891.07">8966 7078 486 0,'-16'8'0'0,"-1"1"0"0,5-4 0 0,2 1 0 0,1 1 312 0,5-5-137 0,-1 4-59 0,5-3 431 0,0 1-254 16,1-1-128-16,10-2 174 15,5 1-150-15,2 0-66 0,2-2-48 0,1 0-64 0,2 0 27 0,-1 0 0 16,1 0 0-16,4 0-424 0,-6 0 207 0,2-2 109 16,-3 0 54-16,1-2-290 15,-1-2 165-15,1 1 97 0</inkml:trace>
  <inkml:trace contextRef="#ctx0" brushRef="#br0" timeOffset="52102.4">9388 6777 2076 0,'-3'-8'0'0,"0"1"0"0,1 2 0 0,0-1 0 0,1 5 0 0,1-2 0 0,0 1 0 0,0 2 0 0,0 0 661 0,0 0-317 0,3 12-152 16,2 1-78-16,1 5 198 0,3 6-137 0,-1 4-118 16,1 2-57-16,-2 4 0 0,2 2 0 0,-1 1 0 15,0 0 0-15,3 6 0 0,-4-5 0 0,2 3-405 16,-2 1 171-16,1 0 135 15,0 3 78-15,-4-3-910 0,1-2 446 0</inkml:trace>
  <inkml:trace contextRef="#ctx0" brushRef="#br0" timeOffset="52268.72">9687 7473 2531 0,'-8'0'0'0,"2"0"0"0,0 0 0 0,0 0 0 0,1 0 0 0,0 0 0 0,3 0 1044 31,1 0-688-31,1 0-356 0,0 0 0 0,0 0 0 0,0-5 0 0,0-2 0 0</inkml:trace>
  <inkml:trace contextRef="#ctx0" brushRef="#br0" timeOffset="58188.11">4281 7636 521 0,'-4'0'0'0,"-2"-3"0"0,1-1 0 0,2 3 0 0,0-2 0 0,0 0 0 0,-2 1 150 0,2-2-44 0,0 2-38 0,2-1 51 0,0 3-39 16,1-3 0-16,0 3 58 0,-2 0-38 0,2 0-11 31,0 0-48-31,0 6 84 0,0 3-42 0,-1 3 0 0,1 2-33 0,0 1 27 0,0 2 0 0,0-1-37 31,0 0 1-31,0 0-48 0,0-1 57 0,0-4-9 0,3 0-67 0,2-2 33 16,3-2 0-16,-2-3 0 0,2 0 10 0,-1-4 14 15,0 0 8-15,0-2-98 0,2-7 42 0,-3-4 7 16,0 0 4-16,0-4-33 0,-4-1 1 0,1 3 35 16,0-5 12-16,-3 7-2 0,0-4 1 0,0 4-9 15,0 1 50-15,0 4 0 16,-4 2-42-16,0 3 0 0,-5 3 4 0,3 0 1 16,-1 0-3-16,-3 12 53 0,4 1-50 0,-1 3 8 15,1-1-3-15,2 0 4 0,1 0-5 0,2-1 6 16,1-1-5-16,0-2-81 31,0-1 42-31,0-3-9 0,0-1-58 0,3-3 41 0,2-3 1 0,-1 0-13 0,4 0 25 0,-4 0-7 0,0-1 32 0,1-10-5 16,0 4 1-16,-2-3-27 15,-2 2-2-15,1-3 129 0,-2 4-51 0,0-2-2 0,0 2-50 0,0 0 160 16,0 3-59-16,0-1-42 0,0 2-63 16,0-1 0-16,-2 1 49 0,2 2-607 0,0-1 280 15,0 1 140-15</inkml:trace>
  <inkml:trace contextRef="#ctx0" brushRef="#br0" timeOffset="60535.4">5951 7599 589 0,'0'-5'0'0,"-1"-2"0"0,0 1 0 0,-1 2 0 0,2-1 0 0,-2 3 0 0,2-3 185 0,-2 3-72 0,2-3-24 0,0 4 47 0,0 0-47 0,0-2 0 0,0 3-47 0,0 0 88 0,0 0-34 0,0 0-10 0,0 0-122 0,0 0 38 0,0 0 1 0,0 0 39 0,0 0-331 16,0 0 160-16</inkml:trace>
  <inkml:trace contextRef="#ctx0" brushRef="#br0" timeOffset="61491.1">7912 6363 951 0,'-11'-1'0'0,"-1"-11"0"0,7 4 0 0,1 2 0 0,4-1 0 0,0-1 0 0,0-3 270 0,9 3-105 0,6 1-68 15,4 0-28-15,1 2 133 0,0 4-81 0,3 1-41 16,2 0 11-16,-5 3-47 31,-1 7-4-31,-2 4 0 0,-2-1-68 0,-1 6 34 0,-4 2 10 0,-7-1-1 0,-2 2-1 0,-1 2 26 0,-1 0 0 16,-11-2 20-16,-6 1-10 0,1-3-21 16,-6-3 9-16,-4-5-19 0,-1 0 13 0,0-6-17 15,-1 3 20-15,5-7-252 0,5-2 117 0,0 0 57 16,7-7-487-16,7-8 245 0,5-4 102 0,0-1-352 47</inkml:trace>
  <inkml:trace contextRef="#ctx0" brushRef="#br0" timeOffset="61628.85">8198 6217 1677 0,'0'-1'0'0,"0"0"0"0,0-1 0 0,0 2 0 0,0 0 0 0,-6 2 0 0,-1 9 0 0,-2 2 637 15,2 5-304-15,0 2-146 0,0 1-74 0,4 2 87 16,-1 1-80-16,4 1-30 0,0 0-10 0,5-3-117 15,11 1 38-15,4-4 0 0,4-3-433 0,7 2 246 16,-1-8 108-16,3-5-552 0,3-2 290 0,-2-3 179 16,0 0-31-16,2-6-415 0</inkml:trace>
  <inkml:trace contextRef="#ctx0" brushRef="#br0" timeOffset="61780.33">8500 6232 813 0,'-10'-8'0'0,"0"1"0"0,6 3 0 0,-2 2 0 0,5 0 0 0,1 1 588 0,0 1-274 0,0-1-128 32,9 1-77-32,3 0 75 0,1 0-72 0,4 0-36 0,0 0-9 0,0 0-17 0,-1 0-10 0,1 0 0 15,-3 0 0-15,2 1 0 16,-3 4 0-16</inkml:trace>
  <inkml:trace contextRef="#ctx0" brushRef="#br0" timeOffset="61922.56">8481 6423 2184 0,'-15'2'0'0,"2"1"0"0,5 0 0 0,3 0 0 0,1 1 0 0,4-1 0 0,0 1 0 0,0-4 0 0,11 0 0 0,6 0 168 0,2 0-63 0,3 0-33 16,3 0-377-16,-1 0 167 0,0 0 89 0,-2-4-298 16,3 1 190-16,0-2 96 0</inkml:trace>
  <inkml:trace contextRef="#ctx0" brushRef="#br0" timeOffset="62164.5">9048 5997 1362 0,'8'-7'0'0,"1"0"0"0,2 3 0 0,7 0 0 0,4-3 0 0,6 5 0 0,12-1 624 0,4 1-298 15,8-2-142-15,10 3 226 0,4-1-184 0,6 1-94 16,9-1-35-16,-12 0 12 15,-4 0-35-15,1 0 0 16,-8-2-34-16,-4 1-93 0,2-3 56 0,-20 3-10 16,-5 1 47-16,-6-3-264 0,-8 4 132 0,-9 0 66 0,-3-2-351 0,-5 3 196 15,-7 0 25-15,-13 0-338 0,-6 3 226 0,-6 4 105 0,2 0 66 0,-5 0-184 16,0 1 121-16,-1 0 60 16</inkml:trace>
  <inkml:trace contextRef="#ctx0" brushRef="#br0" timeOffset="62517.42">9028 6082 1825 0,'-15'4'0'0,"-1"2"0"16,0 4 0-16,4 4 0 0,3 3 0 0,-1 7 0 0,7 0 0 0,3 4 346 0,0 4-153 0,2 0 302 0,8 2-227 0,0 1-104 16,1-2-67-16,0-1-13 15,-2-1 1-15,0 1-45 0,-1-5 0 0,-1 5-192 16,-4-12 91-16,-2 1 51 0,1-4-102 0,-2-5 75 15,0 0 39-15,-3-2 10 0,-5-7-304 0,-3-3 161 16,0 0-11-16,-3-2-193 0,0-6 127 0,1-6 74 16,-1-1 52-16,2-6-67 47,2 2 54-47,-3-4 28 0,6 1-1 0,-4-4 47 0,5 4 9 0,1 4-28 0,1 5 65 0,2-1-32 0,-1 2-10 0,3 6-23 0,0 3 282 0,0 1-140 15,0 2-37-15,0 0 201 0,0 5-107 0,2 7-40 16,1 8-48-16,1-3 10 0,-1 4-41 0,-1 1 0 15,1 1 10-15,0-2-417 0,1-1 199 0,1-2 93 16,1-2-551-16,1-2 282 31,3-1 149-31,-1-8 60 0</inkml:trace>
  <inkml:trace contextRef="#ctx0" brushRef="#br0" timeOffset="62662.95">9267 6220 1440 0,'6'-5'0'0,"0"1"0"0,0 2 0 0,1 2 0 0,1 0 0 0,-3 6 0 0,0 8 0 0,0 3 629 0,-2 7-295 0,1 1-147 0,-3 2-64 0,0 1 82 16,-1-3-82-16,0 4-42 15,0-5-381-15,0 2 169 0,0 0 96 0,0-9-694 16,0-2 379-16,2-5 189 0,1-3 94 0,3-7-378 0</inkml:trace>
  <inkml:trace contextRef="#ctx0" brushRef="#br0" timeOffset="62788.25">9390 6329 1340 0,'0'-5'0'0,"1"-1"0"16,1 2 0-16,3-1 0 0,-1 0 0 0,1 1 0 0,1 2 241 0,4 1-100 0,0 1-51 0,1 0 74 15,5 0-63-15,-1 0-20 0,1 0-11 0,0 3-224 0,0 1 96 0,0 1 49 16,1 0-553-16,1-3 309 16</inkml:trace>
  <inkml:trace contextRef="#ctx0" brushRef="#br0" timeOffset="62942.73">9629 6226 991 0,'0'-9'0'0,"0"3"0"0,-4 2 0 0,1-1 0 0,1 3 0 0,2 0 0 0,0 0 487 0,0 2-224 15,2 0-111-15,6 0 192 0,2 7-156 0,1 1-75 16,3 1-36-16,-3 0-227 0,2 1 95 0,3 1 57 16,-4 0-10-16,2-2-209 0,-1-1 128 0,-3 1 64 15,3-1-595-15,0 1 335 0</inkml:trace>
  <inkml:trace contextRef="#ctx0" brushRef="#br0" timeOffset="63148.83">9800 6196 1788 0,'-5'-8'-1'0,"1"4"1"0,0-2 0 0,0 2 0 0,3 4 0 0,-1 0 0 0,0 2 0 0,2 15 0 0,0 5 0 0,0 6 0 0,0 6 523 0,0 5-243 0,-2 2-120 0,0 6-60 0,-1 1 260 0,-1 4-150 0,-2-3-91 0,-1-3-39 0,-1 0-109 0,1-3 34 0,-1-3 1 0,0 2-135 0,0-13 79 0,2-6 45 0,4-5-1 16,-1-9-536-16,3-5 291 0,0-3 129 0,0-1-796 47,0-13 440-47</inkml:trace>
  <inkml:trace contextRef="#ctx0" brushRef="#br0" timeOffset="63377.02">9944 6203 1127 0,'14'-12'0'0,"3"2"0"0,-1 3 0 0,4 0 0 0,-7 4 0 0,2 3 0 0,-2 0 503 0,-1 6-231 0,-2 5-117 16,-1 4 196-16,-3 2-160 0,-5 2-76 0,-1-1-38 16,0 2 17-16,-3 1-27 0,-7 2 10 0,-3-6 1 15,-1 2-39-15,-4-6 0 0,0 3 1 16,0-3 96-16,2-4-53 0,1-1-1 16,3-4-43-16,-1-1 138 0,6-2-68 0,-2 3-29 15,6-4-80-15,3 0 0 0,0 0 0 0,1 0 0 16,12 0 0-16,2-4 0 0,6 3 0 0,2-4 0 15,5-2 0-15,4 3 0 16,-1-1 0-16,6 2-247 0,-3 0-50 0,0 1 112 16,0 1 92-16,-1 1-828 0,0 0 441 0</inkml:trace>
  <inkml:trace contextRef="#ctx0" brushRef="#br0" timeOffset="63534.57">10470 6482 2521 0,'-4'0'0'0,"1"-1"0"0,1-5 0 0,1 3 0 0,-2 1 0 0,2 1 0 0,1-2 0 0,-2 1 479 0,2 1-220 0,0 1-110 0,0 0 3 31,0 0-62-31,0 0-25 0,0 0-1 0,0 0-503 0,0 0 239 0,0 0 128 0</inkml:trace>
  <inkml:trace contextRef="#ctx0" brushRef="#br0" timeOffset="64277.92">5150 6973 865 0,'-10'0'0'0,"3"-3"0"0,0 3 0 0,7-3 0 0,0 3 379 16,0 0-160-16,7 0-94 0,14 0-43 0,9 6 188 15,8 3-115-15,2-2-58 0,11 3-18 0,-4 0 225 16,4 2-132-16,1 2-66 0,4-2-21 0,0 3 0 15,5 0-35-15,-13-3-172 0,2-1 81 0,-8 2 41 16,-2-5-1-16,-7 0-286 0,-2-1 174 0,-13-4 71 16,-7 0 25-16,-8-3-267 15,-3 0 74-15,0 0 99 0,-3 0-54 0,-13 0-313 16,-4 0 219-16</inkml:trace>
  <inkml:trace contextRef="#ctx0" brushRef="#br0" timeOffset="64500.51">5146 7149 1555 0,'-20'0'0'0,"4"0"0"0,1 0 0 0,4 0 0 0,5 0 0 0,2 0 0 0,4 3 0 0,3 2 0 0,15 3 492 0,10 1-225 0,5 0-104 16,6 0-66-16,5 3 219 0,2 0-138 78,5 0-69-78,-2 3-27 0,6 3 11 0,-8-3-53 0,-1 3-189 0,-1-1 95 0,-2 3 47 0,-1-1 0 0,0 2-373 0,-12-3 205 0,-4-4 108 0,-7 1 53 0,-3-4-642 0,-8 1 311 0,0-3 129 0,-8-5 93 0,0 0-351 0</inkml:trace>
  <inkml:trace contextRef="#ctx0" brushRef="#br0" timeOffset="64728.72">4991 7316 1138 0,'-17'-5'0'0,"3"1"0"0,5 3 0 0,9 1 0 0,0 0 0 0,4 1 0 0,16 9 445 15,7 1-203-15,7 3-92 16,7-2-60-16,8 5 250 0,4 1-150 0,1-1-75 0,6 2-30 0,9 5 9 16,-6-2-55-16,3-3-193 0,-4 3 96 0,-4-2 49 46,-4-2 0-30,1 2-82-16,-14-9 61 0,-9 0 34 0,-7-4 0 0,-7 0-427 0,-5 1 217 0,-6-2 29 0,-7-3 82 0,0-1-460 0,-16-2 258 0</inkml:trace>
  <inkml:trace contextRef="#ctx0" brushRef="#br0" timeOffset="64968.99">4702 7407 1560 0,'-9'2'0'0,"5"4"0"0,4 2 0 0,2 5 0 0,19 1 0 0,12 4 0 0,10 4 304 0,12 2-132 0,5 3-66 0,14 4 322 0,-2-1-199 0,5 1-95 0,2-1-12 16,-5 0-40-16,-8-5-1 0,2 3-31 0,-23-8-165 16,-6-3 78-16,-3 0 39 0,-4-4-1 0,-6 1-100 15,0-1 80-15,-15-4 24 0,-1-4 1 0,-8 1-432 16,-2-4 145-16,0-2 140 0,-12 0-480 0,-7 0 295 15,-4-5 143-15</inkml:trace>
  <inkml:trace contextRef="#ctx0" brushRef="#br0" timeOffset="65198.73">4571 7614 1468 0,'-4'8'0'0,"4"-1"0"0,0 4 0 0,9 3 0 0,16 3 0 0,8 0 0 0,9 3 0 0,6-1 70 0,10-1 0 0,4 2-29 0,5-2 788 0,-1 0-395 0,4 1-186 0,-14-6-109 0,-8 2-157 0,-1-4 30 0,-6-2-1 0,-5 1 30 0,-1 1-357 0,-12-4 173 0,-10-1 92 0,-3-1-479 0,-4 2 240 0,-5-7 152 0,-1 2-28 0,-1-2-197 0,-15 0 162 16,-4 0 79-16,-4 0-309 0</inkml:trace>
  <inkml:trace contextRef="#ctx0" brushRef="#br0" timeOffset="65414.15">4373 7786 1323 0,'-12'4'0'0,"6"3"0"0,6 3 0 0,0-2 0 16,9 6 0-16,16-1 305 0,6 2-120 0,7-2-78 15,6 0 369-15,5-1-218 0,1 0-107 0,7-3-1 47,9 6-43-47,-10-8-42 0,-3 4 0 0,-4-2-117 0,-7 2 44 0,-4-1 1 0,-1 2 55 0,-17 0-406 0,-6 0 199 0,-6-2 99 16,-2 0-514-16,-6-2 248 0,0-1 167 0,-5-1-28 0,-9-4-306 0,-8 1 226 16</inkml:trace>
  <inkml:trace contextRef="#ctx0" brushRef="#br0" timeOffset="65592.12">4288 7916 1584 0,'-10'7'0'0,"1"1"0"0,4 1 0 0,5 5 0 0,2 1 0 0,13 1 0 0,6 2 0 0,7-1 289 0,8 4-114 0,2-4-71 15,4-1 215-15,5-1-139 16,5-4-69-16,7 4-480 0,-7-6 201 0,3 3 104 15,-4-1 53-15</inkml:trace>
  <inkml:trace contextRef="#ctx0" brushRef="#br0" timeOffset="72287.22">4888 8510 1684 0,'-2'-2'0'0,"-5"1"0"0,3-3-3 0,-5 1-1 16,6 2 0-16,0 1 1 0,1 0 270 0,2 0-119 0,0 2 310 0,0 8-203 0,0 4-114 0,0 3-53 0,4 2 106 0,0 4-78 0,5 3-39 0,-5 3 9 0,0-1-113 0,1 3 33 0,-1 2 0 0,0 1 32 0,-1 0-186 0,1 6 102 0,0-8 38 0,-3-2-541 0,2-3 293 0,-2-4 56 0,-1-3-580 0,0-1 360 0,0-16 196 0</inkml:trace>
  <inkml:trace contextRef="#ctx0" brushRef="#br0" timeOffset="72646.82">4810 8526 1126 0,'4'-15'0'0,"-1"4"0"0,3 0 0 0,4-1 0 0,4 0 0 0,7 0 0 0,3 7 578 0,3 0-269 0,7 3-135 0,0 2-68 0,0 0 313 0,4 2-181 0,-7 11-104 0,0 4 149 0,-6 7-121 0,-1 3-62 0,-5 0 33 0,-1 8-37 0,-9-1-23 0,-6 1-73 0,-3 0 0 0,0 4 0 0,-5 2 0 0,-11-6 0 0,-7-1 0 0,-1 1 0 0,-3-8 0 0,-3-1 0 0,-3-1 0 0,3-9 0 0,-1-6 0 0,1-4 0 0,-1-3 0 0,6-3 0 0,-6 0-19 0,13 0-138 0,5-6 45 0,1-2 56 0,8-4-656 16,3 1 337-16,1-3 158 125,0 3 94-125</inkml:trace>
  <inkml:trace contextRef="#ctx0" brushRef="#br0" timeOffset="75368.22">12470 6135 1172 0,'-8'-3'0'0,"2"1"0"0,2 2 0 0,2 0 0 0,0 0 0 0,2 10 0 0,0-4 412 0,0 5-192 0,0 3-91 0,0 0 66 16,5 3-79-16,1-2-39 16,2 5 10-16,0 0 67 0,1 1-58 0,-4 1-29 15,4 0 0-15,-2 4-53 0,0 0 9 0,-2-5 15 31,-2 1-215-31,1 1 107 0,-2-2 54 0,0 2-491 0,-2-4 230 0,0-5 143 0,0-2 15 0,-2-3-445 16,-5-3 264-16,2-4 121 0,-3-2 75 0</inkml:trace>
  <inkml:trace contextRef="#ctx0" brushRef="#br0" timeOffset="75655.36">12407 6184 1296 0,'-8'-27'0'0,"0"5"0"0,0 3 0 0,3 2 0 0,0 4 0 0,3-3 0 0,2 9 0 0,0-2 308 0,1 3-136 0,13-1-66 0,4 0-34 0,6 0 409 15,4 1-226-15,3 4-109 0,6-1 247 0,1 0-178 16,3 3-89-16,5 0 49 63,-5 0-73-63,-2 11-33 0,0 4-54 0,-5 3-15 0,-5 3 0 0,-1 5 0 0,-13 0 0 0,-7 1-39 0,-7 7 12 0,-1 2 33 0,-4 0 0 0,-12 5 3 0,-8-7-10 0,-4-2 39 0,-8 2-30 0,-3-5-8 15,-4-1 0-15,-4 1 0 94,5-12 0-94,3-2 0 0,2-5 0 0,4-4 0 0,3-3-82 0,-1-3 36 0,14 0 34 0,7-4-1 0,6-8 43 0,4-2-15 0,0-1-5 0,13-5-1384 0,10 7 673 0</inkml:trace>
  <inkml:trace contextRef="#ctx0" brushRef="#br0" timeOffset="75860.17">13178 6028 1571 0,'-10'-4'0'0,"5"1"0"0,0-2 0 0,2 2 0 0,1 2 0 0,0-2 683 0,1 3-314 0,1 0-170 0,0 0-81 0,0 0 248 0,1 0-164 0,3 0-83 15,3 0-31-15,-1 0-286 0,1 0 118 0,-1 0 58 16,0 0-854-16,1 7 448 0,-3-2 229 0</inkml:trace>
  <inkml:trace contextRef="#ctx0" brushRef="#br0" timeOffset="76010.25">13186 6338 1475 0,'-12'1'0'0,"1"5"0"0,-1-1 0 0,6 2 0 0,1-1 0 0,3 1 0 0,2-3 952 0,0-1-457 0,0 1-220 16,0-1-124-16,0-1 110 0,0-2-112 0,7 0-57 16,-1 1-924-16,3-1 443 15</inkml:trace>
  <inkml:trace contextRef="#ctx0" brushRef="#br0" timeOffset="87253.42">18592 5273 1030 0,'-10'-14'0'16,"-1"2"0"-16,5 3 0 0,-1 1 0 0,3-1 0 0,1 1 213 0,0-2-87 0,1 1 92 0,2 2-95 0,0-1-41 15,0-1-1-15,8 1 113 16,3 0-77-16,3-4-29 0,2 5-10 0,-1 0 65 15,5 0-51-15,0 3-27 94,4-2 10-94,-4 4-24 0,-1 0-11 0,0 2-1 0,-1 0 40 0,-3 2-39 0,3 10 9 0,-8 2-10 0,-4 5 0 0,-3 6 0 0,-1 3 1 0,-2 2-65 0,0 4 41 0,-8-2-8 0,-5 1 31 0,-4-3-4 0,1 2 1 0,-2-4-17 0,-2 4 21 0,1-8-11 0,-3-4 2 0,-1-4 2 16,2-2-107-16,1-8 44 0,-5 1 33 0,8-7-275 15,0 0 140 1,3-6 62-16,0-6 37 0,6-6-188 0,-1 3 99 0,9-5 32 0,0 1 35 0,0 2-402 0,9-2 209 0,7 2 105 16,4-4 42-16</inkml:trace>
  <inkml:trace contextRef="#ctx0" brushRef="#br0" timeOffset="87466.11">18978 5132 1687 0,'-5'-11'-2'0,"1"-1"-1"0,-4 6 1 0,-1 2-1 0,-2 0 1 0,0 4 1 0,-5 0 267 0,0 7-114 47,-2 9-56-47,-1 7 219 0,-1 2-128 0,3 3-79 0,3 2-36 0,-2 0 102 0,8 2-68 0,-1 2-24 0,6-5-10 0,3-3 139 0,0 1-86 0,11-5-43 16,6-2-85-16,5-1 51 0,4-8-10 0,2-1-364 15,4-8 183-15,-1 0 90 0,1-2 46 0,3 0-609 0,-6 0 273 0,-2 0 166 16,-2-3 14-16,-2-8-522 15,-4 4 324-15</inkml:trace>
  <inkml:trace contextRef="#ctx0" brushRef="#br0" timeOffset="87629.11">19164 5194 1616 0,'-9'-5'0'0,"5"1"0"0,1 1 0 0,0 3 0 0,1-3 0 0,2 3 0 0,0 0 384 0,0 0-178 0,2 0 323 16,8 0-246-16,2 0-122 15,2 0-62-15,1 0-78 0,1 3-10 0,1-3 27 16,2 2 1-16,-1-2-611 0,-2 1 300 0,3 1 165 16,-4 0 68-16,-1 0-872 0</inkml:trace>
  <inkml:trace contextRef="#ctx0" brushRef="#br0" timeOffset="87783.23">19189 5354 1899 0,'-13'2'0'0,"2"3"0"0,3-3 0 0,0 1 0 0,5 3 0 0,3-3 0 0,0 0 0 0,2-2 175 0,9 3-70 0,3-2-24 0,3 0 105 16,2-2-75-16,1 0-36 0,1 0-1 0,2 0-428 15,-2 0 206-15,0 0 88 0,-3 0 48 0,2 0-628 16,-2-4 336-16</inkml:trace>
  <inkml:trace contextRef="#ctx0" brushRef="#br0" timeOffset="88052.75">19547 5111 991 0,'3'0'0'0,"0"0"0"0,-1 0 0 0,0 0 0 0,4 3 266 0,-1 8-113 0,0 5-49 0,2 1 132 0,1 7-100 0,-2 7-49 16,1 3-24-16,0 2 156 0,-3 6-82 0,-1-4-54 16,-1 1 0-16,-2-5-89 15,0-3 44-15,0-2-1 0,0 0 47 0,-6-12-10 0,-1-9-36 16,1-1 112-16,-3-7-57 0,1 0-18 15,2 0-9-15,-1-19-3 0,4-3 0 0,3-6-26 16,0-2 1-16,0-4-25 0,0 2-9 0,8-1 33 16,2-1 1-16,1 1-121 0,6 2 61 0,0-5 39 15,-1 10-182-15,2 0 95 0,3 3 26 0,0 2-343 16,3 6 171-16,2 1 95 0,-1 7 18 0,-1 6-539 16,-1 1 302-16,3 1 151 0</inkml:trace>
  <inkml:trace contextRef="#ctx0" brushRef="#br0" timeOffset="89276.57">20103 5279 1213 0,'-9'-11'0'0,"1"-3"0"0,3 1 0 0,-2-3 0 0,2 2 0 0,0-1 0 0,0 1 206 0,1-3-75 0,-2 5-52 0,1 1 213 0,-2 4-128 0,1 1-63 0,-3 5-32 0,-3 1 159 0,0 0-100 0,-3 13-46 0,1 8 0 0,-3 4 33 0,3 5-40 0,-3 2 10 0,4 0 65 0,4 0-57 16,1-1-28-16,5-2 2 0,0 2-21 0,3-6-9 0,0-4 0 0,2-1-100 0,10-2 50 0,2-4 25 0,4 0 10 0,3-10-201 0,2-4 107 0,4 0 24 31,1-4 37-31,1-10-254 0,3-3 104 0,-6-1 43 0,0-6-40 0,-2 0 48 16,-2-3 37-16,1-2-3 0,2 0 30 0,-11 3 9 15,0 4 0-15,-3 2 0 0,-6 6 0 0,-2 3 0 16,-1-1-9-16,-2 10 9 0,0 2 0 0,-5 0 0 16,-5 11 0-16,-2 8 0 0,3 2-9 0,1 1 9 15,1 0 0-15,2 2-1 78,2-4 1-78,3 1 1079 0,0 1-494 0,0-5-260 0,0-5-125 0,8 3-278 0,0-6 77 0,3-4 37 0,1 2 9 0,1-7-239 0,0 0 121 0,0 0 20 0,0-7 43 0,1-10-188 0,-2 0 92 0,-1-2 47 0,-4 0-37 0,1-3 47 0,-4 0 25 0,-2 2 1 16,0-5 13-16,-2 3 10 31,0 3 0-31,0-1 70 0,-8 2-36 0,-4 4 1 0,-2-3-44 0,0 6 269 16,-1 5-127-16,1 3-43 0,-2 1 315 0,2 2-158 0,4 0-100 0,0 0-8 16,4 3 46-16,1 5-56 0,5 1-27 0,0-2-127 15,0 3 45-15,2-4 27 0,7 2 0 0,7-3-87 16,2-2 57-16,6-1 38 15,1-2-10-15,1 0-297 0,2 0 153 0,2-2 33 0,1-6-78 0,3 0 44 16,-4-2 58 0,-4-1 2-16,0 2 108 0,-5 1-33 0,-2 2-1 0,-3-1 172 15,-7 3-95-15,-7 1-55 0,-2 2-10 0,0 1 194 0,-4 0-108 16,-10 4-20-16,-2 4 15 0,-4 6 324 0,0-2-189 0,1 5-94 16,1-1-104-16,-2 0-27 0,7-2 0 0,2 1 0 15,2-1 0-15,4-2 0 31,1 2 0-31,2-1 0 0,2-3 0 0,0 1 0 0,5-3 0 0,6 2 0 16,2-3 0-16,2 1 0 0,-1-1 0 0,1 0-108 0,1 0-8 0,-4 0 51 16,-1-2-37-16,0 5-53 0,-6-1 64 0,-2-1 26 15,-2 1 73-15,-1 3-45 16,0-2 0-16,-4 3 115 0,-8-2-53 0,-1 2-30 0,-1-4-1 0,-2 1 234 16,0 0-111-16,-2 2-70 15,7-3-3-15,-1-2 117 0,2 1-82 0,4-3-79 16,-2 0 0-16,6-3 0 0,2 0 0 0,0 1 0 15,2-3 0-15,12 0 0 0,5-3 0 0,3-5-81 16,6-4-71-16,3-6 84 0,3 0 15 0,1-1-201 16,6-3 87-16,-6-2 72 0,6-5 8 0,-3 2 26 15,-3 1 24-15,-1-3-1 0,2 2 51 0,-13 4-21 16,-3 3 0-16,-7 5-30 0,-6 5 269 0,-3 3-135 16,-3 2-64-16,-1 5 377 15,-4 0-177-15,-7 5-110 0,-5 10-110 0,-1 4-12 16,0 1 0-16,1 6 0 0,1 1 0 15,4 0 0-15,3 0 0 0,0 4 0 0,5 0 0 0,3-5 0 16,0 0 0-16,2 2 0 0,10-6 0 0,0-3 0 16,8 3 0-16,-1-10-191 15,6-2 55-15,2-7 16 0,2-3 45 0,3-2 69 0,2-9-8 0,-4-11-23 16,1-2-1-16,-3-3 1 0,-2-3 0 0,-3-3 0 16,2-2-16-16,-10 0 16 31,-2-1-1-31,-6-3 8 0,-1-4-50 0,-4-3 58 0,-2-7-20 0,-2 6-105 0,-11-1 54 0,-5 4 29 15,-5 8-1-15,-6 4 51 0,3 14 9 0,-3 5-32 16,-3 9 1-16,0 4 315 0,-2 0-155 0,0 12-75 16,8 7 338-16,5 3-176 0,3 4-100 0,7 1-17 15,5 2 142-15,1 2-236 32,5-2 0-32,2-2 0 0,12 0 0 0,1-2 0 0,4-4 0 0,4 5 0 0,1-10 0 0,4-3 0 15,2-3 0-15,5-5 0 94,1-3-218-94,5-2 99 0,-2 0-1179 0</inkml:trace>
  <inkml:trace contextRef="#ctx0" brushRef="#br0" timeOffset="89853.63">21817 5588 1377 0,'0'0'0'0,"-7"0"0"0,2 0 0 0,-1 0 0 0,2 3 0 0,-2 1 694 0,1 1-332 0,-2 2-163 16,2 1 196-16,-1 2-178 15,-2 0-91-15,-1 4-34 0,1-2-55 0,-2 4 0 16,1-3 1-16,-2-2-428 0,0 0 214 0,-4-2 116 15,7-5 44-15,-3-4-713 0,2 0 368 0,3-1 184 16</inkml:trace>
  <inkml:trace contextRef="#ctx0" brushRef="#br0" timeOffset="90031.34">22104 5304 1514 0,'9'2'0'0,"2"-1"0"0,0 0 0 0,0 4 0 0,1-1 0 0,3 1 0 0,-4 0 864 0,2 2-413 16,0-1-207 0,-2 3 311-16,3 1-252 0,-3-1-303 0,-2 2 0 0,1 2 0 0,-1 4 0 0,-3-3 0 15,3 4 0-15,-4-4-78 0,0 3-169 0,1-3 142 0,-2-1-881 0,0-1 511 16</inkml:trace>
  <inkml:trace contextRef="#ctx0" brushRef="#br0" timeOffset="90217.25">22358 5187 860 0,'0'0'0'0,"0"0"0"0,0 0 0 0,0 0 0 0,0 4 765 0,0 8-355 0,-5 10-191 15,1 10-91-15,-7 11 663 0,1 12-377 0,-5 11-188 16,-5 11-108-16,1-1-118 16,-2 3 0-16,0-4 0 0,3-2 0 0,0-8 0 15,4 0 0-15,1-21 0 0,7-3 0 0,1-9 0 16,2-5-5-16,3-8-924 0,0-2 487 0,0-15 235 15,0-2-46-15</inkml:trace>
  <inkml:trace contextRef="#ctx0" brushRef="#br0" timeOffset="90371.18">22520 5399 1548 0,'8'-4'0'0,"5"-1"0"0,0 0 0 0,-1-1 0 0,4 2 0 0,3 1 207 0,-5 1-89 0,3 0 442 0,0 0-261 0,2 2-131 0,-2 0-66 0,3 0-446 0,-7 0 186 0,1 0 97 0,-6 6 49 0,1 1-975 16</inkml:trace>
  <inkml:trace contextRef="#ctx0" brushRef="#br0" timeOffset="90520.91">22554 5588 1395 0,'-11'3'0'0,"0"-3"0"0,4 3 0 0,-1-2 0 0,-1 2 0 0,5-3 0 0,3 2 0 0,1 0 608 0,0-2-286 0,5 1-142 0,12-1 72 0,1 0-98 0,3 0-63 0,1 0-150 0,4 0 48 0,-1 0 24 0,0-3 0 0,6-2-625 0,-8 1 319 0,0-3 165 0,2 2 83 0,-3-3-716 0</inkml:trace>
  <inkml:trace contextRef="#ctx0" brushRef="#br0" timeOffset="90763.34">22927 5383 1198 0,'1'-5'0'0,"0"0"0"0,0 0 0 0,1 3 0 0,3-1 0 0,-2 1 0 0,2 2 0 0,1 2 0 0,1 13 621 16,2 3-293-16,0 6-148 0,1 6 246 0,-2 2-201 0,1 4-95 0,-5 3-24 15,0-2-36-15,-1 1 0 0,-2 8-26 0,-1-12-91 16,0-3 41-16,0-7 1 16,-4-1 40-16,-3-9-11 0,-1-2 20 0,-1-12-8 15,3 0-1-15,0-7 102 0,0-15-51 0,6-2-25 16,0-5-46-16,0-4-9 0,0 0 30 0,7-3 0 15,3 2-202-15,4 0 97 0,0-2 55 0,0 6-374 16,3 6 188-16,2 0 98 0,0 3 30 0,3 5-221 16,5-1 102-16,-2 13 83 0,-1 2 35 0,1 2-534 15</inkml:trace>
  <inkml:trace contextRef="#ctx0" brushRef="#br0" timeOffset="91087.02">23618 5423 1256 0,'-15'-8'0'0,"4"2"0"16,0-4 0-16,-1 3 0 0,1 0 0 0,-3-3 0 0,0 5 425 0,1 1-199 0,-1 1-95 0,-3 3-47 0,0 0 51 16,-3 3-49-16,-1 6-16 0,1 8 76 0,2 0-54 15,1 0-28-15,5 4 136 0,1-1-82 0,2-2-31 31,7-1-10-31,2-3-3 0,0 2-38 0,2-3 0 0,7-4 1 0,5 5-136 0,2-8 63 0,1 3 36 16,0-1 0-16,2-1-207 0,-4-2 119 0,3 5 41 16,-7-3-89-16,-2 2 38 0,-3 1 48 0,-4 0 5 15,-2 2 22-15,0 2-63 16,-8-1 51-16,-9-2 325 0,-3 0-156 0,-2 0-73 0,-6-1-41 16,-2 0 175-16,2-6-94 0,1 0-12 15,3-4-423-15,6 0 186 0,2 0 83 0,4-1 67 16,8-6-792-16,4-6 368 0,3 1 193 0,8-2-226 15</inkml:trace>
  <inkml:trace contextRef="#ctx0" brushRef="#br0" timeOffset="91245.35">23586 5561 1506 0,'14'0'0'0,"-4"0"0"0,1 0 0 0,-1 0 0 0,0 0 0 0,-1 1 0 0,-1 8 235 0,0 0-104 0,-3 2-48 0,0 5 544 0,-3 1-296 0,0 1-149 16,0 3-64-16,-2-1 66 0,0-1-75 15,0 0-36-15,0-2-410 0,-4-2 187 0,2-1 102 0,-1-6 37 16,0-4-674-16,1-4 361 0,0 0 180 0,1-3-631 16,-3-10 360-16,4-5 194 0</inkml:trace>
  <inkml:trace contextRef="#ctx0" brushRef="#br0" timeOffset="92463.54">23712 5278 1165 0,'2'0'0'0,"-1"0"0"0,1 0 0 0,2 0 0 0,1 0 0 0,-2 1 0 0,2 4 0 0,-2 6 469 0,5 1-216 0,-4 5-109 0,1 5-54 0,1 2-26 0,-3 9 8 0,-1 2-36 0,-2 4 198 0,0 4-99 0,0 1-49 0,-8 2-89 0,-1 4 9 0,-2-11 30 0,1 0 0 0,-1-7-40 0,4-6-1 0,-2 1 50 0,5-16-9 0,2-6-38 15,2-5 10-15,0 0-1 0,4-15-21 0,10-8-119 0,4-5 52 0,1-4 42 16,3-2-149-16,2 2 89 0,3-1 32 0,1 0 3 47,-4 7-6-47,-1 2 45 0,-1 7-23 0,0 2 266 0,-6 4-122 0,4 4-63 0,-10 7-27 0,0 0 338 0,-4 16-157 0,-5 4-89 0,-1 9 126 0,0 0-86 15,0 4-51-15,0 0-25 0,-1 0 70 0,-1-1-49 16,1-3-25-16,1 1-138 0,0-9 52 0,0-3 32 16,0-5-1-16,3-6-242 15,7-3 137-15,-1-4 77 0,5 0 25 0,-1-11-396 16,1-6 165-16,3-7 108 0,2-1-120 0,1-4 95 15,-1 0 60-15,1 0 26 0,-1-2-162 0,4-1 94 16,-2 5 47-16,4-1-26 0,-6 4 40 0,0 6 1 16,-5 2 33-16,-2 6 201 15,-2 6-101-15,-2 0-59 0,-8 4-17 0,0 0 357 0,0 11-188 0,0 1-51 16,0 5 272-16,-2 2-144 0,-1 1-104 0,1 1-48 16,2 1 14-16,0 1-30 15,0 0 0-15,0-1-129 0,5-3 45 0,6-2 26 16,0-3 1-16,4-2-240 0,2 0 142 0,3-7 58 15,2-5 32-15,0 0-448 0,3-1 221 0,0-13 53 16,2 0 68-16,-4-5-236 0,-1-1 151 0,-2-1 77 16,-4-1-31-16,0-2 54 0,2 1 17 0,-10-2-42 15,-1 0 40-15,-4-2-1 16,-2 1 39-16,-1 2 39 0,0-4-8 0,0 7-31 0,0 1 0 0,0 3 185 16,0 2-93-16,-1 2-46 15,1-1 290-15,0 8-130 0,0-2-89 0,0 5-2 16,0 0 223-16,0 1-126 0,0 1-60 0,0 1 0 15,0 0-40-15,0 0 0 0,0 0-40 0,0 0 35 16,0 0-26-16,-1 0-10 0,-1 3 1 0,-1 0 24 47,0 0-24-47,-3 1-1 0,3 1 87 0,-3 1-48 0,-1 0 0 0,0 5-38 0,2 0 97 0,-4 2-48 0,1 4-16 0,2-1 58 0,-2 5-45 0,3-1-24 16,1 4 1-16,0 2 1 15,1 1 8-15,3 0-32 0,0 1 0 0,0-1-38 16,5 2 38-16,10-3 0 0,3 2-63 0,3-8 27 15,4-4 0-15,2-8 36 0,5-2-76 0,4-6 44 16,-1 0-4-16,-2-10-144 0,1-8 68 0,-3-6 44 16,-2 0 2-16,1-4-46 0,-10 2 21 0,-4-3 23 15,-6 0-8-15,-7 0-90 16,-1-3 43-16,-2-4 25 0,-2 3-105 0,-10 0 66 16,-6 1 32-16,-2 2 1 0,-1 1 6 0,-5-2-9 15,4 11 36-15,0 5 61 0,0-1-31 0,2 7 1 16,2 0-32-16,0 2 203 0,3 5-92 0,5 0-54 15,1 2-13-15,1 0 119 0,4 0-48 0,-2 4-46 16,6 3 88-16,0-2-53 0,0 2 3 0,0-2-23 16,0 0-20-16,0 0 14 0,0 0 3 0,1-3-78 15,1 1 36-15,1-1 0 16,-2 0 20-16,1 2-92 0,-1-3 35 0,2 1 26 16,-1-1-6-16,-2 1-92 0,0 0 47 0,0-1 29 15,0 1-30-15,0-2 28 0,0 2-19 0,0-2 31 16,0 1-2-16,0 1 3 0,0-2-12 0,0 0 61 15,0 0-4-15,0 0-44 0,0 2-5 0,0-2 42 16,0 0-32-16,0 0-1 0,0 0 9 0,0 0-32 16,0 0 35-16,0 0 8 0,0 0-51 0,0 0 1 15,0 1 36-15,0-1-2 16,-2 0 27-16,-2 2-2 0,2-2-26 0,-2 2 118 0,2-1-56 16,0-1-28 15,1 2 2-31,-3 2 181 0,3-3-97 0,-2 3-33 0,1-1-28 0,1 0 138 0,-5 3-66 0,6-2-46 15,-1 2 40-15,1 1-41 110,0 1-73-110,0 1 0 0,0 0 0 0,1 2 0 0,6-2 0 0,1 4 0 15,2-2 0-15,0-1 0 0,4 4 0 0,0-6 0 0,1-1 0 0,2 2 0 0,2-3 0 0,1-4 0 0,4 0-187 0,-3-2 56 0,1 0-899 0,-1 0 497 0,1-3 249 0</inkml:trace>
  <inkml:trace contextRef="#ctx0" brushRef="#br0" timeOffset="93486.27">23746 5621 0 0,'0'0'0'0,"-3"0"0"0,0 0 0 0,0-1 0 15,1-1 0-15,-1 1 253 0,0-1-113 0,1 0-53 0,-1 2-25 0,0-1 66 16,2-1-46-16,-3 2-14 0,3-1-10 0,0 1 91 16,-1-2-58-16,2 2-27 109,-2 0 107-109,2 0-59 0,0 0-42 0,-1 0 166 0,1 2-100 0,0 6-50 0,-2 2-17 0,1 2-8 0,1 3-26 0,-2 4 0 0,0 0 0 0,2 3 355 0,-2 2-169 0,2 1-97 0,0-2-45 0,0 2 70 0,0-4-57 0,7 1-29 0,1-2-155 0,4-3 58 0,1-5 36 0,1-1-605 0,3-4 320 0,0-3 158 0,2-2 34 0</inkml:trace>
  <inkml:trace contextRef="#ctx0" brushRef="#br0" timeOffset="94392.93">23991 5577 510 0,'0'0'0'0,"0"0"0"0,0 0 0 0,0 0 0 0,0 0 0 0,0 0 0 0,-2-3 81 0,2 3-14 15,0 0-9-15,0-3 27 0,0 1-26 0,0 1 1 16,0-1-24-16,0 0 142 0,0 0-75 0,0 1-34 15,0-1 0-15,0 0 140 0,0 2-77 0,0-3-53 16,0 2 117-16,0-2-80 16,0 3-40-16,0 0 75 0,2 0-49 0,0 0-37 15,-1 0-1-15,2 0 32 0,-2 3-31 16,2 3 1-16,-1 3-22 0,0 0 21 0,1 2-29 0,-2 4 0 16,1 2-1-16,0-1-31 0,-1 4 8 0,1 1 24 15,-1-1-39-15,-1 2 0 0,0 1 38 0,0-2-45 16,0 2 27-16,0-2-9 0,0-4 1 0,0 1-9 15,0-3 16-15,0-3 5 0,-1 2-8 0,-1-6-6 16,1-1 3-16,-1-2 7 0,2-3-4 0,-2-1-26 47,2 1 2-47,-1-2 26 0,1 0-35 0,0 0 33 0,0-5 0 0,0-3-106 0,0-1 49 0,0-1 25 0,0 0-12 0,0-4-113 31,3 3 62-31,3-5 36 0,0 2 2 0,4-1-94 16,-2 1 47-16,3-2 31 0,-2-1-24 0,3-1 25 0,4-1-10 0,-6 2 33 31,3 2 5-31,1-2-4 0,-1 3-1 0,2-3 84 0,-1 3-51 0,-1 3 9 0,-2 2-41 0,-2-1 196 16,2 5-84-16,-6-1-51 15,6 3-10-15,-7 0 221 0,0 1-114 0,3 2-58 0,-4 0 68 0,0 0-22 16,-1 0-43-16,-1 0-9 0,0 0 20 0,1 2 0 16,0 1-44-16,1 0 33 0,-1 3-32 0,0-3 0 15,-1 2-1-15,1 2 28 0,-1 2 0 0,-1-1-18 16,3 1-10-16,-3-1 34 0,0 2-33 0,1-1-1 15,-1 0-33-15,1 0 9 0,1 2 24 0,0-5-23 16,0 3-48-16,-1-3 20 0,3 0 25 0,-1-1-610 16,1-1 298-16,1-4 123 15,1 0 82-15</inkml:trace>
  <inkml:trace contextRef="#ctx0" brushRef="#br0" timeOffset="95804.18">13871 6116 1306 0,'8'-27'0'0,"4"-2"0"0,-6 7 0 0,1 5 0 0,-3-4 0 0,-2 4 0 0,0 2 0 0,-2-2 0 0,0 7 187 0,-7 3-76 0,-1 2-36 0,-4 3-1 0,-1 2-37 0,-5 0 9 0,-1 4-9 0,-4 10 212 0,-1 4-106 0,-5 2-53 0,1 1-27 0,-3 9 137 16,4-7-87-16,5 4-38 0,0 0 87 0,4-3-62 16,5 1-32-16,-2 1 176 15,10-5-108-15,5-6-49 0,0 2-25 0,0-2 40 16,3-2-32-16,12 3 9 0,0-6-64 0,8 1-15 16,-1-5 0-16,3 5 0 0,-3-3 0 0,5 5 0 15,-7-2 0-15,-1 6 0 0,-4 0 0 0,-4 3 0 16,-1 7 0-16,-6 2 0 15,-3 4 0-15,-1 3 0 0,-2 2 0 0,-13 4 0 0,1 7 0 0,-1-11 0 16,1 3 0-16,1-3 0 0,2-1 0 16,5-6 0-16,-1 4 0 0,7-14 0 15,0-3 0-15,0-2 0 0,0-5 0 0,4-2-318 16,2 0 124-16,1-7-410 0,1 1 283 0,3-3 142 31</inkml:trace>
  <inkml:trace contextRef="#ctx0" brushRef="#br0" timeOffset="96616.22">14591 6203 1069 0,'-11'-8'0'0,"3"-1"0"0,-1 1 0 0,1 4 0 0,-3 4 0 0,3 0 0 0,-4 0 0 0,-1 10 354 0,0 9-149 0,-2 5-88 0,3 10-40 0,0 2 231 0,0 3-135 0,3 4-67 0,0 6 246 0,6-7-162 0,3-1-76 0,0-3 47 0,9 1-62 0,5-6-30 0,4 1 9 0,3-10 4 0,2-4 0 16,2-6-45 31,-2-3 1-47,0-1-153 0,0 1 85 0,-5-4 30 0,-3-2-1 0,-1-3-362 0,-5 1 200 0,0-1 68 0,-4 2-596 0,-2-3 309 0,-2-1 172 94,-1 0-393-94,0 0 283 0,0 0 141 0</inkml:trace>
  <inkml:trace contextRef="#ctx0" brushRef="#br0" timeOffset="97187.22">14718 6309 955 0,'0'0'0'0,"0"0"0"0,0 0 0 0,0 0 0 0,0 0 0 0,5 0 0 0,3 6 406 16,4 5-185-16,3 4-92 0,1 6 143 0,0 1-118 0,3 5-49 16,-3 2-38-16,-1 1 14 0,-2 3 1 0,-3-2-45 0,-2-4 6 15,-1 2 4-15,-6-7-10 0,1-7 0 0,-1-4 76 16,-1-4-37-16,0-3-1 0,0-4-29 0,0 0 167 15,0-11-88-15,0-7-44 16,0-7 0-16,2-7-41 0,5-2 6 0,3-2-9 16,1 0-128-16,3 1 65 0,-1-3 31 0,2 2-84 15,1-5 68-15,0 9 19 16,0 3 0-16,1 3-260 0,-1 4 133 0,3 2 32 16,-7 13 45-16,2 6-450 0,-2 1 228 0,-1 4 113 0,-1 17-466 0,1 1 281 15,-1 7 154-15</inkml:trace>
  <inkml:trace contextRef="#ctx0" brushRef="#br0" timeOffset="97374.34">15250 6604 1338 0,'-5'2'0'0,"-1"1"0"0,1 0 0 0,2 1 0 0,0 1 0 0,1 0 0 0,-2 2 0 0,4-2 594 0,0 1-278 0,0 0-140 0,0 2 19 0,0 1-70 0,0-1-48 0,0-1-1 15,0 3-341-15,0-3 151 16,0 4 76-16,0-1-541 0,-1-3 302 0,-3-1 155 16,3 1 78-16,-1-5-653 0</inkml:trace>
  <inkml:trace contextRef="#ctx0" brushRef="#br0" timeOffset="97770.63">15468 6348 1344 0,'0'5'0'0,"-3"5"0"0,-3 4 0 0,1 1 0 0,0 4 0 0,-1 4 0 0,1 7 741 0,-1 2-351 0,3 6-168 0,3-6 284 0,0 2-234 0,0-1-118 0,9-4-58 0,4-3-38 0,4 2-12 0,0-10-8 0,3-5-1 0,1-3-221 0,1-6 111 0,2-4 54 0,3 0-96 0,-4-4 71 0,-2-13 40 0,0-7 1 0,-2 0-256 0,-3-5 141 0,-1 1-32 0,-7-3-77 0,-3 2 81 0,-2-1 55 0,-3-1 27 0,0-1-23 15,0-5 15-15,-5 5 10 0,-8 0 25 0,-2 1 0 0,-1 2 0 0,-5 6 9 0,-4-1 36 0,0 11-18 0,-1 6 0 0,0 5-27 0,1 2 228 0,1 0-110 0,-1 7-40 0,9 8 240 0,0 3-122 0,7-1-76 0,4 2-7 0,5-1 44 0,-4 2-19 0,4-5-37 0,4-1 0 0,4 2-199 0,5-5 86 0,3-2 43 0,-1 1-438 0,4-3 217 47,1-3 118-47,-1 1 29 0,2-5-281 0,4 4 127 0,-4-4 103 0,0 0-461 0</inkml:trace>
  <inkml:trace contextRef="#ctx0" brushRef="#br0" timeOffset="98248.2">15926 6267 1993 0,'0'-6'0'0,"-3"2"0"0,-1 1 0 0,2 1 0 0,2 0 0 0,0 2 0 0,0 0 0 0,2 0 362 0,7 9-168 0,3 2-78 0,3 4 249 16,0 4-164-16,2 1-82 16,-1 6-33-16,0-1 81 15,-1 1-65-15,-2 4-33 0,-1 2 0 0,-4 5-18 0,0 4-14 0,-6-3-37 16,-2 4 0-16,0-1 0 0,-12 0 0 0,-2-2-156 16,-6 5 105-16,-2-13 39 0,0-2 24 0,-3-5-372 15,0-6 155-15,0-2 102 16,-1-3-1-16,7-12-406 0,3-1 237 0,5 0 118 0,3-7 59 0,8-9-240 47,0-4 140-47</inkml:trace>
  <inkml:trace contextRef="#ctx0" brushRef="#br0" timeOffset="98381.84">16336 6333 2169 0,'0'-7'0'0,"0"2"0"0,0-1 0 0,0 0 0 0,0 1 0 0,0-1 0 0,2 0 0 0,-1 2 0 0,4 1 495 16,-1 0-230-16,3 1-114 0,-3 0-57 0,3 2-506 16,-1 0 220-16,1 0 114 0,0 5-874 0,-1 5 485 15</inkml:trace>
  <inkml:trace contextRef="#ctx0" brushRef="#br0" timeOffset="98547.02">16342 6638 1436 0,'-8'6'0'0,"1"-1"0"0,0 1 0 0,1 0 0 0,2 0 0 0,0-2 380 0,4 0-173 0,0 0-85 0,0-1 409 0,0 1-248 0,5-2-115 0,4 1-70 0,-1-3-322 0,0 0 130 0,0 0 66 16</inkml:trace>
  <inkml:trace contextRef="#ctx0" brushRef="#br0" timeOffset="103009.24">18620 6374 1578 0,'-13'-11'0'0,"5"7"0"0,-1-2 0 0,3 6 0 0,1-3 0 0,0 3 0 0,1 0 0 0,-1 0 0 0,0 0 0 0,3 9 73 0,-2 7 0 0,0 4 445 16,-1 8-229-16,0 3-131 0,0 8-59 0,0 0 137 16,1 4-99-16,0 4-49 0,4 6-15 0,0-7 30 15,0-3-32-15,9-5 0 0,6-4-32 0,4-6 68 16,5 0-25-16,1-14-9 0,1-6-34 0,4-8-15 16,1 0-24-16,0-3 0 0,2-13 0 15,-5-9 0-15,-3-2 0 0,-2-7 0 94,-4-5 0-94,-2-2 0 0,0-6 0 0,-6 6-214 16,-3 0 74-16,-4 0 73 0,-2-1 9 0,-2 1 28 0,0-4-30 0,-14 7 4 0,-3 2-198 0,-10 0 107 0,-2 2 54 0,-5-3 25 0,-1 14 29 0,-1 7 0 0,-1 7 1 0,-2 7 171 0,3 2-86 0,-3 2-53 0,11 16 11 0,2 8 318 0,10 2-152 0,5 0-92 0,6-1-11 0,4 1 147 15,1-6-60-15,8-2-64 0,9-3-69 0,4-5-22 16,3 1 0-16,4-2 0 0,2-9 0 0,-1-2 0 15,3 0 0-15,-3 0-579 0,-3 0 239 0,4 0 179 47,-7 0 36-47,-3 0-844 0</inkml:trace>
  <inkml:trace contextRef="#ctx0" brushRef="#br0" timeOffset="103712.13">18018 6428 1510 0,'0'0'0'0,"-3"-7"0"16,2 2 0-16,-4 0 0 0,0 5 0 0,1 0 0 0,-4 0 0 0,-3 0 193 15,0 5-83-15,-3 7 48 0,-3 2-60 0,-3 3-30 0,-1 4-1 0,-5-1-47 16,1-3-9-16,0 3 26 0,0-4 1 0,0-1 40 15,2-1 1-15,-4 1-32 0,9-6 71 0,2-1-40 16,5-2 0-16,3-4-41 0,5 0 210 0,2 1-96 16,1-1-62-16,4-2 54 0,15 4-53 0,1-2-18 15,8 1-8-15,4-1 105 0,0 2-88 0,4-1-81 16,0 0 0-16,0 2 0 0,1-2 0 0,2 2 0 16,-8-1-115-16,2-1-11 15,-8 2 81-15,0-1 42 0,-5-1-332 0,-1 1 138 16,-10 1 99-16,-6-2-776 0,-1 2 418 0,-2-2 210 15</inkml:trace>
  <inkml:trace contextRef="#ctx0" brushRef="#br0" timeOffset="103961.65">17714 6875 1848 0,'-9'2'0'0,"3"2"0"0,0 0 0 0,4 1 0 0,2 0 0 0,0 0 373 0,5-1-168 0,11 1-84 15,4-3-32-15,3-2-11 0,6 0-41 0,0 0 541 16,2 0-271-16,-2 0-135 0,6 0-59 0,-7 0-522 109,1 0 223-109,-2 0 111 0,-4 0 56 0,-2 0-790 0,-1 0 429 0,-11 0 202 0</inkml:trace>
  <inkml:trace contextRef="#ctx0" brushRef="#br0" timeOffset="104216.21">17133 6655 2341 0,'-25'24'0'0,"8"0"0"0,3 7 0 0,5 6 0 0,4 1 0 0,5-4 0 0,0 0 0 0,14-11 0 0,7-6 0 0,5-2 0 0,5-6 251 0,2-3-106 0,7-3-45 15,-4-3-35-15,0 0-103 16,0-9 38-16,-2-4-1 16,-1-4 39-16,1-4-76 0,-10 1 33 0,-6-4 1 0,-5 0-115 0,-7 0 79 15,-3-3 38-15,-3 1-96 0,-3 4 20 0,-13 1 43 16,-4-2-27-16,-5 5 97 0,0-3-23 0,-6 1-31 16,1 4-17-16,-1 2 90 0,0 2-30 0,-3 4 0 0,4 1-15 0,-2 2-31 15,8 5 42-15,4 0-20 16,3 1-259-16,6 11 124 0,6 4 64 0,3 1-591 15,2 5 317-15</inkml:trace>
  <inkml:trace contextRef="#ctx0" brushRef="#br0" timeOffset="104737.6">19450 6273 1021 0,'0'-7'0'0,"2"0"0"0,-1 4 0 0,2-3 0 0,1 2 0 0,-3 4 0 0,2-3 0 0,1 1 411 0,-3 2-187 0,2 0-93 16,0 0-25-16,-3 5-34 0,0 8 9 0,0 3-130 15,-7 2 43-15,-6 4 0 0,-2 1 43 0,-4 2-28 16,-3-1-10-16,-1 0 38 0,-4-4 0 0,2 1 58 16,-3-3-29-16,-2 2 9 0,4-6-62 0,1-3 255 15,2-3-111-15,8-2-60 0,3-1 222 0,1-2-131 16,10-3-81-16,1 0 2 0,1 0-35 0,12 0-1 16,9 1-36-16,4 2-14 15,4 1-10-15,1 0 24 0,3 2 0 0,-1 2-93 16,0 0 46-16,3 2 33 0,-7-1-9 15,1 4-435-15,-4-2 177 0,-4 1 130 16,1 0-667-16,-2 2 363 0,-9-3 195 0,-4 1 93 0</inkml:trace>
  <inkml:trace contextRef="#ctx0" brushRef="#br0" timeOffset="104901.53">19397 6762 1460 0,'-12'4'0'0,"-1"-1"0"0,4 2 0 0,-3-1 0 0,9 4 0 0,-1-2 0 0,4 2 0 0,0 2 528 0,4 0-246 0,8 2-113 16,2-3-70-16,5 3 74 0,2-1-68 0,0 0-33 16,0-2-1-16,3 4-25 0,-2-4-9 0,1 1 0 15,-3-2 0-15,2-3 0 16</inkml:trace>
  <inkml:trace contextRef="#ctx0" brushRef="#br0" timeOffset="105084.29">19844 6538 2075 0,'0'-4'0'0,"0"-1"0"0,0 4 0 0,5-4 0 0,6 4 0 0,4-4 0 0,5 5 264 0,6-2-114 0,5 2-56 0,5 0 357 16,4 0-207-16,4 0-94 0,-4 2-328 0,-1 1 108 0,-4 2 53 15,-3-1 28-15,-4 1-757 16,-1 2 400-16,-14-3 188 0,-3 3 96 0</inkml:trace>
  <inkml:trace contextRef="#ctx0" brushRef="#br0" timeOffset="105341.96">20087 6555 971 0,'-4'0'0'0,"-2"0"0"0,1 0 0 0,0 0 0 0,1 0 0 0,-1 1 0 0,0 4 170 15,-1 0-66-15,0 2 89 0,-2 2-77 0,-2 2-31 16,-2 2-8-16,0 2 130 0,-4 0-85 0,-1 1-42 31,-2 0 0-31,-2 2 153 0,2-2-103 0,2-3-46 16,1-1 0-16,2-3 236 0,5 0-141 0,-1-2-61 15,6-2 164-15,4 0-123 0,0 1-60 0,4-3-61 0,10 3-38 0,6-1 0 16,4-1 0-16,3 2 0 0,4 1 0 0,0-3 0 47,4 3 0-47,3 0 0 0,-7-1 0 0,0-1 0 0,-2 1 0 0,2 0-650 0,-7-3 299 0,4 0 95 0,-10 0-534 0,-5-3 377 15,-1 0 188-15,-8 0 93 0</inkml:trace>
  <inkml:trace contextRef="#ctx0" brushRef="#br0" timeOffset="105531.04">20122 6682 811 0,'-10'-3'0'0,"0"1"0"0,0 2 0 0,4 0 0 0,1 0 0 0,-2 5 0 0,7 9 0 0,0 5 0 0,0 4 914 0,0 3-444 0,0 5-216 0,0 6-108 0,4 1 268 15,4 8-180-15,-5-6-104 16,1 3-7-16,0-3-44 0,-1-2 0 0,0-4-417 47,0 1 197-47,-1-11 84 0,0-5 46 0,0-4-576 0,-1-8 304 0,0-1 157 0,2-3-26 0,-3-3-524 0,0-9 320 0,0-10 160 0</inkml:trace>
  <inkml:trace contextRef="#ctx0" brushRef="#br0" timeOffset="105750.77">19979 6063 1988 0,'-8'-13'0'16,"-3"-3"0"-16,8 10 0 0,3 2 0 0,0 1 0 0,0 3 0 0,12-2 0 0,7-1 0 0,6 3 651 0,4 0-307 0,6 0-154 15,2 0-77-15,1 0 72 0,4 0-65 0,-6 0-47 31,-1 0-119-31,-4 5 41 0,-2 1 0 0,-4 0-477 0,1-1 268 0,-11 2 120 0,-6-2 66 0,-3 2-717 16,-5 0 370-16,-1 0 87 0,0 0 131 0,-9-3-359 16,-8 1 239-16</inkml:trace>
  <inkml:trace contextRef="#ctx0" brushRef="#br0" timeOffset="105884.72">20186 6063 729 0,'-14'0'0'0,"1"0"0"0,2 0 0 0,1 0 0 0,-1 0 0 0,4 7 0 0,1-2 344 16,4 7-153-16,-2 2-78 0,4 1-39 0,-2 6 246 15,2-1-146-15,0 7-69 0,0-2-5 0,0 1-32 16,0 2-1-16,0 2-21 0,0-5-10 0,0-2 0 16,0-1 0-16,0-3-179 0,0-4 89 0</inkml:trace>
  <inkml:trace contextRef="#ctx0" brushRef="#br0" timeOffset="106066.72">20281 6116 1879 0,'1'0'0'0,"-1"0"0"0,2 0 0 0,-1 0 0 0,0 0 0 0,2 4 0 0,0 4 0 0,1 6 0 0,1 4 0 0,1 7 82 0,-1 3-23 0,0 8 457 0,-2 2-245 0,1 1-117 0,-3 2-59 0,1-1-429 0,0 1 186 0</inkml:trace>
  <inkml:trace contextRef="#ctx0" brushRef="#br0" timeOffset="111874.37">20871 7039 2245 0,'0'-4'0'0,"0"-3"0"0,0 0 0 0,0-3 0 0,0 8 0 0,0-1 0 0,2 0 0 0,4 0 0 0,0 2 229 0,-1 1-85 0,0 0-98 0,-1 0-7 0,-1 4 1 15,-1 4-1-15,-2 5-321 0,0 2 170 0,0-1 71 16,-9 4 40-16,-2 0-723 16</inkml:trace>
  <inkml:trace contextRef="#ctx0" brushRef="#br0" timeOffset="112739.69">22996 6559 918 0,'-6'0'0'0,"2"0"0"0,1 0 0 0,0 0 0 0,1 0 0 0,0 0 343 0,2 2-157 0,0 10-75 0,2 5 112 0,7 7-93 0,4 3-46 0,-1 6 10 0,3 2 48 16,0 3-51-16,-1 3-27 0,0 5 0 0,-3-5-26 16,3 6 9-16,-7-13-9 0,0-2-56 0,-4-9 28 15,0-2 0-15,0-8 27 0,-3-1 81 0,0-10-45 16,0-2 0-16,-3-2 67 0,-1-10-51 0,0-10-26 15,4-6 10-15,0-2 26 0,0-6-31 0,7-3 0 16,8-2-30-16,1 1-36 0,7-5 10 16,0 8 26-16,2 2-27 0,3 1 27 15,2 5 0-15,4-1 9 0,-7 13-37 0,4 5 0 16,-6 3 28-16,0 6-82 0,-3 1 38 16,1 2 15-16,-10 0-8 0,-1 5-5 0,-4 2 26 15,-4 0-12-15,-2 0 10 0,1-1-126 0,-3-4 51 0,0 1 33 16,0-1-385-16,0-2 185 15,-3 0 101-15,-2 0-765 0,-1 0 429 0</inkml:trace>
  <inkml:trace contextRef="#ctx1" brushRef="#br1">14921 14137 0</inkml:trace>
  <inkml:trace contextRef="#ctx0" brushRef="#br1" timeOffset="119693.9">3794 8303 441 0,'0'-5'0'0,"0"2"0"0,0-4 0 0,-1 2-1 0,1 0-1 0,0-1 0 0,0 1 81 0,0-1-1 0,0-1-43 0,0 1-5 0,0 1-1 0,0-5 0 0,0 5-44 0,0 0 0 0,1-4 47 0,2 3-7 0,-3 2 32 31,1-1 1-31,-1 2-32 0,2-2 1 0,-2 2 98 0,2 0-50 0,-2 0 9 16,0 0 46-16,0 2-41 0,0 0-1 0,1-2 39 16,-1 1-46-16,0 1-1 93,1 0-35-93,-1-1 36 0,1-1 1 0,1 2-26 0,0-2-11 0,0 2 79 0,0-1-40 0,-1-2 0 0,2 3-39 0,-2 1 11 0,3-3-11 0,-3 1 0 0,1 1 47 0,2-2-47 0,-1 2 0 0,1-1 40 0,-1 1-41 0,2 0 1 0,-2-2 0 0,2 3 4 0,1-3-4 16,-3 2 11-16,2-2-12 0,3-2-14 0,-3 1 15 0,-1 1 0 0,2-1-1 0,2-1-15 16,-5 3 16-16,5-4 0 0,-2 3-44 0,-1 1-4 15,1-3 52-15,1 3-51 0,-1-2-5 0,0 2 42 16,1-2 1-16,-1 4-42 0,2-4 4 0,0 1 30 15,-3 1-7-15,3 0-14 0,0-1 11 0,-1 0 7 16,2 0-7-16,-3 1 42 0,3-1-40 0,-2 0 2 16,0 0-20-16,0 0 20 0,3 2 4 0,-4-3-5 15,1 2-40-15,0 0 1 16,2-1 37-16,-2 0-46 0,1 2 2 0,1-2 40 0,-3 1-5 0,3-1-33 16,-2 3-9-16,-1-2 42 31,6-1-15-31,-7 1-28 0,4 0-10 0,-4 0 44 0,4 1-11 0,-1-1 8 0,-1 2-13 0,-1 0 63 15,2-3-1-15,-2 2-48 0,1-1-1 0,-1 0 55 16,1 0 3-16,3 2-51 16,-4-3 8-16,0 1 32 0,3 1-32 0,-1-3-13 0,2 1 0 0,-3-1 0 15,5 0 0-15,-4-1 0 0,5-1 0 0,-2 0 0 16,3-2 0-16,-1 1 0 0,0 0 0 16,0-2 0-16,2 0 0 0,1-2 0 0,2 3 0 15,-1-2 0-15,-4-1 0 0,4 3 0 16,-1-2 0-16,3 0 0 0,-4 2 0 0,0-1 0 15,-2 3 0-15,3-2 0 0,-2 1 0 0,5-1 0 16,-7 1 0-16,3 0 0 0,1 0 0 0,0 2 0 16,1-2 0-16,3 0 0 0,-6-1 0 0,2 1 0 15,2 2 0-15,-2-4 0 0,1 3 0 0,2-3 0 16,-2 1 0-16,0 2 0 0,0-3 0 0,-4 2 0 16,4 0 0-16,1 1 0 15,-3-1 0-15,-2 0 0 0,2 0 0 0,-3 3 0 16,4-3 0-16,1-2 0 0,-2 4 0 0,-3-1 0 15,1 1 0-15,1-1 0 0,-1-2 0 0,3 1 0 16,-1 2 0-16,-1-2 0 0,1-2 0 0,0 3 0 16,3-2 0-16,1 0 0 0,0 0 0 0,-1-1 0 15,0 1 0-15,2-2 0 0,-3 1 0 0,6-1 0 16,-4 3 0-16,-3 1 0 0,2-2 0 16,0 0 0-16,0 1 0 0,2-1 0 15,-4 2 0-15,-2 1 0 0,0-1 0 0,1 1 0 16,1-2 0-16,4 1 0 0,-8-2 0 0,4 4 0 31,-1-4 0-31,2 3 0 0,-1-4 0 0,5 2 0 0,-5-4 0 16,-1 5 0-16,4-2 0 0,-3-2 0 0,5-1 0 0,-5 3 0 0,3 0 0 0,-1-1 0 15,0 4 0-15,-1-5 0 0,3 3 0 0,-3 0 0 16,1 1 0-16,-2 0 0 0,1 1 0 0,-4-2 0 16,7-2 0-16,-7 5 0 15,3-3 0-15,-3 3 0 0,3-3 0 0,-2 0 0 16,4-2 0-16,-4 2 0 15,3 0 0-15,-4 0 0 0,4-1 0 0,-1 0 0 16,3-3 0-16,-3 4 0 0,1-2 0 0,0 3 0 16,-2-3 0-16,2 4 0 0,2-5 0 0,-4 4 0 0,1 1 0 0,0-1 0 15,-2 3 0-15,3-3 0 0,0 1 0 0,-2 1 0 16,-1-1 0-16,0-1 0 16,1 1 0-16,0 1 0 62,3-1 0-62,-4-2 0 0,0 2 0 0,1 0 0 0,-2 0 0 0,3-1 0 0,0 0 0 0,-5-2 0 0,3 4 0 0,-4-1 0 0,2-1 0 0,1 1 0 0,0-1 0 0,-3 1 0 0,1 3 0 0,-1-3 0 0,2 1 0 0,-3 1 0 16,6-2 0-16,-7-1 0 0,4 3 0 0,-1 0 0 15,-1-2 0-15,6 0 0 16,-7 0 0-16,2 3 0 0,-1-5 0 0,0 6 0 0,0-5 0 0,0 2 0 16,-4 2 0-16,2 0 0 15,-4-1 0-15,-1 3 0 16,1-2 0-16,-1 0 0 0,0 1 0 0,-2 1 0 15,1 0 0-15,-2 0 0 0,0 0 0 0,1-2 0 94,-1 2 0-94,1-2 0 0,-1 2 0 0,2-2 0 0,-2 2 0 0,1-1 0 0,-1-1 0 0,2 0 0 0,-2 2 0 0,0 0 0 0,0 0 0 0,0-3 0 0,0 3 0 0,0 0-214 0,0 0-67 0</inkml:trace>
  <inkml:trace contextRef="#ctx1" brushRef="#br1" timeOffset="2315.09">7390 15850 0,'0'0'16,"0"0"0,0 0-16,0 0 15,0 0-15</inkml:trace>
  <inkml:trace contextRef="#ctx1" brushRef="#br0" timeOffset="6039.55">30942 13147 0,'0'0'0,"0"0"16</inkml:trace>
  <inkml:trace contextRef="#ctx0" brushRef="#br0" timeOffset="124509.62">22546 6603 1355 0,'0'-10'0'0,"0"5"0"0,0-1 0 0,0 2 0 0,0 1 0 0,0 1 245 0,0-1-93 15,0 1-62-15,0 2 128 0,0 0-90 0,0 0-45 16,0 0 1-16,0 0-61 0,0 0-8 31,0 7 23-31,-6 5-54 0,-4 0 27 0,-2 5 1 0,-5 3 36 0,0-1-10 0,-3 1 0 16,-3 0 1-16,-1-2 115 0,1-3-58 0,-1-1-20 15,4-4-8-15,3-3 121 0,0-2-76 0,4-1-37 16,-1-2 9-16,5-2 95 0,7 0-72 0,1 0-34 16,1 0 12-16,1-1-61 0,9-2-25 0,8-2 0 15,4-2 0-15,2 3 0 63,2-1 0-63,2 2 0 0,2 1 0 0,-2 0 0 0,-3 2 0 0,1 0-72 0,-4 0-54 0,1 0 77 0,1 2 3 0,-6 8-579 0,-4-3 293 0,-2 5 147 0,-2 1-589 0,-6 3 368 0,3-1 174 0</inkml:trace>
  <inkml:trace contextRef="#ctx0" brushRef="#br0" timeOffset="124704.8">22249 6947 1280 0,'-30'6'0'0,"4"3"0"0,-2 4 0 0,17-4 0 0,1 2 0 0,7-2 750 0,3-2-355 0,2-1-179 16,16 0-79-16,6-5 451 0,10-1-275 0,4 0-137 31,3 0-100-31,2 0-76 0,2 0 0 0,-5-1 0 0,-4-1 0 0,0-1-27 16,-4 2 19-16,0-1-282 0,2 2 174 0,-12 0 72 15,-3 0 41-15,-7 0-788 0,-5 0 395 0,-1 0 78 16,-6 3 145-16</inkml:trace>
  <inkml:trace contextRef="#ctx0" brushRef="#br0" timeOffset="125053.69">21747 6805 1134 0,'-20'2'0'0,"4"4"0"0,4 4 0 0,-2 4 0 0,6 6 0 0,2 0 0 0,0 5 25 0,6 2 0 0,1 0 618 0,12-1-302 0,3-1-151 0,5 3-75 0,4-1 237 0,0-6-162 0,3-5-75 0,3 0-39 0,0-7-84 0,0-2 0 0,5-2 56 0,-8-5-9 0,2 0 0 0,-4-7-1 0,-4-9 1 0,-3-8-150 0,4-2 84 0,-13-2 10 0,-4-7 7 0,-4 0-6 0,-2-1 0 15,0-3-11-15,-4-2 104 0,-12 5-40 0,1 0-1 16,-10 1-28-16,0 3 46 0,-8-1 12 0,0 11-51 31,-1 5 22-31,-1 10-51 0,2 3 50 0,0 4-12 0,0 0-116 0,9 8 54 16,5 10 28-16,3 4-463 0,7 2 219 0,4 4 120 16,5 2 28-16,0-5-614 0,6 0 341 0</inkml:trace>
  <inkml:trace contextRef="#ctx0" brushRef="#br0" timeOffset="125677.6">24221 6474 1650 0,'0'-13'0'0,"0"1"0"0,0 4 0 0,0 5 0 0,0-1 0 0,0 3 0 31,0 1 259-31,2 0-101 0,-1 0-65 0,1 0 25 0,-2 4-40 0,0 4 0 0,0 6-39 0,-5 1-21 0,-6 1-10 0,-4 2 31 0,-5 3-1 0,-4-4-60 0,-5 3 30 0,-3 1 9 16,-2-4 99-16,0 0-39 0,-3-2 0 0,1-2 179 31,-3 1-99-31,11-6-64 0,-1 0-28 0,6-2 187 0,4-3-108 0,9 1-52 0,0-1-69 0,10-2-23 15,0 2 0-15,4 2 0 0,13 1 0 0,9 0 0 16,2 1 0-16,2-2 0 0,0 0 0 16,5 0 0-16,-2-3 0 0,1 3 0 15,1-3 0-15,-6 2 0 0,-4-3 0 0,0 1-440 16,-2-2 84-16,-4 3 166 0,0-3 30 0,-8 0 66 16,-4 2 27-16,-5 0 1 0</inkml:trace>
  <inkml:trace contextRef="#ctx0" brushRef="#br0" timeOffset="125973.74">23851 6859 2015 0,'-29'2'0'0,"5"2"0"0,1 4 0 0,4 0 0 0,11-1 0 0,6 0 0 0,2 0 285 16,2 2-123-16,16 4 515 0,7-1-309 0,6 2-170 16,5 0-80-16,3-1-10 0,3 2-108 0,0-1 0 15,5 3 0-15,-6-3 0 0,-4-3 0 0,1 3 0 16,-1-2 0-16,2 0 0 0,-10-1 0 0,-3-4 0 15,-7-1 0-15,-2-1 0 0,-7-5 0 0,0 2-132 16,-10-2-57-16,0 0 11 16,0 0 74-16,-5-2-455 0,-1-7 260 0,-2 1 121 93</inkml:trace>
  <inkml:trace contextRef="#ctx0" brushRef="#br0" timeOffset="135118.24">8581 7829 1583 0,'0'0'0'0,"-6"0"0"0,0 0 0 0,2 0 0 0,3 0 0 0,1 7 0 0,0 0 0 0,0 7 0 0,0 4 0 0,3 2 339 0,5 5-149 0,3 5-75 16,-3 3-5-16,1 2-35 0,1 5 10 0,-3-3-41 15,-1 0-3-15,0-4-1 0,-4-1 1 0,2-3 6 16,-2-1 4-16,0-10-11 0,-2-7 1 0,0-4 35 47,0-7 1-47,0 0-37 0,0 0 11 0,-4-13 142 0,0-12-76 0,2-8-38 0,2 0-7 0,0-6 11 16,0-1-42-16,0 2-34 0,5 1 0 0,3 1 34 0,1 4-1 0,1-5-14 15,2 9 14-15,0 6 1 0,1-1-1 0,-2 9-40 16,3 3-1-16,0 0 20 0,-3 8-19 0,2 3-199 15,-3 0 62-15,1 0 75 0,-2 9-562 0,2 0 289 16,-4 3 126-16,0 0-550 0,1-1 359 0,-3-2 180 16</inkml:trace>
  <inkml:trace contextRef="#ctx0" brushRef="#br0" timeOffset="135484.26">8835 7715 1310 0,'-3'-9'0'0,"1"2"0"0,1-3 0 0,1 3 0 0,0 2 0 0,1 0 0 0,6 0 558 16,6 2-259-16,0 2-120 16,2-1 57-16,0 2-98 0,0 0-50 0,1 0 1 0,-1 3-20 0,-1 4 11 0,-1 3-41 0,0-1-171 15,-6 4 85-15,-2-3 44 16,-1 2 0-16,-2 1-60 16,-2-2 46-16,0 0 29 0,-2-1-1 0,-9-1 87 0,3 0-34 0,-4-2-69 15,4-1 216-15,-1-3-101 0,1 0-45 0,2 0 3 16,0-1 48-16,4-1-23 140,1 1-27-140,1-2-41 16,0 0 15-16,0 0 0 0,6 0 9 0,5 0-9 0,1 0-32 0,3 0-8 0,0 0 0 0,2 0-44 0,2 0-4 0,-1 0 36 0,0 0-530 0,1 0 251 0,-3 0 141 0,0 0 34 0,1 0-688 0,-4 0 387 0,-1 4 189 0</inkml:trace>
  <inkml:trace contextRef="#ctx0" brushRef="#br0" timeOffset="135559.07">9006 7979 2320 0,'-14'4'0'0,"3"3"0"0,3-1 0 0,1-2 0 0,2 2 0 0,5-3 0 0,0 1 0 0,7 0 0 0,6-3 0 0,3-1 311 0,4 2-126 0,-1-2-78 0,0 0-365 0,0 0 148 16,1 0 76-16,-4 0 36 0,3 5-792 0,-8-2 395 15,2 4 199-15</inkml:trace>
  <inkml:trace contextRef="#ctx0" brushRef="#br0" timeOffset="135712.47">9060 8197 1967 0,'-9'0'0'0,"0"0"0"0,3 2 0 0,-2-2 0 0,4 0 0 0,0 0 0 0,4 2 0 0,0-2 235 0,2 0-97 0,11 2-49 0,3-2-1 0,0 0 142 16,3 1-100-16,1 1-45 15,3-1-224-15,-2 0 89 0,1 4 45 0,2-4 10 16,-2 3-532-16,-1-3 283 0,0 3 142 0,-1-3-719 15</inkml:trace>
  <inkml:trace contextRef="#ctx0" brushRef="#br0" timeOffset="135925.85">9444 7836 1443 0,'-7'-3'0'0,"-2"1"0"0,2 0 0 0,3 0 0 0,-2-1 0 0,3 3 882 16,3 0-426-16,0 3-209 0,0 9 173 0,0 2-191 15,5 5-96-15,1 4-37 16,3 1-71-16,1 4-25 0,-2 3 0 0,1 4 0 0,-3 2 0 0,2 8 0 16,-2-7 0-16,-2 3-172 0,0 3-98 0,-2-2 154 15,1 8 87-15,-2-11-921 0,1-2 385 0,0-3 264 32</inkml:trace>
  <inkml:trace contextRef="#ctx0" brushRef="#br0" timeOffset="136235.6">10014 7807 2270 0,'-1'0'0'0,"0"0"0"0,0 0 0 0,1 4 0 0,0 5 0 0,0 7 0 0,0 1 0 0,2 2 625 0,7 8-284 0,1 1-98 16,2 3-103-16,1 4-52 0,-2 0-25 0,-1 2-58 15,1 4 9-15,-5-7 23 0,-3 0-1 0,-1-2 1 16,0-2-5-16,-2-6-32 16,0 1 0-16,-2-14 0 0,-3-4-16 0,-1-7 23 0,-3 0 2 0,3-4-9 15,2-14 0-15,0-9 0 0,4-3 0 0,0-8 0 16,0-5 0-16,2-5-67 16,4 6 1-16,2 0 45 0,4 1 0 0,-3 5-152 15,2 1 85-15,5-4 24 0,-4 12 30 0,4 4-57 16,-2 3 33-16,1 8-13 0,0 4-94 0,1-1 56 15,-3 9 40-15,2 0 1 0,-1 0-421 0,-4 9 226 16,4 0 114-16,1 0-287 0</inkml:trace>
  <inkml:trace contextRef="#ctx0" brushRef="#br0" timeOffset="136512.9">10426 7859 2988 0,'-6'0'0'0,"0"0"0"0,2-2 0 0,-1-1 0 0,4 2 0 0,1 1 0 0,0 0 0 0,0 0 0 0,9 0 0 0,1 0 327 15,4 0-150-15,2 0-70 0,3 0-35 0,-1 0 0 0,-1 0-36 0,4 0-169 0,-6 0 80 0,2 0 44 0,-5 6 1 0</inkml:trace>
  <inkml:trace contextRef="#ctx0" brushRef="#br0" timeOffset="136572.35">10433 8049 2546 0,'-19'0'0'0,"1"0"0"0,7 0 0 15,5 0 0-15,4 0 0 0,2 0 0 0,0 0 0 0,1 0 0 0,10 0 458 0,9 0-210 0,1 0-106 0,3 0 395 0,2 0-537 0,5 0 0 0,-6-2 0 0,2 2 0 0,-1-3 0 0,-2 2 0 0,-2 1-11 16,3 0-266-16,-4 0 152 0,-1 0 81 0,-4 0-513 0</inkml:trace>
  <inkml:trace contextRef="#ctx0" brushRef="#br0" timeOffset="136732.85">10933 7703 3088 0,'-10'-6'0'0,"5"5"0"0,2-1 0 0,2 1 0 0,-1 1 0 0,2 0 0 0,0 10 0 0,2 9 0 0,4 11 548 0,4 8-255 16,-3 12-291-16,2 12-2 0,-1 18 0 0,-2 5 0 15,-3 12 0-15,1 6 0 16,-4 4 0-16,0 4 0 0,-10 14-1196 0</inkml:trace>
  <inkml:trace contextRef="#ctx0" brushRef="#br0" timeOffset="137927.16">24747 6500 1256 0,'-5'-3'0'0,"0"2"0"0,-1-2 0 0,4 3 0 0,-1 0 0 0,3 7 473 0,0 7-218 0,0 6-107 15,0 9-46-15,0 5 95 0,0 7-79 0,0 3-40 16,2 8 145-16,-1 6-92 0,-1 8-37 0,0-6-14 16,0-1-41-16,0-4 0 0,0-4-1 15,0 2-270-15,0-17 130 0,0-4 70 16,0-8 36-16,0-4-470 0,0-5 209 0,0 1 141 16,0-10-14-16,2-4-257 0,1-2 164 0</inkml:trace>
  <inkml:trace contextRef="#ctx0" brushRef="#br0" timeOffset="138561.82">25141 6278 1656 0,'-6'-15'0'0,"5"8"0"0,1 0 0 0,0 1 0 0,3 0 0 0,13 1 0 0,1-3 245 0,4 4-108 0,2 4-49 0,2-3-25 0,2 3 0 0,1 0-15 0,-2 0 31 0,-1 5-1 0,-3 5-40 16,0 4 1-16,-6-1-27 0,0 3 10 0,-7 2 17 15,-5-1-1-15,-3 6 127 16,-1 0-63-16,-1 0-32 0,-11 2 275 0,0-1-158 0,-2 0-74 0,-3-2 191 16,1 1-304-16,-2 0 0 15,-2 3 0-15,9-6 0 0,-2 2 0 0,3-4 0 0,5 2 0 16,1-1 0 31,1 4 0-47,3-5 0 0,0 2 0 0,2 1 0 0,5-3 0 0,3 1 0 0,1 5 0 0,2-5 0 0,-1 1 0 0,-3-1 0 0,1 0 0 0,-4 4 0 0,0 0 0 15,-1-2 0 32,-2 0 0-47,-2-4 0 16,1 4 0-16,-2-1 0 0,0 4 0 0,0-6 0 0,0 0 0 0,2 0 0 0,-1 0 0 0,2-1 0 0,1 5 0 0,2-7 0 0,1-1 0 0,-3 0 0 0,3-1 0 0,-4-2 0 16,2 3 0-16,-3-6 0 0,-2 0 0 0,0 1 0 15,0-2 0-15,-8 2 0 0,-3 2-130 0,-6-1 47 0,3 1-327 0,-5 0 185 16,-1 2 94-16,1 1 46 0,-5 1-651 0,4 0 354 109</inkml:trace>
  <inkml:trace contextRef="#ctx0" brushRef="#br0" timeOffset="138633.97">25793 7590 2756 0,'-8'-5'0'0,"3"-3"0"0,0 1 0 0,-1 1 0 0,3-1 0 0,-1 0 0 0,1 3 780 0,0-1-385 16,3 0-395-16,0 0-54 0,0 2-72 0,8-3 89 0,3 3 33 0</inkml:trace>
  <inkml:trace contextRef="#ctx0" brushRef="#br0" timeOffset="145236.1">14943 8233 930 0,'0'-14'0'0,"0"2"0"0,-1 2 0 0,-1 1 0 0,1-5 0 0,0 0 229 0,-2-3-94 0,0-4-38 16,1 1-9-16,-1-1 107 0,2-2-77 0,-4 2-38 15,1-3 43-15,-3-3-31 0,1 7-10 0,-2-1-42 16,-1 1 36-16,0 5-1 0,-1 0-35 0,-2-1 30 16,4 9-30-16,-2 3 1 0,3 1-1 0,-4 3 52 15,1 0-15-15,4 12-11 16,-4 4-26-16,2 9 58 0,0 2-29 0,1 10 0 0,-3 6 107 0,5 3-73 15,-1 5-32-15,1 5 109 16,2 5-70-16,1 4-35 0,1 10 10 0,1-1-56 16,0 4-29-16,1-1 0 0,7 3 0 0,3-4 0 15,1 5 0-15,-2-16 0 0,-2-4 0 0,0-5 0 16,-4-1 0-16,-1-6 0 0,-3 6 0 0,0-19-101 16,-5-1 23-16,-7-6-258 0,-2-5 139 15,-5-7 86-15,-1 1-10 0,1-12-150 0,-4-6 116 0,1 0 57 16,0-2 29-16,1-13-341 15,-3-4 175-15,4-6 103 0,3-6 45 0,0-6-186 16,-2-8 116-16,-1-7 59 0</inkml:trace>
  <inkml:trace contextRef="#ctx0" brushRef="#br0" timeOffset="145402.03">14391 8632 828 0,'-4'-14'0'0,"0"-1"0"0,4 4 0 0,0 5 0 0,0-1 351 0,5 2-156 0,9 0-77 0,5-3 503 0,4 4-295 31,4 2-144-31,2-2 361 0,7 1-252 0,-1 2-125 0,7-1-53 0,-3 2-181 0,1 0 54 0,1 0 27 16,-1 0 0-16,4 0-634 0,-8 5 325 0,-3 0 168 47,-2 0 85-47,-3-3-384 0,-2 1 179 0</inkml:trace>
  <inkml:trace contextRef="#ctx0" brushRef="#br0" timeOffset="145580.75">15185 8314 1141 0,'-10'0'0'0,"2"0"0"0,-1 0 0 0,1 0 0 0,0 6 0 0,2 1 729 0,0 4-344 0,3 6-172 0,0 1-87 0,3 6 464 0,0 4-279 0,0 0-136 0,1 1-68 0,10 0-47 16,3 0-20-16,2 3 10 0,1-8-506 0,5-2 247 0,0-4 125 0,0-3 62 0,1-2-332 15,2 1 206-15,-8-11 90 0,2-1-881 0,-3-2 449 0,-3 0 225 16</inkml:trace>
  <inkml:trace contextRef="#ctx0" brushRef="#br0" timeOffset="145785.01">15361 8433 622 0,'0'-12'0'0,"0"-4"0"0,0 4 0 0,0 3 214 0,3-1-87 0,5 2-44 16,2 3 10-16,3 5 371 0,1 0-212 0,1 0-106 16,1 8-53-16,0 7 296 15,3 1-164-15,-7 4-98 0,0 3 192 0,-4-1-140 16,-2 3-70-16,-5 1 66 0,0 3-58 0,-1-5-43 15,0-1-1-15,-10 0-23 0,-1-2-50 0,-3-3 0 16,-1 0 0-16,-1-7 0 0,-1-4-38 0,0-1 36 16,-2-4 1-16,4-2-404 0,-4 0 173 0,6 0 123 15,3-2-676-15,2-8 369 0,5-1 189 0,3-5-466 16,0-3 317-16</inkml:trace>
  <inkml:trace contextRef="#ctx0" brushRef="#br0" timeOffset="145939.6">15540 8330 1700 0,'0'-10'0'0,"0"5"0"0,0 1 0 0,0 1 0 0,0 3 0 0,0 0 0 0,-2 7 713 0,-1 10-336 0,1 0-169 0,-1 7-74 0,2 0 161 0,1 3-128 0,0-2-63 0,0 3-32 0,0-2 43 0,1 4-69 0,7-6-46 0,2 2-464 0,3-2 193 0,2-3 155 0,3 2-914 0,0-7 520 0</inkml:trace>
  <inkml:trace contextRef="#ctx0" brushRef="#br0" timeOffset="146119.04">15817 8507 1700 0,'-9'0'0'0,"-2"0"0"0,3 0 0 0,1 0 0 0,-2 0 0 0,2 4 0 0,2 5 888 0,2 2-424 0,0 5-212 16,1-1-107-16,-3 4 288 0,4 1-384 0,-2 1-49 15,1 1 0-15,-2 0 0 0,1 0 0 0,0 3-136 16,-1-7-115-16,1-2 145 15,0-2 72-15,0-5-850 0,0-1 461 0,-1-1 97 32,0-7 158-32</inkml:trace>
  <inkml:trace contextRef="#ctx0" brushRef="#br0" timeOffset="146285.54">15859 8402 2884 0,'0'0'0'0,"0"0"0"0,0 0 0 0,0 1 0 0,0 1 0 0,3 3 0 0,2 2 0 0,1 0 378 16,2 1-160-16,0 1-108 0,3 1-36 0,-2 1 0 0,2 0-36 0,1 1-466 16,1-2 243-16,-2-1 107 0,-2 1 58 0,1-3-874 31,-1-2 440-31,-2-3 222 0</inkml:trace>
  <inkml:trace contextRef="#ctx0" brushRef="#br0" timeOffset="146488.79">16037 8311 1740 0,'0'0'0'0,"0"0"0"0,0 0 0 0,0 0 0 0,0 0 0 0,0 7 0 0,0 7 470 0,-2 3-206 0,2 7 496 0,-3 8-360 0,-2 6-181 0,-1 8-141 0,-3 5-78 16,0 8 0-16,-1-4 0 0,-2-2 0 0,2 1 0 0,1-1 0 0,2-7 0 16,-3 4 0-16,5-14 0 0,2-4 0 0,1-3 0 15,2-2-357-15,0-5-26 0,0 2 140 16,0-13-844 15,0-3 525-31,0-5 262 0</inkml:trace>
  <inkml:trace contextRef="#ctx0" brushRef="#br0" timeOffset="146681.04">16185 8228 2879 0,'5'0'0'0,"2"3"0"0,1 2 0 0,0 2 0 0,0 10 0 0,4 1 0 0,-1 11 0 0,0 4 0 0,3 11 497 0,-5 1-234 0,0 5 29 16,-4 4-292-16,-3 2 0 0,-2-1 0 0,0 6 0 16,-5-10 0-16,-9-5 0 0,-3 2 0 0,-3-5 0 15,-2-4 0-15,-3-2 0 0,5-14 0 0,-2-11-98 16,2-8-2-16,4-4 68 0,2 0-764 0,5-4 369 16,6-16 200-16,3-10-645 15</inkml:trace>
  <inkml:trace contextRef="#ctx0" brushRef="#br0" timeOffset="146816.2">16467 8429 3106 0,'15'-12'0'0,"2"2"0"0,1 5 0 0,2-2 0 0,5 0 0 0,-6 5 0 0,4 1 0 0,0-2 0 0,2 0 124 16,2 2-34-16,-4 1-10 0,-3 0 183 0,0 0-841 0,-2 0 309 0,-4 4 153 15,0 7-557-15</inkml:trace>
  <inkml:trace contextRef="#ctx0" brushRef="#br0" timeOffset="146982">16551 8690 1873 0,'-14'5'0'0,"2"-1"0"0,2 2 0 16,2-1 0-16,8-2 0 0,0-2 0 0,5-1 0 0,13 0 0 0,5 0 0 0,5 0 0 0,1-3 894 0,4-3-428 0,0-1-214 0,0-1-107 0,2 4-353 0,2-1 132 0,-5 3 52 0</inkml:trace>
  <inkml:trace contextRef="#ctx0" brushRef="#br0" timeOffset="148000.78">17482 8482 601 0,'-8'-21'0'0,"1"-1"0"0,-3 0 0 0,4 1 0 0,0 3 254 16,-3-2-107-16,-1 2-55 31,1 0-18-31,-2 7 137 0,0 1-86 0,0 5-44 0,-3 4 0 0,2 1 11 0,-7 1-17 0,5 16-10 0,-3 7 57 0,1 5-41 16,0 8-1-16,2 4 58 15,1 7-40-15,6-4-35 0,4 3 0 0,0-3 67 0,3 0-45 0,0-4-1 16,3 3-37-16,7-12-6 15,5-2-3-15,2-10 0 0,5-2-38 0,1-6-1 47,2-1 48-47,-3-10-9 0,0 0-115 0,0-7 57 0,-3-7 29 0,-1-7-126 0,1-2 63 0,-4 2 12 0,-5-8 29 0,-2-3-106 16,1 1 57-16,-3-1 10 0,1-5-2 0,-6 7 86 16,2 2-23-16,-2 5-12 0,-1 1 177 0,0 5-88 0,0 2-46 0,-1 11-13 15,-6 1 89-15,2 3-39 0,-2 4-33 16,0 14 85-16,2 6-42 0,1 3-10 15,0 2-1-15,3 1-66 0,1 1-1 0,0-3 29 16,0 2 10-16,3-9-130 0,6-1 60 0,2-3 30 16,2-5-223-16,2-5 106 0,5-2 65 0,-1-5 4 15,3-6-104-15,-1-15 53 16,2-3 37-16,1-3-32 0,-2-2 32 0,-2-4-8 0,-1 3-1 0,0 4 64 16,-3-1 0-16,2 1-49 31,-5 10 10-31,-1 4 86 0,-3 5-41 0,-1 6-12 0,-3 1 65 0,2 1-33 0,-5 16 0 0,0 3-24 15,-2 4 57-15,0 5-26 0,0 0-1 0,-5 2 6 16,-3-4 0-16,4-3-21 0,-3-2-13 0,3-2 101 16,-1-6-46-16,0 2-13 0,-1-8-3 0,3-5 82 15,-1-3-50-15,2 0-14 0,2-5 49 0,0-10-25 16,0-6-10-16,0-4-38 16,5-4-76-16,5 0 38 0,0-4 0 0,4-3-153 15,0 5 89-15,2 1 43 0,2-1 25 0,2 4-187 31,1-1 97-31,5 3 29 157,-3 7-6-157,1 4-573 0,-1 5 299 0,4 8 149 0,-4 1-557 0</inkml:trace>
  <inkml:trace contextRef="#ctx0" brushRef="#br0" timeOffset="148092.73">18267 8468 1819 0,'-12'-12'0'0,"3"4"0"0,-4-4 0 0,4 2 0 0,0 4 0 0,4 0 0 0,-3-1 0 0,1 7 515 0,-1-2-229 0,1 2-129 0,1 2-59 0,-3 11 78 0,2 5-69 0,0 5-34 0,-1 2 119 0,4 4-82 0,0 1-36 0,4 1 0 0,0 0-22 0,0 1-14 0,2 1 10 0,9-7-260 0,3-2 125 0,3-3 63 0,3-3 31 0,2-7-568 15,4 2 253-15,0-13 157 0,1 0 9 0,0-3-284 0,1-11 195 0</inkml:trace>
  <inkml:trace contextRef="#ctx0" brushRef="#br0" timeOffset="148232.7">18461 8378 2301 0,'-10'-8'0'0,"5"4"0"0,2-1 0 0,2 2 0 0,1 2 0 0,0-1 0 0,4-1 0 0,11 0 0 0,5 3 296 0,5-2-130 0,3-1-63 0,0-1-54 16,5 1-2-16,-4 2-9 0,0 0-1 0,0-2-589 15,-1 3 294-15,2 0 158 0,-7 0-750 0,-3 0 407 16,-7 0 202-16</inkml:trace>
  <inkml:trace contextRef="#ctx0" brushRef="#br0" timeOffset="148463.63">18630 8081 2163 0,'0'4'0'0,"-4"6"0"0,-2-2 0 0,1 8 0 0,0 1 0 0,1 12 0 0,-1 2 0 0,0 9 0 0,-1 5 0 0,2 6 0 0,-1 5 230 0,0 4-86 16,3-9-255-16,1-3 74 0,1-4 38 0,0-4-1 15,1-6-677-15,9 0 359 78,1-12 170-78</inkml:trace>
  <inkml:trace contextRef="#ctx0" brushRef="#br0" timeOffset="149054.6">19028 8388 1941 0,'-3'-31'0'0,"-2"9"0"0,-2 0 0 0,-1 2 0 0,-3 5 0 15,-3 0 0-15,0 12 0 0,-3 3 0 0,-1 0 326 0,-3 12-144 0,-1 12 189 0,-1 5-158 0,4 7-92 0,0 0-42 0,2 8 94 0,3-3-67 0,4 2-35 0,1 1 10 0,5-10-18 16,4 0 1-16,0-5-27 0,0-2 0 0,10-7-151 15,3-1 84-15,1-11 30 0,4-4-287 0,2-4 162 16,0 0 71-16,1-13-296 0,3-5 140 0,-6-5 98 16,0-3-8-16,0-2-70 0,-3-1 76 0,1-1 39 15,0-2-10-15,-2 2 42 0,-3 1 6 0,1 2-1 16,-1 0 1-16,-3 2 55 16,3 3-37-16,-8 10 10 0,-2 3 269 0,-1 6-149 0,0 3-67 0,0 5-40 15,-8 14 405-15,-2 6-200 0,0 3-52 0,-2 2 69 16,3 1-94-16,1 1-38 15,0-2-24-15,2-5-143 0,3-3 54 0,0 1 29 16,1-7 0-16,2-2-112 0,0 0 79 0,0-11 26 16,0-3-299-16,5 0 160 0,5-5 35 0,3-11-146 15,0-4 78-15,1-3 54 16,0-2 39-16,1 1 64 0,1 1 0 0,-1 1-26 0,4 2-8 0,-6 5 187 16,-1 6-89-16,0 1-44 15,-2 8-1-15,1 0 82 0,-4 0-54 0,-3 14-30 16,-1 5 250-16,-3 5-124 0,0 2-25 0,0 2 6 15,0-4-50-15,0 0-16 0,0-2-9 0,0-5-157 16,0-4 82-16,0-2 45 0,0-6-9 0,0-5-208 16,6-2 111-16,0-10 34 0,5-8 35 0,0-1-100 15,2-1 59-15,-2-2 0 0,3 2 73 0,-1 1-35 16,0 5-1-16,1-1-33 0,-3 7 403 0,-2 3-169 16,2 6-89-16,-3 1 349 0,-2 0-200 15,4 8-63-15,-4 8-69 0,0 2 75 16,-1 1-136-16,1 1-34 0,0 2 0 0,3-1-65 94,-1-3-59-94,2-1 81 0,4-4-784 0,-1-2 398 0,5-4 216 15,1 2 46-15,1-6 77 0</inkml:trace>
  <inkml:trace contextRef="#ctx0" brushRef="#br0" timeOffset="149277.7">19915 7878 2120 0,'-4'0'0'0,"1"-3"0"0,2 0 0 0,1 1 0 0,0 0 0 0,0 2 0 0,0 0 0 0,4 0 343 0,6 0-157 0,2 4-75 0,1 3 20 16,1 0-47-16,0 3-24 15,0-2 8-15,0 2-314 0,-3 1 141 0,1 0 70 16,-2-2-922-16</inkml:trace>
  <inkml:trace contextRef="#ctx0" brushRef="#br0" timeOffset="149496.92">20220 7764 1750 0,'0'0'0'0,"0"1"0"0,0-1 0 0,-3 3 0 0,0 4 0 0,-2 1 0 0,0 4 0 0,-2 4 741 0,-1 4-353 0,-3 6-166 16,-3 3-98-16,-2 4 55 16,-1 2-71-16,-1 7-37 78,-1-3-394-78,-1 4 188 0,4-8 81 0,-1 0-771 0,-1-1 431 0,0 2 214 0,-2-6 109 0</inkml:trace>
  <inkml:trace contextRef="#ctx0" brushRef="#br0" timeOffset="149626.62">19728 8449 1301 0,'-19'0'0'0,"6"0"0"0,4 0 0 0,0 0 0 0,6 0 0 0,0 0 0 0,3 0 668 0,0 0-320 0,15-4-156 16,7-2-79-16,8-1 453 0,6 0-266 0,7-1-122 0,1-2-76 0,5-1 61 15,4 1-163-15,0-2 0 16,4 2 0-16,12-5 0 0,-9 6 0 0,-4-1 0 15,0 0 0-15,-6 4 0 0,-6 2 0 0,2 1 0 16,-18 0-52-16,-9 3-22 0,-7 0 55 0,-5 4-1094 16,-7 2 539-16,0 5 259 0</inkml:trace>
  <inkml:trace contextRef="#ctx0" brushRef="#br0" timeOffset="149862.07">19834 8631 1672 0,'0'0'0'0,"0"-3"0"0,0 2 0 0,0-1 0 0,9 2 0 0,2 0 176 0,4 0-70 16,3 2-26-16,0 7 403 0,1 0-224 0,3 5-112 15,-2 2-55-15,-3 2 53 16,2 3-45-16,-8 1-37 0,-2 0 0 0,-8 5 3 16,-1-3-30-16,0 4 0 0,-13 0 76 0,-6-4-43 15,-5-3 0-15,-3-3-182 0,0-2 74 0,-1-8 38 16,-3 1 8-16,8-7-193 0,2-2 110 0,2 0 25 15,7-12 39-15,6-4-789 0,3-4 373 0,3-2 201 16,9 0 96-16,10-4-544 0</inkml:trace>
  <inkml:trace contextRef="#ctx0" brushRef="#br0" timeOffset="150021.94">20108 8628 2953 0,'4'-6'0'0,"-3"-1"0"0,3 0 0 0,-2 5 0 0,-2-1 0 0,0 3 0 0,0 0 0 0,-9 10 0 0,-1 4 0 0,-1 3 444 0,0 4-204 0,4 0 54 15,2 6-294-15,2 0 0 0,3 1 0 0,0 1 0 16,3 0 0-16,14-1 0 0,5 3 0 0,11-1 0 16,5-6 0-16,8-6 0 15,8-6-360-15,7-5-52 0,2-7 220 0,10 0 122 0</inkml:trace>
  <inkml:trace contextRef="#ctx0" brushRef="#br0" timeOffset="150557.29">21187 8089 1696 0,'-16'0'0'0,"1"-1"0"0,4-2 0 0,1 3 0 0,7 0 0 0,3 0 0 0,0 0 558 15,1 4-260-15,7-1-129 0,7 0-56 0,4 1 259 125,0-3-166-125,6 2-84 0,-1 0-42 0,5-2-225 0,0 0 101 0,-1 2 37 0,-1-2-764 0,-5 2 405 0,4 1 203 0</inkml:trace>
  <inkml:trace contextRef="#ctx0" brushRef="#br0" timeOffset="150635.5">21168 8421 1930 0,'-21'5'0'0,"1"-2"0"0,1 6 0 0,11-3 0 0,7-1 0 0,1-1 0 0,0-4 506 16,13 0-233-16,8 0-108 0,7 0-68 0,7-2 587 0,2-6-408 0,2-3-276 0,0 4 0 0,3 0 0 0,-7 0 0 0,0 3 0 16,-2 2-304-16,1 0-116 0,-3 2 229 0</inkml:trace>
  <inkml:trace contextRef="#ctx0" brushRef="#br0" timeOffset="151888.48">22306 8346 1039 0,'-8'-14'0'0,"1"2"0"0,2 2 0 0,2-2 0 0,-1-1 0 0,2-1 0 0,-1-7 0 0,1 4 149 0,0-1-55 0,1-1-28 16,-3 0 1-16,2-2-36 0,-3 1 17 0,0 3-10 15,-1 1 20-15,-1 5-20 0,-4 1 1 0,0 6 79 16,-6 1-31-16,1 3-8 0,-4 7-41 0,-1 14 54 15,-1 9-26-15,-2 8-1 32,-5 9-17-32,8 0 45 0,2 3-28 0,1 1 1 0,6 0-28 0,3-3 40 0,1-2-30 0,8-9-10 0,0-8 41 0,8-3-40 15,11-9-1-15,1-6-66 0,6-3 42 16,0-8-9-16,1 0 34 0,3-12-114 16,-3-7 50-16,2 0 30 0,-2-8 9 0,-2 3-166 15,-6-3 82-15,-1 1 41 0,-3-3 1 0,-4-1-66 16,4-3 30-16,-8 6 12 0,-2-1 28 0,0 5-14 15,-4 6 17-15,-1 4 98 0,0 0-52 0,0 8 4 16,-4 5-46-16,-3 0 124 0,-3 18-55 0,-2 4-17 16,1 6-1-16,-1 1 53 0,4 2-38 0,0 0-3 15,1-1 1-15,2-1-73 0,0 0 53 0,5-7 7 16,0-1-122-16,0-6 52 16,0-1 27-16,4-1-49 31,6-9 33-31,2-4 6 0,6 0 0 0,-1-12-23 0,3-7 0 0,2-6 20 0,0-4 14 0,1 0 25 0,1-1 0 0,0 0-35 15,-2 3 4-15,7-2 98 0,-8 8-44 16,-1 5-18-16,-2 5 3 0,-3 6 9 0,-2 5-30 0,2 0-39 16,-7 10-1-16,-3 9 55 0,-2 5-11 0,-1 5-73 15,-1 1 34-15,-1 0-7 0,0-2 39 0,0-2 22 16,0 0-1-16,-3-6-39 16,-2-1 11-16,1-1 122 0,-1-10-58 0,2-2-32 15,-2-6 196-15,1 0-96 0,-1-3-55 0,3-8 38 16,2-7-42-16,0-3 15 0,0-4-43 0,0-3-68 15,1 0 33-15,9-6 10 0,0 6 25 0,4-3-421 16,3 3 202-16,0 2 88 0,5-2 55 0,3 2-615 16,1 8 312-16,0 3 149 0,0 6-392 0,3 4 273 15</inkml:trace>
  <inkml:trace contextRef="#ctx0" brushRef="#br0" timeOffset="152085.03">23031 8296 1141 0,'-16'-6'0'0,"5"6"0"0,-1-2 0 0,1 2 0 0,-2 0 0 0,0 0 538 16,-2 8-240-16,2 7-134 0,2 4-64 0,-3 3 128 15,3 4-94-15,3 3-48 0,-1 5 9 0,7-2 124 16,2-1-91 0,0 3-44-16,12-3-48 0,8-2 2 0,3 0 10 0,5-9-428 15,3-6 209-15,3-2 105 0,2-6 52 0,0-4-617 0,4-2 271 0,-5 0 177 16,-4-3 1-16,3-11-419 0</inkml:trace>
  <inkml:trace contextRef="#ctx0" brushRef="#br0" timeOffset="152291.47">23246 8245 1151 0,'-14'-5'0'0,"2"1"0"0,7-1 0 0,0 5 0 0,3-2 0 0,2 1 0 0,7-1 26 0,12 2 0 0,5-2-26 0,5 1 789 0,2-3-366 0,0 4-198 0,0 0-94 0,1-1-270 16,0-2 89-16,2 3 52 0,-7-1-9 0,1 1-491 0,-3 0 260 0,-4 0 129 0,-2 0-257 0,0 0 175 0,-11 4 90 0,-3-3-399 0</inkml:trace>
  <inkml:trace contextRef="#ctx0" brushRef="#br0" timeOffset="152461.76">23456 8047 646 0,'-10'0'0'0,"2"-3"0"0,-2 3 0 0,4 0 0 0,-4 0 0 0,4 5 507 0,2 7-240 0,1 5-115 16,3 5-58-16,-2 7 260 0,2 2-159 0,0 8-69 78,0 5-50-78,0 3 11 15,0 1-25-15,0 4 0 0,0 2-379 0,0 2 186 0,0-9 80 0,3-5-287 0,5-4 187 0,2-4 95 0</inkml:trace>
  <inkml:trace contextRef="#ctx0" brushRef="#br0" timeOffset="153033.1">23964 8304 1992 0,'-1'-27'0'0,"-9"-3"0"0,2 11 0 0,-4 2 0 0,0 3 0 0,-3 6 0 0,-3 4 0 0,-1 1 0 0,0 3 294 0,-2 15-129 0,-3 7 42 16,4 7-85-16,-2 4-42 0,-1 6 8 0,7 2-23 15,1 0-28-15,3 1 0 32,2 0 0-32,5 0-26 0,0 4 10 0,5-12 16 0,0-2 0 0,9-1 0 0,5-9 0 0,2-2 0 15,3-1-393-15,0-8 187 0,0-8 55 0,3-3-235 16,1 0 167-16,-3-10 57 0,7-6 15 0,-7-8-134 16,1-5 104-16,-2 1 51 0,1-4 26 0,-2-1-35 15,3-5 21-15,-4 2 9 0,-2-2 31 0,0 2 45 16,-5 0-1-16,2 4-44 0,-2-1 257 0,-6 11-134 15,-2 7-56-15,-2 6 427 0,0 8-208 0,-5 1-125 16,-4 5-8-16,-5 15 189 0,4 7-134 0,-4 1-67 16,2 4-34-16,4-1 29 15,-4 5-22-15,7-7-10 0,0 0-29 0,0-2-43 16,0-4 43-16,5-2-1 0,-1 1-116 0,1-6 53 16,0-7 32-16,1-3-204 0,9-6 113 0,2 0 69 15,2-3-26-15,2-15-88 0,3-2 43 0,-2-4 39 16,3 3-17-16,2-1 77 0,-5 2-56 0,2 4 16 15,-3 3-25-15,1 4 80 16,0 4-32-16,-3 2-7 0,1 3 138 0,-4 0-71 16,-3 5-19-16,-1 10 86 0,0 1-48 0,-2 7-15 15,-4-4-3-15,-1 3 57 0,0-3-44 0,0-2-1 16,0-3-20-16,-3 2 50 0,0-8-36 0,1-5 1 16,2-3-26-16,0 0-68 0,0-2 34 0,2-10 9 15,7-3-46-15,3-2 32 0,1-3-1 0,2 1-55 16,3 4 40-16,0-2 14 0,0 6-5 0,-1 1 130 15,-1 6-51-15,-1 3-18 0,-2 1-38 0,4 1 175 16,-8 14-154-16,1 5-35 0,-4 2 0 0,1 4 0 16,-2-1 0-16,3 3 0 15,-3-5 0-15,0-3 0 0,4-1 0 0,0-6-646 16,2-3 212-16,5-5 175 0,2-5 122 0</inkml:trace>
  <inkml:trace contextRef="#ctx0" brushRef="#br0" timeOffset="153853.69">24867 8543 1032 0,'-17'0'0'0,"-6"0"0"0,7 2 0 0,3 0 0 0,2-1 0 0,3 1 236 0,4-2-99 0,4 1-40 0,0 1 498 16,14 0-278-16,18-2-140 0,12 0-70 0,12 0 354 15,13 0-202-15,5-2-115 0,8-1-54 0,5 1 189 16,8 1-279-16,14 1 0 16,19 0 0-16,-15 0 0 0,2 3 0 0,-2 7 0 15,-4-2 0-15,-9 1 0 0,10 3 0 0,-33-7 0 16,-6 0 0-16,-5-1 0 0,-2-4 0 0,-5 0 0 16,3 0 0-16,-21 0-12 0,-4 0-40 0,-10 0-207 15,-6 0 113-15,-8-5 34 0,-4 1-120 0,-9 2 100 16,-4 1 47-16,-14-1-1 0,-7 2-399 0,-1-3 223 15,-8 0 103-15,0-1-232 0,2 1 177 16</inkml:trace>
  <inkml:trace contextRef="#ctx0" brushRef="#br0" timeOffset="154192.72">24781 7862 1056 0,'-3'0'0'0,"3"0"0"0,0 0 0 0,0 3 0 0,1 11 201 0,9 6-86 0,4 1-40 16,-2 8 1-16,4 4 216 0,0 3-128 0,0 7-54 16,-3-1-113-16,-4 2 41 0,-3-3-1 0,-4-3 0 15,-2-4-45-15,0 1 9 0,0-15 36 0,-8-3 134 16,-3-11-67-16,3-1-33 0,1-5-1 0,-2 0 187 15,4-13-114-15,3-9-53 16,2-8-26-16,0-3 28 0,7-5-27 0,8-4 9 0,3 1-93 0,1 2 28 16,4-2 0-16,1 3 29 15,1 1-205-15,2-5 111 0,-4 14 42 0,2 1-378 16,-2 8 184-16,0 6 110 0,-4 6 5 0,4 5-500 16,-5 2 282-16,-1 9 137 0,-2 13 68 0,0-1-209 15</inkml:trace>
  <inkml:trace contextRef="#ctx0" brushRef="#br0" timeOffset="154510.26">25430 7989 1143 0,'-10'-11'0'0,"0"0"0"0,1 1 0 0,-3 0 0 0,1 3 0 0,-2 4 0 0,1 2 78 0,1-1-40 0,-4 2-1 0,2 0 9 0,0 9 596 0,3 2-303 0,3 2-150 0,2 2-77 16,2 1 27-16,-1 1-42 0,4-3-35 0,0 4-19 0,6-4-5 0,5 0-1 0,4 0 0 0,1 0-58 0,-1-2 25 0,1-1-1 0,0 2-79 31,-1-2 57-31,-3 0 28 0,0 2 9 0,-5-1-67 0,-2-1 34 0,-3 3-5 0,-2-2-1 0,0-2 131 0,-5 5-47 0,-8-3-12 16,-6-5-8-16,-3 4-26 0,-2-3-1 0,-1-1-118 15,-5-1 61-15,6-4 34 78,-1 0-1-78,6-2-475 0,3 0 235 0,4 0 104 0,-1-2 59 0,13-6-543 0,0-4 296 0</inkml:trace>
  <inkml:trace contextRef="#ctx0" brushRef="#br0" timeOffset="154618">25516 8117 1112 0,'9'2'0'0,"-1"1"0"0,-1-1 0 0,3 4 0 0,-4 0 0 0,3-1 0 0,-3 4 629 0,0-1-300 0,0 2-146 0,-1 1 178 0,0-1-162 16,-3 0-81-16,4 2-327 0,-5-4 119 0,1 2 63 15,0-2 33-15,0-2-298 0,-2-2 165 0,0-1 91 16,0-3 32-16,0 0-623 0,0-2 328 16</inkml:trace>
  <inkml:trace contextRef="#ctx0" brushRef="#br0" timeOffset="155280.59">25689 7795 1678 0,'2'0'0'0,"0"0"0"16,3 5 0-16,-2 2 0 0,-1 1 0 0,1 8 0 0,0 3 0 0,-2 8 0 0,1 3 210 0,-1 6-87 0,-1 3-43 0,0-1 36 0,0 3-40 0,0 4 10 15,0-10-49-15,-1-4-35 0,-2-4 1 0,0-3 34 16,3-8 0-16,-1-1-79 0,1-9 35 0,0-5 0 16,0-1-103-16,0-1 74 0,3-12 35 0,6-3-96 31,2-7 30-31,2 3 37 0,1-3-15 0,3-1-63 0,0 0 33 0,-1 2 31 15,2 2-20-15,-1 3 59 0,0 3-23 0,-1 2 4 32,4 0-14-32,-7 7 92 0,-1 3-38 0,-1 2 1 0,-3 0 189 0,0 7-105 0,-4 10-44 0,-2 4 290 0,-2 3-150 15,0 5-85 1,0-1-14-16,0 1 67 0,0 2-55 0,0-4-41 0,0-3 1 0,0-2-169 16,0-4 69-16,3-5 33 0,7-1 10 0,0-7-129 15,4-5 76-15,3 0 39 0,1-6-373 0,2-10 195 16,3-3 51-16,-5 0-12 0,0-2-145 0,-1-4 124 15,-2 0 62-15,1 1-5 0,2-5 24 0,-6 5 9 16,-1 1 34-16,0 1 109 16,-3 4-55-16,2 1-26 0,-4 5-11 0,-3 5 337 15,-2 5-177-15,2 2-51 0,-3 0 89 0,0 9-50 16,0 8-57-16,0 2 192 0,-4 3-112 0,2 3-58 16,2 2-27-16,0-1 69 0,0 6-39 0,0-7-35 15,6-1 1-15,5-1 4 0,0 0-29 0,2-3 0 16,5-1 9-16,1-6-90 0,0-5 40 0,3-7 0 15,2-1-146-15,-2 0 90 16,3-6 55-16,-5-10-134 16,-1-2 77-16,-4-3 11 0,1-2 29 0,-2-1-173 0,-6-1 91 0,-4 0 11 15,1-3 32-15,-2 0-15 0,-1-3 1 0,-2-7 28 16,0 5 10-16,-9-2-37 0,-1-4 1 0,-4 5 35 16,-5 3-24-16,-1-4 15 15,1 14 10-15,-2 8 77 0,-3 6-39 0,0 6 0 0,2 1-38 0,-4 3 303 16,5 13-141-16,2 5-58 0,2 2-42 0,4 1 350 15,4 2-178-15,2 3-48 0,7-1-63 0,0-4 95 16,0 2-72-16,9-4-36 16,5-1-174-16,-1 3 79 0,5-8 25 0,1-1-1 15,1-2-460-15,6-3 241 0,-1-2 125 0,2-1-390 16,-1-4 237-16,-2-2 52 0</inkml:trace>
  <inkml:trace contextRef="#ctx0" brushRef="#br0" timeOffset="155745.89">24737 8906 1153 0,'-4'-2'0'0,"2"-1"0"0,-1 0 0 15,3 3 0-15,0 0 0 0,0 0 0 0,3 14 0 0,6 6 404 0,3 5-174 0,3 5-102 0,-3 2-46 0,1 7 59 16,1 2-53-16,-2 0-26 16,-2 8 26-16,-3-6-9 0,-3-2-42 0,-4-4 25 15,0-2 1-15,0-8-27 0,-5 0 10 0,-3-15 140 16,0-4-75-16,-3-7-38 0,5-1 1 0,0-5 133 16,0-11-77-16,6-8-51 0,0-3 0 0,3-8-86 15,12 0 0-15,4-5 52 0,2 2-110 0,1 0 50 16,4 2 26-16,2 1-287 0,-2 2 156 0,5-1 67 31,-3 11 38-31,0 3-505 0,-1 8 248 0,-4 6 91 0,2 6 73 0,1 0-463 0,-4 8 272 0,-3 11 131 16</inkml:trace>
  <inkml:trace contextRef="#ctx0" brushRef="#br0" timeOffset="156635.49">25504 9162 1242 0,'-6'-17'0'0,"1"4"0"0,-3 0 0 0,-1 0 0 0,-1 1 0 0,1 0 125 0,-4-2-35 16,4 6-9-16,-1 1 363 0,-2 5-204 0,2 0-101 15,-1 2-52-15,-3 2 133 0,1 14-96 0,2 4-44 16,0 7 0-16,-1 2-11 0,4 2 0 0,-1 5-23 31,3-4-50-31,5 1 40 0,1-1 0 0,0-3-30 16,0-2 0-16,8 2 40 0,2-10-10 0,10-2-192 0,-1-8 97 0,6-6 29 0,1-3 30 0,5 0-359 15,-1-7 178-15,-2-11 54 16,1-5-192-16,-3-4 141 0,4 1 62 0,-6-3 45 16,-3 0-10-16,2-1-1 0,-6 0 46 0,-2 3 204 15,2 2-111-15,-10 5-43 0,-1 6-24 0,-4 5 146 16,-2 4-86-16,0 3-43 0,-2 2-20 0,-8 7 365 16,-1 11-127-16,-1 4-102 0,4 1 106 0,0 2-97 15,1 2-38-15,4-3-34 0,3 0-42 0,0-1 18 16,0-1 0-16,0-3-115 0,3 3 66 0,6-10 20 15,4 0 1-15,0-6-134 0,-1-2 69 0,3-4 43 16,2 0-2-16,-4 0-70 0,1-10 21 0,0-7 34 16,-2 0-147-16,-3 0 78 15,3-4 8-15,-5 4 35 0,-3-3-31 0,0 1 25 16,-2-1 1-16,-1 1 72 0,-1-3-33 0,0 3 10 16,0 2-24-16,-3 1 177 31,-7 3-82-31,0 0-45 0,0 0-19 0,-2 5 148 0,1 1-62 0,1 4-46 0,-2 1 224 0,3 0-119 0,-1-1-26 0,1 3-45 15,2 0-46-15,-1 0 14 16,4 5 1-16,0 0-146 0,-1 2 82 0,3 1 27 16,1-1 1-16,-3 1-136 0,4-2 71 0,0 3 48 0,0-2-13 0,0-3-141 15,4 2 64-15,4-3 46 16,-1-3-78-16,5 3 48 0,1-3 9 16,1 0 0-16,3 0-107 0,3-3 76 0,0-2 38 0,8-4-114 15,-2-3 81-15,2-3 35 16,2 2 1-16,2-1-47 0,0-2 41 0,-1-1-9 15,-2 2 50-15,-5 1 69 0,-5 3-35 0,-2 2 0 16,-7 0 92-16,1 1-73 0,-9 3-21 0,-2 1-1 109,0 4 424-109,0-1-217 0,-8 1-65 0,0 0 318 0,-1 0-213 0,-1 0-103 0,2 0-52 0,-1 0-25 0,2 3 0 0,-3 4-16 0,5 1-10 0,1-1 46 0,-1 1-46 0,0 2 1 0,1-2-310 0,2 2 164 16,-2 0 68-16,3-1 39 0,-1-1-34 0,0-1-14 0,2 0 32 0,-1 3-25 0,1-3 1 0,0-3-11 0,0 4 37 0,0-3 53 0,1-1-26 0,4 3 1 0,3-3-25 0</inkml:trace>
  <inkml:trace contextRef="#ctx0" brushRef="#br0" timeOffset="156969.54">26049 9147 2493 0,'11'5'17'0,"4"-1"1"0,0 0-19 0,2 3-68 0,0 0 34 0,-1-1 3 0,-2 0-5 0,0 5-5 0,-3-2 34 0,0 3 40 0,-5 0 2 0,-3-1-58 0,-3 4 12 0,0 0 187 0,-2 3-89 0,-9-3-39 0,-5 2-24 0,-3-2 144 0,2 0-74 0,-3 2-20 0,-1 0-55 0,1-6 29 0,3 0-13 0,2-2 11 0,0 1-144 0,4-5 69 0,1 1 40 0,4-3-75 0,3-3 45 0,3 0 9 0,0 0 0 0,1-3-90 0,12-5 53 0,3-2 1 0,4-2 0 0,2-3-27 0,3-2 30 0,4-2 0 0,3-3-43 0,0 1 29 0,1 1 1 0,3-5 23 0,-3 1-14 0,3 2 16 0,3-2-6 0,-6 5 189 15,-7 2-86-15,0 2-43 31,-6 6 0-31,-5 2 87 0,-3 4-58 0,-10 3-28 0,-2 0-1 0,0 7 290 0,-7 10-147 0,-10 5-41 0,1 2 147 0,-2 3-122 16,1 0-56-16,4 2 6 16,2 2-31-16,0-4-40 109,3 5-28-109,5-7 0 0,2-1 0 0,1-4 0 0,0 1 0 0,1-6 0 0,9 2 0 0,3-11 0 0,3-4 0 0,4-2-14 0,2 0-71 0,-1-8 54 0,5-7-18 0,-3-6-178 0,1 1 80 0,-5-6 65 0,1 2-121 16,0-6 74-16,-6 5 51 0,-3-5-49 0,0 1 46 0,-7-5-1 0,0 1 45 0,-3-6-82 0,-1 4 46 0,-7 2 0 0,-8-1 37 0,-6 5-27 0,-4 8 1 0,-6 1 16 0,1 15 188 0,-1 2-90 15,1 3-44-15,0 0 0 0,6 14 358 0,-4-3-195 16,13 5-62-16,5 5 233 0,5-2-135 0,5 3-86 16,0-1-41-16,7 3-78 0,12-2 34 0,2 0 1 15,8-3-1-15,1 1-155 16,4-3 77-16,5 4 49 0,-1-6-678 0,4-1 345 15,4-4 120-15,6 2 104 0</inkml:trace>
  <inkml:trace contextRef="#ctx0" brushRef="#br0" timeOffset="157363.29">27261 8622 1498 0,'-15'0'0'0,"4"-2"0"0,0-3 0 0,10 4 0 0,1 1 0 0,3 0 0 0,13 0 0 0,6-1 478 15,5-2-210-15,-1 0-119 0,4-1-162 0,0 2 25 0,1 0 1 0,-3 1 26 16,6-1-574-16,-10 2 276 0,2 0 140 0,-7 0-376 0</inkml:trace>
  <inkml:trace contextRef="#ctx0" brushRef="#br0" timeOffset="157533.67">27284 8886 1175 0,'-6'0'0'0,"1"0"0"0,1 0 0 0,3 0 0 0,1 0 0 0,0 0 81 0,10 0-43 0,9 0 1 0,5 0-1 0,8 0 417 0,3-1-213 0,5-7-102 0,1 5-346 0,1-6 122 0,7 4 61 0,6-2-543 0,-10-1 284 0,-2 3 142 0,-3 3 70 0,-1 1-338 0,-5-4 184 0,3 1 98 0</inkml:trace>
  <inkml:trace contextRef="#ctx0" brushRef="#br0" timeOffset="158047.34">27927 8747 533 0,'5'-18'0'0,"2"-1"0"0,-1-3 0 31,-1-1 0-31,-3-2 0 0,0-5 0 0,-2 9 198 16,0-3-80 31,-2 4-40-47,-9 3 198 0,-2 7-119 0,-4 2-51 0,0 8-39 0,-5 0 181 0,-1 18-106 0,1 7-53 0,-4 5-25 0,2 7 94 0,4 0-64 0,3 5-29 0,2 2 161 0,5-2-94 0,2 1-47 0,4 3 51 0,4-14-53 0,0 1-1 0,0-6-44 0,12-3-114 16,5-7 57-16,2 0 38 0,4-14-9 0,1-3-147 15,5-2 87-15,-3-11 45 0,-3-6-1 0,4-5-203 0,-6-1 85 0,-4-4 66 16,0-1-109-16,-1-2 76 0,0-3-13 0,-6 2 49 15,0 5-22-15,-1 0-1 94,-5 4 40-94,-2 4-1 0,0 0-8 0,-2 10 8 0,0 5 1 0,-2 5 300 0,-6 0-137 0,-1 9-76 0,-5 10-25 0,6 2 116 0,0 4-55 0,-1 4-43 0,3-2 48 0,1 2-37 0,-1 0 14 16,5-5-36-16,1-1 11 0,0-5 2 0,0-1-11 0,0-2-143 0,7-1 73 0,1-9 22 0,4-5 0 0,1 0-88 0,4-2 55 0,0-11 15 0,3-3 0 0,0-6-34 15,-1 0 29-15,3-3-2 0,3 0 48 0,-2 1-32 16,4-2 1-16,-2 3 68 16,3 3-31-16,-4 4 1 0,0 1-32 0,0 6 159 15,0 1-73-15,-7 8-22 0,-5 0 1 0,1 8 19 16,-8 9-26-16,0 4 21 0,-2 6-38 0,-3-3 30 16,0 6-28-16,0-5 16 0,-3 3-57 0,-5-5 4 46,3 1 45-46,-2-7-35 0,1-5-1 0,2-5 15 0,1-2 9 0,-2-5-13 0,1 0 13 0,2-5-13 0,2-14 7 0,0-1 64 16,0-6-30-16,2-3 4 0,5-2-35 0,2-1-94 16,4-1 46-16,0-2 3 0,0 4 44 0,5-5 13 15,2 9-12-15,1 2-521 32,5 7-273-32,0 1 368 0,4 10 185 0,3-1-169 0</inkml:trace>
  <inkml:trace contextRef="#ctx0" brushRef="#br0" timeOffset="158518.88">28812 8690 874 0,'-12'-9'0'0,"2"0"0"0,0 1-1 0,1-1 0 0,-6-1 511 0,7 4-241 0,-3 3-115 0,-1-1-59 0,-1 3 234 0,-4 1-137 0,3 0-81 0,-1 9-36 0,2 6 68 16,-1 5-53-16,2 3-25 0,2 3 112 15,1 4-75-15,5 1-31 0,4 0-1 0,0 3-32 0,0-3 1 16,3 6 8-16,12-9-9 0,0-1 1 0,8-5-1 15,2-2 0-15,4-7 0 0,2-2 10 0,-1-8-10 16,4-3 0-16,-2-3 0 16,2-9-1134 124</inkml:trace>
  <inkml:trace contextRef="#ctx0" brushRef="#br0" timeOffset="158588.7">28960 8661 1380 0,'-17'0'0'0,"5"0"0"0,5-2 0 0,2 0 0 0,1 0 0 0,4 1 0 0,0-2 0 0,9 2 613 0,8 1-288 0,7-1-143 0,1 1-73 0,4-2-35 0,4 0 9 0,-4 1-45 0,2-1 116 0,-2 2-58 0,-2-2-29 0,0 1-1 0,0 1-937 0,-5 0 448 0,-4 0 226 0,-6 0-257 0,-1 0 224 0,-2 0 15 0,-9 0 94 0</inkml:trace>
  <inkml:trace contextRef="#ctx0" brushRef="#br0" timeOffset="158758.47">29136 8489 959 0,'-9'0'0'0,"1"0"0"0,0 0 0 0,1 6 0 0,0 3 0 0,-3 8 0 0,3 7 0 0,-4 7 460 0,2 6-216 0,1 5-103 0,-2 5-52 0,1 1 113 0,2 4-82 0,3 3-32 0,4-11-349 0,0-5 150 0,2-1 74 0,10-9-678 0,7-4 363 0,7-1 185 0</inkml:trace>
  <inkml:trace contextRef="#ctx0" brushRef="#br0" timeOffset="159314.6">29619 8647 1527 0,'-11'-22'0'0,"-2"7"0"0,-2-1 0 0,-2 11 0 0,-1 0 0 0,-3 5 0 0,0 0 339 0,-2 10-151 0,0 9-66 0,4 1 195 0,-3 8-141 15,2 4-69-15,3 1 66 0,-2 6-58 0,7-2-44 16,0-2 0-16,7-3-64 0,0 0 30 0,5-3 0 16,0 2 10-16,0-11-74 0,5-4 32 0,10-6 1 15,-1-3-257-15,5-6 144 0,1-1 79 0,4 0 28 16,0-14-446-16,3-6 215 0,-1-5 58 0,0-1-136 16,6-3 126-16,-10 2 78 0,2-4 34 0,0 3-48 15,-2-2 41-15,-3 3 0 141,3-5 32-141,-7 11 48 0,-5 1-1 0,-4 2-38 0,-5 8 136 0,-1 4 148 0,0 4-152 0,-9 2-61 0,-10 8 463 0,0 10-247 0,-2 5-60 0,1 3 145 0,1 4-140 0,2-2-83 0,1-1-38 0,4 1-34 0,2-4-3 0,2 1 0 0,-2-1 10 0,8-6-211 0,2-2 101 0,0-6 50 0,0-1 25 0,4-8-141 0,11-1 92 0,0 0 33 0,5-10-339 0,1-8 170 0,-1-3 27 0,1 4-17 0,4-7 51 0,-3 3 42 0,-3 0 1 0,3 4 175 15,-5 1-71-15,2 2-36 0,1 3-10 0,-7 7 203 16,-1 2-113-16,-4 2-55 0,-2 0 91 16,-3 14-63-16,-1 1 7 0,-2 6 22 0,0 1 69 0,0 0-32 15,-6 2-41-15,0-1-65 0,2-7-9 0,-2-2 34 16,5-1 0-16,-1-5-191 16,2-5 93-16,0-3 38 0,3 0 22 0,8-9-176 0,4-6 90 0,4-9 24 15,0 2-12-15,2-2 15 125,-1 0 5-125,2 5 0 0,-3-1 100 0,-1 4-49 0,-2 4-1 0,2 2 363 0,-9 6-182 0,0 4-76 0,-5 0-51 0,-2 8 359 0,-2 8-185 0,0 5-84 0,0-1-55 0,-2 4-80 0,-2 0 33 0,3 0 1 0,1-2-833 0,0 1 426 0,4-6 198 0,13-4 94 0</inkml:trace>
  <inkml:trace contextRef="#ctx0" brushRef="#br0" timeOffset="159709.04">30540 8338 1677 0,'-27'-20'0'0,"7"12"0"0,-2 8 0 0,2 1 0 0,-4 20 0 0,1 8 0 0,-8 13 240 0,5 6-106 0,1 5-48 0,-1 9 180 0,6 5-114 0,8 5-58 15,3 5 334-15,9-14-199 16,2-4-97-16,17-3-47 0,8-11 27 0,6-7-37 16,9-3 9-16,-2-14-454 0,3-9 203 0,0-6 103 15,2-4 50-15,0-2-617 0,4 0 320 0,-12-10 166 0,-1-2-18 0,2-7-319 16,-4-3 222-16</inkml:trace>
  <inkml:trace contextRef="#ctx0" brushRef="#br0" timeOffset="159892.2">30698 8627 1026 0,'-21'-13'0'0,"0"2"0"0,12 9 0 0,1 0 0 0,5 1 0 15,3-1 0-15,0 2 548 0,1 0-246 0,12 0-137 0,6 0 117 0,4 0-123 16,3 0-60-16,3 0-31 0,2 0-212 15,-3 0 86-15,-1 0 48 0,1 0 24 0,-6 0-540 16,2 0 276-16,1 0 144 31,-6 0-529-31,-7 0 299 0,-2 0 150 0,-3 0 74 0</inkml:trace>
  <inkml:trace contextRef="#ctx0" brushRef="#br0" timeOffset="160026.07">30891 8424 1045 0,'-8'-14'0'0,"1"0"0"0,-3 3 0 0,3 5 0 0,-1 5 0 0,-1 1 0 0,-1 6 0 0,0 12 284 0,-4 7-113 0,4 13-72 0,-4 4 450 15,-1 8-256-15,0 6-127 16,2 2-65-16,-4 7 313 0,4-7-194 0,4 1-91 16,2-2-45-16,5-4-340 0,2 1 156 0,2-18 64 15,12-4-744-15,5-11 409 0,7-4 204 0,4-12 102 16</inkml:trace>
  <inkml:trace contextRef="#ctx0" brushRef="#br0" timeOffset="160447.54">31161 8678 1340 0,'-7'-27'0'0,"4"8"0"15,-4 2 0-15,0 3 0 0,-3 2 0 0,-2 6 0 0,1 2 0 0,-5 4 257 0,-1 0-110 0,-2 15-54 0,-2 6-29 0,0 6 256 16,-3 3-133-16,5 3-79 0,4 1 128 0,0 1-99 16,1 5-49-16,5-4-26 15,-2 3 144-15,9-7-89 0,1-3-40 0,1-3-54 16,0-4 15-16,1-1-1 0,6-4 10 0,7-10-10 15,1-4 1-15,4-3-1 16,1 0 1-16,2-7-346 0,3-10 175 0,0-4 79 16,-2-4-342-16,-3-1 194 0,2-1 50 0,-3-1 63 0,0-2-32 0,-4 5 47 15,-5 3 0-15,-1 1 135 32,-4 2-49-32,1-2-34 0,-6 10 10 0,0 3 274 0,-3 4-141 0,-8 4-77 0,-3 0-11 0,-3 12-34 0,1 6 43 0,1 6-26 15,3 3 446-15,-1 1-212 16,6 3-106-16,-3-2-44 0,6 0-12 0,2-4-25 15,2-1 0-15,0 0-320 0,0-2 147 0,2 0 83 0,3-8 28 0,7-4-587 16,4-3 272-16,0-5 156 16,1-2 24-16,6 0-260 78,-4-4 183-78,2-11 86 0,0-3-402 0,-1-3 244 0,0-5 123 0</inkml:trace>
  <inkml:trace contextRef="#ctx0" brushRef="#br0" timeOffset="160675.62">31385 8713 1389 0,'6'-10'0'0,"-3"0"0"0,0 3 0 0,-1 4 0 0,-1 3 0 0,-1 0 0 0,0 2 0 0,0 12 0 0,-6 6 0 0,-3 1 406 0,0 4-185 0,-4 4-91 0,3-2 162 0,-2 2-127 0,0 1-54 0,3-7-42 16,-1 1 29-16,5-5-30 0,-1-1 0 0,0-4-31 0,3 1-112 0,1-11 52 0,2-4 30 16,0 0-32-16,5-4 32 0,7-15-1 0,5-3 41 0,0 0-168 0,3-4 36 109,2 2 54-109,-2 1-76 0,3-1 53 0,-1 7-5 0,-5 3 1 0,2 2 132 0,-4 4-44 0,0 5-7 0,-1 2-42 0,-8 1 14 0,-2 10-8 0,-2 11 36 0,-2 8 341 0,0 2-160 16,-4 3-81-16,-3-1-26 0,-3 0-79 0,5 0 20 0,-1-3-1 0,2-4-374 0,4 1 190 0,0-11 81 0,0-3 46 0,7-8-652 0,6-3 323 0,6-2 130 0,7 0 82 0,0-13-417 0</inkml:trace>
  <inkml:trace contextRef="#ctx0" brushRef="#br0" timeOffset="161069.42">31824 8679 970 0,'-8'2'0'0,"-3"3"0"0,2 4 0 0,-2 3 0 0,1 3 0 0,-5 10 85 0,1 6-48 15,-1 5 0-15,3 7 436 0,1 3-218 0,1 2-109 0,2 3-45 0,8-11 453 16,0-6-258-16,2-4-129 15,12-8 53-15,2 2-81 0,4-12-56 0,0-7 0 16,2 0-175-16,1-5 64 0,3 0 33 0,0-5-319 16,-3-8 171-16,0-4 90 0,2 1 45 0,-2-6-131 15,-3-3 50-15,3-5 61 0,-5 3-106 0,-4-8-132 16,-4 0 109-16,0-4 59 0,-7-3-178 0,1-6 110 16,-4 6 69-16,0-4 30 0,-7 2-212 0,-12 3 122 15,-4 4 59-15,-8 1-40 16,-3 15 55-16,-3 10 0 0,-2 5 45 0,0 6 68 15,7 0-33-15,-2 4-10 0,13 13-25 0,4 0 391 16,7 7-195-16,6-2-98 0,4 2 430 0,0 3-240 16,5-8-57-16,11 2-81 0,4-1 177 0,2-4-125 15,1 1-64-15,2-1-104 0,-2-6 15 0,0-1 1 16,2-2 25-16,-1-2-473 16,0-1 237-16,7-1 127 0,-8-3 50 0,-1 0-331 15,-3-2 125-15,-2-3 114 0,-5-4-511 0,1 1 285 16</inkml:trace>
  <inkml:trace contextRef="#ctx0" brushRef="#br0" timeOffset="161225.22">32136 8574 1083 0,'9'-12'0'0,"2"3"0"0,6 3 0 0,3 2 0 0,7 3 0 0,-3 1 125 0,5 6-43 0,-1 12 0 16,3 8 630-16,-5 7-337 0,0 9-159 0,-11 4 404 16,-1 2-291-16,-11 7-146 0,-3 6-73 0,-13 2-96 15,-12 7-14-15,-10-11 0 31,-2-2 0-31,-4-3-14 0,2-2-137 16,-1 1 94-16,2 2-370 0,6-10 228 0</inkml:trace>
  <inkml:trace contextRef="#ctx0" brushRef="#br0" timeOffset="171079.18">32479 8832 2102 0,'-15'-4'0'0,"6"2"0"0,1 2 0 0,1-3 0 0,3 3 0 0,4 0 0 0,0 0 0 0,2 0 388 0,15-2-175 0,2 2-87 0,6 0 161 0,1 0-124 16,4 0-52-16,3 0-42 15,-1 0-179-15,-1 0 74 0,2 0 38 0,-2-1-217 16,4-1 137-16,-4 0 54 0,0 1 31 0,-4-5-735 16,-1 3 373-16,-3-1 122 31</inkml:trace>
  <inkml:trace contextRef="#ctx0" brushRef="#br0" timeOffset="171235.38">32628 9053 2593 0,'-20'12'0'0,"7"-4"0"0,6 1 0 0,3-1 0 0,4-1 0 0,0-2 0 0,0 2 0 0,10-2 0 0,4 0 0 0,6-1 0 0,-1-2 0 0,6 1 109 0,-1-3-39 0,3 0-1 0,-3 0-31 0,1 0-235 0,1-2 117 0,1-1 69 0,-1-3-693 0,-3 0 372 0</inkml:trace>
  <inkml:trace contextRef="#ctx0" brushRef="#br0" timeOffset="171602.17">33086 8850 1378 0,'-11'4'0'0,"2"2"0"0,0-1 0 0,1 4 0 0,0 6 0 0,-1 0 675 0,4 2-324 0,1 6-155 15,3 1-79-15,1 1 167 0,0 4-122 0,0 2-52 0,6-2 109 0,4-5-90 16,4 1-45-16,2-4 0 16,3-4-125-16,4 3 49 0,-3-11-9 0,2-1 40 15,4-6-103-15,-3-2 51 16,0 0 27-16,4 0-68 0,-4-10 42 0,1-4 25 0,-4-6-4 0,-1-4-86 16,1-1 20-16,2-4 7 0,-7 1 21 0,-1-2-18 15,-5-1 41-15,1-2 0 78,-5-1-47-78,4-7-4 0,-6 5 48 0,-1-3-36 0,-2-3 0 0,0-1 28 0,-12-1 0 0,-2 9 15 16,-2 7-14-16,-3 7-5 0,-5 4 4 0,-1 9 153 0,-2 1-75 0,-1 7-31 0,1 0 106 0,3 15-61 0,-1 4-35 0,2 2-3 0,2 2 60 0,6 2-24 16,6-1-26-16,2 2 36 0,4-1-83 0,3-2 0 0,0 4 0 0,2-8 0 15,11-2 0-15,1 0 0 16,2-5 0-16,7 0 0 0,0-1 0 0,1-10 0 15,5-1-143-15,1 0-160 0,1 0 154 0,-1-7 47 0,5-4-1077 0</inkml:trace>
  <inkml:trace contextRef="#ctx0" brushRef="#br0" timeOffset="173464">12356 10075 1586 0,'-15'-7'0'0,"2"3"0"0,4 2 0 0,4 0 0 0,-1 2 0 0,6 0 0 0,0 0 0 0,0 0 560 16,6 0-260-16,12 4-131 0,5 0-66 0,6-3 203 0,6-1-125 16,1 0-76-16,5 0 275 0,0 0-171 47,3-1-177-47,1-5-32 0,6 0 0 0,-10 1 0 0,0 1 0 0,-4 1 0 0,-2-1 0 0,-8 4 0 0,2-3 0 0,-16 3 0 0,-5 0-89 0,-6 0 12 15,-2 0 58-15,0 7-408 16,-11 1 131-16,-9 4 145 0,0-2-721 0,-3 2 416 0,-2-3 209 0</inkml:trace>
  <inkml:trace contextRef="#ctx0" brushRef="#br0" timeOffset="173670">12366 10123 961 0,'-11'10'0'0,"-2"4"0"0,6 3 0 0,4 0 0 0,3 5 0 0,0 4 574 15,0 6-267-15,1 8-125 0,10 1-77 0,-2 6 553 16,-1 4-310-16,0 7-155 15,-5 3 217-15,-2 9-217 16,-1-10-193-16,0-5 0 0,0 1 0 0,-10-8 0 16,0-6 0-16,-1 3 0 0,-3-16-117 0,0-4 70 0,-1-8 43 0,-3-2-444 31,1-6 244-31,-3-3 111 0,5-6 59 0,2-1-652 0,2-16 324 0,7-7 162 16,4-6-382-16,0-10 261 0</inkml:trace>
  <inkml:trace contextRef="#ctx0" brushRef="#br0" timeOffset="174192.03">12729 10202 1989 0,'4'-14'0'0,"-2"7"0"0,-1 1 0 0,1-2 0 0,-2 7 0 0,0 1 391 0,-2 0-177 16,-7 1-87-16,-2 10 126 0,0 4-98 0,-1 2-63 16,3 5-27-16,-4-1 196 0,5 6-111 0,3-1-56 15,-4 4-18-15,6-3-12 0,3 0-64 0,0 1 0 16,0-4-32-16,0 1-18 0,0 1 54 15,2-6-424-15,4-2 229 0,0-2 115 0,1-2 57 0,-3-5-358 16,2 1 112-16,-5-8 120 16,0 1 34-16,-1-3-406 0,0 0 240 0,0-3 119 15,-2-9-313-15,-8-4 222 0,3-3 105 16,-1-3 52-16,2-4-89 0,-1-2 82 0,-1-3 38 0,3 4 126 16,2-2-71-16,3 5 0 0,0 0-32 0,0 1 431 15,0 2-237-15,6 2-92 0,9 6-51 16,3 1 214-16,5 2-53 0,4 6-90 0,4-1 378 15,-1 3-216-15,-1 2-104 0,2 3-52 16,-1 11 187-16,-2 1-119 0,0 3-51 0,-9 2 134 31,-2 2-102-31,-6 1-50 0,-7 0-25 0,0 1-69 0,-3 3 52 0,-1-3-9 0,-5-3-1 0,-9 0 1 16,-1-1-1-16,-3-3 1 0,-2-2-417 0,0-6 204 31,1-3 106-31,-1-1 53 0,0-4-713 0,-1 0 341 0,5-1 162 0,2 0-309 16,-2-1 248-16,2-5 125 0,2 0 61 0,-1-3-75 15,3-2 93-15,3 2 38 0,2 0 45 0,2-3 66 16,0 4-71-16,1 0-10 0,2 2 194 0,0-1-109 16,0 1-53-16,5 0-28 0,7 1 489 0,1-1-259 15,4 1-20-15,1-1 208 0,2 2-184 0,0 1-93 16,0-1-46-16,3-2-84 0,-5 6-9 0,0-1 47 16,-2 1 0-16,-2 0-494 0,-3 0 248 0,2 0 132 15,-9 6-246-15,-3 3 112 0</inkml:trace>
  <inkml:trace contextRef="#ctx0" brushRef="#br0" timeOffset="174629.73">12740 10546 1157 0,'-16'5'0'0,"4"-2"0"0,1 1 0 0,3-1-1 0,-1-1 1 0,7-1 0 0,2-1 208 0,0 0-85 0,0 0-43 0,8 0 0 0,7 0-32 0,-1 0-10 0,5 0 0 0,-3-1-1 0,3-1 1 0,-4 0 0 0,4 1 141 0,-5 1-76 0,-2-3-33 0,-1 3 1 0,-3 0-622 0,3 0 304 0,-5 0 96 0,-1 0-169 0,-2 0 115 0,-1 0 87 0,-1 4 22 0,-1 1 127 0,0 0-30 16,0 2 1-16,-8-1 89 0,0 2-65 0,-2 1-31 15,2 1-10-15,0-2 346 0,1 1-178 0,0 1-43 78,2 1-59-78,1 0 326 0,2 2-161 0,0 0-95 0,2 1 103 0,0 0-94 0,0 1-47 0,0 1 96 0,0 2-61 0,0-1-46 0,0 1 1 0,0-2 10 0,0 1-46 0,0-2 0 0,0 6 9 0,0-8-50 0,0 0 41 0,-4-3 0 0,-1 0-1 0,-1-3-140 16,-2-1 79-16,0-4 26 0,1-2-279 0,-4 0 131 16,2-2 82-16,-1-4-205 0,-4-3 122 0,3-3 42 15,0-2 39-15,0-1-7 0,-3 0 0 0,0-2 36 16,2 0-9-16,0 3 42 0,0 2-1 0,3 0-31 16,-2 4-1-16,2 3 222 0,-2 1-120 0,3 1-46 15,-3 3 345-15,3 0-181 0,0 3-54 0,-1 8 93 16,0 3-76-16,1-1-59 15,1 4-24-15,0 0-194 0,2 0 85 0,2-2 42 16,0 2 9-16,3-5-227 0,0 0 131 0,0-3 64 16,9-3 26-16,8-1-851 0,2-5 393 0</inkml:trace>
  <inkml:trace contextRef="#ctx0" brushRef="#br0" timeOffset="174783.16">12928 10805 1514 0,'7'2'0'0,"0"3"0"0,2 2 0 0,-1-1 0 0,2 1 0 0,-1 3 0 0,-1-1 368 0,0 1-165 0,1 4 354 16,0-2-264-16,-2-2-128 16,-1 2-63-16,-1 0-166 0,-1-2 51 0,4-1 35 15,-5-2-10-15,0-1-647 0,0-4 336 0,0-2 168 0,3 0 84 0,-2 0-358 16</inkml:trace>
  <inkml:trace contextRef="#ctx0" brushRef="#br0" timeOffset="174942.91">13123 10460 2124 0,'8'-3'0'0,"-1"-2"0"0,3 2 0 0,5-2 0 0,1 1 0 0,4-1 0 0,5 0 0 0,2 0 0 0,1 0 332 16,6-1-138-16,-7 3-83 0,2-2-189 0,-2 0 57 31,0 5 29-31,0-1 9 0,-7 1-747 0,-5 0 377 0</inkml:trace>
  <inkml:trace contextRef="#ctx0" brushRef="#br0" timeOffset="175405.6">13271 10706 1402 0,'0'6'0'0,"-3"4"0"0,3-2 0 0,0 4 0 0,0-1 0 0,0 3 0 0,0 0 0 0,3 2 242 0,-1 1-108 0,4 1-49 0,0 0 88 15,-2 0-68-15,0 2-35 16,-3 1 10-16,1-4-97 0,0-3 27 0,-2-1 0 0,0-4-48 0,0-2 37 15,0 0 9-15,0-7-176 16,0 0 103-16,0-12 51 0,0-9 25 0,1-5-192 16,5-9 100-16,2-7-8 0,0-2 43 0,1-8-403 15,1-3 206-15,0-5 103 0,1-8 43 0,-3 3-194 16,1-7 127-16,-1-5 63 0,0-7 39 0,-1 2 0 16,0-6 41-16,-4 23 333 0,-1 10-193 0,-2 14-77 15,0 15-40-15,0 5 292 16,-3 21-161-16,-6 0-78 0,1 12-46 0,1 13 713 15,-1 9-342-15,4 11-163 0,4 6-94 0,0 10 305 16,1 9-195-16,10 10-98 0,-1 4 270 0,5 15-175 16,1-14-138-16,1 7-92 0,3-3 0 0,2 1 0 15,1-2 0-15,1 4 0 16,-5-24 0-16,-1-8 0 0,-1-7 0 0,-3-10 0 0,1-9 0 0,-3-2 0 125,-5-15 0-125,-5-14-182 0,0-3-57 0,-2 0 122 0,0-7-570 0,0-13 315 0,0-7 173 0,0-7-369 0,0-7 265 0,0-4 133 0,0-11 66 0</inkml:trace>
  <inkml:trace contextRef="#ctx0" brushRef="#br0" timeOffset="175496.38">13580 10253 1481 0,'-5'-31'0'0,"2"11"0"0,0 6 0 0,3 2 0 0,-2 3 0 0,2 6 0 0,0-2 642 0,0 5-307 0,0 0-149 0,2 0-75 0,7 5 180 47,0 4-127-47,4 1-55 0,-2 1-40 0,4 3-163 0,1 0 66 0,3 3 33 0,1-3-874 0</inkml:trace>
  <inkml:trace contextRef="#ctx0" brushRef="#br0" timeOffset="175639.43">14018 10449 3091 0,'0'0'0'0,"0"0"0"0,0 0 0 0,0 0 0 0,0 0 0 0,1 3 0 0,7 0 0 0,7 2 0 0,3 0 718 16,5-1-596-16,2-1-122 0,3 1 0 0,0-2 0 16,1 0 0-16,1-1-10 0,-3 1-239 0,-2-2 143 15,-1 2 79-15</inkml:trace>
  <inkml:trace contextRef="#ctx0" brushRef="#br0" timeOffset="175789.69">14016 10814 1392 0,'-14'5'0'0,"8"1"0"0,2 0 0 0,4-1 0 0,0-2 0 0,2-2 800 0,12 2-374 0,8-3-199 16,6 0-95-16,3 0 642 31,4 0-594-31,3 0-180 0,-4-1 0 0,0-1 0 0,-2 1 0 0,-1-2 0 0,-1 3 0 0,-2 0-44 16</inkml:trace>
  <inkml:trace contextRef="#ctx0" brushRef="#br0" timeOffset="179283.43">15518 10446 1369 0,'2'0'0'0,"-2"-2"0"0,0 0 0 15,0 0 0-15,0 1 0 0,0-1 0 0,0 0 0 0,1-1 0 0,-1 0 0 0,2-1 0 0,-2 1 163 0,1-1-53 0,1-1-40 0,1-2 83 0,-2 1-57 16,2-1-29-16,-3-2 43 0,2 1-27 0,0-2-9 16,-1 1-36-16,-1-1 10 0,0-2-9 0,0 1-1 15,0-3 10-15,0 1-56 0,0-1 1 0,0 1 45 16,-1-4 0-16,-3 4-84 0,-6-5 51 0,3 4 3 16,0 0-42-16,-3 1 17 0,-2 1 0 0,1 1-55 31,-3 0 44-31,1 4 5 0,2 2-1 0,-4 5 122 0,1 0-46 0,-2 0-10 15,0 0-37-15,3 12 159 16,0 5-74-16,1 2-27 0,1 6-1 0,3 6 103 0,-3 3-55 0,7 0-37 16,2 6 113-16,2 3-74 0,0 6-37 0,0 5 62 15,6 11-40-15,7-6-34 0,-1 6-45 0,3 0-18 16,0 0 0-16,-2 3 0 16,0 7 0-16,-3-12 0 0,-1-5 0 0,-5 0 0 15,1-3 0-15,-5-7 0 0,0 7 0 0,0-20 0 16,0-3 0-16,-9-8 0 0,-4-4 0 0,-1 0 0 15,0-12 0-15,0-4 0 0,-3-4 0 0,0 0 0 16,0 0 0-16,-1-2 0 0,5-6 0 0,0-4-53 16,-1-1-191-16,5-2 83 0,1-2 62 0,1-1-457 15,7 0 263-15,0-1 127 0,1-2-523 0,10 1 326 16,5-2 162-16</inkml:trace>
  <inkml:trace contextRef="#ctx0" brushRef="#br0" timeOffset="179596.44">15613 11147 1819 0,'0'9'0'0,"0"4"0"0,0 3-2 0,0 1 1 0,0 1-1 0,0 5 2 0,0-5-1 0,6 0 751 0,4-1-356 0,-1-2-179 16,3-2 149-16,1-2-154 0,0-3-91 0,0-7-53 94,3-1-106-94,-4 0 32 0,3 0 0 0,-2-9-169 0,-2-3 102 0,-3-5 54 0,-3 0 29 0,-1 0-140 0,-2 0 83 0,-2 0 53 0,0 4-41 0,0-1 0 0,-8 3-46 0,-1 0 35 0,-2 1 133 0,0 0-57 0,0 6-18 0,-2-1-35 0,1 1 118 0,1 1-51 93,-2-2-6-93,1 5-244 0,3-1 111 0,-2 1 47 0,3 0 22 0,1 0-522 0,-1 0 240 0,0-2 141 0,5 0 65 0,0 1 34 0,3-7-1 0,0-1 34 0</inkml:trace>
  <inkml:trace contextRef="#ctx0" brushRef="#br0" timeOffset="179771.18">15750 10324 1568 0,'-8'-10'0'0,"2"3"0"0,3 0 0 0,3 1 0 0,0 1 0 0,2-1 0 0,10 3 637 16,4-3-300-16,4 0-149 0,5-3 175 0,-3 3-167 15,3 3-79-15,1 0-40 0,-1-3-2 0,1 4-38 16,4-2 10-16,-5 3-322 0,-3-4 156 0,0 5 78 16,-2-3 40-16,-2 2-597 0,2-2 327 0,-10 3 117 15,-1 0 90-15,-4-3-795 0</inkml:trace>
  <inkml:trace contextRef="#ctx0" brushRef="#br0" timeOffset="180025.68">15940 10253 575 0,'-5'8'0'0,"1"1"0"0,1 3 0 0,-2 0 0 0,1 1 0 0,1 4 392 0,-1-1-177 0,-1 4-89 15,1 1 192-15,-4 4-131 0,0-2-79 0,-1-1 8 0,-2 0-39 0,-3 0 0 0,1-3-40 0,-5 2 115 16,2-7-63-16,-2-2-25 16,2-4 0-16,-1-2 145 0,4-4-86 0,-2 0-33 0,7-2 212 0,5 0-133 15,-1 0-65-15,4-2-33 16,0-5 55-16,10 0-34 0,8-2-44 0,6 1-48 15,4 1 0-15,3 2 0 0,4-1 0 0,5 2 0 16,-3 2 0-16,-4-1 0 0,2 2 0 0,-1 0-322 16,0 1 133-16,5 0 66 0,-10 0-676 0,-2 0 381 15,-3 0 190-15,-4 0 95 0,-3 0-528 16</inkml:trace>
  <inkml:trace contextRef="#ctx0" brushRef="#br0" timeOffset="180196.63">16046 10406 1532 0,'-11'5'0'0,"5"2"0"0,1 0 0 0,2 3 0 15,1 2 0-15,2 5 0 0,0 2 0 0,0 1 434 0,0 3-198 0,4 0-99 16,2 4-50-16,0-1 66 0,-1 2-48 0,-1-3-40 16,-2-1-173-16,-1-2 73 0,-1 2 36 0,0-5-485 15,0 4 270-15,0-9 121 0,-5-2 65 0,0-4-630 16,-3-4 282-16</inkml:trace>
  <inkml:trace contextRef="#ctx0" brushRef="#br0" timeOffset="180405.62">15716 9885 1853 0,'-8'-17'0'0,"7"1"0"0,1 4 0 0,1 0 0 0,13-2 0 15,8 1 0-15,3 5 0 0,8-4 559 0,1 0-261 0,2 3-131 63,4 1-56-63,-4 1-46 0,-3 7-1 0,1-2-27 0,-7 2-1 0,2 0-520 0,-10 0 255 0,-1 9 133 0,-10-1-346 0,-1 7 230 0,-6 0 115 0</inkml:trace>
  <inkml:trace contextRef="#ctx0" brushRef="#br0" timeOffset="180647.15">15853 9858 1243 0,'-16'-6'0'0,"-1"6"0"0,5-3 0 0,3 3 0 0,4 0 0 0,2 3 0 0,1 6 287 0,2 3-117 0,0 1-71 0,0 4 336 0,3 1-200 0,4 0-99 0,0 3-50 16,1 4-67-16,0-4-9 0,0 1 26 0,2 1-566 0,-2 0 283 16,2-4 142-16,0 3-298 93,0-8 212-93</inkml:trace>
  <inkml:trace contextRef="#ctx0" brushRef="#br0" timeOffset="180711.98">15956 9951 736 0,'0'0'0'0,"-1"0"0"0,-4 0 0 0,0 0 0 0,2 0 197 0,0 0-86 0,3 7-36 0,0 3 416 0,0 3-227 0,0 5-114 0,1 4-47 0,6 2-40 0,3 3-26 0,1 4-1 0,2 1-533 0,2 3 267 0,1 6 142 0</inkml:trace>
  <inkml:trace contextRef="#ctx0" brushRef="#br0" timeOffset="181465.34">16579 10909 1680 0,'0'-18'0'0,"0"-1"0"0,0-2 0 0,0-1 0 0,-3-2 0 0,-2-5 0 0,2 4 0 0,-2-1 589 0,-1 2-276 16,3-1-138-16,-1 3 1 0,-1-3-60 0,0 10-45 16,-1 7 1-16,-2 2-98 0,0 5 31 0,-1 1 1 15,-5 12 39-15,1 13-83 0,1 7 37 0,-4 6 1 32,4 5 20-32,-2 2 16 15,1 4 10-15,4-5 21 0,6-2-8 0,2-4-26 0,1-2-38 0,0 3 5 0,0-13-14 0,3-4 35 16,9-2 9-16,2-9-237 0,3-7 110 0,2 0 57 15,0-4 27-15,2-10-140 0,-2-13 70 0,1-8 42 16,-1-2-269-16,0-5 131 0,-5-1 64 0,-2-5 39 16,0 0-57-16,-4-4 48 15,0 0 24-15,2-10 75 0,-4 6-21 0,-3-6 1 16,0-2-31-16,1-3 127 0,-3-3-63 0,3-5-41 16,-2 18 9-16,0 7 17 0,-2 12-8 0,0 12 1 15,0 10 182-15,0 11-68 0,0 1-57 0,-5 19-29 16,1 16 163-16,-5 4-85 0,2 7-23 0,-1 9 56 15,3-4-58-15,2 9-25 0,-2 3 0 0,4 0 18 16,1-1-43-16,-2 7 10 0,2-10-10 16,0-2-15-16,2-2 15 0,4-3 0 0,5-7-54 0,3 1 36 15,2-19-9-15,1-8-197 16,2-11 107-16,1-8 39 0,1 0 31 0,3-11-328 31,-4-13 165-31,0-8 54 0,-1-3 50 0,-3-1-166 0,0 0 100 0,2-5 41 0,-6 6 34 0,-1-1 46 16,-1 3-22-16,0 1 1 0,-3 8 291 0,1-6-155 15,-5 13-64-15,-2 6 221 0,-1 4-145 0,0 7-37 16,0 0-53-16,0 4 454 0,-6 16-220 0,0 9-110 16,1 2-55-16,2 4 135 0,3 3-119 0,0-4-107 15,0 0 0-15,1-3 0 16,7-2 0-16,5 0 0 0,5-3 0 0,-1-10 0 16,5-5 0-16,2-5-196 0,2-6 60 0,0 0 71 15,2-9 54-15,-7-14-208 0,-1 0 107 0,-4-5 2 16,-4-1 44-16,-6 0-137 15,0-7 75-15,-6 7 50 0,0-3 0 0,0-1 85 0,-11-4 0 16,-5 2-44-16,-4-7 128 0,-3 7-60 47,-3-1-33-47,-4 7 0 16,-3 2 39-16,1 6-29 0,-4 1-9 0,7 13 109 0,1 5-62 0,3 2 4 0,5 4-27 0,5 11 322 0,3 3-154 0,9 4-59 0,3 2-49 0,0 2 156 0,11 0-193 0,6-2-46 15,3 1 0-15,3-8 0 16,5 0 0-16,2-2-338 0,1-3 76 0,3-3 149 0,5 3 82 0,-3-7-1243 15</inkml:trace>
  <inkml:trace contextRef="#ctx0" brushRef="#br0" timeOffset="182110.1">17996 10355 841 0,'0'-25'0'0,"0"2"0"0,0-2 0 0,0-4 0 16,0 8 0-16,0-5 0 0,-1 1 0 0,-4 2 0 0,-1-2 175 0,-3-2-60 0,0 5-44 15,-1 3 63-15,-4 2-49 0,0 5-24 0,-3 4 49 16,-3 1-28-16,2 7-9 0,-2 0-36 0,0 7 155 16,0 12-78-16,0 6-39 0,-1 4 10 0,4 5 156 15,3 7-102-15,3 1-51 0,2 8-26 0,4 3 237 16,1 9-122-16,4-5-75 0,0 5 266 0,2 0-166 15,6 4-199-15,6 5-3 0,2 14 0 0,0-11 0 16,2 4 0-16,-2-1 0 0,-2 1 0 0,-3-6 0 16,-1 11 0-16,-7-25 0 0,-3-3 0 0,0-6 0 15,-4-8 0-15,-12-7 0 0,-2 3 0 16,-3-19 0-16,-2-4 0 0,-2-10 0 16,-1-4 0-16,2 0 0 0,-2-3 0 0,7-12-84 15,5-3 13-15,3-3-222 0,7 0 128 0,4 1 65 16,0-4 22-16,1 4-525 31,13 1 283-31,6 1 142 0,2 0 71 0</inkml:trace>
  <inkml:trace contextRef="#ctx0" brushRef="#br0" timeOffset="182461.66">18179 11185 1886 0,'-2'0'0'0,"-4"4"0"0,0 1 0 0,1 2 0 16,0 3 0-16,-1 4 0 0,5-2 0 0,1 6 344 0,0 2-154 0,0 1-76 0,4-2-39 0,9 3 227 16,4-4-137-16,1-1-64 0,1-4-30 0,1-2 1 15,2-5-35-15,0-1-60 16,-2-5 26-16,0 0-1 0,-4-2 35 0,1-13-64 16,-5-3 32-16,1-4 9 0,-7-2 23 0,-2-2-32 15,-4-5-16-15,0 5 42 0,0-3-57 0,-10-5 89 16,-4 8-72-16,-4 3 23 0,-1 2 61 0,-1 1-29 15,-5 6 10-15,0 0-71 0,-2 12 1 0,2 2 36 16,2 0 9-16,1 1-263 16,3 10 121-16,7 5 59 0,4 0 24 0,5 1-514 15,3-1 241-15,0 3 134 78,2-3-241-78,7-3 190 0,7-1 91 0</inkml:trace>
  <inkml:trace contextRef="#ctx0" brushRef="#br0" timeOffset="182742.03">18367 9817 1741 0,'-4'-2'0'0,"-1"-2"0"0,2 1 0 0,1 3 0 0,-2 0 0 0,4 7 278 16,0 10-121-16,0 5 378 15,4 6-249-15,2 5-125 0,-1 6-52 0,-1 0 77 94,3 4-74-94,-4-1-38 0,3 3 1 0,-3 2-2 0,2-9-9 0,-2-5-27 0,1-4 0 0,-3-5-31 0,2-3-6 0,-1 0 0 0,-1-12-29 0,0-5-24 16,-1-4 45-16,0 0 0 0,0 0-537 0,0 0 241 0,0-6 154 0,0-4-533 0</inkml:trace>
  <inkml:trace contextRef="#ctx0" brushRef="#br0" timeOffset="184409.02">19025 10561 1365 0,'-9'-18'0'0,"-1"1"0"0,2 4 0 0,2 3 0 0,-4 0 0 0,6 2 0 0,-2 4 0 0,0 3 186 0,1 1-74 0,-3 0-37 0,2 8 68 16,0 11-58-16,1 8-23 15,-3 4-1-15,1 10 132 0,-3 6-68 0,4 1-48 0,-1 0-1 0,2 3 125 16,3-2-81-16,2-4-42 16,0 4 106-16,12-10-78 0,7-7-34 0,6-6 12 15,5-6-46-15,6-8-1 0,4-1 10 0,-3-11-39 16,1 0 30-16,-1-11-1 0,2-5 1 0,-6-8-51 16,3-2 35-16,-13-1-10 0,-6-5 26 0,0 2-104 15,-7-5 51-15,-2 2 2 0,1-6-88 0,-8 5 56 16,-1 1 29-16,0-4-20 0,-7 2 0 0,-6-2 26 15,-3-9-2-15,-2 9 43 0,-6 0-37 0,-2-1 2 16,-2 1-4-16,-3 4 16 16,-3-4-10-16,2 16-1 0,-2 6 9 0,1 7-8 0,-3 7 5 15,2 1-3-15,-5 9 102 0,10 18-48 16,5 3-21-16,2 9 164 16,5 1-85-16,8-2-59 0,1 6-53 0,8-10 0 0,0-2 0 0,10-5 0 15,8 0 0-15,4-5 0 0,5 3 0 0,5-13 0 16,4-6 0-16,3 0 0 0,-2-6 0 0,-1 0 0 78,4 0 0-78,-13 0 0 0,-3-1 0 0,-4-5 0 0,-3 1-12 0,-5-4-102 0,-2 3 23 0,-5 1-768 0,-4 4 411 0,-1 1 205 0,0 0 103 0</inkml:trace>
  <inkml:trace contextRef="#ctx0" brushRef="#br0" timeOffset="185354.64">20014 10514 647 0,'-4'-7'0'0,"1"3"0"0,-1-1 0 0,0 0 0 0,3 5 0 0,1-5 81 0,0 5-10 0,0 0-33 16,0 0 153-16,9 8-76 0,1 6-39 0,4 4 134 15,-1 3-91-15,2 6-40 0,-2 3-1 0,2 2 52 16,-3 4-47-16,1 3 10 0,-5-1-56 0,-1 1-17 15,-3 3 17-15,-3-2 1 0,0-4 0 0,-1 2 56 16,0-13-57-16,0-4 1 16,-5-8 58-16,0-6-30 0,-1-4 11 0,-1-3 148 47,3-12-94-47,3-12-46 0,1-8-1 0,0-6 4 0,3-4-15 0,9-1-10 0,0-1-26 0,3-1-89 0,-1 3 45 0,3 2 0 0,-1-4 54 0,-1 11-113 15,-1 3 51-15,0 6 27 0,-1 5-104 16,-2 6 38-16,1 1 48 0,-4 10-486 15,1 2 238-15,0 0 77 0,1 12 73 0,-1 3-529 0,5 1 288 0</inkml:trace>
  <inkml:trace contextRef="#ctx0" brushRef="#br0" timeOffset="185898.61">20720 10730 772 0,'0'-15'0'0,"-6"0"0"0,-1-3 0 0,5 1 0 0,-3-1 129 0,2-3-46 0,-2 4 1 0,-1-2 198 0,0-2-113 0,1 5-71 0,-3 2-29 15,0 3 74-15,-2 2-53 0,-2 3-16 16,-1 6 29-16,0 0-32 0,-1 13-1 0,-3 8-32 16,0 8 77-16,0 6-29 0,1 4-9 0,4 0 29 15,0 2-34-15,2 4 0 0,5-4-34 0,0 1 37 16,5-9-10-16,0-3-27 15,0-4 0-15,8-4 38 0,8-6-38 0,1 0 9 0,5-12-9 0,-1-4-105 16,0 0 52-16,2-8 26 16,-1-9-111-16,1-3 65 0,-5-2 13 0,-3-5-85 0,-1 1 49 0,-3-4 33 15,1-1-3-15,0-4-63 16,-4-1 32-16,0 1 0 0,-1-1 21 0,-1-4-14 47,1-3 15-47,0-9 7 0,-1 7-4 0,-1-3-1 0,0-5 8 0,-1 0 0 0,2-1-3 0,1-8-4 0,-4 16-1 0,-2 4 59 15,0 9-26-15,-1 8 0 0,0 13-25 0,0 2 260 0,-2 10-115 0,-8 5-64 16,0 18-20-16,-3 7 113 16,1 6-52-16,-2 8-38 0,4 1 278 0,1 2-148 15,3 7-75-15,-1 2-47 0,4 4 160 0,-2 10-171 16,5-14-54-16,0 1 0 109,0 2 0-109,5-4 0 0,8-4 0 0,5 8-26 0,0-21-150 0,2-4 107 0,0-3 53 16,-1-6-751-16,3 3 338 0,-5-15 205 0,-5-3 59 0,1-7 64 0,-2-3 32 0,-3 0-292 0</inkml:trace>
  <inkml:trace contextRef="#ctx0" brushRef="#br0" timeOffset="186106.33">21074 10572 1308 0,'5'-7'0'0,"1"3"0"0,-1 2 0 0,1 2 0 0,-2 0 0 0,1 11 0 0,-1 9 322 0,3 7-142 0,-3 3-61 0,0 6 360 16,-1 2-220-16,-1 1-111 0,1 2-55 0,-2 1 84 15,1 3-62-15,-2-9-44 0,0-5 16 0,0-4-26 16,0-6 0-16,0-6-25 0,0-4 28 0,0-11-28 16,0 0 1-16,0-6 95 15,0-14-47-15,0-4-24 0,1-6-61 0,8-2 0 16,1-2 0-16,2 0 0 0,4-1 0 0,0 2 0 16,5-4 0-16,1 8 0 15,-1 3 0-15,7-2 0 0,-2 5 0 0,2 5 0 0,2-2 0 0,-7 14 0 16,2 2 0-16,-3 4-210 15,-2 0-35-15,-1 4 84 0,-2 5 66 0,-6 5-664 0,-2 3 362 0,-3-1 179 16</inkml:trace>
  <inkml:trace contextRef="#ctx0" brushRef="#br0" timeOffset="186719.19">20194 11548 1120 0,'-7'-2'0'0,"1"-1"0"0,0 0 0 0,0 1 0 0,-1 2 0 0,3 0 0 0,-2 2 309 0,-1 7-127 0,1 5-77 47,-2 1-34-47,0 3 10 0,-2 4 1 0,-3 0-45 0,-1 5 9 0,-3-4 1 0,-1 2-10 0,-2 2 0 0,-1-4 76 0,-3 1-39 15,1-2 10-15,0-5-47 0,4-2 165 0,3-6-82 16,2 0-42-16,5-7 157 0,1 4-90 0,5-6-58 15,3 0-26-15,0 0 49 16,3 0-36-16,10 0-1 0,5-2-27 0,4 1 41 31,6-3-25-15,5 3 0-16,6-5-35 0,3 3-27 0,8-1 0 0,-7 0 0 0,2 1 0 0,-1 0 0 0,3 1 0 0,-3 0-71 0,5 1 5 0,-11-1 45 16,-4 1-1-16,-4-1-144 0,-5 2 68 0,-9-2 47 15,4 2-4-15,-14-1 33 0,-5 1-41 0,-1-3 39 16,0 2 251-16,-4-6-121 0,-6 0-70 15,-4-3 254 1,2-1-290 0,-5-3 0-16,3-3 0 0,-3-1 0 0,-1-4 0 0,1 3 0 0,0-7 0 0,0 0 0 0,-2 1 0 0,0-4 0 15,-1 2 0-15,3 4 0 0,0 2 0 0,3 3 0 16,-2 2 0-16,4 3 0 0,-2 1 0 0,4 6 0 16,6 2 0-16,-1 2-54 0,3 2-11 0,1 0-28 15,1 0 33-15,0 0-2 0,0 0 25 0,0 6-278 16,1-3 139-16,6 3 61 0,-3-1 43 0,3 1-603 15,1 0 318-15</inkml:trace>
  <inkml:trace contextRef="#ctx0" brushRef="#br0" timeOffset="192187.02">19017 10024 730 0,'-3'-3'0'0,"0"-2"0"0,0 1 0 0,0 2 0 0,-1-4 0 0,1 1 285 0,0 0-129 0,2 0-60 15,-1 1-30-15,0-3 160 0,-2-3-86 0,4 2-56 16,-1-1 36-16,1-2-42 0,-3 0 1 0,3-3-43 0,-1-2 42 15,1 2-42-15,-1-6 1 0,-1 4 41 16,-1-1 1-16,0-4-43 0,-2 0 9 0,0 0 21 16,-2 1 1-16,1-1-31 0,-2 0 0 0,-2-1 27 15,0-3 9-15,-1 4-35 0,-1 1-1 0,-1 1 35 16,-2 0-34-16,2-1-1 0,-5-1 11 0,1 7-11 16,-1 0 0-16,0 1-11 15,0 0 11-15,-1-1 0 0,-4 2 10 0,3-1-3 16,-1 3-7-16,-2 1 0 0,-2-3 0 0,3 3-21 15,-7 1 30-15,3 1-10 0,3 0-2 0,-3 2 0 16,-2 0 2-16,3 2 0 0,-8-1-45 0,8 1 19 16,0 2-1-16,-1 0-14 0,5-1 1 0,-2 1 32 15,-2-3 11-15,6 1-97 0,-1-2 42 0,0 0 12 16,1 1 0-16,-1-1-49 16,-4 3 25-16,7-3-1 0,-3 5 9 0,-1-3 1 0,1 3 22 0,0 0 35 15,-4 0-41-15,2 0 3 0,3 0-3 0,-3 3 42 16,1 2 1-16,-5-1-37 15,4 0 5-15,1 4 30 0,-2-3 8 0,0 2-38 16,-1-2 15-16,-1 2 38 16,1-1-40-16,1-2-5 0,1 2-26 0,-1 0 0 0,-1-1 32 0,-4 5-2 15,8-3-31-15,-3 0-1 0,-1 3 21 0,1-3-18 16,1 5 17-16,-6 0 3 0,5-2-7 0,-2 2 25 16,-2 1-29-16,1 3 7 0,-2-1-8 0,-6 7-2 15,4-3 10-15,-1 4-1 0,-2 2-72 0,-1 2 33 16,-2-1 0-16,-8 6 35 15,10-8-99-15,-2 5 45 0,2-3 16 0,-2 2-1 16,4-4 18-16,-8 5-1 0,10-7-11 0,3-2 57 16,0-2-5-16,1 3-40 0,1-3-5 0,0 1 47 15,8-4 7-15,2-1-47 32,0-1 96-32,3-1-43 0,1-3-11 0,-1 3 25 0,4-5-17 0,2-2 1 0,1 0-11 0,0 2-34 0,-1-2 26 0,2 1-2 15,0-3 6-15,3 1-40 16,-1-2 1-16,1-2 31 0,1 2-3 0,0-2-20 94,0 0 13-94,0 0 6 0,0 0-36 0,0 0 33 0,0 0-7 0,0 0 6 0,0 0-11 0,0 0 10 0,0 0-3 0,0 0-190 15,0 0 84-15,0 0 50 0,0 0 15 0,0 0-307 0,0 0 151 0,0 0 80 0,0 0 31 0,0 0-327 0,0 0 189 0,0 0 94 0,0 3-182 0,0-3 137 0,0 0 61 0,0 0-387 0</inkml:trace>
  <inkml:trace contextRef="#ctx0" brushRef="#br0" timeOffset="192511.24">16714 9811 698 0,'0'-12'0'0,"0"-1"0"0,0 2 0 0,0 5 0 0,2-3 0 0,1 5 0 0,-2 0 0 0,3-3 0 15,-1 5 0-15,0-1 736 0,-1 3-349 0,-1 0-175 0,1 0-4 0,-2 12-86 47,0 2-32-47,-3 6-18 0,-7 5-1 0,-2 4-33 0,-1 0 0 0,-2 6-9 0,-2 1 18 0,1-3-9 0,2-2 0 0,-3-1 37 16,5-2-1-16,-1-4-36 0,-2 5 10 0,3-11 44 15,2-4-26-15,3 0-1 16,0-6 39-16,0-1-24 0,6-5-9 0,-1-2 3 16,2 0-1-16,0 0-35 93,0 0 0-93,5 0 47 0,7 0-47 0,1 0 0 0,3-2-28 0,4 2-10 0,3-1 0 0,5-4 0 0,0 1 0 0,5-3 0 0,3-1 0 0,1-3 0 0,4-6-40 0,5 2-133 0,-5-4 97 0,0 2 28 0,-2-3-891 0,-2 4 451 0</inkml:trace>
  <inkml:trace contextRef="#ctx1" brushRef="#br0" timeOffset="75038.85">31873 16557 0</inkml:trace>
  <inkml:trace contextRef="#ctx0" brushRef="#br0" timeOffset="193385.1">22409 10559 1342 0,'0'0'0'0,"0"-1"0"0,0-2 0 0,0 1 0 0,0 0 0 0,2 0 0 0,8 2 457 0,5-2-208 0,1 2-106 15,3 0-42-15,1 0-12 47,4 0-25-47,1 0 0 0,-1 0-25 0,4 0-212 0,1 0 115 0,-5 0 44 0,2 0-628 0,-4 0 319 0</inkml:trace>
  <inkml:trace contextRef="#ctx0" brushRef="#br0" timeOffset="193567.46">22442 10810 1090 0,'-19'6'0'0,"-1"-3"0"0,10 5 0 0,6-3 0 0,1-1 465 0,3 0-213 0,0-2-106 0,8-2-44 0,11 0 454 0,5 0-258 0,6 0-130 0,0 0-64 0,0-3 95 0,5 0-71 0,-5-1-49 0,-2 3-127 0,0-1 44 16,-2 0-1-16,-1 2-558 0,4 0 311 0,-8 0 140 16,-1 0 76-16,-3 2-797 15,-1 3 360-15</inkml:trace>
  <inkml:trace contextRef="#ctx0" brushRef="#br0" timeOffset="194170.69">23858 10400 537 0,'0'-24'0'0,"0"0"0"0,0 2 0 0,0-4 0 0,0 4 0 0,0 3 0 0,-3-3 335 16,-5 3-150-16,-1-1-74 0,-2-4-28 0,-4 10 248 15,4-3-148-15,-4 5-73 0,-3 0 239 0,1 7-157 16,-4 0-68-16,3 5 189 0,-2 0-139 0,2 6-68 16,0 10-35-16,1 5 185 0,-1 4-101 0,7 5-63 15,2 6-28-15,5 2 65 16,1 5-98-16,3 6-31 0,0 11 0 0,0-2 0 0,1 5 0 0,7 3 0 16,3 3 0-16,-3 6 0 15,7 15 0-15,-4-12 0 0,-1 1 0 0,0 0 0 16,-4-4 0-16,-3-6 0 0,0 6 0 0,-3-23 0 15,0-2 0-15,0-8 0 16,-10-2 0-16,-2-6 0 0,-4 3 0 0,2-16 0 16,-2-9 0-16,-1-8 0 0,0-1 0 0,-2-3 0 15,4 0 0-15,2-7-271 0,2-9-52 0,1 0 143 0,3-5 72 0,2-5-676 16,5-2 379-16,0-5 184 0,4-2 93 0</inkml:trace>
  <inkml:trace contextRef="#ctx0" brushRef="#br0" timeOffset="194418.55">23834 11194 1556 0,'0'13'0'0,"3"6"0"0,0 3 0 0,-2 2 0 0,4 4 0 0,-2 2 268 0,1-1-116 0,3-2-57 0,1 2 610 0,4-1-326 0,-2-6-175 0,6-7 75 0,0-1-121 0,3-7-61 0,0-4-59 0,2-1-112 15,-2-2 36-15,-2-10 37 0,0-8 1 0,-2-3-185 16,-3-1 111-16,-3-3 65 0,-6 4-145 0,-1-1 91 15,-2-1 48-15,0 5-67 0,-6 0 15 0,-4-1-42 16,-2 5 43-16,-1 3 64 0,-2 2-35 0,0 2 1 16,2 2 0-16,-3-2-116 31,4 5 63-31,1-1 26 0,0 3 0 0,2 0-297 0,2 0 162 0,-1 0 72 0,5 0 49 0,2 0-490 0,1 0 265 16</inkml:trace>
  <inkml:trace contextRef="#ctx0" brushRef="#br0" timeOffset="194632.91">24047 10665 2499 0,'-14'-14'0'0,"3"6"0"0,5 1 0 0,1 1 0 0,2 2 0 0,3 2 0 0,0 2 0 0,11-1 421 0,6-2-192 0,3 3-96 16,3 0 193-16,0 0-149 0,3 0-69 0,-1 0-317 15,-3 0 123-15,3 3 61 0,1-2 41 0,-6 4-266 16,1 0 144-16,-3-1 71 0,-1 1 37 0,-3-1-738 16,1 0 280-16,-6 0 223 0,-1 1-559 0</inkml:trace>
  <inkml:trace contextRef="#ctx0" brushRef="#br0" timeOffset="194875.54">24243 10655 1412 0,'-11'3'0'0,"2"-3"0"0,0 4 0 0,1 2 0 0,2 0 0 0,-2 4 0 0,-2 1 0 0,3 3 219 0,0 1-91 16,-1 2-45-16,-1 0 89 0,-3 1-67 0,1 3-24 16,-3-2-10-16,-1-3 116 0,-2 2-75 0,-1-3-37 15,3 0 0-15,-5-1 97 0,7-6-71 0,1 1-32 16,2-2 300-16,3-2-166 0,5-2-82 0,1 2-33 16,1-4 0-16,1 3-88 15,11-1 0-15,4-2 0 0,2 2 0 0,4 0 0 16,0-3 0-16,1 1 0 15,-1-1-128-15,2 0 43 0,-3 0 61 0,3 0-862 16,-7 0 385-16,0 0 235 0,0 0 102 0,-5-1-264 16,0-2 196-16,-1-2 87 0,-2-2-383 0</inkml:trace>
  <inkml:trace contextRef="#ctx0" brushRef="#br0" timeOffset="195019.81">24224 10793 907 0,'-7'-7'0'0,"3"2"0"0,1 2 0 0,-3 1 0 0,5 1 0 0,-1 1 0 0,1 0 0 0,1 11 447 0,0 5-204 0,0 7-104 0,3 3 298 15,4 5-201-15,-1 4-89 0,1-3-60 0,-2 2 75 16,0 1-62-16,2 1-32 0,-1 3 10 0,-3-10-411 16,1-3 183-16,-2 1 94 0,0-6-579 0,0-3 331 15,-1-4 178-15,-1-11-11 0</inkml:trace>
  <inkml:trace contextRef="#ctx0" brushRef="#br0" timeOffset="195234.76">24022 10118 1922 0,'0'-12'0'0,"0"2"0"0,1 3 0 0,7 4 0 0,2 3 0 0,8-2 336 0,1 2-139 0,2 0-84 15,6 0 372-15,1 2-223 0,2 5-113 0,0 3-53 47,4-2-20-47,-9 3-10 0,0-4-28 0,-3 4-429 0,-2-2 214 0,-6 1 108 0,0 1 63 0,-8 0-817 0,-4 1 421 0,-2-2 209 0</inkml:trace>
  <inkml:trace contextRef="#ctx0" brushRef="#br0" timeOffset="195377.58">24177 10193 750 0,'-7'4'0'0,"-1"-2"0"0,-1 2 0 0,3 3 0 0,1 0 0 0,1 1 0 0,2 3 0 0,0 1 0 0,1 5 945 0,1 0-458 0,0 0-224 0,0 2-113 0,0 2-135 16,0 0 23-16,0 2 10 0,0-5-10 0,1-1-592 16,2 0 296-16,2-5 148 0</inkml:trace>
  <inkml:trace contextRef="#ctx0" brushRef="#br0" timeOffset="195517.06">24285 10256 1399 0,'-3'5'0'0,"-2"-1"0"0,0 5 0 0,1 0 0 0,3 5 0 16,-1 3 328-16,1 5-145 0,1 5-72 0,0 8 281 0,0-1-181 0,0 6-87 15,0 1-43-15,1 0-486 0,6-1 221 0,5 6 121 0,-2-10 46 0</inkml:trace>
  <inkml:trace contextRef="#ctx0" brushRef="#br0" timeOffset="196114.19">24689 10773 1112 0,'-14'-2'0'0,"2"-5"0"0,-3 4 0 0,3 3 0 0,-6 0 0 0,6 0 178 15,-2 15-70-15,1 5 92 0,0 3-81 0,0 11-31 16,2 0-10-16,5 2 61 0,3 3-51 0,3 2-25 16,0-2-1-16,2 5 31 0,11-11-10 0,3-4-46 15,4-5 1-15,2-3-12 0,0-7 11 0,4-1 10 16,-3-7 19-16,1-6 0 16,-3 0-29-16,2-4 46 0,-1-9 0 0,1-2-36 15,-3-4-10-15,-3-8-14 0,-1 0 14 0,0-6 1 16,-2-4-1-16,0-2-77 0,-3 1 34 0,-6 0 0 15,2-1 44-15,-6-2-168 0,-1 1 79 0,0-8 34 16,-5 7-159-16,-8 0 89 0,-6 2 26 0,-1 3 29 16,-4 4 23-16,-3 2-26 0,-1 16-8 0,0 5 235 15,-3 7-103-15,2 2-49 0,0 4-23 0,-1 11 119 32,10 7-54-17,3 3-38-15,4 3 8 0,4 1 214 0,6-2-107 0,3 5-52 0,0-8-10 0,6 4-29 0,11-5-1 0,3-2-249 16,4-1 110-16,1 0 64 0,6-6 18 0,2-3-588 15,2-3 277-15,0 0 154 0,1-3 34 0,5 1-386 16,-5-3 235-16,0-1 113 0</inkml:trace>
  <inkml:trace contextRef="#ctx0" brushRef="#br0" timeOffset="196914.51">25374 10908 1162 0,'0'-11'0'0,"0"4"0"0,0-3 0 0,0 2 0 0,0-4 0 0,-1 2 0 0,-2-4 190 0,0 2-80 16,-1 0-37-16,-2 0 179 0,2-2-108 0,-4 3-53 16,0-4-17-16,-4 4 133 0,2 4-85 0,-5 0-42 15,1 2 0-15,-4 5 23 0,-1 0-24 16,0 5-8 93,3 11 108-109,0 4-71 0,2 3-35 0,2 5 41 0,-1 3-29 0,8-1-10 0,4 1-37 0,1-2-1 0,0 0 1 0,0-2-1 0,4 1 10 0,6-8-148 0,4-3 69 0,-1-3 35 0,3-4-1 0,4-5-170 0,0-4 88 0,-2-1 20 0,2-5-35 0,-1-12 21 0,-3-2 35 0,1-4-143 0,2-4 72 0,-5-2 24 0,-1-2 26 0,2-4-87 16,-3-2 55-16,0-3 27 0,3-5-9 0,-6 1-10 0,0-3 0 0,-1-5 46 16,-1-3 1-16,-2-5-44 93,3-9 34-93,-4 11 10 0,-1 4-7 0,-2 7 6 0,-1 12 1 0,0 2 223 0,-1 20-107 0,-7 9-59 0,-3 4-28 0,1 3 491 0,-3 18-239 0,-1 5-81 0,-2 8-76 0,5 7 20 0,0 8-39 0,1 8 17 0,0 4 175 0,2 11 82 0,4-8-209 0,1-1-133 0,3 2 0 0,0 0 0 0,0 0 0 0,6 6 0 16,5-14 0-16,4-8 0 0,-1-5 0 0,5-8 0 16,-2-5 0-16,3-3 0 0,0-17 0 0,-2-9 0 15,3-2 0-15,1-4 0 0,0-16 0 0,5-7-104 16,-2-4 2-16,-2-4-6 0,2-2-201 0,-4-4 135 15,1-2 69-15,2-9-62 0,-9 11 70 16,2-2 29-16,-4 6 1 0,-1 2 85 0,-5 5-28 0,-2 3-9 16,-3 13-18-16,-2 7 448 0,0 7-224 0,-3 0-112 15,-3 0-57-15,-3 12 640 0,1 7-658 0,0 8 0 16,1-1 0-16,3 8 0 0,-2-2 0 0,3 6 0 16,3-4 0-16,0 0 0 15,0-1 0-15,0 1 0 0,2-3 0 0,7 3 0 16,4-10 0-16,-1-5 0 0,6-2 0 0,0-6 0 15,3 1 0-15,-1-12 0 0,0 0 0 0,2-5 0 16,1-14 0-16,-2-3 0 0,3-2 0 0,-7-2-162 16,0-4 31-16,-3-3 46 0,-1-2 0 0,-1-2 0 15,-1-7 13-15,-3 6 11 16,-5-4 23-16,-2-4-22 0,-1-3 22 16,0-1 1-16,-6-4-10 0,-8 8-49 0,-3 8 30 0,-3 9-1 15,-2 6 190-15,-3 8-80 0,-3 3-50 0,3 12 400 16,0 0-191-16,-2 16-106 0,4 4-26 0,3 3 140 15,0 5-210-15,5 1 0 0,8 1 0 0,4-1 0 16,1 1 0-16,2-2 0 0,0 3 0 0,7-8 0 16,6 1 0-16,2-2 0 15,4-3 0-15,1-2 0 0,6 2 0 0,1-9-173 0,2-1-303 16,3-4 236-16,3 0 42 0,4-4 84 16</inkml:trace>
  <inkml:trace contextRef="#ctx0" brushRef="#br0" timeOffset="197433.77">27147 10365 806 0,'-7'-47'0'0,"1"12"0"0,-2 2 0 0,-3-2 0 0,-2 1 0 0,-2 0 0 0,-4 2 199 0,0 13-85 0,1 5 63 16,-1 6-69-16,-3 3-36 0,1 5 1 0,-2 0 175 15,5 0-109-15,-2 15-51 0,2 2-25 0,0 5 223 16,2 7-123-16,-2 7-54 16,8 2 237-16,-2 6-154 0,6 4-77 0,-2 3-38 0,6 5 247 0,-1 9-133 15,3-9-150-15,0 1-41 16,0 0 0-16,3 1 0 0,7 0 0 0,1 8 0 16,2-14 0-16,-1 0 0 0,0-1 0 0,-4-4 0 15,-2 10 0-15,-4-16 0 0,-2-4 0 0,0 1 0 16,-2-5 0-16,-11 1 0 94,-5-3 0-94,1-7 0 0,-5-6 0 0,0-2 0 0,-3-4 0 0,-1-4 0 0,-3-1 0 0,6-7 0 0,-3 0 0 0,3 0 0 0,1 0 0 0,4-3 0 0,-2-4-99 0,8 2-39 0,7-1 38 0,1 2-450 0,2 0 257 0,2-2 127 15,0 2-498-15,8-2 318 0,9 1 154 0,1-1-378 0,4-3 266 0,-3 1 133 0</inkml:trace>
  <inkml:trace contextRef="#ctx0" brushRef="#br0" timeOffset="197715.13">26948 11190 1070 0,'10'-5'0'0,"5"-2"0"0,-6 4 0 0,-2 3 0 0,-2 0 0 0,-2 0 281 0,4 10-124 0,-2 2-52 0,-2 5 439 0,-1 3-255 0,4 1-128 0,2 0-62 16,0 0 135-16,4 3-90 0,-1-4-57 0,3-2 131 0,2-2-90 15,3-2-45-15,1-3 0 0,2-1-88 0,-2-7 17 0,3-3-1 0,-3 0-110 16,0-5 69-16,2-10 42 0,-8-2-8 0,-1-4-64 15,-2 1 49-15,-7-4 25 0,-1 2-13 0,-2-3-32 32,-1 4-5-32,0-3 0 0,-5 2 43 0,-7 3-8 0,-3-1-23 0,-2-1 17 15,-2 11 45-15,-1 1-40 16,1 1 10-16,-1 8-75 0,0-3 37 0,-3 3 1 0,7 0 38 0,2 3-328 16,-2 2 146-16,4 5 77 0,2-4 25 0,-3 5-460 15,9-6 251-15,0 1 122 0,0 1-174 0,4-4 148 31,0-1 73-31</inkml:trace>
  <inkml:trace contextRef="#ctx0" brushRef="#br0" timeOffset="197896.73">27429 10062 2153 0,'-1'-5'0'0,"-2"-4"0"0,3 6 0 0,-1 2 0 0,-1 1 0 0,-1 3 360 0,2 10-162 0,-1 8-70 32,1 4 212-32,-1 2-151 0,0 6-76 0,-1 4 29 0,0 4-43 0,-2 0-35 0,2 4 0 15,0 5-26-15,0 0 0 0,-2 5-33 0</inkml:trace>
  <inkml:trace contextRef="#ctx0" brushRef="#br0" timeOffset="198506.56">27876 10671 1480 0,'12'5'0'0,"-4"2"0"0,1 3 0 0,-1 3 0 0,-3 6 0 0,1 3 0 0,-5 4 0 0,1 6 0 0,-2-1 191 0,0 5-76 15,-7 1-38-15,-3 0 64 0,-2-3-51 0,2 4-16 0,-4-12-10 0,3 0 35 32,0-7-31-17,-1-4 1-15,5-7 123 0,-1 1-67 0,3-9-47 0,2 0 213 0,3-14-125 0,0-5-64 0,0-9-32 0,10-3 11 16,2-4-43-16,5-2 1 0,-1-2 0 0,4-2 0 15,-1 0 0-15,5-6 10 0,-1 5-11 0,0 5 1 16,-2 3-1-16,2 0-38 109,-1 3 0-109,1 0 0 0,-5 15-9 0,-1 5-40 0,0 5-646 0,0 6 341 32,-3 0 115-17,3 8-639-15,-4 13 425 0</inkml:trace>
  <inkml:trace contextRef="#ctx0" brushRef="#br0" timeOffset="199148.62">28469 10855 1421 0,'-2'-12'0'0,"-3"1"-1"0,1-2 1 0,3-1 0 0,-3-1 0 0,0-4 0 0,4 2 247 0,-2-1-104 0,-1 0-52 0,1 1 112 0,-1 2-82 0,-3-3-32 0,0 8 130 0,0 2-90 0,-5 2-46 15,-4 6 1-15,-3 0-12 0,-2 10 10 0,-1 12-43 16,0 3-1-16,-3 9 24 0,3 2-23 0,2 3-1 15,0 4 50-15,7-3-49 0,4-4-1 0,5 0 1 16,3-2 15-16,0-4-15 0,0 1 9 0,10-13-92 16,6-2 41-16,4-8 0 0,3-5 41 0,0-3-194 15,6 0 95-15,-5-15 27 16,2-5 27-16,-1-6-179 0,-3-3 93 0,0-3 28 16,7-4-204-16,-7 0 109 0,0-3 63 0,-2-2-38 15,2-4 48-15,-1-5 24 16,2-7-9-16,-4 4 79 0,-2-4-46 0,-1-5 1 15,0-1-1-15,0-12 89 0,-8 15-40 0,1 1-24 16,-6 9-1-16,-1 9 92 0,-2 13-58 0,-2 8-15 0,-11 19 417 0,-3 1-208 16,-4 12-71-16,-1 13-63 15,1 9 270-15,-5 10-146 0,6 1-87 0,3 9 223 32,0 3-339-32,6 6 0 0,-1 3 0 0,0 6 0 0,6-7 0 0,3-3 0 0,2 0 0 0,0 1 0 15,5-4 0-15,8 5 0 0,1-15 0 0,3-5 0 16,-1-5 0-16,0-3 0 0,-2-13-25 15,6 7-431-15,-8-18 154 0,1-6-485 0,1-6 374 0,3 0 187 16,-3-11 94-16,4-9-190 0,-3-8 146 0,-1-4 68 16,1-5 34-16,-1-8-245 15,-2-2 141-15,6-10 60 0,-4 9 9 0,1-1 35 16,-1 3 1-16,-1 3 35 0,1 5 346 0,0-3-201 16,-4 15-68-16,0 7 637 0,-3 4-335 0,0 11-183 15,1 2 4-15,-3 2 473 16,0 6-303-16,1 14-147 0,1 8-74 0,-3 1 82 0,-1 6-78 0,3 3-29 31,-5 1 131-31,1 0-90 0,-2-1-44 0,0 1-28 0,0-2-55 0,0 4 0 16,-3-7 0-16,-3-5 0 0,1-5 0 0,-1-2 0 15,0-3 0-15,0-11 0 0,2-3 0 0,-1-5 0 32,-1 0 0-32,5-13 0 0,-2-4 0 0,3-9 0 0,0-1 0 0,7-5 0 31,2-4 0-31,4 1 0 0,6-4 0 0,-1 4 0 0,1 4 0 0,5 0 0 0,-1 4-32 0,5 2-15 15,4-1 14-15,1 9-142 0,0 9 64 0,0 1 44 0,0 4-5 0,-2 3-110 16,1 0 63-16,-8 0 45 0,-4 10-113 0,-7 0 74 16,1 2 37-16,-4 0-374 15,-1-2 196-15,-6 0 113 0,-1 1 52 0,-2-2-550 16</inkml:trace>
  <inkml:trace contextRef="#ctx0" brushRef="#br0" timeOffset="199326.57">29671 11050 3365 0,'0'0'0'0,"0"-3"0"0,0 3 0 0,0-5 0 0,0 3 0 0,0-2 0 0,0-2 0 0,0 6 0 0,0-3 280 0,0-1-122 0,0 2-61 16,0-1-66-16</inkml:trace>
  <inkml:trace contextRef="#ctx0" brushRef="#br0" timeOffset="201900.82">23079 10274 1443 0,'-8'0'0'0,"1"0"0"0,2 0 0 0,-3 0 0 0,2 0 0 0,1 0 0 0,-3 0 275 16,2 0-123-16,-1 8-57 0,0 7-29 0,1 5 63 16,-2 6-45-16,-2 12 9 0,3 5 174 0,1 6-114 15,-2 9-58-15,0 3 59 0,2 2 60 0,0 12-79 16,3-16-53-16,1 2 146 0,2-2-96 15,0-1-46-15,0-4-38 0,7 8-48 16,5-16 0-16,7-3 0 0,2-4 0 0,4-2-340 16,2-7 118-16,8 5 140 0,-3-11-344 0,-1 0 222 15,3-3 49-15,1 0-624 0,5 6 361 0,-6-7 194 16</inkml:trace>
  <inkml:trace contextRef="#ctx0" brushRef="#br0" timeOffset="202448.24">26294 10348 758 0,'-9'-20'0'0,"4"-1"0"0,0 8 0 0,-2 1 0 0,3 0 0 0,1 7 0 0,1-1 0 0,1 3 373 0,1 3-173 0,0 0-80 16,0 3 189-16,3 11-136 0,4 7-67 0,6 2 214 15,0 5-146-15,0 4-68 0,2 5-34 0,-4 3 28 63,0 4-31-63,0 7 10 0,-7-3-41 0,-1 2-26 0,-3 3 27 0,0 4-1 0,-7 5 0 0,-9 9-145 0,-6-8 67 0,-3-1 40 0,-2-3-106 0,0-4 72 0,-2-7 12 0,3 0-260 16,4-21 117-16,5-7 79 0,4-6 3 0,6-8-334 15,1-6 190-15,3 0 84 0,3 0 58 0,3-6-431 16</inkml:trace>
  <inkml:trace contextRef="#ctx0" brushRef="#br0" timeOffset="202702.97">26797 9969 2994 0,'-17'-6'0'0,"0"5"0"0,-2 1 0 0,-3 3 0 0,2 17 0 0,-2 6 0 0,-1 7 0 0,-3 9 0 0,5 5 0 0,-6 13 0 0,9-2 0 0,4 8 312 0,2 6-136 0,4 4-69 0,8 3 222 0,0 11-316 0,1-15-13 0,16-1 0 0,6-4 0 0,11-2 0 0,6-6 0 0,10 8 0 0,0-19-503 0,8-4 139 0,5 2 201 16,5-6-509-16</inkml:trace>
  <inkml:trace contextRef="#ctx0" brushRef="#br0" timeOffset="203304.55">29583 10285 2905 0,'-3'-15'0'0,"0"-2"0"0,3 6 0 0,0 8 0 0,0 0 0 0,4 3 0 0,7 0 0 0,4 3 0 0,0 11 0 0,5 6 0 0,4 4 0 0,1 7 0 0,0 6 0 0,4 9 251 0,-9 0-111 0,-2 7-51 0,-6 1 62 15,-3 0-56-15,-7 5-29 0,-2 8 32 16,-8-9-34 0,-15 1-1-16,-7 1-54 0,-4-5-56 0,-5-2 28 0,-3 1 38 0,6-18-531 15,2-4 276-15,0-5 137 0,5-8 14 0,3-2-967 16,2-5 497-16</inkml:trace>
  <inkml:trace contextRef="#ctx0" brushRef="#br0" timeOffset="-200677.57">15384 12772 1570 0,'-4'0'0'0,"0"0"0"0,-2 0 0 0,4 0 0 0,2 0 0 0,0 0 0 0,0 0 0 0,2 0 0 0,9 0 216 0,3 3-93 0,3-1 21 0,3 0-52 0,2-2-27 15,3 0 1-15,3 0-137 16,-2 0 51-16,-3 0 29 0,1 0 1 0,1 0-203 16,0-2 116-16,0 0 68 0,-8-2 19 0,-1 1-207 15,-4-1 74-15,-1 3 69 0,-3-1-52 0</inkml:trace>
  <inkml:trace contextRef="#ctx0" brushRef="#br0" timeOffset="-200436.16">15465 13063 2167 0,'-9'-5'0'0,"2"2"0"0,-1 3 0 0,5-3 0 0,3 2 0 0,0 1 0 0,2-2 0 0,9-1 691 0,6 3-316 0,2 0-173 0,4-5-81 0,4 3-41 0,-1-3 0 0,2 2-41 0,2 0 137 0,-4 1-176 0,-2 1 0 0,2-2 0 0,-1 3 0 0,-2 0 0 0,1 0 0 0,-5 0 0 0,-4 0 0 0,-4 0 0 0,-3 0 0 0,-2 0 0 0,0 0 0 0,-4 0 0 16,-2 0 0-16,0 3 0 0,0-3-31 0,-8 1-71 16,2 1-53-16,0-1-1 15,1-1 58-15,-2 4-401 0</inkml:trace>
  <inkml:trace contextRef="#ctx0" brushRef="#br0" timeOffset="-198944.44">16771 12903 3098 0,'-11'-9'0'32,"3"4"0"-32,3 4 0 0,5 1 0 0,0 0 0 0,2 0 0 0,9 5 0 0,8 0 0 0,3 0 0 0,6 0 0 0,4-2 0 0,4 1 0 0,-2-3 0 0,4 1 0 0,-1-1 230 0,3 2-96 0,7-3-38 0,-8 0-584 0,1 3 264 0,-4-2 131 0,-3-1-337 0,-5 1 231 0,1 0 57 0,-13-1 75 0</inkml:trace>
  <inkml:trace contextRef="#ctx0" brushRef="#br0" timeOffset="-198614.68">16911 13106 1193 0,'-14'0'0'0,"3"0"0"0,0 0 0 0,8 0 0 0,3 0 0 0,0 0 0 0,1 0 0 0,11 2 405 16,4 0-174-16,4-1-101 0,3 4 96 0,-2 0-94 31,1 0-46-31,-3 3-1 0,1 4-167 0,-8-4 55 0,-1 5 33 0,-3 2-36 15,-5 2 34-15,-3 2 0 0,0 4 45 0,-6-1-36 16,-14 3 26-16,-5-1-1 0,-5 0 1 0,0-2 140 16,-6-2-60-16,3-3-58 0,2-6 189 0,3-3-105 15,3-3-53-15,10-2 171 0,0 0-102 0,10-3-66 16,5 0-70-16,0 0-25 16,14-3 0-16,7 0 0 0,8-2 0 0,6 1 0 0,3-2 0 0,1 1 0 15,2 1 0-15,0 1 0 0,5-2 0 0,-10 2 0 16,2 0-60-16,-5 0-101 15,-2 2 52-15,-4-1 60 0,-2-1-525 0,-10 3 272 0,-5-1 132 0,-5-1-401 16,-4-4 266-16,2 1 123 31,-3-5 77-31,0-2-183 0,-9-5 124 0</inkml:trace>
  <inkml:trace contextRef="#ctx0" brushRef="#br0" timeOffset="-198389.46">17071 12473 2485 0,'0'-13'0'0,"0"5"0"0,0 2 0 0,0 4 0 0,0 2 0 0,0 0 0 0,0 5 0 0,0 9 0 0,2 3 0 0,2 7 0 0,-1 4 69 15,3 0 0-15,-1 5-21 0,3-1-9 94,1 0-588-94,-1 1 294 0,3 0 147 0,3 1 73 0</inkml:trace>
  <inkml:trace contextRef="#ctx0" brushRef="#br0" timeOffset="-198121.61">17390 12915 1895 0,'-3'12'0'0,"2"5"0"0,-1 2 0 0,0 5 0 0,2 3 0 0,0-1 0 0,0 0 0 0,0 1 547 0,7 3-244 0,1-6-137 16,3 0-64-16,2-4 44 0,0-4-54 0,4-1-27 15,3-3 10-15,-3-7-134 0,1-5 49 0,4 0 24 16,-1-5-145-16,1-12 86 0,1-4 51 0,-5-4-81 15,-3-3 57-15,-2-1 29 0,0-1-1 0,-3-3-224 32,-1-4 106-32,-5 1 4 0,-3 0 44 0,-1-3-121 0,0 0 71 0,-1-4 33 15,-9-8-9-15,-5 7-123 0,-3-2 86 0,-3 6 42 16,-1 8 90-16,0 7-48 0,-3 4-9 0,3 15 139 16,2 6-65-16,0 0-32 0,3 12 0 0,3 6 315 15,0 4-176-15,9 1-54 31,3 2-49-31,2-1 304 0,0 1-155 0,4-1-31 0,5-2-45 0,2-3-21 0,1-3-43 0,4-3 0 16,-2-1-492-16,4-2 246 0,1 2 133 0,-2-7-840 16,3-3 446-16</inkml:trace>
  <inkml:trace contextRef="#ctx0" brushRef="#br0" timeOffset="-197883.45">17827 12513 1276 0,'4'-7'0'0,"4"1"0"0,0 3 0 0,1-2 0 0,5 4 0 0,2 0 0 0,-1 1 0 0,1 0 496 0,1 2-229 0,-1 10-114 0,-2-1-2 0,0 4-47 0,-7 0-38 0,0-1-93 0,-6 2 32 0,-1 0 1 0,0 2 32 0,-5 0 100 16,-8-3-55-16,-2 0 0 15,-1 0-44-15,-2-1 122 0,0-3-61 0,1 1-21 0,6-5-9 0,3 0 188 0,1-1-109 0,5-1-55 16,2-1-87-16,0-1 11 0,12-3 20 0,4 0-513 15,5 0 257-15,4 0 128 16,2-3 65-16,1-2-935 0,-2 1 442 0,-4 1 241 0</inkml:trace>
  <inkml:trace contextRef="#ctx0" brushRef="#br0" timeOffset="-197207.51">16495 12540 1231 0,'-22'-2'0'0,"0"2"0"0,1 12 0 0,-4 12 0 0,6 10 0 0,-1 9 0 0,2 15 0 0,3 10 455 16,4 8-207-16,2 7-95 0,9-12 95 0,0-3-105 15,15 3-51-15,12-9-267 0,7-1 107 0,11 1 63 16,7-18 18-16,5-5-773 0,10-3 390 0</inkml:trace>
  <inkml:trace contextRef="#ctx0" brushRef="#br0" timeOffset="-196913.23">18443 12664 1627 0,'7'-10'0'0,"1"1"0"0,3 1 0 0,3 5 0 0,1 3 0 0,2 0 451 0,3 6-207 0,-1 10-104 0,5 6-43 0,-6 4 337 0,-2 3-199 0,-2 8-99 0,-6 4-6 0,-7 1-47 16,-1 10-14-16,0-3-9 0,-20 1-179 0,-6 1 78 15,-4-2 38-15,-4 1-530 16,-5 3 294-16,4-12 133 0,-1-3 72 0,2 0-934 0</inkml:trace>
  <inkml:trace contextRef="#ctx0" brushRef="#br0" timeOffset="-196451.26">18947 12215 2238 0,'-8'-24'0'0,"5"17"0"0,3 5 0 0,0 2 0 0,0 7 0 0,2 10 0 0,2 7 0 0,4 8 0 0,1 8 282 0,1 5-122 0,-2 8-61 0,0 7 85 15,-1 12-63-15,-2 4-46 0,-2 13-1 0,-2 9 32 16,-1 8-34-16,0 7 0 0,-1 10-151 0,-5-20 54 16,-3-6 31-16,2-9-370 0,2-17 201 0,2-13 101 15,3 0 60-15,0-29-469 0,0-4 193 0,2-4 126 16,3-7 27-16,3-4-192 0,1-3 130 0,0-7 79 16</inkml:trace>
  <inkml:trace contextRef="#ctx0" brushRef="#br0" timeOffset="-196194.23">19294 13330 1547 0,'0'7'0'0,"0"2"0"0,0 3 0 0,-1 2 0 0,-4 1 0 0,2 6 0 0,2-1 0 0,1 2 71 0,0 3 11 0,1-7-44 0,11-1 743 0,4-1-371 0,4-5-185 0,4-1-94 0,4-3-192 0,-1-7 45 0,1 0 27 0,3-2 0 0,-3-13-198 0,0-2 113 0,0-4 65 0,-11-2-62 0,-5-1 55 0,-5 2 27 0,-6 2 0 0,-1-3-124 0,0 3 57 16,-3 4-41-16,-10 1 173 0,-3 3-63 0,0 2 0 31,-3 3-48-31,0 0 56 0,-1 7-27 0,2 0-7 0,0 0 37 0,1 0-183 0,5 0 90 0,-2 6 30 16,6-3-508-16,2 2 254 0,1-2 128 0,2-1-443 0</inkml:trace>
  <inkml:trace contextRef="#ctx0" brushRef="#br0" timeOffset="-195983.21">19302 12588 1876 0,'-17'-16'0'0,"5"4"0"0,5 6 0 0,4-3 0 0,3 7 0 0,2-3 310 16,12 2-137-16,9 1 205 0,8-4-161 0,1 3-95 0,3 2-42 0,3-1 53 0,1-3-49 0,0 4-22 0,2-1 8 0,-4 2-458 0,-3 0 213 0,-3 0 106 16,-3 0 53-16,-6 8-701 0,-1-3 366 0,-9 2 179 15,-6 0-554-15</inkml:trace>
  <inkml:trace contextRef="#ctx0" brushRef="#br0" timeOffset="-195747.87">19606 12530 1180 0,'-12'3'0'0,"4"4"0"0,-3 3 0 0,-3 2 0 0,0 2 0 0,-3 1 0 0,-1 4 0 0,-2 2 201 16,-3 2-82-16,1-2-40 0,-6 4 9 0,3-5 123 15,2-2-87-15,1-3-43 0,5-3 0 0,0-2 162 16,4-1-94-16,8-7-60 0,5-2 220 0,0 1-136 16,7-1-68-16,11 0 118 0,4 0-84 0,6 0-55 15,4 0 0-15,4 0-81 47,2-1 0-47,1-1 35 0,4 2 9 0,-9-2-139 0,1 2 65 0,-2 0 32 0,-3 0 0 0,1 0-541 0,2-1 240 0,-13 1 153 0,0-2-707 0,-3 2 407 16,-6-2 202-16,-1 0-400 0</inkml:trace>
  <inkml:trace contextRef="#ctx0" brushRef="#br0" timeOffset="-195574.88">19644 12640 1605 0,'0'2'0'0,"-4"1"0"0,3 3 0 0,-1-1 0 0,2 5 0 0,0 3 0 0,0 5 0 0,0 2 620 16,0 9-291-16,2 0-146 0,1 5-72 0,-1 2 119 0,-1-3-100 0,-1 0-47 15,0 0-161-15,0-3 58 0,0-3 29 0,0 1-521 16,-1-11 270-16,-4 0 140 0,2-5 70 0,-2-8-709 16,0-4 318-16</inkml:trace>
  <inkml:trace contextRef="#ctx0" brushRef="#br0" timeOffset="-195363.5">19212 11981 2776 0,'-7'-24'0'0,"4"7"0"0,3 9 0 0,0-2 0 0,7 4 0 0,10 4 0 0,6-3 0 0,5 0 0 0,5-1 611 0,8 1-276 0,-1 2-153 16,4 2-155-16,1-1-27 0,5 2 0 0,-4 0 0 15,6 0 0-15,-18 0-123 32,-1 2-93-32,-8 5 127 0,-5 2-693 0,-4 2 405 0,-5 5 212 0,-7-4-440 0,-4 4 283 0,0-1 142 15</inkml:trace>
  <inkml:trace contextRef="#ctx0" brushRef="#br0" timeOffset="-195208.05">19456 12017 703 0,'-15'8'0'0,"4"-1"0"0,0 5 0 0,4 0 0 0,2 3 0 0,0-1 389 0,3 2-175 0,2 3-88 0,-1 1-34 0,1 0 110 0,0 0-82 0,0-2-41 0,0 3-315 0,0-1 137 0,1 2 78 0,1-5-540 0,-1-2 277 0,4-3 139 0</inkml:trace>
  <inkml:trace contextRef="#ctx0" brushRef="#br0" timeOffset="-195006.1">19626 12013 1659 0,'0'0'0'0,"0"0"0"0,2 0 0 0,-2 0 0 0,1 0 0 0,2 0 0 0,1 6 0 0,0 8 0 0,3 4 724 16,-2 7-342-16,3 5-172 78,-1 3-53-78,-2 8-49 0,4 1-40 0,0 5-811 0,-3 1 391 0,2 3 195 0</inkml:trace>
  <inkml:trace contextRef="#ctx0" brushRef="#br0" timeOffset="-194345.94">21276 12622 1500 0,'-24'-15'0'0,"0"5"0"0,1 9 0 0,2 1 0 0,-5 11 0 0,3 13 0 0,-3 9 0 0,3 8 0 0,0 7 517 0,-2 5-239 0,1 11-109 0,11-6 275 0,2 1-202 15,6 0-101-15,5-7-1 16,3-7-50-16,14 5-16 0,7-18-9 0,4-1-81 16,4-4 28-16,3-4-1 15,1-3 29-15,6 0-511 0,-7-11 251 0,1-3 129 0,0-2 66 0,0-4-850 16</inkml:trace>
  <inkml:trace contextRef="#ctx0" brushRef="#br0" timeOffset="-194166.49">21449 12915 2884 0,'-13'-7'0'0,"8"0"0"0,1 2 0 0,4 2 0 0,0 1 0 0,8 0 0 0,11 2 0 0,6 0 0 0,4-1 0 0,4 1 0 0,0 0 228 0,1 0-95 0,2 0-47 0,3-2 1 0,1 2-246 0,6-2 109 0,-9 2 40 0,0 0-685 0,-4 0 367 0,-5 0 184 0</inkml:trace>
  <inkml:trace contextRef="#ctx0" brushRef="#br0" timeOffset="-193873.5">21555 13087 1417 0,'-24'0'0'0,"12"0"0"0,5 0 0 0,-1 0 0 0,8 0 0 0,0 0 0 0,0 2 0 0,10 1 404 78,7 3-183-78,3-3-91 0,4 4 16 0,1 1-44 0,-2 1-37 0,-2 0 1 0,-1 3-190 0,-2-2 81 0,-1 1 42 15,-5 4-212-15,-4-1 121 0,-4 0 65 0,-3-1 34 0,-1 4-36 0,-6-3 17 0,-9 3-32 0,-8-2 25 0,-3-1 206 0,-2-2-93 0,1-2-74 0,-1-2 378 0,3 5-176 16,5-9-101-16,6 1-16 16,1-3 92-16,6-1-79 0,6 2-39 0,1-1 95 0,3-2-72 0,15 0-31 15,5 0-1-15,4 0-85 0,6 0 26 0,0 0 11 16,3 0-21-16,-1 0-288 15,-3 0 145-15,-1-2 90 0,1-2 45 0,0-2-641 16,-8 1 317-16,-4-2 92 0,-3 0-167 0,-4-2 183 16,-3 1 93-16</inkml:trace>
  <inkml:trace contextRef="#ctx0" brushRef="#br0" timeOffset="-193688.54">21817 12465 2011 0,'0'0'0'0,"0"0"0"0,0 0 0 0,0 0 0 0,0 3 0 0,0 4 0 0,0 1 284 0,0 3-123 0,0 4-60 15,1 2 62-15,3 2-62 0,0 1-21 0,3 3-242 16,2 2 100-16,-1 1 51 0,0-2 25 0,4 0-686 16,2 1 365-16</inkml:trace>
  <inkml:trace contextRef="#ctx0" brushRef="#br0" timeOffset="-193440.28">22104 12672 1628 0,'0'14'0'0,"1"-3"0"0,4 6 0 0,1 3 0 0,-1 9 0 0,0 3 0 0,2 9 0 0,0-1 270 0,-1 6-116 0,0 0-57 16,-1-3 137-16,-2 4-98 0,0-1-38 0,-2-7 10 15,0-3-34-15,-1-5-1 0,0-7-33 0,0-4 26 31,0-6-16-31,0-11-11 0,0-3 0 0,0-3 51 0,0-14-25 0,0-9-1 0,0-3 82 0,4-5-59 16,7 0 0-16,2-2-47 0,2-1-47 0,2 0 1 16,5-4 55-16,0 6-145 0,2 2 67 0,-1 0 35 15,2 4-1-15,-1 0-510 0,3-2 244 0,-6 9 132 16,2 4 30-16,-3 5-329 0,-4 2 185 0,5 0 92 16,-10 4-543-16</inkml:trace>
  <inkml:trace contextRef="#ctx0" brushRef="#br0" timeOffset="-193142.64">22464 12586 1847 0,'1'-12'-1'0,"1"2"-1"0,1 2 0 0,3-3 1 0,3 4-1 0,4-1 0 0,4-1 1 16,0 4 0-16,7 2 0 0,1 1 227 0,3 2-93 0,0 0-48 0,1 0 98 0,-7 10-77 0,0 1-34 0,-4 2 1 0,-6 2-131 15,-1 4 49-15,-4-1 9 0,-7 0-10 0,0-2 24 16,-7-1 0-16,-8 0 24 15,-3-4-48-15,0 1 34 0,-1-6-10 0,2-1 66 16,-2-2-1-16,6-1-90 0,-1 0 33 0,2-2 129 16,4 0-65-16,3 0-22 93,2 0-1-93,3 0-83 0,0 0 29 16,0 0 10-16,8-2-354 0,7 0 179 0,0 1 91 0,5-1 37 0,0 0 25 0,2 1-9 0,3-1-3 0,-2 0-402 0,2 1 196 0</inkml:trace>
  <inkml:trace contextRef="#ctx0" brushRef="#br0" timeOffset="-192992.51">22902 12497 1642 0,'2'-11'0'0,"0"5"0"0,3-1 0 0,1 1 0 0,2 4-1 0,6 2 0 0,2 0 0 0,4 10-1 0,3 9 624 0,2 8-283 0,-3 3-156 0,-1 10 264 0,-4 3-205 0,-2 5-102 0,-8 1 22 0,-1 11-52 0,-6-7-61 0,-6 1-49 0,-9-1 0 0,-9-3 0 0,0-2 0 47,-3 3 0-47,0-14-139 0,2-7 6 0,1-4 85 0,2-2 42 0,2-7-771 0,1 0 389 0,8-14 93 0,5-1-522 0,0-2 389 0</inkml:trace>
  <inkml:trace contextRef="#ctx0" brushRef="#br0" timeOffset="-192737.76">23291 12293 2877 0,'2'-23'0'0,"-1"7"0"0,0 7 0 0,3 2 0 0,-3 2 0 0,1 5 0 0,-1 7 0 0,1 17 0 0,1 10 456 16,-1 9-210-16,-1 13-95 0,-1 5 50 0,0 7-201 16,0 7 0-16,0 3 0 0,-4 8 0 0,-3 17 0 15,2-12 0-15,1-1 0 0,1 2 0 0,2-3 0 16,-3-2 0-16,1 7 0 15,3-24 0-15,-2-5 0 0,2-10 0 0,0-3 0 16,0-9-71-16,0-2-7 0,0-23-601 0,0-8 321 16,0-8 160-16,0-2-708 0,2 0 435 0</inkml:trace>
  <inkml:trace contextRef="#ctx0" brushRef="#br0" timeOffset="-192455.62">23434 13378 1687 0,'0'2'0'0,"0"2"0"0,-4-1 0 0,2 5 0 0,-1 1 0 0,0 6 239 0,3 3-106 0,0 3-49 31,0 2 686-31,1 1-367 0,9 0-183 0,4 3 10 0,1-6-101 0,6-3-93 0,-2-4-36 0,3-5-80 16,4-1 14-16,-6-8 47 0,4 0 28 0,-3-9-281 16,-1-8 155-16,-4-7 76 15,-1-2 49-15,-8-2-10 0,-6 0 39 0,-1 1-1 0,0-3-350 0,-4 3 144 16,-10-3 13-16,-3 8 65 0,-2 5 244 0,-4 2-94 15,-4 5-48-15,0 3 161 16,-2 2-99-16,3 5-9 0,4 0-34 0,3 0-84 16,5 3 32-16,3 6 34 0,-1-1 7 0,11-1-510 15,1 3 238-15,0-3 103 16,1-1-459-16,8-2 287 0,5-4 134 0,-1 0-183 16</inkml:trace>
  <inkml:trace contextRef="#ctx0" brushRef="#br0" timeOffset="-192243.81">23665 12191 2054 0,'0'-31'0'0,"1"14"0"0,3 10 0 0,-1 3 0 0,1 4 0 0,1 0 399 0,0 14-186 0,2 8 499 15,-1 7-338-15,0 2-195 16,-3 3-179-16,2 6 0 0,-4-5 0 0,0 1 0 15,-1-1 0-15,0-2 0 0,0-1 0 0,0 4 0 16,0-7 0-16,0-3 0 16,0-2-22-16,0-3-62 0,-1-3-1059 0,1 2 505 0</inkml:trace>
  <inkml:trace contextRef="#ctx0" brushRef="#br0" timeOffset="-191014.12">15448 14389 1691 0,'-24'0'0'0,"9"-2"0"0,2-2 0 0,6 4 0 0,2-3 0 0,2 3 0 0,3 0 0 0,1 0 599 0,12-1-280 0,10-2-139 16,7 1 110-16,4-3-115 109,2 0-72-93,2 3-32-16,2-4 201 0,-3 3-116 0,1 0-81 0,2-2-75 0,-7 5 0 0,-2-3 0 0,-3 3 0 0,-3-3-342 0,-3 3 65 0,0 0 169 0,-13 0 69 0,-3 0-1010 0,-6 3 505 0,0 5 250 0</inkml:trace>
  <inkml:trace contextRef="#ctx0" brushRef="#br0" timeOffset="-190884.26">15513 14645 1542 0,'-19'9'0'0,"4"-1"0"16,4 2 0-16,0 0 0 0,8-3 0 0,1-3 0 0,2 1 685 0,0-1-322 0,10-3-162 0,5 3 203 16,4-4-187-16,3 0-89 0,3 0-44 0,3 0 223 31,0-3-307-31,3-1 0 0,-5-1 0 0,1-1 0 0,-3 0 0 0,-1 2 0 0,0-1 0 0,2 2-391 15,-6 0 98-15,-2 2 166 16,-1 1-952-16,-1 0 480 0</inkml:trace>
  <inkml:trace contextRef="#ctx0" brushRef="#br0" timeOffset="-190262.25">16246 14655 1044 0,'-7'-8'0'0,"3"2"0"0,2 2 0 0,2 3 0 0,0-1 0 0,0 1 45 0,5 1-45 0,9 0 0 0,8 0 0 0,4 0 909 0,5 0-435 15,5 0-209-15,2 0-43 0,3 0-92 16,4 0-47-16,4 0 1 0,7-3-124 0,-7 0 34 15,0-5 0-15,-5 2-373 0,-1-3 208 0,-7 1 105 0,4 1 61 0,-17 5-808 16,-6-1 398-16</inkml:trace>
  <inkml:trace contextRef="#ctx0" brushRef="#br0" timeOffset="-189936.33">16502 14833 1710 0,'-10'1'0'0,"0"2"0"0,6 1 0 0,4 0 0 0,0-1 0 0,1-2 0 0,12 1 0 0,7 0 249 0,5-2-111 16,3 0-50-16,3 1 41 0,-1-1-46 0,-1 3 0 16,1 1-35-16,-8 2-73 0,-2-1 31 0,-5 4 0 31,-4 0 32-31,-7 6-141 0,-3 5 79 0,-2-2 27 0,-19 1 10 0,-8 3 0 94,-7 2 25-94,-2-7 94 0,-6 7-38 0,3-10-42 0,3 2-24 0,1-5-49 0,3-4 40 0,5 3-20 0,0-4 54 0,14-4 228 0,5-2-122 0,7 0-61 0,2 0-30 0,5 0 88 0,15 0-64 0,8-2-27 0,5-2 13 0,5-1 0 0,3 1-71 0,3-1-7 0,-3 1-136 0,0 1 48 31,-2 1 62-31,1-1-434 0,-2 3 211 0,1-4 120 0,-9 2 14 0,-4 0-186 0,-5 0 132 0,-4 0 65 16,-6 1 34-16,1-3-378 0,-10 0 210 0,-2-3 100 15,0-4-297-15,-2-4 199 0</inkml:trace>
  <inkml:trace contextRef="#ctx0" brushRef="#br0" timeOffset="-189759.6">16638 14187 1516 0,'0'-17'0'0,"-1"1"0"0,-1 5 0 0,2 5 0 0,0 3 0 0,0 1 0 0,0 2 0 0,3 5 505 15,4 12-234-15,0 2-116 0,-1 5-59 0,1 5 125 16,-3 2-97-16,1 2-43 0,0 0-109 0,-2 3 33 15,3-1-1-15,-1 2-497 0,-1-2 261 0,3-1 135 16,-1 0 67-16,3-1-709 0</inkml:trace>
  <inkml:trace contextRef="#ctx0" brushRef="#br0" timeOffset="-189585.01">17308 14643 2428 0,'-5'-9'0'0,"0"2"0"0,2 0 0 0,2 5 0 0,1 0 0 0,0 0 0 0,0 2 0 0,0 0 524 15,1 0-234-15,6 0-130 0,-1 0-62 0,2 5-614 16,2 0 276-16,-3 1 139 0</inkml:trace>
  <inkml:trace contextRef="#ctx0" brushRef="#br0" timeOffset="-189179.94">17853 14587 1815 0,'-25'-4'0'0,"-1"-1"0"0,13 5 0 0,7 0 0 0,6 0 0 0,0 0 0 0,1 0 0 0,17 0 282 0,7 1-126 0,9 2 279 16,6-3-199-16,6 0-99 0,3 0-50 0,6 0-14 15,-8-4-36-15,-1 1 1 16,0 0-1-16,-1 1-161 0,-3 0 81 0,4 1 50 0,-14 1-10 16,-6 0-591-16,-8 1 316 0,-7 7 158 15,-7 3-815-15</inkml:trace>
  <inkml:trace contextRef="#ctx0" brushRef="#br0" timeOffset="-188943.69">18059 14613 1398 0,'-11'10'0'0,"2"1"0"0,-1 7 0 0,5 4 0 0,-1 4 0 0,0 4 0 0,2 8 0 0,-1 3 492 0,0 4-217 0,0-2-124 0,0-2-57 0,0 3 46 16,-2-6-51-16,4-1-26 94,-2 3-205-94,3-12 85 0,2-5 47 0,0-8-489 0,0-1 267 15,4-7 136-15,7-5 75 0,4-2-572 0,0-11 224 0</inkml:trace>
  <inkml:trace contextRef="#ctx0" brushRef="#br0" timeOffset="-188727.2">18272 14725 704 0,'0'0'0'0,"0"0"0"0,0 0 0 0,0 0 0 0,0 8 0 0,0 9 509 0,-3 8-227 0,-5 9-127 0,-2 6-59 0,2 8 392 0,0 3-225 0,0 1-113 16,4-1 95-16,4-8-109 0,0-8-49 0,0-6 86 31,10-5-67-31,6-5-26 0,2-11-8 0,3-8-181 16,2 0 74-16,1-5 36 0,0-12 0 0,1-7-234 16,-6-1 131-16,-2-5 70 0,-4 1 34 0,-4-1-198 0,-6 3 101 0,-2-1-15 15,-1 4 139-15,0 4-38 0,-12 2-23 0,-2 5 111 16,-3 1-56-16,0 1-42 0,-3 7 9 0,-2 4 259 15,0 0-127-15,0 2-32 0,1 9-43 0,-1 0-80 16,8 2 25-16,1 1 48 0,2-1-9 0,3 1-496 16,4-2 234-16,1 0 107 0,3-4-559 0,0-2 323 15,0-2 161-15,1-2-143 0</inkml:trace>
  <inkml:trace contextRef="#ctx0" brushRef="#br0" timeOffset="-188464.16">17699 14047 951 0,'-14'-17'0'0,"0"-1"0"0,12 10 0 0,2 1 0 0,0 2 327 0,16-1-145 0,4 2-72 16,10-3-28-16,3 2 418 0,4 0-231 0,3-2-116 15,4 4-58-15,1-1 210 0,6-1-125 0,-7 0-76 16,-3 5-128-16,-5 0 31 0,-3 0 0 16,-5 0-458-16,-2 0 254 0,-12 0 112 0,-8 6 62 0,-4 5-728 15,-2-1 328-15,0 1 202 0,-2-1 43 0</inkml:trace>
  <inkml:trace contextRef="#ctx0" brushRef="#br0" timeOffset="-188316.21">17908 14025 751 0,'-14'8'0'0,"1"6"0"0,5 0 0 0,2 6 0 0,0 4 0 0,3 3 0 0,1 2 495 0,1 7-220 0,1-2-123 15,0 1 250-15,0-1-181 0,0-1-93 0,0-1-208 0,0 4 68 0,1-12 20 16,1-1 0-16,3-5-461 0,0-4 245 0,2-5 123 16,-1-1 70-16,2-8-641 15</inkml:trace>
  <inkml:trace contextRef="#ctx0" brushRef="#br0" timeOffset="-188145.24">18093 14061 1245 0,'3'1'0'0,"-1"3"0"0,0 2 0 0,2 5 0 0,0 6 0 0,-2 2 211 0,0 8-87 0,-1 7 373 16,-1 1-235-16,0 5-112 15,0 2-57-15,0-1-81 0,-1-4 1 0,-1 5 33 16,0-12-8-16,2-6-515 0,0-6 257 0,0-3 129 15,0-7-619-15,2-3 335 0,3-5 177 0</inkml:trace>
  <inkml:trace contextRef="#ctx0" brushRef="#br0" timeOffset="-187896.63">18307 13801 721 0,'16'-22'0'0,"0"-1"0"0,4 9 0 0,4 0 0 0,-7 10 103 0,3 2-33 0,-2 2 0 0,-1 3 178 15,-3 11-106-15,0 2-43 0,-8 2-35 0,-5 5 41 125,-1 3-34-125,0 1 0 0,-7 7 0 0,-10-8-34 0,-1 0 1 0,-4-3-1 0,2 1 163 0,1-6-81 0,-1 3-32 0,6-9 85 0,2-3-68 0,4-4-33 0,2-2 0 0,6-1-33 0,0-1 8 0,6-1-8 0,16 0-1 0,7-1 67 0,7-4-34 0,6 0 1 0,8 1-24 0,-2 2-591 0,6 1 290 0,0 1 138 0</inkml:trace>
  <inkml:trace contextRef="#ctx0" brushRef="#br0" timeOffset="-187723.78">18917 14611 2059 0,'-6'8'0'0,"0"0"0"0,6 3 0 0,0 1 0 0,0-3 0 16,0 0 0-16,3-1 704 0,6 1-333 0,5 1-159 0,-1-5-483 15,5 2 154-15,0-3 76 0,2 3 39 0,3 0-1108 0</inkml:trace>
  <inkml:trace contextRef="#ctx0" brushRef="#br0" timeOffset="-187411.16">19614 14602 1894 0,'-8'-9'0'0,"2"0"0"0,0 3 0 0,4 0 0 0,2 6 0 0,0-4 0 0,0 4 0 0,6 0 216 0,8 0-90 0,6 0-44 16,4 4 494-16,4 2-259 16,3-2-145-16,3 1 3 0,1-1-69 0,0 1-34 15,6-1 9-15,-2 0-547 0,-2 3 252 0,-1-2 126 16,-3-1 63-16,-3 3-947 0,1 2 500 0</inkml:trace>
  <inkml:trace contextRef="#ctx0" brushRef="#br0" timeOffset="-187105.93">19664 14809 1159 0,'-8'0'0'0,"2"0"0"0,4 0 0 0,2 0 0 0,0 3 0 0,2 4 0 0,13-1 401 16,4 2-182-16,3 0-90 31,1 2-37-31,0 0 119 0,-4 1-87 16,1 0-44-16,-6 2 1 0,0-2-141 0,-2 7 59 0,-11-6 14 0,-1 5-1 0,-1-1 0 0,-20 2 26 0,-5 2-1 15,-9-3 132-15,-4-1-70 0,-3-2-31 0,0 0 62 0,-1-3-46 16,2-1 0-16,-2 0-37 0,16-3 196 16,8-5-102-16,6 0-52 0,9 0-26 0,4 0 104 15,4-1-167-15,20 3 0 0,11-3 0 0,5 3 0 16,9-3 0-16,2 2 0 0,8 1 0 0,-7-3 0 15,1 1 0-15,1 0-235 0,0-2 24 0,4 0 97 16,-16 0 15-16,-4 0-268 0,-6 0 171 0,-8-2 45 16,-9-2 57-16,-2-3-507 0,-10 0 286 0,-3-3 139 15,-5-3-358-15</inkml:trace>
  <inkml:trace contextRef="#ctx0" brushRef="#br0" timeOffset="-186854.43">19862 13950 1870 0,'0'-9'0'0,"0"1"0"0,0 6 0 0,0 2 0 0,0 5 0 0,1 12 0 0,3 6 0 0,3 2 358 0,-1 7-165 0,2 1-77 16,3 6-30-16,-2-1-47 15,2 6-1-15,5 5-631 78,-2-3 311-78,1 2 160 0,0 1 80 0</inkml:trace>
  <inkml:trace contextRef="#ctx0" brushRef="#br0" timeOffset="-186722.76">20474 14682 2712 0,'-1'-8'0'0,"-4"-4"0"0,3 9 0 0,2-1 0 0,0 1 0 16,0 1 0-16,0 2 0 0,0 0 392 0,7 0-182 0,3 0-86 0,1 0-303 0,1 0 109 0,1 0 52 16,0 0 37-16,1 0-833 15,-3 5 414-15,2-1 207 0</inkml:trace>
  <inkml:trace contextRef="#ctx0" brushRef="#br0" timeOffset="-186483.64">20985 14307 1265 0,'0'-13'0'0,"0"1"0"0,0 2 0 0,0 4 0 0,0-2 0 0,0 7 702 0,0 1-332 0,2 0-166 16,4 15 512-16,0 7-330 0,-1 12-179 0,-1 7-126 15,1 10-81-15,-3 7 0 0,1 5 0 0,-1 12 0 16,0-5 0-16,-2 8 0 15,0 3 0-15,0-4 0 0,0-2 0 0,0 5 0 16,0-23 0-16,-2-4-349 0,-3-8 45 0,2-7 93 0,-2-4-751 0,-1 2 454 16,0-15 240-16</inkml:trace>
  <inkml:trace contextRef="#ctx0" brushRef="#br0" timeOffset="-186003.39">21850 14637 1671 0,'-16'-4'0'0,"1"-9"0"0,10 9 0 0,5 1 0 0,0 1 0 0,3 0 0 0,13 1 519 16,4-5-231-16,8 5-129 78,3-3-60-78,5 0 161 0,2 0-111 0,2-1-55 0,1 0-13 0,-4 4-10 0,-3-1-32 0,1 2-595 0,-5 0 297 0,-3 0 149 0,1 7 84 0</inkml:trace>
  <inkml:trace contextRef="#ctx0" brushRef="#br0" timeOffset="-185793.18">21971 14870 2526 0,'-3'2'0'0,"-4"1"0"0,5 0 0 0,2 2 0 0,0-1 0 0,2-1 0 0,13-3 0 0,5 2 0 0,5-2 421 0,9 0-191 0,5 0 20 110,2 0-106-110,7 0-44 0,-2-2-36 0,4 2-578 0,2-3 275 0,0 0 138 0,-2 2 69 0</inkml:trace>
  <inkml:trace contextRef="#ctx0" brushRef="#br0" timeOffset="-185476.55">22820 14676 1867 0,'-12'-5'0'0,"4"-1"0"0,4 3 0 0,2 3 0 0,2 0 0 0,4 0 0 0,16 5 361 0,9 0-161 0,7-2-81 16,9 1-41-16,7-4 379 0,5 0-200 0,-1 0-114 15,6 0-66-15,3 0-1 0,2 0-38 0,-4-3-386 16,5 2 202-16,-20 0 88 0,-7-1 47 0,-6 1-707 31,-10 1 370-31,-10 0 185 0,-2 0-2 0,-13 1-307 0,0 3 217 0</inkml:trace>
  <inkml:trace contextRef="#ctx0" brushRef="#br0" timeOffset="-185203.54">23278 14693 1035 0,'-24'11'0'0,"4"3"0"0,1 5 0 0,-1 6 0 0,-2 8 0 0,1 6 0 0,-2 11 135 0,3-1-53 0,3 5-1 0,1 3 353 0,4 1-198 16,4-2-99-16,-1 2 404 0,9-17-256 0,0-5-124 15,10-6-62-15,4-4 148 0,5-9-105 0,2-1-42 16,0-12-36-16,2-4-125 16,1 0 50-16,3-4 24 0,-2-13 1 0,0-5-241 15,-5-1 127-15,-5-1 70 0,-3-3-118 0,-4 3 92 16,-5-1 48-16,-2-3-238 0,-1 5 118 0,-2-1-10 15,-11 4 51-15,-4-1 98 0,-3 3-25 0,-3 1-8 16,0 7-16-16,1 1 96 0,-2 4-47 0,2 4-25 16,-1 1 1-16,-4 0-62 15,7 0 46-15,1 13 38 0,2 1-29 0,6 3 47 16,1 2-40-16,3-1-652 0,6-2 319 0,1-3 154 16,0-1 77-16</inkml:trace>
  <inkml:trace contextRef="#ctx0" brushRef="#br0" timeOffset="-184940.98">23429 14883 1622 0,'5'-8'0'0,"0"5"0"0,-2 1 0 0,-1 0 0 0,0 2 0 0,-2 0 0 0,0 7 0 0,-7 5 256 0,-4 2-110 0,-5 1-53 0,3 1 159 0,-6 0-106 0,2 1-45 0,0-3 32 0,2 1-47 0,-1-5-25 0,6 1 1 0,-2 1 136 78,4-1-71-78,3-2-49 0,5-1 0 0,0 0 91 0,3-1-66 0,14-2-33 0,5 3 62 0,5-8-114 0,6 3-18 0,1-3 0 0,3 0 0 0,-1 0-4 0,8 0 8 0,-7 0-463 16,0 0 247-16,-3 0 100 0,-2-3 69 0,-7-3-379 0,3 0 142 0,-12 4 125 0,-7-1 57 0,-4 0-537 16,-4 1 299-16,-1 0 149 15,0-2-322-15</inkml:trace>
  <inkml:trace contextRef="#ctx0" brushRef="#br0" timeOffset="-184747.32">23574 14937 1114 0,'-7'-5'0'0,"2"2"0"0,1-1 0 0,-1 4 0 0,0 0 0 0,1 0 0 0,3 0 276 15,1 13-120-15,0 5 338 0,0 5-228 0,0 6-105 110,1 4-66-110,0 3 318 0,4 5-188 0,-2 3-93 0,-2 4-47 0,1 4-64 0,0-6 16 0,-2-4 1 0,0-2 0 0,0-6 0 0,0-7 0 0,0 4 9 0,0-16-875 0,0-5 433 0,0-8 204 0,0-2 112 0</inkml:trace>
  <inkml:trace contextRef="#ctx0" brushRef="#br0" timeOffset="-184481.97">23204 14038 2257 0,'-6'-2'0'0,"-1"-1"0"0,3 3 0 0,2 0 0 0,-1 5 0 0,3 11 0 0,0 5 0 0,3 4 0 0,2 2 323 0,3 5-143 0,4 4-62 0,-4-2-45 0,5 3 1 0,-4-2-37 0,2 2 1 0,-2-4-486 0,2 3 252 0,-6-7 112 16,1-6-639-16,-3-2 355 15,-1-1 178-15,-1-8-223 0</inkml:trace>
  <inkml:trace contextRef="#ctx0" brushRef="#br0" timeOffset="-184279.07">23964 14386 1962 0,'16'0'0'0,"2"0"0"0,1 0 0 0,8 0 0 0,1 0 0 0,0 0 0 0,6 0 328 0,2 0-146 0,6 0-72 16,6 1 86-16,-3-1-84 0,-2 0-38 0,-2 0-153 15,0 0 59-15,-8 2 28 0,5-2 9 0,-15 1-588 16,-5-1 296-16,-7 0 149 0,-6 1 74 0</inkml:trace>
  <inkml:trace contextRef="#ctx0" brushRef="#br0" timeOffset="-184088.79">24197 14422 1477 0,'-10'5'0'0,"0"-1"0"0,3 7 0 0,2 1 0 0,0 5 0 0,3 2 0 0,0 10 0 0,2 0 596 0,0 5-280 0,0 2-139 0,0 3 217 0,0 2-178 0,0 3-80 15,0-8-54-15,0-2-6 16,0-3-39-16,-2-2 0 0,1-7 0 0,-3 0-443 47,4-9 216-47,0-6 114 0,0-6-725 0,0-1 415 0,0-1 114 0</inkml:trace>
  <inkml:trace contextRef="#ctx0" brushRef="#br0" timeOffset="-183931.24">24368 14497 1728 0,'0'3'0'0,"0"1"0"0,0 0 0 0,-1 7 0 0,0 4 0 0,-2 5 423 0,0 9-184 0,2 6-106 0,-1 6 444 0,2 7-270 0,0 2-136 0,0 5-57 0,0-6-12 16,2-9-33-16,6 2-1 0,1-6-331 0,-1-7 148 0,2 0 86 0,-2-12 28 16,-3-8-628-16,1-6 332 0,-3-3 168 0,1 0-704 15,1-3 352-15,-4-15 227 0</inkml:trace>
  <inkml:trace contextRef="#ctx0" brushRef="#br0" timeOffset="-183651.09">24627 14270 1486 0,'12'-15'0'0,"2"6"0"0,5-1 0 0,-5 8 0 0,3 0 0 0,-1 2 0 0,-1 0 0 0,1 7 183 0,4 4-64 0,-7 5-45 94,-1 0 176-94,-6 2-107 0,-4 3-53 0,-2 3-29 0,0 2-15 0,-13-3-9 16,-5 1 1-16,-4 0 8 0,1 0-9 0,-5-4 0 0,-2 1 10 0,7-6-10 0,3-1 0 0,1-6 0 0,7 2 263 0,0-3-131 0,6-1-57 0,4-3-42 0,3-1 350 0,15-2-365 0,5 0-55 0,11 0 0 0,0 0 0 0,7-4 0 15,1-3 0-15,5 1-391 0,-2 1 50 0,-1 3 199 0,-8-2 84 0</inkml:trace>
  <inkml:trace contextRef="#ctx0" brushRef="#br0" timeOffset="-183540.39">25002 14809 2709 0,'8'0'0'0,"-3"0"0"0,1 0 0 0,4 0 0 0,-3 0 0 0,4 0 0 0,-3 0 354 0,1 0-159 16,-1 0-80-16,0 0-49 0,2 0-30 0,1 0 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0:07:35.2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3435 6433 1272 0,'-7'-10'0'0,"2"0"0"0,1 4 0 0,1-2 0 0,-2 1 0 0,2-1 0 0,1 1 0 0,1 0 0 0,-1 3 0 0,2 1 0 0,0-1 411 0,0 1-174 0,0 0-103 0,0 3 51 0,0 0-72 15,0 0-36-15,0 0 35 0,0 0-25 0,0 0-10 16,2 6-36-16,-1 1 92 0,1 1-46 0,0 2 0 15,-1 3-35-15,2 1 70 0,-3-2-40 0,2 5 0 16,-2 0-41-16,0 2 44 0,0 1-11 0,0 1-33 16,0 0 15-16,0 2-15 0,0 3 0 0,0 3 18 47,0-1-18-47,0 2 0 0,0 2-21 0,0 2-20 0,0 3 0 0,0 3 0 0,2-4 0 0,-1 1 0 0,1 1 0 0,0-2 0 15,0 0 0 1,1 9 0-16,0-12 0 0,0 4 0 0,0-3 0 0,-1 0 0 0,-2 1 0 0,3 6 0 15,-1-6 0-15,0-2 0 0,0 4 0 0,0-3 0 16,0 3 0-16,0 3 0 16,-1-5 0-16,-1-2 0 0,2 2 0 0,-2 1 0 15,0-1 0-15,0 6 0 16,2-7 0-16,-2 0 0 0,0 3 0 0,0-1 0 0,0-2 0 0,2 11 0 16,-1-12 0-16,1 2 0 0,0 0 0 0,-1-1 0 15,1 0 0-15,2 5 0 0,-3-6 0 0,3-1 0 16,-3-2 0-16,2 3 0 0,-1 0 0 0,1 8 0 15,0-5 0-15,-2 2 0 0,1 2 0 16,0 0 0-16,-2 0 0 0,0 9 0 16,0-11 0-16,0 3 0 0,1-2 0 0,-1 2 0 15,1 5 0-15,-1-10 0 0,1 1 0 0,1-1 0 16,-2-2 0-16,1 2 0 0,1 5 0 0,0-9 0 16,-2 2 0-16,2 0 0 0,1 2 0 0,-3-2 0 15,0 9 0-15,0-13 0 0,0 5 0 0,0-3 0 16,0 2 0-16,0 3 0 0,1 6 0 0,-1-7 0 15,2 0 0-15,0 1 0 0,-1 4 0 16,0-4 0-16,0 10 0 0,1-8 0 0,0-1 0 0,-1 3 0 16,1-1 0-16,-1 0 0 15,2 4 0-15,-3-7 0 0,0 1 0 0,0 1 0 0,0 1 0 16,0-2 0-16,0 7 0 0,0-13-16 16,0-3-20-16,0 0-101 62,0-4 48-62,0-2 0 0,0 1 38 0,0-12-228 0,2-2 119 0,-2-4 60 16,1-5-527-16,1-1 295 0,-1 0 136 0,1-3-658 0</inkml:trace>
  <inkml:trace contextRef="#ctx0" brushRef="#br0" timeOffset="366.76">3552 6227 1308 0,'-6'-3'0'0,"0"-1"0"0,0 1 0 0,1 2 0 0,-2 1 0 0,1 0 0 0,-3 0 0 0,0 6 0 0,-2 6 0 0,1 3 0 0,-5 3 204 0,3 2-87 0,-3 2-39 16,-1 3-1-16,-2 3-33 0,-2 2-5 0,-2 6 10 15,2-1-10-15,0-1-28 0,-2 1 28 0,4-4 0 16,3 1 0-16,-4-1 10 15,9-12-10-15,2-2-712 0,4-9 314 0,4-4 180 16</inkml:trace>
  <inkml:trace contextRef="#ctx0" brushRef="#br0" timeOffset="509.27">3454 6254 1561 0,'0'0'0'0,"0"0"0"0,0 2 0 0,1-1 0 0,6 3 0 0,4 5 0 0,3 1 0 0,6 2 586 0,4 3-274 0,3 2-135 16,6 7 1-16,0-2-75 0,-1 5-31 0,3-1-526 0,-3 3 247 0,-3 1 123 16</inkml:trace>
  <inkml:trace contextRef="#ctx0" brushRef="#br0" timeOffset="1939.34">2253 9012 611 0,'-8'-2'0'0,"-3"-1"0"0,3 0 0 0,4 1 0 0,3 1 0 0,-1-2 416 0,2 3-189 0,0 0-94 16,0 0-36-16,6 0 190 0,3 0-123 0,5 0-62 15,-1 0 45-15,4 3-54 0,3-2-16 0,-1 1 122 16,4-1-80-16,-1 1-39 0,1-1-1 0,0 1 91 16,6-2-55-16,-2 2-43 0,2-2 0 0,-1 0 57 15,8 0-45-15,0 0 0 16,6 0-34-16,-3 0 20 0,2 0 1 0,2 0-32 0,0-2 28 0,6-3-18 15,-8 4-21-15,0-2-28 16,1 0 0-16,0 2 0 0,1-1 0 0,6 0 0 16,-7 2 0-16,-2 0 0 0,0 0 0 0,4 0 0 0,-2 0 0 15,8 2 0-15,-8 1 0 0,2 0 0 16,0-3 0-16,3 0 0 0,1 0 0 0,11 0 0 16,-7 0 0-16,0-6 0 0,-1 1 0 0,5-4 0 15,-2 1 0-15,7-1 0 16,-12 2 0-16,-2 1 0 0,1 1 0 0,0 3 0 0,0-2 0 0,8 3 0 15,-12 1 0-15,-1 0 0 0,-3 0 0 0,2 0 0 32,1-3 0-17,6 2 0-15,-10-2 0 0,0 1 0 0,0-1 0 0,4-1 0 0,2 1 0 0,4-2 0 0,-9 2 0 0,1 0 0 16,-1-2 0-16,0 4 0 94,-2-1 0-94,7 2 0 0,-13-3 0 0,0 3 0 0,1 0 0 0,1 0 0 0,-1-3 0 0,10 1 0 0,-11 0 0 0,2-3 0 0,-1 4 0 0,2-4 0 0,-5-1 0 0,6 6 0 0,-8-3 0 0,-3 1 0 0,0 1 0 0,0 1 0 0,1 0 0 0,-7 0 0 0,1 0 0 0,-3 0 0 0,2 0 0 0,-2 0 0 15,3 0 0-15,-1 0 0 0,-5 0 0 0,3 0 0 16,1 0 0-16,0 0 0 0,4-3 0 0,-6 2 0 16,1-1 0-16,-2 2 0 0,2-1 0 0,-4 1 0 15,6 0 0-15,-8 0 0 0,3 0 0 0,-2 0 0 16,-1 0 0-16,2 0 0 0,-1 1 0 0,0 2 0 15,-4 1 0-15,3-2 0 16,-2 1 0-16,2-3 0 0,-1 0 0 0,0 0 0 16,0 0 0-16,-1 0 0 15,2 0 0-15,-1 0 0 0,3 0 0 0,-5 0 0 0,3 0 0 0,-3 0 0 16,2 0 0-16,-3-3 0 0,5 3 0 0,-6-2 0 16,3 2 0-16,-1-1 0 0,-1 1 0 0,2-3 0 15,2 3 0-15,-2-1 0 0,-2-1 0 0,5 1 0 16,-4-3 0-16,3 1 0 0,0-1 0 0,0-1 0 15,-3 3 0-15,4-2 0 16,-5 2 0-16,2-3 0 0,-3 2 0 0,2 2 0 16,-2-1 0-16,-3 2 0 31,2 0 0-31,-2 0 0 0,0 0 0 0,3 0 0 0,-5 0 0 0,0 0 0 0,-1 0 0 0,0 0 0 0,0 0 0 0,0 0 0 16,0 0 0-16,0 0 0 0,0 0 0 0,0 0 0 15,0 2 0-15,0-2 0 16,0 0 0-16,0 1 0 0,0-1 0 0,0 0-89 15,0 0 28-15,0 0-201 0,-1 0 112 0,0 0 57 16,-1 0 26-16,-2 0-511 0,1 0 275 0,2 0 132 0,-2 0 67 16,1 0-627 46</inkml:trace>
  <inkml:trace contextRef="#ctx0" brushRef="#br0" timeOffset="2140.76">6242 8531 1248 0,'0'0'0'0,"0"0"0"0,0 0 0 0,0 2 0 0,0 1 0 0,6 4 0 0,4 1 473 0,4 2-219 0,4 5-99 0,2 3 192 0,3 1-156 16,-1 1-76-16,4 4 8 0,1 2-34 0,-3-4-10 15,-2-1-42-15,-3 2 36 0,-1-4 0 0,-4 1-37 16,-1 3 10-16,-9-5 43 0,-4 0-26 0,0 0-1 15,-12 3-25-15,-7-3-41 16,-4 6 50-16,-6-3-10 0,-3-4 1 0,-6 4-1 16,-1-1 1-16,-5 0-390 0,-5 4 196 0,7-6 52 0</inkml:trace>
  <inkml:trace contextRef="#ctx0" brushRef="#br0" timeOffset="3823.55">3441 7045 948 0,'-4'0'0'0,"-3"-3"0"0,0 0 0 0,3-1 0 0,1 1 0 0,-5 0 0 0,6-1 0 0,1 2 0 0,-1-3 219 0,2 1-90 0,0 1-44 0,0-2 9 0,0 2 56 16,3-3-55-16,5 3-28 0,0 0 75 0,0-2-51 16,1 1-16-16,-2 1-9 0,4 1-26 0,-4-2-1 15,2 1 1-15,-1 3 0 16,2-3 9-16,-3 3-9 0,2 0 0 0,0 0 0 15,-2 0-1-15,2 0 1 0,1 0 10 0,-1 0-10 16,-1 0-1-16,5 0 1 0,-3 0 0 0,1 0-1 16,6 0 11-16,-6 3 4 0,5 0-18 0,-2 1-15 93,2-2 11-93,-1 1-36 0,1 1 36 0,-4-2-24 0,5 1 14 0,-6 0-6 0,3 0 4 0,0 0 1 0,-2 1-1 0,1-2-21 0,-1 1 19 0,-1-1 2 0,2 1-11 0,2-2 15 0,-4 2-4 0,1 0-39 0,2-1 37 0,-2 0-2 0,2 1 1 0,0 0 2 0,1 1-9 0,-2-2 6 0,0 1-9 16,1 2-14-16,-2-2 21 0,5 2-1 16,-4 1-5-16,1-2 35 0,0 4 1 0,-1-5-30 15,2 3 37-15,4 0-31 16,-5 1-1-16,1-2-15 0,-1 1 16 0,3 0-2 0,0-1 4 0,2 2-38 16,-1-1-4-16,-2-2 37 15,0 3-2-15,-1-1-42 0,2 1 38 0,2-2 6 0,-3 1-12 0,-1 1-26 16,0 1-10-16,-1-3 38 15,-1 2 10-15,5 2-11 0,-4-4-7 0,-2 2 49 16,2 2-1-16,0-2-41 47,-3 1 2-47,5 0 32 0,-3 1 1 0,-2-2-30 0,2 2 8 0,0 0-37 0,-3-1 35 0,3 3 1 0,0 0 3 0,-4-2-22 0,1-1 20 0,1 3-3 0,0 1 5 0,2-1-2 31,-4 1-10-31,1 0 1 0,-1-2-10 0,2 1 0 0,0 3 0 0,3 1 0 0,-5-4 0 0,3 3 0 16,-1-3 0-16,0 3 0 0,6-1 0 0,-7-1 0 15,1 2 0-15,4-3 0 16,-5 3 0-16,3-3 0 0,1 4 0 16,-4-4 0-16,3 0 0 0,-3 0 0 0,0-2 0 0,2 2 0 15,-1 0 0-15,1-2 0 0,-5 0 0 0,3-2 0 16,-3 2 0-16,5-2 0 0,-4 4 0 0,1-3 0 31,-1-1 0-31,-1 1 0 0,1 1 0 0,-1 0 0 0,3 2 0 0,-4-2 0 16,0 2 0-16,1 0 0 0,-2 1 0 0,2 0 0 15,0 0 0-15,-2 1 0 0,-2-2 0 0,2 3 0 16,2 0 0-16,-2-1 0 0,0 1 0 0,0-1 0 16,1-2 0-16,-4-1 0 0,4 2 0 0,-2-1 0 15,4 0 0-15,-6 2 0 0,3-5 0 0,-1 2 0 16,1 1 0-16,0-4 0 0,-1 5 0 0,-1-4 0 16,0 1 0-16,2 0 0 15,-2-1 0-15,-1 1 0 0,1 4 0 0,0-3 0 0,1-2 0 0,1 2 0 16,-4-1 0-16,1 2 0 0,2 0 0 0,-1-2 0 31,0 0 0-31,1-1 0 0,-1 1 0 0,2 3 0 0,-2-3 0 0,-1 0 0 16,1 0 0-16,1 1 0 93,-2 2 0-93,0-1 0 0,1 0 0 0,-1 1 0 0,-1-1 0 0,2-1 0 0,-1 2 0 0,3 2 0 0,-3-3 0 0,0 1 0 0,0-4 0 0,1 3 0 0,0 1 0 0,-1 0 0 0,2-1 0 0,-3-2 0 0,2 1 0 0,-2 1 0 0,1-1 0 0,2 2 0 0,-3-3 0 0,1 2 0 0,0 1 0 0,0-1 0 0,0-1 0 0,-1 4 0 32,1-3 0-32,-1 0 0 0,0 0 0 0,1 1 0 0,-1 0 0 0,1 0 0 15,-1 0 0-15,3-2 0 0,-2 2 0 0,2-3 0 63,-2 3 0-63,0 1 0 0,1-3 0 0,-1 1 0 0,1 0 0 0,-1 0 0 0,0 1 0 0,1 0 0 0,-1 1 0 0,-1-4-5 0,0 2-12 0,1 2 39 0,-1-1-27 0,4 2-10 15,-4-3 6-15,2 1 19 0,-2-3-15 0,1 1-4 16,0 0 0-16,-1 2 4 0,0-5 1 0,0 0-2 16,1-3-125-16,-1 0 59 31,-1-1 27-31,0 0-3 0,0 0-281 0,0-3 146 0,0 0 68 0,0 0-311 0,0 0 194 0,0-3 88 31,0-3 58-31,0 3-378 0,0 1 214 0,0-1 106 0,0 3 44 0,0 0-194 0</inkml:trace>
  <inkml:trace contextRef="#ctx0" brushRef="#br0" timeOffset="4411.51">5376 9382 1085 0,'0'-4'0'0,"0"-2"0"0,0 2 0 0,0-3 0 0,0 2 0 0,0-2 0 0,0 3 0 0,0-2 0 16,0-1 75-16,0-3-30 0,0 3 153 0,0-1-60 0,0-1-52 0,0 0-24 0,0-2 25 0,-1-2-10 0,-2 4-40 0,-1-5-1 0,-1 2 69 15,-1-3-35-15,1 0 10 16,-4 1-44-16,2 0 82 0,-4 0-41 0,0 3 0 16,-1 2 62-16,-3-1-42 15,3 5-36-15,-3 3 1 0,-2 2 13 0,2 0-1 0,-1 7-37 0,-2 10 95 16,6 5-53-16,-4 4 1 0,4 2-44 0,4 5 79 16,-4 2-40-16,4 3 10 0,6-4-49 0,-1 4 104 31,3-6-52-31,0 1-57 0,0 1-31 0,3 0 0 0,7-9 0 0,2-4 0 15,2-5-7-15,-1-2-41 16,3-6 43-16,2 0-113 0,-2-8 71 0,2 0 18 0,-2-2 26 0,1-13-283 16,-6-2 139-16,6-4 27 15,-5-1 52-15,-3-3-122 0,3 1 77 0,-7-2 38 0,1 0 77 0,2 2-47 16,-6 1 8-16,2 5 1 16,-2 1 274-16,-1 2-137 0,1 5-69 0,-2-2 192 0,0 7-120 0,0 2-28 31,0 0-44-31,0 3 380 0,0 0-259 0,0 8-153 0,0 7 0 0,0 2 0 15,1 2 0-15,5 5 0 0,1-4 0 0,5 1 0 16,-4 0 0-16,6-1 0 0,-2-2 0 0,3-2 0 31,3-1 0-31,-2-3-127 0,3-4-144 0,1-2 106 0,-1-6 80 0,2 0-409 16,1 0 220-16,-3-6 123 0</inkml:trace>
  <inkml:trace contextRef="#ctx0" brushRef="#br0" timeOffset="5230.66">2921 6984 1034 0,'0'-5'0'0,"0"-4"0"0,-1 1 0 0,-1-1-2 0,0-1 0 0,1 1 1 0,1-3-1 0,0 1 1 0,-3-5 250 0,3 3-111 0,-1-1-49 0,1-1-25 0,-2-1 48 15,-1 1-26 63,0 0-10-78,-2 0 13 0,-1 0-25 0,-2 2 0 0,-1 1 25 0,-2 0-15 0,-1 5-10 0,-4 4-25 0,1 3 145 0,-3 0-73 0,-1 10-35 0,-5 12 9 0,0 4 90 0,4 9-68 0,1 1-34 0,1 2 0 0,6 1 109 0,-1 2-62 0,9-9-46 16,4-2 12-16,0-4-2 0,0-5-47 0,10-3-166 0,6 0 93 0,5-11 32 31,2-5 0-31,5-2-99 0,-2-2 71 0,4-12 35 0,1-4 11 0,-4-5-366 16,-3 1 178-16,-2-2 40 0,-3-1 62 0,-1-1-150 31,1-1 82-31,-9 5 56 0,-1 1 170 0,-3 6-63 0,-1 1-30 0,-3 6 308 0,-1 1-174 0,-1 5-77 16,0 2-42-16,0 4 491 0,0 12-243 0,0 3-87 15,0 5-71-15,0 0-98 0,0 1 0 0,2 1 0 32,8 0 0-32,2-3 0 0,4 3 0 0,3-7 0 0,0-2 0 0,4-5 0 0,2-2 0 0,2-4-48 15,2-2-282-15,0-4 179 31,-2 0 38-31,3-1-1122 0</inkml:trace>
  <inkml:trace contextRef="#ctx0" brushRef="#br0" timeOffset="6566.64">4118 7204 1045 0,'-7'-14'0'0,"3"5"0"0,-2 0 0 0,1 6 0 0,1 2 0 0,-2 1 0 0,-2 0 0 0,-1 4 101 0,-4 7-19 0,-1 8-10 0,-2 7 38 16,-4 5-34-16,-6 12-1 0,-3 7-33 0,-8 9-32 16,1 3-9-16,-4 6 40 0,-5 9 0 0,-2 4-64 15,4 2 31-15,-7 5 12 16,14-20-109-16,1-6 60 0,7-9 33 0,3-9-266 0,6-9 137 0,-1-2 50 16,12-16 15-16,5-7-114 0,3-7 79 0,0-3 11 15</inkml:trace>
  <inkml:trace contextRef="#ctx0" brushRef="#br0" timeOffset="6832.95">4328 7382 1145 0,'-5'1'0'0,"-2"8"0"0,-5 2 0 0,0 10 0 0,-6 8 0 0,-7 13 201 0,-3 9-85 0,-8 14-37 0,-10 6 136 0,0 11-87 0,1 3-43 0,-5 9 10 0,9-12 18 0,1-5-36 0,-1-1 1 0,4-7-37 0,2-6-69 0,0 0 45 0,12-22-10 0,4-7-272 0,5-6 154 0,6-7 75 0,5-10-428 0,3-3 211 0,0-8 126 0,6-2 6 0,13-20-305 31</inkml:trace>
  <inkml:trace contextRef="#ctx0" brushRef="#br0" timeOffset="6985.03">4503 7670 859 0,'-1'1'0'0,"-6"5"0"0,2 3 0 0,-7 11 0 0,-8 9 177 0,-7 19-57 0,-9 12-44 0,-10 17 263 0,-3 9-149 0,-6 3-74 0,0 1 120 0,-3 3-87 0,16-17-59 0,1-5 0 0,5-6-159 0,4-7 55 0,2-3 38 0,7-18-10 0,9-6-355 0,0-7 191 0,8-6 96 0,3-7 47 16,3-4-296-16,0-7 155 0,15-2-19 0</inkml:trace>
  <inkml:trace contextRef="#ctx0" brushRef="#br0" timeOffset="7157.57">4729 7932 922 0,'9'-5'0'16,"-4"3"0"-16,-3 2 0 0,-2 2 0 0,0 20 0 0,-16 7-2 0,-6 11 322 0,-6 6-141 0,-8 14-58 15,-3 1-45-15,-7 8 185 0,1 9-110 0,-7 1-55 16,3 4 69-16,-2 4-52 16,11-21-41-16,6-6 0 0,5-6-280 0,3-10 124 0,10-6 63 0,5-4-170 15,11-18 110-15,0-8 62 0,14-8 30 0,13-3-661 16</inkml:trace>
  <inkml:trace contextRef="#ctx0" brushRef="#br0" timeOffset="7315.15">5121 8124 1548 0,'2'0'-2'0,"-1"0"-3"0,1 0 1 0,-2 2 0 0,0 12 0 16,-8 7 0-16,-9 10 305 0,-9 14-133 0,-10 13-66 0,-6 13 189 0,-7 7-128 0,-5 11-52 0,6-12-323 31,3-4 125-31,4-3 63 0,3-7 32 0,2-2-351 0</inkml:trace>
  <inkml:trace contextRef="#ctx0" brushRef="#br0" timeOffset="7809.36">2967 9411 1214 0,'-13'-7'0'0,"2"2"0"0,3 5 0 0,0 0 0 0,1 0 0 0,-1 17 0 0,0 7 0 0,5 4 0 0,-2 5 106 0,1 5-33 0,4 1 183 0,0 1-109 0,0 5-44 31,4-11-36-31,9-5 108 0,1-6-67 0,6-5-35 0,2-9 1 0,6 1 3 0,-3-10-38 0,2-4 1 0,2-15 0 0,0-5-41 94,-2-7-1-94,0-3 52 0,-5-1-90 0,-8-4 40 0,-1 0 0 0,-6-3 40 0,-5 2 0 0,-1-4 1 16,-1 8-3-16,-7 5-156 0,-13-1 68 0,-5 6 19 0,-5 2-1 0,-5 1 7 0,3 11-1 0,-3 8 19 0,-1 4 10 0,1 0-76 0,1 14 36 0,1 6-8 0,11 9-249 0,5 1 131 0,9 5 71 0,8 4-273 0,0-1 163 0</inkml:trace>
  <inkml:trace contextRef="#ctx0" brushRef="#br0" timeOffset="8637.2">6875 9061 1436 0,'-10'0'0'0,"-2"-1"0"0,1-3 0 0,3-1 0 0,5 0 0 0,3 1 0 0,0-3 0 0,0-1 0 0,6 0 134 15,11-3-39-15,1 5-10 32,3 1-46-32,4 1-1 0,0 4 0 0,-3 0 180 0,0 0-80 0,-2 2-54 0,-2 8 0 0,-2 4 1 0,-4 2 0 0,-2 2-45 15,0 4 9-15,-9 2 18 47,-1 0 0-47,0 0-28 0,-3 1 99 0,-7 0-49 0,-6 3-16 0,-4-6 25 0,0-1-29 0,-8-3-1 0,2-4-28 0,1-2-15 0,-4 0 24 0,4-7-10 16,4-2 0-16,-1-3-185 0,3 0 92 0,4 0 47 15,0-5 10-15,10-3-424 0,4-1 215 0,1-4 75 16,1-3-525-16,15 3 309 0,3-4 143 0,4 1-377 16,2 1 270-16</inkml:trace>
  <inkml:trace contextRef="#ctx0" brushRef="#br0" timeOffset="8874.98">7183 8961 1371 0,'0'-10'0'0,"0"3"0"0,0 2 0 0,-2-2 0 0,-2 5 0 0,2 2 0 0,-5 0 0 0,2 6 590 0,-2 10-275 0,-3 5-128 0,2 4-79 0,-1 4 336 94,1 2-202-94,1 4-102 15,2-2 199-15,1 3-144 0,4-7-195 0,0 0 0 0,5-5 0 0,10 0 0 0,5-6 0 0,4 3-41 0,4-12-140 0,6-3 110 16,-1-4 55-16,3-2-314 0,5 0 184 16,3 0 85-16</inkml:trace>
  <inkml:trace contextRef="#ctx0" brushRef="#br0" timeOffset="9428.42">2673 5847 1495 0,'-10'3'0'0,"0"3"0"0,6 0 0 0,-1 3 0 0,5-1 0 0,0-1 0 0,3-2 0 0,8 2 275 16,4 0-118-16,2 0-49 0,2-2-27 0,1 0-42 16,1 2 0-16,-2 0-259 0,3-1 130 0,1 3 74 0,-4-1 23 0,-2 1-224 15,-1-2 119-15,0 4 61 16,-6-5 30-16,2 6-530 0,-5-4 260 0</inkml:trace>
  <inkml:trace contextRef="#ctx0" brushRef="#br0" timeOffset="9687.87">3063 5701 1756 0,'-6'-6'0'0,"1"3"0"16,-2-1 0-16,4 2 0 0,-2 2 0 0,1 0 0 0,-3 2 382 0,2 11-177 16,-3 7-83-16,-1 8 475 0,-2 7-279 0,-5 9-139 0,-2 7-61 0,-1 4 136 0,-5 11-254 0,0 5 0 15,-1 4 0-15,4 1 0 16,-5 6 0-16,6-24 0 0,2-9 0 0,3-8 0 31,3-9 0-31,6-11 0 0,-1-1 0 0,7-13 0 0,0-5 0 0,0-2 0 0,0 0 0 0,0 0 0 16,2 0 0-16,-1-2 0 0,-1-1 0 0,3 2 0 15,-3-4 0-15,0 4 0 0,1-1 0 0,-1-1 0 16,0 3 0-16,1 0 0 0,1 0 0 16,1 0-733-16,2 0 225 0,2 0 240 0</inkml:trace>
  <inkml:trace contextRef="#ctx0" brushRef="#br0" timeOffset="20166.86">11021 6778 1326 0,'-16'-9'0'0,"4"4"0"0,4 3 0 0,2 1 0 0,3-1 0 0,0 2 592 0,3 0-268 0,0 0-148 15,3 0-70-15,9 0 221 0,5 0-145 0,2 0-73 16,5 0-26-16,2 0 4 0,0 0-25 0,4-2 0 15,2 2-90-15,-2-6 33 0,6 0 8 0,-5-1-236 16,-1-1 129-16,1 1 66 16,-1-1 33-16,-2-1-428 0,1 2 223 0,-11 2 23 15,-3-1 82-15,-4 3-458 16,-6 0 258-16,1 3 120 0,-6 0 73 0</inkml:trace>
  <inkml:trace contextRef="#ctx0" brushRef="#br0" timeOffset="20388.54">11233 6397 1403 0,'-3'2'0'0,"-4"-1"0"0,1 3 0 0,0 3 0 0,6-1 0 0,0 10 173 0,0 3-68 0,0 4-34 0,6 10 533 110,4 5-288-110,0 6-139 0,1 10-70 0,-2 6 289 0,-2 7-179 0,1 8-80 0,-4-10-55 0,1-1 0 0,-2-4-45 0,-1-6-60 0,1-2-407 0,0 2 243 0,0-15 108 0,-2-8-543 0,0-3 330 0,-1-8 112 0,0-2 95 0,0-4-365 0,0-12 211 0,0-2 101 0,0 0 50 0</inkml:trace>
  <inkml:trace contextRef="#ctx0" brushRef="#br0" timeOffset="20532.55">11264 6864 2159 0,'0'-3'0'0,"0"1"0"0,-3 1 0 0,1 1 0 0,-4 0 0 0,-1 3 0 0,1 11 0 0,-4 3 0 0,0 7 0 0,-3 0 267 16,0 3-115-16,0 3-77 0,-1 2 1 0,-1-2-39 16,1 4 9-16,0-6-402 0,3-3 197 0,1-3 98 15,-2-4 49-15,5-5-264 0,-2-2 165 0,6-10 70 16</inkml:trace>
  <inkml:trace contextRef="#ctx0" brushRef="#br0" timeOffset="20690.74">11345 6900 2333 0,'3'6'0'0,"3"-1"0"0,-4 4 0 0,4 0 0 0,-1 2 0 0,2 2 0 0,-5-2 0 0,3 2 377 0,0-1-170 0,0 2-76 0,-1-3-235 16,2 0 70-16,0-1 36 0,1 0 0 0,-1-2-654 16,4 1 353-16,-5-6 164 0,3-2 86 0</inkml:trace>
  <inkml:trace contextRef="#ctx0" brushRef="#br0" timeOffset="20997.01">11557 6675 1271 0,'3'-7'0'0,"3"1"0"16,-1-1 0-16,2 4 0 0,0-2 0 0,2 3 0 0,0 1 276 0,2-2-111 0,-1 3-68 0,0 0 147 0,-1 6-103 0,-3 8-52 15,0-1-26-15,0 5 53 16,-4 3-44-16,0 0 0 0,-1 2-35 0,-1 1-39 15,0-3 39-15,2 2 9 0,-1-5-62 0,1-2 26 16,2 0 0-16,3-3-209 16,-1-1 118-16,3 2 47 0,0-4 28 0,2-2-150 0,-3 0 77 0,4 2 8 15,-3-1 30-15,1 7 88 0,-2-2-31 0,-3 1-25 16,1 4-15-16,-5-2 133 0,0 5-62 0,0 2-28 78,-1-3 20-78,0 1-30 0,-2 1-9 0,-5-1-73 0,-2-1 39 0,-1 1 28 0,2-8 15 0,-2-2-438 0,0-3 205 0,-1-4 84 0,-1-5 57 0</inkml:trace>
  <inkml:trace contextRef="#ctx0" brushRef="#br0" timeOffset="21133.83">11566 6888 1043 0,'-8'2'0'0,"5"3"0"0,0 2 0 0,-1 2 0 0,2 4 0 0,0 4 662 0,-2 6-303 0,2 1-165 0,-1 5 183 0,0 6-170 0,-2 2-84 0,-5 5-201 0,0 5 67 15,-1-5 19-15,-3-3 0 0,3-4-215 16,-2-5 122-16,0-7 62 0,0 1 38 0,3-16-723 16,2-5 358-16</inkml:trace>
  <inkml:trace contextRef="#ctx0" brushRef="#br0" timeOffset="21282.37">11546 7104 2724 0,'8'0'0'0,"1"2"0"0,-2-1 0 0,6 5 0 0,-2-2 0 0,8 3 0 0,-2 1 0 0,5 1 0 0,1 2 400 16,3 0-181-16,0 1-141 0,4 2-31 0,-4-3-10 16,0 0 0-16,1-1-651 0,-2 0 326 0,0-1 162 15,2-3 91-15,-7-4-455 16,-2-2 253-16</inkml:trace>
  <inkml:trace contextRef="#ctx0" brushRef="#br0" timeOffset="21464.86">12157 6534 1782 0,'0'7'0'0,"-8"1"0"0,2 4 0 0,2 2 0 0,-3 7 0 0,-2 4 0 0,-1 3 763 0,0 5-363 0,-4 9-172 0,1-2-101 0,0 3-21 0,-2-1-34 0,1-3-1 0,1-3-33 0,1 4-204 0,1-15 97 0,6-3 53 0,2-8-770 0,3-4 411 16,0-10 206-16</inkml:trace>
  <inkml:trace contextRef="#ctx0" brushRef="#br0" timeOffset="21591.05">12109 6846 2279 0,'1'0'0'0,"1"0"0"0,-1 0 0 0,1 0 0 0,4 3 0 0,-4-3 0 0,1 0 0 0,3 4 0 0,1 0 243 0,-1-2-102 0,1 2-43 15,2-2-35-15,-1 3-578 0,2-5 277 0,0 3 137 16,3-3-792-16</inkml:trace>
  <inkml:trace contextRef="#ctx0" brushRef="#br0" timeOffset="21857.87">12394 6603 1183 0,'0'-6'0'0,"0"2"0"0,0 1 0 0,0 1 0 0,2 1 0 0,-2 1 360 0,0 0-161 0,0 3-72 0,0 7 373 15,0 6-231-15,0 1-116 16,-4 2-58-16,-4 3 30 0,0-1-35 0,-2 0-9 0,0 1-43 0,1-3-343 15,-2 1 171-15,0-4 85 16,0 1-457-16,2-5 267 0,1-5 138 0,4 0 32 16,-1-6-412-16,3-1 206 0,1 0 110 0,1 0 42 15,0-3 43-15,0-8-1 0,7 3 44 0,0-2 169 16,2 4-94-16,2-1-33 0,-2 1 0 0,4 4 364 16,-2-1-203-16,1 0-101 0,4 2 386 0,-4 1-174 15,3 0-129-15,-3 0-14 0,1 0-37 0,1 0-30 16,-1 4 10-16,0 1-576 15,-1-1 268-15,-4 4 134 0,-2-3 67 0,0 4-354 16</inkml:trace>
  <inkml:trace contextRef="#ctx0" brushRef="#br0" timeOffset="22042.19">12159 6988 2578 0,'-13'0'0'0,"2"1"0"0,2-1 0 0,2 2 0 0,3-2 0 0,4 0 0 0,0 0 0 0,4 0 0 0,10 0 346 0,5 0-145 0,6 0-87 0,-1-3 46 0,2-3-61 0,1 1-31 0,-1 1 0 15,-1-2-531-15,-3 4 246 0,-4-1 127 0,0 0 63 0,-3 2-311 0,-3 1 187 0,1 0 104 16,-7 0-814-16,-4 0 412 0</inkml:trace>
  <inkml:trace contextRef="#ctx0" brushRef="#br0" timeOffset="22326.78">12240 6778 1450 0,'-4'3'0'0,"0"0"0"0,-1 1 0 0,0 3 0 0,4 1 0 0,1 4 0 0,0 1 256 0,0 5-109 16,0 4-46-16,0 0 109 0,1 4-87 0,2 1-42 0,1 5-1 0,-3-3-136 16,-1 6 56-16,0-5 14 0,0-2-267 0,-1-3 146 15,-9 0 72-15,-2-2-50 16,-2 0 71-16,-1-9 21 0,-2-4-13 0,2-3 185 15,-1-4-113-15,1-3-28 0,2 0-89 0,3 0 492 16,3 0-210-16,5 0-103 0,2-3-24 0,0-1 219 16,1 0-134-16,11-1-81 0,9 4 63 0,1-5-80 15,4 6-91-15,2-2 0 0,3 2 0 0,-1 0 0 16,-1 0 0-16,2 0 0 0,0 0 0 0,0 0 0 16,5 0 0-16,-6 2-488 15,0-2 204-15,-1 0 92 0,-1 0 97 0,0 0-883 0</inkml:trace>
  <inkml:trace contextRef="#ctx0" brushRef="#br0" timeOffset="22531.33">12627 6774 3256 0,'-3'-8'0'0,"3"-1"0"0,0 4 0 0,0 0 0 0,5 0 0 0,10 1 0 0,6-4 0 0,5 6 0 0,4-3 0 0,4 0 0 0,3 0 0 0,2 2 0 0,2-1-130 0,-3 1 78 0,-3 2 44 0,-5-2-687 0,-2 3 365 0,-6-3 183 0,-2 2-707 31,-12-2 414-31</inkml:trace>
  <inkml:trace contextRef="#ctx0" brushRef="#br0" timeOffset="22709.14">12841 6503 1907 0,'0'9'0'0,"0"4"0"0,-2 6 0 0,2 0 0 0,0 6 0 0,0 4 0 0,2 7 0 0,7 5 0 0,-1 7 759 16,1-2-367-16,-2 2-178 0,-1 0 240 0,1 2-249 15,-3-2-205-15,-3 2-2 0,1-11-76 0,-2 0 57 16,0-4 28-16,0-2-661 16,-2-1 344-16,-3-1 182 0,-3-7 77 0,1-7-346 15,2-8 95-15,-4-7 146 0,2-2-26 0,-1-6-463 0,0-16 309 0</inkml:trace>
  <inkml:trace contextRef="#ctx0" brushRef="#br0" timeOffset="22848.83">12833 6859 1959 0,'0'-5'0'0,"0"3"0"0,0-1 0 0,0 3 0 0,-2 0 0 0,-2 0 0 0,-2 14 0 0,-2 4 0 0,-2 3 380 0,-2 5-164 0,-2 2 153 16,-1 0-167-16,-1 2-83 0,-3 1-42 0,2-2-305 15,-5 4 140-15,5-8 58 16,4-5 32-16,-1-3-716 0,5-5 374 0,5-7 188 15,-1-2 103-15</inkml:trace>
  <inkml:trace contextRef="#ctx0" brushRef="#br0" timeOffset="23007.11">12869 6928 2450 0,'6'0'0'0,"-1"1"0"0,4-1 0 16,1 3 0-16,-1 3 0 0,5 1 0 0,2 1 0 0,1 1 0 0,0-1 263 0,2 4-114 0,1-5-56 0,-1 3-392 47,2-2 177-47,-2-1 74 0,-3-4 41 0,1-3-779 0</inkml:trace>
  <inkml:trace contextRef="#ctx0" brushRef="#br0" timeOffset="23137.13">13114 6635 1471 0,'4'0'0'0,"0"0"0"0,0 0 0 0,4 0 0 0,1 0 0 0,4 0 327 15,5 0-151-15,2 0 24 0,0 0-82 0,4 0-42 16,3 0 1-16,2-2-327 0,-2-4 138 0,-4 3 74 16,0-1 37-16,-4 1-758 0</inkml:trace>
  <inkml:trace contextRef="#ctx0" brushRef="#br0" timeOffset="23290.68">13145 6809 1540 0,'-7'4'0'0,"1"3"0"0,-1 1 0 0,7-2 0 0,0-4 0 0,0 2 0 0,7-1 0 0,7-3 0 0,5 0 220 0,2 0-97 0,0 0-188 16,2 0 51-16,0-3 25 0,-3-3-1 0,1 1-195 15,-5 3 106-15,1-2 57 16,-6 1 29-16,-1 0-596 0,-4-1 299 0</inkml:trace>
  <inkml:trace contextRef="#ctx0" brushRef="#br0" timeOffset="23554.69">13279 6825 862 0,'-6'3'0'0,"-2"3"0"0,1-3 0 0,3 5 0 0,-2 0 0 0,4 2 0 0,1 2 0 0,1 5 433 16,0 5-190-16,0 0-108 0,8 6-50 0,1 2 328 16,0 4-189-16,3 0-94 0,-2 3 163 0,-1-4-133 47,-2 0-62-47,-2-3-14 0,-1-1-25 0,-3-7 1 0,1 2-16 0,-2-9-8 0,0-4-1 0,0-5 1 0,-8-4-1 0,-3-2-256 93,0 0 137-93,-3-4 55 0,0-9 33 0,-1-4-495 0,2 1 189 0,-1-2 144 0,-3 0-15 0,4 0 73 0,0 1 32 0,0 2-194 0,1-1 114 0,1 3 56 0,-3 2 19 0,4 4 196 0,1 6-79 0,-2 1-39 0,0 0-1 0,0 4 90 0,-3 10-74 0,2 4-23 0,3 4 0 0,-4-1-33 0,6 4 68 0,0-3 170 32,-1 4-270-32,5-5 38 0,3-6 41 0</inkml:trace>
  <inkml:trace contextRef="#ctx0" brushRef="#br0" timeOffset="23706.3">13547 7142 2147 0,'2'7'0'0,"-1"-2"0"0,2 4 0 0,3 0 0 0,-3 5 0 0,0-1 0 0,2 5 612 0,0 1-288 0,1 3-136 15,2-1-173-15,-1 0 21 0,2 2-1 0,-1-3-964 0,4-2 470 0</inkml:trace>
  <inkml:trace contextRef="#ctx0" brushRef="#br0" timeOffset="23859.32">13877 7336 1939 0,'2'4'0'0,"-1"1"0"0,2 0 0 0,-2 2 0 0,2 0 0 0,1-1 1208 16,1 1-604-16,-2 2-424 0,-2-3-180 0,3 2 0 15,-3-2 0-15,2-3-298 0,-1 1-11 0</inkml:trace>
  <inkml:trace contextRef="#ctx0" brushRef="#br0" timeOffset="37856.91">10159 7975 3019 0,'-3'-8'0'0,"-4"1"0"0,0 1 0 16,6 4 0-16,-2-1 0 0,3 3 0 0,0 0 0 0,0 0 0 0,0 5 0 0,4 10 0 0,6-1 0 0,-1 5 0 0,0 2 0 0,1 3 0 0,-1 2 0 0,-1 3 0 0,0 2 0 0,-2 0 0 0,0 0 115 0,-2 2-243 0,-2 0 82 0,-1 1 42 0,-1 6 10 0,0-9-165 46,0-4 98-46,0 1 49 0,-3-5 25 0,-5-5-628 0,3 0 258 0,1-12 165 0,-2-6 77 0,2 0-338 0,-1-10 207 0</inkml:trace>
  <inkml:trace contextRef="#ctx0" brushRef="#br0" timeOffset="38091.56">10139 8003 1831 0,'0'-20'0'0,"0"1"0"0,0 5 0 0,0 4 0 0,0 2 0 0,2 1 0 0,9-2 0 0,6 7 0 0,4-1 315 0,6 2-139 0,4 1 279 0,5 0-208 0,5 4-96 0,-2 5-61 16,1 6 103-16,-3 4-77 0,1 3-40 0,-5 7 0 0,-2 2-48 0,-11 3 9 0,-7 1 1 0,-6 1-1 0,-4 5-107 0,-3 0 54 0,-9 5 36 0,-10-7-24 0,-7-3 0 15,-5 1 41-15,-4-4 57 32,2-6-86-32,-6 2-8 0,7-13 0 0,1-5 0 0,1-7 0 0,5-1 0 0,2-3 0 0,-4 0-230 0,12-4 33 0,6-10 102 15,2-7 48-15,6 1-369 0,1-7 178 0,0-1 99 16,10-1-718-16</inkml:trace>
  <inkml:trace contextRef="#ctx0" brushRef="#br0" timeOffset="38275.93">10792 7989 1867 0,'1'0'0'0,"1"0"0"0,0 0 0 0,0 0 0 0,-1 0 0 0,0 0 0 0,1 0 0 0,-1 0 92 0,1 0-9 0,1 0-45 0,-1 0 280 0,2 1-837 0,-1 0 265 0</inkml:trace>
  <inkml:trace contextRef="#ctx0" brushRef="#br0" timeOffset="38385.04">10820 8272 2485 0,'-12'2'0'0,"3"5"0"0,-2 0 0 0,4 0 0 0,1-1 0 0,1 3 374 0,5-4-173 0,0 2-82 0,0 1 633 0,5-3-752 0,6-2 0 15,2 5 0-15,-1-5 0 16,3 3 0-16,-2 0 0 0,3-1 0 0,-3-2-676 16</inkml:trace>
  <inkml:trace contextRef="#ctx0" brushRef="#br0" timeOffset="40251.32">11734 7536 1167 0,'-9'-14'0'0,"1"3"0"0,-3-2 0 0,3 5 0 0,0 2 0 0,1 3 0 0,-1 0 0 0,1 0 197 0,0 1-69 0,0 2-53 0,-1 0 1 0,-1 5-19 0,-1 6-20 0,1 2 1 0,-3 6 10 0,0-1-18 0,3 3 9 0,-2 0-1 0,3 0 54 0,2-1-26 0,1 1 9 0,2-4-36 16,3-3 49-16,0 1-1 16,0 0-48-16,0-4 26 0,0 3 10 0,6-3-36 0,2-2 0 0,-1 0 77 15,3 1-38-15,-3 0-1 16,-1 2-28-16,1-1 140 31,-3 1-74-31,-1 4-39 0,1 0 142 0,-2 1-89 0,1 4-36 0,0-5 42 0,-2 4-113 0,2-2-22 16,1-1 0-16,0 3 0 0,4 2 0 0,-3-3 0 15,2-2 0-15,0 4 0 0,0 0 0 0,0 0 0 0,0 4 0 0,-3-4 0 16,0 2 0-16,-1 1 0 0,-2 1 0 16,-1 1 0-16,0 6 0 0,0-7 0 15,0-1 0-15,-3 2 0 0,0-2 0 0,0-1 0 16,0 4 0-16,3-8 0 0,0-1 0 0,0-2-251 15,0-3-78-15,0 4 157 16,0-6 63-16,1-4-366 0,1 3 217 0,3-5 110 0,-4 1-685 0</inkml:trace>
  <inkml:trace contextRef="#ctx0" brushRef="#br0" timeOffset="40536.25">12199 7793 1057 0,'-14'0'0'0,"2"0"0"0,-2 0 0 0,-2 0 0 0,-3 7 0 0,-1 5 668 15,1 7-320-15,-1 3-155 0,3 4-78 0,0 5 415 0,4 2-246 0,2 2-114 16,5 0-71-16,6-1 84 0,0-6-73 0,6 3-36 15,7-5-221-15,5 2 102 16,3-10 37-16,3-1-210 0,2-5 127 0,0 0 65 16,2-3 31-16,2 0-646 0,-6-6 327 0,-1 0 50 0,-2-3 122 0,-1 0-523 15,3 0 305-15</inkml:trace>
  <inkml:trace contextRef="#ctx0" brushRef="#br0" timeOffset="40807.49">12369 7893 2264 0,'-8'-10'0'0,"3"4"0"0,2 1 0 0,1 1 0 0,2 1 0 0,0 3 0 0,0 0 0 0,1 0 0 0,8 10 223 0,3 4-93 15,1 4-37-15,-2 0-6 0,3 6-25 0,-3 1-1 16,1 3-23-16,-1-2-127 16,-3 4 72-16,1-3 22 0,-4 0 1 0,0 0-112 15,-4-1 72-15,1-2 35 0,-1 1 2 0,-1-8 35 16,0-5-1-16,0-3 114 0,-4-7-63 0,-2-2-31 15,-1 0-59-15,4-17 59 0,3-7 0 0,0-7-26 16,0-3-10-16,2-3 53 0,7-7-21 0,0 5-15 16,2 1-1-16,3 0-86 0,0 4 43 0,2 1 0 15,0-2-201-15,-1 14 112 0,-1 3 40 0,2 7-530 16,-4 6 261-16,3 5 145 16,0 0 52-16,-3 12-531 0,0 12 310 0</inkml:trace>
  <inkml:trace contextRef="#ctx0" brushRef="#br0" timeOffset="40985.51">12733 8161 1827 0,'0'4'0'0,"0"-1"0"0,-2 0 0 0,-2 3 0 0,3-2 0 0,-1 3 0 0,1-3 0 0,1 5 404 0,0-3-184 0,0 5-82 0,0-1 256 0,0-1-179 0,0 2-89 0,0 2-121 15,0-2 0-15,-2 5 41 0,0-3-8 0,-1 0-490 16,-1 0 244-16,0-2 123 0,-1 0 61 0,0 1-656 15,3-7 286-15,-3-1 198 0,4-4-21 0</inkml:trace>
  <inkml:trace contextRef="#ctx0" brushRef="#br0" timeOffset="41418.67">12891 7969 2495 0,'0'0'0'0,"0"0"0"0,0 0 0 0,0 0 0 0,-3 0 0 0,-2 3 0 0,4 8 0 0,-2 6 476 0,1 3-225 15,0 7-106-15,2 0 276 0,0 5-278 0,0 1-143 16,4 2 0-16,8-1 0 0,3-3 0 0,2-3 0 16,2-5 0-16,5-3 0 0,2-3 0 0,-1-9 0 15,1-8-22-15,1 0-28 0,-2-3 44 0,-2-14-283 16,4-3 154-16,-10-3-20 16,-3-4 68-16,-3 0-112 0,-2-3 80 0,-6 0 41 15,0-4-9-15,-3 2-8 0,0-2 29 0,-3 1-1 16,-10-6 30-16,-3 3-93 0,-4-4 36 0,-2 8 10 15,0 7 181-15,-3 5-68 0,0 7-33 0,0 6 135 16,-1 4-93-16,5 3-33 16,3 1-1-16,2 12 330 0,2 6-170 0,5 1-54 0,2 3-50 0,7-2 128 15,0-1-75-15,0 2-38 0,8-4 0 0,5 0-180 16,1-1 80-16,1-4 27 0,1-3-449 0,1-3 228 31,1 0 123-31,1-2-347 94,0 1 211-94,1-6 52 0,-1 0 73 0,1 0-552 0</inkml:trace>
  <inkml:trace contextRef="#ctx0" brushRef="#br0" timeOffset="41518.97">13380 7860 1896 0,'6'0'0'0,"1"0"0"0,-1-1 0 0,3-1 0 0,-1 2 0 0,1 0 0 0,0 0 0 0,1 8 0 0,1 4 0 0,3 0 734 0,-5 6-353 0,1 2-172 0,-1 5 190 0,-5 2-181 15,-3 7-124-15,-1 3-94 0,0 1 0 0,-5-2 0 0,-9 1 0 0,-2-2 0 0,-2-2 0 0,-2 1 0 16,2-9 0-16,0-5-319 0,3-3 86 0,3-6 135 31,1-3 67-31,3-3-928 0,1-5 470 0</inkml:trace>
  <inkml:trace contextRef="#ctx0" brushRef="#br0" timeOffset="41877.99">13704 7907 3300 0,'-6'-8'0'0,"1"-2"0"0,5 4 0 0,-4-2 0 0,2 1 0 0,2 4 0 0,0-2 0 0,0 2 589 0,0-1-547 0,0 3-42 15,2-1 0-15,2 1 0 0,1 0 0 0,0 1 0 16,1-3 0-16,-2 3 0 0,1 0 0 0,0 0 0 15,0 0 0-15,-2 0 0 0,0 0 0 0,1 0 0 16,-2 0 0-16,-1 0 0 0,1 0 0 0,0 0 0 16,-1 0 0-16,2 0 0 0,-2 3 0 0,-1-3 0 15,0 1 0-15,1-1-283 0,-1 1 60 0,2 1 99 16,-2-2 43-16,1 1-171 16,-1 0 107-16,2 2 55 0,-2-1-65 0,1-2 64 15,-1 1 27-15,0-1 1 0,0 2 57 0,2-2 0 16,-2 1-38-16,0-1 166 0,0 0-78 0,0 0-40 15,0 0 0-15,0 0-4 0,0 0-8 0,0 0-8 16,0 0-16-16,0 0-521 0,0 0 259 0,0 0 129 16</inkml:trace>
  <inkml:trace contextRef="#ctx0" brushRef="#br0" timeOffset="42650.34">13726 8213 3148 0,'-11'0'0'0,"3"0"0"0,2 0 0 0,3 0 0 0,0 0 0 0,1 0 0 0,2 0 0 0,0 0 0 0,0 0 679 0,0 0-575 0,0 0-104 16,4 1 0-16,2 0 0 0,0-1 0 0,0 3 0 16,0-2-2-16,1-1-233 15,-3 0 135-15,4 0 77 0</inkml:trace>
  <inkml:trace contextRef="#ctx0" brushRef="#br0" timeOffset="46191.04">15302 7795 961 0,'-9'-13'0'0,"5"2"0"0,-2 4 0 0,1 1 0 0,2 1 0 0,0 1 382 0,-2 0-164 0,3 3-95 16,-4 1-43-16,3 0 137 0,-3 8-91 0,1 8-44 109,1 6 9-109,-3 7 104 0,2 4-80 0,2 4-38 0,-2 5 113 0,3-3-77 16,0 6-29-16,2-7-9 0,0-2 98 0,10-1-68 0,4-5-34 0,4-3 3 0,4 0-29 0,3-9-8 0,2-7-1 0,1-5-44 0,0-4 45 0,4 0 9 0,-5-2-10 0,0-7-38 0,-1-9 0 0,-6-5 38 0,2-3-135 0,-2-2 77 0,-6-3 2 0,-2 0-164 47,-2-5 81-47,-4 1 54 0,-1 1 0 0,1-10-83 0,-3 8 48 0,-3 0 31 0,0-3-1 0,-10-2-27 0,-5-3 16 0,-3-2-10 0,-4 6 38 0,1 4-17 15,-7 2 17-15,0 7 1 0,0 7 45 0,-3-1-32 0,2 17 9 0,1 2 189 16,-2 0-96-16,4 16-52 15,-1 6-13-15,2 2 332 0,11 3-156 0,3-1-89 0,5-1-19 0,6-3 242 16,0 0-282-16,7-1-42 16,11-4 0-16,5-5 0 0,5 1 0 0,2-5 0 15,4-1 0-15,3-1 0 0,-5-6 0 0,1 3 0 16,-1-3 0-16,1 0 0 0,-4 0 0 0,2 0-938 16,-8 0 448-16,-5 0 218 15,-4 0 118-15</inkml:trace>
  <inkml:trace contextRef="#ctx0" brushRef="#br0" timeOffset="46706.72">14943 7720 1820 0,'0'-9'0'0,"0"-2"0"0,-3 4 0 0,1 0 0 0,-2 2 0 0,0 3 0 0,3 0 0 0,-4 2 0 0,2 0 189 0,-4 0-76 0,-1 9-28 0,0 2-71 16,-4 3 24-16,-3 2-1 0,-2 2 1 0,-2 1-35 15,-1-1 35-15,-3-3 0 94,1 1 0-94,-3 2 54 0,2-6-26 0,-4 2 8 0,6-6 143 0,3-1-89 0,3 0-46 0,2-3 1 0,5-1-45 0,0 0 9 0,8-3-9 0,0 0 253 0,2 0-126 0,15 0-64 0,3 0-43 0,1 0-58 0,5 0 0 0,3 0 0 0,0 0 0 0,2 0 0 0,-1 0 0 0,4 0 0 0,-7 0 0 0,-1 0 0 16,-3 0 0-16,-2 0-447 0,-1 4 92 0,0 2 168 15,-7-1 35-15,-5 2-695 0,-4 1 404 0,-2 4 203 16</inkml:trace>
  <inkml:trace contextRef="#ctx0" brushRef="#br0" timeOffset="46888.05">14679 8092 1196 0,'-15'0'0'0,"6"0"0"0,5 0 0 0,-1 0 0 0,5 0 316 0,0 0-139 0,2 0-60 0,12 0 670 0,7 0-375 0,1-3-187 0,3 2 185 16,3-2-176-16,-1 2-177 31,-2-1-57-31,0 1-195 0,-2-2 37 0,-2 3 98 0,4 0 58 0,-8 0-746 0,-3 0 393 0,-3 0 196 16,-3 0 98-16,-4 6-815 0,-2-2 405 0</inkml:trace>
  <inkml:trace contextRef="#ctx0" brushRef="#br0" timeOffset="47182.42">14181 7920 1276 0,'-26'16'0'0,"4"2"0"0,1 6 0 0,8 6 0 0,5 3 0 0,0 4 0 0,8-8 649 0,0 0-305 0,8-4-153 0,10-1-77 0,3-6 284 16,7-2-171-16,1-9-99 0,4-4-63 0,4-3-1 16,1 0-26-16,-1-1-124 0,5-9 71 0,-8-5 22 15,-4-3-1-15,-2-2-243 0,-6-4 137 0,-3 2 69 31,-4-2 44-31,-10 2-232 0,-5-1 118 0,0 5-31 0,-9-5 60 0,-9 5 23 0,-3-1 1 0,-6 4 11 32,-2 1 143-32,-4 2-73 0,-3-1-35 0,-6-1 48 0,5 6-33 0,1 1 7 15,0 4-1-15,1 2-9 0,3 1-14 16,-1 0 38-16,11 4-31 0,7 9-332 0,9 3 158 0,6 2 75 16,1 0 41-16,21 3-617 0</inkml:trace>
  <inkml:trace contextRef="#ctx0" brushRef="#br0" timeOffset="47491.76">16143 7633 2378 0,'0'0'0'0,"0"0"0"0,0 0 0 0,-2 0 0 0,-1 0 0 0,-3 0 0 0,1 3 0 0,-3 4 344 0,-1-1-153 0,-3 5-67 0,-1 1-49 0,-3 2-1 0,-1 0-38 0,-1 4 0 0,-1-4 0 0,-3 7 9 0,3-4-8 0,2-1-34 0,0-1 34 0,5-1-1 0,1-2 1 0,1 3 57 0,7-5-33 0,3 0 0 31,0-2 102-31,0 1-100 0,8 2-63 0,8-2 0 0,-1-1 0 0,5-1 0 0,2 2 0 0,0-1 0 0,2-2 0 0,-1 0 0 16,-3 3 0-16,-1-3-777 15,-2 3 354-15,0-1 205 0,-1 2 46 0,-5 1-340 16,-3-4 237-16</inkml:trace>
  <inkml:trace contextRef="#ctx0" brushRef="#br0" timeOffset="47709.73">15856 8136 2171 0,'-19'0'0'0,"2"0"0"0,3 0 0 0,5 0 0 0,4 0 0 0,5 3-1 0,0-1-2 0,2 4 711 0,13 0-328 0,6-3-179 16,2 2-83-16,5 2 175 0,0-1-229 0,2 2-64 94,2 1 0-94,-4-3-121 0,-1 3-58 0,-1-2 107 0,-1-1 53 0,-3 3 28 0,6-1 9 0,-11-4-1368 0,1 3 664 0</inkml:trace>
  <inkml:trace contextRef="#ctx0" brushRef="#br0" timeOffset="47886.46">16283 7886 2715 0,'-5'-3'0'0,"4"-2"0"0,1 2 0 0,0 0 0 0,1 1 0 0,15 0 0 0,4-1 424 16,10 3-199-16,5-2 80 0,4-1-134 0,5 2-80 15,6-4-91-15,6 3 0 0,-6-1 0 0,1-1 0 16,-2 2 0-16,-7 1-278 15,-3-1 16-15,-1 2 158 0,-14 0-868 0,-8 0 503 32,-8 2 253-32</inkml:trace>
  <inkml:trace contextRef="#ctx0" brushRef="#br0" timeOffset="48203.54">16372 8061 1624 0,'-11'0'0'0,"3"0"0"0,3 0 0 0,1 4 0 0,4 0 0 0,0 0 435 0,6 1-204 0,11-2-98 0,6 1-49 0,4 1 333 0,2 0-183 0,-1 0-103 0,0 2-139 16,0-1 0-16,-7 1 44 0,2 2-1 15,-1 1-376-15,-8-1 184 0,-3 4 96 0,-6 0-233 16,-4 2 163-16,-1 2 82 0,-10 1-30 0,-8-2-13 31,-7-2-35-31,-3-1 46 0,-1-1 23 0,-2-1 196 0,-1-2-95 0,4-4-35 0,2-1 308 0,4-2-174 16,2-1-53-16,3-1-55 0,1 0 460 0,10 0-235 15,4 0-111-15,2 0 116 16,0 0-142-16,8 0-122 0,8 0 0 0,7 0 0 16,3 3 0-16,4 1 0 0,3 0 0 0,0-1 0 15,4 4 0-15,-4-4 0 0,1-1 0 0,-3-1 0 16,2 1 0-16,-2-2 0 0,2 0-231 0,-11 0-22 16,-1 0 70-16,-3-2-503 0,-6-4 325 0,-2-1 163 15,-2-5 72-15,-6-2-515 0,0-2 303 0</inkml:trace>
  <inkml:trace contextRef="#ctx0" brushRef="#br0" timeOffset="48409.2">16330 7366 2100 0,'-11'-12'0'0,"-2"0"0"0,12 2 0 0,1 2 0 0,5 1 0 0,13-3 0 0,9 2 347 0,7-4-146 0,2 4-87 0,5-1 389 15,2 0-234-15,-1 1-116 16,3 1-59-16,4 1-70 0,-9 2 11 0,-5 3 1 16,-3 1-612-16,-5 0 306 0,-10 0 153 0,4 1 86 15,-17 8-380-15,-3 3 223 0,-1-1 113 0,-5 3-889 16</inkml:trace>
  <inkml:trace contextRef="#ctx0" brushRef="#br0" timeOffset="48576.96">16481 7357 1719 0,'-10'4'0'0,"3"1"0"0,-1 6 0 0,3-5 0 0,2 6 0 0,3 2 0 0,0 1 0 0,0 3 0 0,0 1 85 15,0 1-9-15,2-2-40 0,-1 2 364 0,4 0-183 16,0-2-90-16,-2 3-37 0,3-4-663 0,-2-4 304 16,1-1 153-16,2-3-308 0,-2 0 235 0</inkml:trace>
  <inkml:trace contextRef="#ctx0" brushRef="#br0" timeOffset="48761.8">16626 7371 1353 0,'0'0'0'0,"0"0"0"0,0 0 0 0,1 0 0 0,-1 6 0 0,2 0 0 0,1 2 0 0,0 4 662 0,3 2-313 0,-1 5-157 0,4 2-79 0,-2 6-39 0,2 5 10 0,-1 1-49 0,1 5 1 0,-1 0 0 0</inkml:trace>
  <inkml:trace contextRef="#ctx0" brushRef="#br0" timeOffset="48854.72">16999 8150 3416 0,'3'6'0'0,"1"-1"0"0,-1 4 0 0,3 0 0 0,-3 0 0 0,-2 2 0 0,1 4 0 0,-2 2 0 0,0 4 506 0,0 1-497 0,-11 3-9 0,-3 1 0 0,-4 3 0 15,-1 1 0-15</inkml:trace>
  <inkml:trace contextRef="#ctx0" brushRef="#br0" timeOffset="50544.37">18637 7560 1212 0,'0'-11'0'0,"0"1"0"0,0 3 0 0,-2-1 0 0,1 3 0 0,1 5 0 0,0-3 0 0,0 1 413 0,1 2-177 0,4 0-103 16,5 2-47-16,0 12 117 0,1-1-81 0,0 8-42 0,2 4 9 0,-2 0 183 15,1 6-117-15,-4 3-58 16,-1 2 58-16,-2 5-58 0,4 6-19 0,-6-5-53 0,-1 3 14 0,0 2 0 15,-1-2 0-15,-1-2-72 16,0-1 45-16,0-12-9 0,0-8 36 0,0-8-7 16,0-6 7-16,-5-6 0 0,2-2 10 0,-4-2 41 15,4-17-31-15,1-8-27 0,2-10-32 0,0-1 0 16,0-4 0-16,11-4 0 0,1 3 0 0,4-4 0 16,4 2 0-16,0 1 0 0,7-2 0 0,-3 10 0 15,4 5 0-15,1 5 0 0,2 6 0 0,-2 4 0 31,3 3 0-31,-9 12 0 0,1 1 0 0,-3 0 0 0,-3 9-12 0,-1 3-79 16,1-1 44 0,-5 1-401-16,-4 0 210 0,-1-3 89 15,-2 2 56-15,-3-5-502 16,0 1 269-16,-3-4 148 0,0-2 70 0</inkml:trace>
  <inkml:trace contextRef="#ctx0" brushRef="#br0" timeOffset="50993.07">18458 7653 1316 0,'0'-1'0'0,"-2"-3"0"0,1 1 0 0,-1-2 0 0,-1 5 0 0,1 0 0 0,-3 0 150 0,0 5-57 0,0 4-27 0,-2 4 126 16,0 3-81-16,-2 4-37 0,1-3 0 0,-3 3-72 16,1 0 0-16,-4 2 45 15,2-4-36-15,-4-3-1 78,2 1 28-78,-3-2 0 0,0-2 75 0,-3-1-28 0,1-7-10 0,5 2-37 0,-1-2 0 0,2-4-1 0,3 0 1 0,0 1 327 0,7-1-168 0,1 0-80 0,2 0-40 0,0 0 81 0,5 0-61 0,10 0-20 0,4 0-9 0,4 0 59 0,2 0-127 16,2 0 0-16,4 0 0 0,-3 0 0 0,1 0 0 0,-1 0-176 0,-1 0 21 0,-2 3 97 16,3 0 42-16,-6-2-335 0,-2 4 129 0,-4-1 106 15,-2-1-19-15,-7 2-621 94,3 2 349-94</inkml:trace>
  <inkml:trace contextRef="#ctx0" brushRef="#br0" timeOffset="51096.11">18226 8017 2151 0,'-18'1'0'0,"3"1"0"0,4 3 0 0,0-1 0 0,7-1 0 0,4 2 0 0,0-3 0 0,2 2 394 0,12-3-179 0,7-1-79 0,2 0 313 0,3 0-205 0,4 0-104 0,-2 0-50 0,0 0-28 16,1 0-12-16,-3 0-50 0,-1 0-339 0,-5 0 159 15,0 0 109-15,-1 0 55 16,0 3-702-16,-7-1 373 0,-4 3 141 0,-5 2-647 15,-1-1 406-15</inkml:trace>
  <inkml:trace contextRef="#ctx0" brushRef="#br0" timeOffset="51457.51">17753 7863 1264 0,'-18'0'0'0,"-1"5"0"0,5 5 0 0,5 2 0 0,2 5 0 0,1 7 0 0,4-3 0 0,2 9 352 0,0-4-162 0,5 1-76 16,8-1 41-16,3-2-58 0,2-1-30 0,5-1 16 16,-1-8-46-16,0-4 1 0,3 0 0 0,1-9-56 15,1-1 29-15,2 0 8 0,-5 0 19 0,0-7-93 16,-1-8 46-16,-3-2 1 0,-4-3 45 0,2-5-115 47,-10 2 48-47,-3-3-4 0,-5 0 17 0,0-2-16 0,0 0 38 0,-3-2 29 0,-10 9-2 0,-4-3-33 15,-2 2 2-15,-5 5 1 0,0 0 1 0,-4 1 6 0,0 8-5 0,2 3-28 16,-1 5-1-16,5 0 39 31,-1 0-7-31,-1 0-159 0,9 11 75 0,-1 0 32 0,8 1-277 0,2 4 138 0,1-2 71 0,5 2-330 0,0-1 203 0,8 2 101 16</inkml:trace>
  <inkml:trace contextRef="#ctx0" brushRef="#br0" timeOffset="51899.83">19664 7490 1254 0,'1'5'0'0,"1"-1"0"0,-2 1 0 0,0 2 0 0,0 1 0 0,0-2 0 0,-5 2 397 0,-7 2-180 0,-2 3-91 15,-5 1-35-15,0-2 239 0,-6 2-146 0,-1 1-74 16,-4-1-29-16,-1 1 1 0,-2 2-36 0,5-3 21 16,0-3-30-16,5 0 0 15,2-4 0-15,4 1 196 0,1 2-88 0,9-6-59 0,4 1-25 0,3-3 151 16,0 4-114-16,2 1-98 0,13-3 0 0,2 2 0 15,4-2 0-15,3 1 0 16,3 0 0-16,2 0 0 16,-2-1 0-16,0 0 0 0,1 0 0 0,0 3 0 0,-3-2-8 0,3 1-696 15,-8 0 315-15,-3-1 184 0,-3 2 41 0,-3-2-581 16,-5 2 354-16,-1 2 168 16,-5 1 98-16</inkml:trace>
  <inkml:trace contextRef="#ctx0" brushRef="#br0" timeOffset="52014.21">19324 7990 1932 0,'-25'0'0'0,"3"0"0"0,-1 0 0 0,9 0 0 0,0 1 0 0,6 1 0 0,2 1 0 0,6 1 0 0,0-1 349 0,0 2-160 0,9 2-77 0,8-2-37 0,2 4 0 0,4 1-38 0,2 0 434 0,2-1-222 0,-1 2-106 0,1-2-53 0,-2 3-564 0,1-2 255 0,6 2 137 63,-8-2 55-63,2 0-821 0,0-2 428 0,-2-1 105 0</inkml:trace>
  <inkml:trace contextRef="#ctx0" brushRef="#br0" timeOffset="52350.76">20011 7807 1457 0,'0'-25'0'0,"0"-2"0"0,0 1 0 0,-1-4 0 0,-4 8 0 0,-2-1 0 0,0 2 0 0,-6 4 0 0,1 3 440 0,-7 1-193 0,3 9-110 15,-4 4-50-15,-3 0 216 0,-2 14-133 0,2 10-67 16,-7 5-24-16,5 2-9 0,3 8-33 0,2 3 0 16,5 1 0-16,2 0 0 0,4 6 9 0,7-11-10 15,2-1 1-15,0-3 0 0,2-3 0 0,7-3 0 16,6 0 9-16,4-11-10 0,2-5 1 0,2-7 0 16,2-4 0-16,0-1 145 0,1 0-345 0,-5-10 73 15,0-8 56-15,-2-2-184 0,-3-4 103 0,-2 1 25 16,3-4 27-16,-8-2-6 15,0 2 1-15,-2 0 31 0,-2 1 0 0,-2-1 142 16,1 4-81-16,-2 5-25 0,-2 5 0 0,0 2 332 47,0 7-176-47,-5 1-53 0,-1 3 252 0,-1 0-354 0,1 11 0 0,2 7 0 0,2 2 0 0,2 3 0 0,0 1 0 0,0 0 0 0,5 1 0 16,3 0 0-16,6 1 0 0,1-2 0 0,1-5 0 0,4 0 0 15,2-3 0-15,0-1-391 16,2-5-20-16,5-2 179 0,-6-8-487 0,2 0 341 15,-3-1 171-15,-2-13-574 0</inkml:trace>
  <inkml:trace contextRef="#ctx0" brushRef="#br0" timeOffset="52796.79">20295 7293 1491 0,'-9'-17'0'0,"5"0"0"0,4 7 0 0,0 2 0 0,2 2 0 0,12-1 269 0,2 0-116 0,4 2-48 16,1-1 262-16,3 3-164 0,1 0-84 0,0 3-84 16,1 0 2-16,2 0 9 15,-7 0-9-15,-1 0-99 0,-3 7 49 0,-5 2 26 0,-4 2-1 0,1 4 140 16,-7 0-62-16,-2 1-26 0,-2 3-1 0,-10 3 97 16,0 0-62-16,-4 3-21 0,1-1 245 0,2-2-229 15,1-1-93-15,-1 1 0 0,4 5 0 0,0-7 0 16,4 1 0-16,0 0 0 0,3 1 0 0,1 0 0 15,1 2 0-15,0-6 0 16,0 1 0-16,3-2 0 0,5 1 0 0,0-1 0 16,1 5 0-16,3-6 0 0,-2 1 0 0,0-1 0 15,-2 3 0-15,-1 1 0 0,1 3 0 0,-4 1 0 16,2-2 0-16,-3 1 0 0,1 0 0 0,-1 1 0 16,1 2 0-16,0-5 0 0,-1 0 0 0,2-3 0 15,0 0 0-15,2-2 0 16,1 4 0-16,-4-9 0 0,4 2 0 0,-2-2 0 15,-1-2 0-15,-1-1 0 0,3 4 0 0,-4-7 0 16,-1 2 0-16,-1-1 0 0,2 1-317 0,-3 1 133 16,0 5 65-16,0-1-686 0,0 3 384 0,0 6 192 31</inkml:trace>
  <inkml:trace contextRef="#ctx0" brushRef="#br0" timeOffset="52977.09">20946 8315 2482 0,'-3'0'0'0,"-3"0"0"0,1 0 0 0,1 0 0 0,0 0 0 0,3 0 0 0,-1 0 0 0,2-1 0 0,0-2-213 0,0 0 120 0</inkml:trace>
  <inkml:trace contextRef="#ctx0" brushRef="#br0" timeOffset="57451.04">10348 9699 2358 0,'-5'0'0'0,"1"-2"0"0,4-1 0 0,0 2 0 0,4-2 0 0,14 0 0 0,8-2 0 0,7-2 0 0,7 0 318 0,5 2-140 0,5-5 75 16,9 3-97-16,-4 0-64 0,0 1-26 0,-2 1-20 16,-4 4-8-16,-7 1 1 0,2 0 9 0,-21 0-180 15,-2 6 85-15,-8 0 43 16,-5 3-443-16,-5-1 243 0,1-1 114 0,-4-2-600 0,0 1 308 16,-4-4 171-16,-5-2 86 0,-5 0-310 15,1 0 188-15,-1 0 109 0,-2-8 50 0</inkml:trace>
  <inkml:trace contextRef="#ctx0" brushRef="#br0" timeOffset="57637.24">10593 9612 1287 0,'-24'7'0'0,"2"2"0"0,5 5 0 0,-1 3 0 0,10-1 0 0,3 1 0 0,5 2 0 0,0 3 462 16,0 1-211-16,2 7-97 0,8-2-62 0,0 4-27 16,-3 1 0-16,-2 9-27 0,-2 0 416 0,-1 9-199 15,-2-5-112-15,0 0-106 0,-2 4 2 0,-6 0-1 16,-5-3 1-16,0 7-218 0,-2-12 103 0,2-2 58 15,-4-7 28-15,1-4-414 0,1-7 205 0,-2-2 122 16,4-15-30-16,-1-5-200 0,5 0 84 0,0-5 91 16,6-12-337-16,1-7 205 0</inkml:trace>
  <inkml:trace contextRef="#ctx0" brushRef="#br0" timeOffset="57868.16">10823 9752 2567 0,'5'-7'0'0,"-4"5"0"0,2-1 0 0,2 3 0 0,-5 0 0 0,0 0 0 0,0 0 0 0,-2 9 0 0,-7 2 0 0,0 3 0 0,-4 1 153 0,1-1-57 0,0 5 9 15,0-3-33-15,0 0 0 0,1 4-41 0,2-4 8 47,0 4-1-47,2-3 1 0,1 1-32 0,1 0 31 0,2 1 11 0,2-2-118 0,1 0 54 0,0 0 27 0,0-3-1 0,0 1-389 16,0-1 195-16,0-4 65 0,1 0 58 0,1-3-550 15,-1 0 286-15,1-4 143 0,-2 2-383 0,0-5 268 16,0 0 129-16</inkml:trace>
  <inkml:trace contextRef="#ctx0" brushRef="#br0" timeOffset="58067.13">10681 9886 1187 0,'0'-13'0'0,"0"2"0"0,0 3 0 0,0 1 0 0,0-2 0 0,7 6 271 0,7-2-116 0,4 3 259 0,3 1-188 0,3-1-93 0,6 2-38 0,-2 0 66 0,0 0-61 0,2 5-31 0,-2 5 0 0,0-1 26 0,0 4-18 0,-5 1-10 31,-3 0-29-31,-7 3-97 0,-2 0 48 0,-2 4 25 0,-2 2 10 0,-6-2 14 0,-1 1 1 0,0-2-252 16,-5 0 125-16,-4 1 39 0,-5-7 36 0,2-1-508 16,-6-2 248-16,3-3 62 0,-4-3 86 0,-3 1-558 0,5-6 327 0</inkml:trace>
  <inkml:trace contextRef="#ctx0" brushRef="#br0" timeOffset="58215.35">10724 10040 1173 0,'-12'-9'0'0,"5"2"0"0,-1-1 0 0,5 6 0 0,0-2 0 0,3 0 0 0,0-1 285 0,0 1-128 0,13 0-59 0,0 0-29 0,7 1 267 0,2-1-149 0,2 2-64 0,-1 0-75 0,0-1-9 0,-1 1-1 0,1 0-470 0,-3 2 236 0,2 0 126 0,-5 0 50 0,-2 0-612 0,-4 0 316 0,-3 7 158 0,-4 1-3 0</inkml:trace>
  <inkml:trace contextRef="#ctx0" brushRef="#br0" timeOffset="58607.35">10819 10089 983 0,'-15'4'0'0,"6"-1"0"0,2 0 0 0,2 4 0 0,2-5 0 0,3 1 0 0,0 4 415 0,0-3-194 0,3 1-91 0,9-3-45 0,1 2 103 16,3-2-75-16,-1 3-28 0,3-5 2 0,-5 0-1 15,1 3-47-15,-2-2-289 0,1 2 154 0,-2-3 63 16,-3 0 35-16,-2 0-294 0,-1 2 164 0,0-2 84 15,-1 2-1-15,-2-1-116 0,-2 1 33 0,0-2 51 16,0 0-16-16,-2 2 82 0,-4 0-37 0,-1-2 9 16,2 1 216-16,-2 4-108 0,0-3-54 0,3 2 335 15,-1 2-161-15,2 1-96 0,2 3 1 0,-1-1 203 16,2 3-125-16,0 0-66 0,0 3-24 16,0 0 91-16,0 2-68 0,0-1-33 15,0 2 1-15,0 0-5 0,0 2 10 0,0-5-39 16,0 1-37-16,0-3 37 0,-1-1-1 0,-4 0-138 15,-2-3 79-15,-2-3 25 0,3-4 0 0,-5-2-225 16,0 0 122-16,0 0 61 0,-1-2 0 0,1-8-173 16,-2-1 97-16,1-2 16 0,0 0 35 15,0 1 13-15,0-2 2 0,3 2 9 16,-1 2 1-16,1 3-1 0,3 2 1 0,0 1 223 16,-2 2-112-16,4 2-32 0,-3 0-33 0,2 0 122 15,1 10-68-15,0 1-10 0,1 1-23 0,0 3-182 16,3-1 79-16,0 2 50 0,0-3-1 0,0-1 45 15,6 0-11-15,4-5-12 0</inkml:trace>
  <inkml:trace contextRef="#ctx0" brushRef="#br0" timeOffset="58754.97">11057 10357 2304 0,'10'8'-3'0,"-5"-4"0"0,3 3-1 0,-1 0 0 0,2 0 0 0,-1 1 0 0,1 1 0 0,-3 2 306 0,3-4-135 16,-2 3-66-16,-3-1-15 0,1-1-26 0,0 0 10 15,-2-1-36-15,-1-2-298 0,-1-1 149 0,2 0 76 16,-2-1 38-16,2-1-617 0,-1-2 323 0,-2 0 167 16</inkml:trace>
  <inkml:trace contextRef="#ctx0" brushRef="#br0" timeOffset="58987.1">11287 9854 1075 0,'9'-12'0'0,"-2"5"0"0,6 0 0 0,1-1 0 0,3-1 539 0,2 1-251 0,4-2-116 16,0 3-71-16,-1 3 91 0,0-2-76 0,3 2-40 0,3-1 10 0,-5 4-271 15,0-1 111-15,-4 2 56 0,0 0-724 16,-5 2 369 62</inkml:trace>
  <inkml:trace contextRef="#ctx0" brushRef="#br0" timeOffset="59325.3">11312 10140 962 0,'-12'7'0'0,"1"5"0"0,6-2 0 0,4-1 0 0,1 1 0 0,0 2 0 0,1-2 437 0,7 2-190 0,3 2-109 0,3-2-51 0,-1 1 118 16,-1 0-84-16,0 2-42 0,-2 2 10 0,0-5-39 16,-6 2-13-16,1 1 1 0,-2-5-1 0,-2 2 1 15,1-4 9-15,-2-2-175 0,0-3 82 0,0-3 42 16,0 0 1-16,0-6-264 0,0-9 122 0,2-7 80 15,4-6-10-15,3-5-287 0,0-2 140 0,2-9 92 16,3-5 37-16,-3 1 9 0,-2-4 46 0,1-5-105 16,-2-1-51-16,-2-8 79 0,1-14 29 0,-5 6 111 15,-2-1-31-15,0 0-1 94,0 10-30-94,0-2 349 0,-5 29-170 0,-2 14-89 0,0 12-46 0,2 10 5 0,-1 2-1 0,1 14 51 0,1 16 812 0,4 11-419 0,0 11-208 0,0 9-105 16,8 8 82-16,1 18-83 0,4-8-57 0,1 12 245 0,-2 1-145 0,5 0-74 0,-2 3-36 0,3 6 7 0,-2-21-81 0,2-7 0 0,1-6 0 0,-2-9 0 0,-1-11 0 0,0 3 0 15,-9-22 0-15,3-7-156 0,-6-7-19 0,-2-7 106 16,-1-7-255-16,-1 0 106 0,0-15 107 0,0-12-512 16,0-11 293-16,0-5 146 0,0-9 73 0,-3-10-394 15,2 2 238-15,-2-10 115 0</inkml:trace>
  <inkml:trace contextRef="#ctx0" brushRef="#br0" timeOffset="59448.9">11663 9593 1607 0,'0'-24'0'0,"0"8"0"0,0 3 0 0,0 5 0 0,0 2 0 0,0 6 0 0,0 0 0 0,3 0 0 0,5 9 519 0,1 0-240 0,1 4-112 32,2-1 10-32,2 2-70 0,-3 1-35 0,6-1 0 0,0 1-621 0,4 2 303 15,-1-2 137-15,1 1-779 0</inkml:trace>
  <inkml:trace contextRef="#ctx0" brushRef="#br0" timeOffset="59590.57">12109 9832 1207 0,'0'0'0'0,"0"0"0"0,0 0 0 0,0 0 0 0,0 0 0 0,1 0 0 0,8 0 512 0,2 0-227 0,4 0-129 0,3 0-59 0,3 0 66 0,2 0-63 0,2-2-31 16,4 0 9-16,-4 2-40 0</inkml:trace>
  <inkml:trace contextRef="#ctx0" brushRef="#br0" timeOffset="59759.71">12121 10122 1495 0,'-16'5'0'0,"3"3"-1"0,4-3-1 0,0 2 0 0,6 0 0 0,1 0-1 0,2-4 677 15,5 0-320-15,11 0-160 0,7 0-81 0,3-3 214 16,3 2-138-16,0-2-83 0,-2 0 75 0,1 0-75 15,0 0-36-15,-3 0 1 16,3 0-436-16,-6 0 195 0,-1 0 103 0,-5 0-649 0,1 0 377 16,-4 0 197-16,-7 0 44 0</inkml:trace>
  <inkml:trace contextRef="#ctx0" brushRef="#br0" timeOffset="61341.83">13570 9728 715 0,'-1'-17'0'0,"-3"-1"0"0,1 0 0 0,2 2 0 0,-1-4 0 0,-4 0 0 0,3 4 176 0,0-2-68 0,-2 0-35 16,3 1 0-16,-4-4 31 0,3 7-38 0,-2-3 1 16,-1 1-29-16,0 3 86 0,0 1-43 0,0-5 9 15,-2 8 46-15,0 0-48 16,0 2-1-16,-1 3-48 0,-2-2 94 0,0 3-38 15,0 0-9-15,0 3-5 0,-1 0-42 0,-2 10-1 32,3 3 1-32,-3 5 59 0,3 6-34 0,3 8-1 0,1 4-24 0,1 8 32 0,4 6-1 0,0 11-21 15,2-3-10-15,0 8 0 0,2 2 0 0,8 4 206 16,1 5-102-16,6 8-43 16,-2-10-35-16,0-4-82 0,0-2 29 0,-4-4-1 0,1 6 37 0,-9-18-135 15,-2-6 63-15,-1-2 31 31,0-7 0-31,-4-2-17 0,-8 2 10 0,-3-16-8 0,-1-1-5 0,-1-7 1 0,-1-3-27 0,0-6-103 16,-2 1 56-16,6-6 40 0,0 0 7 0,3-7-348 94,3-6 169-94,1-3 92 0,4-5 25 0,3 2-475 0,0-4 269 0,9-2 134 0,2 0 67 0</inkml:trace>
  <inkml:trace contextRef="#ctx0" brushRef="#br0" timeOffset="61526.52">13639 10480 1973 0,'0'16'0'0,"-3"6"0"0,3-3 0 0,0 3 0 0,0-1 0 0,0 2 0 0,1 0 0 0,10 2 345 0,2-8-159 15,3-2-75-15,2-4 2 0,4-4-39 0,-1-2 0 16,3-1-30-16,-2-4-226 0,-1-1 108 0,-3-10 56 16,-3-5 27-16,-4-5-192 0,0-2 119 0,-8-1 46 15,-3 0-4-15,0-1-11 0,-2 3 25 0,-10 1 35 16,0-3-1-16,-4 7-73 0,0 3-1 0,0-1 237 15,0 5-97-15,-3-2-34 0,5 6-29 0,2 0-6 16,1 3-6-16,1 2 54 0,1 0-43 16,1-1-414-16,5 2 197 0,3 0 96 0,0 0-621 0,0 0 339 15</inkml:trace>
  <inkml:trace contextRef="#ctx0" brushRef="#br0" timeOffset="61742.53">13751 9568 2300 0,'-10'-11'0'0,"6"4"0"0,4 4 0 0,0 0 0 0,1 3 0 0,12 0 0 0,6 0 0 0,1 0 293 0,6 0-128 15,1 0-63-15,1 0 17 0,1 0-40 0,4 0 10 16,-3 0-51-16,1 0-230 0,0 0 114 0,0 0 59 15,-4 0 28-15,1 0-611 16,-6 0 310-16</inkml:trace>
  <inkml:trace contextRef="#ctx0" brushRef="#br0" timeOffset="62039.4">13883 9699 1650 0,'0'0'0'0,"-3"0"0"16,2 2 0-16,1 1 0 0,0-3 0 0,0 4 0 0,0-1 0 0,8 2 0 0,4 1 192 0,-1 0-77 0,3 5-38 0,-3-3 9 0,0 3-101 78,-1 0 27-78,-3 3-1 0,-4 2-145 0,-1 0 86 0,-2 4 52 0,0-8-1 0,-7 5 0 0,-10-2 35 0,0-1 0 0,-5 0 98 0,0 0-57 0,-1-6-7 0,0-1-82 0,2-3 254 0,4 0-107 0,3-3-52 0,3 1-2 0,6-2 63 16,5 0-54-16,0 0-26 0,2 0-31 0,15-2 4 15,4-2 8-15,3 2-101 47,4-3 45-47,2 0 1 0,2 0 46 0,-3 0-318 0,5-2 166 0,-6 5 71 0,0-2 4 0,-4-2-514 0,-1 3 233 0,-3-1 145 0,1 0-150 0,-9 1 149 16,-1-1 69-16,-8-2 34 0</inkml:trace>
  <inkml:trace contextRef="#ctx0" brushRef="#br0" timeOffset="62243.66">13731 9242 1029 0,'-11'0'0'0,"2"-4"0"0,5-1 0 0,4 4 0 0,0 1 0 0,2-2 507 0,14 2-235 0,2-3-107 16,4 3-68-16,6 0 268 0,0-2-163 0,3-1-82 15,0 2-156-15,1 0 47 0,-4-1-10 0,0-1-177 16,-2 3 108-16,-3 0 52 0,-1 0 28 0,-1 0-618 15,-7 0 311-15,-7 0 157 0,-2 5 79 0</inkml:trace>
  <inkml:trace contextRef="#ctx0" brushRef="#br0" timeOffset="62419.2">13874 9221 1614 0,'-8'4'0'0,"2"1"0"0,-2 0 0 0,5 4 0 0,2 1 0 0,1 1 0 0,0 5 0 0,0 3 0 0,0 0 0 0,0 1 0 0,0 4-1 0,0-1 0 0,1 0 39 0,2 3 10 0,1-4-205 0,1-3 98 0,2-2 48 0,-3-4 25 0</inkml:trace>
  <inkml:trace contextRef="#ctx0" brushRef="#br0" timeOffset="62520.47">13991 9274 1261 0,'0'0'0'0,"-3"1"0"0,-1 2 0 0,1-2 0 0,-1 5 0 0,3-1 0 0,1 3 0 0,-2 4 275 0,2 2-123 16,0 2-56-16,2 7-390 0,5 0 167 0,2 5 82 15,3 3 52-15</inkml:trace>
  <inkml:trace contextRef="#ctx0" brushRef="#br0" timeOffset="63290.15">14661 10060 2269 0,'-8'-16'0'0,"-1"0"0"0,-1-1 0 0,3 3 0 0,-1-2 0 0,-3 0 0 0,2 2 0 0,-1-3 0 0,-4 0 393 15,6 4-183-15,0 2-87 31,-1 4-37-31,2 2-25 0,0 3 0 0,-5 2-15 0,5 2-9 0,-3 16-1 0,-3 7 1 0,4 7-216 0,-2 6 108 0,-1 5 62 16,2-4 19-16,4 3 70 0,0-2-43 0,2-5-34 16,3-2 26-16,-2 2-3 15,3-11-8-15,0-3-20 0,6-6-20 0,5-6 45 16,3-4-6-16,3-5 38 0,2 0-209 0,1-13 92 16,2-12 38-16,0-2-212 15,-3-8 116-15,4-3 39 0,-6-1 36 0,0-4-210 0,-1 0 110 0,-1-3 54 16,-1-2 27-16,0-9-24 0,-6 4 9 0,1-1 42 15,-2-4 68-15,-2-1-35 16,-4-2 1-16,2-7-42 0,-3 15 47 0,0 7 1 0,0 8-40 0,0 12 95 16,-6 13-48-16,-1 3-7 15,0 10 6-15,-2 14 215 0,-3 16-114 0,3 5-32 78,-2 10-34-78,2 2 199 0,3 7-107 0,2 4-33 0,-3 3 94 0,2 3-80 0,2 10-31 0,1-9-10 0,2-2 87 0,0-1-64 0,4-1-31 0,9-7-68 0,2 3 10 0,3-20 26 0,1-10 1 0,3-7-299 0,1-9 150 0,2-11 74 0,1 0 46 0,-5-6-330 16,2-15 166-16,-3-5 38 16,-5-6-162-16,1 2 111 0,2-7 57 0,-4 3 42 15,-1 0-14-15,-3 1 23 0,3 1 0 0,-4 3 62 16,2 2-10-16,-7 10-27 0,1 5-1 0,-3 6 212 16,-1 5-106-16,-1 1-53 15,0 4-35-15,0 17 290 0,0 6-140 0,0 1-33 16,-1 4 168-16,1-1-95 0,0 5-53 0,0-7-46 15,3 0-42-15,6-4 6 0,5-2 1 0,1-5-95 32,5 0 56-32,0-10 15 0,-1-4 0 0,2-4-42 0,1 0 33 0,-3-4-1 0,4-13 37 0,-6-3-198 15,-3-5 61-15,-1 0 53 0,-1-3-95 0,-4-2 63 16,0-3 6-16,-6 3 5 0,-2 1 67 0,0-1 1 16,0-1-38-16,-11-3 68 0,-3-3-34 0,-5 7 5 15,-1 2-23-15,-2 0 27 0,-2 7 9 0,-2 0-38 16,2 14 25-16,0 4 162 0,3 3-70 0,0 0-47 15,2 9 192-15,0 9-103 0,8 3-43 0,4 3-33 16,3 2-17-16,4 0-8 0,0 3-1 16,0 3-394-16,8-8 190 0,6-2 97 15,2 0 46-15,4-1-789 0,2-5 379 0,1 0 190 16,5-6 109-16,2-6-271 0</inkml:trace>
  <inkml:trace contextRef="#ctx0" brushRef="#br0" timeOffset="63556.09">15750 9481 2093 0,'0'-46'0'0,"0"-4"0"0,-2 11 0 0,-2 3 0 0,-7 7 0 0,0 7 0 0,-4 7 0 0,-4 3 0 0,-1 12 381 0,-1 0-172 0,-2 9-87 0,-1 11 268 0,1 5-177 0,0 8-79 0,7 2-54 0,2 10 109 0,6 6-77 0,2 5-104 0,5 6-8 0,-1 12 0 0,2-8 0 0,0 2 0 15,2 5 0-15,5 2 0 0,3 13 0 0,1-14 0 0,0 4 0 0,-3-2 0 16,-1-2 0-16,-4-2 0 16,-1 7 0-16,-2-20 0 0,-3-1 0 0,-10-2 0 15,-6-5 0-15,-1-4 0 0,-6 6-10 0,3-23-176 16,0-6 82-16,2-6-15 0,0-4-416 0,4-6 258 16,0 0 107-16,8-6-685 0</inkml:trace>
  <inkml:trace contextRef="#ctx0" brushRef="#br0" timeOffset="64131.85">16127 10495 1101 0,'-12'-2'0'0,"-2"2"0"0,3 0 0 0,-2 0 0 0,3 10 0 0,0 6 0 0,2 7 0 0,1-1 416 0,4 4-190 0,-1 7-84 0,4-9 123 0,0 0-114 0,11-2-57 0,3-5-20 0,3-3 0 0,4-2-27 0,0-7-9 0,-1-5-85 0,-1 0 43 0,2-6-1 15,-7-8 43-15,3-4-58 0,-8 1 24 0,-1-4 0 32,-7-2 33-32,1-1-13 0,-2 0-19 0,0-2 33 0,-6 2 12 0,-3 2 1 0,-4 2-49 15,-3 1 63-15,1 0 7 0,-4 6-49 0,2 4 10 0,-3 2-101 16,1 7 51-16,2 0-1 15,-2 0 61-15,8 0-283 0,-1 4 121 0,6 4 65 0,1 2 20 0,3 0-202 16,1-1 85-16,1 0 68 16,0-1-486-16,8-5 266 0</inkml:trace>
  <inkml:trace contextRef="#ctx0" brushRef="#br0" timeOffset="64672.13">16300 9549 484 0,'-8'-12'0'0,"3"2"0"0,0-2 0 0,0-2 0 0,3 1 0 0,1-3 231 78,1-1-98-78,0-1-47 0,0-3-25 0,0-3 96 0,0 0-64 0,0 2-28 0,0 0-1 0,0 0-26 0,-5 1-1 0,-1 1 68 0,-5 3-20 0,2 8-24 0,-6 6 0 16,-3 1 47-16,-2 2-35 0,-7 9 9 0,3 13-45 0,0 6 72 0,-1 5-36 0,4 6 0 0,4-1-36 0,2 3 9 0,9-7-8 0,6-4-1 0,0-2 143 0,1-3-71 15,13-6-36-15,2 3-72 0,5-10-9 0,4-6 45 0,5-4 0 0,1-2-62 16,4-2 31-16,-1-9 9 16,-3-6 22-16,-3-3-216 0,-3 1 103 0,-3-4 26 0,-2 0 34 0,0-2-161 15,-9 4 86-15,-6 1 10 0,0 3 141 0,-4 4-53 16,-1 5 0-16,0-4 272 0,0 11-142 0,-6 1-68 15,-4 2-36-15,1 15 103 16,2 4-63-16,0-1 4 0,6 3 16 0,1 2 99 16,0-1-78-16,1-2-38 0,10 2 9 0,1-5-156 15,7-1 54-15,2-3 27 0,2-3-518 0,2-1 270 16,3-2 109-16,-4-6-810 0,0-3 451 0</inkml:trace>
  <inkml:trace contextRef="#ctx0" brushRef="#br0" timeOffset="66212.03">16961 9889 854 0,'-5'0'0'0,"1"0"0"0,1 0 0 0,-1 0 0 0,4 0 0 0,0 0 0 0,0 0 0 0,0 1 280 0,8 4-121 0,8 0-60 0,0 1 131 0,3-2-96 0,3 1-38 0,1 1 30 0,1-3-44 0,1 0 1 0,-1-1-45 0,1-2-16 0,3 0 26 0,-7 0-9 16,0 0-1-16,1 0-55 0,-8 0 28 0,0-2-1 0,0-3 39 0,-3-4-91 47,-6 2 41-47,0-4 0 0,-4 1-115 0,-1-4 56 0,0-1 46 0,0 0-10 0,-3-1-97 0,-7-1 49 0,-2 2 33 0,0-4-16 15,-5 1 39-15,2 2-8 0,-3 2 8 0,0 2 40 16,-3 2-42-16,-1 0-10 0,-1 3-6 0,1 7 139 16,-2 0-59-16,0 0-24 0,-3 14 103 0,-4 8-53 15,5 4-19-15,1 7 120 0,0 5-67 0,2 6-41 16,1 2 1-16,0 7 162 0,10-4-99 15,5 1-45-15,6-2 0 0,1 0 51 16,4-6-47-16,15 0-16 0,3-10-9 0,8-7 101 16,-1-6-63-16,4-2-31 0,-1-3-36 0,7 2 15 15,-10-9-11-15,3-2-3 0,-3-1-184 0,1-4 92 16,-3 0 48-16,2 0-376 0,-7 0 181 0,-2-4 110 16,-4-4 12-16,-1-1-483 0,-2-3 263 0,2 0 121 15,-5 0 77-15,-2-2-198 0,1-2 131 16,2-1 66-16</inkml:trace>
  <inkml:trace contextRef="#ctx0" brushRef="#br0" timeOffset="66415.25">17408 9564 1020 0,'-2'-11'0'0,"2"2"0"0,0 4 0 0,0 1 0 0,6-1 458 0,7 4-209 0,2-2-97 0,1 0-61 0,4 3 203 15,1 0-128-15,0 0-64 16,2 0 236-16,-1 0-155 0,-1 4-72 0,-3-1-125 16,0 2 26-16,-1 0 0 0,1-1 35 0,-5 4-502 15,-3-3 246-15,3-1 124 0,-4 2 61 0,1-4-752 16,4 3 335-16</inkml:trace>
  <inkml:trace contextRef="#ctx0" brushRef="#br0" timeOffset="66700.14">17858 9353 1085 0,'0'0'0'0,"-2"1"0"0,2 2 0 0,0 3 0 0,0-1 0 0,0 8 0 0,0 0 522 0,5 4-242 0,6 3-121 0,0 4-61 0,0 2-30 0,3 4 10 0,-3-2 106 0,1 0-74 0,-3 2-35 0,-2-3-1 0,-1 0-2 0,0-2 11 0,-5-4-46 0,1-7 1 0,-2-2-71 0,0-4 35 0,0-5 0 0,-5 2 66 0,-2-5-30 15,1-4 0-15,-1-5-73 0,2-6 34 0,1-4 0 16,4-5 5-16,0 0-63 0,0-2 37 0,0-2-9 16,3-1 44-16,5-2-142 0,0 5 66 0,2 1 29 15,-1 1 1-15,3 2-107 0,0 3 63 0,1-3 11 16,-1 8-184-16,1 1 97 0,-4 5 58 0,3 4-286 16,-4 0 171-16,2 0 77 0,-2 4 52 0,-3 0-159 15,2 0 101-15,-2 0 50 0</inkml:trace>
  <inkml:trace contextRef="#ctx0" brushRef="#br0" timeOffset="66984.06">18204 9162 577 0,'6'-10'0'0,"2"1"0"0,1-2 0 0,3 4 0 0,0-1 0 0,3 5 0 0,2-2 435 0,2 2-198 0,4 1-91 0,-2 2 219 0,-1 0-164 0,0 0-81 0,-3 10 18 0,0 4-50 0,-1 2-16 0,-7 2-9 0,-4 0-142 15,-4 2 59-15,-1 1 28 0,0-1 1 0,-1 3-23 16,-13-6 21-16,1-1 0 0,-3-3 30 0,1-2-43 16,-2-5 16-16,0 1 9 0,2-7 70 0,2 0-33 78,-1 0-37-78,5 0 175 15,1 0-83-15,0-2-34 0,4-6-15 0,4 3 13 0,0-2 0 0,0-1-37 0,5 1 9 0,6 0-153 0,2 3 73 0,4-1 35 0,-1 3 0 0,6-2-119 0,-1 3 86 0,1 1 29 0,-3 0-560 0,3 0 275 0,-1 0 93 0,-2 0-453 16,3 4 295-16</inkml:trace>
  <inkml:trace contextRef="#ctx0" brushRef="#br0" timeOffset="67681.78">18730 9947 1920 0,'-9'0'0'0,"0"0"0"0,3 0 0 0,-1 0 0 16,3 0 0-16,3 1 0 0,1 2 0 0,0 0 0 0,0 1 252 0,1 0-97 0,10-1-141 0,-1 0 22 0,3 0 1 0,0 1 0 0,2-1-482 0,1 1 250 0,-1 0 112 0,1 2 60 0</inkml:trace>
  <inkml:trace contextRef="#ctx0" brushRef="#br0" timeOffset="68051.34">19179 9718 2007 0,'0'-7'0'0,"0"-5"0"0,0 6 0 0,0 0 0 0,0 4 0 0,0 0 0 0,0 2 0 0,3 4 0 0,7 13 0 0,0 1 160 0,0 5-68 16,1 6 25-16,-2 5-40 0,2 4 1 0,-4 2-41 0,2 6-71 15,-3-3 32-15,-2 3-1 0,0 1 41 0,-3-4-95 16,1-2 48-16,-2 0 9 78,0-15 38-78,0-5 37 0,0-10-1 0,-3-6-87 0,-1-5 161 0,0 0-75 0,-1-8-6 0,4-15 216 0,1-5-123 0,0-5-60 0,0-2-31 0,9-7 3 0,0 6-34 0,7-3 0 0,-2 2 1 0,4-2-145 0,1 3 73 0,2-3 45 16,-1 8-10-16,2 4-129 0,-1 5 83 0,1 4 24 0,-1 4-310 0,0 4 139 15,-4 5 93-15,-2 5-196 16,-1 0 128-16,0 0 64 0,-1 9 32 0,-1 0-475 0,2 3 259 0,-2-1 123 16</inkml:trace>
  <inkml:trace contextRef="#ctx0" brushRef="#br0" timeOffset="68579.67">19952 9971 1378 0,'-5'-15'0'0,"1"-1"0"0,0 0 0 0,3 2 0 0,-1-3 0 0,1-3 259 0,1 1-110 15,-2-3-47-15,2 4 66 0,0-3-65 0,0 4-33 16,0 1 1-16,-2 1 35 0,-2-2-25 0,-1 8-9 15,-1 4-34-15,-2 2 35 0,-4 3-35 0,-2 0 0 16,-5 15 17-16,0 11-18 0,-1 4 1 0,-1 8 38 16,0 4-1-16,1 6-37 0,1 4 10 0,6-7 17 15,6 0 0-15,4-4-27 16,1-3 0-16,2-3-11 0,0 1 20 0,8-13-9 0,8-7 0 16,2-6-120-16,6-5 60 0,-2-5 30 0,6 0-198 0,-2-14 102 15,-1-9 39-15,0-3-167 16,-2-8 92-16,-2-2 58 0,3-3-2 0,-5-1-121 0,-2-5 68 15,0 0 42-15,-2-2-1 0,3-8 2 16,-8 3 9-16,3-1 31 0,-3-4 25 0,-1-5-24 16,2 1-1-16,0-12-10 0,-3 12 57 0,-1 3 0 15,-2 5-47-15,-2 10 140 0,-2 8-70 0,-1 6-44 16,0 22 10-16,0 7 345 0,-5 0-158 0,-6 7-92 16,2 16-17-16,-4 7 110 31,2 6-52-31,1 8-50 0,1 7 191 0,-1 5-118 0,2 7-60 0,-3 9-19 0,3-11 186 0,2 3-187 15,1-3-77-15,4 1 0 0,-1 0 0 0,2 9 0 16,0-16 0-16,3-6 0 16,7-6 0-16,-1-5 0 0,3-6 0 0,2-2-180 15,-3-16-49-15,-1-6 131 0,0-7 10 0,0-1-310 16,-1 0 119-16,3-5 112 31,-3-9-441-31,1-2 285 0,0-9 141 0,2-2-323 0,-2-5 234 16,2-9 107-16</inkml:trace>
  <inkml:trace contextRef="#ctx0" brushRef="#br0" timeOffset="68851.89">20318 9699 739 0,'4'-12'0'0,"1"0"0"0,0 5 0 0,0 4 0 0,0 1 0 0,-1 2 0 0,1 5 0 0,2 14 0 0,0 5 0 0,-2 4 818 0,-1 5-390 0,1 6-195 0,1 6-89 0,-5-2 72 0,1-1-89 0,0 3-45 0,-2 2 7 0,0-5-25 0,0 6 9 0,-2-15-36 0,-5-3 14 0,4-10-14 0,-1-4 1 0,1-9 69 0,-2 0-26 0,1-7-9 0,2-7-34 0,2-16 120 15,0-5-61-15,0-3-29 0,0-10 9 0,6 3-82 16,6-6-1-16,1 0 41 0,2-2-136 0,-1 2 68 16,5-4 45-16,-1 12-10 0,2 2-10 0,2 2 13 15,0 7 1-15,1 3-26 0,3 3 47 0,-5 10-47 16,0 7 34-16,-3 2-45 16,1 0 1-16,-3 5 19 0,0 2 13 0,-4 5-116 15,-2 0 55-15,-5 0 29 0,3-1-337 0,-4 0 167 0,1 1 81 0,-4-2 37 16,0-2-518-16,-1 1 281 0,0 0 141 0,0-1-242 15</inkml:trace>
  <inkml:trace contextRef="#ctx0" brushRef="#br0" timeOffset="69038.21">20973 10095 2519 0,'0'0'0'0,"0"1"0"0,-2-1 0 0,-1 0 0 0,1 0 0 0,1 0 0 0,-4 0 0 0,4 0 0 0,1 0 36 0,0 0-1 0,0-1 1 0</inkml:trace>
  <inkml:trace contextRef="#ctx0" brushRef="#br0" timeOffset="70845.28">19335 10758 760 0,'0'0'0'0,"0"0"0"0,0 0 0 0,0 0 0 0,0 0 0 0,0 0 0 0,0 0 0 0,0 0 0 0,0 0 29 0,0-1 6 0,-2-2-6 0,2 2-1 0,0-1 1 0,0 2-1 0,-1 0 382 16,-1 0-176-16,2 0-103 15,-2 0-46-15,-1 0 79 0,2 0-62 0,-3 6-32 0,-1 1 9 16,-3 5 8-16,2 1-24 0,-6 3 0 15,2 4 12-15,-4 4-37 0,-5 2 10 0,1 0 43 16,-3 2-27-16,-2 0 1 0,1 0-27 0,1-1 52 16,-3-1-17-16,8-5-9 0,4-8-25 0,0-2 33 15,4-1 1-15,3-6-34 0,2 1 8 0,3-5-8 16,0 0-1-16,0 0 0 16,0 0-58-16,3 0 30 0,6 0 8 0,2-1 61 0,2-2-10 15,0 2-31-15,3 0 0 0,3-1 34 16,1 2 9-16,2-1-43 0,1 1 0 0,4-3-50 15,-1 3 22-15,4 0 1 0,5 0-7 0,-3-1-4 16,2 1 0-16,-1 0 0 0,0 0-138 0,-1 0 64 16,3 0 43-16,-9 0-129 0,-4 0 66 15,-3 0 46-15,-5 0-1 0,-2 0 63 0,-6 0-16 0,-4 0-18 16,-2 0-29-16,0-1 376 16,0-4-166-16,-8-2-77 0,0-4-43 0,-3 2-3 93,1-3-38-93,-1-2 0 0,-1-1 0 0,0-1 0 0,1-1 0 0,2-1 0 0,-3 0 0 0,0-2 0 0,2 1 0 16,-3-5 0-16,4 5 0 0,0-2 0 0,0 3 0 0,2 0 0 0,1 1 0 0,-5 0 0 0,6 4 0 0,0 0 0 0,0 2 0 0,1 5 0 0,2-2 0 0,-3 1 0 0,3 4 0 0,2 1 0 31,0 2 0-31,-2 0 0 0,2 0 0 0,0 0 0 0,0 0 0 0,0 0 0 0,0 0 0 0,0 0-189 0,0 0-30 0,0 0 83 16,0 0 60-16,0 0-775 0,0 2 407 0</inkml:trace>
  <inkml:trace contextRef="#ctx0" brushRef="#br0" timeOffset="76152.58">18982 2184 850 0,'-4'0'0'0,"-1"-3"0"0,4-1 0 0,-1 3 0 0,1-3 0 0,1 2 0 0,0-1 0 0,0 3 244 0,1-3-102 0,4 1-51 0,2 1-26 0,5 0 132 0,-3 1-83 0,2 0-38 0,4 0 28 0,-2 0-33 15,4 0 1-15,1 0 25 16,-2 1-9-16,3 2-48 16,0 0 0-16,1-3-45 0,2 0 45 0,0 0 10 0,0 0-11 0,-1 0-69 0,-2 0 35 15,1 0 0-15,-1-6 35 0,0-3-89 16,-6 0 38-16,-1-1 4 109,-4 0-76-109,-1-2 42 0,-4-2 27 0,0 1-27 0,-3-1-1 0,0-1 28 0,0 1 15 0,-8-5-40 0,-4 3 35 0,1-5-12 0,-3 4 9 0,-1-1-10 0,-2 0 9 0,-1 0-10 0,-2 2 9 0,-5-2 75 0,2 5-35 0,-2 5 5 0,-3 4 12 0,-1 1 4 0,-2 3-49 0,-4 0 68 0,2 15-32 0,5 7 12 0,0 7-40 0,6 7 179 0,4 0-82 0,5 6-23 16,10-6-7-16,3 2-15 0,11-1-29 0,11-3 49 16,6-2 145-16,7 3 67 0,3-9-132 0,0-5-61 15,2-3-24-15,0-3-78 16,-2-3 0-16,4 3 0 0,-11-7 0 0,-2-4 0 0,-2-1 0 0,-3-1-111 15,-3-2 69-15,4 0 51 0,-11 0-10 0,0-5-518 16,-1-5 257-16,-1-1 73 0,2 0 78 0,-4-3-438 16,-1-1 255-16,0 1 126 0,1-3-384 15,-1 2 256-15,0-5 118 0</inkml:trace>
  <inkml:trace contextRef="#ctx0" brushRef="#br0" timeOffset="76346.06">19442 1777 854 0,'-2'-8'0'0,"-3"-1"0"0,3 5 0 0,2-1 0 0,0 2 316 0,0-1-138 0,0 1-69 0,7-2-25 0,5 3 500 16,0-3-272-16,4 4-136 0,-2-1 100 0,3 1-118 16,0-2-49-16,0 2-336 0,1 1 133 0,-1 0 67 15,-3 0 33-15,4 0-602 0,1 0 328 0,-6 4 149 16,-1 0 80-16,-1 1-388 0,-2-1 114 0</inkml:trace>
  <inkml:trace contextRef="#ctx0" brushRef="#br0" timeOffset="76680.61">19756 1564 1756 0,'0'0'0'0,"0"0"0"0,0 0 0 0,0 0 0 0,0 3 0 0,1 1 0 0,2 5 0 0,0 2 0 0,4 6 226 0,-2 1-94 0,4 5-45 0,-3 5-3 15,2 2-44-15,-1-1 0 0,1 1 0 0,-2 0-117 16,-1-3 58-16,0 2 39 16,-3-10-9-16,-1-2-46 0,1-4 37 0,-2-5 0 0,0-4 7 0,0-3 2 15,0-1-8-15,0-8 76 16,0-10-40-16,0-3-20 0,0-6-38 0,0 1 37 31,1-1-4-31,8 0 13 0,-1 1-9 0,2 4 4 0,2-2 6 0,-1-1 17 16,0 7-19-16,1 3 49 0,-1 0-48 0,3 5-4 0,-3 1-24 0,3-1-5 15,-1 8 29-15,-5 2-200 16,5 0 93-16,-3 0 44 0,-2 0 0 0,1 4-334 16,0 3 180-16,-4-1 68 0,1 1 51 0,-1-2-404 47,-2 0 219-47,5-1 100 0</inkml:trace>
  <inkml:trace contextRef="#ctx0" brushRef="#br0" timeOffset="77086.21">20113 1385 1313 0,'0'-7'0'0,"0"-2"0"0,0-1 0 0,0 3 0 0,0 3 0 0,0 0 0 0,4-1 202 0,2 5-81 15,3-2-30-15,2-1 36 0,-2 3-44 0,3 0 1 16,0 5-44-16,-1 2-3 0,0 2 13 0,0 2-11 0,-2 3 1 0,-2-2-74 16,-2 4 37-16,-1-1 0 15,-3 3-56-15,-1-3 42 0,0 0 25 16,0 1-5-16,-8-4 0 0,-1 0-12 0,0 0-12 0,-2-5 102 16,2 0-47-16,-1-1-1 0,0-1-37 0,2-3 242 156,-1 3-90-156,5-4-64 0,1-1-6 0,3 0 32 0,0 0-38 0,0 0 9 0,5 0-32 0,6 0-15 0,4 0 0 0,3 0-72 0,2 0 36 0,1 0 10 0,0-1 26 0,1-1-128 0,-2 2 64 0,-3 0 31 0,-2 0-6 0,1 0 7 0,-5 0-11 0,-6-1-1 0,1 1-145 0,-4 0 76 0,-2 0 10 0,0 0 31 0</inkml:trace>
  <inkml:trace contextRef="#ctx0" brushRef="#br0" timeOffset="79418.87">21541 2070 998 0,'-6'-10'0'0,"0"1"0"0,0-1 0 0,2 1 0 0,-1 1 0 0,1-2 0 0,0-2 0 0,-1 0 141 0,2 0-42 0,-1 0 29 15,0 1-45-15,1-2 0 94,0 3-44-94,-2-1-63 0,-3-1 41 0,2 4-10 0,0 3 32 0,-4 2 6 16,0 1-6-16,-3 2 0 0,-2 0 9 0,-1 12-9 0,-2 8 0 0,0 3 15 0,0 5 39 0,0 7-28 0,-2 7 9 0,8-4 80 0,2 4-58 0,2-1-28 0,7-3-1 0,1-2 34 0,0 3-22 0,1-10-9 0,12-4-31 0,7-5 0 0,2-5 0 0,1-6-1 0,3-1 11 0,1-8-29 15,-2 0 19-15,0-5 0 0,0-7-214 0,-5-7 107 16,5-5 46-16,-6-2-199 0,-3-3 102 0,-1-3 62 15,-4-7 6-15,0 1-125 16,2-6 58-16,-6 5 49 0,-2-4-2 0,-2-3 50 16,-1-7-21-16,0-5-7 0,-2 4 10 0,0-3 27 15,0-2-27-15,0 4 0 0,-2 4 51 0,-1-2-35 16,-2 21 10-16,0 7 156 0,0 12-76 0,-1 6-45 16,-1 7-8-16,0 0 267 0,2 13-124 0,-1 14-74 15,3 5-15-15,-2 9 173 0,3 4-94 0,0 7-45 16,2-4-36-16,0 2-6 15,0-1-21-15,0 4 0 0,0-4 29 0,2 9 11 16,2-10-41-16,2-2-180 0,0 0 90 0,1-4 46 16,5-2-1-16,-3 2-352 0,1-10 166 0,0-7 103 31,2-6 16-31,-3-6-497 0,2-4 266 0,0-3 123 0,-2-6 76 0,2-6-419 0</inkml:trace>
  <inkml:trace contextRef="#ctx0" brushRef="#br0" timeOffset="79773.21">21848 1804 1169 0,'0'0'0'0,"2"0"0"0,-2 0 0 0,1 0 0 0,1 0 0 0,-1 5 0 0,1 5 287 0,3 6-124 0,0 7-62 0,2 10 363 16,-2 6-218-16,1 4-103 16,0 5-53-16,-1 1 91 0,0 7-61 0,-1-15-46 0,-1 2 1 0,-1-9-65 15,-1-2 1-15,-1-7 28 0,0-2-51 0,0-16 20 16,0-4 1-16,0-3 5 0,0 0-1 15,0-7 26-15,0-9 10 0,0-7-53 16,0-4 43-16,0-4-41 0,4-3 32 0,5-1-138 0,4-3 67 16,-1 4 17-16,3 5 0 0,1-1-28 15,1 2 28-15,2 0-9 0,4 0 42 0,1 9-15 16,0 1 5-16,6 5 32 0,-3 3 1 0,4 5-46 16,3 1 8-16,-7 4-21 0,-3 0 20 0,-3 9 16 15,1 3-15-15,-8-1 256 0,3 3-110 0,-9-5-47 16,-4 1-34-16,-2-2 18 0,0-3 0 0,-2-1-27 15,0 2-63-15,0-5 23 16,0-1 0-16,0 0-140 0,-2 0 79 0,-3 0 34 16,1 0 5-16,0-3-276 0,1-4 146 0,0 3 54 15,-1-2 42-15,2-1-782 0</inkml:trace>
  <inkml:trace contextRef="#ctx0" brushRef="#br0" timeOffset="80657.84">18087 1449 415 0,'0'-20'0'0,"0"-4"0"0,0-1 0 0,0 4 0 0,-2 1 0 0,-2-3 358 16,2 0-160-16,-4 2-80 0,0-6-30 0,1 6 194 16,-3-2-122-16,-1 2-60 0,1-3 69 0,0 2-65 15,-3-3-23-15,1 6-10 0,-2 7 11 0,0 2-1 16,1 5-42-16,-3 3 35 0,0 2-9 0,1 3-27 16,-2 12 1-16,1 4 51 0,-1 3-26 0,0 6 10 15,2 4-36-15,1 1 112 0,3 3-56 0,0 4-28 16,1 1 0-16,2 7 153 31,2-7-95-31,4 0-43 0,0 5 94 0,0-4-69 0,0 4-84 0,1 5-22 0,8-6 0 0,-1 3 0 16,2 0 0-16,0 1 0 0,-2 5 0 0,1 7 0 15,-4-6 0-15,-2 0 0 0,-2 3 0 0,-1 0 0 16,0-2 0-16,0 10 0 0,-6-18 0 0,-3 0 0 16,-2-1 0-16,-2-7 0 0,-2-4 0 15,-1 2 0 1,1-17 0-16,1-7 0 0,-3-2 0 0,-2-7 0 0,2-3 0 0,-5-2 0 15,5 0 0-15,0-2 0 0,0-9 0 0,1-3 0 0,1 0 0 0,0-3 0 16,4 0 0-16,2 0 0 16,3 1 0-16,3-1 0 0,1-3 0 0,2-2-242 15,0 4-144-15,2 0 174 0,7 1 86 0,7-2-951 16</inkml:trace>
  <inkml:trace contextRef="#ctx0" brushRef="#br0" timeOffset="91000.85">20179 2089 899 0,'0'-5'0'0,"0"-2"0"0,-1 2 0 0,1 3 0 0,0 0 281 0,0 2-120 0,0 0-60 0,3 0 392 0,5 0-215 16,1 4-124-16,2 1 161 0,0-1-137 0,0 2-69 15,1-1-33-15,-1-1-59 0,1 2 24 0,-2-3 1 16,-2 1-1-16,0 0-284 31,-1-1 143-15,1 1 81-16,-3-1 25 0,0 0-253 0,-4-1 145 0,3-1 72 0,-2 1-855 0</inkml:trace>
  <inkml:trace contextRef="#ctx0" brushRef="#br0" timeOffset="91355.46">20522 1947 959 0,'0'3'0'0,"2"2"0"0,-1 2 0 0,3 2 0 0,0 2 0 0,2 5 0 0,1 3 0 0,-1 7 0 0,0 3 0 0,-1 4 1098 0,1 2-529 0,-3 6-264 15,-1 3-65-15,1-7-105 0,-2 1-48 0,-1-7-59 16,0-2 12-16,0-5 1 0,0 1 10 0,0-13-40 16,0-7 0-16,0-4 29 0,0-1 1 0,-4 0 114 15,3-9-47-15,0-13-96 0,1-6-12 0,0-5 0 16,5-4 0-16,6-2 0 0,6-8 0 0,0 7 0 15,3 1 0-15,5-2 0 16,1 4-4-16,2 3-4 0,7-5 20 0,-1 11-45 16,2 4 13-16,2 4 1 0,0 8 0 0,-3 5 59 15,2 4-36-15,-10 3-32 16,-4 1 25-16,-4 11 81 0,-4 1-78 0,-2 0 0 16,1 1 0-16,-9-3 0 0,-1-1 0 0,-2-1 0 0,-1-6 0 0,1 3 0 15,-2-4 0-15,0-2 0 0,0 0 0 0,0 0 0 16,-5 0 0-16,1-9 0 0,2-2 0 0,-1-1 0 15,-2 1 0-15,4 2-339 0</inkml:trace>
  <inkml:trace contextRef="#ctx0" brushRef="#br0" timeOffset="105766.56">21273 9758 1494 0,'-10'0'0'0,"0"-2"0"0,0 1 0 0,4-2 0 0,2 3 0 0,1 0 443 0,3 0-202 0,0 0-93 15,0 0 438-15,6 6-274 0,8 5-137 0,3-4 47 16,3 6-92-16,4-3-37 0,-1-1-9 0,2 1-81 15,0 0-3-15,2-3 0 0,-3 0 0 0,3 3-50 16,-4-4-69-16,-4-2 79 0,1 2 39 0,-3-3-754 16,-4 2 393-16,2 0 92 15</inkml:trace>
  <inkml:trace contextRef="#ctx0" brushRef="#br0" timeOffset="105989.79">21281 10033 1822 0,'-19'7'0'0,"4"1"0"0,4 4 0 0,-1 2 0 0,12-6 0 0,0-3 487 0,0 1-225 16,13-3-112-16,6 0-57 0,7-1 684 15,1-2-437-15,3 0-340 0,1 0 0 0,-3 0 0 94,3 0 0-94,2 0 0 0,-7 0-72 0,0 0-299 0,0 0 204 0,-4 2-1031 0,1 1 614 0</inkml:trace>
  <inkml:trace contextRef="#ctx0" brushRef="#br0" timeOffset="107483.29">13449 11070 1186 0,'-13'0'0'0,"2"0"0"0,0 0 0 0,0 0 0 0,2 0 0 0,3 0 0 0,0-2 0 0,1-1 0 0,2 3 412 0,-2-1-178 0,5 1-102 0,0 0 260 0,0 0-178 46,0-2-87-46,0 2 160 0,0-1-115 0,2 0-72 0,2 1-31 0,3-1 82 0,1-2-56 16,1 1-29-16,3-1 9 0,0 2 115 0,4-2-161 0,0 0-29 0,4 1 0 0,3 0 0 0,5-3 0 0,-1 0 0 16,7 2 0-16,0-3 0 0,6 3 0 0,3-4 0 15,12-3 0-15,1 3 0 16,6-2 0-16,7 1 0 16,5 0 0-16,5-1 0 0,14 2 0 0,-12-3 0 15,6 2 0-15,-1-3 0 0,1 1 0 0,-1-2 0 0,4 0 0 0,-18 2 0 16,-5 2 0-16,-5 0 0 0,-4 2 0 15,-7 1 0-15,4 2 0 0,-21 2 0 16,-3 1 0-16,-6 0 0 0,-4 0 0 0,-5 0 0 0,-1 0 0 0,-10 0 0 16,0 0 0-16,-4 0 0 0,-1 0 0 0,0 0 0 93,0 0 0-93,0 0 0 0,0 0 0 0,-6 0 0 0,2 0 0 0,1-1 0 0,-2-4 0 0,3 1 0 0,0-1 0 0,0 0 0 0,0 1-324 0,-1-2 105 0,3 6 86 0</inkml:trace>
  <inkml:trace contextRef="#ctx0" brushRef="#br0" timeOffset="108639.1">15812 11189 1711 0,'-20'-6'0'0,"4"1"0"0,0-1 0 0,1 3 0 0,0-1 0 0,1-3 0 0,5 3 0 0,4-2 248 0,2 5-105 0,3-4-52 0,0-1 131 16,0 4-97-16,0-3-43 31,6 1 0-31,6 1 193 0,-1 0-119 0,5-1-49 0,0 2-39 0,2 2 165 0,-1 0-97 0,5 0-49 16,1 0 78-16,4 0-165 0,-5 0 0 0,3 0 0 15,1 6 0-15,2-3 0 0,0 0 0 0,7 1 0 32,-6-2 0-32,4 3 0 0,1-4 0 0,1 4 0 0,3-2 0 0,5 0 0 15,-8 2 0-15,4-2 0 0,1 1 0 0,-2-1 0 0,-1-1 0 0,10 1 0 16,-12-2 0-16,1 2 0 15,-1-3 0-15,1 3 0 0,-2 0 0 0,5-2 0 0,-8 0 0 16,1 2 0-16,-1-1 0 0,0 2 0 47,-1-3 0-47,7 2 0 0,-7 0 0 0,-1-2 0 0,2 3 0 0,0-3 0 0,0 3 0 0,8-3 0 0,-8 3 0 0,0-1 0 0,2 0 0 0,1-1 0 16,1 1 0-16,5 0 0 0,-7-2 0 0,4-1 0 15,1 0 0-15,1 0 0 0,4 0 0 0,6 0 0 16,-6 0 0-16,1 0 0 15,2 0 0-15,1 0 0 0,3 0 0 0,6 0 0 0,-9 0 0 0,3 0 0 16,4 0 0-16,0 0 0 16,11 0 0-16,-10 0 0 0,2 0 0 0,1 0 0 31,1 0 0-31,2 0 0 0,7 0 0 0,-8 0 0 0,-1 0 0 0,3 0 0 0,-2 0 0 16,3 0 0-16,9 0 0 0,-15 0 0 0,0 0 0 0,4 0 0 15,-1 0 0-15,3 2 0 0,8 0 0 0,-12-1 0 16,-1 2 0-16,3-1 0 0,-1-2 0 0,1 1 0 47,11-1 0-47,-13 0 0 0,2 0 0 0,1 0 0 0,2 0 0 0,-1 0 0 0,9 0 0 0,-15 0 0 0,2 0 0 0,4 0 0 15,-1 0 0-15,3 0 0 0,5 0 0 0,-11 0 0 16,1 0 0-16,0 0 0 0,1 0 0 0,1 0 0 16,10-1 0-16,-11-1 0 15,1 2 0-15,1-3 0 78,3 2 0-78,-3-1 0 0,12-4 0 0,-14 4 0 16,1-1 0-16,2 0 0 0,-1 0 0 0,0-1 0 0,7 3 0 0,-14-1 0 0,-3 2 0 0,2 0 0 0,-1 0 0 0,1 0 0 0,5 0 0 0,-14 0 0 0,-1 0 0 0,2 3 0 0,-4-1 0 0,-1 3 0 0,3-5 0 0,-13 0 0 0,0 0 0 0,-5 0 0 0,-2 0 0 0,0 0 0 16,-10 0 0-16,-5 0 0 0,-6 0 0 0,0 0 0 15,-3 0 0-15,-1 0 0 16,0 0 0-16,0 0 0 0,-1-3 0 0,-3 1 0 15,0-1 0-15,-1-1 0 0,2 3 0 0,-2-3 0 16,-2 3 0-16,5-1 0 0,-3 2 0 0,1 0 0 16,-1 0 0-16,2 0-355 0,-2 10-196 0</inkml:trace>
  <inkml:trace contextRef="#ctx0" brushRef="#br0" timeOffset="112807.08">22666 9537 1067 0,'-6'-7'0'16,"3"-1"0"-16,0 1 0 0,1-2 0 0,1 1 0 0,-2-4 0 0,0 2 0 0,1-3 73 0,1 0-36 0,1-2 0 0,0-1 346 0,-1-4-164 31,1 1-95-31,0-1-42 15,-1-1-1-15,-1-2-44 0,1 4 1 0,-4-4-16 0,-2 5-10 0,3 1 26 0,-4 3-1 0,-1 0 37 16,0 3-1-16,-2 0-26 16,0 6-10-16,-3 1 34 0,0 4-33 0,-3 0 8 93,2 2 40-93,-3 9-15 0,1 7-10 0,1 4 13 0,1 9 0 0,1 3-37 0,4 7 0 0,-1 7 10 0,8 0-10 0,2 3 1 0,1 3-1 0,0 4 114 0,0 4-56 0,4 13-20 0,7-4-2 0,2-1-36 0,-2 7 0 0,-1 1 0 0,-3-3-66 0,-1 5 43 0,-5-18-10 0,-1-3-50 16,0-6 42-16,0-2 11 0,-7-5-1 0,-6 2-25 0,1-16-5 0,-1-5 21 16,-1-6 19-16,2-3-47 0,1-4 43 0,-5-3-14 15,7-9-249-15,-2-2 118 16,3 0 63-16,1 0 25 0,3-6-265 0,1-7 121 16,3-4 83-16,0-5-621 0,5-1 346 0</inkml:trace>
  <inkml:trace contextRef="#ctx0" brushRef="#br0" timeOffset="113063.12">22769 10322 2568 0,'0'11'0'0,"0"4"0"0,0 2 0 0,0 1 0 0,2 0 0 0,1 5 0 0,1-7 0 0,6 1 0 0,-2-4 261 0,4-2-112 0,4-2-55 0,-1-3-114 0,4-6 23 16,-2 0 1-16,1-1-80 0,0-9 57 0,-1-6 28 0,-1-2 9 0,-7-1-181 15,-3 0 100-15,-4-1 50 63,0-1 25-63,-2 4-67 0,0-3 47 0,-8 6-76 0,-3 0 174 0,-4 1-73 0,2 2-1 0,-3 4-57 0,0-1 134 0,1 3-46 0,0 3-24 0,0 0-278 0,1 1 127 0,3 1 73 0,-3-2 20 0,5 2-260 16,1 0 132-16,1-3 73 0,3 3 38 0</inkml:trace>
  <inkml:trace contextRef="#ctx0" brushRef="#br0" timeOffset="113267.38">22884 9351 2098 0,'-9'-6'0'0,"-3"-3"0"0,7 5 0 0,0 1 0 0,5 1 0 0,0 2 0 0,1 0 0 0,11 0 430 0,8 0-201 0,3 0-96 15,7 0 213-15,-1 0-155 0,4 0-76 0,3 2-294 16,-6 1 104-16,2-1 56 0,1 0 28 0,0 1-601 16,-3-3 315-16,2 4 167 0,-7-2 69 0,-5 1-810 15</inkml:trace>
  <inkml:trace contextRef="#ctx0" brushRef="#br0" timeOffset="113561.24">22983 9503 1686 0,'0'0'0'0,"0"1"0"15,0 1 0-15,0 0 0 0,0 1 0 0,4 1 0 0,5 3 0 0,1 0 0 0,1 3 197 0,0 0-80 0,1 2-39 0,-2 2-128 0,-3 3 44 0,0 1 10 16,-7 0 34-16,0 3-93 0,0-2 46 0,-5 3 0 16,-11-1 57-16,-4-1 110 0,-2-4-60 0,-3 0-30 15,-2-4 88-15,2-1-59 16,-3-3-20-16,6-2 233 0,3-3-136 0,5 0-68 15,5-3-34-15,2 0 205 0,4 0-111 0,3 0-68 16,2 0-63-16,13 0-35 0,7-5 0 0,3 1 0 16,6 0 0-16,-1-3 0 0,3 3 0 0,-1-2 0 15,-1 4-175-15,1-3-22 0,2 2 126 0,-6 0 32 16,-3-2-370-16,3 3 141 16,-7-2 124-16,0 1-564 0,1-1 325 0,-7-1 177 0</inkml:trace>
  <inkml:trace contextRef="#ctx0" brushRef="#br0" timeOffset="113778.94">22800 8995 1844 0,'2'0'0'0,"0"-2"0"0,1-4 0 0,6 3 0 0,7 0 0 0,4-2 0 0,3 0 0 0,10 2 194 0,1-1-79 0,5 1-38 0,2-2 0 0,-1 3-40 0,1-1 10 0,-7 2 94 0,-6 1-512 0,-5 0 205 0,-3 0 101 0,-8 1-724 0</inkml:trace>
  <inkml:trace contextRef="#ctx0" brushRef="#br0" timeOffset="113968.56">22986 9001 1049 0,'-6'6'0'0,"1"4"0"0,-1 1 0 0,2 3 0 0,0 2 0 0,1 4 467 0,0 1-219 0,1 3-105 16,-2-2-53-16,3 5 13 0,-2-1-33 0,-2 3 9 16,4-4-41-16,-1-2-160 0,2 0 80 0,0-5 40 15,0 0-592-15,0-4 316 78</inkml:trace>
  <inkml:trace contextRef="#ctx0" brushRef="#br0" timeOffset="114057.33">23188 9108 2175 0,'-3'0'0'16,"-3"0"0"-16,2 1 0 0,0 4 0 0,1-2 0 0,0 6 0 0,-1 0 0 0,3 5 327 0,-2 3-135 0,1 3-82 0,2 4-36 0,0 1-152 0,0 8 58 0,2 1 29 0,3 4-769 0,8 0 377 16</inkml:trace>
  <inkml:trace contextRef="#ctx0" brushRef="#br0" timeOffset="114273.19">23751 9509 2628 0,'-19'-13'0'0,"2"5"0"0,2 5 0 0,2 3 0 0,-3 1 0 0,-2 21 0 0,-5 9 0 0,5 11 295 16,0 10-130-16,2 5 374 0,3 11-252 0,7 9-270 15,5 15-17-15,1-9 0 0,11-1 0 0,12-5 0 16,5-7 0-16,5-10 0 0,8-2 0 0,-1-19-28 16,1-6 16-16,6-5-942 15,-1 0 491-15,5 4 141 0</inkml:trace>
  <inkml:trace contextRef="#ctx0" brushRef="#br0" timeOffset="114995.23">24589 9571 673 0,'-5'-24'0'0,"0"3"0"0,-2-1 0 0,1-4 0 0,-1 5 0 31,1-1 0-31,-3-2 0 0,1 5 484 0,-1-5-222 0,-4-1-102 0,0 6-65 0,1 5 113 0,-5-1-84 0,1 6-42 0,0 2 143 110,-6 2-83-110,4 5-56 0,2 0-1 0,-2 5 189 0,0 9-118 0,2 3-59 0,2 5-19 0,6 2 209 0,2 6-125 0,3 4-61 0,0 7-31 0,3 6 10 0,0 6-80 0,0 2 0 0,0 4 0 0,0 5 0 0,3 0 0 0,0 7 0 0,2 17 0 0,1-13 0 0,-1 5 0 0,-1-4 0 0,0-4 0 0,-4 6 0 15,3-20 0-15,-3-5 0 0,0-5 0 0,-5-6 0 0,-5-6 0 0,-2 4 0 16,-1-20 0-16,-1-6 0 16,-1-6 0-16,1-5 0 0,-3-3 0 0,0 0 0 15,4-5 0-15,1-8 0 0,0-4 0 0,3 4-384 0,5-5 4 0,0-1 159 16,4 2 95-16,0-2-709 16,12-1 399-16,6 1 198 62</inkml:trace>
  <inkml:trace contextRef="#ctx0" brushRef="#br0" timeOffset="115177.67">24594 10335 2231 0,'0'7'0'0,"-3"0"0"0,-2 4 0 0,3 1 0 0,0 2-1 0,2 1-3 0,0 2 419 0,0 2-192 0,0 1 58 0,6-4-129 0,3 1-59 16,6-2-30-16,1-3 14 0,3-3-42 0,1 0 9 15,-3-5-8-15,3-4-192 0,-2 0 96 0,-1 0 49 16,-2-8 24-16,1-6-108 15,-7-5 62-15,-4-3 35 0,-2 0 0 0,-3-2-19 0,0 0 0 0,0-1 14 16,-12 4 3-16,0 3-53 0,-1 2 42 0,0 1 61 16,-4 3-27-16,4 3 22 15,-2 4-44-15,0 2-211 0,3 3 103 0,0 0 63 0,1 0 5 0,5 0 40 16,-2 0 1-16,5 0-569 0,1 3-259 0,2 1 395 16</inkml:trace>
  <inkml:trace contextRef="#ctx0" brushRef="#br0" timeOffset="115666.96">24932 9452 1134 0,'0'-15'0'0,"-2"-2"0"0,-2 1 0 0,1-1 0 0,1-2 0 0,-3-1 0 0,0 1 0 0,-1 3 170 0,2 0-66 0,-4 0-34 0,0-2 80 16,-3 6-61-16,0 0-25 15,0 5-1-15,-2 2 29 0,-2 5-28 0,-2 0 10 16,0 0-6-16,-1 12 0 0,-2 8-31 0,2 7 0 15,3 2 106-15,-3 4-44 0,6 0-36 0,4 0 101 16,2-2-63-16,6-4-33 0,0 0 1 0,0 1-64 16,2-8 33-16,8-3-1 0,4-5 0 0,1-2-164 15,8-4 83-15,0-4 49 0,2-2-108 0,-2-1 61 16,1-11 38-16,-1-2 0 0,-1-3-238 0,0-1 85 31,-7 1 74-31,-2-2 8 0,-3 2-1 0,-3 2 45 16,-1 3-31-16,0 0 361 0,-4 1-159 0,-1 5-76 0,-1 3-44 0,0 2 348 15,0 1-175-15,0 0-43 16,0 7 148-16,1 7-130 0,2-1-66 0,6 3-36 0,-2 1-66 0,5 1 0 16,-1-2 0-16,4-1-239 0,1 0 71 0,-1-1 102 15,2 0 52-15,2 0-770 0,0-3 388 0,-2-2 125 16,0 1 119-16,-1-4-584 0</inkml:trace>
  <inkml:trace contextRef="#ctx0" brushRef="#br0" timeOffset="116194.72">25213 9951 2077 0,'-13'0'0'0,"3"0"0"0,4 0 0 0,0 0 0 0,6 3 0 0,0 6 0 0,12 1 0 0,8-1 264 0,6 2-115 0,4-3-47 0,2 1-28 47,4-5 0-47,1-2-38 0,1 1 0 0,-1-3-72 0,7 0 45 0,-10 0-10 0,-2-3-50 0,-2-6 44 16,-5-1-1-16,0-5 53 0,-10 2-95 0,-5-2 43 0,-4 0 13 0,-4-2-11 0,-2-1-13 0,0-1 3 15,-9-1-13-15,-4 2 76 16,-4 1-49-16,-2-2 4 0,-1 2 7 0,-3-1 39 16,4 8-15-16,-5 1 0 0,0 4 42 0,0 5-29 15,-2 0 14-15,-5 3 52 0,3 14-41 0,0 8 0 16,-1 10-31-16,1 7 111 0,3 6-57 0,4 8-21 15,10-1-9-15,7-1 175 0,4 6-240 0,3-4 0 16,16 0 0-16,8 0 0 0,3-16 0 0,6-6 0 16,2-9 0-16,1-2 0 0,1-8 0 0,9 0 0 15,-10-12 0-15,-1-3 0 47,2-1 0-47,-3-13-317 0,-1-6-24 0,3-2 170 0,-11-2 17 0,-1 0-584 0,-4 1 352 0,-1-1 174 0,-3 0 89 0,4 0-257 0</inkml:trace>
  <inkml:trace contextRef="#ctx0" brushRef="#br0" timeOffset="116391.43">25783 9672 2366 0,'-21'-13'0'0,"1"2"0"0,0 2 0 0,10 3 0 0,4 0 0 0,3 5 0 0,3-1 0 0,0 0 0 0,2 2 415 0,12 0-194 0,6 0-92 0,3 0 151 16,0 0-122-16,6 0-61 0,1 0-21 0,-1 0-286 15,-2 0 124-15,1 0 61 0,-2 2-653 0,-3 0 357 16,5-1 187-16,-9 0 81 0,0 3-371 0,-4-4 119 16,0 1 141-16,-3-1-430 0,2 0 269 0</inkml:trace>
  <inkml:trace contextRef="#ctx0" brushRef="#br0" timeOffset="116627.65">26084 9515 1237 0,'0'-7'0'0,"0"-2"0"0,0 4 0 0,0 2 0 0,1 1 0 0,2 2 0 0,2 0 0 0,2 4 248 0,1 9-110 15,2 4-52-15,2 4 292 0,-1 4-172 0,-1 3-84 16,3 1-35-16,-4-2 113 0,2 1-83 0,-4-2-40 16,1-2-80-16,-5 0 0 15,2 0 48-15,-5-9-9 0,2-1-73 0,-2-5 37 0,0-4-1 0,0-5 79 16,0 0-33-16,-2-2-9 0,2-12 0 0,-2-6-64 16,2-3 32-16,0-5-12 15,0 4-7-15,4-4-41 0,6 2 34 0,0 2 10 31,5 1-74-31,-3-4 46 0,3 8 20 0,-1 2 1 0,1 2-257 0,0 2 124 0,0 5 68 0,1-2 13 16,-3 8-4-16,-1 1 23 0,-1 1 0 0,-1 0-673 16</inkml:trace>
  <inkml:trace contextRef="#ctx0" brushRef="#br0" timeOffset="116945.47">26412 9298 1905 0,'0'-5'0'0,"0"-2"0"0,0 2 0 0,0-2 0 0,0 1 0 0,6 3 0 0,7 1 0 0,1 0 0 0,2 0 0 0,3 2 228 0,-2 0-101 0,0 0-45 15,1 5-23-15,-3 5 7 0,-6 1-30 0,2-1 9 16,-8 5-9-16,-3-3 0 0,0 5 0 0,-5-2 0 16,-8-1-105-16,-5 3 62 15,1-6 17-15,-3-2 0 0,0 1 207 0,2-3-91 94,0-1-44-94,3-3-15 0,3 1-8 0,0-2-23 0,5-2 0 0,1 0 0 0,3 0 9 0,3 0-9 0,1 0 194 0,10 0-75 0,5-2-60 31,4 0-29-31,2-2-472 0,-1 3 216 0,3 1 114 0,1-2 55 0,0-1-904 0,-3 3 444 0</inkml:trace>
  <inkml:trace contextRef="#ctx0" brushRef="#br0" timeOffset="117678.79">26488 10108 1814 0,'-13'0'0'0,"3"-2"0"0,2-1 0 0,1-1 0 0,2 4 0 0,1-3 123 0,2 2-34 0,2-1-9 16,0 1 422-16,6 1-233 15,7 0-116-15,0 0-213 0,4 0 57 0,-2 0 15 16,0 0 1-16,0 3-571 0,1 1 298 0,-2 3 148 16,2-2 84-16,-7 1-817 0</inkml:trace>
  <inkml:trace contextRef="#ctx0" brushRef="#br0" timeOffset="117975.58">26763 9924 1523 0,'2'0'0'0,"1"0"0"0,1 0 0 0,1 6 0 0,0 5 0 0,4 6 0 0,-2 6 0 0,3 7 487 0,-2 3-229 16,0 7-111-16,-1-1-55 0,0 4 0 15,-5-3-28-15,4 4 9 0,-5-11-36 0,1-5-127 16,-2-4 64-16,0-6 31 15,0-6 1-15,0-3 40 0,-6-9-9 0,2 0 0 0,-2-5 0 0,1-12 0 16,2-9 0-16,3-3 10 0,0-3-10 94,0-4-213-94,5 0 93 0,4-6-133 0,5-1 103 15,3-3-99-15,2 5 96 0,0 1 661 0,3 0-256 0,2 5-110 0,3 2-71 0,4-2-271 0,-5 15 90 0,2 8 17 0,-2 6-1024 0,3 6 521 0</inkml:trace>
  <inkml:trace contextRef="#ctx0" brushRef="#br0" timeOffset="118391.15">27419 10019 1768 0,'-8'-15'0'0,"-3"-1"0"0,5 3 0 0,0-4 0 0,1 3 0 0,1-1 0 0,1-1 0 0,-1-2 0 0,1 8 230 0,-2-1-97 0,0 5-47 16,-1 2 95-16,-2 4-72 0,-4 0-27 0,-1 10-4 15,-3 11 1-15,1 6-42 16,-3 5 0-16,4 7 7 0,-5 4 2 0,9-4-9 16,1-1 0-16,3 0 57 0,3-1-29 0,3-7 1 15,0 5-20-15,0-12-21 0,6-5 12 0,6-5 0 16,2-6-152-16,5-6 76 0,0-1 48 0,0-1-227 16,1-19 111-16,-1-4 61 0,0-6 12 0,0-4-260 15,0-5 118-15,-1 1 80 0,0-4 5 0,-2-1-39 16,1-7 47-16,-1-3-1 0,2-12 38 0,-3 4-38 15,1-9 23-15,-1-1 1 0,0-5 51 0,-3 1-1 16,2-3-36-16,-10 25 182 0,-2 10-86 0,-2 15-44 31,0 12 1-31,-4 11 428 0,-7 5-202 0,-3 7-117 0,-3 20-17 0,0 10 113 0,-1 8-71 0,0 11-43 16,7 2-35-16,0 5 0 0,2 3-26 0,0 1 0 16,5 0 283-16,-2 9-133 15,6-13-79-15,0 1-59 0,0 0-49 0,2-6 0 16,4 0 0-16,2 5-47 0,3-20-97 0,-3-7 90 15,4-6 46-15,-3-9-721 16,1-9 319-16,2-3 185 0,-2-9 72 16,0-1 58-16,2-14 29 0,1-7-289 0,-2-8-269 0,4-7 284 0,-3-4 156 0</inkml:trace>
  <inkml:trace contextRef="#ctx0" brushRef="#br0" timeOffset="118639.25">27680 9969 1265 0,'10'-25'0'0,"-1"2"0"0,-1 5 0 0,1 4 0 0,0 1-1 0,-2 13 0 0,-1 0 184 0,-2 0-74 0,2 14-37 0,0 6 508 0,-1 6-264 0,-1 3-145 0,-2 3 217 15,1 4-176-15,-3 0-89 0,0 1-44 0,0 1-6 16,0-6-9-16,0-2-28 0,-5-2-1 0,1-4-145 16,-1-5 74-16,0 3 44 0,-2-12-8 0,1-5-64 15,-1-5 50-15,0 0 25 0,3-13 11 0,-1-5-28 16,2-7 30-16,3-4 36 0,0-6-25 0,0 5-35 16,2-6 4-16,7 0 114 15,3 4-54-15,3 5-10 16,0 0 0-16,3 2-51 0,8 0-3 0,-3 8 0 15,3 2-104-15,1 4 0 16,-2 5 64-16,1 5 27 0,3-1-525 0,-8 2 247 0,-3 0 134 0,0 6-260 16,-6 1 191-16,1 0 94 0,-2 1 39 0,-6-1-586 15</inkml:trace>
  <inkml:trace contextRef="#ctx0" brushRef="#br0" timeOffset="118821.3">28110 9627 2224 0,'7'-9'0'0,"0"1"0"0,4 3 0 0,1 1 0 0,3 4 0 0,1 0 0 0,4 15 498 0,1 8-231 0,-1 6-115 16,6 10 563-16,-6 3-640 15,-4 6-75-15,-2 4 0 0,-3 9 0 0,-8 4 0 16,-3 8 0-16,0-6 0 0,-14-1 0 0,-5 1 0 16,-4-5 0-16,-6 0 0 0,-3 6-25 0,-1-15-56 15,0-3 59-15,-5 4 29 0</inkml:trace>
  <inkml:trace contextRef="#ctx0" brushRef="#br0" timeOffset="119767.35">29304 10140 1308 0,'-12'-25'0'0,"-3"-1"0"0,2 2 0 0,2 7 0 0,-4 3 0 0,3 3 0 0,-2 2 0 0,-2 2 203 0,3 7-88 0,3 0-39 0,-2 9 81 0,3 11-61 0,-2 6-29 16,1 7 8-16,2 3-9 0,4 3 1 0,2 5-31 15,2-5 26-15,0 2-26 0,0 1 9 0,2-9-9 16,6-4 29-16,4-3-29 0,1-6 0 0,2-5-53 15,0-4 35-15,2-11-9 0,-1 0 27 0,4-11-19 16,-1-16 19-16,-1-4-10 0,3-10 16 0,-4-2-123 16,-1-4 53-16,-1-5 17 0,0-2-182 0,2-7 93 15,1-8 53-15,-2 3 12 16,-3-7-70-16,-1-2 35 0,2-2 29 0,-3-1-87 16,2-9 43-16,-4 17 13 0,-1 2 0 0,1 10 29 15,-6 15 7-15,-2 14 0 0,1 12-9 0,-2 17 279 16,0 2-133-16,-6 24-57 0,-6 7-36 0,4 12 7 15,-4 9-6-15,2 2 15 0,3 10 515 0,1 5-237 16,1 2-133-16,0 2 172 0,0 13-143 0,5-16-85 16,0 2-39-16,0-3 124 15,2-1-157-15,10-4-41 0,2 3 0 0,2-24 0 16,4-8 0-16,6-10 0 0,1-12 0 0,5-11 0 16,3-4 0-16,-7-7 0 15,5-17 0-15,-5-8 0 0,1-5 0 0,0-6-646 0,-8 2 136 0,2-4 237 47,-6 0 118-47,1-2-201 0,-4 5 160 0,1-1 71 0,-10 16 49 0,-3 8-1 0,-1 4 42 0,-1 10-1 0,0 5 511 0,-4 0-264 0,-3 9-120 0,-5 14-63 16,5 1 320-16,0 8-134 0,2 2-101 0,3 1 126 15,2-3-105-15,0 0-50 0,0-3-23 0,7 0-40 16,6-5 15-16,7 2 9 16,0-9-9-16,5-6-113 0,1-4 57 0,1-6 28 15,2-1-196-15,1 0 121 0,-2-11 26 0,-4-6 35 16,-3-3-219-16,-3-4 110 0,-1 0 14 0,-1-8 33 15,-9 2 7-15,0-2 0 0,-4-2 21 0,-1-3 16 16,-2-3-12-16,0-7-9 0,-5 4 9 0,-9-2-31 16,0 3 1-16,-5 1 30 0,-1 4-34 0,-3 3 1 15,-2 17 33-15,-1 6 0 16,-1 8 168-16,-2 3-81 0,4 0-40 0,-6 11 311 16,12 7-158-16,3 5-84 0,5 3-28 0,3 3 314 15,4 0-156-15,3 2-78 0,1-3-53 0,7 0 80 16,6-2-61-16,5 1-31 0,3-4-58 0,6 2-9 15,0-8 0-15,7 0 0 0,5-4-452 0,4-2 165 47,10-1 171-47,-1-5-1052 0,4-5 566 0,-4 0 284 0</inkml:trace>
  <inkml:trace contextRef="#ctx0" brushRef="#br0" timeOffset="119886.62">30820 10069 1609 0,'4'-9'0'0,"0"1"0"0,0 1 0 0,1 2 0 0,-3 1 0 0,-1 2 0 0,1 1 680 16,-2-1-322-16,0 2-161 0,0 0-72 0,0 0-48 16,-3 0-1-16,-3 3-222 0</inkml:trace>
  <inkml:trace contextRef="#ctx0" brushRef="#br0" timeOffset="121152.73">23615 10888 941 0,'-14'-8'0'0,"2"3"0"0,1 1 0 0,0-2 0 0,3 5 0 0,-1-3 0 0,4 2 225 0,4 2-94 0,1 0-48 0,0 0-23 0,0 0 282 16,1 0-144-16,7 0-85 0,1 0-39 0,5 0 1 15,0 0-38-15,3 0 491 16,4 2-237-16,-1-1-131 0,3 2-61 0,3-2 149 16,3 1-105-16,1-1-54 0,5 2-16 0,-2-2-52 15,1-1-21-15,4 1 0 0,1 1 0 0,4 0 0 16,7-1 0-16,-6 1 0 0,1 0 0 0,3-2 0 15,1 0 0-15,2 0 0 0,7 0 0 0,-7 0 0 16,1 0 0-16,1-2 0 0,3-3 0 0,-2 1 0 16,10-2 0-16,-13 2 0 0,-3 1 0 15,3 1 0-15,-2 1 0 0,-2 1 0 16,6 0 0-16,-11 0 0 0,-1 0 0 0,-2 3 0 16,-2 0 0-16,3 0 0 0,3 0 0 0,-8-3 0 15,0 0 0-15,2 0 0 0,2 0 0 0,4 0 0 16,-4-2 0-16,1-2 0 0,2-1 0 0,1 0 0 15,-2 3 0-15,5-4 0 16,-6 3 0-16,-2-1 0 0,1 4 0 0,-1-2 0 0,0 0 0 0,5 1 0 16,-7 1 0-16,0 0 0 0,0 0 0 15,1 0 0-15,1 0 0 0,5 0 0 47,-7 0 0-47,0 0 0 0,1 0 0 0,2 0 0 0,-2 0 0 0,4 0 0 0,-4-2 0 0,0 0 0 0,-1 0 0 16,0-1 0-16,0 0 0 0,5 1 0 0,-11 1 0 0,3-1 0 15,-2-2 0-15,-3 2 0 16,4-1 0-16,2 3 0 0,-6-4 0 0,-4 3 0 0,5-3 0 0,-2 1 0 16,2 0 0-16,6 2 0 0,-9-4 0 0,4 4 0 15,-1-2 0-15,1 1 0 0,0 0 0 0,5-1 0 16,-5 1 0-16,-2 0 0 0,-1 1 0 0,2 1 0 16,-2 0 0-16,7 0 0 0,-9 0 0 0,4-1 0 15,-2 1 0-15,4 0 0 16,-3 0 0-16,7-3 0 15,-5 3 0-15,-1 0 0 0,3 0 0 0,-2 0 0 0,1-3 0 16,3 2 0 15,-7 1 0-31,1-2 0 63,-2 2 0-63,-3 0 0 0,6-1 0 0,-7 1 0 0,-2 0 0 0,-1 0 0 0,1 0 0 0,0 0 0 0,1 0 0 0,-3 0 0 0,-1 1 0 0,2 1 0 0,1-1 0 0,-1 2 0 0,3-3 0 0,-2 0 0 0,-2 0 0 0,2 0 0 0,0 0 0 0,-3 0 0 0,7 0 0 0,-8 0 0 47,1 0 0-47,-1 0 0 0,-2 0 0 0,-4 0 0 0,7 0 0 0,-7 0 0 0,0 0 0 0,1 0 0 0,-4 0 0 0,4 0 0 0,-2 0 0 15,-2 3 0 79,-1-2 0-94,0 0 0 0,-2 1 0 0,0 0 0 0,-1 0 0 0,-1-1 0 0,-1-1 0 0,-1 0 0 0,0 2 0 0,0-2 0 0,0 0 0 0,0 0 0 0,0 0 0 0,0 0 0 0,0 0 0 0,0 0 0 0,0 0 0 0,-1 0 0 0,-1 0 0 0,2 0 0 0,0 0 0 0,-1 0 0 16,1 0 0-16,0 0 0 0,0 0 0 0,-2 0 0 0,-1 0 0 0,2 0 0 15,-2 0 0-15,-1 0 0 0,-2 0-65 0,-3 0-1 0</inkml:trace>
  <inkml:trace contextRef="#ctx0" brushRef="#br0" timeOffset="127550.62">13592 11968 898 0,'-31'0'0'0,"10"0"0"0,6 0 0 0,3 1 0 0,7 6 0 0,5 0 0 0,0 0 0 0,0-1 488 0,13-1-224 0,6-1-113 0,5-4-57 0,2 0 222 0,7 0-130 0,-2 0-78 0,-3 0 6 0,3-6-38 0,-3 0 1 0,1-3-39 0,0 4-243 0,-8-1 116 0,-1 1 65 0,0 1-575 47,-6 4 319-47,-1-2 133 0,0 2 29 0</inkml:trace>
  <inkml:trace contextRef="#ctx0" brushRef="#br0" timeOffset="127702.71">13561 12269 1478 0,'-11'0'0'0,"3"1"0"0,4 1 0 0,2 2 0 0,2-1 0 0,0-1 0 0,4 1 0 0,9 0 0 0,7-3 554 0,3 0-257 0,1 0-120 0,2 0 70 0,1 0-104 0,0 0-52 0,1 0-452 0,-2 0 199 0,5 0 111 0,-4 6 39 0,1-1-792 0,0 2 404 0</inkml:trace>
  <inkml:trace contextRef="#ctx0" brushRef="#br0" timeOffset="128109.72">14519 11751 1382 0,'0'-12'0'0,"0"2"0"0,0 0 0 0,0 1 0 0,0 2 0 0,-3 4 0 0,-3-1 0 0,-1 4 0 0,-2 0 429 0,-2 0-185 0,0 4-107 0,-4 8-49 0,-1 5 209 0,-2 2-129 0,-2 5-64 0,0 1-22 0,2 4-10 0,1 0-33 0,0 5 1 0,4 0-1 0,0 5 1 0,0 4 9 0,6-4-9 0,6 5 0 0,1 0-1 0,0 4 1 0,4 0-1 0,11 3 11 0,7-10-11 0,1-2 1 0,5-1 47 0,3-9 0 0,2 0-48 0,5 1 11 0,-5-11-794 0,3-7 366 0,-1-1 130 0,0-5-639 0,0-1 424 0</inkml:trace>
  <inkml:trace contextRef="#ctx0" brushRef="#br0" timeOffset="129336.15">13503 12068 1378 0,'-12'-3'0'0,"3"-1"0"0,-3 1 0 0,8 1 0 0,2 1 0 0,0 0 0 0,2 1 0 16,0 0 0-16,2 0 224 0,8 0-98 0,2 0-43 0,5 0 309 0,2 4-177 0,1 3-88 0,5-1-35 0,-2-1 256 15,4 4-155-15,-3-4-77 0,2 2-39 0,0-2 112 0,6 2-66 0,-7-2-47 47,1 1 96-47,-1-3-172 0,2 0 0 0,-1-3 0 0,-4 3 0 0,-1-3 0 0,-5 0 0 0,1 0 0 0,-4 0 0 0,0 0 0 0,-6 0 0 0,-2 0 0 63,-4-3 0-63,1 0 0 0,-2-5 0 0,0 2 0 0,0-1-222 0,0 2 111 0,0-2-298 0,-3-1 186 15,-2 1 86-15,3 0-578 16,-3 4 343-16,2-1 167 0,0 4 83 0</inkml:trace>
  <inkml:trace contextRef="#ctx0" brushRef="#br0" timeOffset="132654.82">15113 11836 1257 0,'0'-14'0'0,"0"2"0"0,0-1 0 0,0 2 0 0,0-3 0 0,0 1 0 0,0-1 0 0,0 1 0 0,0-5 108 0,0 1-35 0,0-1 144 0,0 1-94 0,0-2-43 0,0 1 1 0,0 1 31 0,0-2-37 0,0-1 9 0,0 5-45 0,-1 1 93 0,-5 0-47 0,1 3 0 0,-3 3-47 0,0-1 106 31,-2 7-58-31,-2 0 1 0,2 2 28 0,-5 0-38 0,3 4 1 0,-4 8-1 16,4 4-9-16,0 4-30 0,3 1 1 0,-2 2 91 0,3 6-36 0,2 2-9 47,3-2-47-47,2 4 148 0,1 2-186 0,0 1 0 0,0 7 0 0,0-6 0 0,1 4 0 0,4 2 0 16,1 3 0-16,2 1 0 0,-2 9 0 0,3-12 0 0,-4 5 0 0,1-2 0 46,-1-2 0-46,-2 2 0 0,0 5 0 0,-1-11 0 47,-2-4 0-47,0-1 0 0,0 0 0 0,0-4 0 0,0 4 0 0,-2-9 0 0,-2-1 0 0,-1-9 0 16,-1 2 0-16,-2-4 0 109,-3-1 0-109,0-7 0 0,0-1 0 0,1-6 0 0,-2 0 0 0,-1 0 0 0,-1 0 0 0,0 0 0 0,1-6 0 0,3-3 0 0,-3-5 0 0,3 1 0 0,1-2 0 0,2 0 0 0,3-2-36 0,2 4-116 0,1-5-409 0,1 5 261 0,0-4 121 0,0 5-580 0,6 1 361 0,3 0 179 0</inkml:trace>
  <inkml:trace contextRef="#ctx0" brushRef="#br0" timeOffset="133937.22">13676 12044 353 0,'-7'-4'0'0,"0"1"0"0,1-1 0 0,1 2 0 15,0-3 0-15,0 5 89 0,0-1-26 0,-2-5 11 16,3 6-36-16,-1 0 79 0,1-2-40 0,-3 2 1 16,4 0-40-16,-2 0 49 0,4 0-9 0,-2 0-40 15,2 0 103-15,1 0-51 0,-3 0-26 0,3 0 10 16,0 0 53-16,0 0-44 15,0 0 0-15,0 0 84 0,0 0-64 0,5 0-23 16,3 0-9-16,2 0 93 0,0 0-62 0,3 0-33 0,3 0 11 0,-1 0-2 16,4 0 0-16,1 0-39 0,1-1 26 0,0-1-26 15,4 1 9-15,-5-2-10 16,2 3-41-16,0-2 0 0,-2 2 41 0,-3 0-73 16,5 0 47-16,-8 0-11 0,-2 0 38 0,-2 0-79 15,-2 0 23-15,-1 0 0 0,-1 0 16 0,-4 0 56 16,1 0-50-16,-3 0 10 0,0 0 29 0,-5 0 0 15,-1 0-31-15,-3 0-47 94,-4 0 1-94,0 0 47 0,1 0 4 0,-6 0-3 0,1 0 15 0,-2 0 2 0,2 0-14 0,-3 0 0 0,-2 0 19 0,3 5-17 0,-3-2 11 0,-1 0-232 0,4 0 99 0,-1 1 23 0,-2-1 116 0,5 0-1 0,-5 0-49 0,7-1 18 0,1 0 93 0,3-2-38 0,0 1-27 0,5-1 3 0,-2 0 3 0,6 0 9 47,2 0-32-47,0 0 73 0,0 0-31 0,8-1 0 0,5-6 7 0,4 1-71 0,2-1 36 0,0 2 8 0,2-1-79 0,4-1 30 0,-2 2 6 0,3 0 18 16,-2-1 14-16,-1 4-15 15,-1-2 6-15,0 4-27 0,2-3 4 0,-6 2 17 16,-1 1 3-16,0 0-72 0,-4 0 34 0,4 0 5 16,-8 0 30-16,-2 0-126 0,-2 0 58 0,-3 0 21 15,0 0-46-15,-1 0 25 0,-1 1 4 0,0-1 16 16,-3 0-10-16,-5 3 16 15,-4-3 8-15,1 0-54 0,-3 0 49 0,2 0-9 16,-4 0 8-16,5 2-24 31,-6 0 21-31,3-1-7 0,2-1 8 0,1 1 65 16,3 2-30-16,-1-3 4 0,3 2 99 0,-2-2-64 0,4 1-28 0,1 1 20 0,2-2-1 0,1 0-35 0,0 0-7 0,0 3-52 16,3-3 28-16,6 0 20 0,5 0 12 0,0 0-765 15</inkml:trace>
  <inkml:trace contextRef="#ctx0" brushRef="#br0" timeOffset="134927.06">13789 12061 644 0,'0'0'0'0,"0"0"0"0,0 0 0 0,0 0 0 0,0 0 0 0,-1 0 0 0,1 0 0 0,0 0 0 0,0 0 106 0,0 0-38 15,0 0 0-15,0 0 39 0,0 0-33 0,4 0 0 16,0 0-23-16,4 0 22 15,0 0-32-15,-2 0 0 0,4 0 0 0,-3 0-2 0,1 0 12 0,-2 0-10 16,1 0-50-16,0 0 0 0,-1 0 50 0,-1 0-209 16,0 0 102-16,0 0 45 15,-2 0 9-15,1 0-443 32</inkml:trace>
  <inkml:trace contextRef="#ctx0" brushRef="#br0" timeOffset="135877.2">15377 12526 1131 0,'0'-13'0'0,"-7"4"0"0,1-3 0 0,3 9 0 0,-1 0 0 0,1 2 0 0,2 1 256 0,-1 0-109 0,-1 7-45 0,3 9-36 0,0 3 83 15,0 4-56-15,0-2-27 0,1 1 102 0,4 1-56 0,3-2-41 0,2-7 38 94,0 3-36-94,1-5 1 0,0-2-37 0,3 0 26 0,-1-5-25 0,1-5 0 0,-3 0 0 0,2 0 16 16,-3-5-16-16,-1-7 10 0,-2-4-10 0,-3-5 23 0,-4-3-24 0,0 1 1 0,0-2-24 0,-9 0 33 0,-2 3-9 0,-4 1-40 0,-1 1 1 0,-3 5 39 0,0-1 4 0,-1 6-90 0,2 3 36 0,0 3 0 0,1 0 32 0,2 2-116 15,1 2 56-15,4 0 15 16,4 0 1-16,1 2-401 0,5 4 192 0,0 2 108 0,0-2-278 0,2 2 188 15,9-1 88 1</inkml:trace>
  <inkml:trace contextRef="#ctx0" brushRef="#br0" timeOffset="136464.49">15658 11679 1328 0,'-2'-11'0'0,"-1"2"0"0,0 0 0 0,0-4 0 0,-1 4 0 0,1-1 0 0,1 0 0 0,-1-1 0 0,-2 3 167 0,0-3-53 0,1 1-43 0,-4 2 41 16,2-1-37-16,-2 4 1 0,-2-4-37 0,0 2 91 15,0 3-50-15,-1 0 0 0,-1 1 10 0,-1 3-25 16,0 0-1-16,-2 0 34 0,4 7-10 0,-3 5-48 15,3 7-1-15,-1 3 86 0,1 4-43 0,3 6 10 16,-1-2-52-16,4 3 40 0,4-1 0 0,1-2-40 16,0-2-1-16,0 3 16 0,0-9-15 15,6-3-1-15,6-2 0 0,3-6-66 16,2-4 32-16,0 0 11 0,3-7-77 0,0 0 51 16,-1-12 13-16,3-5-106 0,-2-3 52 0,-1-4 39 15,-4 0-9-15,0 0-54 0,-3-4 28 0,-3 2-1 16,1-1 22-16,-1-2 30 0,-5 6-26 0,0 3 10 15,-3 4 108-15,1 3-51 0,-2 2-27 0,0 5-1 16,0 3 193-16,0 3-100 16,0 3-37-16,-3 10 93 0,2 8-51 0,-2-1-54 15,3 4-61-15,0 0 0 0,0 1 0 0,0-1 0 16,0 1 0-16,5-5 0 0,2 0 0 0,2-4 0 47,0 1 0-47,2-4-130 0,-1 3 64 0,2-9-564 0,-1 1 280 0,0-3 160 0,3-1 52 0,-2-3-528 0,5 1 304 0,-4-2 166 0</inkml:trace>
  <inkml:trace contextRef="#ctx0" brushRef="#br0" timeOffset="136915.94">15999 12061 2250 0,'0'7'0'0,"-3"5"0"0,2-1 0 0,1 4 0 0,0-1 0 0,0-3 0 0,3-2 0 0,6 1 0 0,5 0 288 16,0-8-130-16,5-1 7 0,1-1-63 0,1 0-31 16,0 0-1-16,4-6-62 15,-4-5 31-15,0-3 0 0,0-1 0 0,-4-1-152 0,1 0 75 0,1-4 49 16,-10 2-10-16,-1 0-113 0,-1-1 76 0,-6 2 38 15,1-1-60-15,-2-5 12 16,0 8 25-16,-10-4 61 0,-3 2 0 0,-6-4-58 125,-5 3 10-125,-4-1 29 0,3 4 2 0,-3 5-18 0,-2 3-8 0,1 6 101 0,1 1-44 0,-2 1-2 0,4 18-3 0,2 6 6 0,3 9-35 0,6 5 43 0,0 6 202 0,4 7-103 0,9-4-67 0,2 2 4 0,2 2-99 0,17-2 0 0,3-3 0 0,7 3 0 0,4-14 0 0,2-7 0 0,3-2 0 0,4-8 0 0,-3-6 0 0,6 1 0 0,-6-14 0 0,2 0 0 31,-2-2 0-31,-2-15 0 0,1-2-658 0,2-3 254 0,-11-5 188 0,-2 0 80 0,-3-2-538 0,-4 1 317 16,-2-4 159-16,-2-3-444 0</inkml:trace>
  <inkml:trace contextRef="#ctx0" brushRef="#br0" timeOffset="137089.98">16482 11754 1228 0,'-6'-3'0'0,"-3"-1"0"0,4 0 0 0,1 0 0 0,2 1 0 0,2 2 259 0,0-2-101 0,0 3-64 0,10 0-27 0,6-3 614 0,4 3-321 0,1 0-161 0,5-2 174 0,-4 2-172 0,3 0-81 0,0 0-315 16,-1 0 118-16,-1 0 57 0,5 0 40 0,-6 0-698 15,-2 0 358-15,0 0 180 0,-3 5 90 0,-1-2-785 0,2-1 363 0,-6 3 222 16</inkml:trace>
  <inkml:trace contextRef="#ctx0" brushRef="#br0" timeOffset="137372.04">16842 11604 992 0,'-1'-8'0'0,"1"1"0"0,0 2 0 0,0 0 0 0,0 4 0 0,0 1 0 0,1 0 302 0,7 3-132 0,3 11-65 16,5-1 427-16,-4 7-252 0,4 2-120 0,0 1 205 15,-1 4-163-15,-2 0-82 0,2 2-31 0,-6 0 10 16,0-3-31-16,-1 1 1 0,-2-4-30 0,-1 2-52 15,-4-10 21-15,1-2 1 0,-2-5 29 0,0-4-11 16,0-4 12-16,-2 0 9 0,-2-3 84 0,-1-15-81 16,2-5-51-16,1-4 0 15,2-3 0-15,0-3 0 0,0 3 0 0,2 0 0 16,7 1 0-16,2 2 0 0,3 1 0 0,2-5 0 31,1 10 0-31,3 4-7 0,-3 4-19 0,3 3-385 0,1 3 185 0,1 2 71 16,-4 5-241-16,-2 0 179 0,-1 0 89 0,-3 3-583 0,3 5 336 0,-2-2 158 31</inkml:trace>
  <inkml:trace contextRef="#ctx0" brushRef="#br0" timeOffset="137644.44">17252 11403 2022 0,'1'-6'0'0,"1"1"0"0,4 2 0 0,-1-1 0 0,3 1 0 0,1 1 0 0,3 2 0 0,2 0 0 0,5 0 213 0,-2 0-87 0,2 6-42 16,-1 5 0-16,1-1-36 0,-5 1-10 0,-1 1-119 16,-4 1 59-16,-3 0 31 15,-1-1 9-15,-5 3-107 0,0-4 64 0,-2-1 31 16,-8-2 1-16,-1-1 68 0,0 0 11 0,-3-2-94 16,3-3 179-16,-1 1-89 0,4-3-29 0,0 0 166 15,0 0-81-15,8 0-54 0,0 0 1 0,0 0-65 16,0 0 18-16,11-3 1 0,3 0 9 0,5-1-55 15,4 0-1-15,2 0 47 16,3 0 0-16,1 2-285 31,4-1 152-31,-4 1 62 0,1 2-696 0,0 0 328 0,-5 0 187 0,2 2-647 0</inkml:trace>
  <inkml:trace contextRef="#ctx0" brushRef="#br0" timeOffset="137918.63">17513 12085 3134 0,'-12'0'0'0,"3"0"0"0,5 0 0 0,-2 0 0 0,3 0 0 0,3 0 0 0,0 0 0 0,0 0 0 0,3 0 0 0,8-3 0 0,1 1 0 0,1 1 0 0,1 1 0 0,-2 0 0 0,0 0 98 0,1 0-21 0,-1 0-10 0,-3 0-31 0,2 0-1303 0</inkml:trace>
  <inkml:trace contextRef="#ctx0" brushRef="#br0" timeOffset="138125.04">17758 11866 1650 0,'0'1'0'0,"0"1"0"0,2 4 0 0,-1-1 0 0,1 4 0 0,3 3 0 0,2 8 0 0,1 2 631 0,0 7-297 0,1 4-149 0,2 6-75 0,-2 7 80 0,-2-5-82 0,-3 0-36 0,-2 2-13 0,1-6-1 0,-3 0-22 0,0 0-75 0,0-13 33 0,0-8-1 0,0-6 43 0,-5-6-87 0,2-4 43 0,2 0 10 0,-1-3 34 0,2-16-13 16,0-5 12-16,0-6-45 0,6-5 1 0,8-4-86 15,-1 0 50-15,4-1 19 0,0 3-78 0,3-1 48 16,2 5 27-16,3-5-119 0,-4 9 69 0,2 4 24 15,2 6 0-15,-1 5-314 16,4 1 158-16,-8 12 91 0,4 1 43 0,-2 5-580 16</inkml:trace>
  <inkml:trace contextRef="#ctx0" brushRef="#br0" timeOffset="138548.18">18492 12056 1118 0,'-13'-12'0'0,"1"-1"0"0,1-4 0 0,1 6 0 0,2-2 148 0,-2 2-56 0,2 1-29 0,0 3 483 15,-4 2-246-15,3 5-137 32,-4 0-64-32,-1 7 182 0,-3 14-122 0,3 8-63 0,-4 4-21 0,5 5 8 0,2 0-24 0,0 1 1 0,4 3-5 0,5-6-20 15,-2 5 9-15,4-9-90 16,0-6 41-16,8-2 0 0,5-7 40 0,6-6-109 31,2-2 64-31,0-9 18 0,5 0-13 0,2-15-274 0,0-9 141 0,0-3 41 0,2-7 9 0,-5 1-207 0,-2-4 130 0,-4 2 65 16,1-6-22-16,2-4 34 0,-10 1 9 0,2-2 67 15,-4-5-1-15,-4-1-22 0,0-6 0 0,1-7 28 16,-5 9 9-16,-1 3-37 0,-1 6-1 0,0 8 69 31,-1 13-35-31,-9 3-8 0,-1 20-14 0,-1 3 498 0,0 2-206 0,1 19-130 0,-1 8 302 0,1 6-193 16,3 5-111-16,-1 6 201 0,4 3-195 0,2 1-142 15,0 1 0-15,1 8 0 16,2-11 0-16,0 2 0 0,0-1 0 0,2-1 0 0,8 0 0 0,2 6 0 16,2-15 0-16,1-3 0 15,1-2-49-15,1-4-9 16,-1-3-822-16,4-1 416 0,-3-13 210 0,0-5-568 0,0-7 393 0</inkml:trace>
  <inkml:trace contextRef="#ctx0" brushRef="#br0" timeOffset="138804.32">18921 11937 2256 0,'0'-15'0'0,"0"3"0"0,0 3 0 0,0 4 0 0,0 5 0 0,0 1 0 0,0 18 0 0,0 7 613 0,3 7-289 0,1 5-135 16,-1 3-81-16,0 2 124 0,-1 0-98 0,1-1-59 16,-1 4-75-16,-1-7 0 31,0-2 0-31,0-2 0 0,2-5 0 0,-1-2 0 0,-2-4 0 0,0-13-60 0,0-4-11 0,0-7 54 0,0 0 25 0,0-9-8 15,0-10-18-15,0-7-3 16,0-8-33-16,0-2 80 0,9-3-35 0,3-2-6 16,7-3-9-16,0 4 14 0,2 4-6 0,6 6-25 15,1-4 15-15,1 8 17 0,7-3 30 0,-3 14-474 16,2 6 214 0,-4 3 97-16,1 6 56 0,0 0-718 0,0 0 376 0</inkml:trace>
  <inkml:trace contextRef="#ctx0" brushRef="#br0" timeOffset="139219.43">19539 11679 1617 0,'-2'-9'0'0,"1"1"0"0,1 2 0 0,0 6 0 0,6 0 0 0,8 16 0 0,3 8 318 0,1 5-141 0,2 8-60 16,-3 4 441-16,-3 7-260 0,0 6-131 0,-6 5 42 15,-7 9-87-15,-1 9-33 0,0-11-9 0,-15-2-139 16,-4-5 47-16,-4-4 25 0,-2-8 0 0,-3-1-399 16,3-13 206-16,1-6 109 0,-2-3-697 15,6-4 386 16,0-6 84-31</inkml:trace>
  <inkml:trace contextRef="#ctx0" brushRef="#br0" timeOffset="139623.92">20511 11676 1112 0,'-15'-17'0'0,"-4"1"0"0,4 9 0 0,-1 7 0 0,-9 0 0 0,0 17 531 16,-6 14-247-16,-5 11-115 0,5 9-70 0,3 8 611 16,3 6-337-16,5 9-168 0,9 5 243 0,3 10-448 15,8-13 0-15,3-2 0 0,15-9 0 0,11-7 0 16,1-7 0-16,9 3 0 15,-2-21-203-15,2-1 91 32,3-3 75-32</inkml:trace>
  <inkml:trace contextRef="#ctx0" brushRef="#br0" timeOffset="140131.4">21435 11736 1285 0,'-11'-21'0'0,"-4"-4"0"0,7 5 0 0,0 0 0 0,-1-2 0 0,1-2 0 0,0-1 0 0,-1-3 0 0,-2 7 0 0,2 1 0 0,1 2 0 0,-3 4 118 0,2 7-41 0,-2-1 10 0,-2 6 84 0,4 2-67 0,-1 7-33 0,-2 12 0 0,3 9 145 0,-1 8-80 0,4 9-54 0,1 6 1 0,3 7 70 0,0 9-58 0,2 4-28 0,0 9 269 0,0-6-154 31,0 2-72-31,0 2 155 0,0 1-113 0,2 1-82 0,-2 3-70 0,2-23 0 0,-2-4 0 0,0-6 0 16,-2-8 0-16,-6-4 0 0,-6 1 0 0,-2-19 0 15,-2-4 0-15,-1-1 0 16,-1-10 0-16,-1-2 0 0,-1-2 0 0,4-1 0 0,-1-1 0 0,4-10-88 15,5-1-265-15,-2-2 174 0,7-2 43 16,5-5-729-16,0-3 414 0,1-2 206 16,11-4 104-16</inkml:trace>
  <inkml:trace contextRef="#ctx0" brushRef="#br0" timeOffset="140384.81">21443 12465 1096 0,'0'15'0'0,"0"6"0"0,2-1 0 0,4-3 0 0,-3 4 0 0,5-1 770 0,1-1-367 0,5 3-173 16,0-5 90-16,5-3-141 0,1-4-71 0,2-3-35 16,1-3-9-16,3-2-17 0,0-2-9 0,-6-3-248 15,2-12 125-15,-5-2 61 0,-4-6 31 0,-2 0-141 16,-7 1 82-16,-4-2 44 0,0 1 1 0,-4 3-43 16,-7-4 30-16,-4 2-60 0,0 5 193 0,-4 2-79 15,0 1-26-15,1 4 67 0,0 2-42 0,-2-1-5 16,4 4 0-16,0 5-39 0,5 0 23 0,0 0 43 15,5 0-34-15,-3 0-360 16,7 0 171-16,2 3 81 0,0 1 44 0,0 2-600 16,12-5 302-16,4-1 142 0</inkml:trace>
  <inkml:trace contextRef="#ctx0" brushRef="#br0" timeOffset="140571.54">21688 11810 2438 0,'-13'0'0'0,"3"0"0"0,2 0 0 0,3 0 0 0,5 0 0 0,0-1 0 0,9-1 0 0,10-3 0 0,11 0 0 0,1-2 719 32,7 0-332-32,1-1-179 0,-1 1-226 0,0 1 27 0,-1-1 1 0,0 0-678 0,4 3 361 0,-12-1 168 0,-1 3 88 0,-5 2-937 15,-7 0 493-15</inkml:trace>
  <inkml:trace contextRef="#ctx0" brushRef="#br0" timeOffset="140850.72">21815 11907 1901 0,'0'0'0'0,"-3"0"0"0,-1 0 0 0,2 0 0 0,2 0 0 0,0 0 0 0,0 2 0 0,4 0 0 0,9 3 0 0,1 0 296 0,3 0-130 0,-1 4-44 0,0-1-48 0,-5 4 1 16,2-1-38-16,-3 2-107 31,-5 1 53-31,0 3 36 0,-5-1-8 0,0 1 114 0,-5-2-44 0,-10 2 0 0,-1-2-44 0,-3 1 116 16,-3-5-62-16,3 1-28 0,2-3 288 0,1-4-158 15,6-1-77-15,-2-1-90 16,12-2-26-16,0-1 0 0,7 0 0 0,13 0 0 16,7 0 0-16,6-1 0 0,1-6 0 0,4 2 0 0,0-2 0 0,1-1 0 15,3-1 0-15,0-1-236 16,-9-2 38-16,-4 5 109 0,-5-6-794 0,-1-1 423 15,-10 3 212-15,1-5-489 0</inkml:trace>
  <inkml:trace contextRef="#ctx0" brushRef="#br0" timeOffset="141059.7">21769 11286 2696 0,'0'6'0'0,"0"-2"0"0,-2-3 0 0,2 5 0 0,0-3 0 0,2-1 0 0,8-2 0 0,9 0 0 0,5 0 0 0,4 0 0 0,0-4 255 0,4-3-109 0,0 2-54 0,-2-2-27 0,2 1-526 0,-2 3 260 0,-9 2 114 0,-5-2 63 0,-5 3 31 0</inkml:trace>
  <inkml:trace contextRef="#ctx0" brushRef="#br0" timeOffset="141197.24">21867 11285 1648 0,'-5'4'0'0,"-4"7"0"0,3-2 0 0,-3 5 0 0,5-2 0 0,1 7 0 0,0 0 353 0,-2 5-148 0,4 1 111 0,-3-1-138 0,3 2-70 16,-1 3-35-16,1-4-175 0,1 6 79 0,0-10 26 16,0-2 1-16,0-2-583 0,0-2 309 0,1-7 154 15</inkml:trace>
  <inkml:trace contextRef="#ctx0" brushRef="#br0" timeOffset="141319.19">21982 11371 1252 0,'0'1'0'0,"0"2"0"0,0 1 0 0,0 0 0 0,2 3 0 0,0 5 0 0,1 2 291 16,4 6-131-16,-1 5-144 0,3 6 22 0,1 6 0 0,4 3 0 0,1 6-350 15</inkml:trace>
  <inkml:trace contextRef="#ctx0" brushRef="#br0" timeOffset="142257.04">22683 12226 1545 0,'0'-17'0'0,"0"-3"0"0,-2-6 0 0,2 6 0 0,-1-3 0 0,1-1 357 0,-1-4-161 0,-1 4-80 0,1-6 287 0,-1 6-187 0,-1 2-91 0,-2 2-44 0,-2 5-104 16,-3 5 29-16,-4 3 9 0,-5 7 21 0,-1 9-52 16,-5 17 26-16,-3 11 0 0,-2 6-21 0,-1 11 32 15,6-6-8-15,4 4 157 0,5-2-66 0,2-4-35 16,2 7 9-16,11-14 54 0,1-7-48 0,0-2-24 16,5-7 0-16,10-6-129 0,5-3 62 0,6-14 16 15,2 0 1-15,3-14-94 0,-1-12 60 0,4-7 29 16,0-6-319-16,-5 1 163 15,0-5 53-15,-3-3-294 0,-1-6 159 0,-2 0 99 16,3-9 40-16,-8 2-12 0,-2-3 35 0,0-4 0 16,-6 1 36-16,3-5 63 0,-2-5-41 0,-6 16 9 15,-1 7-31-15,-2 11 69 0,-2 14-34 0,-2 15-1 16,-10 7 43-16,-2 9-30 0,-5 23-24 0,-3 15 256 16,1 6-123-16,1 6-35 0,0 11-39 0,5-7 193 15,1 3-104-15,3-1-42 16,0 4-30-16,3-2 110 0,0 10-61 0,7-13-43 15,1-1 0-15,0-3-105 0,0-1 35 0,6-9 0 16,4 8-41-16,0-19 34 0,5-10 0 0,3-11-138 16,3-9 89-16,2-4 21 0,7-4 36 0,-4-17-359 15,2-7 172-15,0-3 50 0,2-5 55 0,-2-2-102 16,4-7 64-16,-5 6 47 0,-3-1 62 0,-4 5 0 16,-1 4-25-16,-4 7-1 0,-1 0 488 15,-10 9-236-15,-2 10-125 0,-2 4 337 0,0 1-213 0,-11 6-56 16,-6 18-73-16,-3 6 241 0,4 8-327 15,-1 3 0 32,5 1 0-47,2 6 0 0,6-5 0 0,2-2 0 0,2-2 0 0,2-2 0 0,8-6 0 0,8 1 0 0,3-16 0 0,6-8 0 16,1-8-26-16,3 0-212 0,-1-16 124 0,2-5-24 0,-7-5 62 0,-5-6-186 31,-1-1 113-31,-5-1 57 0,-3-2 28 0,-1-5 53 0,-7 4 9 0,-2-2-34 0,-1-2 96 0,0-2-48 47,-6-5-24-47,-8-8-8 0,-5 6 3 0,-2 2-19 0,-2 0 1 0,0 9 102 0,-3 6-48 0,1 1-10 0,2 20 7 0,4 7 195 94,-1 5-107-94,2 0-35 0,3 19-33 0,0 3 269 0,7 3-126 0,4 5-71 0,4 3-36 0,0 1-11 0,0-1-61 0,5 3 0 0,6-7 0 0,3-2-2 0,1 0 4 0,3-3-696 0,2-3 341 0,3 2 186 0,-3-11 42 0,6 0-359 0,0-7 224 0,1-5 113 0,2 0 55 0,0 0-455 15,-4-14 260-15,-2-6 126 0,-2-5-164 0,-2-2 163 0,0-5 76 16,-4 2 45-16,-1-5 41 0,2-1 0 0,0-3 0 0,-3-2 46 16,2-3-68-16,-3 8 9 0,-1 3 2 0,2 1 384 15,1 6-222-15,1 5-93 0,4-1-6 0,-3 14 382 16,2 4-135-16,2 4-132 16,-1 0 635-16,1 13-383 0,3 9-183 0,-5 7-104 0,0 6 509 0,-2 7-474 15,-6 2-167-15,-3 8 0 0,-2 8 0 16,-5-1 0-16,-6 3 0 0,-15 4 0 15,-4 4 0-15,-6-3 0 0,-8 13 0 0,0-15 0 16,-4 0 0-16,-4-1 0 0,-3-3-362 0,-4 4-42 16,-6 9 96-16</inkml:trace>
  <inkml:trace contextRef="#ctx0" brushRef="#br0" timeOffset="145238.85">13171 11300 995 0,'-8'-11'0'0,"-2"0"0"0,5 5 0 0,2 1 0 15,3 2 0-15,0-3 0 0,0 3 177 0,0-4-59 0,0 2-44 0,8 0 63 0,2 1-48 0,2-2-1 16,2 0-47-16,1-2 81 16,2 1-46-16,-3 2 0 62,4-1 64-62,-3-1-50 16,2 3 0-16,2-3-40 0,-2 1 91 0,2 2-50 0,2-1-26 0,4 2 111 0,2-3-69 0,7 0-23 0,1 3-10 0,4 0-5 0,9-8-1 0,8 2-28 0,17-3 10 0,2-5 40 0,12-5 0 0,8-2-50 0,8-2 0 0,7 2 107 0,15-1-44 0,-20 8-36 15,-4 5-41-15,-6 4-26 32,-5 2 0-32,-3 5 0 0,5-1 0 0,-25 2 0 0,-4 0 0 0,-7 2 0 0,-6 1 0 0,-7 1 0 0,2-4 0 15,-19 0 0-15,-2 0 0 0,-4-3 0 0,-2-5 0 16,-6 1 0-16,-1-3 0 0,-6 0 0 15,-3 3 0-15,-1 0 0 0,-1 1 0 0,0 0 0 16,0-1 0-16,0 3 0 0,0 0 0 0,0 1 0 109,0 1 0-109,0 2 0 0,-1 0 0 16,-4 0-93-16,-2 10-520 0,-3 12 287 0</inkml:trace>
  <inkml:trace contextRef="#ctx0" brushRef="#br0" timeOffset="150079.47">24137 12126 1748 0,'0'0'0'0,"-4"0"0"0,-1 0 0 0,2-3 0 0,-2 3 0 0,4-2 257 0,1 1-115 0,0 1-52 0,1 0-26 0,12 0 601 0,1 0-314 0,4 3-148 0,1 5-87 0,1 0 179 0,2 0-295 0,0 2 0 0,-2 1 0 0,3-2 0 0,-3-1 0 0,0-1 0 0,-3 4-106 0,2-5 31 0,-4-2 56 0,3 1-282 31,-5-4 165-31,-2-1 86 0,-3 0-84 0,-2 0-681 0,-3 0 389 0,0-1 185 0,-3-2 106 0</inkml:trace>
  <inkml:trace contextRef="#ctx0" brushRef="#br0" timeOffset="150256.43">24129 12373 2808 0,'-15'7'0'0,"1"0"0"0,4 6 0 0,0-2 0 0,3 2 0 0,6-4 0 0,1 1 0 0,0 0 0 0,11-1 449 0,8-3-206 15,4-1-94-15,1-2 133 0,2 0-282 0,2-3 0 16,1 0 0-16,-1 0 0 0,3 0 0 0,-4 0 0 15,-1 0 0-15,-2-3 0 0,1 2-75 0,-5-2 33 16,5 1-827-16,-7 0 449 0,-2-1 93 0,0 1-633 16</inkml:trace>
  <inkml:trace contextRef="#ctx0" brushRef="#br0" timeOffset="150483.93">24831 12251 3248 0,'-12'0'0'0,"4"0"0"0,5 0 0 0,3 0 0 0,0 0 0 0,2 0 0 0,11 0 0 0,6 1 362 0,4-1-163 0,3 0-77 0,4 0-122 0,0 0 0 0,1 0 0 0,-2 0 0 0,0 0 0 0,2 0 0 0,-4 0 0 0,6-1 0 0,-5 0 0 0,-3-3 0 0,-3 3-847 0,0-4 365 0,-4 4 245 0,2 1-10 0,-8 0-297 0</inkml:trace>
  <inkml:trace contextRef="#ctx0" brushRef="#br0" timeOffset="150784.6">24994 12371 1394 0,'-20'5'0'0,"1"2"0"0,5 1 0 0,2 1 0 0,4 0 137 0,2 0-41 15,6-1-35-15,0-1 679 0,10 3-351 0,8-1-177 16,3-1-88-16,3 4 286 0,-1-4-191 0,1 3-92 15,-4 2-105-15,0-2-89 0,-1 1 21 0,-3 4 51 16,-9-2-395-16,-1 3 213 16,-4 0 107-16,-2 0-93 0,-8 2 100 0,-7 1 59 15,-10-3 15-15,-3-1-141 0,-6-1 56 0,-6-4-29 16,0-1 34-16,-2 0 355 0,8-5-156 0,3-3-83 16,9-1 466-16,5-1-232 0,7 0-198 0,3 0-83 15,7 0 0-15,7 0 0 0,17 0 0 0,4 0 0 16,8 0 0-16,7 0 0 0,-4 0 0 0,3 0 0 15,2 0 0-15,-4 0 0 0,7 0 0 16,-8 0 0-16,-2 0 0 0,-3 0 0 0,1 0 0 0,-7 0-170 16,4-3 36-16,-12-2 0 15,-3 1-652-15,-5-4 374 0,-5 0 188 0,-4-1-584 16,5-4 377-16</inkml:trace>
  <inkml:trace contextRef="#ctx0" brushRef="#br0" timeOffset="151025.16">24852 11601 3611 0,'-18'-12'0'0,"5"4"0"0,0 4 0 0,13 4 0 0,0 0 0 0,0 0 0 0,11 7 0 0,7 2 0 0,4 2 320 0,2-2-320 15,4 0 0-15,2-2 0 0,0 0 0 0,1 0 0 16,5 0 0-16,-7-4 0 0,0 0 0 0,2 2 0 47,-4-2 0-47,0 1-79 0,0 0-4 0,-9 0-821 0,-5-1 373 0,-3 2 260 0,-3 1 58 0,-4 0-440 0,-3-5 313 0,-6 4 152 0,-9-4 75 0,-5-1-183 15</inkml:trace>
  <inkml:trace contextRef="#ctx0" brushRef="#br0" timeOffset="151154.63">25052 11673 1636 0,'-14'-3'0'0,"-4"1"0"0,8 1 0 0,1 1 0 0,2 0 0 0,3 3 0 0,2 8 0 0,0 4 0 0,2 3 270 0,0 4-116 15,0 1-59-15,2 7 405 0,0 0-231 0,-1 9-107 0,1-5-67 0,-2 2-88 16,0 0 0-16,0-1 29 16,0-2-250-16,0 3 134 0,0-12 54 0,0-1 31 0,0-6-683 0,3-6 358 15,3-4 176-15</inkml:trace>
  <inkml:trace contextRef="#ctx0" brushRef="#br0" timeOffset="151316.75">25210 11747 1191 0,'0'0'0'0,"0"0"0"0,0 0 0 0,0 0 0 0,0 4 0 0,0 4 961 0,0 5-462 0,0 5-222 0,4 2-124 15,0 6 328 1,0 5-221-16,-3 6-151 0,2 2-601 0,0 6 254 0,0-4 132 0,-2 2 72 31,2 0-1183-31</inkml:trace>
  <inkml:trace contextRef="#ctx0" brushRef="#br0" timeOffset="156215.45">26049 11780 1144 0,'-16'-12'0'0,"0"0"0"16,0 1 0-16,5 8 0 0,-2-3 0 0,0 5 0 0,-2 1 162 0,2 0-62 0,-3 1-20 0,4 14 238 15,-1 7-139-15,1 7-70 0,1 5-34 0,1 7 221 16,-5 8-119-16,8 4-74 0,0-1-31 0,1 7 111 16,3 1-71-16,3-1-37 0,0 4 184 0,1-15-114 15,11-5-54-15,7-6-94 16,1-7 42-16,4-5 0 0,4 0 10 0,-2-14-285 0,-1-2 138 0,1-5 68 16,-2 1 35-16,2-1-458 0,-5-4 201 0,-2 0 132 15,-2 0-1-15,1-2-283 16,-4-8 173-16,5-2 87 0,-7-4-440 0</inkml:trace>
  <inkml:trace contextRef="#ctx0" brushRef="#br0" timeOffset="156383.12">26209 12085 1554 0,'-6'0'0'0,"-1"0"0"0,-1 0 0 0,3-3 0 0,-3 1 0 0,6 2 0 0,2 0 659 0,0 0-310 0,6 0-155 16,9 0-77-16,1 0 387 0,4 0-237 0,3 0-114 15,0 0-56-15,0 0-97 0,0 0 1 0,6 0 35 16,-4 0-254-16,-2 0 123 0,-1 0 67 0,2 0-755 16,-2 0 412-16,2 0 214 0</inkml:trace>
  <inkml:trace contextRef="#ctx0" brushRef="#br0" timeOffset="156773.87">26726 12048 1991 0,'-7'-8'0'0,"1"3"0"0,2 2 0 0,1 0 0 0,3 0 0 0,0 3 0 0,0 0 373 0,10 0-169 0,7 0 195 109,0 0-172-109,3 0-100 0,2 0-44 0,0 0-6 0,3 3-39 0,-3 0-1 0,6 0 10 0,-5 2-10 0,-1-1 0 0,-1 0 1 0,1-1-530 0,-3 4-102 0,2-1 324 0,-5 1 149 0,-4-3-834 0</inkml:trace>
  <inkml:trace contextRef="#ctx0" brushRef="#br0" timeOffset="157040.01">26824 12162 1492 0,'-13'1'0'0,"2"1"0"0,2 1 0 0,0 2 0 0,9-1 0 0,0 1 0 0,0-2 0 0,10 3 538 0,3 0-250 0,6 1-116 15,0-2-72-15,-1 4-31 16,0 1-1-16,0 0-30 0,-3 2-35 0,-1 0 9 16,-5-1 26-16,-4 5-1 0,0-1-250 0,-5-1 125 15,0 3 63-15,-5 3-24 0,-7-4 39 0,-7-2 23 78,-3 1-25-78,-2 1 169 0,-1-3-104 0,-2-1-23 0,4-4-71 0,3-2 412 0,4-3-172 0,3-1-90 0,4 0 116 0,4-1-85 0,5-1-55 0,0 0-25 0,8 0 12 0,9 0-72 0,3 0 0 16,5 0 0-16,0 0 0 0,1 0 0 0,0 0 0 0,1 0 0 0,-1 0-91 0,2 0 74 16,-6 0 22-16,-1 0-558 0,-1 0 271 0,-3 0 138 15,-2 0-256-15,0 0 173 0,-8 0 99 0,-1 0 45 16,-1-3-462-16,-4-4 254 0</inkml:trace>
  <inkml:trace contextRef="#ctx0" brushRef="#br0" timeOffset="157239.79">26953 11596 2292 0,'-7'-7'0'0,"-3"2"0"0,8 2 0 0,-1 3 0 0,2 0 0 0,-1 12 0 0,0 3 0 0,1 2 0 0,-1 5 227 0,2 3-95 0,0 3-48 0,0-1-87 0,0 2 0 15,0 7 49-15,0-6-559 0,2 3 275 0,4-2 137 47,1-1 70-47</inkml:trace>
  <inkml:trace contextRef="#ctx0" brushRef="#br0" timeOffset="157448.66">27343 11852 1755 0,'4'0'0'0,"1"-1"0"0,2 0 0 0,3-1 0 0,-2 2 669 0,6 0-315 0,1 13-158 16,1 5-80-16,7 4 220 0,-1 9-155 0,0 1-71 16,-2 9-36-16,0 2 66 0,-4 9-140 0,-2 8 0 15,-11-4 0-15,-3 4 0 0,-5-1 0 0,-15 0 0 16,-6-3 0-16,-2 3 0 16,-3-14 0-16,1-6-616 0,-1-2 284 0,0-4 174 0,4-8-23 0,-3 3-331 15,11-13 241-15</inkml:trace>
  <inkml:trace contextRef="#ctx0" brushRef="#br0" timeOffset="158001.48">28431 11659 900 0,'-1'-41'0'0,"-5"0"0"0,0-3 0 0,-1 9 0 0,-4 2 0 0,-3-2 0 0,-3 2 0 0,-5 8 39 0,-4 0 9 0,3 17-9 0,-1 4 331 0,-1 4-166 0,1 6-82 0,-1 14-42 0,1 9 196 0,7 11-123 0,1 8-58 0,5 11 199 0,3 5-129 0,6 8-62 0,2 10-23 0,0-11 254 0,2 1-147 0,11 2-75 16,0-2-36-16,1 5-1 0,1 11-26 0,-1-17-11 15,-5-1 1-15,-5-3 0 0,-1-4-25 0,-3 0-14 16,0 2 0-16,-9-17 0 0,-8-7 0 0,-2-4 0 16,-2-3 0-16,-7-1 0 0,5-16 0 0,-2-8 0 15,3-3 0-15,2-6 0 0,3 0 0 0,0-3-749 16,10-9 360-16,6-5 175 0,1-7-613 0,1-3 395 16,12-7 196-16</inkml:trace>
  <inkml:trace contextRef="#ctx0" brushRef="#br0" timeOffset="158183.15">28377 12400 2164 0,'3'9'0'31,"-3"0"0"-31,2 8 0 0,-1 1 0 0,1 2 0 0,-1 1 0 0,3 6 0 0,-1-3 249 0,6 5-95 0,0-6-62 0,2 0 324 0,5-4-188 0,-1-4-95 0,5-3-47 0,4-3-41 0,-1-9-6 0,-1 0-1 0,1-4-214 0,0-16 108 0,-3-4 53 0,2-2 37 0,-10-1-11 0,-4-2 28 15,-5-1 0-15,-2-2-165 0,-1 2 81 0,0-2-45 16,-10 5-38-16,-1 2 148 0,-4 2-73 0,-1 3 34 16,-2 5-17-16,-2 0 74 15,0 8-15-15,1 4 1 0,0 1-202 0,1 2 83 0,3 0 51 0,0 2-2 16,6 5-398-16,2 2 203 0,4-1 101 0,-1 2-493 16,4-2 288-16,0-1 158 0</inkml:trace>
  <inkml:trace contextRef="#ctx0" brushRef="#br0" timeOffset="158608.85">28813 11456 595 0,'0'-25'0'0,"0"4"0"0,-4 1 0 0,-1-5 0 0,-2 7 34 16,-1 1-1-16,-3 0-24 0,1 1 304 0,-4 4-137 16,-3-1-60-16,0 8 71 0,0 3-74 0,-1 2-38 15,-3 0 1-15,1 13 67 16,-2 5-43-16,2 5-35 0,0 5-1 0,3 4 115 0,1 2-71 0,6 3-34 16,-2 0 9-16,10-5 32 0,2-2-39 0,0-1 1 15,1-3-6-15,7-5-32 16,3 4 9-16,6-13-10 0,2-2-100 0,2-6 50 15,2-4 25-15,5 0-166 0,-3-6 91 0,-5-11 38 16,1 0 28-16,-3-4-167 16,-1-1 66-16,2 1 16 0,-11-2 37 0,3 4 34 0,-5-1-11 0,0 4-29 15,-3 2 174-15,0 2-81 47,-1 4-30-47,-2 4 7 0,0 2 367 0,-2 2-165 0,-3 7-102 0,0 6 251 0,2 5-172 0,1 4-79 0,2 1-53 0,0 0-67 0,0 1 0 0,7 0 0 0,4-2 0 0,3-2-71 16,4 0-114-16,2-4 112 0,3 0-973 15,4-3 479-15,1-3 275 0</inkml:trace>
  <inkml:trace contextRef="#ctx0" brushRef="#br0" timeOffset="159514.03">29203 11802 824 0,'0'0'0'0,"0"1"0"0,0-1 0 0,0 4 0 0,0-1 0 0,0 1 0 0,0 3 0 0,6 0 311 0,1 1-140 0,8 0-67 16,-1 0-31-16,3 1 105 0,3-3-70 0,2 2-26 15,0-6-13-15,1 1 1 0,-1-1-32 0,1-2 0 16,1 0-25-16,-1 0 35 0,-5 0-9 0,-3-7-62 16,-3 1 31-16,1-3 0 0,-6-3 32 0,2-2-73 15,-8-1 32-15,1 0 3 16,-2 1 0-16,0-3-73 0,-5-1 48 0,-5 2 2 15,-4-1-8-15,1 0 7 0,-6 2 1 0,0 1 4 16,-3 0-2-16,0 5 12 0,-2 3 6 0,0 2 37 16,-1 4-37-16,-2 0-3 0,-2 9 2 0,2 11 123 15,3 5-58-15,0 10-25 0,4 1 1 0,2 7 204 16,3 4-102-16,12-7-45 16,3 4 187-16,0-3-122 0,14-2-60 0,10-3-32 15,4 3 43-15,6-15-42 0,4-5 1 0,2-2-62 16,-1-6 30-16,4-4 1 0,3 0 9 0,-9-7-246 31,-3 0 119-31,-3 0 58 0,-1-5 30 0,-3-4-558 0,1 1 279 0,-11-2 85 0,-1-1-476 0,0 1 310 16,-3 1 156-16,-4-2-143 0,4-1 139 0</inkml:trace>
  <inkml:trace contextRef="#ctx0" brushRef="#br0" timeOffset="159710.62">29619 11595 1914 0,'-8'-6'0'0,"4"-4"0"0,-1 6 0 0,5 1 0 0,0-1 0 0,0 3 0 0,2-1 0 0,11 2 0 0,0 0 325 0,4 0-144 0,2 0-62 0,-1-2 3 0,4 2-43 0,-3-3 1 0,1 3-167 16,0 0 62-16,2 0 41 15,-2 0-10-15,0 0-517 0,-1 0 275 0,0 0 137 16,-3 0 68-16,2 0-719 0</inkml:trace>
  <inkml:trace contextRef="#ctx0" brushRef="#br0" timeOffset="160012.82">29937 11397 1611 0,'0'-5'0'0,"0"2"0"15,1 0 0-15,1 2 0 0,1 1 0 0,2 0 0 0,2 0 0 0,1 11 0 0,-1 1 259 0,6 6-111 125,-3 0-55-125,0 6-28 0,2-2 1 0,-4 6-19 0,1-3-9 0,-3-1 197 0,-4-1-99 0,0 1-49 0,-2-2-24 0,0-2 8 0,0-4-33 0,0-4 0 0,-4-6-73 0,-4-3 37 0,-1-3 0 0,4 0-5 0,-5-3 15 0,5-8 1 0,3-6 11 0,2-2-45 0,0-5 16 0,0 0-6 0,2-2 13 0,8 3-39 0,2-1 26 0,5 3 0 0,0-2-10 0,1 6-5 0,1 2 39 0,3 2 0 0,-1 3-219 0,2 3 101 16,0 1 34-16,-3 4-418 0,-5 2 225 0,2 0 113 15,-5 0 57-15,-1 4-468 32</inkml:trace>
  <inkml:trace contextRef="#ctx0" brushRef="#br0" timeOffset="160241.48">30298 11228 1142 0,'2'-9'0'0,"1"-1"0"0,2 2 0 0,1 1 0 0,5 2 0 0,0 1 227 0,2 2-95 0,2 2-47 15,2 0 163-15,0 2-105 0,2 6-43 0,-6 1 132 16,1 6-97-16,-2-2-49 0,-4 1-24 0,-4 3-80 16,2 0 37-16,-6 1-10 0,0-5 29 0,-3 1-85 15,-9-2 43-15,-2 0-1 0,3 0 79 0,-5-6-10 16,2 0-26-16,-2-4 0 16,6 0 133-16,-2-2-66 0,3 1-24 0,2-1 42 15,4 0-42-15,3 0-1 0,0 0-42 0,2-3-43 0,10-2 17 0,6-2 0 16,3 1 25-16,3 1-306 15,5-1 154-15,1 3 85 0,2 1-781 0,1 2 374 16,0 0 206-16</inkml:trace>
  <inkml:trace contextRef="#ctx0" brushRef="#br0" timeOffset="161000.72">30800 11909 617 0,'-3'-19'0'0,"-4"-2"0"0,4 7 0 0,2 2 0 0,-4-1 0 0,2-3 0 0,-4 4 221 0,-1-7-90 0,-1 8-55 0,-1-2 124 0,-4 2-82 0,-1 5-39 0,-2-1-1 0,-2 1 38 0,-1 6-44 0,-2 0 1 0,0 10-21 0,-2 7-14 0,1 10 0 15,-5 6 10-15,8 6 46 16,3 2-27-16,4 3-1 0,2 1-28 0,5 2 65 16,0 1-24-16,6-13-9 0,0 0-38 0,0-5 6 0,10-6 1 0,3 2 8 15,3-17-49-15,2-3-1 16,3-6 41-16,3 0-49 0,0-15 24 0,3-4 10 31,0-8 15-31,-2-6-221 0,1-3 104 0,1-3 31 0,-1 0 32 0,6-7-292 0,-9 3 150 0,-1-1 48 16,-1-2-92-16,-1-3 79 0,-1-5 43 0,-2-8-10 15,-4 7 21-15,-8 1 31 0,3-7 0 0,-7 3 3 16,1 3-3-16,-2-1-10 109,0 23 10-109,0 13 107 0,-9 11-53 0,0 9-27 0,-4 8-1 0,3 15 236 0,-2 11-120 0,0 7-34 0,2 9-41 0,-3 3 20 0,6 6-26 0,-2 10 45 0,6-10 542 0,0 0-286 0,3 1-143 0,0-1-10 0,0-2-66 0,0 13-24 0,3-19-10 0,6 2-215 0,1-4 91 0,3-6 45 0,-3-4 1 0,2 0-340 0,-2-13 188 0,-1-8 99 0,-4-4-541 0,2-7 254 16,2-7 158-16,1 0 47 0,-2-7-383 0</inkml:trace>
  <inkml:trace contextRef="#ctx0" brushRef="#br0" timeOffset="161228.17">31254 11563 1477 0,'-7'-8'0'0,"-1"1"0"0,1 5 0 0,2 2 0 0,-4 17-107 0,0 9 35 0,0 6-1 0,-3 8 26 16,2 1 733-16,3 2-324 16,0 6-162-16,4 3 378 0,3-1-270 0,0 2-126 0,0-12-77 15,10-6 23-15,2-3-46 0,7-5 1 0,1-3-361 16,2-2 168-16,0-10 69 16,0-5 39-16,3-6-251 0,0-1 145 0,-1 0 73 15,5-1 46-15,-6-9-807 0,-2-4 323 0,-1 0 217 31,-4-1-386-31</inkml:trace>
  <inkml:trace contextRef="#ctx0" brushRef="#br0" timeOffset="161366.01">31448 11855 1415 0,'0'-9'0'0,"0"1"0"0,3 4 0 0,6 1 0 0,4 2 0 0,1 1 384 0,1 0-174 0,2 0-86 0,3 3 394 15,3 0-231-15,-3 4-130 0,4-2-59 0,-3 2-189 16,2-2 64-16,2-2 42 0,-2 1-10 0,-3-2-260 15,0 4 146-15,-3-4 74 0,-1 0-765 0,0-1 404 16</inkml:trace>
  <inkml:trace contextRef="#ctx0" brushRef="#br0" timeOffset="161611.01">31813 11743 1636 0,'1'0'0'0,"1"0"0"15,1 0 0-15,1 0 0 0,3 8 0 0,2 12 0 0,-2 3 0 0,2 9 0 0,-3 2 344 0,-2 3-153 0,-3 3-77 0,1 2 252 0,-2-2-164 0,0 6-73 16,-2-11-51-16,-3-6 4 16,-3-4 1-16,3-8-46 0,0-6-33 0,3-2 43 15,-1-9-10-15,3 0 1 0,0-14 29 0,0-8-29 16,3-7 0-16,9-5-99 0,7-2 44 0,3-3 28 0,1-2 0 0,4 0-137 16,2-1 75-16,3 0 18 0,-6 10 22 0,-2 3-183 15,-1 4 95-15,-1 7 33 16,-6 6-323-16,1-1 158 0,-9 12 101 0,-4 1-186 15,-3 1 140-15,-1 9 68 0,0 3 36 0,0 1-501 16</inkml:trace>
  <inkml:trace contextRef="#ctx0" brushRef="#br0" timeOffset="161912.07">32166 11567 1739 0,'4'-7'0'0,"5"-2"0"0,0 4 0 0,7 2 0 0,1 3 0 0,6-3 0 0,0 3 217 0,0 0-89 0,0 6-46 0,0 2 139 0,-2 3-92 16,-1 2-36-16,-8-1-74 0,-3 3 18 0,-6 1 1 31,-1-1 0-31,-2-1-179 0,-2 3 99 0,-11-5 35 0,-4-1 0 0,-2 1-64 16,-3-6 54-16,4 0 27 0,-1-1 65 0,3-2-52 15,4-3 0-15,5 0-45 16,-3 0 159-16,7 0-69 0,2 0-30 0,1 0 20 0,0 0-3 0,6 0 0 78,8-1 6-78,1-1-132 0,2 1 76 0,0-2-9 0,3 2 42 0,-1 1-577 0,0 0 254 0,1 0 141 0,0 0-668 0</inkml:trace>
  <inkml:trace contextRef="#ctx0" brushRef="#br0" timeOffset="162080.67">32503 11572 2029 0,'1'-12'0'0,"6"3"0"0,4 6 0 0,2 3 0 0,3 0 0 0,1 6 0 0,1 9 0 0,2 11 335 0,-2 4-148 0,0 6-75 0,-1 6 270 0,-7 0-177 0,1 6-84 0,-6 2-41 0,-4 4 227 0,-1 1-135 0,-1 7-171 16,-15-8-1-16,0-7-18 0,-4 1 21 0,0-2 0 0,1-5-320 0,-1 2 187 0,8-11 80 0,0-1-667 15,4-2 308-15,1 2 204 0,3-6-5 0</inkml:trace>
  <inkml:trace contextRef="#ctx0" brushRef="#br0" timeOffset="162229.32">32857 12449 2213 0,'-5'-14'0'0,"4"8"0"0,1 3 0 0,0 3 0 0,4 0 0 0,4 0 0 0,1 3 0 0,-3 1 0 0,-2 2-133 0,1-4 48 15,-4 1 14-15</inkml:trace>
  <inkml:trace contextRef="#ctx0" brushRef="#br0" timeOffset="163599.57">13482 13372 1707 0,'-12'0'0'0,"3"0"0"0,-2 0 0 0,5 0 0 0,1 0 0 0,2 0 0 0,3 0 654 0,0 0-307 0,13 0-155 16,5 0-77-16,6 3 202 0,6 2-130 0,1-1-80 15,4-1 198-15,-1 2-305 0,2-2 0 0,0 1 0 16,2-2 0-16,-7-1 0 0,0 1 0 0,-1-2-55 16,-5 0-147-16,-2 0 120 0,0 0 69 0,-10 0-780 15,-5 0 335-15,-4 0 224 0,-1 0 31 0,-3 2-514 16</inkml:trace>
  <inkml:trace contextRef="#ctx0" brushRef="#br0" timeOffset="163786.1">13570 13708 1245 0,'-18'10'0'0,"0"-3"0"0,9 1 0 0,0 1 0 0,6-3 0 0,3 0 152 0,0-1-58 0,0 1 563 0,12-4-315 0,5 3-151 15,6-1-77-15,8-4 418 0,-1 3-247 0,6-3-114 16,-3 0-71-16,2 0-52 15,-3 0-48-15,1 0 0 0,-4-3 0 0,3 3 0 16,-8-4 0-16,-4 2 0 0,-1-1-273 0,-6 2 59 16,-3 0 126-16,0 1-261 0,-7 0 184 0,-2 0-6 15,-1 0 81-15,0 0-579 0,0 0 316 0,0 0 148 0,0 1 88 0</inkml:trace>
  <inkml:trace contextRef="#ctx0" brushRef="#br0" timeOffset="164104.65">14449 13618 2347 0,'-6'-6'0'0,"-1"1"0"0,2 3 0 0,3-2 0 0,0 3 0 0,2 1 0 0,0 0 0 0,2 0 0 0,9 0 767 16,3 0-365-16,4 0-182 0,1 0-25 0,3 0-195 47,3 0 0-47,0 0 0 0,-3 0 0 0,3 0 0 0,-2 0 0 0,0 0 0 0,4 0 0 0,-7 0 0 0,2 5 0 0,-4 2-676 93,0-2 327-93,0 2 88 0,2 2-30 0,-4-1-586 0</inkml:trace>
  <inkml:trace contextRef="#ctx0" brushRef="#br0" timeOffset="164206.46">15117 13552 1822 0,'8'0'0'0,"1"0"0"0,2 0 0 0,5 0 0 0,3 0 0 0,4 0 402 0,7 0-183 0,6 0-91 0,6 0 394 0,9 0-233 0,-4 0-131 0,1 0-63 0,-1 0-27 16,-3 0-33-16,-3 0-1 16,2 0 10-16,-14 0-527 0,-3 0 259 0,-8 0 130 15,-3 0-788-15,-2 2 451 16,-10 0 221-16</inkml:trace>
  <inkml:trace contextRef="#ctx0" brushRef="#br0" timeOffset="164468.04">15413 13670 1116 0,'-13'11'0'0,"0"0"0"0,-2 5 0 0,-1 5 0 0,-1-2 0 0,0 0 0 0,-5 5 0 0,-3 2 327 15,-1-2-145-15,-7 3-64 0,6-3-44 0,2-7 90 16,2 0-63-16,3-5-32 0,5-4 273 0,2-1-143 15,9-7-85-15,3 0 311 0,1 0-193 0,1 0-98 16,11 0-49-16,9-2 164 0,7-2-249 0,5 1 0 47,5 0 0-47,3 3 0 0,3 0 0 0,6 0 0 0,-7 0 0 0,-1 0 0 0,-1 0 0 0,-3 0 0 0,0 0 0 0,3 6 0 16,-13 0 0-16,-2-4 0 15,-7 1-212-15,-2 4 23 0,-7-7 94 0,-1 3-734 0,-6-1 400 0,-3-2 196 16,-4 0 98-16,-9 0-492 0,-4 0 296 0</inkml:trace>
  <inkml:trace contextRef="#ctx0" brushRef="#br0" timeOffset="164685.85">15456 13793 816 0,'0'0'0'0,"-7"0"0"0,1 0 0 0,3 3-1 0,1-1 0 0,2 7 605 0,0 1-286 0,0 4-143 15,0 6 516-15,5 2-334 0,3 5-162 0,1 4 130 16,2 3-145-16,-2 5-73 0,-1 2-27 0,-1-3 5 15,-1 1-85-15,-3-1 0 0,0-3 0 0,-1 1-49 16,-1 0-100-16,-1-9 87 0,0-1 49 0,0-7-642 16,0-4 345-16,0-4 122 47,-1-1-659-47,-3-9 410 0,0-1 201 0,-2 0-275 0</inkml:trace>
  <inkml:trace contextRef="#ctx0" brushRef="#br0" timeOffset="165225.45">15183 13031 3042 0,'0'-13'0'0,"0"2"0"0,0 2 0 0,4-2 0 0,9 7 0 0,6-1 0 0,7 1 0 0,2 1 0 0,10 0 0 0,7 1 0 0,-2-1 0 0,3 3 0 0,-1 0 177 0,-2 0-71 0,-2 0-50 0,1 0-11 0,-11 0-9 15,-6 0 0-15,-1 5-396 0,-8-2 199 0,-3 0 98 16,-5 0 58-16,-6 0-811 15,-2 3 413-15,0 1 115 0</inkml:trace>
  <inkml:trace contextRef="#ctx0" brushRef="#br0" timeOffset="165403.1">15459 12997 1150 0,'0'7'0'0,"0"4"0"0,0 0 0 0,0 3 0 0,1 1 0 0,1 5 143 0,1-3-57 0,1 2-25 0,2 3 555 15,-4 3-290-15,1 3-136 16,1-4-81-16,-3 0 59 0,-1 3-67 0,0-2-32 16,0 1 0-16,0-1-382 0,0-4 169 0,0-7 90 15,-1 1-635-15,-1-3 363 0,0-7 180 0</inkml:trace>
  <inkml:trace contextRef="#ctx0" brushRef="#br0" timeOffset="165551.29">15661 13046 0 0,'0'0'0'0,"0"0"0"0,0 3 0 0,0 0 760 0,0 3-362 0,0 2-173 0,0 3-98 0,0 4 793 15,0 4-443-15,0 7-220 0,2 2 245 0,3 7-237 16,-1 2-265-16,0 1 0 0,1 1-299 0,1 2 38 16,-2 0 149-16</inkml:trace>
  <inkml:trace contextRef="#ctx0" brushRef="#br0" timeOffset="168027.57">16632 13561 761 0,'-10'0'0'0,"0"0"0"0,2 0 0 0,0 0 0 0,2 0 180 0,3 0-75 0,3 0-33 0,0 5-1 0,0 2 239 47,7 2-135-47,8-4-59 0,5 3 165 0,3-2-122 0,2 2-60 0,5-2 77 0,1 0-69 0,6-3-24 0,-4-2-10 0,0-1-68 0,-2 0 34 0,-2 0-1 0,-1 0 1 0,4 0-28 16,-12-1-9-16</inkml:trace>
  <inkml:trace contextRef="#ctx0" brushRef="#br0" timeOffset="168232.2">17001 13615 2940 0,'15'-8'39'0,"-2"-4"-81"0,-5-1 41 0,1-3 9 0,-9 0-105 0,0-2 64 0,0-3 1 0,-11 1-65 0,-2-4 42 0,-3 4 28 0,-246-75 191 0,227 101-76 0,-3 11-30 0,7 7-3 0,3 3 195 0,1 6-110 0,8 4-33 0,4 3 179 0,2 8-114 0,13-7-164 0,0 0-8 0,8-1 0 0,16 1 0 0,7-4 0 0,6 4 0 0,2-15 0 0,6-5 0 0,1-5 0 0,3-2 0 0,-1-7 0 0,8-2 0 0,-12-5 0 0,-2 0 0 0,0-5 0 0,-5-4 0 0,-4-8 0 0,3-2-231 0,-11 1 86 0,-3-3 12 0,-3 1-614 0,-1-2 354 0,-2-2 177 0,3-3 79 0,-7 3-598 0</inkml:trace>
  <inkml:trace contextRef="#ctx0" brushRef="#br0" timeOffset="168402.41">17266 13229 1572 0,'-7'-11'0'0,"1"3"0"0,5 3 0 0,-1-1 0 0,2 4 0 0,0 1 0 62,11-2 442-62,3 3-202 0,5-2-101 0,1 0-40 0,2 1-35 0,3-1 0 0,0 0-25 0,1 0 274 0,2 1-137 0,5-1-58 0,-4 2-45 0,1 0-765 0,-2 0 366 0,0 0 182 0,0-3-802 0</inkml:trace>
  <inkml:trace contextRef="#ctx0" brushRef="#br0" timeOffset="168673.45">17717 13028 1202 0,'0'-12'0'0,"0"4"0"0,-1 1 0 0,-1 1 0 0,0 1 0 0,2 2 0 0,0 3 0 0,2 0 606 0,9 11-283 0,0 6-142 0,5 3 154 0,-4 8-152 16,2 1-73-1,-1 4-35-15,-2 0 335 0,0 2-185 0,1 4-84 0,-6-6-56 0,2-1-30 0,-5 1-55 0,-1-3 0 0,-1-3 0 0,-1-1 0 0,0-11 0 0,0-6 0 0,-3-3 0 0,-6-6 0 0,3 0 0 0,1-6 0 0,2-13 0 0,3-7 0 0,0-5 0 0,0-1 0 0,6-2 0 0,9-7 0 0,0 5 0 0,5 2 0 16,1-3 0-16,3 5 0 0,6-6 0 0,-2 7 0 0,2 7 0 0,-2 3 0 0,0 3-205 0,-4 6-5 141,1 0 53-141,-9 10-507 0,-1 1 313 0,-4 1 156 0,-4 0 78 0,0 0-261 0,-2 0 160 0,-3 1 94 0</inkml:trace>
  <inkml:trace contextRef="#ctx0" brushRef="#br0" timeOffset="169092.98">18127 12862 642 0,'0'-3'0'0,"0"-4"0"0,0 2 0 0,0 0 0 0,0-1 190 0,5 3-77 0,4 0-39 0,4 2 481 0,0-1-265 0,5 2-128 0,1 0-63 0,0 0 333 0,1 6-198 0,0 5-89 0,-4-1 89 0,-1 4-99 0,-6 2-48 78,-1 3-25-78,-6 0-51 0,0 1 10 94,-2-2 17-94,-4 2-1 0,-7-3 37 0,-4 0-36 0,-1-3 0 0,-1 1 9 0,0-6 100 0,1-1-121 0,4-2-26 0,0-3 0 0,4 0 0 0,0 0 0 0,5-3 0 0,3 0 0 0,0 0 0 0,3 0 0 0,9 0 0 0,7 0 0 0,1-3 0 0,1 0 0 0,1-3 0 0,4 1 0 0,0 2 0 62,-4 0 0-62</inkml:trace>
  <inkml:trace contextRef="#ctx0" brushRef="#br0" timeOffset="170081.44">18371 13049 3931 0,'21'-3'0'0,"-1"3"0"0,-2-3-918 16,0 3 408-16</inkml:trace>
  <inkml:trace contextRef="#ctx0" brushRef="#br0" timeOffset="170557.61">18768 12886 1273 0,'-8'-15'0'0,"-2"1"0"0,7 7 0 0,-2 4 0 0,5 1 0 0,-2 2 0 0,2 0 0 0,0 0 0 0,0 14 0 0,0 6 0 0,0 6 728 0,0 11-344 0,0 6-173 0,2 12 33 0,-2 4-107 0,0 6-50 0,0 8 192 0,0 9-121 0,0 7-60 0,0 11-20 0,0-8 106 46,0 0-114-46,-4-1-70 0,1-6 0 0,1-6 0 0,-1 4 0 0,2-24 0 32,-1-9 0-32,2-5 0 0,0-5 0 0,0-6 0 0,0 2 0 0,-1-15 0 0,1-6 0 0,-2-3 0 0,0-9 0 0,1-3 0 0,-1 0 0 0,-1 0 0 0,-3-3 0 0,2-6 0 0,-1-3 0 0,-1-2 0 0,4-3-238 0,0 0 4 15,2 1 101-15,0-2-651 32,0-2 373-32,0-4 177 0,7 5-511 0,4-3 354 0</inkml:trace>
  <inkml:trace contextRef="#ctx0" brushRef="#br0" timeOffset="170882.02">18955 13903 2464 0,'-2'2'0'0,"-1"2"0"0,0-1 0 0,0 5 0 0,1 1 0 0,2 3 0 0,0 5 0 0,0 1 0 0,1 1 0 0,6 4 0 0,5-3 474 32,3 1-222-32,2-4-107 31,2-2-53-31,2-4-6 0,1-1-24 0,3-2 10 0,-5-8-195 0,2 0 81 0,0-1 40 0,-2-13-126 0,-3-5 83 0,2-5 51 0,-10 0-9 0,-2-2 11 94,-6 0-23-94,-1-2 0 0,0 3-45 0,-1-2 234 0,-11 8-110 0,-4 0-33 0,-2 6-23 0,-5 4 294 15,-4 4-178-15,-2 3-124 0,-1 2 0 63,2 2 0-63,2 11 0 0,3-1-64 0,4 2-69 0,-4 1 96 0,11-1 32 0,3 1-697 0,4-3 323 0,4-1 178 0,1 0 40 0,0 1-302 0,5-7 212 0</inkml:trace>
  <inkml:trace contextRef="#ctx0" brushRef="#br0" timeOffset="171925.8">19397 13092 1040 0,'0'-15'0'0,"0"1"0"0,0 6 0 0,2-4 0 0,1 0 0 0,-1-3 0 0,2 3 159 0,2 0-61 0,-3-2-31 0,2 4 235 0,-2-4-132 0,2-3-58 0,-2 5 50 32,-1-2-62-32,-1 1-32 0,-1-2 0 0,0 0 48 47,0-1-30-47,0 2-9 0,-4 1-40 0,-5 0 28 0,0 2-28 0,-3 1 0 0,-2 0 37 0,-3 6-9 0,-1 2-28 0,-2 2 31 0,-3 0 0 0,-5 16-22 0,3 6-9 0,0 7 71 0,5 4-35 0,0 3 0 0,5 2-36 0,2 5 175 31,10-6-92-31,3 1-42 0,0-4-44 0,1-2-34 15,13-3 0-15,2 0 0 0,4-12 0 16,6-3 0-16,2-7 0 0,0-6 0 0,0-1 0 0,3 0 0 0,-7-13 0 0,-1-5 0 78,-1-5 0-78,-6 1 0 0,-2-4 0 0,0-2-9 0,-9 3-190 0,1-4 95 0,-5 8 10 0,-1 0 185 0,0 2-65 0,0 0-32 0,0 9-10 0,-1 3 171 0,-7 2-80 16,1 3-45-16,1 2 21 0,2 2-51 0,-3 14 0 0,3 4 0 0,1 4 0 0,3 1 0 0,0 4 0 0,0 0 0 15,0-1 0-15,4-2 0 0,7-2 0 0,2 2 0 79,1-5 0-79,3 1 0 0,2-5 0 0,1-5-216 0,-1-4 49 0,1-1 76 0,-1-5-358 0,4 1 198 0,-4-3 111 0,-3 0-630 0,4 0 367 0,-5 0 183 0</inkml:trace>
  <inkml:trace contextRef="#ctx0" brushRef="#br0" timeOffset="173767.77">20198 13496 2317 0,'-6'0'0'0,"0"0"0"0,1 0 0 0,0 0 0 0,1 0 0 0,4 0 0 0,0 0 0 0,0 0 328 0,4 4-146 0,9-1 262 0,5 2-194 0,2 0-111 0,4-1-52 0,1 1 16 0,1-2-33 0,1 1-59 0,2-1-11 0,-6-1 0 15,3-2 0-15,-1 2 0 47,-2-2 0-47,-1 0-455 0,0 0 235 0,-6 0 124 0,-1 0-970 0,-3 4 515 0</inkml:trace>
  <inkml:trace contextRef="#ctx0" brushRef="#br0" timeOffset="173981.41">20217 13805 3294 0,'-25'3'0'0,"2"3"0"0,5 5 0 0,6-4 0 0,5 3 0 0,5-1 0 0,2 1 0 0,0 0 0 0,6 2 0 0,13-3 0 0,5 1 0 0,4-3 0 0,4 1 0 0,0-1 637 15,6 0-637-15,-5-3 0 0,-2-1 0 0,0 0 0 0,0-3 0 0,-1 0 0 78,1 0 0-78,-5 0-35 0,-4 0 16 0,-3 0-1053 0,-2 0 465 0,-5-5 290 0</inkml:trace>
  <inkml:trace contextRef="#ctx0" brushRef="#br0" timeOffset="175158.8">21178 13796 1814 0,'-20'-3'0'0,"-3"0"0"0,10 1 0 0,0 2 0 0,6 0 0 0,2 0 0 0,2 3 0 0,0 4 0 0,3-2 489 0,5 3-225 0,8-1-114 16,10 0-56-16,5-3 233 31,4 1-135-31,4-5-82 0,6 0 88 0,2 0-81 0,6 0-39 0,-2 0-16 0,8 0-26 0,-8-5-36 16,-1 1 0-16,1-3-27 0,-2-3-23 0,-3 5 44 15,3-2 9-15,-17 2-376 32,-6 1 205-32,-6 0 56 0,-7 0 67 0,-9 4-52 0,1-3 48 0,-2 3-94 0,-6 0-1058 0</inkml:trace>
  <inkml:trace contextRef="#ctx0" brushRef="#br0" timeOffset="175215.78">21806 13776 1043 0,'-17'0'-328'0</inkml:trace>
  <inkml:trace contextRef="#ctx0" brushRef="#br0" timeOffset="175296.14">21529 13800 1347 0,'-11'7'0'0,"1"-1"0"0,0 2 0 0,0 2 0 0,-3 3 0 0,5-2 0 0,-3 5 0 0,-2 0 231 0,1 0-97 0,-5 7-38 0,0-5-35 0,1 3 102 0,-3 1-63 0,-4-3-32 0,-1 2 1 0,-4-1 78 0,4-6-59 0,4-4-26 0,1-2 221 0,2-3-123 0,6 0-62 0,1-5 311 0,8 0-191 0,2 0-90 0,0 0-59 0,8 0-69 0,11 0 0 0,6 0 0 0,1 0 0 0,6 0 0 0,2 4 0 0,3-1 0 0,-1 6 0 0,6-1 0 0,-5 1 0 0,-1-1 0 0,-1 2 0 0,1-1 0 0,-4 1 0 15,6 1 0-15,-12-3-47 0,-1 1-74 0,-5-3 12 0,-7 1-660 0,-1-5 366 0,-3 4 174 0,-8-6 100 0,-1 0-237 0,0 0 164 0,-2 0 82 16,-8-4 42-16,0-7-415 0</inkml:trace>
  <inkml:trace contextRef="#ctx0" brushRef="#br0" timeOffset="175451.26">21595 14009 1099 0,'-7'0'0'0,"2"0"0"0,-1 1 0 0,-1 1 0 0,2 4 0 0,-1 3 85 0,1 2-48 0,1 5 1 16,1 5 802-16,3 6-401 31,-1 5-201-31,1 5-91 0,0 4 360 0,0 1-236 0,0 2-116 0,0 0-203 0,0 4 52 0,0-8-10 16,0-4 44-16,0-7-691 0,0-2 345 0,1-6 173 15,1 3 96-15,-2-15-381 0,0-2 176 0,0-6 132 0</inkml:trace>
  <inkml:trace contextRef="#ctx0" brushRef="#br0" timeOffset="175680.11">21337 13354 2500 0,'-8'-24'0'0,"2"8"0"0,6 2 0 0,0 7 0 0,11-6 0 0,11 2 0 0,3 1 0 0,8 2 0 0,4 1 0 0,3 0 491 0,7 0-218 0,-3 6 213 0,0 1-305 0,1 0-181 0,-3 0 0 0,-4 0-46 0,2 0-112 0,-14 5 94 0,-9 0 51 0,-1 1-750 0,-9 3 393 0,-6-2 196 0,2 1 103 0,-3 3-809 16,-10-3 421-16</inkml:trace>
  <inkml:trace contextRef="#ctx0" brushRef="#br0" timeOffset="175833.72">21557 13254 1067 0,'-11'2'0'0,"-1"1"0"0,2 1 0 0,0 1 0 0,2 3 0 0,-2 2 267 0,5 4-119 0,2 2 447 0,2 4-279 0,1 2-139 0,0 4-69 0,0 4 73 16,0 0-75-16,0 2-35 0,0-3 1 0,0 3-245 16,0-1 106-16,0 1 62 15,0-10 17-15,0-1-602 0,1-4 314 0,1-1 157 16,2-5-636-16</inkml:trace>
  <inkml:trace contextRef="#ctx0" brushRef="#br0" timeOffset="175991.27">21683 13371 1600 0,'2'-6'0'0,"5"1"0"16,-2 3 0-16,0-1 0 0,1 3 0 0,0 0 415 0,3 0-188 0,-1 12-95 0,2 2 560 0,-4 6-332 0,0 1-162 15,-1 4-79-15,-4 4 32 47,1-2-114-47,-1 6-37 0,-1-1 0 0,0 0 0 0,0-3 0 0,0 2 0 0,0 5 0 0,-1-10 0 0,-2 0 0 0</inkml:trace>
  <inkml:trace contextRef="#ctx0" brushRef="#br0" timeOffset="176324.09">22541 13541 1748 0,'-13'-9'0'0,"6"2"0"0,-3 2 0 0,0 3 0 0,-2 1 0 0,-5 1 0 0,1 0 0 0,-4 8 266 0,-3 8-116 0,3 7 384 15,-1 6-249-15,1 3-124 0,-1 8-54 0,6-4 224 16,7 9-147-16,2 0-75 0,6 5-53 0,0 3-56 16,1-9 0-16,12 0 0 15,4-5 0-15,3-1 0 0,1-6 0 0,5 4 0 0,-5-12-203 0,2-2 115 16,-3-2 61-16,0-1 32 0,-4-5-598 0,2 3 212 16,-8-10 178-16,2 0-400 15,-4-4 284-15,1-3 141 0,-1 0 72 0</inkml:trace>
  <inkml:trace contextRef="#ctx0" brushRef="#br0" timeOffset="176510.85">22791 13668 1782 0,'-5'-9'0'0,"-2"5"0"0,4 2 0 0,1-2 0 0,2 4 0 0,0 10 298 15,0 11-132-15,0 3 204 0,0 7-167 0,0 7-74 16,0 2-51-16,2 1 141 0,-2 2-92 0,0 1-45 15,2 4-23-15,-2 4-173 0,0-10 71 0,0-3 39 16,0-1 1-16,0-5 39 0,0-5 0 0,0 4 9 16,-2-15-9-16,2-4 0 0</inkml:trace>
  <inkml:trace contextRef="#ctx0" brushRef="#br0" timeOffset="176695.27">22969 13979 1880 0,'6'0'0'0,"2"-2"0"0,-1 1 0 0,6 0 0 0,-1-3 0 0,5 1 0 0,2 0 0 0,6-1 0 0,0 1 81 0,3-2-22 0,2-1 0 0,-1 0 791 0,-1 3-407 0,3-2-195 0,-6 1-110 0,-4 1-457 0,-1-2 177 0,-2 4 89 0,-5-2-835 0,1 3 458 0,-5 0 222 0</inkml:trace>
  <inkml:trace contextRef="#ctx0" brushRef="#br0" timeOffset="177583.74">23610 13854 1939 0,'0'1'0'0,"0"2"0"0,2-3 0 0,-2 3 0 0,2 0 0 0,-1-1 0 0,1 3 0 0,-1-3 0 0,2 4 0 0,2-2 312 0,4 1-137 0,2 2-69 16,3-2 282-16,6 0-175 0,6-1-79 0,2-1 97 15,4-3-97-15,4 0-49 0,2 0-24 16,0 0-20-16,1-3 5 0,-7-6-9 0,-1-1-8 0,-6-1-58 16,-2-2 29-16,-7-2 0 15,3-2-100-15,-12 4 64 0,-2-3 37 0,-5-1-1 0,0-1-166 0,-2-5 97 16,-10 5-1-16,-6-3-10 0,-2 0 19 0,0 2 0 16,-5-1 12-16,-4-3 29 15,2 7-22 1,-1 1 15-16,0 4-17 0,-1 2 77 0,-1 6-30 0,-4 3-5 0,6 0-11 0,-1 9 93 15,2 11-38-15,-1 12-28 0,6 6 229 0,-2 6-117 16,10 1-45-16,5 4 165 0,6 4-246 0,3-2 0 16,0-1 0-16,9 6 0 0,13-13 0 0,6-3 0 15,6-4 0-15,5-7 0 0,5-4 0 16,6-1 0-16,-5-10 0 0,-1-5 0 16,-2-6 0-16,-1-1 0 0,-5-2 0 0,5 0 0 15,-12-2 0-15,-3-5-863 0,-1-3 285 0,-4 1 271 16,-1 1 135-16</inkml:trace>
  <inkml:trace contextRef="#ctx0" brushRef="#br0" timeOffset="177825.47">24177 13488 2783 0,'-9'-7'0'0,"3"1"0"0,1-2 0 0,2 5 0 0,3 1 0 0,0 1 0 0,6 1 0 0,11 0 0 0,7 0 794 0,7 0-440 0,1 3-354 0,2 0 0 0,3 0 0 15,-2 2 0-15,1-3 0 0,5 2 0 0,-8-1 0 16,1 1 0-16,-6-1 0 16,-1-1-182-16,-4-1 83 0,3 1 77 0,-11 2 24 15,-1-2 0-15,-6-1 35 0,4 1-1 0</inkml:trace>
  <inkml:trace contextRef="#ctx0" brushRef="#br0" timeOffset="178265.7">25060 13365 1598 0,'0'-13'0'0,"-6"0"0"0,-1 2 0 0,2-1 0 0,-1-2 0 0,1 4 0 0,-2-4 0 0,1-3 0 0,-1 7 457 0,0-2-210 0,-1 0-105 0,0 3-53 0,-3 1 168 0,-4 5-115 0,2 3-53 0,-4 0 49 0,-2 11-51 0,-1 10-26 0,-6 5 45 31,7 5-40-31,-1 3 1 0,3 5-31 0,4-2 57 0,3 1-28 0,0 3 9 16,8-6-38-16,2-4 45 0,0 0-81 0,0-8 0 0,8 1 0 0,6 0 0 16,3-11 0-16,2-4 0 15,2-7 0-15,3-2 0 0,-1 0 0 0,5-1 0 16,-3-15 0-16,0-1 0 0,-3-4 0 0,2-1 0 15,-3-4-19-15,3-2-97 0,-9 0 58 0,1 3-288 16,-4-1 155-16,-1 2 77 0,-5 3 39 16,4 0 230-16,-9 7-90 0,1 5-51 0,-2 3-26 0,0 6 1 15,0 0-25-15,-3 0 527 16,-4 15-238-16,3 4-253 0,-1 4 0 0,3 2 0 0,2 2 0 0,0 2 0 47,0-3 0-47,0 1 0 0,5-2 0 0,2-1 0 0,4-1 0 0,0 0 0 0,1-6 0 0,2-5 0 0,0-1 0 0,-1-8 0 15,2-3-91-15,2 0 14 0,-6 0-643 0,3-1 341 16,0-12 172-16,-4-2-462 16,3-2 316-16,0-3 149 15,-5-3 88-15,4-2-429 0</inkml:trace>
  <inkml:trace contextRef="#ctx0" brushRef="#br0" timeOffset="178514.97">25342 13090 1829 0,'-7'-18'0'0,"6"6"0"0,-2 4 0 0,3 2 0 0,0-1 0 0,0 1 0 0,6 1 0 0,4 3 357 0,6 2-160 0,-1 0-81 16,-1 0 202-16,0 2-140 16,2 4-62-16,-1 6-45 0,-4-3 36 0,-2 5-35 0,-4 1 0 0,-1 1-118 15,-4 2 50-15,0 1-9 0,-4 0 41 0,-9-2-32 16,1 1 0-16,-4-4 32 0,4 3 9 0,-1-7 37 16,0-1-22-16,4 1-1 15,0-3 137-15,3 0-173 0,0-1-23 0,3-2 0 16,3-1 0-16,0-1 0 15,1-2 0-15,11 0 0 0,6 0 0 0,2 0 0 0,4 0 0 0,5-4-84 16,-3-1-185-16,4 0 147 0,3 2 47 0,-5 1-861 16,-1 0 451-16,0 2 224 0</inkml:trace>
  <inkml:trace contextRef="#ctx0" brushRef="#br0" timeOffset="178828.61">25831 13346 1207 0,'0'0'0'0,"0"-5"0"0,0 1 0 0,0 3 0 0,5-1 0 0,1-1 763 94,3 3-368-94,2 0-180 0,2 12-90 0,4 6 679 0,1 8-384 0,1 5-418 0,0 5-2 0,-3 6 0 0,-3 4 0 0,-3 7 0 0,-7 5 0 0,-1 5 0 0,-2-3 0 0,-13-2 0 0,-9 2 0 0,-4-1 0 0,-7-2 0 0,-4 8 0 0,0-15 0 0,-2 3 0 0,1-2 0 0,-3 0 0 0,2-5 0 0,-1 2 0 16,14-21 0-16,6-6-168 0,7-12-187 0,6-3 159 15,5-6-566-15,2 0 354 0,0 0 191 0</inkml:trace>
  <inkml:trace contextRef="#ctx0" brushRef="#br0" timeOffset="179012.81">26111 14312 3551 0,'3'4'0'0,"1"-2"0"0,0 0 0 0,-1-1 0 0,-1 1 0 0,1-1 0 0,-1 1 0 0,0-2 380 0,2 0-380 0,-1 0-127 0,0 0-29 0,0 0 95 0</inkml:trace>
  <inkml:trace contextRef="#ctx0" brushRef="#br0" timeOffset="71991.39">20273 2767 1734 0,'-7'2'0'0,"0"3"0"0,1-2 0 0,-1 0 0 0,4 1 0 0,-1-4 0 0,2 2 0 0,-1 0 0 0,0-2 221 0,3 1-95 0,0-1 216 16,0 0-151-16,0 0-75 0,4 0-39 0,4 0 224 15,3 0-136-15,2 0-62 32,2 0-32-32,2 0 97 0,2 0-64 0,5 0-22 0,0 0-11 0,3 0-12 0,0 0-59 0,7 2 0 0,-2 0 0 0,11 0 0 15,-2-2 0-15,3 0 0 0,4 0 0 0,1 0 0 16,1 0 0-16,4 0 0 15,-12 0 0-15,0 0 0 0,-1 0 0 0,-7 1 0 16,-1 1 0-16,0 5 0 0,-12-2 0 0,-3-2 0 16,-6 3 0-16,1 0 0 0,-1-1 0 0,-9-1 0 15,0-1 0-15,-1-1 0 0,-2 1 0 0,0-1 0 16,0-2 0-16,0 0 0 0,0 0 0 0,0 0 0 16,-4 0 0-16,3 0 0 15,-1 0 0-15,1 0 0 0,-1 0 0 0,2 0 0 0,-2 0 0 0,2 0 0 16,0 0 0-16,0 0 0 0,0 0 0 0,0 0 0 15,0 0 0-15,0-2-74 0,0-1-50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0:11:01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9567 4221 1370 0,'-9'-10'0'0,"3"3"0"0,0 1 0 0,1 3 0 0,2 0 0 0,3 0 0 0,0 3 66 0,0 0 0 0,0 0-28 0,0 0 721 0,0 0-351 0,3 0-190 0,7-1-90 0,-2 0 81 0,3-1-86 0,0-1-42 0,2-1 9 0,0 0 119 0,0 1-86 0,1-1-80 16,2 0-43-16,-4 1 0 15,4 0 0-15,-4 2 0 0,3-1 0 0,-3-1 0 0,2 3 0 0,-1 0 0 0,1 0 0 0,-2 0 0 0,1 0 0 0,0 0 0 0,0 0 0 0,4 0 0 16,-2 0 0-16,-1 0 0 0,1 3 0 0,2-1 0 16,0-1 0-16,6 1 0 0,-3-1 0 0,1 2 0 15,2-3 0-15,0 0 0 0,2 0 0 0,4 0 0 16,-6 0 0-16,2 0 0 0,0 0 0 0,1 0 0 16,-3 0 0-16,8 0 0 15,-9 0 0-15,2 3 0 0,-1-3 0 0,2 1 0 16,0-1 0-16,3 0 0 0,-6 0 0 0,4 0 0 15,-2 0 0-15,1 0 0 0,2 0 0 0,2 0 0 16,-3 1 0-16,-1-1 0 0,2 0 0 16,1 3 0-16,0-3 0 0,6 3 0 0,-7-2 0 0,1 2 0 15,0-3 0-15,0 2 0 0,0 0 0 0,6-2 0 16,-6 1 0-16,2-1 0 0,0 0 0 0,-1 0 0 16,2 0 0-16,7 0 0 0,-7 0 0 0,0 0 0 15,3-1 0-15,-4-1 0 16,3 0 0-16,4 2 0 0,-2-3 0 0,-5 2 0 15,3-2 0-15,1 3 0 0,2-3 0 0,3 3 0 16,-6-1 0-16,1 1 0 0,3 0 0 0,1 0 0 16,1 0 0-16,8 0 0 0,-9 0 0 0,-2 0 0 15,2 0 0-15,1 0 0 0,4 0 0 0,-6 4 0 47,0 3 0-47,-2-3 0 16,1 1 0-16,0 0 0 0,9 1 0 0,-11 0 0 0,4-3 0 0,-1 1 0 0,1-2 0 0,2 1 0 0,7-1 0 0,-8-2 0 15,-2 0 0-15,4 0 0 0,1 0 0 0,-2 0 0 16,9 0 0-16,-9 0 0 0,1 0 0 0,0 0 0 16,0 0 0-16,0 3 0 0,7 0 0 0,-12 1 0 0,1-1 0 0,-2 0 0 31,3 2 0-31,-2-2 0 0,5 1 0 0,-7 0 0 0,2-1 0 0,1-1 0 0,1-1 0 16,1 0 0-16,6-1 0 0,-8 0 0 0,-1 0 0 15,0 0 0 16,0 0 0-31,0 0 0 0,3 1 0 0,-10 1 0 0,-1 2 0 0,-3-2 0 0,-1 2 0 0,-1 0 0 0,2 1 0 0,-7 0 0 16,-2 0 0-16,0-2 0 0,-4 3 0 0,-1-4 0 16,3 2 0-16,-6-3 0 0,-2 2 0 0,-2 0 0 15,2-3 0-15,-5 0 0 0,2 0 0 0,-1 0 0 16,-2 0 0-16,0 0 0 16,0 0 0-16,0 0 0 0,0 0 0 0,0 0 0 15,-5-3 0-15,-1 0 0 0,1-2 0 0,-1 1 0 16,1-2 0-16,-3 3 0 0</inkml:trace>
  <inkml:trace contextRef="#ctx0" brushRef="#br0" timeOffset="1436.3">16353 4460 1272 0,'-2'0'0'0,"2"-1"0"0,-1-2 0 0,-1 1 0 0,2 1 0 0,-2 0 0 0,2-1 0 0,0 1 464 0,0 1-218 0,0 0-104 0,0 0-53 0,5 0 134 15,3 0-93-15,3 0-36 16,2 0-10-16,-1 0 221 0,5 0-133 0,2 1-67 0,1 1 159 0,5-2-103 31,0 0-67-31,4 0-28 0,1 0-46 0,1 0-20 0,4 0 0 0,4 0 0 0,-2 0 0 0,-1 0 0 16,3-2 0-16,1 1 0 15,1-3 0-15,7 1 0 0,-7-1 0 0,0 2 0 16,1 1 0-16,-1-2 0 0,9 1 0 0,-11-1 0 16,2 1 0-16,-1-2 0 0,0 3 0 0,4-2 0 15,4-1 0-15,-6 2 0 0,0-2 0 0,3 2 0 16,-1-3 0-16,0 1 0 0,6-1 0 0,-10 2 0 15,2-2 0-15,-1 1 0 0,-2 1 0 0,1-2 0 16,6 1 0-16,-6 3 0 0,-2-1 0 0,4 1 0 16,-1-1 0-16,3 0 0 15,6 2 0-15,-8 0 0 0,3-2 0 0,-2 2 0 16,6-3 0-16,-4 2 0 0,13-5 0 0,-10 4 0 0,4-5 0 0,2 2 0 16,1-3 0-16,-1 5 0 15,8-5 0-15,-13 5 0 16,2-2 0-16,1 3 0 0,-1-1 0 0,2 2 0 15,11 0 0-15,-13 0 0 0,2 1 0 0,1 0 0 16,0 0 0-16,2 0 0 0,8 0 0 0,-13 0 0 16,4 0 0-16,2 0 0 0,1 0 0 0,2 0 0 0,7-2 0 0,-13-1 0 15,1 2 0-15,-1-1 0 16,0 1 0-16,1-1 0 0,6 2 0 0,-12 0 0 0,5 0 0 16,-1 0 0-1,0 0 0-15,3 0 0 0,6 2 0 0,-9-1 0 0,-1 2 0 0,5 0 0 16,3-3 0-16,9 0 0 0,-9 0 0 0,-1 0 0 15,1 0 0-15,0 0 0 0,-1 0 0 0,6 0 0 16,-9 0 0-16,4 0 0 16,2 0 0-16,-1 0 0 15,6 0 0-15,5 0 0 0,-11-3 0 0,1 0 0 0,-1 0 0 0,8 0 0 78,-2 0 0-78,9-3 0 0,-14 3 0 0,1 1 0 0,1 2 0 0,-4-4 0 0,3 2 0 0,8 1 0 0,-13 1 0 0,1 0 0 0,1 0 0 0,-1 0 0 0,-3 0 0 0,7 3 0 0,-16 1 0 0,1 0 0 0,0 0 0 0,1-1 0 0,-3 0 0 0,4-1 0 16,-12 1 0-16,-3-2 0 0,-3 1 0 0,-1-1 0 31,-4 2 0-31,2 0 0 0,-10-2 0 0,-1 0 0 0,-2 2 0 0,-3-2 0 16,-1 0 0-16,-1 1 0 0,-4 1 0 0,-2-3 0 16,-1 0 0-16,-3 2 0 93,2-1 0-93,-1-1 0 0,-1 0 0 0,-1 0 0 0,0 0 0 0,0 0 0 0,0 0 0 0,-1 0 0 0,-7 0 0 0,-2 0 0 0</inkml:trace>
  <inkml:trace contextRef="#ctx0" brushRef="#br0" timeOffset="3271.88">19857 1316 1410 0,'0'-15'0'0,"0"0"0"0,0 8 0 0,0 2 0 16,0 2 0-16,0 1 0 0,0 0 182 0,0 2-64 0,0 0-45 0,0 5 11 16,-2 9-24-16,-8 7 0 0,-3 3-23 0,-3 6 18 15,-2 1-19-15,-1 3 1 0,-3 0-20 0,-1 0 20 0,-2 1 0 16,-1 0 9-16,3-5 48 0,2-5-29 16,-3 0 0-16,3-8 1 0,4 0-1 0,1-2-19 15,7-7-9-15,4-7 91 0,3-1-46 0,2 0 0 16,0 0-36-16,0 0-33 0,7 0 24 0,6 0-1 47,-1 0 1-47,3 8-13 0,1 3 22 0,-2 4-10 0,-2 4-68 0,-1 2 33 0,0 3 1 0,-3 4-68 0,-2 6 50 0,-4-2 18 15,1 4-23-15,-3-4-103 0,0 2 56 0,0-3 37 16,-7 4 4-16,-1-12-221 0,-1-3 106 0,2-5 61 16,0-6-170-16,1-1 107 0,-2-6 44 0,4-2 37 15,0-4-388-15,3-15 207 0,1-5 104 0,0-1-349 47</inkml:trace>
  <inkml:trace contextRef="#ctx0" brushRef="#br0" timeOffset="3433.17">19642 1835 1593 0,'2'-12'0'0,"1"0"0"0,1 3 0 0,5-4 0 0,3 4 0 0,3 2 0 0,2-3 0 0,5 3 0 0,4 2 444 16,2-2-195-16,-2 6-111 0,3 1-50 0,-1 0 163 16,-3 3-107-16,-3 9-54 31,1 0-18-31,-12 5-59 0,-3 4 24 0,-5 1 0 0,-3 3-162 0,0 6 82 0,-8 1 48 0,-6-2-8 0,-4 0-41 0,-2-2 41 15,-1-2-1-15,-4-3-297 32,0 2 159-32,0-9 22 0,2-3 56 0,3-2-417 0,-2-5 222 0,-1 1 102 0,10-7 65 0,-2 0-367 15,4-7 211-15</inkml:trace>
  <inkml:trace contextRef="#ctx0" brushRef="#br0" timeOffset="3577.91">19672 1898 1118 0,'0'-5'0'0,"0"-2"0"0,3 2 0 0,-3 1 0 0,1 0 0 0,4 2 0 0,2 0 622 0,3 2-293 0,2 0-146 0,7 0 502 0,2 4-315 0,4 4-171 0,3 2-81 0,1 2 74 0,2 2-78 0,1 3-113 0,4-1-60 0,-7 0 6 0,2 1 45 0,-5 2 0 0,3-4-705 0,-4 2 374 0,3 2 198 16,-7-7 84-16,-3 0-884 0</inkml:trace>
  <inkml:trace contextRef="#ctx0" brushRef="#br0" timeOffset="3773.37">20346 1348 2038 0,'0'-9'0'0,"0"3"0"0,0 0 0 0,0 6 0 0,0-2 0 0,0 2 0 0,0 0 0 0,0 0 588 15,0 8-275-15,2 0-137 0,1 3-174 0,-1 1-10 16,2 2 46-16,-3-2 0 0,1 5-595 0,-2-1 297 15,0 2 158-15,0 1-816 0,0-1 440 0</inkml:trace>
  <inkml:trace contextRef="#ctx0" brushRef="#br0" timeOffset="3916.66">20203 1540 1917 0,'-3'0'0'0,"-2"0"0"0,2 0 0 0,0 0 0 0,3 0 0 0,0 0 0 0,0 0 0 0,0 0 355 15,3 0-159-15,5 0-78 0,4 3-245 0,1 2 77 0,2-1 45 0,1-1-707 16,1-2 372-16</inkml:trace>
  <inkml:trace contextRef="#ctx0" brushRef="#br0" timeOffset="4966.85">20552 1429 1562 0,'-6'0'0'0,"-2"0"0"0,0 0 0 0,0 0 0 0,-1 0 0 0,-3 5 0 0,-1 7 0 0,-6 2 169 0,4 1-71 0,-4 4-30 0,2-2 1 0,-3 4-305 0,0 0 135 0,-3 4 76 0,5-2-216 0,-1-2 122 16,3-1 60-16,0 1-148 0,4 0 88 0,-1 2 37 15,5-8 7-15,1 2 226 32,4 0-89-32,2-3-38 0,-1 0-59 15,2 2 328-15,0-6-161 0,0 1-78 0,0-5-17 0,2 2 135 0,-1-3-54 0,1 2 5 16,-1-6-172-16,0-1 52 15,2 0 0-15,-2 0-322 0,-1 0 179 0,0 0 81 0,0-1 38 0,0-8-308 0,-4-1 156 0,0-1 78 16,0 0-15-16,-1-3 102 63,1 2 9-63,0-2-39 0,4 3 0 0,0-1 362 0,0-2-180 0,0 2-101 0,5 0 420 0,7 0-204 0,4 0-122 0,4 1 80 0,2 0-89 0,6-3-35 0,1 5-11 0,3 0 28 0,-2 1-36 15,2 2 0-15,1 5-36 0,1-1-58 0,-7 2 24 0,-3 0 0 16,-5 0 34-16,-2 8-282 0,-4 4 151 0,-10 0 60 62,-3 0-344-62,0 1 161 0,-5 0 106 0,-9 0-142 0,-1 1 99 0,-4-2 59 0,-1-3 28 0,-2-1-142 0,1-1 86 0,-2-1 41 0,-3 3-8 0,4-4-12 0,0-1 32 0,2 2 0 16,-2-2 31-16,4 1 156 0,-3 2-87 0,7 0-30 16,1-1 376-16,6 1-201 0,-1 0-105 0,3 0 321 15,1 4-185-15,4-4-61 31,0 2-57-31,0 0 45 0,1-1-49 0,2 1-23 0,4-1 10 0,-1-1-125 0,0-2 45 0,-1 0 1 0,0-3 45 0,-2 1-300 16,0 0 160-16,-1-3 65 0,0 0-233 0,-1 0 112 16,-1 0 81-16,0-2-46 15,0-2 21-15,0-1 37 0,0-2-1 0,0-1 118 16,0 1-45-16,0 0 0 0,2 0-54 0,1 0 268 16,4 2-107-16,-2-2-69 15,4 2 11-15,2 1 166 94,0-2-64-94,-3 5-70 0,4-3-10 0,-4 4-40 0,3-2 0 0,-3 2-150 0,2 0 85 0,-3 0 28 0,-3 0 0 0,2 0 37 0,-4 2-30 0,-1 5 25 0,-1-2-34 0,0 5-351 0,-1-3 143 16,-9 5 97-16,0-3 6 0,-3 1-48 0,-3 0 62 0,1 0 27 0,-4 1 80 0,3-1-27 0,0 1 1 0,-3 1 150 0,5 0-80 0,-1 0-47 0,3-1-9 0,0 2 214 0,3-2-100 0,-2 4-60 15,4-2-2-15,-1 1 34 0,4-2-7 0,-1 0-30 16,2 0 28-16,0 0 10 0,3-3-52 0,0-3 0 15,0-1-44-15,0-3 1 16,0-2 43-16,0 0 9 0,6 0-80 0,6-12 34 16,3-5 4-16,1 0-59 15,4-4 31-15,4 0 4 0,1-2 19 0,3 1-27 0,0 3 32 0,2 1 5 16,1 2-12-16,2 1 43 0,-3 5-9 0,-1 6-25 16,-1 2 89-16,-4 2-42 0,-1 0 7 0,0 8 107 15,-11 7-68-15,0 2-36 16,-8 1-7-16,-2 1-63 15,-2 1 12-15,0 1 41 0,0-4-8 0,-9-2-231 0,-4-4 112 0,0-1 55 0,0-4 23 16,-1 1-392-16,-2-7 181 0,4 0 104 0,-5 0-181 0,3 0 128 16,-3-5 53-16,-1-5-156 0,3 0 118 0,1-6 54 15,-2-1 28-15,2-1 47 16,0 2-20-16,2-4-10 16,2 3 10-16,0 3 328 0,3 2-165 0,2-1-81 15,1 2-51-15,4 4 612 0,0 4-303 0,0 3-87 16,1 0 97-16,6 5-137 0,2 8-60 0,3 7 347 15,1 5-212-15,-2 5-107 0,3 3-52 0,-5 5 184 0,2 5-131 0,-2 0-144 32,-1 3 0-32,-3 4 0 0,0-4 0 0,-3 2 0 0,2 2 0 0,-3-10-186 31,-1-2 16-31,0-4 103 0,0-2-563 0,0-10 280 0,0 2 166 0,0-15-270 0,-1-9 208 0,-1 0 103 16,0-5 53-16</inkml:trace>
  <inkml:trace contextRef="#ctx0" brushRef="#br0" timeOffset="5264.58">21155 1453 2742 0,'0'-7'0'0,"0"-3"0"0,-2 4 0 0,-3-1 0 0,2 1 0 0,-1 1 428 0,1 1-196 16,-2 1-97-16,0-2 120 140,2 4-116-140,-2-1-139 0,1 2 0 0,-3 0-194 0,0 3 39 0,-1 9 104 0,-1 3 39 0,-5 6-820 0,3 2 434 0,-5 5 217 0,-1 3-675 0,-6 8 406 0,-2-3 214 0</inkml:trace>
  <inkml:trace contextRef="#ctx0" brushRef="#br0" timeOffset="5316.81">20812 1800 854 0,'-15'11'0'0,"0"1"0"0,2-1 0 0,1-2 0 0,4 0 0 0,0-2 0 0,6-4 0 0,2-1 481 0,0-2-222 0,5 0-112 0,10 0 375 0,4 0-235 0,3 0-129 0,6-5-62 0,3 1-29 0,3-3-1 0,2 0-30 0,4 1 307 0,-4 1-159 0,0 1-73 0,0-3-38 0,1 4-260 0,-3-3 111 0,4 2 66 0,-10 2 18 0,-3-2-694 0,-3 3 332 0,-3-1 190 0,-8 1-762 0</inkml:trace>
  <inkml:trace contextRef="#ctx0" brushRef="#br0" timeOffset="5525.12">21091 1619 1905 0,'-11'0'0'0,"-1"0"0"16,4 0 0-16,-1 0 0 0,7 2 0 0,1 4 0 0,1 6 0 0,0 5 704 47,1 0-334-47,7 7-167 0,3 4-84 0,1 5 335 0,2 8-278 0,-1-2-176 0,-3 6 0 0,0 2 0 0,-2-3 0 0,-3 3 0 0,-1 2 0 0,-3-8 0 15,-1-1 0-15,0-4-445 0,0-5 189 0,-1-5 146 16,-8 3 83-16,2-14-775 0,-1-8 359 0,2-2 204 15,-1-5 101-15,2-2-429 16,0-13 257-16</inkml:trace>
  <inkml:trace contextRef="#ctx0" brushRef="#br0" timeOffset="5672.22">21105 1947 2520 0,'-3'-10'0'0,"1"3"0"0,-1 4 0 0,0-1 0 0,-1 2 0 0,0 2 0 0,-5 0 0 0,1 11 0 0,-1 5 0 0,-5 7 313 0,0 1-138 0,-3 2-70 0,-2 6 4 0,2-5-41 0,-2 2-1 0,2 0-31 0,0-3 0 0,0 1 0 0,-2-3 10 0,5-6-891 16,2-5 441-16,4-3 220 0,1-7 109 0</inkml:trace>
  <inkml:trace contextRef="#ctx0" brushRef="#br0" timeOffset="5802.87">21117 1985 1826 0,'8'0'0'0,"2"0"0"0,0 0 0 0,1 0 0 0,-1 4 0 0,2 3 448 0,-1-1-206 0,3 2-93 15,-1 1 309-15,-1-1-211 16,0 2-106-16,-2 1-200 0,-1-2 48 0,4 2 32 0,-9-1-9 0,2 1-717 16,-2-4 370-16,-1 0 186 15</inkml:trace>
  <inkml:trace contextRef="#ctx0" brushRef="#br0" timeOffset="6283.07">21362 1645 2720 0,'2'0'0'0,"-1"2"0"0,1-2 0 0,-1 2 0 0,1-2 0 0,1 2 0 0,-1 1 0 0,-1-1 0 0,1 1 224 0,3-1-85 0,-4 3-56 0,3-2-184 16,-2 1 68-16,1 0 35 16,-1-1 0-16,-1 1-499 15,0-1 262-15,0 0 136 0,2-1-446 0,-3-1 266 0,0-1 134 0,0 0 62 0,0 0-126 0,0 0 86 16,0-1 44-16,0-6 119 15,-3-5-47-15,1 0 9 0,2-2-38 0,-1-3 98 0,1 0-49 0,0 2-25 16,0-3-8-16,3 1 158 0,8 2-55 0,1 2-54 16,3 1 123-16,3 3-72 15,-1 1 1-15,2 4-33 0,-1 4 32 0,0 0-25 16,-3 3 20-16,-2 7-114 0,-2 5 42 0,-6 3 1 16,-4 4 18-16,-1 3-101 0,-1-1 44 0,-10 1 25 46,-5 4-12-46,-3-7 47 0,-4 2-24 0,1-5 9 0,-3-1-16 0,0-4 218 0,-1 3-94 0,6-8-53 0,4-3 313 0,0-2-171 0,6-2-85 0,5-2 254 16,-2 0-161-16,7 0-94 16,0-4-42-16,8-4 137 0,8-2-90 0,6 0-45 15,0 0 9-15,2 0-44 0,3 2-46 0,-4-1 0 16,2 1-8-16,0-1-43 0,1 4 53 0,-4-2-10 78,-2 4-533-78,0-2 288 0,-3 4 98 0,1-2-831 0,-1 3 466 0</inkml:trace>
  <inkml:trace contextRef="#ctx0" brushRef="#br0" timeOffset="6408.29">21436 1968 2654 0,'-7'6'0'0,"-1"3"0"0,-1 3 0 0,4-2 0 0,2 1 0 0,2 3 0 0,-1-3 0 0,2 3 0 0,0 1 298 15,0-1-136-15,0-2-63 16,0 1 264-16,0 1-164 0,0-2-81 0,0 1-452 0,0-4 181 0,0 1 94 15,0-5 48-15,0-1-780 0,0-1 413 0,0-1 216 16,0-2 95-16</inkml:trace>
  <inkml:trace contextRef="#ctx0" brushRef="#br0" timeOffset="6583.9">21531 1973 2817 0,'0'0'0'0,"0"0"0"0,0 0 0 0,0 1 0 0,0 1 0 0,0 4 0 0,3-3 0 0,-2 5 0 0,7 1 543 0,-2-1-258 0,4 3 1 15,-2 0-286-15,2 1 0 0,1-1 0 0,0 2 0 16,-2-1 0-16,-1 0 0 0,0-1 0 0,-1-3 0 47,1 2-167-47,-1-2 82 0,-2-2 56 0,-1-3-1015 0,2-2 536 0,-2-1 104 0</inkml:trace>
  <inkml:trace contextRef="#ctx0" brushRef="#br0" timeOffset="6751.92">21817 1518 2313 0,'1'0'0'0,"0"0"0"0,2 0 0 0,-2 0 0 0,1 0 0 0,-1 0 486 0,1 0-225 0,-2 1-113 0,0 6 270 0,0 4-182 0,0 2-167 0,0 1-69 0,-2 3 0 16,-5 3 0-16,2 0 0 15,-3 1 0-15,1-2-163 0,2 0 75 0,0-2 62 0,0-2-839 0,0-5 444 16,3 2 228-16,2-5-792 0</inkml:trace>
  <inkml:trace contextRef="#ctx0" brushRef="#br0" timeOffset="6913.69">21950 1455 1704 0,'2'-7'0'0,"-1"3"0"0,5 0 0 0,0-2 0 0,-1 3 0 0,1 2 0 0,2 0 0 0,-1 1 352 0,6 0-158 0,0 0-70 16,-1 0 140-16,4 5-114 0,1 5-57 0,-3-1-345 15,1 2 145-15,-1 3 80 0,-1-1 27 0,-5 2-707 16,1 2 372-16,-4 2 186 16</inkml:trace>
  <inkml:trace contextRef="#ctx0" brushRef="#br0" timeOffset="7296.58">21870 1852 1424 0,'-9'0'0'0,"1"3"0"0,0-3 0 0,0 0 0 0,5 0 0 15,3 0 0-15,0 0 0 0,2 0 432 0,12 0-198 0,5 0-90 0,2 0 15 16,3 0-62 15,5 0-30-31,-1 4-1 0,0 6-29 0,2 2 8 0,-5 1-9 0,-2 2-137 0,-1 3 68 0,-3 2 35 0,-4 1 0 0,2 6-76 16,-10-1 51-16,-6 1 29 0,-1-2 1 0,-1-1-167 16,-13 0 53-16,-3-2 17 0,-1-8-89 0,1-4 52 15,-3-5 49-15,3-5-293 0,0 0 167 0,-2 0 75 16,8-10 51-16,0-8-247 15,2-5 144-15,4-3 72 0,1-4 28 0,2 2-91 0,2 1 86 0,0 2 36 16,0 6 50-16,0 3 214 47,0 0-152-47,0 9-44 0,0-2 579 0,0 8-308 0,-4 1-161 0,0 1 331 0,-6 11-212 0,0 6-78 0,-4 5-66 0,-2 2 302 16,-2 3-184-16,0 1-92 0,-6-1-38 0,4 0-142 0,0-2 43 0,0 0 1 15,0-6 43-15,3 2-580 63,-3-2 300-63,10-7 135 0</inkml:trace>
  <inkml:trace contextRef="#ctx0" brushRef="#br0" timeOffset="7419.95">22615 2201 1178 0,'0'0'0'0,"0"0"0"0,0 0 0 0,1 0 0 0,3 0 0 0,-3 0 0 0,-1 0 0 0,0-5 0 0</inkml:trace>
  <inkml:trace contextRef="#ctx0" brushRef="#br0" timeOffset="182271.92">6879 4766 1978 0,'-13'-3'0'0,"0"-1"0"0,4 3 0 0,2 1 0 0,4 0 0 0,2 0 0 0,0 0 0 0,1 0 307 0,0 0-140 0,0 0-63 0,9 0 172 16,4 0-119-16,6 0-59 0,3 0-20 0,1 0 86 15,3 0-63-15,0-1-31 94,-3-5 0-94,5 1 2 0,-1 0 9 0,-4 1-43 0,-1 1 37 0,-1-1-36 0,-1 0-1 0,-1 1-20 0,0 2-18 0,-6-1 0 0,-2-1 0 0,-3 3 0 0,0 0 0 0,-4 0 0 0,1 5 0 0,-5 3 0 0,0 3 0 0,0 2 0 16,-5 3 0-16,-4-1 0 0,-1 5 0 0,-1-4 0 0,0 1 0 0,-4 0-28 0,0-1-10 0,-1 1-54 15,-6 1 42-15,2-4 9 0,-1-1 1 0,0-1 64 0,-2 0-40 0,-1 2-19 16,2-7 16-16,2 0 144 0,2-1-69 0,1-2-33 16,6-3 108-16,-1 3-131 15,7-4 0-15,4 0 0 0,1 0 0 0,0 0 0 0,5 0 0 0,7 0 0 16,5 0 0-16,3-2 0 0,-1-1 0 0,1-4 0 16,2 3 0-16,0-3 0 15,-3 1 0-15,-2 2 0 16,-1 0 0-16,-3 0-65 0,-2-1 23 0,4 5-232 0,-8-2 125 0,-4 0 37 15,1 2 106-15,-4 0-32 0,0 2-1 0,-2 7 77 32,-9 5-33-32,-6 2 0 0,-2 1-44 0,-1 1 252 0,-2 2-122 0,-2 1-50 0,3-1-30 0,-1-3 257 15,0 0-176-15,5-2-92 16,1-3 0-16,2 2 0 0,4-9 0 0,3 1 0 16,5-3 0-16,2-3 0 0,0 0 0 0,1 0 0 15,11 0 0-15,5-2 0 0,5-2 0 0,0-4 0 16,1 4 0-16,2 0 0 0,-2 0 0 0,1 4 0 31,-1 0 0-15,-2 0 0-16,-2 0 0 0,1 8 0 0,-6 1-49 0,-5 3-10 0,-3 0-1 0,-1 3 33 0,-4-1 4 0,-1 3 106 0,-1-5-50 0,-13 1-26 15,-3-1-1-15,-1-2 41 16,-3-2-35-16,-1-2 4 0,1-6-20 0,-1 0-54 0,0 0 16 0,3 0 36 16,-3-3-368-16,5-8 178 15,4-2 85-15,-2-4 44 31,5-2-575-31,4-5 302 0,1-3 141 16,5-2-586-16</inkml:trace>
  <inkml:trace contextRef="#ctx0" brushRef="#br0" timeOffset="182461.71">7408 4691 1346 0,'0'0'-2'0,"0"0"-1"0,0 0 1 0,0 0 0 0,0 0 341 0,0 0-151 0,0 5-76 16,3 11 614-16,0 4-350 0,4 5-171 0,0 6-85 15,-1 5 132-15,3 5-109 0,1 7-44 0,-3 0-160 16,0 2 49-16,-2 0 24 0,-1-2 1 0,-1-2-366 16,-1 6 204-16,-2-14 89 0,0-5 49 0,0-7-244 47,0-5 124-47,0-7 81 0,0-4-708 0,0-10 365 0,0 0 177 0</inkml:trace>
  <inkml:trace contextRef="#ctx0" brushRef="#br0" timeOffset="182640.56">7783 4922 2287 0,'0'3'0'0,"4"0"0"0,-2 5 0 0,-2-2 0 0,1 2 0 0,-1 3 0 0,1 3 0 0,-1 4 862 0,0 2-417 0,0 1-204 16,0 4-145-16,-8 1-96 0,2 3 0 0,-1-1 0 31,-3 0 0-31,0-4 0 0,-2 0-13 0,-2 0-53 0,2-5-273 0,-4 1 197 16,0-9 85-16,-1-3-816 0,3-4 437 0,2-4 110 15,-2 0 144-15</inkml:trace>
  <inkml:trace contextRef="#ctx0" brushRef="#br0" timeOffset="182919.06">7655 4524 2277 0,'1'-4'0'0,"0"0"0"0,-1 1 0 0,2 2 0 0,1 1 0 0,1 0 0 0,3 17 471 0,0 9-217 0,5 9-108 15,5 12 460-15,1 4-429 16,3 7-177-16,6 9 0 0,7 4 0 0,5-1 0 0,7 2 0 0,0-16 0 16,-3-9 0-16,2-3 0 0,-2-10 0 0,-4-3 0 15,4 0 0-15,-18-12 0 110,-1-3 0-110,-4-3-59 0,-7-5-13 0,-4-2-564 0,-3-5 289 0,-6-1 159 0,0 0 72 0,0-7 38 0,0-4-1 0,-6-3 39 0,-1 0-10 0</inkml:trace>
  <inkml:trace contextRef="#ctx0" brushRef="#br0" timeOffset="184384.89">8777 4725 949 0,'-13'0'0'0,"0"-2"0"0,6 1 0 0,3-1 0 0,2-1 0 0,2 3 437 16,0-3-190-16,13-3-110 0,9 0-49 0,2-3 292 15,6 1-171-15,0 1-85 0,2 0 12 0,-1 0-54 32,-2 2 0-32,0 1-159 0,-4 0 57 0,-1 2 29 0,3 0 9 0,-7 1-290 0,-5 1 155 0,-4 0 77 15,-2 0 39-15,-6 0-458 0,-1 3 232 0,-2 0 32 16,0 0 86-16,-10 1-118 16,0-3 95-16,-6 1 47 0,3-2 7 0,-1 0 40 15,0 0 1-15,2 0 38 16,2 0 1-16,-2 0-40 0,1 0-9 0,3-2 203 15,4 1-96-15,0 1-50 0,-3 0-23 0,4 0 351 0,0 0-173 0,3 0-37 16,0 7-59-16,0 1 303 0,0 3-167 0,0 4-84 16,0 5 172-16,1 0-133 78,4 3-60-78,2 3-32 0,-3 2 0 0,0 3-21 0,1 1-9 0,1-4-70 0,-4 3 34 0,1-3 1 0,0 3 34 0,-3 3-165 0,0-8 78 0,0-2 44 0,0 1-1 0,-6-3-135 0,-5 2 82 0,1-1-5 0,-3-7 24 0,0-2 2 0,0-4 28 0,-2-2 226 15,4-3-110-15,-2-1-60 0,3-4-17 0,5 0 177 32,0 0-75-32,3 0-57 15,2-1 14-15,0-2 190 0,2-2-125 0,9-1-86 0,5 1-66 0,3 3 0 0,1-3 0 0,2 0 0 0,0 3 0 0,-1-1 0 16,4 3 0-16,-5-4 0 16,2 3 0-16,5-1 0 0,-6 0 0 0,-1 0-606 15,2 1 263-15,-4-1 162 0,1 2 29 16,3-3-219-16,-3-2 171 0,-4 1 81 0,3-4 41 0,-2-1-515 15</inkml:trace>
  <inkml:trace contextRef="#ctx0" brushRef="#br0" timeOffset="184596.63">9516 4613 1907 0,'-4'-2'0'0,"-5"2"0"0,3 0 0 0,-2 0 0 0,-2 10 0 0,0 6 0 0,1 9 0 0,-2 8 764 0,0 6-364 0,1 8-180 15,1 8-83-15,6-5 246 0,0 1-263 0,3 0-120 16,0-2 0-16,4-4 0 31,7 2 0-31,4-14 0 0,5-3-8 0,-1-5-169 0,4-5 108 0,0-3-626 0,3-3 375 0,-5-11 175 16,1-3 16-16,0 0-613 16,-2-2 353-16,0-13 175 0,0-2 79 0</inkml:trace>
  <inkml:trace contextRef="#ctx0" brushRef="#br0" timeOffset="184781.77">9822 4759 1781 0,'-8'-10'0'15,"3"4"0"-15,0 0 0 0,3 3 0 0,0 3 0 0,-2 0 0 0,4 12 0 0,0 8 824 32,0 6-384-32,0 3-206 0,0 3 173 0,0 1-185 0,0 6-199 0,0-1-23 0,0 7 0 0,0-4 0 0,0 2 0 0,0-2 0 15,0-1 0-15,0-2 0 0,0 0 0 0,0-11-544 16,0-3 209-16,0-8 186 0,0-7-750 0,0 0 419 15,0-9 226-15,0-2 109 0,0-16-331 0,-3-7 219 16,-4-5 110-16</inkml:trace>
  <inkml:trace contextRef="#ctx0" brushRef="#br0" timeOffset="185084.64">9743 4795 922 0,'3'-28'0'0,"5"7"0"0,3-2 0 0,0 8 0 0,2 7 0 0,4 1 489 0,1 6-226 0,1 0-113 0,8 1 147 0,-4 0-134 0,1 9-63 16,-3 5-31-16,1 4 276 0,-2 1-153 0,-1 4-68 15,-5-2-48-15,-5 5-63 16,-1-2 25-16,-6 1-1 0,-2 0-227 0,0 0 123 94,0-5 48-94,-8 0 28 0,-4-2-97 0,-4-1 64 0,-2-5 30 0,-3 1-3 0,-1-8 32 0,-4-3-99 0,4-2 37 0,-2 0 223 0,3 0-96 0,1 0-70 0,4 0 10 0,5 0 368 0,0-1-170 0,5 0-171 15,2-2-67-15,3 1 0 0,1 2 0 0,1 0 0 0,14 0 0 0,5 2 0 0,3 8 0 0,5-1 0 0,-1 2 0 0,4 3 0 0,0-2 0 0,2 1 0 16,1 0 0-16,4 1 0 0,-7 0 0 0,-2-5 0 16,2 0 0-16,-7-1 0 15,2-1-578-15,-8-5 150 0,-3-2 195 0,-3 0 97 0,-2 0-608 0,-4-5 354 16,2-7 166-16,-7-3-380 16</inkml:trace>
  <inkml:trace contextRef="#ctx0" brushRef="#br0" timeOffset="185290.02">10282 4602 1764 0,'5'-10'0'0,"1"-3"0"0,2 6 0 0,3 3 0 0,2 3 0 0,2 1 0 0,3 8 760 0,3 10-351 0,-1 7-191 0,2 6-90 0,0 4 206 16,0 4-148-16,-7 2-74 62,4 8-92-62,-11-4-20 0,-4 3 0 0,-4 0 0 16,0 1 0-16,-12-2 0 0,-5 5 0 0,-2-13 0 0,-3-6 0 0,-2-4 0 0,0-2 0 0,-1-8 0 0,-2 1 0 0,6-13 0 0,1-4 0 0,2-3-306 0,3 0-118 0,4-3 194 0,1-11-284 0,8-3 242 0,2-10 118 16</inkml:trace>
  <inkml:trace contextRef="#ctx0" brushRef="#br0" timeOffset="185425.25">10714 4766 2336 0,'14'-2'0'0,"3"-4"0"0,3-1 0 0,-1 4 0 0,3-4-2 0,0 3 1 0,1 1-1 16,2-2 1-16,2 1 345 0,-2 1-159 0,0 1-74 0,-2-1-37 0,-3 3-626 16,0 0 296-16,0 0 155 0</inkml:trace>
  <inkml:trace contextRef="#ctx0" brushRef="#br0" timeOffset="185575.71">10779 4966 2413 0,'-12'5'0'0,"-2"5"0"0,9 0 0 0,5-5 0 0,0 2 0 0,0-2 0 0,16-2 439 0,4-1-192 16,5-2-109-16,5 0 167 0,1 0-136 0,0-5-67 16,1-1-34-16,2-1-103 15,-6 0 31-15,0 0 0 0,-3 1 39 0,-1-2-899 16,-3 4 450-16</inkml:trace>
  <inkml:trace contextRef="#ctx0" brushRef="#br0" timeOffset="187365.51">12001 4500 772 0,'-8'-25'0'0,"4"6"0"0,-3 1 0 0,3 1 0 0,-4 3 0 0,4-2 141 0,-5-2-42 0,3 6-36 0,-1 0 92 0,0 1-59 0,0 3-29 0,-2 0 0 0,-1 0 115 15,2 5-77-15,0 3-34 0,-1 0 0 0,-2 0 49 47,1 3-41-47,-2 11 9 0,4 3 55 0,-1 2-54 0,-1 5-25 0,1 2 140 0,1 3-83 0,1 6-33 0,1-2-9 0,-1 1 153 0,4 5-98 0,0 0-48 16,1 0-24-16,-1 7 67 16,3-6-50-16,0 3-1 0,0-1-40 0,0 3 60 15,5-3-67-15,0 9-31 0,3-11 0 0,-4-2 0 47,-1 0 0-47,0-1 0 0,-1-2 0 0,-2 5 0 16,0-12 0-16,0-1-21 0,-3-5-5 0,-5-2 27 0,-4-3-18 0,-1 1-3 0,-2-10-10 0,0-3 0 0,-2-3-15 0,0-2 43 0,-1 0-15 0,-4 0 10 15,8-9-193-15,-3-3 93 0,4-1 40 0,2-4-346 16,2-2 187-16,3 0 86 0,6 0 55 0,0-1-485 16,5 2 267-16,10 0 132 31,4 1 58-31</inkml:trace>
  <inkml:trace contextRef="#ctx0" brushRef="#br0" timeOffset="187621.34">12085 5129 2124 0,'0'12'0'0,"0"1"0"0,0 3 0 0,-1 3 0 0,0 1 0 0,0 3 0 0,1-1 0 0,0-3 361 0,0-1-161 0,1-1-82 0,5-1 77 0,8 0-70 0,-2-7-48 0,6-2 0 0,0-2-202 0,2-5 81 0,2 0 40 0,2 0 10 0,-5-12-191 15,2-3 111-15,-5-5 55 0,-1-3 29 0,-4-2-159 32,-2 0 95-32,-5 1-50 0,-4-1 44 0,0 0-35 0,0 2 33 0,-13 3 167 0,2-4-74 0,-4 8-31 15,-2 2 0-15,-3 3 256 16,0 4-130-16,-2 4-39 0,-3 0-39 0,4 3 16 0,2 0-41 0,0 4 41 31,4 5-32-31,3 0-379 0,0 2 185 0,5 1 86 0,6-1-603 0,1-2 310 16,0 1 166-16,0-3-182 0</inkml:trace>
  <inkml:trace contextRef="#ctx0" brushRef="#br0" timeOffset="187850.85">12331 4342 1869 0,'0'-5'0'0,"-6"-1"0"0,3 5 0 0,1 1 0 0,1 0 0 0,-1 3 0 0,-1 11 700 0,3 9-336 0,0 1-163 0,0 6-81 0,0 5 79 16,-2 1-81-16,-5 7-30 0,4-2-10 0,0 3-83 47,0 0-1-47,-1-1 44 0,-2 0-425 0,0 1 222 0,0-11 97 0,0-7 52 0,1-5-634 0,0-9 336 0,1-6 73 15,-4-6-510-15,5-3 362 0</inkml:trace>
  <inkml:trace contextRef="#ctx0" brushRef="#br0" timeOffset="188204.37">12280 4393 902 0,'5'-12'0'0,"2"4"0"0,0-2 0 0,6 4 0 0,-1-4 567 0,5 5-255 0,-2 1-142 0,5 3-66 0,1-1 176 0,2 2-120 0,-1 0-62 16,3 0-20-16,-7 7 104 0,-2 8-73 0,-3-1-35 15,-3 3-205-15,-3 0 85 0,-4 5 51 0,-3 0-268 16,0-3 151-16,-6 1 75 15,-8-1 37-15,-4-2-54 0,-2 1 12 0,-1-5 29 16,-2-2-69-16,0-5 132 0,-3 1-96 0,3-4 19 0,-1-1 354 0,7-2-167 16,0 0-76-16,7 0-46 93,-1 0 460-93,3 0-230 0,3 0-105 0,5 0-8 0,0 0-155 0,3 0 0 0,12 3 0 0,3 6 0 0,5-3 0 0,1 5 0 16,3 4 0-16,2-2 0 0,-2 3 0 0,4 1 0 0,-1 1 0 0,-5-4 0 0,2 2 0 0,-3-1 0 0,0-4 0 0,-7-1 0 0,3-1 0 0,-10-5 0 0,-4-2 0 0,-3-2 0 0,-3 0-36 0,0-3-943 16,0-8 461-16,0 0 245 31</inkml:trace>
  <inkml:trace contextRef="#ctx0" brushRef="#br0" timeOffset="189235.97">12831 4979 588 0,'0'0'0'0,"0"0"0"0,0 0 0 0,0 0 0 0,-2 0 0 0,2 0 0 0,-2 0 0 0,-1 0 176 0,3 0-69 0,0 0-34 16,0 0 10-16,0 2 119 0,5 3-81 0</inkml:trace>
  <inkml:trace contextRef="#ctx0" brushRef="#br0" timeOffset="189418.06">12838 4991 1429 0,'13'7'233'0,"3"2"-97"0,0-1-39 0,7-1-10 0,1 3-48 0,1-5 0 16,4 2 0-16,-1-2 183 0,7 0-82 0,-6-1-55 0,2-4 0 0,0 0-46 0,-4 0 0 0,-1 0 0 0,1-8 9 0,-7 1 37 0,-3-4-1 0,-1-3-45 0,-8 0-93 0,4 1 46 0,-5-4 10 0,-6 0-82 0,-1 2 60 0,0-2 12 0,0 3 1 0,-8-1-3 0,-4-3-7 0,-1 4 33 16,0-2-40-16,-5 4-54 0,0 0 38 0,0 0 4 0,-3 2-3 0,1 5 43 0,0 3-19 0,0 2 5 0,-4 0 42 0,0 0 0 0,-3 12-34 0,5 5 114 0,-4 4-51 0,1 4-29 0,3 5 10 0,1 0 223 0,0 6-106 0,6-6-70 0,4 0-16 0,5 2 98 0,4-2-66 0,2 0-33 15,0 2 10-15,15-6-56 0,5-2-26 0,4-3 0 16,4-1 0-16,2-2 0 0,3 1 0 0,-4-8 0 0,4 0 0 0,-1-3 0 16,0 0 0-16,-1-4 0 0,5 3 0 0,-6-5 0 62,-2-2 0-62,-2 0 0 0,-1 0 0 0,3 0 0 0,-9-2-95 0,1-5-275 0,-3-5 148 0,0 2 91 0,-3-4-519 0,4-1 295 0,-5 3 163 0,0-4-506 0,1-1 330 16</inkml:trace>
  <inkml:trace contextRef="#ctx0" brushRef="#br0" timeOffset="189636.1">13514 4754 2235 0,'-8'0'0'0,"0"0"0"0,5-1 0 0,3-1 0 0,0 2 0 0,0 0 0 0,8-2 0 0,6 1 259 15,3-1-115-15,5 2 216 0,0-3-161 0,1 0-80 16,2 0-41-16,4 0-110 0,-5-1 30 0,0 0 0 0,3 3 40 0,-4-2-383 16,0 1 191-16,0-1 106 0,-6 1 38 0,0 1-600 31,-2-3 312-31,-2 2 55 0,-3-1-148 0,2-2 167 0,-6 0 98 0,-2-2-279 0,-3 0 184 0,1-3 91 15</inkml:trace>
  <inkml:trace contextRef="#ctx0" brushRef="#br0" timeOffset="189838">13860 4602 1335 0,'0'-6'0'0,"0"-6"0"0,0 7 0 0,0-2 0 0,0 1 0 0,0 0 0 0,1 3 0 0,4-2 0 0,3 3 226 16,3 1-94-16,4 1 102 31,4 0-98-31,4 0-49 0,6 1-16 0,0 6 264 0,3 3-148 0,-1 0-75 0,1 0-38 0,-3 4 88 0,0 3-53 0,-7-2-40 16,-5 1 0-16,-8 1-136 0,-4 1 53 0,-5 0 25 15,0 0-143-15,-5-4 79 16,-10 1 46-16,-6-1-93 0,-2-3 69 0,-3-1 20 31,-6 1 8-31,4-6-340 0,-3 1 165 0,2-1 31 0,1-3 59 0,3 0-260 0,-2 2 146 0,11-4 87 16,3 0 39-16,5 0-326 0,6-8 182 0,2-6 91 16</inkml:trace>
  <inkml:trace contextRef="#ctx0" brushRef="#br0" timeOffset="190039.57">14162 4542 2338 0,'3'-4'0'0,"0"4"0"0,0-4 0 0,-2 1 0 0,0 3 0 0,-1 0 0 0,0 0 0 0,0 7 0 0,0 4 359 0,0 1-151 0,-2 4-90 0,-2-1 135 16,4 1-107-16,0 1-54 0,0 0-28 0,0 1 109 16,6-3-73-16,4 2-31 15,3-1-58-15,3-2-190 16,4-2 79-16,4 0 78 0,-4-4-481 0,2-4 269 0,1-3 137 0,-4-1-644 0,0 0 333 0,1 0 175 15,-8-2 103-15,0-7-379 16,-2-2 235-16,-5 3 119 16,-2-4 58-16,-1 0-51 0</inkml:trace>
  <inkml:trace contextRef="#ctx0" brushRef="#br0" timeOffset="190312.68">14410 4436 558 0,'0'-7'0'0,"0"-1"0"0,0 1 0 0,0 1 0 0,1-2 485 15,4 5-229-15,2 0-108 0,2 0-56 0,2 0 150 0,0 3-102 0,2 0-42 0,-1 0-35 0,-1 0 0 157,1 5-25-157,-3 2 148 0,-1 0-74 0,0 3-27 0,-5 0-11 0,-2 1-93 0,-1 1 28 0,0-1 0 0,0-1 29 0,-7 2 9 0,-1-3-9 0,-3-4-1 0,0 1 27 0,0-2 21 0,2 1-14 0,1-4-10 0,-1 2 106 0,3-1-64 0,1-2-33 15,0 0 61-15,4 2-37 0,1-2-10 0,0 0-46 0,0 0-48 0,0 0 24 0,7 0 0 0,3 0 33 0,4 0-319 0,0 0 155 0,3-2 77 0,0 2 39 0,3-5-695 0,4 3 305 0,-5 0 152 0,2 0-204 0,3 2 204 0,-3-3 100 0,-2 3-507 0,1 0 318 0,-5 0 169 0</inkml:trace>
  <inkml:trace contextRef="#ctx0" brushRef="#br0" timeOffset="190781.49">14990 4888 977 0,'0'-4'0'0,"-2"-8"0"0,-4 4 0 0,1-3 0 0,1 1 0 0,-1 0 223 0,0-2-93 0,0 3 101 0,-1-3-89 0,-1 4-58 16,1 1-24-16,-1 2 151 0,-1 3-88 0,-2-1-43 31,-2 3 8-31,1 0 61 0,-1 14-57 0,1 3-27 0,-1 2-1 0,-1 6 104 15,2-1-70-15,3 3-30 16,1 0 51-16,2 2-42 0,3-2 1 0,1-3-64 0,1 0 23 0,0-6 1 31,1-1-1-31,7-2-156 0,5-5 79 0,-1-2 48 0,3-8-10 0,1 0-249 0,4-1 137 0,-2-13 39 32,2-3 43-32,2-2-295 0,-6-4 155 0,2-3 33 0,-4-3-30 0,3 0 65 0,-2-5 34 0,1-3 41 15,-3-1-9-15,1-6 1 31,-3-8 0-31,-2-7 27 0,0-6 0 0,-1-10-36 0,-3 7 9 0,-3 5 41 0,-1 8 1 0,-1 8-42 16,0 16 0-16,0 7 289 0,-1 20-109 0,-4 4-78 16,0 4 345-16,-1 16-174 47,-2 9-105-47,3 5 210 0,1 3-157 0,1 5-73 0,1 6-37 0,1 4 187 0,1 7-113 0,-2 4-111 0,2-2-37 0,0-2 0 0,0 2 0 0,0 1 0 0,0-2 0 0,3 7 0 46,6-16 0-46,0-3 0 0,3-5-87 0,0-7-127 0,4-9 125 0,0-1-723 0,-1-19 366 0,0-7 204 16,3 0 103-16,-2-4-600 0</inkml:trace>
  <inkml:trace contextRef="#ctx0" brushRef="#br0" timeOffset="190987.19">15309 4797 1692 0,'0'-17'0'0,"0"1"0"0,0 5 0 0,3-1 0 0,5 3 0 0,0 6 0 0,1 0 0 0,7 3 389 0,-1 0-176 0,6 8-88 0,3 7 19 0,1 3-58 31,-3 6-25-31,0 0 1 0,-2 2 110 0,-4 4-67 0,-1 5-24 0,-10-5 2 0,-3 1 0 0,-2 2-45 31,0-1-1-31,-16-1-27 0,-1 5 37 0,-8-10-10 0,-6-3 0 0,-2-1-57 0,-4-8 29 0,0-4-1 16,-1-1 39-16,9-9-135 0,4 0 59 0,6-2 32 16,3-8-611-16,8-5 299 15,4-6 104-15,4 2-556 0,8-3 362 0</inkml:trace>
  <inkml:trace contextRef="#ctx0" brushRef="#br0" timeOffset="191182.45">15650 4759 3931 0,'3'-13'0'0,"-1"-1"0"0,-1 2 0 0,-1 0 0 0,0 3 0 0,-1 3 0 0,-7 5 0 0,-6 1 0 0,0 0 0 0,-5 13 0 0,-1 2 0 0,1 8 0 0,2 4 0 0,3 3 0 0,2 6 0 0,4 0 0 0,3 5 0 0,5-4 0 0,0-2 0 0,8-2 0 15,8-2 0 17,4-1 0-32,8 0 0 15,5-7 0-15,6-7 0 0,1-5 0 0,4-4-568 0,6-3 227 0,4-4 63 0,-5 0-568 0,-3-4 405 0</inkml:trace>
  <inkml:trace contextRef="#ctx0" brushRef="#br0" timeOffset="191321.4">16291 5103 2075 0,'-2'-8'0'0,"2"4"0"0,0-2 0 0,0 3 0 0,0 0 0 0,0 3 0 0,0-1 726 0,0-2-350 0,0 3-171 0,0 0-85 0,0 0-404 16,0 0 159-16,0 0 89 0</inkml:trace>
  <inkml:trace contextRef="#ctx0" brushRef="#br0" timeOffset="194182.01">18277 4749 1268 0,'0'0'0'0,"-4"0"0"0,2 0 0 0,-2 0 0 0,1 0 0 0,3 0 0 0,-1 0 0 0,1 0 0 0,0 0 0 0,4 0 0 0,9 0 0 0,4 0 608 0,4 0-276 0,2 0-152 0,4 2-71 0,4 1-14 16,1 0-28-16,1-1-1 16,3 0-19-16,-2 0-56 0,0-1 23 0,-3-1 0 15,-1 0-207-15,-4 0 116 0,0 0 67 0,-8 0-344 0,-7-1 183 0,-2-3 37 16,-6 2 63-16,-3-2-111 0,0-1 62 0,-3 3 46 31,-10 2 1-31,-2-3 127 0,-3 3-46 0,1 0 0 0,-2 0-55 0,6 0 263 16,-1 3-127-16,2 0-50 0,1 5 148 0,3-2-66 15,-1 1-65-15,4 1 241 0,-1-1-132 0,5 3-54 32,-1 1-37-32,0 2 93 0,2 4-55 0,0 0-42 0,0 1 0 0,0 3 81 0,0 5-57 15,4 1-28-15,-2 6 10 0,3-3-68 0,-3 6 30 0,-1 2 0 16,-1 1-27-16,0 5 10 16,0-6 17-16,0 0-162 0,0-3 81 0,-3-3 40 31,-3-1 0-31,0 2 42 0,-1-13-3 0,1-3-53 0,0-3 0 0,-3-4-292 0,-1-5 149 0,-2 1 4 15,1-6-54-15,0 0 103 16,-3 0 35-16,2-1-1 0,-1-6 188 0,-1 0-86 0,3 2-29 0,0 1 161 16,5-2-94-16,0 3-29 0,3 1-30 0,-1 0 464 15,4-1-229-15,0 2-70 32,0 1-70-32,8 0-32 15,4 0-71-15,7 0 0 0,3 0 0 0,3 0 0 0,2 0 0 0,1 0 0 0,2 1 0 0,2 4 0 0,-2-3 0 0,-2 1 0 0,-1 2 0 16,2-3 0-16,-3 0 0 0,6 1 0 15,-11-3 0-15,0 0 0 16,-1 0 0-16,-3 0-583 0,-3 0 92 0,3 0 217 0,-7-2-611 0,-3-7 424 31</inkml:trace>
  <inkml:trace contextRef="#ctx0" brushRef="#br0" timeOffset="194338.99">18970 4954 1557 0,'0'0'0'0,"-1"0"0"0,1 0 0 0,0 0 0 0,0 0 0 0,1 0 773 0,11 0-368 0,6 0-184 0,2 0-92 0,5 0 201 0,5 0-136 0,1 0-84 0,4 0-116 0,0-2 0 16,1 0 43-16,-2 1 0 0,4-3-706 0,-12 2 348 0,-3 2 179 0,-5 0-887 16</inkml:trace>
  <inkml:trace contextRef="#ctx0" brushRef="#br0" timeOffset="194545.36">19117 5150 2337 0,'-14'4'0'0,"3"1"0"0,1 1 0 0,1-1 0 0,6-2 0 0,3 1 0 0,0 1 0 0,3-3 0 16,14-1 682-16,3 1-313 0,3-2-171 0,5 0 63 0,0 0-177 0,0 0-84 0,0 0 0 15,3 0-130-15,-3 0-32 63,-4 0 99-63,3-2-913 0,-3 2 507 0</inkml:trace>
  <inkml:trace contextRef="#ctx0" brushRef="#br0" timeOffset="195093.03">19831 4580 1560 0,'0'-1'0'0,"0"-1"0"0,0 2 0 0,0 0 0 0,1 0 0 0,1 10 0 0,-1 11 232 0,5 4-96 15,-3 9-49-15,2 5 262 0,0 12-145 0,-2 1-88 16,-1 6-38-16,-1 5-20 0,-1-2-20 0,0 2 1 47,0 4 9-47,0-15-83 0,0-4 38 0,-1-3-1 0,-1-3-279 0,0-4 158 0,2-1 88 0,0-16-573 0,0-4 266 0,0-7 165 0,4-7-1 0</inkml:trace>
  <inkml:trace contextRef="#ctx0" brushRef="#br0" timeOffset="195268.18">20067 5107 1498 0,'0'0'0'0,"0"0"0"0,0 0 0 0,0 0 0 0,0 0 0 0,0 2 0 0,0 0 0 0,0 4 563 0,0-2-263 0,0 4-131 0,0 4 40 0,0-3-77 31,2 3-51-31,0 2 0 0,-1 1-231 0,1 0 94 31,-2-1 47-31,3 3-633 0,-2-5 335 0,2 1 173 0,-1-2 86 0</inkml:trace>
  <inkml:trace contextRef="#ctx0" brushRef="#br0" timeOffset="195725.59">20189 4943 977 0,'0'0'0'0,"3"2"0"0,-3 0 0 0,2 0 0 0,-1-1 130 0,1 1-46 15,-1 0 9-15,1 3 268 94,1-1-161-94,0 4-81 0,0-1-41 0,0 6-95 0,0 0 36 0,-1 3-8 0,-1 2 26 0,1 5 1 0,0 0 0 0,-2 2 0 0,0 1-495 0,0-3 235 0,0-2 118 0,0-4-8 0,0 0 59 0,-2-5-29 0,0 0 30 0,1-7-2 0,1-5 16 0,0 0-1 0,0 0 1 0,1-4 167 0,4-5-90 0,2-4-20 63,3-2-25-63,0 3 231 0,2-1-114 0,0 2-27 0,0-1-36 0,3 5 18 0,-4 2-25 0,1 2 256 0,-2 3-130 0,-2 0-64 0,3 0-24 0,-4 6 15 31,-2 8-28-31,-2 1 0 0,0 3-28 0,-1 0 10 0,-1 3-1 0,-1-2-9 0,0 0 0 0,0-4-75 0,0-2 37 0,0-2 1 16,0-1-86-16,0-5 55 0,0-3 34 0,0-2-87 31,5 0 52-31,4-4 10 0,1-3 4 0,1-6 25 0,1 2-3 0,5 0-33 0,0 1 26 0,-1 1 110 15,4 2-53-15,-1 2-27 16,-4 3 11-16,1-1 144 0,-3 3-82 0,5 0-20 0,-7 3-41 0,-2 6-5 16,2 3 14-16,-5 0-449 0,-1 2 210 0,0 1 107 15,-3-2 42-15,-1 3-711 0,-1-3 355 0,0-1 180 47</inkml:trace>
  <inkml:trace contextRef="#ctx0" brushRef="#br0" timeOffset="196087">19793 5509 1212 0,'0'4'0'0,"0"3"0"0,-3 5 0 0,0-2 0 0,3 7 0 0,-3 3 477 0,3 3-219 0,-2 3-110 15,2 2-45-15,0 0 17 0,0 0-41 0,0 1 1 0,0-3-42 0,0-2-380 16,0 2 199-16,2-5 86 0,-2-5-281 16,0-3 172-16,0-4 86 0,0-2-436 47,0 1 229-47,-5-8 129 0,-4 0 60 0</inkml:trace>
  <inkml:trace contextRef="#ctx0" brushRef="#br0" timeOffset="196349.02">19724 5625 691 0,'4'-18'0'0,"0"-1"0"0,1 2 0 0,6 0 0 0,1 2 0 0,4-1 109 0,4 4-41 0,5 3 0 0,3 1 287 0,2 2-158 0,2 3-79 63,3 2-31-63,-7 1 191 0,0 0-120 0,-3 7-60 0,-6 4-29 0,-1 3-4 0,-4-1-18 0,-6 3-8 0,-7 1-166 0,-1 4 83 0,-3-2 41 0,-10 0-41 0,-5 5 51 0,-2-6-10 16,-3-1 41-16,-1-2-30 0,1-3 27 0,-1 0-46 0,0 0 6 0,2-5 187 15,3-2-83-15,0 1-55 63,5-3 0-63,-2 1 338 0,9-1-176 0,1-3-84 0,0 1 118 0,6 1-100 0,0-1-52 0,4 3-2 0,9-4-86 0,5 6 0 0,3 0 0 0,2-1 0 0,3 2 0 0,1 3 0 15,-1-2 0-15,-2 0 0 0,2 0 0 0,-1 2 0 16,0 0 0-16,2-3-282 0,-8-2 6 0,1 0 85 0,-3-5-689 0,-3 0 421 16,0 0 211-16,0 0-517 0</inkml:trace>
  <inkml:trace contextRef="#ctx0" brushRef="#br0" timeOffset="196555.4">20158 5639 934 0,'-11'-7'0'0,"3"4"0"0,2 2 0 0,3 0 0 0,1-1 618 93,2 2-290-93,0 0-136 0,2 0-81 0,7 0 126 0,7 0-99 0,-2 0-51 0,4 0-24 0,2 0 10 0,-2 2-35 0,0-1-52 0,0 0-586 0,0 2 319 0,-1-3 160 0</inkml:trace>
  <inkml:trace contextRef="#ctx0" brushRef="#br0" timeOffset="196736.91">20335 5536 1361 0,'-1'0'0'0,"-4"-3"0"0,1 2 0 0,3-2 0 0,1 2 0 0,0 0 0 0,0 1 0 0,11 0 424 0,4 0-192 0,1 0-98 0,6 0-38 0,-3 2 42 0,3 5-50 0,-2 2-25 0,-1 0 66 0,-2-1-46 0,0 4 10 0,-4 0-127 16,-3 0 36-16,-3 3 0 16,-5 4 36-1,-2-2-43-15,0 5 10 0,-7-1 33 0,-10-1 0 0,-3 0-42 16,-5 0 1-16,-2-5 40 0,-1 5-293 0,3-6 119 0,0-4 72 0,2-1 18 16,3-4-234-16,4-2 115 15,0 0 66-15,10-3-507 0,3 0 285 0</inkml:trace>
  <inkml:trace contextRef="#ctx0" brushRef="#br0" timeOffset="196899.12">20550 5668 1403 0,'2'0'-1'0,"-1"-2"1"16,4 2-1-16,0-3 1 0,1 1-1 0,-2 1 1 0,4-1-1 0,2 2 573 31,4-2-268-31,3 0-125 0,5-1-76 0,1 1 40 0,2-1-53 0,3 2-28 0,-2-1-427 0,5 1 210 0,-6 1 91 0,-1 0-254 31,-4 0 178-31,-5 0 88 0,0 1 44 0,-4 5-721 0</inkml:trace>
  <inkml:trace contextRef="#ctx0" brushRef="#br0" timeOffset="197075.12">20762 5496 1685 0,'0'0'0'0,"0"2"0"0,-1 2 0 0,-4-1 0 0,3 1 0 0,-1 5 0 0,-2 2 0 0,3 2 0 0,0 4 407 0,-3 7-176 0,2-2-102 0,-2 2-134 16,2 3 1-16,0 1 41 16,0-2 0-16,-1 2-182 0,2-4 86 0,1-4 49 0,1-3 23 0,0-2-560 15,0-4 292-15,0-1 155 16</inkml:trace>
  <inkml:trace contextRef="#ctx0" brushRef="#br0" timeOffset="197468.23">20892 5568 1462 0,'0'0'0'0,"0"0"0"0,0-2 0 0,0 2 0 0,0 0 0 0,0 0 0 0,0 0 0 0,0 8 232 0,0 4-97 93,0 2-40-93,0 1 113 0,0 2-86 0,0 2-42 0,-2-1 0 0,2-1-37 0,0 1 3 0,0-3-9 0,0-3-93 0,0-5 46 0,0 0 24 0,5-7-1 0,5 0-81 0,2 0 48 0,4-9 29 0,0-10-102 0,6-1 38 0,1-4 40 16,3 0-20-16,0 0 52 0,2 1-37 0,2 4 18 0,-2 2-30 0,0 4 162 16,3-1-65-16,-6 8-32 0,-2 5 32 0,-4 1-28 47,-1 0 0-47,-5 7-1 15,1 7-24-15,-8 2 9 0,-4 1 23 0,-1 2-76 0,-1 0 33 0,0-1-1 0,-6 0 37 0,-4-3-68 0,-3-4 24 0,3-2 1 0,-5-2 2 0,0-2-6 0,-2-2 3 0,2-3-9 16,-2 0 37-16,-1 0-22 0,-2-8 4 0,-1-2 1 31,2-2 64-31,-1-2-28 0,-2 1 0 0,-1-4 67 0,4 2-45 0,-8-1-11 16,7 2-5-16,0 0 77 31,0 5-38-31,1 0-26 0,2 4 19 0,-3 1-42 0,5 1 1 0,2 3 0 0,5 0-408 0,0 10 199 16,3 1 96-16,1 0 48 0,4 1-469 0</inkml:trace>
  <inkml:trace contextRef="#ctx0" brushRef="#br0" timeOffset="198195.45">21575 4785 966 0,'-5'0'0'0,"-2"-1"0"0,6-1 0 0,1 1 0 0,0 0 0 0,1-1 0 0,13-1 437 0,4 2-191 0,5 1-109 0,3 0-49 0,4 0 56 16,-1 0-53-16,3 0-27 0,2 0 9 0,-5 1-92 15,1 4 29-15,-5-1-1 0,-2 0-238 0,-5 0 133 32,-2 3 76-32,-8-4-215 0,-4 2 130 0,-4 0 65 0,0-2-6 0,-8-1-6 0,-3 2-14 0,-8-4 6 15,-3 0-6-15,3 0 238 0,-2 0-110 16,-2 0-47-16,3 0-33 0,4 0 186 16,2 0-71-16,3 0-55 15,1 0 335-15,-2 0-166 0,6 3-73 0,0 2 60 0,5 2-81 0,0 4-40 16,1 3 0-16,0 5 39 0,0 1-44 0,2 5 0 15,5 2-35-15,0 6-138 0,-1 2 69 0,0 4 44 16,-1-3-10 0,-4 2-253-16,1-1 143 0,-2 0 73 0,0-2-135 0,-2 4 92 31,-6-12 1-31,-4-3-10 0,0-5 10 0,2-4 24 0,-4-6-12 0,0 1 323 0,5-8-152 0,-2-2-70 16,6 0-40-16,0 0 520 0,0-2-238 0,2-4-129 15,3 0-21-15,0-1 191 0,0 2-315 0,11-5-4 16,4 5 0-16,5-4 0 15,1 3 0-15,2-1 0 0,2 3 0 0,4-2 0 0,-2 4 0 0,7-3 0 16,-6 4 0-16,0-1 0 16,-1 1 0-16,0 1-609 0,0 0 193 0,2 0 134 0,-8 0 127 0,1 0-625 15,-2 0 372-15,-1 0 185 16</inkml:trace>
  <inkml:trace contextRef="#ctx0" brushRef="#br0" timeOffset="198397.96">22201 4802 906 0,'-5'-17'0'0,"0"6"0"0,-1 3 0 0,3 3 0 0,-1 2 176 0,-1 3-69 15,0 0-26-15,0 5 547 0,-1 14-296 0,1 6-147 0,-1 4-74 0,1 6 399 0,-1 7-226 16,3-5-129 15,0 4-59-31,0 0 148 0,3 0-128 0,0-3-116 0,0 5-146 0,7-12 31 0,6 0 76 0,4-6-691 16,2-5 384-16,0-5 191 0,5 0 106 0,-2-11-436 0,0-4 235 0,0 0 48 31,0-11 82-31,-2-8-414 0</inkml:trace>
  <inkml:trace contextRef="#ctx0" brushRef="#br0" timeOffset="198633.34">22451 4884 1811 0,'0'-17'0'0,"0"8"0"0,0 1 0 0,0 3 0 0,0 3 0 0,0 2 0 0,0 0 0 0,0 7 0 0,0 10 0 0,0 5 685 0,0 7-324 0,0 2-162 16,0 4 374-16,0 1-273 15,0 2-298-15,0-1-2 0,0 1 0 0,0-1 0 0,1 4 0 0</inkml:trace>
  <inkml:trace contextRef="#ctx0" brushRef="#br0" timeOffset="198674.69">22453 5242 3931 0,'3'31'-195'0,"-3"-4"99"0,1-2 67 0,-1-1-304 0,0-10 181 0,2-5 95 0,-2-6 19 0,0-3-837 0,0 0 419 0,0-9 201 0,0-11 113 0,0-6 53 16,0-3 25-16,-6-5-403 0</inkml:trace>
  <inkml:trace contextRef="#ctx0" brushRef="#br0" timeOffset="198891.15">22417 4884 1204 0,'4'-19'0'0,"0"1"0"0,0 0 0 0,4 2 0 0,2 5 0 0,4-2 0 0,-3 8 0 0,6 3 236 0,2 2-100 0,0 0 254 0,1 2-177 0,4 9-78 0,-9 3-54 0,3 2 140 0,-6 2-91 0,0 3-47 0,-3-1 0 0,-3 7-79 0,-4-6-8 0,-2 1 41 0,0 2 0 0,-3-2-72 0,-6-2 36 0,-4 6 9 78,-1-9-51-78,-2-1 39 0,-1 0-1 0,-2-2 37 0,-1-5-10 0,-3 1 18 0,3-6-47 0,0-3 198 0,2-1-93 0,1 0-38 0,1 0-10 0,-1 0 262 0,7 0-143 0,2-1-143 0,3-3-28 0,1 1 0 0,4-1 0 0,0 4 0 47,0 0 0-47,9 0 0 0,7 3 0 0,4 5 0 0,1 2 0 0,6 6 0 0,-1-4 0 0,2 5 0 0,0-1 0 0,0 1 0 0,5 0 0 0,-5-2 0 0,0-2 0 0,0-4 0 15,-5 0 0-15,1-3-530 0,-1 0 38 31,-6-6 233-31,-4 0-293 0,-1-3 258 0,-2-10 128 0</inkml:trace>
  <inkml:trace contextRef="#ctx0" brushRef="#br0" timeOffset="199067.29">22936 4780 967 0,'9'-6'0'0,"2"2"0"0,4 1 0 0,-2 3 0 0,3 0 0 0,-2 4 775 31,3 9-369-31,-2 5-185 0,5 5-82 0,-7 2 492 0,1 6-297 0,-5 1-149 0,-2 7-74 0,-5 4 51 15,-2 8-162-15,0-5 0 0,-10 3 0 0,-8-3 0 16,-3 2 0-16,-2-5 0 0,-5 4 0 0,1-11 0 31,-1-2 0-31,0-5-33 0,-3 1-295 0,1-5 183 0,-2 5 100 0,11-14-1196 0</inkml:trace>
  <inkml:trace contextRef="#ctx0" brushRef="#br0" timeOffset="199303.47">23213 5438 2508 0,'0'0'0'0,"2"0"0"0,1-4 0 0,-1 3 0 0,2-1 0 0,-2 0 0 0,-1 2 667 0,1 0-316 0,0 0-149 16,-1-3-88-16,1 3-348 0,-1-2 135 0,0 1 66 93</inkml:trace>
  <inkml:trace contextRef="#ctx0" brushRef="#br0" timeOffset="210257.03">11647 5759 1031 0,'-3'-9'0'0,"-3"0"0"0,5 4 0 0,-1 1 0 0,1 0 0 0,1 3 0 0,0-1 239 0,0 1-90 0,0 1 344 16,0 0-227-16,0 0-112 0,0 0-58 0,0 0 309 31,1 1-173-31,2 2-101 0,3 3-46 0,2-2 188 0,2-1-116 0,-1 1-49 0,5 0-39 0,-1 0-26 16,3-1-43-16,0 1 0 0,3-1 0 0,2 1 0 31,0 1 0-31,3-4 0 0,0 2 0 0,2 0 0 0,2-3 0 0,5 3 0 0,-5-1 0 0,0-2 0 16,2 0 0-16,-1 0 0 15,1 2 0-15,4-1 0 0,-4 2 0 0,0-2 0 16,-1 1 0-16,2 1 0 0,0 0 0 0,5-1 0 16,-9 0 0-16,1-1 0 0,1-1 0 0,2 3 0 15,-2-3 0-15,5 0 0 0,-8 0 0 0,2 0 0 16,-2 0 0-16,0-4 0 0,2 0 0 0,3 1 0 16,-4-2 0-16,-2 1 0 0,2 3 0 15,-1-1 0-15,0 2 0 0,7 0 0 0,-9 0 0 0,1 0 0 31,1 0 0-31,0 2 0 0,2 2 0 0,5-3 0 0,-7 1 0 0,2-2 0 16,0 0 0-16,0 0 0 0,2 0 0 0,5 0 0 16,-9 0 0-16,1 0 0 15,1 0 0-15,0 0 0 0,0 0 0 0,4 0 0 0,-7 0 0 0,0 0 0 16,0 0 0-16,1 0 0 0,-5 0 0 0,9 3 0 16,-5 0 0-16,-1-1 0 0,1 1 0 0,3-3 0 31,0 3 0-31,-2-3 0 0,0 0 0 0,4 0 0 0,-1 0 0 0,3 0 0 15,7 0 0-15,-9 0 0 0,1 0 0 0,0 0 0 16,1 0 0-16,-1 0 0 0,3 0 0 0,-4 0 0 16,0 0 0-16,-1 2 0 15,1 0 0-15,-1 1 0 0,7 0 0 0,-6 0 0 0,-1-3 0 0,1 1 0 16,1-1 0-16,2 0 0 16,4 0 0-16,-5 0 0 0,-1 0 0 0,0 0 0 0,2 0 0 0,-1 0 0 15,7-1 0-15,-8-2 0 0,1 2 0 16,0-2 0 15,-1-1 0-31,3 2 0 0,6-4 0 0,-8 1 0 0,3 0 0 0,0 0 0 0,1-2 0 0,-2 1 0 0,4 0 0 0,-8 2 0 16,-2 0 0-16,-2 0 0 0,0 2 0 0,1-1 0 15,4 2 0 1,-9 0 0-16,1-2 0 0,1 3 0 0,0 0 0 0,2 0 0 0,4-2 0 0,-6 2 0 16,4 0 0-16,0-1 0 15,3 0 0-15,0-2 0 0,4 1 0 0,-5-2 0 16,-2-1 0-16,0-1 0 0,-4 2 0 0,1-1 0 15,3 0 0-15,-9-1 0 0,1 0 0 0,-1 3 0 16,-2-3 0-16,5 0 0 0,-8 3 0 0,5-3 0 16,-2 1 0-16,0 2 0 0,4-2 0 0,1 0 0 15,-1 1 0-15,2-2 0 0,2 2 0 16,0 0 0 78,1-2 0-94,5 2 0 0,-10 0 0 0,2 1 0 0,-1 0 0 0,-1 0 0 0,-3 1 0 0,4 1 0 0,-8-1 0 0,1 0 0 0,-3 2 0 0,1 0 0 0,-3 0 0 0,4 0 0 0,-5 0 0 0,-1 0 0 0,0 0 0 0,-2 0 0 0,2 0 0 0,0 0 0 0,-5 0 0 0,0 0 0 0,0 0 0 0,0 0 0 0,-1 0 0 15,1 0 0-15,0 0 0 0,-2 0 0 63,-1 0 0-63,0 0 0 0,0 0 0 0,0 0 0 15,0 0 0-15,0-2 0 0,0 1 0 0,0-6 0 0,-7 0 0 0,1-1 0 0,-4 2 0 0</inkml:trace>
  <inkml:trace contextRef="#ctx0" brushRef="#br0" timeOffset="-210061.52">8829 5692 1248 0,'-6'0'0'0,"-2"0"0"0,2 0 0 0,0 0 0 15,0 0 0-15,0-2 0 0,1 2 1 0,2 0 1 0,-3 0 167 0,5 0-66 0,-2 0 72 0,1-2-60 0,0 2-43 16,2-2 1-16,0 0 84 0,0-2-59 0,0 1-30 15,2-3 9-15,3 3 59 0,2-2-50 0,-1 2-23 0,1-1 0 0,2 1 39 16,-2-1-22-16,0 4-9 16,3-3 1-16,-2 3 0 0,3 0-35 0,3 0 88 15,0 0-35-15,4 0-9 0,5 0-44 0,1 0 52 78,4 0-26-78,11 0 9 0,4-1-35 0,4-5 73 0,9-1-37 0,6 0-59 0,7-1-14 0,9-2 0 0,-4 1 0 0,0 2 0 0,-1 2 0 0,-4-1 0 0,-2 3 0 0,8 0 0 16,-22 3 0-16,1 0 0 0,0 0 0 0,-2 0 0 0,0 0 0 0,9 0 0 0,-15 0 0 0,0 0 0 16,1 0 0-16,-6 0 0 31,1 0 0-31,4 0 0 0,-15 0 0 0,1 0 0 0,-5 0 0 0,-1-5 0 0,-1 2 0 0,-2-1 0 0,-7 1 0 0,-4 1 0 16,-2 2 0-16,-2-3 0 0,-1 2 0 0,0 1 0 15,-6 0 0-15,1 0 0 16,-1 0 0-16,-1 0 0 0,2 0 0 0,-2 0 0 0,0 0 0 0,0 0 0 15,0 0 0-15,0 0 0 16,0 0 0-16,0 0 0 0,0 0 0 0,0 0 0 16,0 0 0-16,0-3 0 0,0 3-45 0,0-3-97 15,-5 1 51-15,-2 2-671 0</inkml:trace>
  <inkml:trace contextRef="#ctx0" brushRef="#br0" timeOffset="-204938.99">18827 5908 1625 0,'0'0'0'16,"0"0"0"-16,0 0 0 0,-1 0 0 0,1 0 0 0,-2 0 0 0,0 0 209 0,2 0-89 0,0 0-39 0,0 0 54 0,0 0-47 0,0 0 1 0,0 0 79 0,0 0-69 0,0 0-28 0,0 0 1 0,2 0 55 0,1 0-43 0,3 0 12 0,2 0-54 0,1 0 44 0,-1-2-1 0,4 2-43 15,0-1 70-15,-1 1-25 16,1-2-10-16,4 2 18 0,-1 0 0 0,-1 0-53 15,3 0 1-15,2 0 18 0,-2 0-61 0,3 0 0 32,-1 0 0-32,3 0 0 0,-1 0 0 0,4 0 0 0,-4 0 0 0,2 0 0 31,2 0 0-31,0 0 0 0,0 0 0 0,5-3 0 16,-4 3 0-16,2-2 0 0,0 2 0 0,0-1 0 0,0 1 0 0,3 0 0 15,-4 0 0-15,-2 0 0 0,1 0 0 0,1 0 0 0,0 3 0 0,4 0 0 16,-5 0 0-16,1 1 0 0,1-2 0 0,-2 0 0 15,4-1 0-15,4-1 0 0,-5 0 0 0,1 0 0 16,1 0 0-16,2-1 0 0,0-1 0 0,4-4 0 16,-6 3 0-16,-1 0 0 0,1 1 0 0,0 1 0 15,1-1 0-15,5 0 0 16,-8 2 0-16,1 0 0 0,-1 0 0 0,2 0 0 0,7 4 0 0,-7-1 0 16,2 2 0-16,-1-2 0 0,3 3 0 0,-1-4 0 15,7 2 0-15,-7-2 0 16,0 3 0-16,2-3 0 0,-1 1 0 0,4 1 0 15,4-1 0-15,-10-1 0 47,3 2 0-47,0-2 0 0,-1 2 0 16,-1-1 0-16,7 0 0 0,-11 3 0 0,4-3 0 0,-1-1 0 0,0 5 0 0,-1-3 0 0,9 0 0 0,-9 2 0 0,3-3 0 0,-3 3 0 0,1 0 0 0,1-1 0 0,7-1 0 16,-9-1 0 62,1 0 0-78,0-1 0 0,3-2 0 0,-2 0 0 0,9 0 0 0,-10 0 0 0,3 0 0 0,2 0 0 0,1 0 0 0,1 0 0 0,4 0 0 0,-8-2 0 0,0-1 0 0,1 3 0 0,-3 0 0 0,-1 0 0 0,8 0 0 0,-12 0 0 0,2 0 0 0,0 5 0 0,1-4 0 0,0 4 0 15,7 1 0-15,-7-5 0 0,3 1 0 0,-1 0 0 16,2-1 0-16,0-1 0 0,6 2 0 0,-9-2 0 16,0 2 0-16,3-2 0 0,-2 2 0 0,3-1 0 15,-5 1 0-15,-3 0 0 16,1 2 0-16,-1-1 0 15,-1 1 0-15,6-1 0 0,-5 1 0 0,-3-1 0 0,1 1 0 0,-1-1 0 16,-1-2 0-16,3 2 0 0,-9-1 0 0,-1-2 0 16,-4 2 0-16,0-1 0 0,-4 1 0 15,2 0 0-15,-6-1 0 0,-1 1 0 0,-2 0 0 0,-1-2 0 16,-1 5 0-16,2-4 0 0,-2 1 0 0,2-1 0 16,-3-1 0-16,0 3 0 15,1-3 0-15,1 1 0 0,1-1 0 0,-2 2 0 16,1-2 0-16,1 2 0 0,-1-2 0 0,1 0 0 15,0 0 0-15,0 0 0 0,0 3 0 0,-1-3 0 16,-1 0 0-16,3 0 0 0,-4 0 0 0,2 0 0 16,-2 0 0-16,0 0 0 0,0 0 0 0,0 3-488 15</inkml:trace>
  <inkml:trace contextRef="#ctx0" brushRef="#br0" timeOffset="-198686.84">25629 3125 2118 0,'0'-16'0'0,"0"1"0"0,0-5 0 0,0 2 0 0,0 0 0 0,-2 1 0 0,2-4 0 0,-3 1 0 0,-2-5 0 0,1 2 171 0,-2 5-65 0,1-5-32 47,-3 3 0-47,1 3 11 0,-3-1 11 0,0 4-55 0,0 2 0 0,0 4 1 0,-3 2-1 0,1 3 108 0,-3-1-43 0,3 4-38 15,0 0 0-15,-2 0 25 0,1 9-51 0,3 6-1 31,-3 4 11-31,7 1 86 0,-1 5-48 0,5 3 0 0,2 5-48 0,0 6 21 0,0 7-63 0,0-2 0 16,2 6 0-16,6 3 0 16,0 3 0-16,0 2 0 0,1 10 0 0,-3-4 0 0,1 1 0 0,-2 0 0 15,-2-2 0-15,-2 8 0 16,-1-16 0-16,0-3 0 0,0-5 0 0,-6-6 0 16,-3-4 0-16,1 3 0 0,-4-18 0 0,2-3 0 15,-2-6 0-15,1-2 0 0,0-4 0 0,-5-4 0 16,7-3 0-16,-3 0 0 0,1-10 0 0,1-5 0 15,-2-3 0-15,6-5 0 16,1 0 0-16,3-3-472 0,1-2 215 0,1 0 108 0,0 2 54 0,0-4-483 16,3 5 274-16,5 2 132 0,5 2-454 0,0-1 292 15</inkml:trace>
  <inkml:trace contextRef="#ctx0" brushRef="#br0" timeOffset="-198411.72">25737 3505 1072 0,'-1'0'0'0,"-1"0"0"0,0 0 0 0,0 0 0 0,2 4 736 16,0-1-347-16,0 2-163 15,0 0-98-15,0-1 186 16,7 4-136-16,3-2-69 0,5 0-33 0,3-3 226 0,2 1-136 0,1-2-62 0,1 0-57 0,3-2-6 16,2 0 2-16</inkml:trace>
  <inkml:trace contextRef="#ctx0" brushRef="#br0" timeOffset="-198216.02">25920 3557 3881 0,'22'-2'-8'0,"1"-5"-1"0,-1-1 51 0,-4-3-181 0,0-1 101 0,-6 0 35 0,-3-2-2 0,-4-2-85 0,-2 0 1 0,-2-1 50 0,-1-3-42 0,0 0 38 0,-4-2-45 0,-8 1-84 0,-1 0 31 0,-1 3 51 0,-3-3 9 0,1 10 147 0,-3 3-56 0,-1 3-25 0,0 5 1 0,-3 0 229 0,-4 14-114 0,2 9-57 0,2 3-11 0,-2 7-1 0,3 6 16 0,2 1-51 0,3 3 50 0,9-2 472 0,4-2-478 0,4 0-41 0,0-4 0 16,10-2 0-16,9 3 0 0,5-13 0 0,3-3 0 0,5-4 0 0,2-3 0 0,-1-4 0 0,9 0 0 0,-10-4 0 0,1-3 0 0,-4-1 0 0,1-1 0 0,-4 0 0 0,4 0 0 0,-9 0 0 0,1 0 0 0,-2-5-30 0,1-6-1287 0,0-2 638 0</inkml:trace>
  <inkml:trace contextRef="#ctx0" brushRef="#br0" timeOffset="-198035.15">26236 3193 2046 0,'-9'-4'0'0,"6"-1"0"0,-2 0 0 0,3 4 0 0,2-2 0 0,0 1 0 0,0 0 0 0,2 1 0 0,8 0 551 0,5-2-256 0,0 1-128 16,4 2-50-16,0 0-30 0,1 0-9 0,0 0-175 16,-1 0 67-16,1 0 35 0,0 0 0 0,1 0-464 31,-4 5 244-31,-3-3 127 0,1 2 64 0,-3 0-773 0,1-2 387 0</inkml:trace>
  <inkml:trace contextRef="#ctx0" brushRef="#br0" timeOffset="-197812.14">26532 3033 1936 0,'1'0'0'0,"5"0"0"0,-2 0 0 0,5 0 0 0,-1 0 0 0,4 0 0 0,3 0 0 0,2 0 319 0,2 6-140 0,2 5-60 0,-2 1 90 31,1 2-84-31,-1 3-44 16,-2 0 1-16,-3 7-9 0,-2 1 9 0,-5 0-42 0,-5 2-96 0,-2 0-84 0,0 2 90 0,-15-4 44 0,-5 6-204 0,0-11 119 15,-5-4 66-15,-2-5-249 16,1-1 100-16,-3-5 82 0,0 1-34 0,6-6-185 16,1 0 135-16,5 0 69 0,4-10 34 0,3-2-129 0,7-2 71 0,3-6 51 15</inkml:trace>
  <inkml:trace contextRef="#ctx0" brushRef="#br0" timeOffset="-197576.88">26881 3023 1299 0,'5'-5'0'0,"-1"-1"0"0,0 3 0 0,-3 1 0 0,-1 0 0 0,0 2 0 0,0 0 0 0,-3 0 732 0,-6 9-351 0,-2 3-171 0,-1 3 373 16,1 3-271-16,1 3-137 15,-1-1-58-15,4 2 5 0,0-2-122 0,4 2 0 16,3-1 0-16,0 5 0 0,0-6 0 0,2 1 0 16,7-1 0-16,7-3 0 0,-1 0 0 0,2 0 0 15,3-5-155-15,-1-3-57 0,3-3 93 0,0-4-621 16,-1-2 336-16,2 0 172 0,-3 0 102 0,3-7-501 15,-4-5 296-15</inkml:trace>
  <inkml:trace contextRef="#ctx0" brushRef="#br0" timeOffset="-197303.2">27082 2965 852 0,'-9'-8'0'0,"2"1"0"0,2 3 0 0,-1-1 0 0,4 2 0 0,2-1 605 15,0 2-287-15,2 1-140 0,9 1 214 0,2 0-177 16,0 0-88-16,3 1-34 0,-3 8 13 0,1-1-34 15,-3 2 1-15,0-1-122 0,-5 3 45 0,1 2 9 16,-3-1 35-16,-2 1-105 0,-1-3 52 0,-1 2 26 16,0-2 0-16,-3 4 83 15,-6-5-9-15,1 0-48 0,-4-1 228 0,-2-2-115 16,3 0-56-16,-2 1-20 0,2-5 71 0,0 0-147 16,3-1 0-16,3-1 0 93,3-1 0-93,2 3 0 0,0-3 0 0,0 0 0 0,9 0 0 0,3 0 0 0,4 0 0 0,3 0 0 0,-4-3 0 0,4 2 0 0,-3-2 0 0,2 1 0 0,0-1 0 16,-4 2 0-16,2-2-1106 0,-1 2 481 0</inkml:trace>
  <inkml:trace contextRef="#ctx0" brushRef="#br0" timeOffset="-196229.17">27657 3548 717 0,'-10'-14'0'0,"-1"0"0"0,-1-1 0 15,3 8 0-15,-3-3 0 0,1 3 0 0,1 0 0 0,-1 1 0 0,-1 1 574 0,0 4-273 0,2 1-131 16,-1 0-65-16,0 4 54 0,0 11-60 0,-2 4-21 0,5 4 30 16,-1 5-34-16,4 3 0 0,1 3-35 15,4-1 71-15,0 2-26 0,0-6-9 0,0-3-57 16,7-3 21-16,7-2 0 16,1-2 0-16,4-1 1 0,-2-10-1 0,5-5 0 0,1-3 0 0,-1 0-31 15,1-4 0-15,4-12 41 0,-4-3-120 0,-2-8 55 16,-1-3 11-16,-2-5 0 0,0-3-267 0</inkml:trace>
  <inkml:trace contextRef="#ctx0" brushRef="#br0" timeOffset="-196170.87">27776 3616 2624 0,'12'-46'-83'15,"1"-1"-167"-15,-1-5 102 0,-5-3 61 0,1-4 5 0,-1-10-56 0,-5 7 54 0,0-1 0 0,-1 5 45 0,-1 9 0 0,0 9 0 0,0 8-10 0,0 21 248 0,-1 8-120 0,-3 3-58 0,-3 5-31 0,2 16 403 0,-2 4-204 0,3 9-57 0,-3 5 262 0,3 6-170 0,0 1-93 0,3 6-45 0,-1 6 112 0,2-9-84 16,0 2-37-16,0-1-1 0,0 0-3 0,0 8-20 0,2-12-53 0,0 0 0 0,7-3 0 0,-1-4 0 0,0-3-340 0,2 4 107 0,-3-13 131 0,2-7 32 0,-2-3-556 0,1-6 267 0,0-5 160 0,3-3 70 0,-3-3-512 0,0-12 301 0</inkml:trace>
  <inkml:trace contextRef="#ctx0" brushRef="#br0" timeOffset="-195971.44">28063 3405 867 0,'7'-14'0'0,"4"3"0"0,0 2 0 0,1 5 0 0,1 1 0 0,2 2 650 0,0 1-296 0,0 1-162 16,2 12 127-16,-1 2-141 0,-5 3-69 0,1 2-35 15,-1 7 261-15,-8 0-153 0,-1 1-71 0,-2 1-31 16,0 3 1-16,-9-3-42 0,-2 7 10 0,-5-10-77 16,-4 0 33-16,1-3 1 0,-6-4 33 0,-1-1-212 15,-1-1 116-15,1-9 43 16,0-4-430-16,5-3 194 0,-3-1 123 0,3 0 7 0,2-4-221 15,6-9 155-15,6-3 74 0,7-4-472 0,0 1 273 0</inkml:trace>
  <inkml:trace contextRef="#ctx0" brushRef="#br0" timeOffset="-195781.7">28347 3323 1652 0,'6'-11'0'0,"-2"3"0"0,1-1 0 0,-4 3 0 0,-1 5 0 0,0-1 0 0,-1 2 0 0,-9 3 0 0,-2 10 773 0,-2 5-372 0,-1 3-181 0,-2 5 409 0,4 2-373 0,0 2-256 0,3 4 0 16,7-2 0-16,3 0 0 16,0 2 0-16,2 0 0 0,14 0 0 0,7 3 0 15,7-9 0-15,3-4 0 0,8 0 0 0,3-6 0 32,3-6 0-32,7 3-617 0,-4-11 174 0</inkml:trace>
  <inkml:trace contextRef="#ctx0" brushRef="#br0" timeOffset="-166877.81">30453 3200 945 0,'0'-7'0'0,"0"2"0"0,0-4 0 0,0 1 0 0,0 0 219 0,0 0-89 0,0-1-43 0,0 0-1 0,0-3 49 0,0 3-52 0,0-2 0 0,0 2-7 0,-2 0-1 0,-2-2-32 0,0-1 10 0,-1 3 33 0,1-1 0 0,-5 0-44 0,2 1 60 0,-2 1-30 0,2-1 11 0,-3 4-41 0,2-2 96 0,-3 2-48 0,2 1 0 0,-2 3-48 0,1-1 57 0,-1 2-11 0,2 0-46 0,-1 6 61 0,2 7-30 0,-3 4 0 0,3 3-20 0,0 6 124 0,2 5-68 31,4 2-33-31,-1 5 74 0,3 2-150 0,0 6 0 0,0-4 0 0,0 5 0 141,0 2 0-141,2 3 0 0,0 1 0 0,3 6 0 0,1-9 0 0,-2-1 0 0,-3 1 0 0,1-4 0 0,-2-1 0 0,0 4 0 0,0-15 0 0,0-2 0 0,0-1 0 0,-7-3 0 0,-1 0 0 0,0 3 0 0,-1-11 0 0,1-2 0 0,0-2 0 0,-2-2 0 0,1-5 0 0,-2 1 0 62,3-6 0-62,-1-4 0 0,1 0 0 0,-1 0 0 0,2-7 0 0,1-4-32 0,-3-7-36 0,3-1 38 0,1-2-35 0,1-1-254 0,1-5 128 0,2 7 79 0,1-3 35 0,0 7-312 0,0-3 174 16,0 3 86-16,5 0 32 0,4 5-702 0,2-1 378 0,2 1 189 0</inkml:trace>
  <inkml:trace contextRef="#ctx0" brushRef="#br0" timeOffset="-166068.62">30624 3612 874 0,'-9'0'0'0,"2"0"0"0,-1 0 0 0,4 0 0 0,1 0 0 0,-1 0 0 0,4 0 0 0,0 0 0 0,0 2 30 0,0 2-6 0,5 2 307 0,5 0 189 0,1 2-240 0,3-1-120 0,0 0 94 0,2 3-112 0,1-2-50 0,2-1 0 0,-1 0-14 0,1-1-37 0,3 0 10 0,-2-2-10 0,-3-1-28 0,2 0 1 0,-1-3 27 0,1 0-75 0,-2 0 32 0,0 0 1 0,-2-6 42 47,0-4-138-47,-3-3 70 0,4-5 1 0,-9 0-155 0,3 1 77 0,-6-5 54 0,-1 1 1 0,-2-1-71 0,1-3 34 0,-2 3 35 0,0-2-2 0,-6 4-22 15,-7-1 24-15,0 4 18 0,-5 0 60 0,-2 7-27 16,-1 5-6-16,-5 3-29 0,-1 2 182 0,-2 6-85 78,-3 8-36-78,3 6 187 0,1 8-95 0,-3 3-58 0,7 5-6 0,-1 3 234 0,1 3-102 0,12-7-80 0,2-1-24 0,8 3 168 0,2-5-105 0,0 1-52 0,12 1-57 0,5-10-36 0,7-2 0 0,-1 1 0 0,2-5 0 0,4-2 0 16,4 1 0-16,-5-6 0 0,2-1 0 0,0-4 0 15,2 1 0-15,-2-4 0 110,6 0 0-110,-7-3 0 0,-2 0 0 0,2 0-496 0,-4 0 188 0,-1-1 99 0,4-8-148 0,-10 0 163 0,-3-1 77 0,0-3 38 0,-1-2-426 0,-2-1 231 15,1-6 107-15,-4 0-330 0</inkml:trace>
  <inkml:trace contextRef="#ctx0" brushRef="#br0" timeOffset="-165727.85">31114 3312 2073 0,'-7'-8'0'0,"1"-1"0"0,3 3 0 0,3 1 0 0,3 1 0 0,10-1 259 0,5 3-110 0,-3 1-54 0,2-1 136 0,1 0-86 0,-4 1-57 0,2 1 193 0,1 0-121 0,-2 0-59 0,2 0-31 0,-1 0-165 0,-2 3 63 0</inkml:trace>
  <inkml:trace contextRef="#ctx0" brushRef="#br0" timeOffset="-165689.42">31305 3275 3529 0,'14'5'4'0,"-4"1"-542"0,0 0 289 0,4-2 155 0,-6-1-711 0,-1 1 345 0,1-3 210 0,-2-1 105 0</inkml:trace>
  <inkml:trace contextRef="#ctx0" brushRef="#br0" timeOffset="-165653.52">31446 3142 1691 0,'2'-3'0'0,"3"1"0"0,0-4 0 0,5 5 0 0,4-2 0 0,2 3 0 0,3 0 0 0,3 0 156 0,0 7-58 0,1 1-18 0,-1 6 303 0,-4 1-171 0,-2 2-86 0,-2 0-42 0,0 2 72 0,-2 1-47 0,-7-1-40 0,-4 2-108 0,-1-2 40 0,0 1 0 0,-14 1 39 0,-2 2-129 0,-6-5 60 0,-1-4 35 0,-1 3-223 0,-4-6 107 0,1-2 69 0,-5 2-15 0,7-6-122 0,-2-1 37 0,3-1 60 0,2-3-24 0,3 0-210 0,1 0 127 0,9 0 79 0,3-5-265 0,6-4 167 0,0-6 83 0</inkml:trace>
  <inkml:trace contextRef="#ctx0" brushRef="#br0" timeOffset="-165471.27">31698 3145 1730 0,'-15'0'0'0,"2"0"0"0,5 0 0 0,-1 0 0 0,1 7 0 0,0 3 0 0,0 1 0 0,2 4 400 0,1 2-180 0,1 0-89 0,3 3-46 0,1 0 152 0,0 2-88 0,1-3-59 0,11 1 50 0,-1-2-50 0,6-2 0 0,2 1-40 0,1-6-238 0,2-1 114 0,1-3 58 0,-3-3-393 0,2 0 224 0,2 2 123 0,-6-6 35 0,1 0-536 0,-5 0 221 0,3 0 152 0,-5 0-279 0,3-7 205 31,-6-4 116-31,-3-2 54 0</inkml:trace>
  <inkml:trace contextRef="#ctx0" brushRef="#br0" timeOffset="-165109.21">31882 3000 1175 0,'0'-6'0'0,"0"-1"0"0,0 2 0 0,5 0 0 0,5 2 0 0,1 2 0 0,2 1 313 0,2 0-136 0,2 0-69 0,-3 4 183 0,2 7-126 0,0 1-52 0,-1 2-41 0,-7 2-46 0,1 0 15 0,-5 4-1 0,-3-2 1 0,1 3-211 0,-2-1 100 0,-3-3 55 0,-10 3-51 0,-1-4 54 0,-2-1 26 0,-1 1 23 0,0-6-8 0,2-1-45 0,3-3-1 0,2-2 202 0,2 0-86 0,-1 0-58 0,7-4-1 0,2 0 213 0,0 0-110 0,0 0-32 0,11 0 73 0,4 0-61 15,0 0-47-15,3-1 1 0,4 0-222 0,-3-2 93 16,7-1 57-16</inkml:trace>
  <inkml:trace contextRef="#ctx0" brushRef="#br0" timeOffset="-165073.02">32050 3234 3410 0,'20'0'-170'0,"0"-3"106"0,1 3 52 0,-3 0-766 0,3 0 376 0,-3 0 132 0</inkml:trace>
  <inkml:trace contextRef="#ctx0" brushRef="#br0" timeOffset="-164911.08">32014 3887 2630 0,'-18'0'0'0,"9"0"0"0,1 0 0 0,8 0 0 0,8 2 0 0,5-2 0 0,4 0 0 0,-1 0 0 0,1 0 0 0,-2 0 65 0,1 0-25 16,-5 0 1-16,6 0-202 0,-5 0 102 125,3 0 59-125,-3 0-806 0,3 0 406 0,-5 0 203 0</inkml:trace>
  <inkml:trace contextRef="#ctx0" brushRef="#br0" timeOffset="-164759.95">32321 3664 1973 0,'0'0'0'0,"0"-2"0"0,0-1 0 0,5 0 0 0,7 3 0 0,2 0 0 0,1 0 0 0,2 3 0 0,-2 8 323 0,4 0-132 0,-4 6-82 0,-4 1-35 0,0 1 0 0,-4 5-35 0,0 0-1 0,-6 2 173 0,-1-1-91 0,0-1-41 0,-6-2 0 0,-6 2-140 0,-4-3 50 0,-4 0 35 0,-2-4-83 0,-3-3 49 0,-2-3 24 0,1-3 0 0,-3 2-289 0,-3-3 153 0,3-4 11 0,4-3-240 0,1 0 131 0,3 0 91 0,8 0 45 0,-2 0-247 15,12-3 151-15,3-4 71 0,0 0 35 0,8-1 0 0</inkml:trace>
  <inkml:trace contextRef="#ctx0" brushRef="#br0" timeOffset="-164489.58">32511 3680 2104 0,'-18'-10'0'0,"5"4"0"0,5 1 0 0,-4 2 0 0,7 2 0 0,0 1 0 0,-2 0 0 0,0 9 207 0,-1 3-83 125,-1 3-31-125,4 6 297 0,0-1-174 0,0 4-88 0,4 0-44 0,1 2-13 0,0 5 10 0,0-5-40 0,0-2-240 0,10 1 119 0,-2 0 61 0,7-3 29 0,-1 1-139 0,0-6 79 0,2-3 46 0,3-2-512 0,0-2 259 0,-1-4 61 15,5 0 81-15,-5-6-363 0,5 0 218 0,-2 0 110 0,-2-2 54 0,3-2-232 0,1-5 135 0</inkml:trace>
  <inkml:trace contextRef="#ctx0" brushRef="#br0" timeOffset="-163951.49">32896 3846 650 0,'0'-7'0'0,"0"-1"0"16,0 1 0-16,0 0 0 0,2 0 0 0,-1-1 0 0,1-1 76 0,-2-1-28 0,0 2-9 0,0 0 117 0,0-3-59 0,0 4-29 0,0-3 0 0,0 1 161 0,-5 0-99 0,-1 2-47 0,-2 1 64 0,1 1-55 0,0 2-27 0,-6 1 10 0,3 2 34 0,-2 0-35 0,-1 2-1 0,0 7 35 0,1 6-34 0,-3 0 8 0,1 5-43 0,5 4 67 0,-3-1-33 0,4 2-1 0,-1 2-33 0,4 2 6 0,2-4-7 0,1 0 0 125,2-4-78-125,0 2 39 0,0-2 0 0,2 1 49 0,6-8-163 0,5-2 77 0,0-5 19 0,0-2-200 0,3-5 101 0,1 0 62 0,-2 0 3 0,-1-12-91 0,0-6 48 0,0-1 34 0,0-5-6 0,-3-4-9 0,1-2 0 0,-4-1 39 0,3-6 51 0,-4-2-26 0,3-2 0 0,-2-11-35 0,1 0 10 0,-1-6-1 0,3-6 1 0,-3-1-8 0,4 0 19 0,-4-1-15 0,0 17 14 0,-3 9 172 0,1 6-80 16,-3 13-45-16,3-3-18 0,-5 22 100 0,-1 2-49 0,0 0-32 0,0 5 246 0,0 12-128 15,0 4-42-15,-4 3-41 16,-2 6 211-16,0 5-114 0,-2 3-57 0,2 3 160 0,-1 8-99 0,-1-5-63 16,1 4-28-16,0 1 20 0,1 0 0 0,1 1-46 15,-1 8 9-15,3-10-241 0,1-3 116 0,2 0 58 16,0-2-142-16,0-3 100 0,0 3 59 0,5-18 0 15,5-4-507-15,2-6 195 16,2-5 143-16,-3-6-437 0,5-1 276 0,-3-3 151 16,1-6 72-16</inkml:trace>
  <inkml:trace contextRef="#ctx0" brushRef="#br0" timeOffset="-163702.04">33175 3723 1821 0,'-6'-10'0'0,"6"5"0"0,1 1 0 0,15 3 0 0,4 1 0 0,2 0-63 0,3 0-9 0,-4 0 33 0,1 10 188 0,-2 1-83 0,-4 4-42 0,-1 2-3 0,-7 3-38 0,-6 2 0 0,-2 2 0 0,0 0 458 0,-5 2-201 0,-12 2-92 0,-4-3-59 0,-3-2-161 0,-6 0 55 0,-4-3 28 0,-1-2-99 0,0-2 73 0,4-5 19 15,0-4-21-15,4-3-135 0,3-4 62 0,3 0 47 0,-2 0-161 0,15 0 95 0,1-6 21 0,7-5 32 0,0 1-340 16,0-1 179-16,9-2 79 0,8 1 55 0,1-2-385 16</inkml:trace>
  <inkml:trace contextRef="#ctx0" brushRef="#br0" timeOffset="-163529.3">33379 3698 2220 0,'-24'0'0'0,"5"0"0"0,3 2 0 0,10 7 0 0,1 5 0 0,-1 2 174 0,1 7-72 0,1 2-37 0,0 5 318 0,0-1-178 0,4 5-83 16,0-1-42-16,0 2 92 0,1-1-67 0,10 1-24 15,9-9-9-15,-1-4-205 0,10-4 86 0,0-6 43 32,5-1-618-32,3-5 334 0,2-6 155 0,3 0 82 0</inkml:trace>
  <inkml:trace contextRef="#ctx0" brushRef="#br0" timeOffset="-103870.46">9006 6658 1260 0,'-3'-1'0'0,"-3"-3"0"0,0 1 0 0,1 0 0 0,2 0 0 0,-1-1 0 0,1 2 0 0,0 2 0 0,3-3 453 0,0 1-208 0,0 0-103 0,0-2 185 0,0 1-149 0,8 0-70 0,3-1 46 0,3 1-58 0,2 1-28 0,2-1 8 0,-2 1 76 15,4 2-56-15,-1 0-30 0,-2 0 1 0,3 0-64 0,1 0 44 0,-5 4-9 0,1 1 1 0,-3 0-150 0,1 0 75 0,-1 2 37 16,2-2-288-16,-7-2 154 16,0 3 80-16,-4-3-409 0,-2 0 222 0,2-1 76 0,-4 1 49 0,-1 0-52 15,0-3 64-15,-4 0 32 0,-4 0 1 0,-5 0-166 16,0 0 89-16,1 0 60 0,-4-3 24 0,3 0 17 16,-1 0 8-16,0 0 0 0,1-1 160 0,4 0-75 15,0 3-43-15,2-1 316 0,-1 2-171 0,1-2-100 16,2 2 12-16,3 0 146 0,1 0-50 0,1 2-70 15,0 5 37-15,0 1 201 110,0 4-149-110,1 2-68 0,5 2-36 0,1 0 113 0,2 6-74 0,-4 2-27 0,3 0-142 0,0 4 48 0,-4-1 24 0,1 2 0 15,-1 1 25-15,-1 4 8 0,-2-7-8 0,-1 1-553 0,0-1 238 0,0 1 140 0,-2-4 15 0,-7 4 19 0,0-9-4 0,-1-5 34 0,2-2 0 0,-4-3 152 0,4-5-59 0,-4 1-39 0,5-5 10 0,-2 0-31 0,3 0 1 0,2-2 649 0,3-1-279 0,-4 0-152 16,5-2-39-16,0 2 107 0,0-1-104 0,0 1-53 16,5 1-27-16,5 0 35 15,2-1-99-15,3 1 0 0,1 1 0 0,2 0 0 0,0 1 0 0,4 0 0 16,-3 0 0-16,3 0 0 0,0 0 0 0,-2 0-185 16,1 0-86-16,4 0 153 31,-3 1 18-31,-3 0-635 0,1 1 348 0,-1-2 175 0,-1 0 86 0,4 0 35 0,-4 0 9 0</inkml:trace>
  <inkml:trace contextRef="#ctx0" brushRef="#br0" timeOffset="-103628.53">9678 6544 1940 0,'-8'0'0'0,"-1"-3"0"0,1 3 0 0,-3 0 0 0,0 0 0 0,2 3 0 0,-1 6 923 0,0 6-442 0,2 4-222 0,-2 1-101 0,5 4 12 0,1 3-170 0,3 6 0 16,1 3 0-16,0 1 0 16,1 6 0-16,10-5 0 0,2-1 0 0,3-1 0 15,2-1 0-15,2-9 0 0,2 6-184 0,-5-12 91 16,3-6 66-16,-1-2-706 0,-4-4 348 0,4-2 173 31,-1-3 77-31,-5-3-396 0,0 0 247 0,1-12 122 0,-3-5-311 0,-2-5 218 0,6-7 98 0</inkml:trace>
  <inkml:trace contextRef="#ctx0" brushRef="#br0" timeOffset="-103448.7">9919 6631 1111 0,'0'-15'0'0,"2"5"0"0,-1 3 0 0,1 1 0 0,0 3 0 0,-1 0 362 0,2 3-167 0,2 0-79 16,-2 8 714-16,3 6-396 16,-1 4-198-16,1 7 235 0,-3 2-295 0,1 5-176 0,-1 2 0 0,-2 5 0 31,-1-1 0-31,0 4 0 0,0-6 0 0,0 2 0 15,0-1 0-15,-1-1 0 0,-1-5 0 0,1 4 0 0,1-13-49 0,0-4 18 16,0-6-907-16,0-3 379 0,0-9 264 0,1 0-525 16,4-11 397-16,0-16 192 0</inkml:trace>
  <inkml:trace contextRef="#ctx0" brushRef="#br0" timeOffset="-103128.3">9953 6582 2919 0,'0'-14'0'0,"0"-1"0"0,4 3 0 0,2 0 0 0,6 8 0 0,-1-1 0 0,6 2 0 0,4 3 0 0,6-2 0 0,-3 2 0 0,4 0 0 0,-1 5 0 0,-1 4 208 0,-2 3-85 0,1 0 16 0,-6 3-55 0,-6 2 0 0,-2-2-361 0,-5 5 158 15,-4-2 78-15,-1 6-249 0,-1-4 160 0,-4 0 83 16,-12-2 43-16,0 2-49 78,-5-3-16-78,-2 1 27 0,-2-3-62 0,0-2 180 0,-2-1-70 0,1-2-1 0,0 1-52 0,5-4 448 16,5-1-182-16,1-2-114 0,5 0 399 0,4-3-233 0,1 4-261 0,5-4-10 0,0 0 0 0,10 4 0 0,8-5 0 0,1 5 0 0,7-2 0 0,-2 3 0 0,1-2 0 0,0 3 0 0,0 0 0 0,0 2 0 15,1-2 0-15,-3 3 0 0,-2-2 0 0,-1-3 0 16,-2 4-31-16,0-1-296 0,-1 1 91 0,-3-6-511 16,0 2 354-16,0-5 178 15,-3 0 88-15,0 0-500 0,3-2 285 0,-6-7 157 16</inkml:trace>
  <inkml:trace contextRef="#ctx0" brushRef="#br0" timeOffset="-102936.25">10430 6590 1333 0,'3'-9'0'0,"-2"1"0"0,3 3 0 0,4-2 0 0,3 5 0 0,2 2 0 0,2 0 781 16,7 5-372-16,2 10-185 94,3 5 201-94,1 5-198 0,-6 4-95 0,3 3 254 0,-3 6-372 0,-4 1-14 0,0 6 0 0,-12-3 0 0,-1 4 0 0,-5 0 0 0,-1-1 0 0,-16-2 0 0,-3 2 0 0,-3-13 0 0,-2-4 0 0,-2-5 0 15,-4-5-77-15,1 0 21 0,3-11 40 0,3-3-537 0,3-4 258 0,3 0 129 0,4-2-191 0,3-10 150 0,8-4 89 0</inkml:trace>
  <inkml:trace contextRef="#ctx0" brushRef="#br0" timeOffset="-102785.39">10903 6671 1870 0,'15'-10'0'0,"0"-1"0"0,2 5 0 0,4 0 0 0,-3 1 0 0,1 1 0 0,0 2 0 0,1 1 678 0,1-1-320 0,4 0-152 15,-3 2-394-15,1 0 112 0,-2 0 56 0,1 0 29 16,-2 4-910-16,-1 5 452 16</inkml:trace>
  <inkml:trace contextRef="#ctx0" brushRef="#br0" timeOffset="-102638.74">10973 6892 1639 0,'-6'3'0'0,"-1"-3"0"0,4 4 0 0,2-1 0 0,1 1 0 0,0-1 535 0,6-1-253 0,12-2-123 16,7 0-62-16,1 0 574 0,5 0-309 0,-2 0-176 0,4 0-320 0,-5 0 81 16,2 0 44-16,-1-2-936 0,2 0 500 0,-6 1 236 15</inkml:trace>
  <inkml:trace contextRef="#ctx0" brushRef="#br0" timeOffset="-97177.59">12221 6440 941 0,'0'-17'0'0,"0"3"0"0,0-3 0 0,-2-1 0 0,0 1 0 0,1 2 0 0,-3-1 0 0,2-1 0 0,-1 0 187 0,0-2-64 0,1 2 65 15,-1 2-75-15,1 1-38 16,-2 2 1-16,0 0 24 0,0 0-21 0,-1 5-10 16,3 1-31-16,-2 2 54 0,-1 4-26 0,-1 0-1 15,-3 0-17-15,1 2 61 0,1 13-35 0,-3 2 0 0,0 2 30 0,1 4-32 16,1 5 9-16,-1 3 109 0,3-1-75 0,3 4-39 31,2 0 1-31,0 4 94 0,-2 5-56 0,3-2-44 0,0 1 1 0,0 3 124 16,0 1-122-16,0 5-74 0,0 6 0 0,4-7 0 15,2 0 0-15,-2-3 0 32,-1-2 0-17,4-3 0-15,-5 2 0 0,0-12 0 0,0-5 0 0,-2-2 0 0,0-1 0 0,-5-6 0 0,-7 5 0 0,-3-9 0 0,0 2 0 0,-3-7 0 0,-5 1 0 16,2-2 0 0,-3 3 0-16,4-11 0 15,-2 3 0-15,2-3 0 78,3 0 0-78,0-3 0 0,1-3-74 0,8-5-430 0,3-1 233 0,1 0 116 0,4-2 59 0,0-3-470 0,9-2 255 0,7 2 141 16,5 1 66-16,6-3-479 0,2 1 273 0</inkml:trace>
  <inkml:trace contextRef="#ctx0" brushRef="#br0" timeOffset="-96939.6">12328 6958 998 0,'4'1'0'0,"0"4"0"0,1-2 0 0,-2 5 0 0,0 1 0 0,1 2 0 0,-3 5 595 0,0 4-278 0,1 1-142 16,-1 4 176-16,1 1-149 0,0 0-89 0,-1-1 199 15,7-1-138-15,-2-2-68 32,3-4-35-32,6 0-66 0,-2-6 32 0,5-6 1 0,0-3-1 0,2-3-199 0,1 0 100 0,2-12 59 0,-3-6-176 0,-1-5 109 15,-2-3 54-15,-5 0 1 0,-2-2-109 0,-1 1 25 32,-8 1 45-32,-1 0 1 0,0 4 0 0,-8-4-21 0,-4 6 38 0,-3-4 154 15,-3 7-70-15,-1 5-32 0,-1 4 0 0,-2 3 166 16,2 3-92-16,-4 0-22 15,6 2-58-15,3 2 19 0,-2 6-13 0,6-1 30 0,2 3-420 0,-2-1 188 47,8 4 94-47,1-5-281 0,2 1 175 0,0 0 60 0,2-3 21 0,6-5-494 0</inkml:trace>
  <inkml:trace contextRef="#ctx0" brushRef="#br0" timeOffset="-96657.78">12644 6288 2711 0,'-2'-6'0'0,"-1"1"0"0,-1 2 0 0,3 2 0 0,-2 1 0 0,1 0 0 0,0 4 0 0,2 10 0 0,-1 4 373 0,-1 2-167 16,-1 7-75-16,1 3 99 0,-2 0-97 0,-2 3-47 0,3 2-25 16,-2 1-61 15,0 5 0-31,1-6 0 0,0-2-422 0,1-1 156 0,-1-7 152 0,3-1 76 0,0-4 47 0,1-10-9 0,0-5 38 94,0-5-1374-94,0 0 649 0,0-15 325 0,0-5 152 0,0-8-80 0</inkml:trace>
  <inkml:trace contextRef="#ctx0" brushRef="#br0" timeOffset="-96439.64">12587 6324 792 0,'6'-22'0'0,"5"-3"0"15,0 9 0-15,1 4 0 0,5 2 0 0,-1 5 230 0,8 0-86 0,-5 3-58 0,1 2 326 0,1 0-186 0,-2 7-95 0,1 5-46 0,-1 1 118 0,-6 2-87 0,-4 2-39 0,-2 1 21 0,-3 1-30 0,-3 3 0 0,-1 2-20 0,0-3-143 0,-3 0 67 16,-9 0 32-16,-2-4-96 0,-1-1 65 0,-3 2 41 31,-1-6-8-31,0-4 59 0,-1-2-26 0,0-3-9 0,1-3-47 0,-2 0 178 16,7 0-74-16,3 0-35 0,1 0 105 0,1 0-65 0,6 0-15 0,-2-3 88 16,5 1-68-16,0-2-30 15,5 3 1-15,9-1 24 0,2 2-27 16,1 0 3-16,0 0-68 0,3 0 0 0,1 6 0 0,-2 0-2 15,0 5 4-15,2-2-435 16,-3 3 209-16,-2-2 90 0,1 4-734 0,0 0 415 31,1-2 208-31,3 3-227 0,-2-3 222 0</inkml:trace>
  <inkml:trace contextRef="#ctx0" brushRef="#br0" timeOffset="-96080.08">13107 6786 1817 0,'5'2'0'0,"3"5"0"0,0 0 0 0,4-2 0 0,-1 0 0 16,4 0 0 15,3 0 0-31,4 0 0 0,-1-5 390 16,3 0-178-16,-1 0-88 0,2 0-44 0,0-2 0 0,1-6-35 0,-7 0-47 0,0-2 0 0,-1-3 38 0,-8 1 1 0,-1-1-290 0,0-3 155 0,-7 1 63 0,-2 3 36 0,0-3-69 15,-6-2 51-15,-8 2-51 0,-3-3 39 0,-2 5-69 16,-4 2 42-16,-4 3-54 0,-1 3 440 0,0 3-161 62,-4 2-83-62,3 2-22 0,-2 13 119 0,2 3-61 0,2 4-45 0,5 6 27 0,-1 1-25 0,8 4-8 0,8 1-34 0,2 3 160 16,5 1-79-16,0 1-41 0,7 5 10 0,13-9 57 0,3 0-144 0,4-5 0 16,4-3 0-16,3-7 0 0,4 2 0 0,-1-12-67 0,0-3-95 15,3-5 99-15,-2-2 50 0,1 0-588 0,3-9 267 0,-7-6 159 16,-4-2 32-16,0-1-210 0,-2-2 158 0,1-2 79 47,2-3 30-47</inkml:trace>
  <inkml:trace contextRef="#ctx0" brushRef="#br0" timeOffset="-95936.05">13693 6466 2106 0,'-9'-2'0'0,"1"-5"0"0,5 2 0 0,0 5 0 0,3-3 0 0,0 2 0 0,3-2 0 0,9 3 667 15,6 0-319-15,4 0-157 32,2 0-76-32,1 0-120 0,3 0 41 0,2-3 10 0,-2 2-10 0,-1 1-244 0,1-1 123 0,0-1 60 15,0 1-791-15,3-2 436 0</inkml:trace>
  <inkml:trace contextRef="#ctx0" brushRef="#br0" timeOffset="-95754.71">14136 6267 1676 0,'-2'0'0'0,"-2"0"0"0,2 0 0 0,2 0 0 0,0 0 0 0,0 0 0 0,5 0 715 0,4 1-339 0,5 6-161 15,2 0-93-15,4-1-27 16,-1 3-29-16,2-2 1 16,4-1-22-16,-6 2-9 0,3-2 1 0,-4 3-210 0,0-4-621 0,-1 2 416 15,-3-2 216-15</inkml:trace>
  <inkml:trace contextRef="#ctx0" brushRef="#br0" timeOffset="-95548.31">14402 6143 1968 0,'0'0'0'0,"0"0"0"0,0 0 0 0,0 0 0 0,0 0 0 15,0 0 0-15,0 9 0 0,0 2 0 0,0 7 759 0,0 4-362 0,0 10-180 0,0 8 297 0,0 3-438 0,-3 5-76 0,-3 2 0 0,0 3 0 0,-2-5 0 0,-1 3 0 0,3-12 0 0,-1-5 0 0,2 0 0 0,1-7 0 0,0-5-623 0,-5 1 311 0,6-13 165 0,2-5 91 0,-1-5-805 0,0 0 413 0,2-10 206 16</inkml:trace>
  <inkml:trace contextRef="#ctx0" brushRef="#br0" timeOffset="-95331.86">14518 6078 1558 0,'10'-7'0'0,"-2"0"0"0,5 3 0 0,1 1 0 0,1 3 0 0,4 0 0 0,-3 0 0 0,3 0 291 0,-3 11-128 0,0 2-63 31,-1 2-32-31,-2 5 155 0,-5 1-97 0,-5-1-46 0,-3 2 1 0,0 2-188 32,-1-3 72-32,-9 1 45 0,-3-5-78 0,-4-3 52 0,-1-3 26 0,2-2 0 0,0-4 26 0,1 0 10 15,3-5-10-15,4 0 296 0,2 0-148 0,4 0-74 16,2 0-39-16,0 0 25 15,8-3-34-15,10-1 0 0,6 1-26 0,3-1-43 16,6 3 44-16,5 1 8 0,1 0-521 0,0 0 256 16,4 3 128-16,-3 9-1038 0</inkml:trace>
  <inkml:trace contextRef="#ctx0" brushRef="#br0" timeOffset="-94556.78">15231 6670 1328 0,'-12'-15'0'0,"2"4"0"0,-1 3 0 0,0 1 0 0,-4 4 0 0,1 3 0 0,-2 0 0 0,-1 12 0 0,0 7 181 0,-2 6-72 0,3 4 67 16,3 2-75-16,6-2-32 15,3 3 0-15,4-1 117 0,0-4-74 0,0 2-29 0,6-8-10 0,8-3 24 16,2-2-31-16,0-5 0 16,2-3-30-16,1-2-47 0,-4-6 19 0,2 0 0 0,-2 0-61 0,-2-11 45 15,0-5-1-15,4-3-132 0,-6-6 83 0,-1-4 25 32,2-4 28-32,-3-1-139 0,-1-3 75 0,4-8 3 0,-5 3 31 0,1-2-139 15,-4-9 72-15,4 0 13 0,-3-6 27 0,-1-7 9 47,1 7 17-47,-2 1 0 0,0 3 0 16,1 8 0-16,-3 8 0 0,1 6 414 0,-2 22-189 0,0 10-102 0,0 1-30 0,0 10 212 0,-2 14-130 0,-3 5-22 0,2 9-3 0,2 4 260 15,1 6-169-15,-2 2-84 0,2 1-43 0,0 8 10 16,0-7-52 0,0-3 167-16,0 1-203 0,0-1 0 15,2 8 0-15,4-15 0 0,3-1-172 0,4-4 79 78,-1-3 64-78,4-7-846 0,2 0 388 0,-2-15 236 0,2-9 73 0,0-3 71 0</inkml:trace>
  <inkml:trace contextRef="#ctx0" brushRef="#br0" timeOffset="-94460.03">15605 6534 2496 0,'-1'-5'0'0,"-1"-1"0"0,2 5 0 0,-2-1 0 0,2 2 0 0,0 0 0 0,0 0 0 0,7 5 0 0,1 4 423 0,2 3-185 0,1 0-39 16,3 1-81-16,-1 1-41 0,0-2 0 0,0 3-642 31,3-1 309-31,-2-2 142 0,0 0 75 0,1-1-916 0,1-4 470 0</inkml:trace>
  <inkml:trace contextRef="#ctx0" brushRef="#br0" timeOffset="-94173.1">15928 6370 3016 0,'0'-8'0'0,"0"-4"0"0,0 7 0 0,0-1 0 0,0 5 0 0,0-1 0 0,0 2 0 0,0 2 0 0,-2 13 0 0,-4 13 526 0,0 7-245 0,-5 8-173 0,-5 13-108 0,-1 4 0 0,-6 10 0 0,-2 12 0 0,-5 6 0 0,-1 8 0 0,-5 16 0 0,8-15 0 0,0-1 0 0,3-6 0 0,3-7 0 0,4-14 0 0,1 3 0 0,6-29 0 0,1-5 0 0,2-9 0 0,-1-5 0 0,1-6 0 0,0-1 0 0,4-13 0 0,-1-4 0 0,2 0 0 0,0 0-4 0,3 0-50 0,-2 0-28 0,2 0 48 0,0 0-14 0,0 0 12 0,0-3 0 16,0 3 0-16,0-1-9 0,0-4 9 0,4 0-84 0,2-5 41 0</inkml:trace>
  <inkml:trace contextRef="#ctx0" brushRef="#br0" timeOffset="-79289.67">9237 7872 1610 0,'-10'-4'0'0,"-1"-1"0"0,3 1 0 0,3 2 0 0,2-1 0 0,1 2 0 0,2 1 0 0,0 0 0 0,0 0 445 0,9 0-204 0,4 0-102 16,3 0-51-16,2 0 178 15,4 0-106-15,-2 0-65 16,5 0-15-16,-3 0 1 0,3 0-44 0,-3 0 0 0,4 0-25 0,-6 1-10 0,-1-1 35 0,-1 3-187 16,-2-3 93-16,-3 2 47 46,1-2 33-46,-5 0-388 0,-2 1 191 0,-4-1 42 0,-2 0 65 0,-1 0-41 0,0 0 38 0,-4 0-51 0,-8 0-175 0,-1 0 130 0,1 0 64 0,-6 0 66 16,4-1-10-16,-3-1 9 0,4-1 0 0,-1 2 187 16,2 0-94-16,2-1-46 15,-4 1-32-15,5 1 396 0,3 0-195 0,-1 0-50 0,1 1-65 0,3 8 347 16,0 0-178-16,2 5-103 16,1 3 173-16,0 2-133 0,0 3-67 0,0 7 40 15,0 2-44-15,3 1-79 0,0 5-20 0,1 2 0 16,-1 1 0-16,-1 1 0 0,1 6 0 0,-1-11-18 15,-1 5-64-15,-1-5 60 16,0 1 29-16,0-2-261 0,0 3 144 0,-1-12 8 16,-5-1-52-16,-2-2 37 0,2-5 44 0,-3 0-13 0,-1-10 139 0,3-4-45 15,-3-4 1-15,3 0 58 16,-3 0-51-16,2-2-36 0,4-8 19 0,0 1 296 0,1-1-151 16,3 2-39-16,0-3-50 0,0 4 225 15,1-2-280-15,7 1 0 0,3 0 0 0,5 1 0 16,-2 0 0-16,6 2 0 0,-3 1 0 0,3 1 0 15,1 3 0-15,-2-3 0 0,2 3 0 0,2 0 0 16,-1 0 0-16,0 0 0 0,-2 3 0 0,0 3 0 47,-4 0 0-47,7-1-493 0,-10 0 49 0,1-1 204 0,-1-3-586 0,0 0 394 0,-3-1 198 0</inkml:trace>
  <inkml:trace contextRef="#ctx0" brushRef="#br0" timeOffset="-78974.78">9712 7689 1783 0,'0'-10'0'0,"0"3"0"0,3 0 0 0,2 3 0 0,3 0 0 0,4 1 378 0,-1 2-175 0,5 1-82 16,0 0 338-16,3 0-209 0,2 3-97 0,-1 5-61 15,2 5-160-15,-2-1 54 0,-3 3 26 0,0 3-351 31,0 2 196-31,-9-1 85 0,-3 2 48 0,-5 0-198 0,0 0 123 0,-3-2 61 0,-8 1-61 0,-7-4 131 16,-6-2-85-16,-1 0 9 16,-1-7 165-16,-2 2-86 31,0-1-57-31,6-5 494 0,2-1-225 0,4-1-127 0,3-1-13 0,5 0 238 0,-1 0-359 0,9 0 0 16,0 0 0-16,7 0 0 0,6 0 0 0,8 0 0 0,3 0 0 0,-1-1 0 15,3 1 0-15,1-2 0 0,0 2 0 0,2 0-75 16,2 0 43-16,-2 0-897 0,-4 0 444 0,3 0 224 31,-4 0 111-31,1 0-556 0</inkml:trace>
  <inkml:trace contextRef="#ctx0" brushRef="#br0" timeOffset="-78758">10200 7786 3331 0,'-11'4'0'0,"0"3"0"0,0 7 0 16,2 2 0-16,1 6 0 0,3 4 0 0,-1 6-1 0,3 6 1 0,0 7 453 0,3-3-305 0,0 4-148 0,0 0 0 0,1-2 0 0,7-1 0 0,3 3 0 0,3-13 0 0,-1-1 0 0,4-5 0 0,0-2 0 0,0-2-10 0,5 1-74 0,-5-12 56 0,2-2-685 0,-1-5 366 0,0-4 25 16,-2-1-374-16,4 0 319 0,-4-6 173 0,-4-10-333 15,1-4 250-15</inkml:trace>
  <inkml:trace contextRef="#ctx0" brushRef="#br0" timeOffset="-78574.04">10480 7982 2448 0,'-1'-16'0'0,"-2"-1"-1"0,1 8 1 0,1 3-1 0,1 4 1 0,0 2-1 0,0 0 1 0,0 13-1 0,0 9 282 0,0 4-121 0,0 7-62 0,1 2 561 16,1 6-370-16,-1 4-289 0,1-3 0 0,-2 0 0 15,0-1 0-15,0 1 0 0,0-1 0 0,0 6 0 16,1-13 0-16,-1-2-89 0,2-5-234 0,0-6 181 15,-1-4 90-15,1-3-852 0,-2-13 421 0,0-1 222 16,0-8 112-16,0-14-201 0,0-2 147 0,0-9 87 16,0-3 39-16</inkml:trace>
  <inkml:trace contextRef="#ctx0" brushRef="#br0" timeOffset="-78237.24">10446 7954 709 0,'6'-18'0'0,"-2"0"0"0,6 2 0 0,0 3 0 0,4 1 340 0,1-2-141 0,5 10-86 16,2 2-37-16,2-1 491 0,2 3-265 0,2 0-132 15,-1 11 321-15,-6 3-231 0,-3 3-111 0,-1 3-32 16,-4 2-40-16,-6 1 1 0,2 6-31 0,-6-4-203 16,-3-1 95-16,0 1 49 15,-7 0 24-15,-6-3-76 0,-2 3 59 0,-4-8 16 16,-1-2 1-16,0-4 55 0,-1-2-39 0,-4-2 1 16,2-1 120-16,6-6-68 0,1 0-41 0,4 0 65 15,4 0-105-15,0 0 0 0,4 0 0 0,4 0 0 16,0 2 0-16,1 1 0 0,16-1 0 0,-3 5 0 15,9 1 0-15,-1 0 0 16,2 1 0-16,1-1 0 0,3 4 0 0,0-5 0 0,2 5 0 0,-4-1 0 16,1-3 0-16,-3 1 0 0,-2-3-57 0,-3 1-94 78,3-2 15-63,-10-5-671-15,0 0 385 0,-4 0 192 0,0 0 96 0,2-5-596 0,-8-7 351 0</inkml:trace>
  <inkml:trace contextRef="#ctx0" brushRef="#br0" timeOffset="-78091.28">10932 7786 1047 0,'2'-14'0'0,"3"2"0"0,2 5 0 0,3 3 0 15,1 4 0-15,2 0 850 0,3 12-406 0,6 9-193 0,0 7 625 0,0 5-419 0,3 9-451 0,-2 4-6 16,-3 1 0-16,1 7 0 16,-8-1 0-16,-6 3 0 0,-6 2 0 0,-1 0 0 15,0-4 0-15,-13 5 0 0,-4-15 0 0,-7-7 0 16,-1-3 0-16,-1-4 0 0,-6-7 0 0,0 0 0 31,6-12-577-31,5-9 84 0,2-2 228 0,8 0-266 0,6-2 246 0</inkml:trace>
  <inkml:trace contextRef="#ctx0" brushRef="#br0" timeOffset="-77742.91">11573 8044 3059 0,'-15'0'0'0,"1"0"0"0,5 0 0 0,3-1 0 0,4-1 0 0,2 2 0 0,0 0 0 0,0 0 0 0,10 0 0 0,10 0 0 0,2 0 735 0,5 0-598 0,2 0-137 0,4 0 0 0,0 0 0 0,-2 0 0 0,3 0-177 0,-3 0-156 0,0 0 184 0,3 0 102 0,-6 0-542 0</inkml:trace>
  <inkml:trace contextRef="#ctx0" brushRef="#br0" timeOffset="-77594.94">11637 8318 2503 0,'-11'2'0'0,"3"0"0"0,0 3 0 0,8 0 0 0,0-1 0 0,6 0 0 0,10 2 502 0,9-3-233 0,4 0 363 16,4-1-607-16,-2-1-25 0,4-1 0 0,-1 0 0 0,3 0 0 0,2 2 0 31,-5-2 0-31,-1 0-906 0</inkml:trace>
  <inkml:trace contextRef="#ctx0" brushRef="#br0" timeOffset="-75480.58">12609 7974 1659 0,'-10'-7'0'0,"3"4"0"0,0 0 0 0,-2 2 0 0,3 1 0 0,-2 0 0 0,-4 10 0 0,5 6 242 15,-5 7-102-15,1 9 165 0,0 5-133 0,0 7-67 16,-1 6-24-16,4 4 124 31,3 5-83-31,4 2-42 0,1-2 0 0,0-3-50 0,9 3 18 0,8-18-11 0,4-4 1 0,5-10 0 16,5-3 0-16,2-7 0 0,7 0-662 0,-4-10 326 0,0-7 110 0,2 0-679 15,-1 0 415-15</inkml:trace>
  <inkml:trace contextRef="#ctx0" brushRef="#br0" timeOffset="-75173.4">13182 7850 817 0,'-6'-32'0'0,"0"-3"0"0,-1 17 0 0,0 2 0 0,-1 2 0 0,-2 6 595 0,0 5-279 0,0-1-129 16,1 4 190-16,-2 0-169 63,2 12-85-63,0 8 285 0,-1 3-185 0,-1 6-83 15,3 3-56-15,5 2 203 0,0 3-124 0,3 5-160 0,0 2-3 0,0 10 0 0,0-9 0 0,5 6 0 0,5 1 0 0,0 3 0 0,2 5 0 0,1 9 0 0,-1-7 0 0,-1 0 0 0,-4 1 0 0,-1-2 0 0,-3-5 0 0,-1 7 0 16,-2-18 0-16,-4-4 0 0,-10-2 0 0,-1-9 0 47,-4-4-42-47,-1-3-176 0,1-16 96 0,-3-7 37 0,4 0 1 15,0-5-235-15,1-11 140 0,2-5 61 0,6-1-520 0,5-3 301 0,3-5 149 0,1-6-239 0,1 2 194 0</inkml:trace>
  <inkml:trace contextRef="#ctx0" brushRef="#br0" timeOffset="-74935.77">13277 8581 908 0,'6'11'0'0,"2"5"0"0,-3 7 0 0,0 0 0 0,-1 1 0 0,1 3 747 0,1 2-355 0,-1-2-176 0,3 2-80 0,1-8 444 15,2-3-270-15,0-3-137 0,4-5-67 0,1-4-37 0,3-5 10 0,-2-1-41 16,2-4-239-16,-3-14 120 0,0-3 60 0,0-6-201 16,-4 0 139-16,-5-1 56 0,-6 2 33 0,-1-3-42 15,0 3 37-15,-1 2-75 0,-9-4 43 0,-4 8-25 16,0 3 0-16,0 4-9 0,-4 3-1 0,0 3 307 15,-4 2-138-15,1 5-44 16,0 0-12-16,4 11-7 0,1 2-1 0,2 0 22 16,2 0-503-16,6 2 220 0,1-3 110 0,5 2-345 15,0-3 213-15,0-2 81 0</inkml:trace>
  <inkml:trace contextRef="#ctx0" brushRef="#br0" timeOffset="-74634.62">13521 7681 1993 0,'0'-10'0'0,"-4"4"0"0,3 5 0 0,1 1 0 0,0 3 0 0,0 16 0 0,0 6 693 0,-2 6-327 0,1 5-156 16,-3 1-90-16,3 5 24 0,-2 0-53 0,0 2-27 15,-2 2 0-15,-1 2-254 0,3-7 109 0,0-6 59 16,0-1-597-16,-2-9 328 0,2-5 164 0,-1-4-707 109,1-11 403-109,0-5 197 0,1-9 98 0,-3-14-273 0</inkml:trace>
  <inkml:trace contextRef="#ctx0" brushRef="#br0" timeOffset="-74467.91">13488 7768 1125 0,'14'-23'0'0,"0"3"0"0,1 6 0 0,3-1 0 0,0 8 0 0,1 6 0 0,1-1 0 0,3 2 486 0,-1 0-224 0,3 7-103 0,-6 3-65 0,-1 2 177 0,-6 2-116 0,0 6-59 0,-6-3-29 0,1 7-46 0,-7-4-9 0,0 1 26 0,-7 0-164 0,-8-1 82 0,-2-3 41 0,-4 4-13 0,0-8 22 16,0-4 0-16,-2-3 32 0,1-1 127 15,0 2-54-15,6-5-66 16,3-2-20-16,2 0 279 0,4 0-132 0,3 0-68 0,0 2 127 0,4-2-104 16,0 3-127-16,8 0 0 0,8 3 0 0,3-2 0 15,4 4 0-15,2-3 0 16,2 3 0-16,5 1 0 0,1-1 0 0,-1 2-16 0,6 1-182 0,-7-1 113 15,0 1 62-15,0 0-1036 0,0-1 512 0</inkml:trace>
  <inkml:trace contextRef="#ctx0" brushRef="#br0" timeOffset="-74130.27">14016 8432 1553 0,'0'13'0'0,"0"7"0"16,0-6 0-16,3-1 0 0,6-4 0 0,5 1 0 0,2-3 613 0,6-1-279 0,1-6-153 16,2 0-73-16,3 0 153 78,0-8-112-78,2-5-57 15,1 0-236-15,-5-4 85 0,-2 1 48 0,-4-2 24 0,-4 0-259 0,-3 0 142 0,-3-1 79 0,-9 1-109 0,-1 1 86 0,0 4 13 0,-4-3 29 0,-10-3-74 0,-2 4 36 0,-6 1-62 0,-1 2 35 0,-2 2 178 0,-2 5-72 0,-4 3-44 0,2 2 295 0,-1 11-133 0,2 12-80 0,0 7-1 16,3 1 116-16,0 9-50 31,13 0-50-31,4 3 8 0,7 3-29 0,1 0-1 0,12 0-30 0,11 2 10 0,8-14-9 0,8-4-1 16,4-7 1-16,3-4-491 0,3-8 242 0,7-3 104 0,-7-8-678 0,1 0 375 16,-3-7 187-16,0-9 93 31</inkml:trace>
  <inkml:trace contextRef="#ctx0" brushRef="#br0" timeOffset="-73936.94">14613 8097 1792 0,'-13'0'0'0,"2"-2"0"0,7 2 0 0,4 0 0 0,0 0 0 0,2 0 0 0,10 0 677 0,8 0-325 0,3 0-158 0,5 0 56 15,0 0-107-15,2 0-53 16,3 0-18-16,-5 0-583 0,0 0 273 0,0 0 138 16,-3-3 67-16,-1 3-868 15,1 0 468-15</inkml:trace>
  <inkml:trace contextRef="#ctx0" brushRef="#br0" timeOffset="-73736.18">14924 7982 2602 0,'2'-3'0'0,"-1"-1"0"0,2-1 0 0,5 2 0 0,-3 2 0 0,6-1 0 0,1 2 0 0,4 0 0 0,3 2 0 0,2 10 345 0,3 1-154 0,3 7-68 0,-7 1 132 15,-1 5-109-15,-6 0-55 0,-2 2-27 0,-8 1-200 16,-1 7 94-16,-2-7 35 31,-11 1-115-31,-8-1-72 0,-7-4 116 0,-1-1 57 0,-2-2-167 0,2-9 81 0,2-7 66 0,6-3-577 16,0-3 290-16,6-1 147 0,1-9 63 0,10-10-440 15,2-6 261-15</inkml:trace>
  <inkml:trace contextRef="#ctx0" brushRef="#br0" timeOffset="-73579.53">15170 7985 1700 0,'0'0'0'0,"0"0"0"0,0 0 0 0,0 1 0 0,0 6 0 0,-1 6 0 0,-2 1 0 0,-5 3 86 0,2 4-10 0,1 5-40 0,2 1 1175 0,3-2-587 0,0 3-426 0,0-3-198 0,9-3 0 0,8-4 0 0,4-4 0 16,2-3-329-16,5-4 180 0,3-1 101 0,-1-6 38 0,1 0-871 0,-1-7 459 0,-5-6 92 0</inkml:trace>
  <inkml:trace contextRef="#ctx0" brushRef="#br0" timeOffset="-73350.05">15346 7875 1537 0,'5'-10'0'0,"0"7"0"0,1-2 0 0,4 2 0 0,2 2 0 0,0 1 0 0,5 0 0 0,-1 0 405 0,1 7-185 0,-3 5-91 0,2-1-6 16,-5 2-43-16,-2 2 9 0,-3-1-52 0,-4 1-40 15,-2-1 0-15,-3 1 40 16,-13-2-1-16,2-2 32 0,-5-1-9 0,-1-2-23 0,3-2 195 0,-2-3-98 16,3 3-40-16,3-4-32 0,3-1 175 0,6 2-100 15,4-3-50-15,0 0-87 0,4 0 9 0,15 0 29 16,5 0-1-16,8 0-213 0,7 0 107 0,6 0 53 15,8 0 35-15,0 0-980 16</inkml:trace>
  <inkml:trace contextRef="#ctx0" brushRef="#br0" timeOffset="-72791.01">15828 8352 1597 0,'-16'-9'0'0,"-1"2"0"0,0 3 0 0,2 4 0 0,-1 3 0 0,-3 14 0 0,2 9 0 0,0 7 0 0,-3 9 191 16,9-1-82-16,3 3 26 15,3 4-50-15,5-2-25 0,0-3 1 0,5 1 54 0,11-16-44 0,4-5-1 16,1-8-34-16,2-6-67 0,2-6 33 0,1-3 9 15,-4 0 25-15,-2-17-187 16,2-7 93-16,-4-6 47 0,-2-6-221 0,1-5 105 16,-6-1 67-16,0-3-90 0,-5-2 67 0,0-3 0 15,-2-1 28-15,0-11 9 16,-2 8 10-16,-2-5 0 0,0-3 1 0,0-3 137 16,-3 2-69-16,-2-3-43 0,-1 23 9 0,1 10 126 15,-2 12-73-15,2 14-17 0,-2 7 290 0,3 3-137 47,2 22-88-47,1 13-8 0,1 8 193 0,0 10-124 0,0 3-63 0,0 12 117 0,0-5-93 0,0 2-44 0,1 0 1 0,5 1 179 16,1 7-101-16,2-17-105 0,-1-5-52 0,3-3-310 31,-2-7 121-31,3-8 112 0,1-2-601 0,-4-18 316 0,-1-11 188 0,-2-5-698 0,1-5 418 0,-6-19 209 0</inkml:trace>
  <inkml:trace contextRef="#ctx0" brushRef="#br0" timeOffset="-72540.83">16065 8411 1267 0,'9'-21'0'0,"4"4"0"0,-1 5 0 0,4 5 0 0,1 2 0 0,2 3 266 0,1 2-116 16,2 0-47-16,-2 11 217 0,-2 4-143 0,0 2-70 0,-1 4-35 0,-5 1 70 15,1 6-44-15,-10-3-35 0,-3 4-1 0,0-1 21 32,-7 1-23-32,-9 0-1 0,-3 2-37 0,-3-6-9 0,-4-4 23 0,-4-1-182 15,0-5 90-15,-1-2 47 0,0-1 31 0,6-11-458 94,3-1 200-94,6 0 120 0,6-3 14 0,5-13-281 0,5-6 164 0,0-5 97 0</inkml:trace>
  <inkml:trace contextRef="#ctx0" brushRef="#br0" timeOffset="-72457.64">16325 8301 1915 0,'0'-6'0'0,"0"1"0"0,0 3 0 0,0 0 0 0,-8 2 0 0,-3 4 0 0,0 17 0 0,-1 4 552 0,1 5-259 0,1 7-119 0,2-1 622 0,4 2-595 0,4 1-201 0,0 2 0 0,5-4 0 0,14 5 0 0,4-12 0 0,5-6 0 15,5-1-47-15,4-10-24 0,-2-1 54 0,6-4-978 16,-6-8 511-16,-4 0 260 16</inkml:trace>
  <inkml:trace contextRef="#ctx0" brushRef="#br0" timeOffset="-72218.75">16629 8000 1979 0,'5'0'0'0,"1"-2"0"0,2 0 0 0,2 2 0 0,3 7 0 0,1 15 0 0,-2 7 850 0,4 7-406 0,-2 7-203 0,1 5-103 0,1 14 141 0,-8-2-279 0,-3 3 0 16,-5 7 0-16,0-2 0 0,-14 4 0 0,-6 3 0 0,-4-13 0 16,-3-5 0-16,-2-4 0 0,-1-7-350 15,-3 3-90-15,4-21 234 47</inkml:trace>
  <inkml:trace contextRef="#ctx0" brushRef="#br0" timeOffset="-71666.57">17382 8095 1343 0,'-15'-10'0'0,"-1"6"0"0,-2 4 0 0,1 0 0 0,-4 8 0 0,2 11 244 0,-1 9-104 0,3 10-52 15,-6 7 445-15,1 13-248 0,0 11-116 16,7-1-70-16,7 0 243 0,8 0-153 0,0-8-76 16,16 3-29-16,10-20-23 15,5-6-24-15,6-5 0 0,2-8-452 0,4-4 226 0,5 1 122 0,-6-10-808 16,3-4 427-16,-3-6 235 0</inkml:trace>
  <inkml:trace contextRef="#ctx0" brushRef="#br0" timeOffset="-71393.92">17937 8009 749 0,'-15'-31'0'0,"1"7"0"16,0 6 0-16,-2 2 0 0,-2 6 0 0,0 7 26 0,0 3-26 0,-1 7 0 0,0 10 820 0,1 6-391 0,0 6-187 0,6 5 347 0,4 3-276 0,3 8-139 0,2 3-68 0,3 4 315 0,0 12-359 0,0-5-62 0,3 5 0 0,7 9 0 0,2 3 0 0,-1 3 0 0,0 10 0 0,-3-13 0 0,-4-2 0 0,-2 0 0 0,-2-3 0 0,0 0 0 0,-11 5 0 0,-6-23 0 0,-2-7 0 0,-3-4 0 15,-4-12 0-15,1-7-82 0,-3-6-82 0,6-17 32 16,3 0 48-16,2-10-248 0,4-9 149 0,2-6 63 16,9-4-568-16,2-6 326 0,0-5 163 0</inkml:trace>
  <inkml:trace contextRef="#ctx0" brushRef="#br0" timeOffset="-71095.25">18026 8802 1905 0,'-6'9'0'0,"-2"6"0"0,0-1 0 0,2 7 0 0,-2 3 0 0,-1 3 526 0,4 0-249 0,2 2-121 0,3-2-59 0,0 2 415 0,0-2-237 0,8 0-111 16,7-6-145-16,1-6-19 31,4-3 0-31,4-4 0 16,-1-4 0-16,4-2-112 0,-2-2 64 0,1-5-309 0,-1-11 197 0,-2-4 98 0,-2-3 50 0,2-2-176 0,-9-1-14 0,-5-1 89 15,-4 2 1 1,-2-4-62-16,-3 0 68 0,0-1 26 31,-1 5 16-31,-11 2 28 0,-6 1-1 0,-1 4 1 0,-6 6 185 0,-6-1-102 0,0 11-37 0,-4 2 159 16,2 0-84-16,0 12-56 0,6 0 7 0,2 3-45 0,8 2 33 0,6 0-18 31,5 0 46-31,6 0-284 0,0-1 135 0,1-3 52 0,14-1-715 0</inkml:trace>
  <inkml:trace contextRef="#ctx0" brushRef="#br0" timeOffset="-70858.56">18224 7831 2251 0,'-6'0'0'0,"-1"0"0"0,3 2 0 0,-1 14 0 0,-2 7 0 0,2 7 0 0,0 13 0 0,-1 8 0 0,-1 9 94 0,0 4-28 0,-3 5 8 0,4-10 667 16,0-3-352-16,-2-3-176 0,4-8-110 0,0-4-541 15,1-2 236-15,2-14 115 16,1-6-816-16,0-5 447 0,0-7 223 0,0-7 112 15,-2 0-358-15,0-11 226 0</inkml:trace>
  <inkml:trace contextRef="#ctx0" brushRef="#br0" timeOffset="-70602.49">18160 8039 884 0,'14'-37'0'0,"0"5"0"0,5 5 0 0,1 7 0 16,5 1 0-16,-2 11 264 0,2 5-115 0,2 3-55 0,-1 0 353 15,-4 2-205-15,5 10-93 0,-9 1-61 0,-2 5 153 0,-2 2-103 0,-5 1-50 16,-6 3-26-16,-1 2-53 0,-2-1-10 0,-11-1 38 15,-9 0-51-15,-7-2 26 16,-1 1 0-16,-4 0 34 0,2-8 172 0,1-3-91 16,2-1-45-16,0-1 116 0,4-4-80 0,1 1-32 15,8-2-9-15,3-4 1 0,6 1-78 0,4-1 0 32,1 2 0-32,1 1 0 0,20-3 0 0,4 5 0 0,6 0 0 0,3 1 0 15,2 0 0-15,6 5 0 0,-2-2-260 0,4 2 137 31,1 0 80-31,-1 0-673 0,-2-1 344 0</inkml:trace>
  <inkml:trace contextRef="#ctx0" brushRef="#br0" timeOffset="-70153.26">18765 8583 1337 0,'1'6'0'0,"1"1"0"0,0 0 0 0,6 4 0 0,2 0 0 0,3 0 260 31,4-3-111-31,4-2-57 0,3 1 343 0,7-5-199 0,5 0-91 0,-3-2-58 0,4 0-27 0,-3-10-23 16,-1-2 0-16,-5-2-212 0,3-3 115 0,-12 3 45 78,-7-3 25-78,-5 1-179 0,-6 2 104 0,-1-2 50 0,0-4 36 0,-14 6-104 0,-8 2-20 0,-6 0 53 0,-3 1-113 0,-6 2 59 0,-1 5 17 0,1 4 100 0,-4 0-25 0,4 4 0 0,3 11-25 0,-6 2 321 0,12 5-148 0,4 4-76 15,5 7-14-15,8 4 379 0,8 0-180 0,3 9-84 16,3-3-66-16,22 0 84 0,8-4-71 0,7 0-35 16,8-10-6-16,10-4 9 0,-4-9-39 0,3-11 0 15,1-5-422-15,2 0 211 0,-5-15 105 0,7-9-671 16,-14-2 367-16,-5-6 118 0,-4-2 112 0</inkml:trace>
  <inkml:trace contextRef="#ctx0" brushRef="#br0" timeOffset="-69998.52">19422 8226 2421 0,'-8'-8'0'0,"1"-2"0"0,3 8 0 0,4 0 0 0,0 2 0 0,0 0 0 0,7 0 0 0,6 3 423 0,4 5-197 0,4 0-95 16,1-2 79-16,3 1-87 0,-1 0-42 0,4-3-385 15,-4 1 167-15,1 0 86 0,-2-2 45 0,1-2-843 16,-5 3 435-16</inkml:trace>
  <inkml:trace contextRef="#ctx0" brushRef="#br0" timeOffset="-69845.36">19749 8065 2498 0,'0'-7'0'0,"0"-2"0"0,0 4 0 0,0 2 0 0,1 1 0 0,3 2 0 0,4 0 0 0,1 0 0 0,4 4 400 0,-1 3-181 0,4 1-110 0,-3 3-37 0,5 1 1 0,-2-1-27 0,-1 0-262 0,-1 1 126 0,0-3 64 15,-1 3 31-15,-1-7-838 16,4 4 434-16</inkml:trace>
  <inkml:trace contextRef="#ctx0" brushRef="#br0" timeOffset="-69680.31">20033 8025 814 0,'0'0'0'0,"-2"-2"0"0,1-1-1 15,-1 3 0-15,1 0 0 0,-3 3 0 0,0 13 684 0,-1 6-324 0,-1 12-162 0,-3 4 554 0,2 3-363 16,-3 9-177-16,-1 3-16 15,-3 2-79-15,1-1-40 0,0 3 9 0,3-15-537 16,0-6 244-16,4-4 122 0,0-9 61 0,2-7-300 31,-1-2 189-31,3-14 82 0,2 0 46 0,0-10-870 0,0-12 395 0</inkml:trace>
  <inkml:trace contextRef="#ctx0" brushRef="#br0" timeOffset="-69392.27">20206 7907 1612 0,'21'-12'0'0,"3"3"0"0,1 6 0 0,-6 3 0 0,-4 0 0 0,-1 10 0 0,-4 4 0 0,-2 4 294 0,-2 2-120 16,-4 1-73-16,-2-2 143 0,-2 2-104 0,-9 1-51 15,-4-3-27-15,0 5 32 0,-2-10-33 0,1 0 0 16,1-2-25-16,2-4 32 0,4-3-1 0,-2 4-22 16,8-6 143-16,2 0-75 0,1-1-39 0,0 0 135 15,8-2-87-15,7 1-45 0,6-1-77 0,8 0 0 16,1 0 0-16,7-1 0 94,7-3 0-79,4-5-197-15,-6 3-24 0,6-1 129 0,-1 2 64 0,-2 1-557 0</inkml:trace>
  <inkml:trace contextRef="#ctx0" brushRef="#br0" timeOffset="-68963.29">20987 8632 1082 0,'-11'-12'0'0,"4"-2"0"0,-3-1 0 0,2 3 0 0,2-1 0 0,-2 2 0 0,0-1 0 0,2 2 428 0,-2 1-187 0,3 3-108 0,-1 4 158 0,0 1-128 0,0 1-64 0,-1 5-1 0,-2 10-23 0,1 7-8 0,0 5-31 0,2 3 65 0,0 3-33 0,0-1 0 15,1 5-23-15,5-7 20 0,0-4 0 0,0-1-29 16,0-4 0-16,0-2-136 0,5-3 76 0,6-9 26 16,0-7-247-16,4 0 117 0,2-13 75 0,4-11-321 31,-1-8 175-31,-1-6 72 0,1-5 50 0,0-3-88 0,-1-3 65 0,4-5 23 15,-7 4 9-15,1-5-22 0,-2-4 27 0,-2-1 0 16,-3 1 27-16,1-4 102 0,-6 16-47 0,-3 9-27 16,-2 8 242-16,0 11-135 0,0 11-67 0,-8 0 491 15,-3 8-261-15,2 10-92 0,0 12-75 0,4 5 145 16,-1 7-103-16,3 5-41 0,3 3-34 0,0 4 372 16,0 4-199-16,0 0-210 15,1 1-25-15,5 5 0 0,0-12 0 0,4-1 0 16,0-2 0-16,6-4 0 0,-1-4 0 0,5 3-614 15,-4-13 206-15,2-7 221 0,0-7 36 0,-2-3-769 16,-1-6 442-16,3 0 212 0</inkml:trace>
  <inkml:trace contextRef="#ctx0" brushRef="#br0" timeOffset="-68835.3">21339 8465 940 0,'0'-17'0'0,"0"5"0"0,2 2 0 0,-2 4 0 0,0 0 595 0,2 6-279 0,0 0-132 15,0 0-78-15,2 3 248 16,2 7-159-16,2 4-80 0,0 1-39 0,0 2-64 15,3-4 23-15,-2 2 1 0,2 0-539 0,1 0 269 16,-1-4 135-16,3-2-753 0,-1-3 418 0</inkml:trace>
  <inkml:trace contextRef="#ctx0" brushRef="#br0" timeOffset="-68663.28">21557 8443 1390 0,'-2'-11'0'0,"1"0"0"16,-2 4 0-16,1 0 0 0,-1 2 0 0,-2 5 0 0,-2 0 325 0,-3 15-144 31,-2 11-73-31,-2 10 456 0,-2 10-255 0,-3 5-141 0,-2 9-66 0,0 2 339 0,-3 5-202 0,2 5-135 16,-6 6-104-16,9-9 0 0,-1-4 0 0,1-6 0 0,5-5 0 0,-2-2-38 15,1-1 27-15,4-12-692 0,-2-7 370 0,2-5 184 32,-1-8 93-32</inkml:trace>
  <inkml:trace contextRef="#ctx0" brushRef="#br0" timeOffset="-68457.33">21587 8233 2306 0,'13'-14'0'0,"3"3"0"0,1 10 0 0,1 1 0 0,3 0 0 0,1 16 0 0,2 4 320 16,-1 9-147-16,-3 10 196 0,-2 7-167 0,1 7-83 16,-5 5-41-16,-4 10 286 15,-9-3-364-15,-1 5 0 0,-8-2 0 0,-15 2 0 16,-3 0 0-16,-9 7 0 0,3-16 0 0,-6 0 0 15,-2 0 0-15,-2-2 0 0,-2-5-664 0,-3 4 256 16,11-23 213-16,5-12-433 0,6-16 296 0,6-7 148 16</inkml:trace>
  <inkml:trace contextRef="#ctx0" brushRef="#br0" timeOffset="-68286.41">22201 8477 3020 0,'17'-12'0'0,"3"6"0"0,2 0 0 0,7 4 0 0,0-4 0 0,7 2 0 0,-1 1 0 0,1-2 0 0,0 4 59 0,1-2-1 0,-1 1-23 0,3 2-352 16,-14 0 170-16,-3 5 89 0</inkml:trace>
  <inkml:trace contextRef="#ctx0" brushRef="#br0" timeOffset="-68157.24">22259 8740 2581 0,'-6'0'0'0,"3"0"0"0,3 0 0 0,0 0 0 0,2 0 0 0,15 0 0 0,11 0 530 0,8 0-247 0,11 0-124 0,9 0 219 0,3-1-378 16,10-4 0-16,7-3-303 16,0 4 8-16,0 2 166 0</inkml:trace>
  <inkml:trace contextRef="#ctx0" brushRef="#br0" timeOffset="-64823.09">23894 8361 1057 0,'0'-21'0'0,"0"1"0"0,0-1 0 0,0 3 0 0,0-3 0 0,0 1 0 0,2-1 192 0,-1-6-68 16,-1 6-48-16,2 3 109 0,-2-5-73 0,0 1-37 16,0 3-1-16,0-5-2 0,0 6-34 0,0 3-1 15,0 0-5-15,-2 0 6 16,-2 2 0-16,-4-1 9 0,0 6 34 0,-1 2-44 31,-2 3 1-31,-3 2 36 0,1 1 1 0,-5 0-28 0,5 10-10 0,-4 6 119 0,3 4-60 0,0 5-28 16,0 3-1-16,1 5 127 15,6 2-82-15,1 6-38 0,4 5 1 0,2 4 52 0,0 7-45 0,0 9 9 16,0-6 107-16,3 4-193 0,6 5-5 16,1 4 0-16,-2 1 0 0,1 11 0 0,-3-13 0 0,2-1 0 15,-7-4 0-15,1-1 0 16,-2-6 0-16,0 3 0 0,-5-19 0 0,-7-6 0 16,-2-6 0-16,1-3 0 0,-2-5 0 0,-4 0 0 15,5-18 0-15,-2-4 0 0,2-2 0 0,2 0 0 16,-2-8 0-16,1-4 0 0,3-4 0 0,3-2-223 15,0-1-89-15,6-2 119 0,1 1 78 0,0 0-519 16,0 3 302-16,8-1 148 16,5 1-465-16,2 2 305 0,5 0 154 0</inkml:trace>
  <inkml:trace contextRef="#ctx0" brushRef="#br0" timeOffset="-64538.93">24106 9073 1530 0,'-13'5'0'0,"3"0"0"0,5 3 0 0,-1 2 0 15,-2 3 0-15,5 1 0 0,-2 3 0 0,5-2 552 0,0 2-258 0,0-1-127 0,11-1 42 0,1-1-86 16,6 2-33-16,-1-5-9 0,3-4-130 0,2-2 43 16,-3-3 1-16,3-2-109 0,4 0 85 0,-6 0 29 15,-3-9-1-15,0-4-15 16,-3-1 26-16,-1-5 0 0,-2 0-14 0,-6-1-67 0,-4-2 0 0,-1 0 34 15,0-1 6-15,0 1 21 0,-9-2-16 0,-1 4 13 16,-2 3 40-16,-3 2 1 16,-1 3-24-16,0 1-88 0,-3 3 40 0,1 6 1 0,2 2 42 0,1 0-140 15,2 0 60-15,0 7 33 0,1 1 2 16,6 3-396-16,1 0 202 0,4 0 101 0</inkml:trace>
  <inkml:trace contextRef="#ctx0" brushRef="#br0" timeOffset="-63552.44">24267 8103 1845 0,'-2'10'0'0,"2"3"0"0,-1 4 0 0,-1 5 0 0,0-1 0 0,1 1 0 0,-1 7 0 0,-3 1 0 0,2 6 0 0,-3 4 203 0,-1-5-87 16,3-2-39-16,0 1-65 0,0 0 0 0,1-5 26 0,-1 5 9 0,4-14-268 16,-1 2 130-16,1-5 64 0,0-4 33 0,0-7-487 15,0 1 254-15,0-7 70 16,0-5-178-16,0-14 118 0</inkml:trace>
  <inkml:trace contextRef="#ctx0" brushRef="#br0" timeOffset="-63290.38">24248 8106 1277 0,'9'-18'0'0,"2"4"0"0,3 5 0 0,2 2 0 0,4 2 0 0,3 2 0 0,2 2 0 0,-4 1 139 16,1 0-51-16,-1 9 156 0,-4 4-103 0,-1 1-52 0,-2 4-15 15,-6 1-70-15,-4 0 35 0,-2 1-1 0,-2 1 0 16,-2 1-99-16,-8 2 59 0,-6-7 15 16,0-1 52-16,-4 0 0 15,-1-3-27-15,-1-2 58 0,-3 1-19 0,3-5-10 0,1-5-29 0,6 1 132 16,-1 2-66-16,3-3-23 0,6-2-10 0,2 0 46 47,5 3-40-47,0-2 0 0,2 1-38 0,9 4-20 15,7-3 19-15,6-1 1 0,4 4-240 0,3 0 119 0,2-1 61 0,5 3-258 0,-3 2 151 0,2-1 43 0,-1 1 51 0,0 4-712 16,0-2 355-16,4 3 166 0</inkml:trace>
  <inkml:trace contextRef="#ctx0" brushRef="#br0" timeOffset="-62863.15">24866 8761 1639 0,'-12'0'0'0,"-2"-7"0"0,2 0 0 0,3-1 0 0,0-2 0 0,0 0 0 0,3-2 0 0,-5-2 0 0,6 2 74 0,2 3 1 16,-1-2-37-16,2 5 242 0,-1 2-122 0,-2 3-50 0,0 1-39 0,-2 4 8 0,2 13-1 0,-1 2-38 0,-1 7 1 0,1 4 90 0,0-2-50 0,5 4 0 0,-2-1 22 0,3-4-31 0,0 0-1 0,0-3-67 16,0-3-11-16,7-5 47 0,3-2 1 0,2-6-214 0,2-1 116 0,2-7 44 15,1 0 16-15,1-13-134 0,3-9 61 0,0-6 44 16,1-4-16 0,-3-4-318-16,-1 0 131 0,0-5 99 0,-4-1-135 0,1-3 115 0,2-5 48 0,-6 3 19 15,-1-7 1-15,-2-4 46 0,-1-1 0 0,-2-5 80 16,0-9-49-16,-2 11 9 47,-1 4-40-47,-2 8 39 0,0 12-1 0,0 14-38 0,-2 7-10 0,-6 17 294 0,-1 3-99 0,-4 20-82 0,1 8 436 0,2 9-235 31,-2 5-85-31,6 4 271 0,1 0-208 0,1 4-102 0,2 4-52 0,2-1 195 0,0 6-137 0,0-11-148 0,0-1 0 0,2-1-37 16,5-3-59-16,2 1 68 15,4 4 42-15,-3-12-315 16,2 2 170-16,0-6 84 0,0-5-851 0,1-8 442 0,0-2 139 0,-2-17-427 15</inkml:trace>
  <inkml:trace contextRef="#ctx0" brushRef="#br0" timeOffset="-62661.25">25159 8657 1867 0,'7'-17'0'0,"0"2"0"0,4 0-1 0,-2 8-2 0,1 2 0 0,1 3 0 0,3 0 0 0,3 2 0 0,0 0 532 0,0 9-252 0,-1 6-122 15,1 0-61-15,-4 7 171 0,0 1-115 0,-1 4-49 16,-8-1-30-16,-2 1-35 0,-2 0 0 0,0 3 0 15,-5-5-38-15,-6 9 10 0,-6-13 29 0,0-1-96 16,-3-3 48-16,-4 0 24 16,1-6 0-16,-2 0-277 0,2-8 143 0,4-3 25 0,2 0 54 0,3 0-543 31,3-6 274-15,3-6 128-16,4-5 77 0,4-4-462 0,4-4 266 0,9 0 132 0</inkml:trace>
  <inkml:trace contextRef="#ctx0" brushRef="#br0" timeOffset="-62496.6">25402 8545 2291 0,'4'-17'0'0,"2"5"0"0,-3 0 0 0,-1 9 0 0,-2 2 0 0,0 1 0 0,-2 0 0 0,-7 7 0 0,1 7 417 0,-4 7-194 0,4 2 211 0,0 3-198 0,1 3-99 15,1 2-50-15,3 4 19 0,3-2-106 0,0-5 0 16,2 4 0-16,6-2 0 16,9 0 0-16,5 5 0 31,7-11 0-31,5-1 0 0,5-5 0 0,6-3 0 0,6-1-1042 0,-2-9 384 0</inkml:trace>
  <inkml:trace contextRef="#ctx0" brushRef="#br0" timeOffset="-61587.24">26297 8279 794 0,'0'-18'0'0,"-2"-3"0"0,1 7 0 0,-1-1 0 0,2-1 0 0,-1 0 0 0,-2 2 0 0,1-7 92 0,1 7-53 0,0 1 1 0,-2-2 62 0,0 1-31 0,0-1 0 0,-4-4-21 0,3 6 8 0,-1 1-18 0,-1 3 0 0,-1 2 80 0,-1 2-40 15,-1 0 10-15,0 5 49 16,-2 0-49-16,2 3-26 0,-3 9 1 0,3 7 31 0,-4 5-18 0,5 10-9 15,-1 3-30-15,4 9 153 0,1 5-76 0,2 8-38 16,-1 10 9-16,3-1 97 16,0 1-72-16,0 5-37 0,0 5 127 0,0 5-82 0,0 13-30 0,0-16-10 15,-3-3 63-15,1-4-51 16,-4-7-59-16,-4-9-33 0,1 0 0 0,-1-16 0 16,-1-12 0-16,-2-3 0 0,0-6 0 0,-1 1 0 15,5-14 0-15,-2-3 0 0,2-5 0 0,2 0 0 16,0 0-99-16,1-5-100 31,3-4 73-31,1-5 64 0,2-1-621 0,0-5 322 0,2 0 160 0,10-6 71 0,4 1 50 0,7-1 0 0</inkml:trace>
  <inkml:trace contextRef="#ctx0" brushRef="#br0" timeOffset="-61318.76">26411 8966 909 0,'1'0'-1'0,"1"0"0"0,-1 0 0 0,1 0 1 0,-1 3-1 0,-1 9 543 0,0 5-252 0,0 7-116 0,0 5-72 0,0 2 227 15,1 2-145-15,2 2-72 16,6 1 245-16,-2-1-149 0,3-7-89 0,3-4-41 16,1-4-120-16,4-8 41 15,1-4-1-15,1 0-198 0,0-8 114 0,-2-2 62 0,-1-13 31 0,-5-3-149 16,-1-5 90-16,0-1 55 0,-8 0-39 0,-1 0-27 16,-2 2-39-16,0-2 45 0,-10 4 53 0,-2-6-6 15,-2 7-58-15,-1 0 130 0,0 1-42 0,-3 6 1 16,0-2-19-16,-2 2-93 0,4 9 51 0,-1-1-1 15,2 4 54-15,0 0-250 16,2 0 101-16,2 0 60 0,3 4 18 0,2 1-341 0,3 2 180 0,2-2 90 16,1-2-168-16,0-3 133 15</inkml:trace>
  <inkml:trace contextRef="#ctx0" brushRef="#br0" timeOffset="-61013.42">26602 8028 2135 0,'0'-5'0'0,"-4"-1"0"0,0 6 0 0,4 0 0 0,-2 6 0 0,2 8 0 0,0 7 0 0,-2 2 0 0,2 3 242 0,0 3-102 0,-2 5-63 16,1 0-1-16,-1 2-36 15,0 5 9-15,1-7-317 0,-1 0 153 0,2-1 78 16,-5-4 38-16,3-4-502 0,1 0 277 0,-1-13 124 15,0-8 68-15</inkml:trace>
  <inkml:trace contextRef="#ctx0" brushRef="#br0" timeOffset="-60957.71">26567 8477 835 0</inkml:trace>
  <inkml:trace contextRef="#ctx0" brushRef="#br0" timeOffset="-60835.84">26608 8054 1484 0,'6'-15'0'0,"3"2"0"0,1 2 0 0,4 2 0 0,2-1 0 0,4 0 0 0,0 9 0 0,-1 1 249 0,1 0-105 0,1 0 99 0,-6 8-102 0,2 5-41 0,-8-1-35 0,-2 5-40 0,-4 2 14 0,-3 2 1 0,0 3 0 0,-3 1-145 0,-8-5 68 0,-5 1 38 0,-2 0 0 0,-2-3-62 0,0-3 51 0,-3 5 34 0,2-9 31 0,-3-1-57 15,1-3 28-15,4-2 174 0,1 0-88 0,0-3-49 16,5 0-4-16,5-2 219 0,1 0-119 0,6 0-59 16,1 0-31-16,0 0 41 0,9 2-40 0,10 1 0 15,1 1-31-15,7 1 96 16,2 1-130-16,2 4-5 0,1-1 0 0,-2 1-59 0,2 0 45 0,-1 4-716 15,-1-2 379-15,4 4 162 0,-4-3 47 0,-2-1-805 16,0-1 454-16</inkml:trace>
  <inkml:trace contextRef="#ctx0" brushRef="#br0" timeOffset="-59915.56">27223 8555 1022 0,'-15'2'0'0,"4"1"0"0,4 5 0 0,4 1 0 0,3 3 0 0,0 0 180 0,2 1-60 0,10-3-46 16,6-2 1-16,3-1 193 0,3-2-115 0,1-2-56 15,2-1-20-15,-3-2 125 0,-2 0-82 0,2 0-41 16,-4-2-9-16,-1-5-1 0,3-1-20 0,-7-4-10 15,-3-1-55-15,0-3 28 16,-2-1-1-16,-3-2-123 0,-2-5 86 0,-4 4 27 16,-1-1 0-16,-1-1-34 0,-13 2 3 0,-3-1 27 0,-5 1-27 0,0 8-27 15,-8 3 6-15,-1 7 0 16,-4 2 185-16,-2 1-68 94,-1 16-39-94,6 6 258 0,3 8-128 0,1 8-69 0,5 8-15 0,10 2-1 0,2 7 0 0,11-5-9 0,0 1 7 0,17 0 265 0,10-4-156 0,9-7-179 0,10 0 0 0,-2-13 0 0,5-9 0 0,1-5 0 0,3-6 0 0,2-8 0 0,4 0 0 0,-15 0-153 0,-3-11-35 0,-5-5 110 0,-4-2 10 0,1-2-653 15,-16-1 337-15,-1 4 173 0,0-7 86 0,-3 0-541 16,-3 0 314-16</inkml:trace>
  <inkml:trace contextRef="#ctx0" brushRef="#br0" timeOffset="-59745.89">27772 8257 2212 0,'0'-3'0'0,"-4"1"0"0,-1-2 0 0,5 3 0 0,0-1 0 0,0 0 0 0,0 2 0 0,9 0 0 0,3 0 381 0,5 0-171 0,-1 0-85 0,3 0 64 16,0 0-80-16,0 0-35 15,-1 0 0-15,3 0-703 16,-2 2 334-16,7 0 177 0,-4-1 74 0,0 1-926 0</inkml:trace>
  <inkml:trace contextRef="#ctx0" brushRef="#br0" timeOffset="-59552.6">28143 8108 788 0,'1'-2'0'0,"5"-4"0"0,1 3 0 0,0 1 0 0,5 2 289 0,3 0-116 0,3 0-71 0,2 4 562 16,2 9-312-16,-2 1-156 0,3 3-79 0,-2 1 412 15,-4 0-250-15,-3 0-120 0,-7 4-60 0,-3-1 45 16,-2 6-104-16,-2-4-40 15,-9 5 0-15,-11-3 0 0,-2-2 0 0,-5-1 0 16,0 0-266-16,0-8 98 0,-1-5 103 0,2-1-224 16,0-5 163-16,3-2-13 0,2-1 74 0,6 0-605 15,6-1 315-15,6-11 158 0,3-6 79 0,0-6-433 16</inkml:trace>
  <inkml:trace contextRef="#ctx0" brushRef="#br0" timeOffset="-59392.56">28320 8124 1715 0,'0'0'0'0,"0"0"0"0,0 0 0 16,0 2 0-16,0 8 0 0,0 1 0 0,0 3 0 0,-3 7 0 0,1 4 633 0,2 4-296 0,0 2-150 0,0 1 137 0,2 1-147 0,10-4-69 15,3-4-316-15,4 0 123 0,4-4 63 16,4 0 40-16,2-12-297 0,0-6 160 0,5-3 78 16,-3 0 41-16,-1-3-716 0,6-10 254 0,-13-4 222 15</inkml:trace>
  <inkml:trace contextRef="#ctx0" brushRef="#br0" timeOffset="-59138.12">28634 7889 1714 0,'2'-14'0'0,"1"4"0"0,2-2 0 0,2 7 0 0,0-1 0 0,-1 4 0 0,6 1 0 0,-5 1 265 0,3 0-103 0,-3 6-67 0,2 3 34 15,-3 7-45-15,-4-1 0 31,-1 2-45-31,-1 1-41 16,0 0 15-16,-8 2 1 0,-4 0 25 0,-3-5-97 0,-2 0 49 0,2 2 9 0,-2-5 56 0,3-2-16 0,-2-3-1 0,6 0 157 16,-2-1-79-16,2 1-29 15,3-6-39-15,4 2 99 0,3-3-54 0,0 0-28 0,3 0 1 0,13-3-48 16,3-1-9-16,3-3 29 0,3-1-194 0,1 1 97 16,-1 2 49-16,3 0 9 0,-3 3-790 0,-1 0 394 15,-1-1 147-15</inkml:trace>
  <inkml:trace contextRef="#ctx0" brushRef="#br0" timeOffset="-58908.02">28692 8233 1923 0,'-7'0'0'0,"0"0"0"0,3 0 0 0,0 4 0 0,4-2 0 0,0 2 0 0,3-2 0 0,5 1 0 0,9 1 422 0,3-2-192 0,1 4-96 15,1-5-416-15,2 1 161 0,3 2 90 0,-3-4 30 110,0 4-330-110,1-4 186 0</inkml:trace>
  <inkml:trace contextRef="#ctx0" brushRef="#br0" timeOffset="-58829">29010 8075 1175 0,'-8'0'0'0,"2"-1"0"0,0 0 0 0,2 1 0 0,3 0 0 0,1 0 0 0,0 8 637 0,0 3-298 0,3 4-150 0,8 2-65 0,-2 2 263 0,4-1-174 0,-5 2-87 0,4 0-358 0,-1-2 135 0,0 6 79 0,3-6 23 16,-4-1-665-16,3 0 349 0,-2-4 175 0,1-3-282 16,2 2 235-16</inkml:trace>
  <inkml:trace contextRef="#ctx0" brushRef="#br0" timeOffset="-58654.36">29215 8099 1791 0,'-1'0'0'0,"-2"0"0"0,0 0 0 0,-2 0 0 0,2 3 0 0,0 8 0 0,1 6 0 0,-3 6 0 0,1 2 0 0,0 4 485 0,-1 7-223 0,0 2-112 16,-4 3 95-16,-1 6-94 16,0-9-61-16,1-1-25 0,-4-4-255 0,4-3 114 15,1-6 58-15,-2 2-543 0,3-15 295 0,2-3 152 16,1-7 77-16,3-1-386 0,1-1 114 0,0-13 133 16,0-5 41-16</inkml:trace>
  <inkml:trace contextRef="#ctx0" brushRef="#br0" timeOffset="-58420.3">29340 8015 1762 0,'20'-15'0'0,"7"0"0"0,-5 8 0 0,1 3 0 0,0 0 0 0,-2 4 0 0,-7 0 0 0,3 0 314 0,-9 4-142 0,-4 1-67 0,-1 6 205 0,-3-1-135 0,-3 1-69 16,-10 3 14-16,-6-2-45 0,-1 1 0 0,-4-2-36 0,1 1 6 15,-3-3-6-15,3 1 10 0,3-3-10 0,4 0 34 16,4-2 0-16,1-1-34 0,-2 3 65 0,8-5-37 15,4 4-1-15,1-3-27 0,1 0-35 16,13 0 35-16,7-1-37 0,6-2-255 0,8 0 114 16,6 0 86-16,7 0 30 0,4 0-821 31,5 0 375-31,-6-1 220 0,3 0 104 0</inkml:trace>
  <inkml:trace contextRef="#ctx0" brushRef="#br0" timeOffset="-57993.98">29945 8551 748 0,'-8'0'0'0,"-3"-3"0"0,0-2 0 0,2 2 0 0,-1-2 0 0,-2 3 403 0,0 0-182 0,2 2-91 15,-7 0 130-15,3 5-116 0,-3 12-53 0,4 2-26 16,-2 5 180-16,1 4-103 0,0 2-42 0,6-1 94 47,3 2-78-47,2 1-38 0,3-4-1 0,0 0 39 0,0 2-30 0,9-12-9 0,5-3-38 0,4-6-103 0,2-4 51 0,4-5 36 15,-1-2-258-15,5-15 137 16,-2-6 69-16,-2-5 30 0,-1-3-215 0,5-7 79 0,-9 5 70 0,1-3-313 16,-4-3 170-16,-1-2 85 0,-2-3 42 0,4-9-27 15,-6 3 39-15,-4-4 1 0,2-1 29 0,-2-6 92 16,-2 6-45-16,3-4-10 0,-4 19 159 0,-4 12-97 15,0 10-50-15,0 11-23 0,0 5 251 16,-9 2-90-16,4 16-77 0,-1 10 316 16,-2 8-175-16,2 4-85 15,3 7-44-15,0 5 202 0,1-4-129 0,2 3-58 0,0-1-31 0,0-3-106 16,2-3 38-16,2 7 10 0,6-13-498 0,2-1 263 47,3-4 133-47,1-5 65 0,4-2-667 0,1-3 287 0,1-13 189 0,-1-8-287 0,-3 0 234 0</inkml:trace>
  <inkml:trace contextRef="#ctx0" brushRef="#br0" timeOffset="-57858.09">30352 8457 1534 0,'0'-12'0'0,"1"3"0"0,2 5 0 0,-2 1-1 0,3 3-1 0,0 0 2 0,4 3-1 0,3 9 72 0,0 5 0 0,2 1-33 0,0 2 395 0,3-1-197 0,0 5-90 0,-2-5-58 0,0-1-44 0,2-1-6 0,-1-3 1 0,2-2-1 0</inkml:trace>
  <inkml:trace contextRef="#ctx0" brushRef="#br0" timeOffset="-57708.84">30689 8267 1525 0,'3'-13'0'0,"0"7"0"15,-2 5 0-15,-1 1 0 0,0 5 0 0,-1 20 433 0,-15 12-197 0,-4 13-100 0,-3 6-48 0,-3 9 513 16,-6 7-272-16,-1 8-150 15,-2 9 92-15,-4 11-138 0,-2 1-133 0,2-1 0 16,-5 8-474-16,11-23 159 16,1-1 177-16,-3 0-1012 0</inkml:trace>
  <inkml:trace contextRef="#ctx0" brushRef="#br0" timeOffset="-47621.88">23704 9793 975 0,'-12'-11'0'0,"-2"1"0"0,7 7 0 0,1 0 0 0,-1 0 0 0,3 0 0 0,1 3 135 32,2 0-39-32,1 0 219 0,0 0-138 0,0 0-70 0,0 0-33 0,0 0 109 0,3 0-62 0,5 3-46 109,5 0 0-109,2-2 155 0,0 1-95 0,1 1-49 0,4 0 11 0,-3-2 155 0,1 2-106 0,0 0-54 0,1-2-26 0,0 2-1 0,3 0-16 0,-5 1 282 0,1-4-282 0,3 1-49 0,-1 4 0 0,8-4 0 0,-5 0 0 0,1 1 0 0,3-2 0 0,1 3 0 0,5-3 0 0,3 2 0 0,0 1 0 0,0-3 0 0,4 3 0 0,2-2 0 16,4 1 0-16,6 1 0 15,-7 0 0-15,1-1 0 0,-1 1 0 0,-2-1 0 0,0 0 0 0,6 1 0 16,-9-3 0-16,-2 0 0 0,1 0 0 0,0 0 0 15,1 0 0-15,8 0 0 0,-9 0 0 0,1 0 0 16,-1 0 0-16,2-3 0 16,-1 1 0-16,7-1 0 15,-10-1 0-15,3 1 0 0,-2 0 0 0,1 0 0 0,1 0 0 0,7-2 0 78,-7 2 0-62,2 0 0-16,-1 0 0 0,3-1 0 0,-4 1 0 0,10-1 0 0,-12 1 0 0,2 2 0 0,-1 0 0 0,3-1 0 0,-1-1 0 0,10 3 0 0,-9 0 0 0,3 0 0 0,1 0 0 0,2 0 0 0,-1 0 0 0,6 0 0 0,-8 0 0 0,-3 0 0 0,2 0 0 0,2 0 0 16,2 0 0-16,7 0 0 15,-8 0 0-15,4 0 0 0,-2 0 0 0,0 0 0 0,0 0 0 0,7 0 0 0,-11 0 0 0,-1 0 0 16,2 0 0-16,1 0 0 16,9 0 0-16,-8 0 0 0,2 0 0 0,2 0 0 15,-2 0 0-15,1 0 0 0,8-1 0 0,-10 0 0 16,-1-4 0-16,3 3 0 15,1-1 0-15,1-3 0 0,10 3 0 0,-16 0 0 32,3-2 0-32,-4 1 0 0,2 0 0 0,-3-1 0 0,5-1 0 0,-13 3 0 0,5-3 0 0,-1 2 0 15,3 0 0-15,0-3 0 0,8 2 0 0,-11-1 0 0,0 0 0 0,2 1 0 47,-4-1 0-47,0 2 0 0,7 0 0 0,-10-1 0 0,0-1 0 0,3 0 0 0,-2 4 0 0,2-3 0 0,7 0 0 0,-10 2 0 16,2 0 0-16,-2 2 0 0,-1-4 0 0,0 2 0 15,6-2 0-15,-11 4 0 0,3-2 0 0,2-2 0 16,-2 2 0-16,0-1 0 0,10 1 0 0,-10 0 0 16,3 0 0-16,0 1 0 0,1 0 0 15,0 0 0-15,4 0 0 0,-9 2 0 16,0 0 0-16,1 0 0 0,-1 0 0 0,-2 0 0 16,6 0 0-16,-7 0 0 0,-2 0 0 0,4 2 0 15,-1 0 0-15,6 0 0 0,-5-1 0 0,-3-1 0 16,4 0 0-16,-1 0 0 0,0 0 0 0,5 0 0 15,-8 0 0-15,-1 0 0 0,0 0 0 0,2 0 0 16,-2 0 0-16,7 0 0 16,-9 0 0-16,3 0 0 0,-3 0 0 0,4 0 0 15,-1 0 0-15,5 0 0 0,-8-1 0 0,4-1 0 16,0 0 0-16,0 0 0 0,-2 2 0 0,4-1 0 16,-6-1 0-16,-1 0 0 0,1 2 0 0,-1 0 0 15,-2 0 0-15,3-3 0 0,-5 3 0 0,0 0 0 16,-2 0 0-16,0 0 0 0,0 0 0 0,2 0 0 15,-5 0 0-15,-1 0 0 0,-2 0 0 0,2 0 0 16,-1 0 0-16,0 0 0 0,-4 0 0 0,-2 0 0 16,0 0 0-16,-1 0 0 0,-3 0 0 15,1 0 0 1,-3 0 0-16,-1 0 0 0,0 0 0 0,0 0 0 0,0 0 0 0,0 0 0 16,0 0 0-16,0 0 0 0,0 0 0 0,0 0 0 15,-1 0 0-15,-3 0 0 0,-3 0 0 0,-5 0-94 16,-3 5-407-16</inkml:trace>
  <inkml:trace contextRef="#ctx0" brushRef="#br0" timeOffset="-42737.91">13142 9530 663 0,'-11'-10'0'0,"2"2"0"0,-1 0 0 0,5 2 0 0,2 2 0 0,2 3 0 0,1-1 257 16,0 0-108-16,0 1-42 0,0-1 168 0,0 1-117 16,3-2-57-16,5 2 99 0,3-1-78 0,2 1-30 15,2-1-11-15,2 0 10 0,0 2-20 0,3 0 0 16,0 0-29-16,6 0 92 15,-6 0-52-15,3 0 1 0,0 0-41 0,2 0 62 0,2 0-31 0,5 0 11 16,-2 0-4-16,-1 0 1 16,4-2-39-16,-2 1 18 0,2-1-18 0,5 0 10 15,-6-2-10-15,3 1-15 0,-1 0 15 0,-1-1 0 16,1 3 0-16,6-1-33 0,-8 2-10 0,0 0 43 16,-2 0 0-16,1 0-47 0,0 0 46 15,4 0-8 1,-7 0-34-16,0 0 34 0,-2 0-1 0,2-3 40 0,2 2-72 0,6-2 0 0,-7 0 0 0,2 0 0 15,5-1 0-15,-3 0 0 32,1 3 0-17,8-4 0-15,-9 4 0 0,1-1 0 0,-3 1 0 0,2 1 0 0,3 0 0 0,-5 0 0 0,-4 0 0 0,3 0 0 0,0 0 0 0,3 0 0 16,6 0 0-16,-3 0 0 0,0 0 0 0,1 0 0 16,-1 0 0-16,2 0 0 0,7 0 0 0,-11 1 0 15,0 1 0-15,2-1 0 0,1 4 0 0,-1-4 0 16,3 5 0-16,-6-1 0 15,1 0 0-15,-2 0 0 0,3 0 0 0,2 1 0 0,7 0 0 0,-8-2 0 16,4 1 0-16,0 0 0 16,0-1 0-16,2-1 0 0,8 0 0 0,-8 0 0 15,0-1 0-15,2-2 0 16,3 2 0-16,1-1 0 0,7 3 0 0,-9-4 0 0,-2 3 0 0,2-1 0 16,0-1 0-16,2 1 0 0,7-2 0 0,-12 1 0 31,2-1 0-31,4 0 0 0,2 0 0 0,2 0 0 0,6 0 0 0,-10 0 0 15,2 0 0-15,0-1 0 0,-1-4 0 0,3 0 0 0,8 0 0 0,-10 0 0 16,1 0 0-16,2 1 0 16,0 1 0-16,2-2 0 0,2 2 0 0,-13 1 0 15,2 1 0-15,-3 0 0 0,1 1 0 0,-1-3 0 16,8 3 0-16,-8 0 0 0,3 0 0 0,0-1 0 125,3-1 0-125,6 1 0 0,-11-2 0 0,3-2 0 0,-1 0 0 0,1 1 0 0,3 1 0 0,10-4 0 0,-11 3 0 0,3 3 0 0,-2-1 0 0,1-1 0 0,-5 3 0 0,6 0 0 0,-13 0 0 0,2 0 0 0,0 5 0 0,1-2 0 0,2 1 0 0,12 1 0 0,-11-2 0 0,0 0 0 0,3-2 0 0,-1 4 0 0,3-5 0 0,4 1 0 0,-7-1 0 0,2 2 0 0,2-2 0 0,3 0 0 16,2 0 0-16,5 0 0 31,-11 0 0-31,-2 2 0 15,2-2 0-15,-3 3 0 0,1 0 0 0,6-2 0 0,-6 3 0 0,0-3 0 0,2 2 0 0,2-1 0 0,1 2 0 0,4-3 0 16,-10 1 0-16,0-1 0 0,-2 2 0 0,2-3 0 16,0 1 0-16,10-1 0 0,-11 0 0 0,1 0 0 15,0 2 0-15,-2-2 0 0,-2 0 0 0,6 1 0 16,-11-1 0-16,1 0 0 0,-1 0 0 0,-1 0 0 16,1 0 0-16,4 0 0 15,-6 0 0-15,-2 0 0 0,0 0 0 0,1-1 0 0,-3-1 0 0,6 1 0 16,-10-2 0-16,2 2 0 15,-1-1 0-15,1 1 0 0,6-3 0 0,-7 2 0 16,1-1 0-16,0 2 0 16,0-3 0-16,0 1 0 0,7-1 0 0,-9 2 0 0,1-1 0 0,-3 1 0 15,2-2 0-15,-1 3 0 0,2-4 0 0,-10 5 0 32,0 0 0-32,-1 0 0 0,-3 0 0 0,-2 0 0 0,1 0 0 0,-5 0 0 0,-1 0 0 0,-3 0 0 15,1 0 0-15,-3 0 0 0,5 0 0 16,-5 0 0-16,-1 3 0 0,-2-1 0 15,1-2 0-15,-1 1 0 0,2 0 0 0,-1-1 0 16,0 0 0-16,-1 3 0 0,1-3 0 0,0 0 0 16,-1 2 0-16,1-2 0 15,0 0 0-15,0 1 0 0,-2-1 0 0,2 0 0 0,-2 2 0 0,0-2 0 16,0 0 0-16,2 0 0 0,-2 0 0 0,0 0 0 16,0 0 0-16,0 0 0 0,0 0 0 0,0 0 0 15,0 0 0-15,0 0 0 0,0 0 0 0,0 2 0 16,0-2 0-16,0 4 0 0,-10 4-1058 0</inkml:trace>
  <inkml:trace contextRef="#ctx0" brushRef="#br0" timeOffset="-15248.02">10760 10186 1896 0,'0'2'0'0,"0"0"0"0,0 2 0 0,0 5 0 0,0 5 0 0,0 3 0 0,0 2 0 0,0 10 264 0,0-1-113 0,4 7-57 0,2 3 66 0,1 7-51 0,0-6-41 0,2 1 0 0,-1 2-59 0,-1-4 0 0,0-1 29 0,1 1 9 0,-3-11-320 0,-4-3 155 0,1-7 78 15,-2 0-443-15,0-7 215 0,0 0 88 0,-7-10-341 0,-2 0 242 0,-5-10 120 16,-1-12 61-16</inkml:trace>
  <inkml:trace contextRef="#ctx0" brushRef="#br0" timeOffset="-15011.68">10645 10176 971 0,'4'-24'0'0,"3"7"0"16,5 5 0-16,4 2 0 0,5 3 0 0,7-3 513 0,3 9-242 0,6 1-117 0,6 0-58 0,1 0 208 0,3 6-133 0,9 6-57 15,-11 2 305-15,-2 3-191 0,-4 6-95 0,-6 4-48 16,-7 5 157-16,-2 7-93 0,-17-3-68 0,-5 6-81 15,-2 1 0-15,-5 1 0 16,-15 2 0-16,-1 6 0 0,-8-12 0 0,-2-2 0 0,-4 0 0 0,-2 0 0 31,1-8 0-31,-1 2 0 0,6-9 0 0,3-6 0 16,2-5 0-16,2-3 0 0,3-9 0 0,0 0 0 0,6 0 0 0,5-5-120 16,4-14-281-16,2-5 187 0,4-8 60 0,0-4-668 15,2 0 397-15,12-6 193 0</inkml:trace>
  <inkml:trace contextRef="#ctx0" brushRef="#br0" timeOffset="-14848.94">11425 10115 1552 0,'15'-2'0'0,"-1"0"0"0,1 1 0 0,-2 1-4 0,-4 0-1 0,-2 0 1 0,-1 7 0 16,-1-1 0-16,1 6-340 0</inkml:trace>
  <inkml:trace contextRef="#ctx0" brushRef="#br0" timeOffset="-14747.3">11443 10490 2764 0,'-9'8'0'0,"0"1"0"0,2 3 0 0,1 0 0 0,6-1 0 0,0-6 0 0,0 2 0 0,0-2 0 0,0-1 847 0,6 1-527 0,2-5-320 15,1 1 0 1,1-1-62-16,1 0 14 0,1 0 43 0,-2 1-542 0</inkml:trace>
  <inkml:trace contextRef="#ctx0" brushRef="#br0" timeOffset="-12094.59">12541 9963 920 0,'-12'-16'0'0,"3"3"0"47,0 0 0-47,4 4 0 0,-1 1 0 0,-1-1 0 0,1 3 515 0,0-1-239 0,-2 1-110 0,3 3 19 0,-1-1-74 0,-1 3-36 0,0 1-1 0,-1 0-76 0,0 0 49 0,-2 0-10 0,2 8 0 0,-2 2-51 15,0 3 26-15,2 0-1 0,-3 5 51 0,5-1-25 16,-2 1 0-16,3-2 0 0,2 2 39 0,1 4 8 16,2-6-50-16,0 1 54 0,0-2-26 0,0 2 1 15,0-2-26-15,0 6 40 31,2-6-9-31,3 2-31 0,1-1 0 0,3 4 109 0,-2 0-55 0,2 5-18 0,-2-4 86 0,0 5-61 16,-1 1-31-16,1 0-56 0,-3 6-11 0,4 4 0 16,-6-3 0-16,0 2 0 0,2 2 0 0,-3 1 0 15,1-2 0-15,-2 3 0 0,0-8 0 0,0 0 0 16,0-4 0-16,0-3 0 0,0-3 0 0,0 3 0 31,-2-7 0-31,1-3 0 0,-1-3 0 0,0-2 0 0,0-3 0 0,0 2 0 0,2-6 0 0,0 0-607 16,0-3 233-16,0 0 168 0,0 0 85 15,0 0-640-15,0 0 367 0,2-7 178 16</inkml:trace>
  <inkml:trace contextRef="#ctx0" brushRef="#br0" timeOffset="-11887.61">12852 10140 2222 0,'0'0'0'0,"-6"0"0"0,-1 0 0 0,1 0 0 0,-3 7 0 0,0 7 0 0,-3 8 484 0,0 6-223 0,-2 8-102 0,3-1 447 16,0 7-407-16,5 3-199 0,4 0 0 0,2 0 0 15,0 3 0-15,10-12 0 16,7-3 0-16,5-6-76 0,1-4-28 0,4-6-367 0,2 0 264 0,-2-12 117 16,1-5 64-16,0 0-1025 15,0 0 508-15</inkml:trace>
  <inkml:trace contextRef="#ctx0" brushRef="#br0" timeOffset="-11666">13041 10265 1724 0,'-5'-7'0'0,"3"0"0"0,2 0 0 0,0 4 0 0,0 2 0 0,6 1 0 0,2 0 0 0,5 0 599 0,1 1-272 0,1 6-150 0,1 3-69 0,-2 2-36 0,2 0 1 0,-6 0 86 0,4 5-52 0,-8 0-39 0,-2 3 0 0,-3 1-88 0,-1-1 28 0,-1 2 1 0,-11 2 38 0,-4 0-87 0,-6-5 39 0,0 3 0 0,-6-4 38 0,-1 1 10 0,0-5-10 0,3-4-62 47,1-3-134-47,5-5-338 0,6-2 236 0,0 0 83 0,11-2-450 0,3-15 295 0,4-5 148 0,15-2-203 0,3-5 176 0</inkml:trace>
  <inkml:trace contextRef="#ctx0" brushRef="#br0" timeOffset="-11510.7">13218 10218 1444 0,'8'-8'0'0,"-4"0"0"0,1 0 0 0,-3 7 0 0,-1 1 0 0,-1 0 0 0,0 0 927 16,-1 9-446-16,-6 4-212 16,1 4-120-16,-1 2 269 0,3 3-189 0,0-1-215 0,2 6-14 0,2-3 0 15,0 0 0-15,0-3 0 0,8 3 0 0,6-1 0 16,2-1 0-16,5 2-300 0,4-7-81 0,3-3 209 16,3-2 105-16,1-3-846 0,0-5 413 0,3 1 222 15,-6-5 125-15</inkml:trace>
  <inkml:trace contextRef="#ctx0" brushRef="#br0" timeOffset="-11357.24">13654 10369 2110 0,'-10'0'0'0,"2"0"0"0,1 0 0 0,3 0 0 0,-3 0 0 0,2 3 0 0,-3 6 0 0,3 3 460 0,-2 2-211 0,3 4-106 16,-5 1 341-16,2 4-223 0,-2 3-103 0,1-5-92 15,-1 4-251-15,3-1 98 16,-2-5 62-16,0 1-692 0,-3 1 386 0,6-14 179 15,1 3 95-15,0-8-857 0</inkml:trace>
  <inkml:trace contextRef="#ctx0" brushRef="#br0" timeOffset="-11198.33">13769 10265 3116 0,'1'0'0'0,"2"0"0"0,1 0 0 0,0 0 0 0,0 5 0 0,1-1 0 0,0 4 0 0,2-2 0 0,0 3 0 0,-1 1 187 0,0 0-75 0,3 3-37 0,-1 0-676 0,2 1 329 0,-2-2 149 0,2 0 81 0,0-3-1020 0</inkml:trace>
  <inkml:trace contextRef="#ctx0" brushRef="#br0" timeOffset="-11025.76">14000 10236 1292 0,'0'-4'0'0,"0"1"0"0,-4-1 0 0,2 1 0 0,-1 3 0 0,3 0 0 15,-2 3 780-15,2 11-371 0,0 3-186 0,-1 7 440 0,-1 3-303 16,-1 6-169-16,-3 3-178 0,0 3-13 0,-1 6 0 16,-2 2 0-16,-3 7 0 15,-1-9 0-15,-1 2 0 0,1-2 0 0,-3-7-283 0,1-1-9 0,3-2 173 16,1-12 72-16,3-6-849 0,2-10 434 0,0-6 188 16</inkml:trace>
  <inkml:trace contextRef="#ctx0" brushRef="#br0" timeOffset="-10833.56">14109 10144 1815 0,'16'-9'0'0,"1"5"0"0,5 2 0 16,-3 2 0-16,2 2 0 0,1 14 473 0,-6 3-222 0,-2 8-107 0,-2 2-54 0,-4 8 482 16,-3 3-267-16,-1 9-126 0,-4-1-77 0,-4 5-102 15,-12 1 0-15,-4-2 0 0,-2-1 0 0,-5 3 0 31,2-14 0-31,-4-7 0 0,-1-2-144 0,1-6 74 0,-4-2 62 0,10-16-697 16,1-2 295-16,5-5 196 0,1-2 45 0,7-15-331 16</inkml:trace>
  <inkml:trace contextRef="#ctx0" brushRef="#br0" timeOffset="-10649.17">14595 10099 3103 0,'4'0'0'0,"0"0"0"0,1 0 0 0,-1 0 0 0,1 0 0 0,-2 0 0 0,2 7 0 0,1-3 0 0,-4 3-164 0,-1-1 105 0,3 6 48 0,-3 0 23 0,1 0-1129 0</inkml:trace>
  <inkml:trace contextRef="#ctx0" brushRef="#br0" timeOffset="-10526.85">14638 10485 2008 0,'-7'8'0'16,"-2"2"0"-16,4 1 0 0,-2 3 0 0,5-3 0 0,0 1 0 0,2-2 599 0,0-2-283 0,0 0-142 0,2 0 416 0,7-1-346 15,1-2-244-15,2-2-339 16,2 0 70-16,0 3 162 0,5-4 67 0</inkml:trace>
  <inkml:trace contextRef="#ctx0" brushRef="#br0" timeOffset="-9621.27">15560 10242 1192 0,'-14'9'0'0,"3"5"0"0,-1 6 0 0,4 5 0 0,3 5 0 0,2 6 0 0,1 3 356 0,2 5-160 0,0 2-69 0,0-8-49 0,2-5 101 0,7-6-71 0,5-2-35 16,0-6 0-16,7-1-2 0,-6-14-33 0,5-2 1 16,2-2-27-16,-3-2 0 0,3-9 26 0,-1-5-51 15,-5-3 20-15,-2-7 1 0,-1-1 30 0,-5 0-77 16,-1-3 38-16,-2-5 10 0,-5 8-14 0,0-4-18 16,0 1 27-16,-5 3 14 15,-5-1-39-15,-2-3 4 0,-1 7 22 0,-2 0 6 0,-1 3-54 0,-4 1 26 31,-1 4-4-31,-4-2-115 0,4 13 67 0,0-1 33 0,-1 6-13 0,2 0-175 16,-1 0 86-16,6 13 44 94,2 6 31-94,5 1-260 0,3 0 142 0,3 3 61 0,2 1-342 0</inkml:trace>
  <inkml:trace contextRef="#ctx0" brushRef="#br0" timeOffset="-9430.03">16221 10072 1525 0,'7'3'-2'0,"-4"0"1"0,1 3 0 0,-1-3 0 0,-2 6 0 0,-1 1 156 0,0-1-58 0,-3 4-30 0,-12 2 394 0,-1 1-201 0,-6 1-116 15,-3 4-53-15,-1-1 84 0,-4 2-69 0,2-3-34 16,-6 3-51-16,3-5-10 16,1 1 27-16,6-3 0 0,0-2 43 0,5-4-43 0,5-1 10 0,9-3 25 15,5-4-35-15,0 2 1 0,5 0-1 16,11-3 11-16,7 4-1 0,2-3-10 15,4 2 0-15,1-2-102 0,0 1 50 0,-1-1 22 16,4 4-420-16,-5-5 203 0,-3 5 109 0,-3-1 39 16,0 2-637-16,-4 0 329 0,1 2 157 0,-8-2-450 15,-3 2 311-15,-5-1 157 0</inkml:trace>
  <inkml:trace contextRef="#ctx0" brushRef="#br0" timeOffset="-9224.07">16003 10546 1923 0,'-29'5'-1'16,"3"-1"0"-16,1 4 0 0,9-3-1 0,6-3 1 0,5 0 0 0,2-2-1 0,3 3 1 0,0-3 336 0,9 0-155 0,9 1-72 0,5-1-37 0,3 1 242 16,2 1-139-16,5 1-60 0,-4-3-192 0,3 5 57 15,-3-4 29-15,2 3-1 0,-1-2-693 0,3 1 370 16,-5-1 173-16,-3-1-711 78</inkml:trace>
  <inkml:trace contextRef="#ctx0" brushRef="#br0" timeOffset="-9066.74">16436 10332 1360 0,'7'-10'0'0,"4"-1"0"0,1 7 0 0,3 1 0 0,1 0 0 0,2 3 391 0,2 0-177 0,2 0-79 0,-3 8 383 0,-1 5-241 31,-2 0-119-31,-2 4-61 0,-4 3 36 0,-4 2-39 0,-6 2-33 0,0 2-191 16,-8 0 83-16,-9-1 42 0,-2 4 10 0,-4-7-199 0,-5 0 116 0,-3-5 57 15,-1-2 29-15,0-4-399 16,-3-2 147-16,7-6 121 0,5-3-210 0,3 0 148 0,7-9 74 0,5-8-401 16,7-5 229-16,1-9 127 0</inkml:trace>
  <inkml:trace contextRef="#ctx0" brushRef="#br0" timeOffset="-8931.61">16602 10280 2919 0,'5'0'0'0,"-2"-3"0"0,2 3 0 0,-2 0 0 16,1 0 0-16,-2 5 0 0,0 7 0 0,-2 3 0 0,0 4 0 0,0 2 455 0,0 4-209 0,0 5-96 0,0-2 11 0,0 0-161 0,8 2 0 0,6-2 0 0,6 0 0 0,6 1 0 0,4-10 0 0,4-4-962 0,4-4 265 15,3-3 367-15,2-6 122 0</inkml:trace>
  <inkml:trace contextRef="#ctx0" brushRef="#br0" timeOffset="-8694.6">17231 10135 1016 0,'0'-12'0'15,"0"4"0"-15,0 1 0 0,0-2 0 0,0 6 0 0,-6 3 697 0,-1 0-330 0,0 0-165 0,-2 10-82 0,-7 6 347 16,2-1-220-16,-3 6-105 0,0-3-40 0,-3 5-33 0,0-3 0 0,-1 3-22 16,2-6-82-16,3-2 37 15,3-1-1-15,2-3 69 0,2-3-33 0,1 2 9 16,6-5-9-16,2-1-35 0,0 0 35 0,10-2 0 15,9-2 0-15,2 1-44 0,1-1 15 0,6 0-10 16,0 0-413-16,0 0 200 0,2 0 108 0,-1 0-749 16,-2 0 414-16,-2 0 203 0,-2 0 100 0</inkml:trace>
  <inkml:trace contextRef="#ctx0" brushRef="#br0" timeOffset="-8530.36">17010 10493 1375 0,'-20'2'0'0,"3"5"0"16,1-2 0-16,10 2 0 0,4 1 343 0,2 4-154 0,2-4-75 0,12 1-39 0,9 1 684 0,4-2-366 0,4 0-178 0,6-3 42 0,1-2-110 0,4-1-83 0,-2-2-64 0,-1 0-489 0,-1 0 211 0,2-2 158 0,-1-7-814 0,5-2 464 0,-10 0 232 16</inkml:trace>
  <inkml:trace contextRef="#ctx0" brushRef="#br0" timeOffset="-8332.83">17665 10176 3518 0,'0'0'0'0,"-4"0"0"0,1 0-5 0,0 0-2 0,-1 0-1 0,1 5 0 0,1 13 1 0,0 2 0 0,2 8 2 0,0 5 0 0,0 1 431 16,0 9-387-16,0-2-39 0,0 0 0 0,2-2 0 15,5-3 0-15,1-3 0 0,-3 2 0 0,0-14 0 16,1 0 0-16,-3-9 0 31,2-1 0-15,-4-7 0-16,1 0 0 0,-2-4 0 0,0-1 0 0,0-11 0 0,-5-7 0 0,-2-10 0 0</inkml:trace>
  <inkml:trace contextRef="#ctx0" brushRef="#br0" timeOffset="-8079.08">17640 10037 1448 0,'8'-25'0'0,"5"-2"0"0,-2 7 0 0,6 8 0 0,2 4 0 0,3 4 0 0,6 3 196 31,-3 1-84-31,3 4-38 0,1 5 374 0,1 6-207 0,1-1-101 0,2 3 93 0,-8 0-103 0,-3 1-46 0,-3 0-25 0,-8 2-124 16,-4 1 51-16,-4 4 34 0,-3 0-10 0,-15-2-131 16,-8 1 78-16,-4 1 40 0,-7-1 24 0,-4 2 24 15,2-9-8-15,-1 0 85 0,-2-2-48 0,5-3-61 16,3 1 0-16,-2 1 435 16,10-7-239-16,7 2-209 0,1-1 0 0,10-1 0 15,5-1 0-15,0 5 0 0,15-5 0 0,12 2 0 0,5 1 0 16,7 2 0-16,4-2 0 0,6 1 0 15,-2-3 0-15,0 1 0 16,3-1 0-16,-2-2-84 0,0 2-2 0,5 0-1175 0,-14-4 617 0</inkml:trace>
  <inkml:trace contextRef="#ctx0" brushRef="#br0" timeOffset="-7952.07">18517 10407 1611 0,'3'-6'-1'0,"-1"3"-1"0,1-1 1 0,0 3-1 0,0 1 0 0,0 0 1 0,-2 3 1225 15,-1 12-597-15,0 3-288 0,0 5-200 0,0 5-139 0,-7 2 0 0,-1 2 0 16,-1 2-74-16,1 1-192 0,-3 1 150 0,0 1-1479 16</inkml:trace>
  <inkml:trace contextRef="#ctx0" brushRef="#br0" timeOffset="-7423.36">19453 10294 1879 0,'-20'7'0'0,"1"6"0"0,1 6 0 0,2 8 0 0,4 3 0 0,1 8 0 0,7-6 0 0,4 1 0 0,0-7 0 0,8-1 0 0,10-4 0 0,5-1 0 0,2-11 0 0,4-4 191 0,3-5-77 0,-1 0-38 0,2-2 0 0,-1-10-130 0,-7-3 41 0,-2-2 25 0,-5-7 0 0,-3 0-84 0,-8-5 54 0,2-3 30 15,-9 3-53-15,0 0-5 0,-9 0 29 0,-11 0-2 0,0 1 21 16,-4 1-28-16,-4 5 22 0,-2 3 87 15,-4 2-41-15,-2 5 8 0,-2 3-46 0,-1 3 71 16,7 6-33-16,2 0 18 0,4 0-44 0,7 12-94 16,5-2 48-16,2 2 14 0,12 0-427 0,3 1 211 15,13-4 112-15,13-2-276 0,11-5 179 0</inkml:trace>
  <inkml:trace contextRef="#ctx0" brushRef="#br0" timeOffset="-7198.55">20226 10016 803 0,'21'-5'0'0,"-2"1"0"0,-3 3 0 0,-9 1 0 0,-4 0 0 0,-3 5 573 0,0 3-267 0,-7 4-135 0,-7 0-57 0,-4 2 351 0,-4 1-213 0,-2-1-108 0,-2 3-53 0,-3-1 71 0,0 2-53 0,0-3-41 16,2 2-79-16,1-5 24 16,1 4 0-16,3-3-14 0,-1-1 8 0,7 0 31 15,5-4-1-15,6 1 25 0,4-2-25 0,1 0 0 16,1 2 9-16,18-3 21 0,6-4-29 0,5-1-33 31,4-1 26-31,3 0-132 0,2 0 65 0,-4 0 27 0,-1 0-521 0,-1 0 262 0,-2 0 115 0,-2 0-692 16,3 0 394-16,-11 0 212 0</inkml:trace>
  <inkml:trace contextRef="#ctx0" brushRef="#br0" timeOffset="-7034.94">20072 10447 889 0,'-31'4'0'0,"7"0"0"0,6 1 0 0,5 2 0 0,4-2 538 0,4-1-251 0,2 0-115 0,3-1-72 0,3 1 217 0,16 2-139 0,1-4-71 0,5 3-35 0,6 0 10 16,-1-3-45-16,3 2 0 0,-1-2 83 0,1-1-42 15,-2 2 1-15,4-1-712 0,-6-2 330 0,-2 3 171 16,-2-3 84-16,-1 0-828 16</inkml:trace>
  <inkml:trace contextRef="#ctx0" brushRef="#br0" timeOffset="-6867.06">20570 10232 1678 0,'0'0'0'0,"0"-3"0"0,0 3 0 0,0-3 0 0,0 2 0 0,2 1 199 16,4 0-86-16,4 0-38 0,4 1 450 0,1 7-244 0,2-1-123 0,2 3-372 16,3 0 120-16,-2 2 65 15,1-2 33-15,0 1-698 0,-1 1 365 0,1-3 191 16,-2 0 83-16</inkml:trace>
  <inkml:trace contextRef="#ctx0" brushRef="#br0" timeOffset="-6684.89">20893 10065 492 0,'9'-13'0'0,"-1"1"0"0,-1 6 0 0,0 5 0 0,4 1 0 0,-5 3 483 15,-1 21-223-15,-2 3-112 16,-3 14 171-16,0 7-142 0,-4 5-61 0,-8 1 290 0,-4 3-186 0,-5 4-91 0,-1 3-47 0,-3 2 63 15,-2 6-45-15,3-14-36 32,1-4-1-32,2-5-343 0,4-6 158 0,5-2 79 0,0 1-584 0,6-15 327 0,6-6 168 0,0-9 5 15,0-12-373-15</inkml:trace>
  <inkml:trace contextRef="#ctx0" brushRef="#br0" timeOffset="-6451.1">21531 10062 1236 0,'24'-26'0'0,"-10"13"0"0,-6 6 0 0,-6 7 0 0,-2 0 0 0,-2 0 407 0,-15 0-177 0,-8 12-101 16,-4 3-46-16,-6 2 343 93,-2-1-195-93,-2 4-98 0,-6 6 61 0,6-8-84 0,-2 6-37 0,-1 0 0 0,8-1-80 0,-2 2 8 0,14-5 35 0,10-3-27 0,8-1 27 0,4-4 1 0,9-2-1 0,15 1 12 0,9-8-12 0,5-3 0 0,1 0 1 0,7 0-6 0,-4 0 5 0,3-3 10 0,-9-2-34 0,-1-2-260 0,-6 3 122 0,-2-2 70 16,-6 3-668-16,0 0 335 0,-11 3 178 0,-8 0-581 16,-2 0 378-16</inkml:trace>
  <inkml:trace contextRef="#ctx0" brushRef="#br0" timeOffset="-6250.56">21231 10446 1791 0,'-12'0'0'0,"-4"0"0"0,9 0 0 0,0 0 0 0,4 0 0 0,1 1 0 0,2 4 0 0,0 2 637 15,7-1-305-15,9 5-148 0,3-4-74 0,5 5 100 16,2-2-87-16,6 2-34 0,-3-5-144 0,4 3 46 16,0-7 23-16,0 3 0 78,1-3-597-78,4-2 319 0,-5-1 145 0,0 0-770 0,1 0 385 0</inkml:trace>
  <inkml:trace contextRef="#ctx0" brushRef="#br0" timeOffset="-6116.87">21926 10178 1112 0,'0'-9'0'0,"0"-1"0"0,0 3 0 0,0 2 0 0,0 1 0 0,-3 4 828 15,-2 1-396-15,-1 19-198 0,1 6-98 0,1 9 698 0,-4 5-479 0,5 6-355 0,-2 3 0 0,2 2 0 0,0-2 0 0,0 1 0 16,3 3 0-16,0-13 0 16,0-3 0-16,0-6 0 0,3-4 0 0,0-7-49 15,0-1 43-15,-1-9-928 0,-1-10 474 0,-1 0 237 16,0 0-39-16,0-17-534 0,0-7 372 0</inkml:trace>
  <inkml:trace contextRef="#ctx0" brushRef="#br0" timeOffset="-5839.21">21900 10095 1938 0,'6'-13'0'0,"2"0"0"0,1 6 0 0,6-1 0 0,-1 6 0 0,5 2 0 0,1 0 269 0,4 2-117 0,3 8-58 15,4 1 160-15,-3 3-114 0,0 3-52 0,-2-1 54 16,-1 2-52-16,-4 0-28 0,-1 2 10 0,-9-1-200 15,-8 2 81-15,-3 1 42 0,0-1 0 0,-12 3-149 16,-10 0 91-16,-8-3 49 0,-4 1 19 0,-2-2-11 16,-2-3 1-16,-4 4-34 0,7-7 190 0,1-1-112 15,4-1-22-15,3-1 449 0,5-1-221 0,-1 1-81 16,9-2-155-16,9-3-9 16,5 3 0-16,0-1 0 0,16 1 0 0,4 3 0 0,9-4 0 0,9-1 0 15,-1 2 0-15,2-2 0 16,1 0 0-16,6 1 0 0,-7-1 0 0,0-4-117 15,1 1 25-15,-2-4-484 16,-2 3 275-16,6-3 99 0,-11 0 87 0,-2 0-748 0</inkml:trace>
  <inkml:trace contextRef="#ctx0" brushRef="#br0" timeOffset="-5431.8">22584 9981 1480 0,'9'-21'0'0,"8"0"0"0,-2 6 0 0,5 4 0 0,3 4 0 0,2 1 0 0,-3 3 0 0,7 1 0 0,-4 2 379 0,0 0-172 0,-3 8-85 0,0 1 36 16,-2 3-61-16,-4 0-22 0,-7 3-8 0,-6 2 4 15,-3 3-35-15,-2 2 0 0,-11 2 9 0,-6-2 109 16,-1 0-59-16,-2-1-30 0,3 2 217 16,-1-2-122-16,2 3-54 0,4-5-39 15,3 1 162-15,2-4-229 0,5 2 0 0,2 0 0 16,2 4 0-16,0-5 0 15,0 0 0-15,11 1 0 0,1 2 0 0,3 0 0 16,2 6 0-16,-1-4 0 0,0 5 0 0,-1 2 0 0,0 2 0 0,-4 1 0 16,2 8 0-16,-3-5 0 15,-2 1 0-15,1-2 0 0,-1 3 0 0,-1-4 0 32,1 7 0-32,-3-10 0 0,-3-4 0 0,0-1 0 0,1-3 0 0,-3-2 0 15,0-1 0-15,0-6 0 78,-5-2 0-78,-7 1 0 0,-3-2 0 0,-2 2 0 0,-2 0 0 0,1 0-21 0,-1-1-25 0,4 0 1 0,3 0-11 0</inkml:trace>
  <inkml:trace contextRef="#ctx0" brushRef="#br0" timeOffset="-5345.04">23171 11252 1253 0,'-4'0'0'0,"-2"0"0"0,5-2 0 0,1 0 0 0,-1-3 0 0,-1 0 0 0,-3-2 0 0</inkml:trace>
  <inkml:trace contextRef="#ctx0" brushRef="#br0" timeOffset="-3530.37">1619 9639 1236 0,'-12'3'0'0,"3"-1"0"0,-3 0 0 0,7 0 0 0,-3-1-1 0,6-1 222 0,0 2-92 0,2-2-46 0,0 0 237 0,0 2-141 0,7 1-60 0,3-2-45 0,4 2 130 0,0 0-83 0,3-1-41 16,-1 1 0-16,4 1 231 0,1-2-142 0,0 0-66 16,2 3 201-16,-1-3-134 0,3 2-141 0,6-1-29 15,-8 0 0-15,2-2 0 0,2 4 0 0,2-3 0 16,1 1 0-16,4 0 0 0,-3-2 0 0,1-1 0 15,4 0 0-15,-1 0 0 0,1 0 0 0,5 0 0 16,-8 0 0-16,3 0 0 0,1 0 0 0,-1 0 0 16,0 0 0-16,5 0 0 0,-6-1 0 0,0-2 0 15,3 3 0-15,-1-3 0 16,3 1 0-16,7 0 0 0,-7-2 0 0,5-2 0 16,-3 1 0-16,2-1 0 0,0-1 0 0,9 1 0 15,-11 2 0-15,2-4 0 16,-1 5 0-16,2-1 0 0,1-1 0 0,6 5 0 0,-9-3 0 0,1 1 0 15,-3 2 0-15,3 0 0 0,7 0 0 0,-10 0 0 47,2 0 0-47,1 0 0 0,-1 0 0 0,4 0 0 0,8 0 0 0,-6 0 0 0,-3 0 0 0,3 0 0 16,-3-1 0-16,5 1 0 0,6 0 0 0,-12-1 0 0,4 1 0 0,0 0 0 16,2-4 0-16,0 3 0 0,10 0 0 0,-13-1 0 15,3 0 0-15,3-2 0 0,-3 1 0 0,1-2 0 16,12 0 0-16,-14 1 0 0,4 1 0 0,0-2 0 15,2 2 0-15,-2-1 0 0,9-1 0 0,-12 2 0 16,0 1 0-16,-1 0 0 0,-2-1 0 0,3 1 0 16,8 1 0-16,-13 0 0 0,3-2 0 0,-3 3 0 31,3-3 0-31,-3 1 0 0,10 0 0 0,-12-2 0 0,-1 1 0 0,1 0 0 16,0 0 0-16,3-1 0 0,4-1 0 0,-7 2 0 15,-1-2 0-15,-2 1 0 0,1 1 0 0,-3 1 0 16,8-1 0-16,-11 0 0 0,-3 2 0 0,2-1 0 31,1 2 0-31,-1 0 0 0,6 0 0 0,-9 0 0 0,0 0 0 0,1 0 0 16,-1 0 0-16,-2 0 0 0,3 0 0 0,-7 0 0 15,0 0 0-15,-3 0 0 16,-3 0 0-16,3 0 0 0,-6 0 0 0,-2 0 0 0,-5 0 0 0,1 0 0 16,-3 0 0-16,1 0 0 0,-7 0 0 0,0 0 0 15,0 0 0-15,-2 0 0 0,0 0 0 0,0 2 0 16,0-2 0-16,0 0 0 0,0 0 0 0,0 0 0 15,-2 0 0-15,-1 0 0 16,0 1 0-16,-3 2 0 0,2-3 0 0,0 3-104 0,1-2-245 0,-4 0 146 16,4-1-694-16,0 2 430 0,1-2 215 0,0 0 107 47</inkml:trace>
  <inkml:trace contextRef="#ctx0" brushRef="#br0" timeOffset="-3307.73">6530 9203 1627 0,'0'0'0'0,"0"0"0"0,0 0 0 0,2 0 0 0,5-3 0 0,3 1 0 0,6 2 0 0,5 0 362 16,6 0-167-16,7 0-79 15,9 5-39-15,3 6 295 0,5 0-167 0,4 2-75 16,-4 3 106-16,-1 1-100 109,-8 1-49-109,-1 3-25 0,1 1 15 0,-16-1-9 0,-6 1-30 0,-10 2-1 0,-7 5 0 0,-3 0-1 0,-8 10-3 0,-18-8-33 0,-6 3 0 0,-10 3 0 0,-3-1 0 0,-3-1 0 0,-10 7 0 0,7-13 0 0,-4 3 0 0,-1-3-35 0,0 5-48 0,-3-7 55 0,-7 10-1029 0,9-9 515 0</inkml:trace>
  <inkml:trace contextRef="#ctx0" brushRef="#br0" timeOffset="-2196.67">2562 5337 701 0,'-5'3'0'0,"1"3"0"0,0-1 0 0,3 3 0 0,-1-1 0 0,0 2 377 16,2 3-161-16,0 0-94 0,0 2-42 0,0-1 72 16,0 5-58-16,5-1-28 0,1 4 9 0,-1 0 64 15,5 1-51-15,-3 3-25 16,0-1 38-16,0 5-31 0,1 4 8 0,-2-1 2 16,2 2 0-16,-3 2-43 0,1-1 0 0,1 3 38 15,-2 8 8-15,-1-8-46 31,0 3 0-31,1 2 28 0,-2 0 1 0,-2 3-29 0,1 8 9 0,1-9 3 0,-1 1-12 0,-1 2 0 0,1 0 34 0,-1 0-35 16,4 8 10-16,-4-10 25 0,1 0-35 0,0 1 1 31,0 0 0-31,1 1-30 0,-2 8 10 0,2-9 20 0,1 2-1 0,-2 1-51 16,-1 3 23-16,1 10 10 0,-1-11 7 0,0 2-18 16,1 2 14-16,-2 0 8 0,0 2-56 0,0 9 30 15,0-10-20-15,0 2 80 0,0 0-50 0,0 1 5 16,0 3-6-16,0 8 47 0,0-12-40 0,0 2-1 15,0 4 3-15,0 0-35 16,0 4 28-16,0 9-14 0,0-13 0 0,0 2 0 0,0 4 0 0,0 1 0 16,0 4 0-16,-3 13-6 0,0-17-18 0,-4 3-7 15,4 0 1-15,-3 4 36 0,2 1-17 0,-3 17 73 16,-1-20-30-16,2 6-30 16,-3 0-2-16,2 3 0 0,-3-2 0 0,1 15 0 15,3-17 0-15,-3 0 0 0,1 2 0 0,1-1 0 141,0 6 0-141,2 10 0 0,-3-16 0 0,3 1 0 0,1 3 0 0,-2-1 0 0,1 0 0 0,0 11 0 0,2-17 0 0,-1 3 0 0,-2 1 0 0,3-2 0 0,0 0 0 0,0 11-18 0,2-16-21 0,-1 2 58 0,2-1-1 0,0-1-32 0,0-2 30 0,0 8-2 0,0-13-22 0,0 2 13 0,0-1-11 0,2-6 6 0,-1 0-5 0,2 3-27 0,0-19 0 0,-2 1 33 0,3 0-4 0,-3-6-61 0,3 8 26 0,-1-14-2 31,-1-4 31-31,-1-1-109 0,0-3 50 0,0-5 16 0,-1-1-190 0,0-10 102 0,0-7 52 0,0-2-160 0,0-5 105 0,0 0 53 16,0-5 18-16,0-12-594 0</inkml:trace>
  <inkml:trace contextRef="#ctx0" brushRef="#br0" timeOffset="-1690.87">2716 5505 1713 0,'-16'4'0'0,"3"0"0"0,-2 4 0 15,-2 3-1-15,-2 7-3 0,1 3 1 0,-3 3-3 0,-1 9 1 0,-5 5 1 0,0 3 131 0,-1 4-36 0,3-6-9 0,6 1-121 0,1-5 39 0,6-6 0 0,1-3 39 0,4 0-341 0,5-12 163 0,2-7 85 47,0-5 43-47,3-2-293 0</inkml:trace>
  <inkml:trace contextRef="#ctx0" brushRef="#br0" timeOffset="-1562.47">2597 5419 1978 0,'0'-5'0'0,"0"4"0"0,0-1 0 0,2 2 0 0,12 0 0 0,6 0 0 0,8 9 0 0,11 4 0 0,13 4 599 0,10 0-280 0,10 4-140 16,13 4-60-16,1 0-352 0,7 3 136 0,2 1 67 0,2 3 35 15,0 2-1069-15</inkml:trace>
  <inkml:trace contextRef="#ctx0" brushRef="#br0" timeOffset="-185.82">2670 6727 808 0,'0'-3'-2'0,"0"2"1"0,0-1 0 0,2 1 0 0,-1-1 0 0,0 0 0 0,1 1 0 0,-1 1 85 0,1-2 0 0,-1 2-45 0,6 0 178 0,-4 0-88 15,3 0-35-15,-2 0 86 0,4 0-70 0,-1 0-35 16,4 0 0-16,-2 0 34 0,4 0-24 0,-1 0-11 15,0 0-34-15,4 0 36 0,2 0-36 0,1 0 0 16,2 0 10-16,-3 0 1 0,4 0-12 0,1 0 1 16,0 0 18-16,4 0-18 0,0 0 10 0,-1-2-45 15,-1 1 35-15,3-3-1 16,-1 0 1-16,0-2-58 0,6 2 36 0,-8-3-20 16,2 1 38-16,-2 4-66 0,0-4 30 0,0 5-1 31,4-2 24-31,-6 1-28 0,-2 2 26 0,3 0-12 0,-2 0 33 0,1 0-31 15,2 0 11-15,-4 0 43 0,2 0-46 0,0 0 1 0,-1 0-1 0,2 0 47 16,7 0-38-16,-7 0 3 16,2 0-7-16,1 0-33 0,0 0 33 0,6 0 12 0,-6 0-10 0,0 0-50 15,-3 0 1-15,3 0 41 16,0 0-48-16,3 2 47 0,-4-2 1 16,-2 1-42-16,1 1 0 0,1-2 27 0,-2 0 8 0,6 0-29 15,-5 0 25-15,-1 0-9 0,1 0 7 0,3 0 28 16,-4 0-29-16,8 0 1 0,-8-2 16 0,-1 1-14 15,2-1-1 1,-2 0 4-16,-1 1-31 0,2 1 29 0,-4 0-3 0,-1 0-8 0,-1 0 7 0,1 0 2 16,-2 0 0-16,5 0-32 15,-5 0 30-15,1 0-5 0,1 0 4 0,-2 0-15 16,0 0 14-16,4 0-4 0,-4 0-4 0,-4 0 5 16,2 0 1-16,0 0 0 0,1 0-34 0,-3 0 33 15,-1 0 0-15,0 0-36 0,-3 0 35 0,1 0-2 16,-2 0 1-16,3 0 1 0,-5 0-2 0,2 0-3 15,0 0 3-15,-5 0-5 0,4 0 5 0,3 0-5 16,-7 0 6-16,2 0-3 16,0 0 1-16,1 0-1 0,-2 0-39 0,3 0 37 15,-1 0 2-15,-2 0 0 0,0 0-1 0,1 0 0 32,0 0-2-32,1 0-46 0,-3 0 43 0,-2-1 2 0,1 1-4 0,-1-3-32 15,2 3-8-15,0-1 40 0,-3 1-65 0,0-2 30 0,0 0-9 0,0 1 38 16,0-1-163-16,0 1 80 0,0-1 26 0,0 0-123 15,0 1 80-15,0-2 40 16,0 2-10-16,2-1 13 0,-1 2 0 0,1 0 38 16,3 0-1-16,-1 0 43 0,2 0-52 0,-1 0 10 15,0 0 79-15,3 0-40 16,-2 0 0-16,0 0 127 16,3 0-88-16,-2 0-33 0,1 0 4 0,0 2 261 0,-1-1-121 0,5-1-73 0,-2 0-2 0,0 0 188 15,0 0-105-15,1 0-59 31,1 0-31-31,0 0 26 0,2 0-19 0,1-1-9 0,-4-1-45 0,2-1 17 0,0-3 1 0,-1 3-1 16,1-2-138-16,0 1 64 0,-5 1 38 0,4 0-117 0,-5-1 67 16,2 3 41-1,-2-1-7-15,0 1-67 0,-1 1 27 0,-2 0 27 0,-1 0-15 0,0 0 29 16,1 0-16-16,2 0 16 0,-5 0-19 0,2 0 16 109,0 0 0-109,0 1-1 0,2 1-102 0,-1-2 55 0,0 1 0 0,1-1-76 0,0 2 54 0,1-2 28 0,-1 0-20 0,1 0 19 0,0 0 24 0,1 0-33 0,1 0 29 0,0 0-247 0,-2 0 128 0,4 0 60 0,-3 0-139 0,2 0 99 0</inkml:trace>
  <inkml:trace contextRef="#ctx0" brushRef="#br0" timeOffset="257.22">5366 6641 0 0,'0'0'0'0,"0"0"0"0,0 0 0 0,0 0 0 0,0 0 0 0,0 0 0 0,0 0 0 0,0 0 0 0,0 0 0 0</inkml:trace>
  <inkml:trace contextRef="#ctx0" brushRef="#br0" timeOffset="714.82">5203 6638 674 0,'-2'0'0'0,"-1"0"0"0,-1 0 0 0,0 0 0 0,3 0 0 0,-2 0 0 0,1-2 0 0,1 2 195 0,1-1-79 0,0 1-39 16,0-2 29-16,0 0-25 31,1 0-9-31,4 0 36 0,4-1-35 0,0 1-1 0,3 0-34 0,-2-2 43 0,3 0-10 0,-2 3-33 16,1-3-1-16,3 3-11 0,-5-1 11 0,6 1 10 16,-4 1-9-16,0 0-29 15,1 0 1-15,0 0 28 0,5 0-21 0,-3 0 21 0,-2 0-1 0,3 0-62 16,1 0 29-16,0 1-16 0,2-1 48 0,0 0-80 47,-1 0 32-47,0 0-12 0,1 0 43 0,-2 0-107 0,3-4 51 0,-5 1 15 0,-1-1-1 0,-1-1-132 0,-1-1 74 0,-3 2 24 15,1 1-209-15,-6-1 111 0,0 3 62 0,-3-3-102 16,-1 2 79-16,0 2 39 0,0 0-9 0,0 0-241 16</inkml:trace>
  <inkml:trace contextRef="#ctx0" brushRef="#br0" timeOffset="1614.83">5617 6585 552 0,'-3'0'0'0,"0"0"0"0,0 0 0 0,1-3 0 0,0 2 0 0,0-1 0 0,0 1 0 0,-1-2 173 0,2 3-58 0,-1-2-44 15,2 2 1-15,0 0 31 0,0 0-33 0,0 0 10 47,0 0 78-47,0 0-60 0,0 5-31 0,0 2 115 0,0 3-72 0,2 1-27 0,-1 3-10 0,2 2 58 0,1 1-46 0,-2 5-1 16,0 2-46-16,-1 4 51 0,3-1-9 0,-3 3-42 16,2 3-1-16,0 2 57 0,-2 1-28 0,2 5 10 15,-2-5-6-15,1-1-33 31,-1 4 1-31,1-1 29 0,-2 0-29 0,0 4 9 0,0-7-10 0,0 1 42 0,0-1-41 0,0-2 0 16,0 3-1-16,3 3 55 0,-3-7-54 0,1 1-1 31,1-3 1-31,-2 2 28 0,2 0-1 0,0 3-18 0,0-6-55 0,-1-1-1 0,0-1 46 0,0 3-62 16,1-2 31-16,0 7 9 16,-1-6 11-16,-1 0-62 0,2 0 23 0,-2-1-1 0,1 1 17 15,1 4-13-15,0-7-15 0,-2 1 35 16,2-3-18-16,1 0 24 0,-2 3-19 0,0 0 9 15,0-4 38-15,1 0 0 0,0-2-34 0,-1 3 5 16,-1-1-3-16,0 4 1 0,2-5 2 0,-2 2-40 16,0 0 38-16,0 1-1 0,0-3 2 0,0 7-38 15,0-8-2-15,0 2 35 0,0-3-4 0,0 0-26 16,0 8 23-16,1-9 4 16,-1 0-47-16,0 1 43 0,3 2-9 0,-3-3 4 0,2 7 0 0,-2-6-2 15,0-1 3-15,1-1 18 0,-1 2-18 0,0 0 1 16,2 4 1-16,-2-5-30 0,0-1 0 0,0 4 29 15,0-3 0-15,0 5-51 16,0 0 20-16,0-4-2 0,1 0-4 0,-1-4-7 16,0 3 35-16,0-3 5 0,0 4-12 0,1-5-5 15,-1 0 6-15,0-3 29 0,0 4 1 0,1-3-31 16,-1 5-2-16,0-7 60 0,2 2-25 0,-2 0 10 16,0-1-35-16,2 0 51 0,-2 5-46 0,0-6 9 46,1 2-19-46,-1 0 22 0,0 1-8 0,0 2-59 0,0 2 27 0,0-4 0 0,0 2 30 0,0-2-6 0,0-1 4 0,0 1-12 16,0 0 10-16,0 0-54 0,0-2 23 0,0-2-8 16,0 1 31-16,0 2 31 0,0 2-2 0,0-3-32 15,2 0 39-15,-2 0 1 0,0 0-34 0,0 0 29 16,0 3-28-16,2-3 8 0,-2 0-4 0,0-1-43 16,3-1 42-16,-3 3 15 0,0-3-12 0,2-2-73 15,-2 0 34-15,0 0-4 0,1 1 38 0,-1 0-49 16,0-1 43-16,2-2-12 0,-2 2 46 0,0-2-5 15,0 1-31-15,0 2 31 0,2-3-31 0,-2-1-1 16,0-1 1-16,2 3 7 16,-2-2-4-16,1 3 7 0,-1-4-5 0,0-1-23 15,0 4-1-15,0-2 29 0,0 1-3 0,0 0-79 16,0-1 39-16,0 1-11 0,0-4-19 0,0 2 23 16,0-2 0-16,0-1 11 0,0-1-254 0,0 0 132 15,0 0 66-15,0 0 34 0</inkml:trace>
  <inkml:trace contextRef="#ctx0" brushRef="#br0" timeOffset="2493.41">5573 9841 918 0,'-5'0'0'0,"2"0"0"0,0 1 0 0,-1-1 0 0,1 4 0 0,1-4 0 0,-1 1 322 0,1 1-147 0,2 1-69 16,-2 1-35-16,2 1 185 0,0 2-109 0,0 1-46 16,0 5 90-16,2 4-77 0,3 1-39 0,3 5 1 15,-2 5 6-15,0 4-36 0,2 1-10 0,-3 5-33 16,-2 1-1-16,-1 3 35 15,-1 1 0-15,1 5-193 0,-2-8 93 0,0 0 49 0,0-1 26 16,0-8-305-16,-3-3 152 0,-2-2 34 16,3-15-219-16,-4-4 130 0,3-7 80 0,0 0-192 31,-1-7 135-31,1-11 60 0,2-11 42 0,-1 0-94 0,1-8 65 0,-2-5 31 0,2 2 0 0,-3-8-72 16,1 4 56-16,2 3 24 0,0 0 21 0,-2 2 116 31,3 1-75-31,0-3-9 0,0 10 340 0,0 1-184 0,0 3-93 0,4 6 526 15,5 4-287-15,2-3-99 0,6 8-88 0,3 3 159 32,-2 4-114-17,5 2-58-15,0 3-29 0,6 0 173 0,-8 0-106 0,1 11-47 0,0 3-24 0,-6 5 0 0,0 3-25 0,-4 4 10 16,-6 1-9-16,-4 2-247 16,-2 1 123-16,0 1-90 0,-13 1 106 0,-1 0 64 15,-2-5-30-15,-3-2 198 0,-4-4-72 0,0-3-43 0,-2 1-90 0,5-11 240 16,0-2-105-16,1-3-44 15,4-3 0-15,2 0 345 0,3 0-169 0,5 0-97 0,2 0-34 0,3-4-92 16,0-2 0-16,6 3 0 0,6 1 0 0,6 2 0 16,6 0 0-16,2 0 0 0,3 11 0 0,3 4 0 15,5 3 0-15,-2 0 0 16,3 2 0-16,0 4 0 0,1 0 0 0,-1 1 0 0,2 1 0 0,-8-6 0 16,-3-2-520-16,-3-1 112 15,-2-6 186-15,-7-4 93 0,0-2-787 0</inkml:trace>
  <inkml:trace contextRef="#ctx0" brushRef="#br0" timeOffset="3003.59">1932 6629 1194 0,'-8'7'0'0,"2"6"0"0,2 3 0 0,-1 5 0 0,3 4 0 0,2 4 81 0,0 6-44 0,-2 7-1 0,2 0 452 0,-2 10-217 0,2-7-122 0,0-4-56 0,0 1-28 0,0-3-1 0,0-4-27 0,2 1 9 0,0-11-500 0,-2-6 245 0,2-8 123 0,-1-4-515 0,1-7 298 16,0 0 147-16</inkml:trace>
  <inkml:trace contextRef="#ctx0" brushRef="#br0" timeOffset="3268.25">1899 6609 935 0,'8'-21'0'0,"4"8"0"0,4-1 0 0,3 5 0 0,5 1 1 0,2 1 264 0,6 4-103 0,-7 3-67 15,0 0-28-15,0 15 242 0,-6 0-135 0,-5 6-70 16,0 3-24-16,-9 3-39 0,-3 0-4 0,-2 2 0 15,-4 0-50-15,-7 1 26 0,-6 1 8 0,-1-6 163 16,-5-3-74-16,-3 1-37 16,1-7 1-16,2-3 196 0,-2 1-108 0,6-7-67 15,6-3-29-15,0-3 117 0,8-1-72 0,-3 4-29 32,8-4-8-32,0 0 45 0,8 0-119 0,10 3 0 0,4 0 0 0,5 2 0 15,6 1 0-15,4 0 0 0,1 1 0 0,2 5 0 16,4-1 0-16,2 2-148 0,-7-2-204 0,1 4 189 15,-1-3 40-15,-3 2-553 0</inkml:trace>
  <inkml:trace contextRef="#ctx0" brushRef="#br0" timeOffset="3845.38">1814 10028 1136 0,'0'-2'0'0,"-4"-1"0"0,-2 3 0 0,0 0 0 0,3 17 0 0,-1 7 105 0,1 8-33 0,-3 12 10 0,5 2 366 16,1 3-205-16,0 1-102 0,1-3-51 0,12-5 223 78,6-2-128-78,1-14-80 0,6-9-34 0,1-7 74 0,1-8-55 0,2-2-26 0,5-9-61 0,-8-14 34 0,0-7 0 0,-3-5-131 0,-7-4 65 0,-4 0 33 0,-4-2 9 0,-9 5-41 0,0 2 32 0,-11 3 1 0,-9 2 31 0,-1-1-142 16,-6 9 59-16,-6 5-6 0,-3 4 29 0,1 4-12 15,-3 5 31-15,-2-2-29 16,11 5-33-16,0 5 23 0,7 7 1 0,5 7-404 0,12-1 206 0,5 6 88 16,0-2 63-16</inkml:trace>
  <inkml:trace contextRef="#ctx0" brushRef="#br0" timeOffset="4465.83">8355 9478 883 0,'-8'-9'0'0,"3"3"0"0,-1 0 0 0,6 1 0 0,0-2 0 0,2 2 383 0,9 2-173 0,7-1-77 16,4 2-53-16,5 0 220 0,2 1-123 0,0 1-74 16,-1 0 9-16,-2 1-38 0,-3 10 1 0,1 2-3 15,-6 3-35-15,-10 4 0 0,-4 6 0 0,-4 1 34 16,0 5 1-16,-16 2-26 15,-9-3-9-15,-4 5 137 0,-8 0-68 0,-4-4-35 16,-5 0 0-16,0 1 35 0,6-9-39 0,2-7 0 16,3-2-150-16,7-6 61 0,6-8 29 0,5 1-160 15,14-2 91-15,3-8 49 0,7-11 25 0,19-3-739 16,9-5 356-16,11-4 122 0,3 1 113 0</inkml:trace>
  <inkml:trace contextRef="#ctx0" brushRef="#br0" timeOffset="4615.14">8774 9414 2206 0,'-8'-5'0'0,"-4"0"0"15,2 3 0-15,-1 2 0 0,-2 0 0 0,1 7 0 0,-3 10 0 0,3 4 0 0,-4 6 866 0,7 5-419 0,2 1-206 0,3 3-70 0,4 4-171 16,1-2 0-16,17 8 0 0,9-12 0 0,12-1 0 16,5-6 0-16,14-6 0 0,6-7-94 0,9-1 30 15,-3-12 46-15</inkml:trace>
  <inkml:trace contextRef="#ctx0" brushRef="#br0" timeOffset="5157.49">2415 4495 1853 0,'-13'-7'4'0,"3"5"0"0,3-1 0 0,7 3 0 0,0 0 0 0,0 5-1 0,2 3 1 0,10 3-2 0,-2 0 127 15,3 0-47-15,2 1 79 0,-3-1-60 0,1 0-30 0,2 3-2 0,-4-1-173 16,1 1 65-16,-2 1 39 0,0 3 0 0,-1-3-461 15,2 1 242-15,-2 4 127 16,1-3-587-16</inkml:trace>
  <inkml:trace contextRef="#ctx0" brushRef="#br0" timeOffset="5397.32">2916 4374 2211 0,'-1'0'0'0,"-5"2"0"0,3 1 0 0,-1 2 0 0,-4 4 0 0,1 3 0 0,1 4 0 0,-9 8 0 0,1 8 0 0,-7 7 459 16,-3 8-201-16,1 3-115 0,-5 8-52 15,1 0 92-15,-2 1-73 0,3-2-36 0,-4 6-75 0,7-12 5 16,1-7 10-16,0-3-162 0,5-6 92 0,3-5 48 16,0 2 9-16,6-18-51 15,5 1 44-15,2-8 0 0,1 0 45 0,0-4-405 0,0-1 178 0,0-2 40 16,0 0-303-16,0 0 207 15,1 0 102-15,2-2-446 0,9-1 265 0</inkml:trace>
  <inkml:trace contextRef="#ctx0" brushRef="#br0" timeOffset="5572.73">3284 4991 2918 0,'-3'-5'0'0,"-3"-2"0"0,2 5-4 0,-2-1 0 0,-2 0 1 0,1 3 0 0,-1 0 0 0,1 0 296 0,0 0-128 15,2 0-65-15,0 0-1043 0,3 0 464 0</inkml:trace>
  <inkml:trace contextRef="#ctx0" brushRef="#br0" timeOffset="35615.75">2726 6815 1012 0,'0'0'0'0,"-1"0"0"0,-2 0 0 0,1 0 0 0,1 0 0 0,-2 0 0 0,2 0 0 0,-1 0 135 16,0 0-46-16,2 0 1 0,-2 0-36 0,2 0 56 15,-1 0-33-15,1 0-1 0,0 0 19 0,0 0 0 16,0 0-40-16,0-2 53 0,0 1-31 0,0-1-1 31,0 1-33-31,0 1 31 0,0-2-20 0,0 0-10 0,1 2-1 0,1-2 24 0,0 1-23 0,1 1-1 16,3-2 12-16,-2 1-41 31,-1 1 0-31,1-1 30 0,1 1-49 0,1-3 0 0,-1 3 60 0,-1-2-55 0,3 2-9 0,-2-1 43 16,-1 1 1-16,2 0-19 0,1-2 15 0,-1 2-3 15,-2 0-11-15,4 0 5 16,-4-2 1-16,3 2 2 0,-1 0 3 0,2-2 12 0,-2 2-10 0,3 0-3 16,-3 0-46-16,1 0 45 0,2 0 7 0,-1 0-62 15,-1-2-3-15,0 2 53 0,1 0-7 0,3 0-28 16,-3 0-10-16,1 0 38 0,-2 0-9 0,3 0-19 15,-4 0 16-15,5 0 9 16,-3 0-16-16,0 0 26 16,1 0-20-16,-2 0 4 0,3 2 29 0,-2-2 2 0,1 2-30 0,-3 0 12 15,2-2-8-15,1 2-1 0,0-1 5 0,2 1 23 16,-4 1-24-16,2-2-2 62,-2 2 5-62,3-2 13 16,-3 3-15-16,4-2 3 0,-3 1-3 0,0 0-23 0,-1 2 21 0,0-2 1 0,3 2 27 0,-2-1 4 0,1 0-29 0,-2 0-28 0,2 1 28 0,1-1-1 0,-2-1 2 0,3 2-7 0,-2-3 4 0,0 2 1 0,0 1 0 0,0-3-29 16,0 3 26-16,2-2 6 0,-2 3-5 0,0-2-8 47,-1 0 5-47,4-1 3 0,-5 2 2 0,5 1 0 0,-3-3-5 0,0-1 7 0,0 4-5 0,2-3 1 0,-4 1 1 0,5 0 33 0,-2-3-33 0,0 4 0 31,-1-3 2-31,2 0 35 0,-2 1-34 0,2 1 3 15,0-1-1-15,-2-1-4 0,-1 1 3 0,3 0-17 0,-3 0 0 0,3 3 0 16,-1-4 0-16,-1 1 0 0,0 2 0 0,0-3 0 16,2 3 0-16,-1-3 0 0,-1 0 0 0,1 1 0 47,3-1 0-47,-5 1 0 0,7 0 0 0,-5-1 0 0,2 2 0 0,-2-3 0 0,1 2 0 0,2-1 0 0,0 0 0 0,-2 2 0 0,1-2 0 0,-2 2 0 31,1-2 0-31,-1-1 0 0,3 3 0 0,0-3 0 0,-4 1 0 0,4-1 0 0,-5 2 0 0,5-3 0 15,-2 4 0-15,-1-3 0 16,-1 1 0-16,1 1 0 0,-2 0 0 0,1-1 0 16,0 4 0-16,1-3 0 15,-3 0 0-15,2 1 0 0,-3 1 0 0,3-2 0 0,1 1 0 0,-2 1 0 16,0-2 0-16,1 0 0 16,0 1 0-16,-2 0 0 0,4-1 0 0,-4 1 0 15,4-2 0-15,-3 2 0 0,0-1 0 0,0-1 0 0,2 3 0 0,-1-3 0 16,-2 3 0-16,2-3 0 15,-1 1 0-15,-2 3 0 0,4-2 0 0,-4 0 0 16,4 2 0-16,-5-2 0 0,2-1 0 0,0 1 0 16,3 2 0-16,-3-1 0 0,-1-1 0 0,0 0 0 15,1 0 0-15,2 0 0 0,-2 1 0 0,2 0 0 16,-4-1 0-16,5 2 0 0,-3-3 0 0,1 2 0 16,1 1 0-16,-1-2 0 31,1 3 0-31,-2-2 0 0,3 1 0 0,-2 1 0 0,0-1 0 0,-1 0 0 0,1-1 0 0,1 2 0 15,-2 1 0-15,5 0 0 0,-7-5 0 0,3 5 0 0,0-1 0 0,1-1 0 32,0 0 0-32,0 2 0 0,0-4 0 0,-2 3 0 0,2-2 0 0,-2 2 0 15,5 0 0-15,-4 2 0 0,0-2 0 0,2-1 0 94,-3 2 0-94,4-1 0 0,-4 1 0 0,6 1 0 0,-6-1 0 0,2-2 0 0,-1 1 0 0,1 0 0 16,-3 0 0-16,8 1 0 0,-7-1 0 0,0-1 0 0,2 1 0 0,-2-1 0 0,2 0 0 0,-1 3 0 0,0-1 0 0,-1-3 0 0,0 2 0 0,0 2 0 0,-1-4 0 0,3 4 0 15,-1-2 0-15,-2 1 0 0,0-1 0 0,1-1 0 0,1 2 0 0,1 1 0 16,-3-2 0-16,2-2 0 0,0 2 0 0,-1 1 0 0,2-2 0 0,-2-1 0 16,3 3 0-16,-4-3 0 15,1 2 0-15,0-3 0 16,3 4 0-16,-4-2 0 0,2 1 0 0,-3-3 0 0,3 3 0 0,-3-2 0 15,2 3 0-15,-2-3 0 16,2 2 0 0,-2-1 0-16,0 0 0 0,1 0 0 0,-1 2 0 0,0-4 0 0,-2 4 0 0,4-3 0 15,-3 1 0-15,0-1 0 0,2 1 0 0,-1-1 0 0,-2-1 0 0,3 0 0 16,-1 0-3-16,1 3 6 16,-3-2-3-16,2 0-3 0,0-2-9 0,2 1 27 0,-3 1-15 0,0-2 0 15,1 2 0-15,1-1 0 0,-2 3 0 0,1-5 0 16,0 4 0-16,1-2 0 0,-1 2 0 0,0-2 0 47,1 2 0-47,-2-3 0 0,0 0 0 0,1 4 0 0,0-1 0 0,0 1 0 0,-1-3 0 0,1 3 0 0,1-1 0 0,-1 2 0 15,-1 0 0-15,1-1 0 16,0 2 0-16,0 0 0 0,0-2 0 0,0 1 0 16,2 4 0-16,-3-4 0 0,1 3 0 0,-1-4 0 78,3 3 0-78,-3 1 0 0,2 0 0 0,-3-2 0 0,3 1 0 0,-2 1 0 0,2-2 0 0,-1 2 0 0,0 0 0 0,-1-1 0 0,-1-1 0 0,2 3 0 0,-1-2 0 0,1 4 0 0,0-4 0 0,-2 1 0 0,1 2-7 0,1-3-4 15,-3-1 2-15,3 5-7 0,-1-6 5 0,2 2-5 0,-3-2 5 0,-1 2-37 16,3-3 0-16,1 4 30 0,-3-4 4 0,1 0-36 47,0 2 1-47,-1-2 31 0,0 1 0 0,3 2-27 0,-4-3 25 0,3 0-8 0,-2 1 10 0,0 1-8 0,4 1 3 0,-3 2 21 0,-1-4-21 0,2 3-2 15,-1-1 1-15,0 0 32 16,-1-1-1-16,2 4-26 0,-1-2 0 0,1-1 33 16,-2-1 1-16,1 2-24 0,-1 1 23 0,3 2 2 15,-2-1-28-15,0-2 7 16,-1 2 30-16,1-1 5 16,1 0-35-16,0 1 23 0,-1-2-21 0,2-1 3 0,-1 2-2 0,0-3 5 31,0 1-4-31,3 1 4 0,-2-3 0 0,1-2-34 0,1 0-1 0,-2 2 30 15,0-2-41-15,4 2-4 0,-5-2 35 0,2 1-4 0,0 2 7 0,-2-1-6 16,0 0 5-16,2 3 36 0,-3-1-38 0,-1 1 1 16,2 0-3-16,0 0 27 0,-2 3-26 0,0-5 2 15,-1 5 4-15,2-1 24 16,-3-2 8-16,2 2-31 0,3 1 42 0,-4-3-36 16,2-1 7-16,0 1-6 0,-1-3-60 0,1 2 28 0,-1 2 0 0,-1-4-15 31,2 1-3-31,-1-1 41 0,3 2-7 0,-2-3 5 0,-2 2-9 0,1-1 6 15,0-1-11-15,0-1 1 0,2 0-3 0,-2 2 8 16,1-2 7-16,-1 1-8 0,1-2 9 0,-1 1-7 16,1 1 15-16,-1 0-13 0,0 5 2 0,1-5 72 15,0 3-33-15,0 0 0 16,0-2-33-16,1 3 24 47,0 0-23-47,1-2 0 0,-3 2 7 0,1-4 6 0,0 3-1 0,3 1-8 0,-2 0 38 0,-1-4-1 15,1 5-24-15,0-5-7 0,0 3 15 0,0-3-13 0,1 1 7 0,0-1-23 0,-2 0 16 0,0-4 1 0,1 4-6 0,4-2-47 16,-6 2 26-16,4-4-1 0,-2 3 22 0,-1-1-25 16,1 0-4-16,1 0 27 0,0 3-25 0,-3-1 22 31,1 0-11-31,0 3 9 0,0 2 139 0,1-2-67 16,-2 3-34-16,1-4 12 0,-1 2-36 0,1-1-3 109,-1 1 12-109,0 2-31 0,-1-5 26 0,0 0-1 0,1 0 16 0,1 0-59 0,-1 1 3 0,0-2 45 0,-1 1-4 0,0-3-31 0,0 2-1 31,-1-3 29-31,1 3-27 0,-1 0-9 0,1-1 0 0,-1 1 35 0,2 1-9 0,-1 1 0 0,-1-2-27 0,1 3-28 0,-2-2 2 0,0 1 40 0,3 1 5 0,-1-2 53 0,-1 0-24 0,1 3 1 0,-1-3 21 0,1 1-19 0,1-1-1 0,-2 0-17 0,1 0 23 0,-1 4-20 0,0-7-4 0,0 2 25 0,1-1-23 0,0 0 4 16,-1-1-3-16,1 1-38 0,-1-4 38 0,1 3 12 15,2-3-10-15,-3 0-84 16,1 0 40-16,-1-2-6 0,-1 0-40 0,1 0 34 0,-1 0-1 0,0 0 26 16,2 0-29-16,-2 0 5 62,0 0 4-62,0 0-164 0,0 0 87 0,0 0 31 0,0 0 26 0,0-4-512 0</inkml:trace>
  <inkml:trace contextRef="#ctx0" brushRef="#br0" timeOffset="38501.07">2579 5728 466 0,'-2'0'0'0,"-3"0"0"0,1 0 0 0,0 0 0 0,0 0 0 0,3 0 0 0,-1 0 115 16,0 0-39-16,0 0 0 16,1 0-29-16,-2 0 54 0,3 0-32 0,0 0 0 0,0 0 40 0,0 0-36 15,0 0 9-15,0 0-12 16,0 0 0-16,3-1-33 0,-2-1 0 0,4 1 43 15,-1-2 9-15,2 1-52 0,1 0 1 0,-3-1-1 16,2 1 0-16,2-1 0 0,-2 1 9 0,0 2-9 109,3-5 1-109,-3 4-1 0,3-3 0 0,-2 2 0 0,1-1 9 0,1 1-9 0,-1-2 1 0,3 2-1 0,-4-2 0 0,3 2 0 0,-2-1-439 0,1-1 200 0,-2 2 102 0,2 1 426 0,0-1-150 0,-1-1-74 0,1 1-48 0,-2 1-11 0,0-1-24 0,0 0 2 0,-1 2 29 0,4 0-23 0,-4 0-6 0,0 0-20 0,1 0 21 0,0 0 0 16,2-2-1-16,-2 2-6 0,-1 0 6 0,2-1 1 31,-2 1 1-31,0 0-28 0,3-2-2 0,-1 2 31 0,-1-2-9 16,0 2-26-16,0 0 23 0,0 0 4 0,-1-3-7 0,2 3 9 0,0 0-7 0,-3-1 16 16,5 1-13-16,-4-2 0 15,0 2 0-15,3 0-12 0,-3-1 12 0,0 1 0 16,2 0 2-16,-3 0-34 0,1 0 31 0,4 0 4 31,-4 0-5-31,3 0-39 0,-3 0-4 0,2 0 41 94,-1 0-8-94,2 0 9 0,-2 0-18 0,1 0-28 0,-2 0 11 0,3 0 0 0,-3 0 8 0,5 0 20 0,-4 0-9 0,0 0 3 0,2 0-4 15,-3 0 18-15,3 0-14 0,-1 0-1 0,0 0 2 0,1 0 12 0,-4 0-9 0,4 0-3 0,-4 0-12 0,6 0 13 0,-4 0 1 0,0 0-4 0,1 0 2 0,-1 1 1 0,1-1-1 0,1 2 2 0,-1-2-2 0,0 0 0 0,-2 1-1 0,2-1 6 16,2 0-6-16,-3 0 1 16,1 0 0-16,-1 0 3 0,0 0-2 0,2 0-1 0,-2 0 5 0,2 0-5 15,-3 0 2-15,0 0-1 0,2 0 1 0,-3 0-1 16,5 0 0-16,-4 0 22 0,0 0-21 0,1 3 0 31,-2-3 0-31,1 0 11 0,3 0-10 0,-4 2 1 0,0 0-1 0,0-1-6 0,3 1 6 16,-4 0 0-16,3 0-3 0,0-1 4 15,-3 4-1-15,3-5 1 0,-1 2-1 0,-1-1 1 32,2 3-1-32,0-2 23 0,-1 1-23 0,1-1 0 0,-2-2 1 0,1 4 3 0,2 0-2 0,0-2 0 15,-3 0-1-15,2 1-13 16,0-1 14-16,1 0 0 0,1 1-8 0,-3-1 8 16,1 1-1-16,2-1-29 0,-2-1 28 0,-1 3-3 31,3-2 3-31,-1 1-10 0,1-1 8 0,-4-2-3 0,4 4 3 0,-2-2 14 0,2 2-15 0,-2-3 0 15,-1 1 1-15,4 0 36 0,-4 0-35 0,1 1 1 16,2-2-5-16,-1 0 6 0,-2 4-1 0,3-4-3 16,-4 0 4-16,5 1 1 15,-3 1 0-15,1-2-18 0,0 3 17 0,0-2-1 0,0 2 0 0,-1-3-12 16,2 4 11-16,-1-2-2 16,0 1 2-16,1-1-2 31,-3-1 1-31,5 1-1 0,-4 1 1 0,4 1 0 0,-4-2 0 0,1-3 14 15,0 4-13-15,3 0 0 0,-2-2 0 0,-1 0-15 0,2 1 15 0,-1-1 0 32,1 2 0-32,0-1-14 0,0-1 13 0,-1 1-1 0,0 1 1 0,0-1-1 0,2 1 0 0,-1 2-2 0,0-4 31 0,-3 1-29 15,3 3 0-15,0-3 16 47,-1 0-15-47,1 2 2 0,-1 0-1 0,1-3 0 0,0 4 0 0,-3-3 4 0,5 0-3 0,-2 2-25 0,0 1 26 0,-2-3-2 0,3 2 1 0,-3 0-44 16,2-1 42-16,0 2-3 15,1-1-8-15,-3-1 9 16,2 1-4-16,-3 0 2 0,5 1 0 0,-2-2-1 0,-1 1-1 0,-1-2-12 0,4 3 12 0,-4-3 2 16,1 1-1-16,2 1-46 15,0-2 45-15,-2-1 0 0,1 1-16 0,0 1 15 47,-1 1-4-47,4-2 1 0,-4 0 35 0,-1 3-33 0,2-3-3 0,1 2 30 0,-1-1-2 0,0 1-24 0,-2-2 3 0,3 3 47 0,-3-2-44 0,1 0-2 16,4 1 7-16,-1-2 0 0,-4 1 1 0,3-1-4 15,0 1 8-15,-1-1-30 0,3 0 25 0,-3 1-2 16,0-1-35-16,-1-2 1 31,2 3 29-31,-2-1 2 0,3 1-6 0,-3 0 6 0,0-1-12 0,0 0 30 0,2 1-22 0,-4-1 1 0,5 2-4 0,-4 0 16 141,3-1-12-141,-4-1-1 0,4 0 3 0,-2 1 19 0,1 1-16 0,-1-3-3 0,2 1 3 0,-4 1-2 0,4-1 4 0,-2 0-4 0,4 3 2 0,-7-3-1 0,6-1-1 0,-5 1-8 0,1 1 7 0,2-1 1 0,1 3-2 0,-3-2 47 16,0-2-44-16,2 1 0 0,-3 2 9 0,2-3-8 0,1 3 2 0,-1-1-5 0,-2-1 5 0,2 1-1 0,-1 1 4 0,-2-3-16 0,4 2 15 0,-2-1-2 0,0 1 1 0,-3-2-14 0,3 2 12 0,-1-1 1 0,1 0-3 0,-1 0 35 15,0 1-33-15,-2 0 0 0,5-1 12 0,-4 1-11 31,2 2 1-31,1-3-1 0,-3 1 13 0,3 0-11 0,-4 2 2 0,5-4-14 0,-2 3 12 0,-1-2 1 16,2 2 0-16,-4-1-20 0,4-1 19 0,1 2 0 16,-4-1-1-16,3 1-7 0,-3 0 6 0,2-1-2 15,1-1 2-15,-2 2 0 0,3 0-1 0,-4-2 0 16,3 2 1-16,-2-2-1 78,0 3 0-78,2-1-9 0,-2-2 10 0,-1 3-1 0,3-2 1 0,-1 0-18 0,-1 0 17 0,3 1-1 0,-3 0 0 0,0 0-31 0,1-2 30 0,0 2-1 0,-1-1-24 0,4 2 22 0,-6-2 1 0,4 1-3 0,0 0-4 0,-4-1 4 0,4-1 1 0,-1 2-11 16,0 0 10-16,0-2-1 31,-3 1 1-31,5 3 21 0,-5-5-21 0,3 3-1 0,0 0 1 0,-2 0 23 0,-1-2-21 0,2 0 1 0,-2 3 17 0,3-1-17 16,-1-1 1-16,-2-1 12 0,2 4-12 0,-1-3 1 31,-1 0 0-31,4 2 2 0,-3-3-2 0,-1 3 2 0,1-1-2 0,0-1-1 15,0-2 1-15,2 5 1 0,-2-3 0 0,0 0-3 16,1 0 2-16,-1 1 0 0,1 1 9 0,-3 0-9 31,4-1 1-31,-4-1-1 0,3 2 16 0,-2-1-15 0,3 1 1 0,-4-2 9 0,4 3-9 0,-1-2 1 16,-2 3-1-16,0-4 3 0,4 3-2 16,-3-2 1-16,2 0-1 0,-3 1-12 0,1 0 12 0,2-1 0 31,0 4-6-31,-2-5 6 0,1 4-1 0,-1-2-1 0,1 1 15 0,1-3-14 47,-1 4 0-47,-1-1 11 0,2 0-11 0,-1-1 1 0,1 0-1 0,-3 2 5 15,5-1-1-15,-2 0-3 0,-1 0 3 0,0 0-13 0,1-2 11 0,-2 5 0 0,4-3-12 0,-4 3 11 0,4-5 0 0,-4 4 0 16,1-1 1-16,1-1-1 16,1 2-1-16,-1 0 11 15,-1-1-11-15,-1 0 0 0,4 1 1 0,-5-2 24 0,6 4-22 0,-6-4-2 16,3 0 4-16,-1 2-18 0,0-3 16 0,-1 1 0 15,5 5-18-15,-5-7 17 0,1 2 0 0,0 1 0 16,0 0-20-16,1-2 19 31,1 3-1-31,-2-2-17 0,-2 1 16 0,3 1 0 0,-1-1-3 0,0 4 39 0,1 0 1 0,0-2-37 0,-2-2 1 0,1 2-6 16,-2 1 8-16,6 1 0 0,-4-5 3 0,-1 3-3 47,0-2 3-47,1 1-2 0,1-2-9 0,1 2 11 0,-2-3 1 0,2 1-29 0,-2 0 26 0,-1 0 0 0,3 0-1 0,-1 1-30 15,-2-3 27-15,1 4 1 0,-1-2-8 0,0-2 2 16,2 4 4-16,-2-1 1 16,0 0-5-16,0 1 4 15,-1-1-1-15,1 3-3 0,1-3 2 0,-1 3 1 0,0-2 0 0,1 2-17 0,-2 0 16 0,1 0 1 16,2 2-1-16,-1 1-2 0,-2-2 2 16,3 1 0-1,-3-1 0-15,2 1-4 0,0-1 3 0,-1 6 0 0,1-4 5 0,0 0-5 16,-2 1 0-16,2 0 0 0,1 0 48 0,-1 1-20 15,-1 0 0-15,2-4-24 0,-2 2 2 0</inkml:trace>
  <inkml:trace contextRef="#ctx0" brushRef="#br0" timeOffset="39238.12">6307 7570 2952 0,'7'12'8'0,"1"2"-19"0,0 1 15 0,-3-4 3 0,2 2-2 0,-1-2-23 0,-2 3 22 0,3 3-1 0,-1-6 2 0,-2 1-6 0,0 1 3 0,1 1-13 0,0 1 37 0,0 1-23 0,0-3-2 0,0-1 47 0,-2 0 0 0,3 3-37 0,-2-5-3 0,2 3-26 0,-2-3-3 0,2 1 32 0,-2 0-3 0,0 2-43 0,4-1 42 0,-5 2-2 0,1-2-16 0,0 3 12 94,1-3 2-94,-1-1-6 0,1 5 43 0,-3-3-48 0,2 0 7 0,0 2-19 0,1 2 17 0,-2-2 25 0,1 0-23 0,-1 0 52 0,0-4 0 31,0 2-34-31,3-2-8 0,-4 1-43 0,1 4 3 0,2-5 39 0,-2 0-47 0,1 1 41 0,-1 0 1 0,1 1-6 0,-1 3-4 0,0-3-3 16,1 0 9-16,1 0 43 0,-3 0-44 0,1 1-9 0,0-1 7 0,0 0 28 0,0-2-27 0,0 2 16 0,-1 3-12 0,1-2 20 0,1 3-18 0,0-3 6 16,0 1-6-16,1-1 3 0,-3 1-2 0,1-2-6 0,0 7 7 0,3-6-1 47,-3 1 1-47,0-1 4 0,1-1-5 0,-1 1-3 0,0 2 4 0,1-2-5 0,-2-3 4 0,0 2 1 78,1-1-1-78,-1 1-21 0,1 1 21 0,0 0-2 0,1 3 1 0,-1-3-1 0,-2 1 1 0,1 0-19 0,2 2 44 0,-3-5-26 0,2 3 1 0,-1-1-12 0,2-2 11 0,-2 5 1 0,0-2-1 0,0-2-2 0,2 1 3 0,-3-1-1 0,2 3 1 0,-1 0 28 0,2-2-26 15,-2-1-2 1,0 1-19-16,0 0 20 0,1-2 0 0,0 1 0 0,-1-1-19 0,3-2 17 16,-4-2 1-16,1 2-12 0,-2-2 10 0,4 4 2 15,-3-5-2-15,1 1-16 63,1-1 14-63,-1 5 2 0,0-5-6 0,0 4-40 0,1 0 39 0,-2-1 3 0,0-1-12 0,1 3 11 0,-1-2-1 0,2 3 0 0,-2-3 7 0,1 1-7 0,1-2-2 15,-2 1 7-15,1 2-6 0,0 0 0 0,0 0 1 0,-1-2-6 16,2-3 9-16,-1 1-1 0,0 1 3 0,-1 1-2 0,2-3 1 0,-2 0-2 16,1 0-4-16,0-1 3 0,-1-1 0 0,2 4 28 31,-1-2-29-31,-1 1 2 0,1-3-3 0,0 2 26 0,-1-2-23 0,2 4-1 0,0-2 0 0,-2-1 4 15,0 1-3-15,1-2 0 0,-1 2 14 0,1 0-27 16,-1-2 16-16,-1-3-1 31,2 2-24-31,-2-2 0 0,0 2 20 0,3 3-45 0,-3-7 42 0,0 5 2 0,1-2-4 0,-1 1 29 0,0 1-30 0,0-1 4 16,3 2-4-16,-3-4 42 0,0 3-38 0,0-1 0 16,1-1 0-16,-1 2 26 31,0-3 3-31,2 3-25 0,-2-4 12 0,0 3-11 15,1-4 6-15,-1 3-5 0,0-2-40 0,1 1 40 0,-1-2 4 0,0 1-39 0,2-1 33 0,-2 3-2 16,1-3 2-16,-1 0 10 0,2 0-13 0,-2 0 2 16,2 1-5-16,-2-1-18 0,1 0 21 0,-1 0-2 15,2 0-48-15,-2 0 23 0,0 0-4 0,0 0-225 16,1 0 119-16,-1 0 51 16,0 0 33-16,0 0-470 0,0 0 237 0</inkml:trace>
  <inkml:trace contextRef="#ctx0" brushRef="#br0" timeOffset="42382.16">3951 9190 765 0,'0'-10'0'0,"0"-1"0"0,0 2 0 0,-2 1 0 0,2 3 0 0,0 2 470 0,0 2-215 0,0 1-98 0,0 0-64 0,0 17 145 0,0 12-99 0,0 9-50 16,0 8 31-16,0 10-30 15,0 7-11-15,0 5 35 0,0 2-37 0,0 11 0 0,0 2-38 0,0 16-17 16,4-16 17-16,-1 3 0 31,1-4 1-31,1-7-180 0,0-6 90 0,-1-4 55 0,-1-24-11 0,-2-5-239 16,1-9 132-16,1-3 29 0,-2-5-180 0,1-1 97 0,-2-7 73 0,0-3-89 16,0-6 72-16,0-2 36 31,0 0 0-31,-3 0-170 0,-3-15 108 0,2-9 49 0,-4-7 0 0,3-5-223 15</inkml:trace>
  <inkml:trace contextRef="#ctx0" brushRef="#br0" timeOffset="42551.94">3868 9119 1186 0,'-5'-2'0'0,"0"2"0"0,-3 0 0 0,1 0 0 0,-3 11 0 0,2 6 0 0,-3 4 182 0,0-1-76 0,-1 8-3 0,2-3-33 0,-3 4 1 0,4 0-32 0,0 1-93 0,5-8 42 0,2-3 26 15,2-2-1-15,0-10-366 32,0 0 206-32,8-7 89 0,5-11 48 0,0-12-486 0</inkml:trace>
  <inkml:trace contextRef="#ctx0" brushRef="#br0" timeOffset="42662.2">3973 9123 930 0,'7'-2'0'0,"3"0"0"0,0 2 0 0,2 0 0 0,1 0 0 0,1 0 0 0,-1 7 0 0,1 2 0 0,0 5 283 47,1 3-122-47,0 1-61 0,2 4-188 0,-5 2 59 0,3 3 34 0</inkml:trace>
  <inkml:trace contextRef="#ctx0" brushRef="#br0" timeOffset="42860.61">3838 10679 1762 0,'0'10'-1'0,"0"7"-5"0,0 4 1 0,0 3 2 0,1 9 0 0,4 0 0 0,1 3 534 0,3 2-247 0,-3 0-123 0,3 2-61 0,-2 5-164 0,1-12 43 0,1 3 30 16,-1-6 0-16,1-1-185 0,-2-6 107 0,3 1 64 0,-5-12-670 0,-1-7 332 15,-1-5 167-15</inkml:trace>
  <inkml:trace contextRef="#ctx0" brushRef="#br0" timeOffset="43078.65">3861 10701 1197 0,'0'-8'0'0,"0"-2"0"0,2 3 0 0,7-1 0 0,5 2 0 0,5 5 716 0,3 1-338 0,5 0-168 0,2 4-86 0,5 7-31 0,-2 6-11 0,-1 2-42 15,-1 4 276-15,-4 3-230 16,-2 2 1-16,1 5-37 0,-14-4-130 0,-1 5 60 15,-9-1 30-15,-1 2-148 0,0-1 90 0,-12 3 54 0,-10-5-11 0,0-5-104 16,-5 0 66-16,-2-3-37 16,2-5 39-16,-5 3-268 0,9-12 143 0,6-1 46 15,1-3-457-15,7-6 269 0,8 0 133 0</inkml:trace>
  <inkml:trace contextRef="#ctx0" brushRef="#br0" timeOffset="43221.83">4402 10921 1792 0,'0'5'0'0,"0"0"0"0,2 3 0 0,-1 3 0 0,1 8 223 0,2 1-97 0,-3 9-44 0,1 4 713 0,0 6-379 0,1 7-188 31,-2 3-95-31,3-3 3 0,0 1-136 0,4-2 0 0,0-4 0 0,4 2-532 16,4 4 193-16,-4-12 182 0</inkml:trace>
  <inkml:trace contextRef="#ctx0" brushRef="#br0" timeOffset="44070.77">4948 7168 1005 0,'0'-14'0'0,"0"-2"0"0,0-1 0 0,10-5 0 0,10-6 0 0,11-11 0 0,9-11 408 0,15-21-175 0,8 0-101 15,13-12-46-15,7-11 324 16,8 1-185-16,13-8-84 0,-17 16 27 0,1 1-65 31,-3 6-34-31,-4 10 0 0,-9 6-75 0,2 4 52 16,-24 21-11-16,-3 3-52 0,-4 2 27 0,-2 4-1 0,-5 1 26 0,0 1-210 0,-10 8 100 0,-3 2 56 15,-10 4 28-15,-1 4-314 16,-8 3 152-16,-3 1 23 16,-1 4-245-16,-6 0 163 0,-13 0 86 0,-1 9 42 0,-8 3-410 0,-2 8 217 31</inkml:trace>
  <inkml:trace contextRef="#ctx0" brushRef="#br0" timeOffset="44372.09">5117 6686 739 0,'-9'0'0'0,"4"0"0"0,-1 2 0 16,3 4 0-16,-1 2 0 0,3 1 0 0,1 7 326 0,0 2-145 0,0 7-71 0,0 7-36 0,0 7 31 0,0 4-38 0,0 2 0 0,-2 3-29 0,-7 0 43 0,1 4-33 0,-1-14-10 0,0-4 116 0,4-5-58 31,-1-10-29-31,4-6 182 0,2-5-96 0,0-8-62 0,11-2-26 0,14-22 100 16,7-9-64-16,11-11-31 0,10-12 9 0,2-3-315 15,5-5 138-15,11-11 67 0,1-5 35 0,8-2-290 63,12-14 171-63,-10 15 72 0,3-1-726 0,-3 5 368 0</inkml:trace>
  <inkml:trace contextRef="#ctx0" brushRef="#br0" timeOffset="44560.61">6622 5673 2562 0,'-8'0'0'0,"2"2"0"0,1 6 0 0,3 1 0 0,1 8 0 0,0 2 0 0,1 8 0 0,0 2 0 0,0 3 225 16,4 1-94-16,4 1 104 0,2 5-98 0,-2-5-54 15,3-1 0-15,-4-1-313 0,2-3 133 0,-1 5 77 16,-2-9 24-16,2-4-500 0,-4-1 267 0,0-6 133 16,0-2 67-16,1-2-687 0,-4-10 344 0,-1 0 168 15,0-1-109-15</inkml:trace>
  <inkml:trace contextRef="#ctx0" brushRef="#br0" timeOffset="44798.66">6588 5673 1573 0,'-5'-15'0'16,"2"3"0"-16,3 2 0 0,0 2 0 0,1 1 0 0,8 1 0 0,8 4 177 0,2 2-69 0,5 0-36 0,5 0 360 0,4 4-197 0,5 6-90 94,-1 5-58-94,1 1 56 0,2 6-53 0,-5 5-27 0,-2 0 1 0,0 6-106 0,-14 3 35 0,-4 2 0 0,-10 1-67 0,-3 6 55 0,-2 0 29 0,-14 9 8 0,-11-6-6 0,-6-1 0 0,-6-3 26 0,-2-4-45 0,0 0 30 0,-3-3-34 15,9-13-1-15,4-6-64 0,6-6 41 0,3-7-3 0,5-5 42 0,5 0-456 32,10-6 219-32,0-17 97 0,8 0-637 0,12-5 368 0</inkml:trace>
  <inkml:trace contextRef="#ctx0" brushRef="#br0" timeOffset="45030.93">7042 6057 2123 0,'4'0'0'0,"4"0"0"0,0 0 0 0,1 0 0 0,1 0 0 0,3 0 0 0,0 3 0 0,2 1 292 0,1 3-132 0,-1 1-61 0,-2 2 53 0,1 2-58 0,-5 0-28 0,1 7 9 0,-7 1-7 0,-3 2-1 0,0 2-30 15,-7 0 110-15,-11 3-55 0,-1 2-18 0,-5-5-9 16,-1-4 170-16,1 0-150 0,4-3-85 0,1-2 0 16,3 0 0-16,5-7 0 0,5-1 0 0,5-2 0 15,1-3 0-15,5 3 0 16,11-4 0-16,10-1 0 0,5 0 0 0,1 0 0 0,4 0 0 0,2 0 0 15,4 0 0-15,-3 0-528 0,-3 0-13 0,-1 0 252 16</inkml:trace>
  <inkml:trace contextRef="#ctx0" brushRef="#br0" timeOffset="46998.57">10044 11568 1184 0,'-6'-5'0'0,"2"2"0"0,1 1 0 0,3 2 0 0,0 0 0 0,0 2 504 0,0 10-239 0,0 5-114 0,5 5-57 0,3 3 230 15,0 3-143-15,0 4-63 0,2 1-10 0,-2 3-36 16,-1 2 1-16,2 3-92 15,-3 1 28-15,1 4 9 110,-4-9 18-110,0-1-302 0,0-2 151 0,-2-5 76 0,1-6 38 0,0 1-497 0,-2-13 252 0,0-6 40 0,0-5 92 0,0 0-8 0,-2-10 42 0,-3-11-8 0,2-8-576 0,-2-5 314 0</inkml:trace>
  <inkml:trace contextRef="#ctx0" brushRef="#br0" timeOffset="47171.24">10018 11633 390 0,'-6'-37'0'0,"-1"-1"0"0,3 13 0 0,4 6 0 0,0 3 0 0,2 3 527 0,11 2-245 0,5 0-113 16,3 5 363-16,4 5-247 0,5-1-124 0,1 2-62 0,1 0 283 0,8 9-163 0,-7 4-95 0,1 5-44 0,-4 7 0 0,-1 2-43 15,-6 6-1-15,4 9 179 47,-14-4-94-47,-5 0-42 0,-4 8 0 0,-4-3-82 0,0 4 0 0,-7 6 43 0,-7-11-40 0,-6-1 0 0,-7-2 0 0,0-3 0 0,-5 2 0 0,2-16 0 0,1-3 0 16,-1-9 0-16,4 0 0 0,1-10 0 31,-1 0 0-31,12 0 0 0,1-3-159 0,4-11 59 0,6 0 31 0,3-1-665 0,0 3 339 0,8-5 184 16,9 4-579-16</inkml:trace>
  <inkml:trace contextRef="#ctx0" brushRef="#br0" timeOffset="47370.78">10608 11964 2140 0,'0'2'0'0,"0"0"0"0,0 2 0 0,0 0 0 0,0 4 0 0,0 1 468 0,0 6-216 0,0 3-98 0,0 0 262 16,0 6-190-16,0 0-95 0,0 5-47 0,0 0-24 31,0 3-60-31,3-5 0 0,0 2 0 0,0-5 0 0,1 1 0 0,0-7 0 16,-2 5-461-16,1-10 176 0,-1-4 161 0,-1-4-664 0,1-4 327 0,-2-1 213 31,0 0 96-31,1-15-443 0</inkml:trace>
  <inkml:trace contextRef="#ctx0" brushRef="#br0" timeOffset="47531.79">10956 11643 2570 0,'-4'-7'0'0,"-2"1"0"0,4 1 0 0,-2 1 0 0,4 2 0 0,0 1 0 0,0-2 0 0,0 3 538 0,2 0-251 0,2 0-117 0,4 0-71 0,0 0-530 31,1 4 234-31,0 5 116 0,0 0 59 0,0 4-526 0</inkml:trace>
  <inkml:trace contextRef="#ctx0" brushRef="#br0" timeOffset="47678.98">11015 11983 1658 0,'-10'10'0'0,"1"-2"0"0,4 1 0 15,3 0 0-15,1 1 0 0,-2-2 0 0,3-1 0 0,0 0 794 0,0 0-378 32,3-1-191-32,2-2 93 0,1 1-141 0,4 1-61 0,-4-3-45 0,2 0-847 0,0 2 405 0</inkml:trace>
  <inkml:trace contextRef="#ctx0" brushRef="#br0" timeOffset="49465.33">11688 11584 1241 0,'0'-24'0'0,"0"4"0"16,0 3 0-16,0-2 0 0,0 5 0 0,0 2 0 0,0 2 0 0,-2 5 114 0,-3 2-38 0,-7 0 178 0,2 3-113 0,-3 0-52 0,-4 8-26 0,-2 5 42 0,3 1-34 0,-4 1 10 31,4 1-44-31,4 1 98 0,-2-3-49 0,7 0-24 0,-3-1 0 0,4 2-6 15,5-3-19-15,1-1 0 0,0 0-74 0,0 2 38 47,6-1-1-47,5 1-13 0,-1 0 20 0,3 2 1 0,2-3 29 0,-2 2-151 0,1 3 68 0,0 3 20 16,-2-2 19-16,-1 2-25 0,-3 4 0 0,1 3 2 0,-4 0 78 0,1 5-28 16,-4-2-24-16,0 1-30 15,0 0 511-15,-2 3-213 0,0 1-114 0,0 6-56 0,0-11-34 0,0-1 1 0,0 1-24 0,0-3-81 16,1-1 41-16,3 3 9 15,-1-7 31-15,3-2-266 0,0-3 132 0,-4 0 47 16,3 0-331-16,-2-5 161 47,-1-4 104-47,2-4 2 16,-3 1-291-16,0-5 185 0,3 2 82 0,-2-2-153 0,3-2 127 0,2-12 64 0</inkml:trace>
  <inkml:trace contextRef="#ctx0" brushRef="#br0" timeOffset="49636.3">12054 11672 1893 0,'-10'0'0'0,"-3"0"0"0,3 0 0 0,-2 7 0 0,0 10 0 0,2 5 0 0,-1 7 0 0,1 7 728 0,1 7-345 0,1 6-164 0,6-2 75 0,2-1-129 0,0 0-63 31,2-2-33-31,11-5-378 0,6 2 183 0,1-16 76 0,5-3 44 0,-2-4-351 0,2-8 197 0,0-2 99 16,2-1-839-16,-4-7 448 15</inkml:trace>
  <inkml:trace contextRef="#ctx0" brushRef="#br0" timeOffset="49844.61">12268 11844 1502 0,'3'0'0'0,"2"-3"0"0,0 0 0 0,2 1 0 0,1 0 0 0,0 2 0 0,4 0 0 0,-1 0 501 0,3 7-236 0,-3 3-115 0,0 2-56 0,-1 4 74 0,-2 1-66 0,0 3-23 0,-6 1-23 0,-1 0-19 0,-1 0 0 0,0 3-179 16,-3-2 89-16,-10 1 55 0,0-3-10 15,-3-3-240-15,-3-1 142 0,-1-5 72 0,4-3 28 0,-5-2-563 16,7-6 272-16,1 0 132 16,5-9 53-16</inkml:trace>
  <inkml:trace contextRef="#ctx0" brushRef="#br0" timeOffset="49986.89">12456 11722 2452 0,'0'4'0'0,"-1"2"0"0,-2-1 0 0,-2 5 0 0,-2 3 0 0,3 4 0 0,0 3 464 0,0 1-213 0,2 4-107 0,2 1 91 0,0 2-90 32,0-3-59-32,0 0-315 0,8 0 133 0,5-4 67 0,2 0 32 0,4 0-897 0,1-8 461 0</inkml:trace>
  <inkml:trace contextRef="#ctx0" brushRef="#br0" timeOffset="50168.82">12743 11944 1409 0,'0'3'0'0,"0"-3"0"0,-2 3 0 0,-1-1 0 0,0 4 0 0,-1 0 0 0,-1 5 67 0,2 2-1 0,-1 2-29 16,-1 1 830-16,-1 5-420 0,-1 3-204 0,2-3-180 0,-1 3-26 0,1-2 0 0,0-2 9 0,3-3-653 0,1-6 322 0,-3-5 160 0,4-2 82 0</inkml:trace>
  <inkml:trace contextRef="#ctx0" brushRef="#br0" timeOffset="50280.91">12846 11828 1781 0,'0'0'0'0,"0"0"0"0,0 0 0 0,0 2 0 0,2-2 0 0,0 3 0 0,0-2 0 0,4 3 574 0,-1-1-273 0,1 2-132 0,2 0-383 31,2 2 125-31,0-2 72 0,0 1 23 0,2 0-380 0,-1 1 205 0</inkml:trace>
  <inkml:trace contextRef="#ctx0" brushRef="#br0" timeOffset="50448.62">13045 11751 1707 0,'-4'0'0'16,"-3"0"0"-16,4 0 0 0,-2 0 0 0,4 0 0 0,-2 0 0 0,2 8 0 0,-1 6 323 0,-2 6-142 0,1 5-64 0,0 5 278 0,-3 2-181 0,0 9-89 0,0 2-187 0,-1 1 49 0,-5 9 34 0,5-8-10 0,-5-1-491 31,1-3 258-31,0-2 129 0,0-5 65 0,-2 0-312 0,3-15 151 0</inkml:trace>
  <inkml:trace contextRef="#ctx0" brushRef="#br0" timeOffset="50647.01">13170 11622 2078 0,'11'0'0'0,"4"3"0"0,2 2 0 0,4 8 0 0,-1 6 0 0,-3 3 0 0,3 6 822 0,-7 7-393 0,1 7-197 0,-4 5-88 0,-9-1 16 16,-1 4-94-16,0-3-66 0,-10 0-100 0,-4-1 19 46,0-1 67-46,-4-12 21 0,0-4-815 0,-2-5 423 0</inkml:trace>
  <inkml:trace contextRef="#ctx0" brushRef="#br0" timeOffset="50986.38">13790 11650 1745 0,'0'-3'0'16,"-1"-1"0"-16,-3 1 0 0,4 1 0 0,0 2 0 0,0 0 0 0,0 0 0 0,0 0 0 0,0 0 131 0,0 6-47 0,0 3-24 15,3 2-576-15,-1 1 237 0</inkml:trace>
  <inkml:trace contextRef="#ctx0" brushRef="#br0" timeOffset="51192.08">13777 12016 1358 0,'0'3'0'0,"-4"-3"0"0,1 7 0 0,-2-4 0 0,4 0 0 0,-3 0 516 0,3 1-245 0,-1 0-117 15,2-3-58-15,0-1-15 78,0 3 1-78,0-3-36 0,0 0-10 0,2 0 1 0</inkml:trace>
  <inkml:trace contextRef="#ctx0" brushRef="#br0" timeOffset="51792.36">14204 11702 992 0,'-4'-16'0'0,"-1"6"0"0,5 1 0 0,0 4 0 0,3-1 0 0,11 5 0 0,5 1 451 0,1 0-207 0,2 1-103 0,3 7-43 0,-3 4 124 0,-2 0-92 0,3 4-47 16,-6 5-23-16,-2 1-66 0,0 4 52 0,-10 1-10 0,-4 3-117 0,-1 1 58 62,0 0 30-62,-13 2-93 0,-3 4 71 0,-6-8 21 0,-3-1-6 0,0-3-91 0,-2-5 58 0,-1-5-24 0,2-3-17 0,7-11-239 0,5-1 120 0,5-4 79 0,7-16 41 0,2-11-374 16</inkml:trace>
  <inkml:trace contextRef="#ctx0" brushRef="#br0" timeOffset="51955.53">14454 11661 2424 0,'0'3'0'0,"-2"5"0"0,-3 4 0 0,-1 4 0 0,0 3 0 0,-3 7 0 0,1 1 0 0,3 3 0 0,2-1 442 16,3 1-203-16,0-2 109 0,0 1-147 0,11-7-86 0,8 0-39 0,0-5-434 0,5-3 197 0,6 1 99 16,1-4 59-16,0-4-356 0,-3-2 198 0,2-5 99 15,-2 0 49-15,-2-2 25 16</inkml:trace>
  <inkml:trace contextRef="#ctx0" brushRef="#br0" timeOffset="52239.5">14702 11451 1141 0,'0'-16'0'0,"0"4"0"0,3 1 0 0,7 2 0 0,2 2 0 0,1 4 214 0,0 3-89 15,1 0-44-15,1 0 81 0,-2 7-62 0,1 3-23 0,-6 3-8 0,-2 3-134 16,-5-1 51-16,-1 5 25 0,0 0-20 0,-10 1 10 16,-7 0 35-16,1-3 1 15,-3 0 95-15,0-5-48 0,3 3-24 0,-2-2 179 0,6-4-105 0,1-2-49 16,3-1-24-16,2-3 63 15,4 2-44-15,2-4 10 94,0-2-53-94,16 0-21 0,4-2 21 0,8-8 0 0,4 0-150 0,3 2 84 0,-1-1 28 0,1 0 0 0,-1 2 38 0,1 3 0 0,-4 1 0 0</inkml:trace>
  <inkml:trace contextRef="#ctx0" brushRef="#br0" timeOffset="52343.73">14886 11819 1209 0,'-15'3'0'0,"2"5"0"0,6-2 0 0,4-3 0 0,3 1 0 0,0-3 0 0,8 1 467 0,9-2-206 0,8 0-117 16,3 0-53-16,4-2 138 0,-2-4-96 0,3-1-48 15,1-2-15-15,-4 5-381 0,-3-3 175 0,-1 3 86 16,-3 0-248-16,1 1 168 0,-1-3 92 0,-5 5-644 16</inkml:trace>
  <inkml:trace contextRef="#ctx0" brushRef="#br0" timeOffset="52506.73">15085 11629 564 0,'-11'0'0'0,"2"0"0"0,1 0 0 0,1 1 0 0,3 6 0 0,0 3 598 15,0 4-272-15,4 4-149 0,0 5-70 0,0 4 514 47,4 4-292-47,3 3-146 0,1 5 30 0,-2-5-92 0,4 0-42 0,-3-2-1 0,-1-1-41 0,1-4 0 16,1 1 9-16,-1-8-812 0,-1-5 401 0,1-5 201 0,-1-3 100 0</inkml:trace>
  <inkml:trace contextRef="#ctx0" brushRef="#br0" timeOffset="52693.29">15312 11637 2639 0,'2'0'0'0,"1"0"0"0,-2 3 0 0,3 7 0 0,-1 7 0 0,1 9 0 0,0 10 0 0,-3 8 0 0,1 5 426 16,-1 6-195-16,-1 0-97 0,0-3 141 0,0 1-110 15,0-11-104-15,2-9-399 0,0-2 170 0,-1-6 103 16,3-4 51-16,-1-6-369 31,1-10 206-31,0-5 107 0</inkml:trace>
  <inkml:trace contextRef="#ctx0" brushRef="#br0" timeOffset="53346.85">15178 11557 1043 0,'-6'-6'0'0,"1"1"0"0,-1 2 0 0,3-3 0 0,2 5 0 0,-1-2 0 0,0 1 204 0,2 2-84 0,0 0-32 0,0 0-10 0,2 9-41 0,7 5-1 0,0-1 592 0,3 4-296 0,1 0-138 0,0 3-84 0,2-3 155 0,-4 1-114 0,2 2-58 0,2-6-28 0,-2 6-135 0,-1-4 48 0,0 0 29 0,-3-4-449 0,2-1 239 0,-2 1 119 0,-1 0 70 0,-1-7-705 0,-4 1 346 32,1-4 173-32,-3-2-170 0,1 0 166 0</inkml:trace>
  <inkml:trace contextRef="#ctx0" brushRef="#br0" timeOffset="53543.82">15410 11457 2281 0,'-7'0'0'0,"0"3"0"0,1 2 0 0,-2 4 0 0,3 4 0 0,0 9 0 0,0 5 0 0,2 9 0 0,0 7 393 0,-2 15-170 0,0 1 298 0,0 6-242 0,-4 7-121 0,3 3-82 0,-2 0-76 0,-1 7 0 0,1-15 0 0,2-5 0 0,-1-1 0 0,3-9 0 0,-2-8 0 0,1 1 0 0,4-22-380 0,-3-3 158 0,3-9 129 15,1-6-533-15,-2-5 302 0,2 0 103 0,0-12 96 16,0-14-381-16,0-5 235 16,5-6 117-16</inkml:trace>
  <inkml:trace contextRef="#ctx0" brushRef="#br0" timeOffset="53824.75">15526 11339 1507 0,'7'-20'0'0,"0"2"0"16,5 2 0-16,1 6 0 0,-1 3 0 0,4 6 0 0,0 1 0 0,2 0 276 0,2 0-111 0,-4 11 67 0,-2 3-98 0,0 3-48 78,-3 4-26-78,-5 3-89 0,2 2 42 0,-8 1-9 0,0 1 32 0,-2-2-121 0,-7 2 61 0,-5 1 39 0,-1-7-9 0,0-4 74 0,-2 1 0 0,0-7-48 0,0-3 90 0,0 1-66 0,3-5-6 0,3-4 189 15,1-1-101-15,4 0-51 0,2 0-26 0,2 0 85 0,2-6-60 0,2-1-24 16,8-1-1-16,4-1-114 31,5 3 45-31,0-3 9 0,1 5 35 0,2-1-513 0,0 2 257 0,1 0 97 0,0 0-864 0,4 1 466 0,-5 2 247 16</inkml:trace>
  <inkml:trace contextRef="#ctx0" brushRef="#br0" timeOffset="54069.65">16067 11546 1703 0,'0'0'0'0,"0"0"0"0,0 0 0 0,0-3 0 0,0 3 0 0,0 0 0 0,0 0 0 0,0 0 0 0,-4 0 589 15,-4 8-277-15,-1 4-128 16,-5 3-79-16,-2 2 101 0,-4 2-85 0,-1 0-42 0,-4 1 11 0,-5 3-17 16,5-3-10-16,-2-5 118 15,3 1-73-15,2 0-35 0,2-4-29 0,7-2-44 16,6-2 0-16,3-1 0 0,4-2 0 0,0 2 0 15,6-2 0-15,13 1 0 0,5 0 0 0,2-1 0 16,4-1 0-16,1-1 0 0,3 2 0 0,-4-1 0 16,-1 0-25-16,-1-2-985 0,-1 1 487 0,-2-1 244 15,1 1 112-15</inkml:trace>
  <inkml:trace contextRef="#ctx0" brushRef="#br0" timeOffset="54238.37">15809 11983 1355 0,'-15'0'0'0,"4"0"0"0,1 0 0 0,1 1 0 0,8 3 0 0,1 1 0 0,0 1 553 15,9 3-258-15,8-1-129 0,6 1 179 0,2-1-159 47,3 2-75-47,4-5-644 0,-1 3 286 0,0-3 141 0,3 2 80 0</inkml:trace>
  <inkml:trace contextRef="#ctx0" brushRef="#br0" timeOffset="54793.85">16383 11688 1095 0,'-2'8'0'0,"-1"-2"0"0,-1 3 0 0,2 5 0 0,2 4 0 0,0 1 409 0,0 4-187 0,0 6-93 0,2 1-37 0,5 1 253 15,-1 1-154-15,2 1-78 0,0 0-38 0,0-1-104 94,-1 3 42-94,-2-7-9 0,-2-4-427 0,-1-1 230 0,0-5 115 0,-2-4-262 0,0-1 184 0,0-11 84 16,-7-2 46-16</inkml:trace>
  <inkml:trace contextRef="#ctx0" brushRef="#br0" timeOffset="55023.98">16409 11614 1048 0,'17'-25'0'0,"0"8"0"0,6 5 0 0,5 3 0 0,4 4 0 0,5 2 0 0,2 3 0 0,-6 0 378 0,-2 6-170 0,-3 12-86 0,-3 0 114 0,-2 8-90 0,-10-1-60 0,-7 0-25 0,-4 2-62 16,-2 3-1-1,-3-3 39-15,-11 5 82 0,-8-6-45 0,-6-1-1 0,-3-2-36 0,-2-5 103 16,-3 0-52-16,-4 0-16 0,9-9-10 0,1-2 204 16,6-3-116-16,3-1-56 0,5-3 255 0,2 4-261 0,9-4-88 0,5 0 0 15,0 3 0-15,2-1 0 0,15 4 0 0,7 3 0 16,4 1 0-16,4 1 0 0,4 1 0 0,4 4 0 31,0-1 0-31,2 2 0 0,-4 0 0 0,-3-2 0 0,-3-1 0 0,-2-3 0 16,-4-1-729-16,1-4 286 0,-11-6 207 0,-1 0 100 15,-5 0-527-15,-2-9 313 0,-2-9 156 0</inkml:trace>
  <inkml:trace contextRef="#ctx0" brushRef="#br0" timeOffset="55254.96">16991 11343 636 0,'16'-19'0'0,"-1"9"0"0,1 5 0 0,4 2 0 0,2 1 418 0,-3 2-191 0,3 0-86 0,-8 4-57 0,0 7 323 0,-5 5-185 0,-4-1-93 0,1 2 26 0,-6 1-63 16,0 2-28-16,-11 0 0 0,-5 1 21 0,-2-2-24 16,-4 3 9-16,2-5 104 15,0-2-69-15,0-3-34 0,4 0-1 0,2-6 141 16,3 5-78-16,4-6-53 0,6-2 0 0,1 1-29 16,1-1-14-16,12-1-1 0,8-1-51 0,3 0 21 15,6-1 0-15,2 0 25 0,3 5-652 0,2-4 323 16,2 4 133-16,-2 3-976 0</inkml:trace>
  <inkml:trace contextRef="#ctx0" brushRef="#br0" timeOffset="55420.04">17431 11932 1616 0,'-5'5'0'0,"0"5"0"0,2-2 0 0,0 5 0 0,0 0 0 0,1 2 0 0,-2 3 0 0,3 3 0 0,-1 2 0 0,-1 4 0 0,-2 2 596 0,1 3-280 0,-1 1-139 0,1-1-533 0</inkml:trace>
  <inkml:trace contextRef="#ctx0" brushRef="#br0" timeOffset="56133.1">18012 11664 1405 0,'-12'-14'0'0,"-3"-4"0"0,10 5 0 0,1 2 0 0,4 4 0 0,0-1 0 0,0 0 0 0,9 7 0 0,6-2 315 0,-1 3-139 0,3 0-70 16,-3 8-33-16,3 1 45 31,-4 7-45-31,-1 2 1 0,-4 3-75 0,-3 2 0 0,-2 3 39 0,-2 1-85 0,-1-1 37 0,-1 2 24 0,-10-1 1 0,-6-1-57 16,-1 0 40-16,-3 2 10 16,-4-7 29-16,-1-2-176 0,1-5 75 0,1-6 12 15,4-2 27-15,2-6-317 0,9 0 162 0,9-15 62 16,0-12-369-16,17-5 224 0,8-8 113 0</inkml:trace>
  <inkml:trace contextRef="#ctx0" brushRef="#br0" timeOffset="56285.46">18244 11526 1282 0,'2'0'0'0,"-1"-3"0"0,-1 3 0 0,0 0 0 0,0 10 0 0,0 6 311 0,-4 7-137 0,-4 6 262 16,-1 2-204-16,1 4-97 0,3 1-49 0,2-2 407 15,3 1-227-15,0 2-105 16,3-10-67-16,11-1 9 0,8-2-33 0,2-6 0 0,6-6-52 0,5 2-436 15,1-11 213-15,4-3 121 0,-1 0-782 0,0-1 426 16,-1-10 232-16</inkml:trace>
  <inkml:trace contextRef="#ctx0" brushRef="#br0" timeOffset="56521.26">18562 11507 1994 0,'-3'-6'0'0,"-3"-1"0"0,4 2 0 0,1 1 0 16,1 4 0-16,1 0 0 0,10 0 0 0,8 0 0 0,2 5 0 0,6 2 0 0,-1 2 361 0,0 0-162 0,2-1-81 0,0 2-110 0,-2 0 1 0,4-2 37 0,-9 1-93 0,-3 0 43 0,-4 0-1 0,-5-2 42 0,-4 3 119 0,-4 0-50 0,-1 0-39 46,-9 0 0-46,-15 2 10 0,-3 1 0 0,-8 1-40 0,-2 3 8 0,-1-2-122 0,0 0 55 0,2 0 28 0,3 1-560 0,3-3 280 0,1 5 133 0,7-1 71 0,8 0-647 0,8-2 340 0</inkml:trace>
  <inkml:trace contextRef="#ctx0" brushRef="#br0" timeOffset="56688.99">18880 11877 1531 0,'2'0'0'0,"-1"0"0"0,1 0 0 0,-1 0 0 0,-1 2 0 0,0-1 0 0,0 3 705 0,-1 1-334 0,-10 2-158 15,-5 1-92-15,-1 4 145 0,-5-2-115 0,-3 6-57 0,1 0-11 0,-4 2 9 47,4-3-55-47,-1 2-503 0,3-3 252 0,4-1 125 0,2-4 63 0,1 3-786 0,10-7 415 0,3-5 211 0</inkml:trace>
  <inkml:trace contextRef="#ctx0" brushRef="#br0" timeOffset="56944.49">19021 11748 1184 0,'0'3'0'0,"-5"1"0"0,2 3 0 0,-2 3 0 0,2 3 0 0,-1 5 741 0,1 4-353 0,3 1-175 0,0 4 160 0,0-1-159 0,2-2-93 0,7-2-42 0,7-3 45 0,1-2-43 0,5-4 0 16,3-4-272-16,-1-6 109 0,0-3 60 16,1 0 29-16,0-5-273 0,-2-13 152 0,-1-1 84 15,-6-3 29-15,-5 0-274 0,-4-3 136 0,-5 0-20 16,-2-3 66-16,0 5 33 0,-8-1-1 0,-6 2 119 15,-3 1-48-15,0 2-23 0,-5-4-9 0,0 11 57 16,0 0-36-16,-1 5 9 0,0 5-43 0,4 2-119 16,-3 0 55-16,8 0 35 0,5 14 40 0,4 3-433 15,5 5 209-15,0 0 106 0</inkml:trace>
  <inkml:trace contextRef="#ctx0" brushRef="#br0" timeOffset="57080.22">19455 11937 1460 0,'5'6'0'0,"-1"1"0"16,1 3 0-16,1-1 0 0,-3 1 0 0,-1 1 0 0,-2 2 156 0,0 1-59 0,0 4-21 0,0-2 232 0,-5 1-135 0,-4 0-68 15,3-5-34-15,-1 3-319 16,1-4 153-16,1-2 61 0</inkml:trace>
  <inkml:trace contextRef="#ctx0" brushRef="#br0" timeOffset="57235.76">19606 11719 1894 0,'0'0'0'0,"0"2"0"0,0-2 0 0,0 1 0 0,0 2 0 0,5-2 233 0,3 2-90 0,2 3-58 0,5-2 123 16,1 2-86-16,2 0-43 16,2 2 0-16,2 1-325 0,0-2 137 0,-1 1 72 15,3-2 36-15</inkml:trace>
  <inkml:trace contextRef="#ctx0" brushRef="#br0" timeOffset="57488.12">19951 11579 1746 0,'-7'0'0'0,"1"0"0"0,1 0 0 0,-1 5 0 0,0 9 0 0,1 9 0 0,0 8 333 0,-1 10-139 0,0 3-84 0,0 9 282 15,0 3-178-15,-4 3-89 110,0 0-45-110,-2 3 9 15,0-13-10-15,0-4-43 0,0-5 0 0,5-9-330 0,-1-4 165 0,2-2 92 0,4-16 31 0,2-4-660 0</inkml:trace>
  <inkml:trace contextRef="#ctx0" brushRef="#br0" timeOffset="57644.68">20077 11611 1114 0,'14'0'0'0,"0"0"0"0,6 0 0 0,5 0 0 0,4 2 0 0,1 3 406 0,0 2-186 0,1 0-91 0,1 4 146 0,0-4-119 0,0 4-51 0,-5-4-40 16,-4 1 62-16,-5 0-47 31,-5-2-21-31,-5 1 36 0,-1 0-20 0,-7 1-10 0,-5 1-29 0,-14 2 162 0,-7 0-82 0,-1 1-40 16,-7 1 9-16,1 2-103 0,0-4 26 0,-1 5 0 15,-2-1-501-15,2-1 256 16,-4 5 142-16,8-8 36 0,6 4-490 0,4-2 231 15</inkml:trace>
  <inkml:trace contextRef="#ctx0" brushRef="#br0" timeOffset="57791.89">20462 11951 1627 0,'-5'4'0'0,"0"-1"0"0,0 3 0 0,-4-2 0 0,1 3 0 0,-4 1 0 0,-2 2 0 0,0 2 690 0,-5 0-327 0,1 4-164 0,-1-1-81 0,-1 5 5 0,4-6-49 0,0 1 1 0,5-3-749 0,1-4 355 0,7-2 177 0,1 2-445 0</inkml:trace>
  <inkml:trace contextRef="#ctx0" brushRef="#br0" timeOffset="58037.68">20668 11786 1046 0,'-9'11'0'0,"-1"1"0"0,0 4 0 0,1 0 0 0,-2 6 0 0,4-1 0 0,4 2 780 0,3-2-373 0,0-1-185 0,2-2-94 0,11 1-37 16,4-7-32-16,4-4 399 0,0-5-301 0,3-3-60 0,2 0-31 0,0 0-295 15,-3-15 128-15,-4 1 68 16,0-3 34-16,-3-2-113 0,-4-2 74 0,-1-3 46 0,-10 3-9 16,-1-1-168-16,0 0 92 0,-4-1-70 15,-11 3 165-15,-5 1-89 0,-3 3 35 0,-3 5 0 16,-2 3 147-16,-2 4-73 15,-1-2-27-15,1 6-141 0,5 0 66 0,2 0 23 0,3 6 38 0,4 4-247 16,-1-1 115-16,11 2 61 0</inkml:trace>
  <inkml:trace contextRef="#ctx0" brushRef="#br0" timeOffset="58358.23">20881 11413 1427 0,'14'-11'0'0,"3"2"0"0,3-1 0 16,3 2 0-16,4 0 0 0,5-2 0 0,0 5 0 0,2 3 196 0,0-1-79 0,0 3-41 0,-1 0 36 0,2 0-29 0,-12 10-9 47,-4 0-38-47,-5 3 68 0,-6 3-35 0,-7 1 1 0,-1 3 63 0,0 1-54 0,-8-1 1 0,-3 2-44 0,1 1 321 0,0-2-160 15,1 4-72-15,2-6 281 0,3 1-252 0,1 1-154 16,3 1 0-16,0-1 0 0,0 4 0 0,0-3 0 15,5 5 0-15,2-1 0 0,2 3 0 0,1 2 0 16,1 7 0-16,1-3 0 31,2-1 0-31,1 3 0 0,0-1 0 0,2 7 0 0,-4-9 0 0,-1 4 0 0,0-6 0 0,0 2 0 16,-5-2 0-16,0 4 0 0,-6-9 0 0,-1 0 0 16,0 1 0-16,-1-3-415 15,-8 4-91-15</inkml:trace>
  <inkml:trace contextRef="#ctx0" brushRef="#br0" timeOffset="58821.78">21992 11605 1532 0,'0'0'0'0,"-3"0"0"0,-4 3 0 0,4 8 0 0,3 7 0 0,0 9 321 0,0 2-141 0,0 7-72 0,0 7-25 0,2-1 97 0,3-1-71 0,1 1-36 0,4-2 0 0,-2-1-178 0,2 2 81 0,-1-11 26 0,-1-5-575 15,-2-7 305-15,-1-6 154 0,2-5-611 16</inkml:trace>
  <inkml:trace contextRef="#ctx0" brushRef="#br0" timeOffset="59034.88">21931 11584 1001 0,'0'-27'0'0,"3"-1"0"0,5 9 0 0,11 5 0 0,6 3 0 0,9 2 347 16,6 7-154-16,6 0-69 0,2 2-47 0,-1 15 210 15,2 8-125-15,-5 5-62 0,-2 6-31 0,-4 5 74 16,-16 2-58-16,-9 3-23 16,-11 3 79-16,-2 0-52 0,-6 2-25 0,-16 5 50 0,-9-10-43 0,-5-5 1 15,-5-1-35-15,-2-4-81 0,2-3 40 0,-4-1 10 16,12-13 32-16,5-3-436 15,3-7 205-15,7-4 113 0,5-3 19 0,1 0-334 0,12-7 144 0,0-13 114 16,17-1-554-16</inkml:trace>
  <inkml:trace contextRef="#ctx0" brushRef="#br0" timeOffset="59274.05">22447 11896 1204 0,'20'-7'0'0,"2"5"0"0,0 1 0 0,-5 1 0 0,0 1 0 0,-5 9 0 0,-2 3 154 0,2 2-59 0,-4 3 312 16,-2 3-190-16,-3-1-89 0,-1 1-46 0,-2 5 27 15,0-2-36-15,-8 6 9 0,-5-9-44 0,-4-1 33 16,2 0 0-16,-4-4-33 0,-3 1 9 0,5-7 132 16,-1-4-71-16,2-3-35 15,5 3 210-15,2-4-123 16,2 1-51-16,4-3-41 0,3 0 67 0,0 0-135 31,0 0 0-31,10 0 0 0,8 0 0 0,1 0 0 0,6 0 0 0,3 0 0 0,2 0 0 0,-1 0 0 0,7-5 0 0,-5 4 0 16,0-5-236-16,-1 0 78 15,0-3-849-15,1 0 485 0,2-4 232 0</inkml:trace>
  <inkml:trace contextRef="#ctx0" brushRef="#br0" timeOffset="59410.11">23050 11568 1803 0,'0'0'0'0,"0"-1"0"0,0-3 0 0,0 1 0 0,0 3 0 0,0 0 0 0,0 0 0 0,0 0 0 0,1 0 194 0,5 5-79 0,1 5-39 16,2 4-823-16</inkml:trace>
  <inkml:trace contextRef="#ctx0" brushRef="#br0" timeOffset="59588.9">23083 11897 1550 0,'-8'7'0'0,"0"-1"0"0,1 5 0 0,6-6 0 0,-1 2 0 0,2 0 260 0,0-3-111 0,2 2-56 0,5 1-19 0,6-2-10 0,3 1-27 0,0-1 0 0,2 3-77 0</inkml:trace>
  <inkml:trace contextRef="#ctx0" brushRef="#br0" timeOffset="60039.49">23970 11379 683 0,'0'-29'0'0,"0"5"0"0,0 7 0 0,-7 4 0 0,-4-1 0 0,-2 8 236 0,-7 5-100 0,-3 1-50 16,-7 4-24-16,-4 13 102 16,-3 2-54-16,2 7-41 0,1 0 0 0,2 0 17 0,6 0-25 0,6-2 0 15,0 1 15-15,14-4-9 0,5-3-30 0,1-2-15 16,1 1 15-16,12 0 0 0,2 3 9 0,3-7-38 15,1 2 29-15,1 1 0 0,-1 0 0 0,-3 2 96 16,-4 6-39-16,-3 0-33 0,-6 0 0 0,-1 4 224 16,-2 3-123-16,0 1-63 15,-8 5 119-15,-3-3-95 0,-1-1-44 0,4 0 166 16,-4 0-138-16,5-2-107 0,1 6 0 0,0-5 0 16,6-3 0-16,0 1 0 0,0-2 0 0,0 1 0 15,0 3 0-15,2-7 0 16,2-2 0-16,-1 3-366 0,0-7 142 0,-1 7 64 0,0-10-514 0,-1-2 318 15,-1-2 160-15,0-4-151 0,0-1 155 0,0-3 69 16,0-4 47-16,5-2-418 16</inkml:trace>
  <inkml:trace contextRef="#ctx0" brushRef="#br0" timeOffset="60207.76">24185 11628 1433 0,'-10'-3'0'0,"0"3"0"0,-1 0 0 0,-1 8 0 0,-1 11 0 0,0 5 0 0,-3 8 632 0,2 5-297 0,0 10-140 0,5-3-83 0,2 2-38 16,6-2 0-16,1-1 313 15,1-4-175-15,13 0-78 0,5-14-54 0,3-5-305 16,1-3 132-16,3-6 64 0,1-5 33 0</inkml:trace>
  <inkml:trace contextRef="#ctx0" brushRef="#br0" timeOffset="60446.52">24285 11809 1424 0,'-6'-7'0'0,"2"-2"0"0,4 2 0 0,0 1 0 0,0 1 0 0,4 3 0 0,9 1 267 0,5 1-114 0,0 0 199 16,4 7-148-16,-2 3-88 0,-1 3-39 0,-2 3-27 16,1 0-13-16,-7 5 0 0,-1 1 9 0,-4-1-51 15,-4 3 0-15,-2 1 41 0,-4 1-39 0,-10-2-1 16,-5 5 50-16,-1-5-9 0,-8-1-43 0,3-4 1 15,-2-2 41-15,1-3-251 16,1-1 99-16,6-9 63 0,2-4 9 0,4 0-413 0,5-1 202 0,6-12 112 16,2-7 32-16,0-4-168 0,11-7 121 0,8-1 60 15,5-3 31-15</inkml:trace>
  <inkml:trace contextRef="#ctx0" brushRef="#br0" timeOffset="60629.19">24494 11715 2511 0,'9'-12'0'0,"-1"-1"0"0,0 4 0 0,-6 4 0 0,0 5 0 0,-1 0 0 0,-1 0 0 0,0 14 0 0,-7 7 0 0,-2 4 0 0,0 2 226 110,1 4-85-110,0 0-57 0,2-1 298 0,1-1-172 0,4 1-87 0,1-2-348 0,0 5 140 0,0-7 57 0,3-1 32 0,11-1 0 0,1-2 33 0,5-4 0 0,4 1 9 0</inkml:trace>
  <inkml:trace contextRef="#ctx0" brushRef="#br0" timeOffset="60727.93">24788 12014 1083 0,'-4'-4'0'0,"-1"2"0"0,2-1 0 0,-3 3 0 0,4 0 0 0,-3 0 761 0,1 0-367 0,-1 3-179 0,1 8 147 0,2 2-163 0,1 2-81 0,-3-1-41 16,3 4-9-16,-1-1-31 16,1-1 0-16,1-2-686 0,-2-1 343 0,2-1 181 0,0-3 76 0</inkml:trace>
  <inkml:trace contextRef="#ctx0" brushRef="#br0" timeOffset="60876.67">24835 11839 1634 0,'0'0'0'0,"0"0"0"0,0 0 0 0,0 0 0 0,0 0 0 0,0 0 0 0,0 0 0 0,5 0 540 0,2 5-252 16,3 3-125-16,-1 2-93 15,5 0-10-15,-3 0-23 0,3 1-1 0,2 0-486 0,-2 1 243 0,3-3 132 16,-5-1 50-16</inkml:trace>
  <inkml:trace contextRef="#ctx0" brushRef="#br0" timeOffset="61043.03">25074 11773 2052 0,'-3'-1'0'0,"-2"0"0"0,2 1 0 0,-3 0 0 0,4 2 0 0,-1 17 0 0,0 3 0 0,0 8 0 0,-3 6 591 0,2 7-277 0,-5 10-129 0,1 0 47 16,-1 3-97-16,-1-1-50 0,0-3-23 0,-1-4-179 15,-3 1 87-15,6-18 29 16,-3-5-1-16,4-8-616 0,-2-6 327 0,2-8 164 16,-1 1 92-16</inkml:trace>
  <inkml:trace contextRef="#ctx0" brushRef="#br0" timeOffset="61228.45">25193 11696 1807 0,'21'-6'0'0,"3"6"0"0,4 0 0 0,-6 18 0 0,-1 3 0 0,-2 9 0 0,-2 3 0 0,1 9 513 16,-14 1-243-16,-1 3-116 0,-3 3-59 0,-9-2 11 15,-9 2-34-15,-7 4 9 0,1-14-110 0,-3-4 34 16,2-4-1-16,-3-5 33 0,4-6-407 0,-2-1 212 16,6-13 94-16,4-6 49 0,3 0 27 0</inkml:trace>
  <inkml:trace contextRef="#ctx0" brushRef="#br0" timeOffset="61786.86">25778 11615 1866 0,'-5'0'0'0,"1"-2"0"0,3 0 0 0,1-1 0 0,0 3 0 0,0 0 0 0,0 0 0 0,0 0 0 0,5 0 0 0,3 0 103 0,3 3-24 0,0 0-9 0,-2 4-714 0,3 1 308 0</inkml:trace>
  <inkml:trace contextRef="#ctx0" brushRef="#br0" timeOffset="61869.21">25764 12054 1185 0,'-9'10'0'0,"1"2"0"0,0 8 0 0,6-7 0 16,2 1 0-16,0-1 0 0,0-2 589 0,0-1-276 0,5 1-128 16,6-7-79-16,4-3-34 0,2-1-1 0,5 0-34 0,4 0 0 0,3-5-480 15,-1-9 236-15,2-2 122 0</inkml:trace>
  <inkml:trace contextRef="#ctx0" brushRef="#br0" timeOffset="62069.52">26161 11697 1909 0,'7'-7'0'0,"0"1"0"15,6 3 0-15,4 1 0 0,2 2 0 0,1 0 0 0,0 11 0 0,1 7 0 0,1 1 232 0,-3 5-89 0,-6 0-57 0,-6 3 49 0,-5 1-48 16,-2 2-26-16,-2 0 1 0,-16 5-4 0,-8-5-21 0,-4-4 0 15,-4-2 25-15,-2 0 0 16,-3-3-15-16,6-10-70 16,2 0-143-16,5-8 102 0,6-3 50 0,8 0-539 0,3-2 245 0,9-15 152 15,3-6 23-15,20-7-477 0,6-7 286 0</inkml:trace>
  <inkml:trace contextRef="#ctx0" brushRef="#br0" timeOffset="62221.63">26380 11710 1244 0,'0'0'0'0,"0"0"0"15,0 0 0-15,0 0 0 0,0 0 0 0,-4 4 0 0,-4 14 746 0,-2 1-354 0,2 5-178 16,-1 4-79-16,5 0 215 0,3 3-156 0,1-1-78 0,0 0 125 0,10-4-103 16,7 2-40-16,6-11-445 31,5-2 192-31,1-4 96 0,5-5 48 0,1-6-706 0,5 0 387 0,-7-3 178 0,-2-6 95 0,-3-8-832 16</inkml:trace>
  <inkml:trace contextRef="#ctx0" brushRef="#br0" timeOffset="62452.59">26648 11390 1252 0,'0'-22'0'0,"0"11"0"0,2 1 0 0,5 4 0 0,3 4 0 0,3-2 159 16,0 4-66-16,0 0 64 0,2 9-60 0,-1 4-30 16,-4 3 0-16,0 3-38 0,-2 2 8 0,-8 1 0 15,0 3 0-15,0-2 46 16,-5 1-1-16,-7 2-36 0,1-5-9 0,-3-3 186 31,0-1-92-31,3-5-48 0,1 1 131 0,1-2-80 0,3-6-52 0,2-2-34 0,4-3-11 0,0 0 0 16,13 0 0-16,6-5-247 0,4-9 119 0,5 1 64 15,4-3 32-15,0 3-810 0,1 1 402 0,1 1 143 16</inkml:trace>
  <inkml:trace contextRef="#ctx0" brushRef="#br0" timeOffset="62581.27">26794 11786 968 0,'-16'11'0'0,"3"3"0"0,3-3 0 0,5 1 0 0,1 0 0 0,4-6 0 0,0 0 411 0,11-3-186 0,7-2-94 16,4 0-48-16,3-1-13 15,6 0-9-15,-1 0-67 0,3 0 0 0,1-2 43 16,-2-4 0-16,2 2-290 0,-7 1 140 0,0-2 75 0</inkml:trace>
  <inkml:trace contextRef="#ctx0" brushRef="#br0" timeOffset="62790.72">26986 11659 2485 0,'-13'5'0'0,"2"1"0"0,3 3 0 0,0 5 0 0,-2 4 0 0,5 3 0 0,-1 9 0 0,2 1 0 0,2 2 0 0,0 4 0 0,2 1 247 0,0-2-106 0,0 3-42 0,0-7-307 0,0-5 122 0,2-1 62 0,4-7 30 0,0-2-320 0,1-2 184 0,5-7 80 0</inkml:trace>
  <inkml:trace contextRef="#ctx0" brushRef="#br0" timeOffset="62892.55">27218 11729 1234 0,'0'0'0'0,"0"0"0"0,0 0 0 0,0 3 0 0,1 0 0 0,1 1 121 0,0 2-43 16,1 3 10-16,3-1-227 0,-1 1 81 0,-1-1 39 15,4-1 0-15</inkml:trace>
  <inkml:trace contextRef="#ctx0" brushRef="#br0" timeOffset="63048.47">27349 11661 1708 0,'-8'0'0'0,"4"0"0"0,-1 3 0 0,0 9 0 16,-1 5 0-16,-1 11 0 0,-3 11 0 0,2 8 0 0,-4 7 187 0,-1 6-75 0,-1 2 151 31,-2-1-114-31,-2 4-47 0,3-14-37 0,3-5-197 0,1-5 85 16,-1-7 41-16,2-5 0 0,1-2-465 0,1-14 248 0,3-7 130 0</inkml:trace>
  <inkml:trace contextRef="#ctx0" brushRef="#br0" timeOffset="63289.4">27587 11439 1016 0,'20'-13'0'0,"1"5"0"0,3 3 0 0,-9 5 0 0,0 0 0 0,-7 0 0 0,-2 9 0 0,-3 4 0 0,-3 3 259 0,-1 1-111 0,-14 5-56 16,-5 0-28-16,0 2-30 0,-7 0 11 0,3-3-9 16,1-4-18-16,4 0 18 0,0-2 0 0,5-2 47 15,1-3-14-15,7-2-9 0,2-5-24 0,4 1-36 16,0-4 1-16,9 0 35 0,9 0 9 0,6 0-69 15,6-6 30-15,3-4-11 16,6-2 38-16,1 1-606 0,5 1 285 0</inkml:trace>
  <inkml:trace contextRef="#ctx0" brushRef="#br0" timeOffset="63520.6">28159 11563 1720 0,'0'-6'0'0,"0"3"0"0,0-2 0 0,0 2 0 0,0 3 0 0,0-3 0 0,0 3 422 0,0 0-197 0,-6 0-95 0,-5 0 137 16,-3 11-116-16,-2 2-57 0,-8 1-20 0,2 2 116 16,-4 2-77-16,-3 3-38 0,1-4-1 0,0 2-125 15,3-3 53-15,5-2-9 0,5-4 80 0,3 0-37 16,3 0 1-16,3 1 50 0,6-6-8 0,0 2-43 16,10-2 0-16,10 3 24 0,7-4-52 0,3 3-8 15,4-3 0-15,0-1 0 16,1 1-4-16,-1 0 4 0,-3-1-647 0,5 4 320 0,-12-1 142 0,2-2 87 15,-4 1-826-15</inkml:trace>
  <inkml:trace contextRef="#ctx0" brushRef="#br0" timeOffset="63791.02">27846 12019 851 0,'-14'0'0'0,"2"0"0"0,7 0 0 0,0 0 0 0,3 0 612 0,2 0-288 0,0 0-136 15,0 0-81-15,12 7 656 0,7 2-365 0,2 0-181 16,3 3-45-16,0 3-60 0,-1-4-42 0,1-2-1 16,1 2-234-16,-5-1 100 109,2 1 51-109,-1-2-596 0,-5-1 318 0,-3-1 164 0,-1-3 81 0,-4 0-904 16</inkml:trace>
  <inkml:trace contextRef="#ctx0" brushRef="#br0" timeOffset="66079.4">28400 11712 1681 0,'5'-15'0'0,"2"4"0"0,3 4 0 0,3 0 0 0,3 3 0 0,4 0 0 0,0 4 0 0,-1 0 166 0,1 6-64 0,3 8 33 16,-7 4-49-16,4 5 11 31,-7 0-58-31,-7 6-134 0,1 1 66 0,-5 2 35 0,-2-2-1 0,-2 8-96 0,-11-8 60 0,-4-3 35 0,-4 2-1 0,-5-5 56 16,-3-1-62-16,-2-2 41 0,2-7 131 0,2-4-72 15,5-5-59-15,-1 1 359 16,8-6-180-16,-1 1-80 0,8-1-54 0,4 0 252 15,4 0-149-15,0 0-86 0,0-5-100 0,18 3 0 16,6-3 0-16,5 5 0 0,1-5 0 16,4 1 0-16,2 3-20 0,-3-1 1 0,-3 2-273 0,2 0 165 15,-1 0 82-15,-3 6-849 0,2 0 382 0,-7 5 241 16,-4-3 116-16</inkml:trace>
  <inkml:trace contextRef="#ctx0" brushRef="#br0" timeOffset="66274.5">28812 11851 1003 0,'0'-7'0'0,"0"1"0"0,0 1 0 0,0 2 0 0,0 1 0 0,0 2 570 0,0 0-256 0,0 3-143 0,1 10 314 0,2 5-226 0,0 6-112 0,-1 1-39 0,1 6-26 0,-1-1-9 15,-1-1-35-15,1 2-362 0,-1-2 182 0,-1 1 89 31,0 2 56-31,0-8-576 0,0-3 303 0,0 0 152 0,0-7 76 0,0-6-652 0,-3 0 318 0</inkml:trace>
  <inkml:trace contextRef="#ctx0" brushRef="#br0" timeOffset="66573.3">28761 11779 953 0,'10'-25'0'0,"-1"0"0"0,3 10 0 0,1 5 0 0,6 2 0 0,0 2 261 0,4 6-111 0,3 0 245 16,-3 0-184-16,0 7-85 31,-1 8-45-31,-1 2 14 0,-5 1-29 0,3 3 10 0,-9-3-38 0,0 3-28 0,-7-2-1 0,-3 1 29 16,0 0 1-16,0 1-77 0,-13-7 30 0,1 1-1 0,-3-3 95 0,-1-3-48 15,-2-2 0-15,-2 1 114 0,2-5-62 16,0-3-25-16,4 0-24 0,1 0 104 0,2 0-53 0,1 0-18 16,3 0-9-16,4 0 179 0,3 0-102 0,0 0-53 15,0 0-12-15,6 3-77 16,9 5 0-16,3 5 0 0,3-2 0 0,5 4 0 0,2 2 0 15,3 5 0 1,-3-1 0-16,4-1 0 0,-3 4 0 0,0-2 0 0,-4-2-43 0,3 2-29 16,-9-6 8-16,-3-7-376 15,-2 2 163-15,-1-5 125 0,-4-5-686 0,4-1 391 0,-9 0 209 0</inkml:trace>
  <inkml:trace contextRef="#ctx0" brushRef="#br0" timeOffset="66820.8">29195 11468 1399 0,'7'-22'0'0,"3"9"0"0,6 3 0 0,0 2 0 0,2 3 0 0,2 3 522 15,2 1-232-15,-2 1-131 78,0 1-60-78,-2 9 14 0,-1 5-38 0,-4 0 1 0,3 2-106 0,-10 3 30 0,-4 1 0 0,-2-1 38 0,0 0-138 0,-5 2 69 0,-8 0 44 0,-1-4 114 0,-5 2-45 0,2-5 1 0,0-3-45 0,0 0 228 0,0 0-104 0,5-5-67 0,1-3-28 0,4 2 86 16,4-6-57-16,1 4-29 0,2-1-57 0,0-3-9 16,12 0 37-16,8 0-15 0,6 0-407 0,2 0 203 15,4 0 119-15,2 0-1076 0,2 1 550 0</inkml:trace>
  <inkml:trace contextRef="#ctx0" brushRef="#br0" timeOffset="66982.17">29663 11964 1086 0,'-3'0'0'0,"-1"0"0"0,3 0 0 0,-3 0 0 0,3 0 0 0,-1 0 24 0,-2 2 0 0,2 4-24 0,-2 1 1094 0,2 4-529 0,-3 0-264 0,1 4-131 16,-4 1-92-16,-1 3-32 16,0 1-9-16,2-1-605 0,-2 0 302 0,3-2 152 0,-1-3 75 0</inkml:trace>
  <inkml:trace contextRef="#ctx0" brushRef="#br0" timeOffset="67215.17">29973 11618 1281 0,'16'-13'0'0,"1"5"0"0,7 6 0 0,4 0 0 0,2 2 664 0,2 0-303 0,-3 8-167 0,-4 6 148 16,-5 7-153-16,-2 4-75 0,-4-2-39 0,-5 8 167 15,-7-1-107-15,-2 4-49 0,-11 1-25 0,-13-1-109 16,-6 0 42-16,-6 5 9 0,-1-9-150 0,-1-2 92 16,2-4 46-16,0-5 0 0,6-2-381 0,-4-2 203 15,13-13 24-15,6 0-495 0,5-2 310 0,9-2 156 16,1-7 68-16,4-12-219 0,20-4 153 0</inkml:trace>
  <inkml:trace contextRef="#ctx0" brushRef="#br0" timeOffset="67382.78">30320 11577 2899 0,'0'-12'0'0,"0"7"0"0,0 0 0 0,0 4 0 0,0 1 0 0,0 3 0 0,-9 12 0 0,-1 9 0 0,2 5 0 0,-1 7 466 0,-1 3-214 0,6 3-108 0,1 2 26 0,3-2-170 0,0-1 0 0,9-1 0 16,11-2 0-16,4-4 0 0,6 1 0 0,2-12-432 31,1-1 98-31,0-7 185 0,2-1 94 0,1-7-364 0,3-2 88 0</inkml:trace>
  <inkml:trace contextRef="#ctx0" brushRef="#br0" timeOffset="67606.45">30645 11629 2054 0,'0'-10'0'0,"0"-1"0"0,2 8 0 0,5 2 0 0,7 1 0 0,3 0 0 0,4 4 163 0,3 3-54 0,1 6-41 0,7-3 211 15,1 4-121-15,2-2-61 0,-1 0-30 0,2 0-37 16,-7-4 7-16,-4 1 0 16,-6-2-148-16,-4 0 74 0,-6 0 36 0,-2-1 10 0,-7 1-115 0,-10 1 71 15,-14 1 36-15,-11 3-64 16,-4 0 31-16,-7 2-28 0,1 1 31 0,-2 1-194 0,0 0 101 0,3 3 52 16,4-2 2-16,-2 3-624 15,13-6 333-15</inkml:trace>
  <inkml:trace contextRef="#ctx0" brushRef="#br0" timeOffset="67790.21">31059 11975 1950 0,'-7'0'0'0,"-2"0"0"0,-2 0 0 0,1 1 0 0,-2 4 0 0,-5 2 0 0,-4 2 0 0,-5 2 193 0,-4 6-70 0,-1-3-47 0,1 2 333 0,-1 2-186 0,4-1-94 0,1-1-45 0,4 1-423 0,7-7 183 0,9 0 96 0,6-3-727 0,0-2 412 0,6-3 215 0</inkml:trace>
  <inkml:trace contextRef="#ctx0" brushRef="#br0" timeOffset="68047.21">31247 11822 1345 0,'-4'0'0'0,"-1"0"0"0,-1 0 0 0,2 8 0 0,0 1 0 0,-2 7 410 0,2-2-187 0,2 7-93 0,0 3-37 0,2-1 435 0,0 0-245 0,2 0-124 0,10-1-61 0,-1-1-30 0,6-3 8 0,2-4-39 0,3-4-101 0,2-7 50 0,-2-3 25 0,2 0-84 0,4-3 64 0,-7-11 19 0,-2-5-1 0,-4 0-204 0,-3-4 116 0,-7-1 21 0,2-2-66 0,-7-1-105 15,0 3 104-15,-12-1 4 0,-5 1-25 0,-3 0 55 0,-4-1 18 0,-1 8 9 16,-3 2 67-16,1 4 0 15,0 5-40-15,1 3-54 16,0 0 18-16,7 3 9 0,5 0 27 0,2 12-63 0,6 8 31 0,2-1 1 16,3 5 22-16</inkml:trace>
  <inkml:trace contextRef="#ctx0" brushRef="#br0" timeOffset="68209.8">31708 12109 2013 0,'-10'0'0'0,"4"-3"0"0,2 3 0 0,2 0 0 0,-2 3 0 0,-5 8 0 0,1 1 0 0,-4 3 213 0,-4 1-106 15,3 3-52-15,-4-3 13 0,3 2-1 0,-4 2-29 0,10-5-9 0,-1-4-332 16,2-1 152-16,4-2 76 0</inkml:trace>
  <inkml:trace contextRef="#ctx0" brushRef="#br0" timeOffset="68389.35">31793 11862 1521 0,'7'1'0'0,"-3"-1"0"0,5 4 0 0,1-2 0 0,3 4 0 0,-3 1 0 0,5 0 0 0,-1 2 440 0,1 2-193 0,-4-2-109 16,-1 3-51-16,0 0-7 0,0-2 1 15,-4 2-45-15,1 3-185 0,0-6 88 16,-4-1 49-16,1 1 24 0,-2-6-659 0,1 3 326 15,3-1 164-15</inkml:trace>
  <inkml:trace contextRef="#ctx0" brushRef="#br0" timeOffset="68563.11">32106 11777 941 0,'0'-4'0'0,"0"-1"0"0,0 2 0 0,0 1 0 0,0 2 0 0,0 0 316 16,0 9-131-16,0 11-79 0,-4 4-34 0,-6 10 347 0,0 5-191 0,-3 4-95 15,-5 8 6-15,-2-1-55 0,1 5-24 0,-1-3 0 16,0 0-91-16,2-5 33 0,-2 3 10 0,4-14-431 16,3-5 228-16,3-2 114 0,-1-9 56 0,4-1-661 15,-4-2 330-15</inkml:trace>
  <inkml:trace contextRef="#ctx0" brushRef="#br0" timeOffset="68815.43">32267 11810 2256 0,'13'-16'0'0,"4"5"0"0,7 7 0 0,1 2 0 0,6 0 0 0,0 2 0 0,-7 0 0 0,-3 0 0 0,-2 5 174 0,-3 1-69 0,-4 2-34 0,1 1 310 16,-8-2-177-16,-1 1-83 62,-2-1-43-62,-2 1-12 0,-2 2-30 0,-11 2 10 0,-7 0-60 0,-2 1 25 0,-5 0 0 0,-4 3 25 0,0-3-184 0,-7 2 101 0,4 0 37 0,2-1-174 0,1-1 68 0,0-1 68 0,5 0-44 0,-1 1-411 0,5-3 237 0,6-1 115 31,4 0 57-31,0 1-481 0</inkml:trace>
  <inkml:trace contextRef="#ctx0" brushRef="#br0" timeOffset="69018.95">32504 12104 2208 0,'0'-7'0'0,"-5"2"0"0,-1 3 0 0,4-3 0 0,-1 5 0 0,-3 0 0 0,-1 0 0 0,1 0 0 0,-8 3 236 0,-5 9-100 93,-3 0-40-93,-1 2 27 0,-3 6-43 0,3-3 1 0,2 2-45 0,1-3-239 0,3 2 129 0,6-6 50 0,2-1 30 0,6-3 1 0,3-4 29 0,2-4-624 0,12 0-332 0,10-1 446 0,8-14 219 0</inkml:trace>
  <inkml:trace contextRef="#ctx0" brushRef="#br0" timeOffset="69225.59">32728 11981 1405 0,'-17'0'0'0,"-3"0"0"0,-2 4 0 0,10 7 0 0,-2 1 0 0,4 6 0 0,3 0 143 0,1 3-53 0,-3 2-18 0,9-5 146 31,0-1-90-31,0-1-46 0,3-4-23 0,11-1 75 0,0-1-39 0,4-7-35 0,2-3 64 0,4 0-44 16,2-2 0-16,3-9-44 0,3-4-22 15,-4 0-10-15,-1-3 32 0,-1 1-57 16,-2-1 28-16,-7 0 1 0,1 1 37 0,-11-1-228 0,-5 0 108 0,-2 3 19 16,-2 1 39-16,-11-1-231 0,-8 1 117 0,-4 6 33 15,-3 1-64-15,-3 5 45 0,2 1 41 0,-1 1-9 32,6 0-153-32,5 0 102 0,2 1 49 0,2 3-244 0,8 1 147 0</inkml:trace>
  <inkml:trace contextRef="#ctx0" brushRef="#br0" timeOffset="69578.95">32949 11577 1256 0,'18'-14'0'0,"7"8"0"0,8 4 0 0,6 2 0 0,4 0 0 0,-5 3-2 0,-2 6-8 0,-3-1 0 0,-5 2 169 16,-3 2-70-16,1 4-30 0,-16-1-4 0,-4 0 193 15,-5 6-106-15,-1-1-52 0,-7 0-41 0,-6 5-3 32,-6-6-9-32,1 4-1 0,2-2 192 0,1 1-96 15,5-2-48-15,-1 6 69 0,6-6-64 0,-2 1-25 0,7 0-1 0,0-1 86 0,0 2-56 16,0 5-19-16,7-4-9 0,0 2 94 16,-1 4-60-16,0 0-32 0,-1 5 0 0,-4 8 30 15,-1-4-93-15,0 2-4 0,0 2 0 0,-9 2 0 16,0 4 0-16,-3-7 0 0,2-2 0 0,-4 0 0 15,3 0 0-15,1-2-94 16,-2 1 26-16,5-11 42 0,3-6 24 0,0-1-738 0,-2-6 351 0,-1 0 174 16,-6 6 79-16</inkml:trace>
  <inkml:trace contextRef="#ctx0" brushRef="#br0" timeOffset="76792.36">16709 12775 1442 0,'-7'0'0'0,"-2"-5"0"0,6 3 0 0,3 2 0 0,0 0 306 0,0 0-134 0,3 0-68 0,9 0-24 0,7-3 503 0,3 2-272 15,3 0-138-15,3-1-13 0,2 0-61 0,2 0-22 16</inkml:trace>
  <inkml:trace contextRef="#ctx0" brushRef="#br0" timeOffset="76976.9">16889 12754 3302 0,'28'-3'-83'0,"-1"2"59"0,-4-2 31 0,1 2-418 0,-9 1 220 0,-3 0 113 0,-6 0 58 0,-2 0-224 0,-4 0 45 0,0 0 89 0,-4 0-37 0,-10 0 25 0,-2 0 42 0,-2 0 0 0,1 0 161 0,-1 0-68 0,3 0-21 0,0 0 274 0,2 0-152 0,1 0-75 0,3 0-38 0,-3 0 392 0,5 0-161 0,2 0-109 0,2 7 8 0,2 3 181 0,1 4-137 0,0 4-60 15,0 5-44-15,1 3 97 0,9 5-66 0,0 5-32 0,1 4-57 0,-1 9-13 0,-1-3 0 0,-1 2 0 0,-5 4 0 0,-1-5 0 0,-1 1 0 0,-1 4-45 78,0-14-33-78,-11-2 58 0,-1-4 29 0,-2-6-108 0,1-7 32 0,-4 1 37 0,7-15-33 0,-3-5 92 0,3 0-67 0,4 0 14 0,1-3 258 0,1-4-126 0,4-1-56 0,0-3-20 0,2 1-32 0,6 1 0 0,7-2 0 0,2 0 0 16,0 1 0-16,2 2 0 0,1 2 0 0,-1 0 0 16,1-2 0-16,1 2 0 0,-4 3 0 0,0-1 0 31,-2 2 0-31,0-1 0 0,-2 3-248 0,2-2-117 0,-6 2 131 0,-2 0-553 0,2 0 375 0,-1 0 188 16,1-2 84-16</inkml:trace>
  <inkml:trace contextRef="#ctx0" brushRef="#br0" timeOffset="77256.39">17083 12729 1138 0,'5'-13'0'0,"3"3"0"0,2 1 0 0,3-2 0 0,3 4 0 0,3 0 0 0,2 3 587 0,0 4-275 0,1-2-137 16,2 2 218-16,-5 0-183 15,-4 2-86-15,-1 9-56 0,-4 2 0 0,-5 4-31 16,-2 0 9-16,-3 3-137 0,-2-2 64 0,-10 4 32 15,-6-3 0-15,-2-1-14 0,0 4 56 0,-2-8-10 0,1 1 0 0,2-3 157 16,2-2-78-16,2-1-40 16,0 1 173-16,7-6-115 0,3-1-134 0,5 1 0 15,0-2 0-15,2-2 0 16,12 2 0-16,8-2 0 0,3 0 0 0,4 0 0 0,4 0 0 0,2-3-27 16,2 1-168-16,-3-1 111 0,-1-1 61 0,-1 2-920 31,-2 1 453-31,3 1 218 0</inkml:trace>
  <inkml:trace contextRef="#ctx0" brushRef="#br0" timeOffset="77486.13">17721 12734 1707 0,'-4'0'0'0,"-6"3"0"0,2 0 0 0,-3 3 0 0,0 5 0 0,-1 2 0 0,-2 8 0 0,1 9 850 0,-1 8-406 0,-1 11-195 0,5 3 358 0,4 6-533 0,1 1-74 15,5 4 0-15,0-6 0 0,2 4 0 0,12-19 0 0,2-6 0 0,4-7 0 0,1-7 0 0,-2-5 0 0,5 1-4 16,-6-12-121-16,0-6 80 0,0 0 42 0,-1 0-752 0,-1-7 312 0,4-8 193 16,-7-4-412-16,0 1 312 0,0-8 157 0,-2 2-305 15,0-6 230-15</inkml:trace>
  <inkml:trace contextRef="#ctx0" brushRef="#br0" timeOffset="77711.64">17900 12922 2138 0,'-4'-17'0'0,"-1"-2"0"0,3 9 0 0,-1 4 0 0,1 0 0 0,2 6 0 0,0 0 0 0,0 0 443 0,0 15-208 0,0 9-99 0,0 3 592 16,0 9-477-16,0 2-251 47,2 4 0-47,0 1 0 0,-1-2 0 0,1 2 0 0,1-4 0 0,1 0 0 0,-1 3 0 0,2-9 0 0,-3-4 0 0,2-4-19 0,0-6-70 0,-3-4-778 15,1-1 367-15,-1-13 248 63,1-1 25-63,-2-1-478 0,0-16 334 0,0-7 167 0,0-2 75 16</inkml:trace>
  <inkml:trace contextRef="#ctx0" brushRef="#br0" timeOffset="77931.71">17889 12974 601 0,'0'-23'0'0,"0"5"0"0,3-3 0 0,3 10 0 0,2 3 0 0,2 3 528 0,2 3-245 0,2 0-123 31,4 2-53-31,0 0 220 0,0 7-146 0,0 5-71 0,-1 0-37 0,0 1-44 0,-3 3 16 0,-5 0-8 0,-1 2-115 0,-7 1 58 0,0-1 28 0,-1 0-213 0,-2 4 131 0,-12-7 50 16,-2 2 30-16,-2-3-14 15,-2 0 1-15,-1-1-31 0,-1-4 0 0,1-3 336 0,2-2-146 0,3-1-85 16,0-2-33-16,1 0 467 0,6-1-236 0,0 0-114 16,6 0 101-16,3 0-108 15,0 0-80-15,5 0-64 0,10 2 0 0,6 3 0 0,4 3 0 16,1 1 0-16,3 3 0 0,2 0 0 0,-1 0 0 15,-1 3 0-15,0-1 0 0,0-1 0 16,-3 1 0-16,2 1 0 16,-7-5-202-16,-6-3 19 0,-1-1-778 0,-4-3 461 0,-4-3 233 0,0 0-259 15</inkml:trace>
  <inkml:trace contextRef="#ctx0" brushRef="#br0" timeOffset="78106.49">18402 12794 1361 0,'21'1'0'0,"2"3"0"0,1 2 0 0,4 5 0 0,8 6 0 0,-10 2 0 0,1 7 979 16,-2 7-472-16,-5 5-235 0,-6 5-121 0,-1 8 510 15,-13-5-661-15,-3 5 0 0,-16 0 0 0,-3-2 0 16,-4-6 0-16,-4 3 0 0,2-15 0 0,0-4 0 16,0-4 0-16,-2-5-344 0,-3 1 115 0,8-12 127 15</inkml:trace>
  <inkml:trace contextRef="#ctx0" brushRef="#br0" timeOffset="79505.42">19455 12908 928 0,'7'-14'0'0,"-1"6"0"0,1 1 0 0,-2 3 0 0,-1 0 0 0,1 1 0 0,-3 1 325 16,-1 2-144-16,1 0-72 0,-2 0 40 0,0 2-55 15,-6 8-19-15,-7 3 92 0,-4 1-65 0,-5 6-33 16,-2-1 1-16,-3 3 73 0,-5-1-43 0,3 0-37 31,-2-1 1-31,1-2 126 0,-1 2-76 0,3-4-39 0,-5 2 10 0,8-4 178 0,5-5-114 0,4 0-55 16,3-3 73-16,6-3-65 16,1 3-49-16,6-6-53 0,1 3 0 0,11-2 0 0,7 0 0 0,6 1 0 15,1 3 0-15,2-2 0 16,3-1 0-16,0 1 0 0,0-1 0 0,3 2 0 15,1-1 0-15,-7 0 0 0,-3 0 0 0,0 1 0 16,0-1 0-16,-5 1-300 0,5-1 124 0,-12 0-393 94,1-2 266-94,-4 4 133 0,-4-5 67 0,1 3-767 0</inkml:trace>
  <inkml:trace contextRef="#ctx0" brushRef="#br0" timeOffset="79621.56">19192 13343 2859 0,'-18'3'0'0,"1"3"0"0,3 2 0 0,8-1 0 0,6 1 0 0,0-2 0 0,6 2 0 0,13 2 0 0,6-1 439 0,5-3-206 0,2 1 167 16,4 0-400-16,-1-1 0 0,2 0 0 0,0 1 0 0,-6-2 0 0,0 1 0 16,-1-3 0-16,-2 2-52 0,-4-4-227 0,5 2 167 15,-12 2 70-15,-3-4-861 0,-6 2 459 0</inkml:trace>
  <inkml:trace contextRef="#ctx0" brushRef="#br0" timeOffset="80456.81">20327 13025 847 0,'0'-18'0'0,"0"-3"0"0,-5 6 0 0,1 1 0 0,1-4 0 0,-2 4 199 16,0-3-81-16,-1-3-30 0,2 3 89 0,-2 3-69 15,-1-1-36-15,1 0-25 0,0 0-10 0,-3-2 10 16,2 6-9-16,-2 2-42 0,1-1 42 0,-3 3 0 15,3 2-1-15,-3-1 62 16,1 5-36-16,0 1 1 0,2 0-27 0,-2 0 82 16,3 11-40-16,1 2 9 0,5 4 62 0,1 7-56 15,0 1-28-15,0 7 40 0,6 3-34 0,2 4 9 16,7-1-43-16,-2 4 66 0,0-1-33 0,-1 2-1 16,0 1-32-16,-3 6 46 0,-1-6-46 0,-1-2-1 15,-4 0 1-15,-2-1-30 16,-1-6 29-16,0 8 10 0,0-14-36 0,-6-5 1 15,-5-4 25-15,-3-4-116 0,0-1 67 0,-3-10 9 16,1-3 0-16,-1-2-124 31,0 0 72-31,-2-6 22 0,1 0 3 0,4-8-368 0,1 0 189 0,1 1 68 0,2-4 56 0,4-1-369 0,1-2 198 0,5-4 115 16,0-1-400-16,8-4 252 0</inkml:trace>
  <inkml:trace contextRef="#ctx0" brushRef="#br0" timeOffset="80781.94">20573 12891 1032 0,'12'-23'0'0,"0"0"0"0,-1-1 0 0,-3 0 0 0,-2-1 0 0,0-1 256 0,-4 3-114 0,-2 4-52 0,0 1 289 0,-9 4-171 0,-3 6-86 0,-4 0-32 0,3 8 128 0,-6 0-90 0,2 10-45 0,-3 10-1 0,2 3 191 16,-2 5-109-16,7 0-67 0,3 6 210 0,4 0-135 15,1-1-84-15,5 4-88 0,-2 2 0 0,2-4 0 16,0-3 0-16,2 0 0 15,3 2 0-15,0-5 0 16,-1 10 0-16,1-9 0 0,1 2 0 0,-6-3 0 0,3 3 0 0,-3 4-419 109,0-7 65-109,0 1 172 16,-7 1-605-16,-1-4 375 0,-2 1 187 0,-4 2-475 0</inkml:trace>
  <inkml:trace contextRef="#ctx0" brushRef="#br0" timeOffset="80897.19">20299 13582 1115 0,'-10'11'0'0,"0"5"0"0,4-1 0 0,0 2 0 0,4 0 0 0,-1 2 606 0,3 4-285 0,0 1-132 0,0-2-80 0,3-1 483 0,3 3-278 0,-1 2-138 0,0-4-69 0,-1 5 78 16,0-5-79-16,-3-1-34 0,1-1-310 0,1 1 138 0,-3-6 69 0,0 2 44 0,0-10-10 0,0 1 34 15,0-5 1-15,-5-3-1503 0,0 0 671 0</inkml:trace>
  <inkml:trace contextRef="#ctx0" brushRef="#br0" timeOffset="81088.17">20265 13615 1631 0,'2'-10'0'0,"1"-1"0"0,3 0 0 0,0 4 0 16,2 2 0-16,6 5 0 0,0-3 0 0,5 3 0 0,2 0 511 0,0 9-241 0,0 7-117 0,0 3 27 0,-3 5-72 15,0 3-26-15,-6 1 54 16,-4-1-49-16,-8 2-25 0,0 0 0 0,0 2 9 0,-6 1-24 0,-11-5-10 15,-5-1 1-15,-4-4 62 16,-4 0-31-16,0-4 0 0,-2-1-164 0,4-6 62 16,4-7 36-16,2-1-1 0,4-3-439 0,2 0 211 15,2 0 121-15,9-5-331 0,5-8 205 0,0-3 65 16,7-1 64-16,11-1-548 16,4-2 297-16</inkml:trace>
  <inkml:trace contextRef="#ctx0" brushRef="#br0" timeOffset="81308.41">20598 13748 887 0,'24'-8'0'0,"3"1"0"0,-7 6-1 0,-1-1 1 0,-4 2-1 0,-2 0 1 0,-2 12 528 0,3 1-237 0,-9 2-132 16,2 2-62-16,-6 3 334 0,1-2-198 0,-2 3-98 15,0-1-42-15,-3 1 43 0,-9-5-51 0,-2 1-24 16,0-6 63-16,-4-1-44 0,-2 2 9 0,4-7 135 16,-2-5-95-16,1 3-46 15,4-3-23-15,4 0-52 0,-4 0-8 0,9 0 0 16,0 0 0-16,4-3 0 0,0 0 0 0,2 1 0 0,13-1 0 0,1-1 0 15,6-1 0-15,3 5 0 16,0 0 0-16,6-3 0 0,-2 3 0 0,3 0-304 16,2 0-171-16,-1 0 230 15,-1 0 58-15,3 0-382 0</inkml:trace>
  <inkml:trace contextRef="#ctx0" brushRef="#br0" timeOffset="82225.73">21176 13188 1194 0,'-9'0'0'0,"5"3"0"0,-1-1 0 0,3 4 0 0,2 0 0 0,0-1 143 0,5 2-44 0,12-2-35 0,4-2 393 15,4-1-209-15,7 0-106 16,1-2-52-16,6 0-17 0,-3 0-10 0,-2-6-26 15,3-2 281-15,-4-2-140 0,-2-2-71 0,1-2-26 16,-9 2-86-16,-6-3-1 0,-3 1 43 0,-4-1-112 47,-6-2 56-47,-1 0 37 0,-3-2-9 0,-2 1-44 0,-11 1 29 0,-5 0 0 0,-2 3-16 0,-3-4 5 0,-4 7-27 0,-1 4 26 0,-3 2-103 0,-2 5 54 16,-1 0 16-16,-3 3 175 0,3 11-65 0,2 6-34 15,2 5 6-15,2 8 244 16,-1 3-118-16,10 4-71 0,7 2-14 0,5 3 93 15,6-1-94-15,1 3-71 0,8-1 0 0,12-5 0 16,8-10 0-16,5 1 0 0,4-6 0 0,1-6 0 16,2 1 0-16,-4-13 0 0,1 1 0 0,-4-8 0 15,0-1 0-15,-4 0-19 0,4 0-229 0,-11-1 129 16,2-11 11-16,-3-2-696 16,-1-1 383-16,-1-2 192 0,6-2 86 0,-6-3-294 0</inkml:trace>
  <inkml:trace contextRef="#ctx0" brushRef="#br0" timeOffset="82417.08">21801 12871 1970 0,'-6'-5'0'0,"2"3"0"0,0 0 0 0,4-1 0 0,0 3 0 0,2 0 0 0,7 0 0 0,7 3 562 15,1 1-254-15,3 1-140 0,2-1-65 0,0 0-298 0,3 0 117 16,1-1 57-1,1-1 38-15,1-2-738 0,-2 0 364 0,1 0 180 0,-2 0-348 0</inkml:trace>
  <inkml:trace contextRef="#ctx0" brushRef="#br0" timeOffset="82658.9">22171 12723 1788 0,'0'-9'0'0,"0"4"0"0,3 1 0 0,3 1 0 0,-1-1 0 0,4 3 0 0,0 1 0 0,6 0 0 0,-3 3 0 0,2 9 0 0,1-1 467 0,-2 6-220 0,-5 0-105 0,-2 3-53 0,-3 2 113 31,-3 2-83-31,0 5-32 0,-3-5-9 0,-11 1-41 0,-3 1 0 0,-5-2 0 0,0-1-276 0,-4 0 148 16,1-6 59-16,0-3-172 15,2-2 121-15,2-6 60 94,3 3 29-94,2-6-654 0,5-3 311 0,8 0 142 0,3-3 79 0,0-12-401 0</inkml:trace>
  <inkml:trace contextRef="#ctx0" brushRef="#br0" timeOffset="82751.55">22218 12765 616 0,'0'-6'0'0,"1"-2"0"0,-1 3 0 0,0 2 0 0,0 1 0 0,0 2 526 0,0 0-244 0,0 5-114 0,0 8-70 0,0 5 378 0,0 4-219 0,0 0-111 0,0 4 47 0,2-2-82 0,7 1-38 0,1-2-399 0,2 0 181 0,1-2 91 0,5 1 55 0,1-6-322 31,1-3 179-31,2-5 90 0</inkml:trace>
  <inkml:trace contextRef="#ctx0" brushRef="#br0" timeOffset="83076.08">22504 12521 1176 0,'2'-12'0'0,"0"4"0"0,7-2 0 0,-3 8 0 0,1-2 0 0,3 2 0 0,-2 2 387 0,3 0-176 31,1 2-78-31,-4 7-117 0,-1 1 20 0,-1 4 1 0,-3 1-1 0,-2 2 0 0,-1 0 10 0,0-1-10 0,-6 2 0 0,-5-1-116 16,-2-2 58-16,3-1 29 0,-1 0 96 0,0-4-38 16,2-2 1-16,2 0 62 15,0-3-47-15,0-2 0 0,4 2-56 0,3-3 56 0,0-2 0 16,0 0-45-16,7 0 1 0,8 0-28 0,2-5 10 0,0-2 17 125,5 1 0-125,1 0-348 0,-2-1 163 0,5 2 99 0,-4 2 5 0,0 1 35 0</inkml:trace>
  <inkml:trace contextRef="#ctx0" brushRef="#br0" timeOffset="83331.33">22606 12875 2398 0,'-5'1'0'0,"-3"1"0"0,2 0 0 0,5 1 0 0,1-3 0 0,0 0 0 0,1 0 0 0,10 0 270 0,4 0-108 0,5 0-67 0,3-3-50 0,1 1-9 0,3-1 0 0,-1-2 0 0,1 1-592 0,-1 2 291 0,-2 0 151 0,-1-1 75 0</inkml:trace>
  <inkml:trace contextRef="#ctx0" brushRef="#br0" timeOffset="83557.77">22956 12720 1364 0,'0'0'0'0,"0"0"0"0,0 0 0 0,-1 0 0 0,1 0 0 0,0 0 0 0,0 2 647 0,1 2-305 0,10 1-153 16,2 2-68-16,-1 1 135 0,4-1-111 0,2 1-54 16,-2 1-27-16,2-4-459 0,0 4 225 0,-1-2 99 140,-1-3-687-140,-1 2 397 0,0-2 198 0</inkml:trace>
  <inkml:trace contextRef="#ctx0" brushRef="#br0" timeOffset="83782.09">23263 12634 2270 0,'-5'-1'0'0,"1"1"0"15,-3 0 0-15,3 0 0 0,-3 7 0 0,3 11 0 0,-2 6 0 0,-3 8 0 0,2 4 0 0,-3 8 789 0,0 7-376 0,-4 4-189 0,0 1-94 0,0 6-37 0,0-13-81 0,1-1-12 0,1-5 0 0,1-5 0 0,3-5 0 0,-1-1-429 0,4-13 94 0,2-6 186 156,0-6 93-156,3-7-409 16,0 0 109-16,0 0 164 0,0-11 23 0</inkml:trace>
  <inkml:trace contextRef="#ctx0" brushRef="#br0" timeOffset="83865.01">23371 12658 1704 0,'15'-11'0'0,"2"3"0"0,2 3 0 0,-2 4 0 0,5-1 0 0,-9 2 0 0,-1 0 0 0,-1 9 0 0,-4 5 237 0,-1 3-100 0,-2 2 34 0,-4 0-71 0,0 1-33 0,-12 2 1 0,-4-3 80 0,2-2-57 0,-2 1-17 0,1-5-10 0,1-4 102 0,-1-3-65 0,5 1-32 0,1-3 0 0,2-1 311 0,4-3-177 0,3 0-121 0,2 0-82 0,12-2 0 0,9-5 0 0,3-1 0 0,9-1 0 0,0 1 0 0,6 1 0 0,1 2-184 31,5 5-164-31,-5 0 188 0,0 0 98 0</inkml:trace>
  <inkml:trace contextRef="#ctx0" brushRef="#br0" timeOffset="84291.31">24162 13115 1373 0,'-11'-16'0'0,"2"4"0"0,0 2 0 0,-4 3 0 0,1 0 0 0,-4 4 0 0,-3 3 0 0,1 0 0 0,-3 15 215 0,0 8-90 15,-3 5-45-15,0 10 269 0,7 3-162 0,2 1-75 16,3 0-39-16,1 0 130 0,5-1-84 0,3 3-33 16,3-13-38-16,1-2-13 0,10-11 1 0,2-1-1 15,5-6-156-15</inkml:trace>
  <inkml:trace contextRef="#ctx0" brushRef="#br0" timeOffset="84394.36">23961 13529 2921 0,'19'0'-4'0,"-1"0"-74"0,0-16 56 0,2-6 29 0,-3-7 0 0,5-4-290 0,-5-3 145 0,-3-3 23 0,0-3 53 0,2-1-216 0,-1-3 122 0,1-6 51 15,-2 4-34-15,-3-5 52 0,0-2 25 0,2-4 1 0,-3-3 68 0,4-7-9 0,-5 14-34 0,-1 5 38 0,-3 9 0 0,-2 13-38 0,-1 11 1 0,-2 8 291 0,0 9-142 0,-3 20-41 0,-6 10-48 0,3 9 445 0,0 5-222 0,3 9-67 0,3-5 187 0,0 5-167 0,0 3-82 0,0-2-43 0,0 1 160 0,3 8-91 0,3-14-59 0,2-1-237 0,2-5 94 0,2-1 46 16,0-6 23-16,4 2-275 0,-3-18 145 0,-2-6 77 0,1-4 38 0,-1-6-946 15,0-4 464-15</inkml:trace>
  <inkml:trace contextRef="#ctx0" brushRef="#br0" timeOffset="84624.37">24480 13082 956 0,'12'-7'0'0,"0"4"0"0,5 1 0 0,1 1 0 0,1 1 0 0,2 0 388 0,-5 6-181 0,1 6-86 0,-2 5 197 0,-4 2-142 0,-4 4-70 0,-4 4-27 0,-3-1 70 0,-4 4-57 0,-17-1-29 0,-5 5 1 0,-7-4-18 0,-4 3-1 0,1-8-10 0,-2-3-30 0,0-3 0 0,5-6 30 0,2-3 1 0,3 0 8 0,12-10-8 0,5 0-1 0,9-3-1084 0,2-15 484 0,11-4 265 0,12-8 123 0</inkml:trace>
  <inkml:trace contextRef="#ctx0" brushRef="#br0" timeOffset="85177.23">24726 12963 1468 0,'2'-9'0'0,"-2"2"0"0,0-1 0 0,0 8 0 0,0-2 0 0,-12 2 67 0,0 8 1 0,-5 13-33 0,0 6 1 0,-2 8 490 0,4 6-237 0,1 1-131 0,6 3-61 0,3-1 765 16,5 1-537-16,0 5-325 0,5-14 0 0,14 0 0 0,6-7 0 0,6-6 0 0,3-7-192 0,6 0 115 0,-2-15 51 0,0-1-488 0,2-1 256 0,-3-13 143 0,-1-5-76 0,2-3-185 0,-10 1 174 0,-4-3 84 0,-2-3 8 0,-3-2 38 0,-3-1-1 0,3-6 29 0,-7 3 48 0,-5-1-40 0,0-3 1 0,-5 4 79 0,-2 4-40 0,0-3-8 15,-5 15-32-15,-9 3 387 125,-5 7-187-125,-3 7-98 0,-1 0 6 0,-5 7 464 0,3 12-254 0,-1 8-124 0,3 2 126 0,3 2-125 0,0 4-61 0,1 5-23 0,8-8 12 0,3 2-25 0,5-1-29 0,3-1-70 0,0-5 22 0,2 5 34 0,11-11-9 0,5-7-352 0,3-2 188 0,2-9 95 0,1-3 48 0,3 0-552 0,-4-10 273 0,-2-9 98 16,1-6-170-16,-2-3 164 0,-3-5 81 0,5-5 32 0,-8 2-34 0,1-3 42 0,-3-4 0 0,4-3-33 0,-3 0 37 0,2-11-9 0,-4 7 47 0,3-3-13 16,-1-1 13-16,-2 2-1 15,3 1-8-15,-7 19 170 0,-4 9-80 0,0 11-41 16,-3 10 574-16,0 2-269 0,-6 12-158 0,-3 18-30 15,-2 7 450-15,4 9-269 0,-1 4-133 0,3 8 172 16,-1 5-144-16,3-5-85 0,2 3-40 0,-1-2-52 16,2-4-21-16,0 2 0 0,2 7 0 0,6-17 0 125,5-5 0-125,2-6 0 0,0-6-409 0,3-11 15 0,-2 7 223 0,-1-16 99 0,0-8 54 0,3-2-67 0,-3-9 48 0</inkml:trace>
  <inkml:trace contextRef="#ctx0" brushRef="#br0" timeOffset="85255.2">25571 13039 2261 0,'5'-13'0'0,"0"6"0"0,3 6 0 0,4 1 0 0,0 0 0 0,4 4 0 0,2 9 259 0,-2 3-117 0,2 3-53 0,1 1 105 0,-2 1-79 0,0 1-40 0,0 1 9 0,-3-5-329 0,-2 1 141 0,0-4 69 15,0-1-739-15,1-2 388 0,1-5 195 0</inkml:trace>
  <inkml:trace contextRef="#ctx0" brushRef="#br0" timeOffset="85418.7">26035 12838 3138 0,'9'-22'0'0,"0"-2"0"0,-2 14 0 0,-3 7 0 0,-2 3 0 0,-2 5 0 0,-2 24 0 0,-16 17 0 0,-11 14 583 16,-4 16-373-16,-9 16-210 0,-5 7 0 0,-9 19 0 0,-18 33 0 0,-2 3 0 0,-4 7 0 0,-11-5 0 0,2-10 0 0,3 1-114 0,-7 14-149 0</inkml:trace>
  <inkml:trace contextRef="#ctx0" brushRef="#br0" timeOffset="86296.36">15968 12990 873 0,'3'-16'0'0,"0"2"0"0,-2 3 0 0,0 1 0 0,1 4 0 0,-2 0 0 0,0 5 34 140,-4 0-34-140,-8 1 0 0,-3 0 0 0,-4 2 0 0,-5 10 0 0,-4 3 0 0,-4 2 0 0,-4 4 0 0,-6 1 0 0,6-3 927 0,-2-1-446 0,2 0-222 16,2 0-111-16,1-4-56 0,-2 1-19 0,14-3-9 0,2-3-28 0,6-5 1 0,6 2-1 0,3-6 109 0,4 4-45 0,2-3-37 0,15 3 0 0,7-2 283 0,6 2-192 0,3-4-154 0,6 3 0 0,-3 1 0 0,1-2 0 0,0 0 0 0,0-1 0 0,-3 1 0 0,3 3 0 0,-9-2 0 0,-2 2-52 0,-2-1-270 0,-7 3 110 0,0 1-838 16,-3 2 498-16,-8 2 262 0</inkml:trace>
  <inkml:trace contextRef="#ctx0" brushRef="#br0" timeOffset="86566.44">15582 13389 1062 0,'-14'7'0'0,"4"1"0"0,6 1 0 0,4 0 0 0,0 3 0 0,7-6 575 0,12 1-270 0,6-2-134 16,5-2-68-16,4 3 589 16,-1-6-332-16,3 1-162 0,-1-1-1 0,0 0-80 0,-1 0-41 15,5 2-544-15,-8 0 247 0</inkml:trace>
  <inkml:trace contextRef="#ctx0" brushRef="#br0" timeOffset="86638.67">15940 13467 3075 0,'27'5'-28'0,"-7"2"-1011"0</inkml:trace>
  <inkml:trace contextRef="#ctx0" brushRef="#br0" timeOffset="87653.64">10980 12864 878 0,'0'-26'0'0,"0"1"0"0,-3 1 0 0,-1 0 0 0,-2-3 0 0,1 9 331 15,-3 0-147-15,0 3-73 0,-4 3-37 0,1 5 139 16,-5-3-79-16,3 9-53 0,-5 1 174 0,2 0-109 16,-2 14-55-16,0 2-26 15,0 3 248-15,5 4-143 0,1 5-66 0,3-1 106 0,1 7-86 0,4-2-43 16,3 7 8-16,1-1 188 0,0 3-277 0,6 0 0 15,8 5 0-15,0 0 0 110,2 11 0-110,4-8 0 15,1 0 0-15,3 2 0 0,-2 0 0 0,0 1 0 0,-1 5 0 0,-7-11 0 0,-4-1 0 0,-4-2 0 0,-4 2 0 0,-2 1 0 0,-8-9 0 0,-9-7 0 0,-5-1 0 0,-2-4 0 0,-2-7 0 0,-4 0 0 0,3-13 0 0,-1-1 0 0,4-4-301 0,3 0 120 0,2-3 71 0,2-5-473 0,6-5 278 0,5-3 134 0,4-4 67 0,2-5-540 0,2-1 303 0,9-7 143 16,4 3 85-16</inkml:trace>
  <inkml:trace contextRef="#ctx0" brushRef="#br0" timeOffset="87906.81">11228 12936 834 0,'7'-45'0'0,"-1"1"0"0,1 1 0 0,-4 3 0 0,-1 7 0 0,-2 0 223 0,0 21-97 0,-2 6-45 0,-8 6 471 0,-3 0-257 0,-1 10-129 0,-3 9-55 0,1 9-42 0,-1 5 1 0,-1 2-33 0,3 7 741 0,6 0-370 0,-2 8-227 0,8-4-181 0,2 2 0 0,1 0 0 0,0-1 0 0,3 1 0 0,5 6 0 0,1-12 0 0,2 2 0 0,2-2 0 0,0-4 0 0,3 1 0 0,-4 7 0 16,-1-12 0-16,-3 2 0 0,-2-2 0 0,-3 2 0 0,-2 6-213 0,-1-11 51 0,-4 3 13 0,-8-6-728 0,-2 3 419 0,-3-5 211 0,-3 2 96 0,2-11-466 0,1-2 290 0,1-3 145 0</inkml:trace>
  <inkml:trace contextRef="#ctx0" brushRef="#br0" timeOffset="88051.86">11038 13888 1405 0,'-7'4'0'0,"0"4"0"0,1-5 0 0,1 3 0 0,2 2 0 0,-2 1 0 0,1 3 0 0,1 3 0 0,3 0 581 0,0 3-271 0,0 2-137 15,0 1 123-15,0 4-130 0,0 4-55 0,1-2 146 16,1 2-110-16,0 0-55 0,0 0-27 0,1-3-413 15,-2 2 202-15,0-9 87 0,1-3 48 0,-2-2-687 16,0-7 367-16,0-4 185 0,0-3 49 0,0 0-674 16</inkml:trace>
  <inkml:trace contextRef="#ctx0" brushRef="#br0" timeOffset="88263.53">10980 13914 1943 0,'0'-9'0'0,"0"-1"0"0,0 0 0 0,5 1 0 0,1 5 0 0,4-2 0 0,5 4 0 0,4 0 349 0,3 2-161 0,7 2 114 0,0 10-132 0,2 9-67 0,-2 3-32 0,4 8 161 0,-10-1-103 0,-3 3-45 0,-5 5-1 0,-5 0-15 0,-7 1-31 0,-3 7 9 0,0-4-8 0,-16-2 50 0,-6 0-88 0,-5-4 0 0,0-6 0 0,-2 3 0 0,2-14 0 0,2-3 0 0,1-6 0 0,2-3 0 15,5-6 0-15,1 1-167 0,7-3-125 0,4-2 120 16,5-9 86-16,0-8-766 0,3 0 408 0,10-4 194 15</inkml:trace>
  <inkml:trace contextRef="#ctx0" brushRef="#br0" timeOffset="88457.88">11412 14180 3105 0,'3'3'0'0,"2"2"0"0,1 2 0 0,0 2 0 0,-1 1 0 0,-2 2 0 0,0 5 0 0,-1 0 0 0,2 5 558 0,-2 1-290 0,-2 0-268 0,0 2 0 0,0-2 0 0,0 2 0 0,2-1 0 0,-2-4-37 0,1-2-57 0,1-4 65 0,0-3-425 0,0-4 245 0,1 0 133 0,2-7 51 0,-3 0-1000 0</inkml:trace>
  <inkml:trace contextRef="#ctx0" brushRef="#br0" timeOffset="88834.8">11679 13419 2824 0,'-10'-9'0'0,"3"0"0"0,0 4 0 0,4 5 0 0,3 0 0 0,0 0 0 0,2 10 0 0,9 5 0 0,6 1 432 0,6 5-197 0,1-3-91 0,4-3 31 0,1-1-69 0,2-4-91 0,3 0-15 0,-2-3-47 0,8-5-13 0,-6-2 44 0,-1 0 26 0,1 0-95 0,-7-9 60 0,-2-6 31 0,-2-1-246 0,-10 1 133 0,-6-3 61 0,-5 0-220 0,-2-3 71 0,-2 3 82 0,-12-2 14 0,-4 1 95 16,-5 2-32-16,-1 3 0 78,-3 2-1-78,0 2 147 0,-3 2-82 0,3 6-28 0,-2 2 0 0,2 0 73 0,1 15-32 0,-2 5-41 0,6 8 343 0,3 6-168 0,2 4-45 0,6 6-55 0,7 4 24 0,0 3-5 0,4-5-33 0,8 3 106 0,14-6-167 0,6 1 0 0,6-8 0 0,5 0 0 0,1-15 0 0,1-4 0 16,3-6 0-16,2-7 0 0,-5-4-234 0,9 0 101 15,-12-8-317-15,-3-10 161 0,-2-2 129 0,-3-1 41 16,-2-3 42-16,0-5-10 0,-8 5 50 0</inkml:trace>
  <inkml:trace contextRef="#ctx0" brushRef="#br0" timeOffset="89065.15">12184 13090 1487 0,'-11'-9'0'0,"3"3"0"0,2-2 0 0,4 7 0 0,2-2 0 0,0 3 0 0,4 0 564 0,9 0-264 0,6 0-123 0,1 0 247 0,3 0-194 0,1 0-97 0,1 0-141 0,2 0 45 0,2 0 8 0,-6 0-8 0,3-3-563 0,0 1 281 0,-3 2 141 0,5-3 79 0,-9 0-831 0</inkml:trace>
  <inkml:trace contextRef="#ctx0" brushRef="#br0" timeOffset="89239.14">12571 12900 2171 0,'0'0'0'0,"2"0"0"0,4-2 0 0,2 0 0 0,1 2 0 0,4 0 0 0,2 0 0 0,5 2 0 0,-1 8 380 0,3 4-171 0,-2 1 233 16,-1 5-194-16,-5 0-110 0,-6 4-51 0,-5 1 6 15,-3 4-29-15,0-2 1 0,-13 5-31 0,-7-5-44 32,-3-3 18-32,-3 2-6 0,-2-5-2 0,-2-1-207 15,0-1 109-15,7-9 63 0,1-3-545 0,5-3 244 0,6-4 171 0,5 0-588 16,1 0 349-16,5-13 188 0,6-6 90 0,13-4-366 31</inkml:trace>
  <inkml:trace contextRef="#ctx0" brushRef="#br0" timeOffset="89457.53">12753 12963 834 0,'2'-12'0'0,"2"5"0"0,-3 0 0 0,1 3 0 0,-1-1 0 0,-1 4 32 0,0 1-32 0,0 0 0 0,0 12 1409 0,-4 6-686 0,-1 2-335 16,3 3-180-16,2-1 129 0,0 5-337 0,0-1 0 15,1-1 0-15,8 1 0 16,3-2 0-16,2-3 0 125,5-1 0-125,1-3 0 0,4-2 0 0,2-1 0 0,-1-10 0 0,1-1 0 0,-1-3 0 0,-4-3-655 0</inkml:trace>
  <inkml:trace contextRef="#ctx0" brushRef="#br0" timeOffset="89677.09">12913 12823 2368 0,'0'-17'0'0,"4"0"0"0,2 3 0 0,6 4 0 0,1 2 0 0,3 2 0 0,1 2 0 0,5 3 0 0,-3 1 0 0,0 0 0 0,-1 1 0 0,-2 10 223 0,-4 1-93 0,-1 0-15 0,-5 3-44 0,-6 0 0 0,0 3-34 0,-3-1-3 15,-9 2 2-15,-1-1 10 16,-2-2-10-16,1-4 103 0,0 1-51 0,4-4-26 0,1-4 0 16,0 5 115-16,2-5-76 0,4-2-32 15,2-1-47-15</inkml:trace>
  <inkml:trace contextRef="#ctx0" brushRef="#br0" timeOffset="89770.74">12994 12960 3923 0,'0'0'8'0,"4"0"-83"0,10 0 37 0,4-1 38 0,3-7-1 0,4-1-658 0,3 1 333 0,-1 0 131 0,2 0 94 0,-3 1-789 0,1 1 426 0</inkml:trace>
  <inkml:trace contextRef="#ctx0" brushRef="#br0" timeOffset="89843.32">13138 13058 1756 0,'-12'0'-1'0,"6"0"-1"0,4 0 0 0,-4 2 1 0,6 1-1 0,0 0 1 0,6-2 0 0,8 1 644 0,5-2-304 0,5 0-143 0,2 0-124 0,0 0 1 0,4 0-39 46,-2-2 1-46,0-2-494 0,1-1 256 0,-4 2 115 0,-1-6 62 0,-2 6-817 0</inkml:trace>
  <inkml:trace contextRef="#ctx0" brushRef="#br0" timeOffset="89999.09">13485 12859 1166 0,'0'0'0'0,"0"0"0"0,0 0 0 0,0 0 0 0,0 0 0 0,0 3 0 0,0-1 0 0,4 4 483 0,9 0-214 0,1 1-121 0,3 1-186 0,-1 1 36 0,2 0 1 0,1 1 37 0,0-1-219 0,-3 0 105 0,-2-1 57 0,-1-2 28 63</inkml:trace>
  <inkml:trace contextRef="#ctx0" brushRef="#br0" timeOffset="90099">13723 12759 1758 0,'0'0'0'0,"0"0"0"0,2 0 0 0,-2 0 0 0,0 0 0 0,0 5 0 0,0 6 0 0,0 6 0 0,0 7 552 0,0 7-249 0,0 5-137 0,-2 6 141 0,-4 1-136 0,0 3-67 0,-4-2-34 0,2 2-50 0,0-10-9 0,2-5 26 31,0-3-1-31,-2-5-449 0,2-5 225 0,1 0 121 0,-1-10 47 0,0-5-661 16,3-3 248-16,0 0 209 0,2-4-442 0</inkml:trace>
  <inkml:trace contextRef="#ctx0" brushRef="#br0" timeOffset="90321.55">13808 12610 785 0,'4'-3'0'0,"2"-3"0"0,-1 4 0 16,2 0 0-16,-2 2 123 0,0 0-46 0,-4 0-24 0,3 4 1 0,-3 4 141 0,-1 3-70 0,0-1-50 0,0 0 148 0,0 1-93 0,0 1-47 0,-5-3-24 0,1 3 178 0,-1-4-106 0,1 0-47 0,-3-2 170 0,4 2-109 0,1-5-54 0,1 6-19 0,1-6 199 0,0 2-117 0,0 1-59 0,0-3-30 0,8 0 114 0,4 2-62 0,1-3-63 0,5-1-92 0,0-1 28 0,3 3 23 0,2-3 0 0,5 0-684 0,-3 0 349 15,-1 0 178-15</inkml:trace>
  <inkml:trace contextRef="#ctx0" brushRef="#br0" timeOffset="91038.92">14109 13430 1668 0,'-13'-14'0'0,"0"2"0"0,2 4 0 0,-3 1 0 0,4 5 0 0,0 2 0 0,-1 2 0 0,-2 15 0 16,1 6 124-16,-1 9-36 0,1 1-8 0,4 7 131 0,0 0-88 0,3 1-44 0,2 3 10 0,3-5 44 15,0-7-49-15,2 0-24 0,7-6-13 0,4-6-12 47,2 1 10-47,0-13-109 0,2-6 50 0,-2-2 25 0,3-2-1 0,-2-15-195 0,3-7 114 0,-3-7 47 0,-2-5-3 0,1-4-162 16,-2-3 63-16,-1 2 61 0,2-8-23 0,-4 6-224 15,-1-1 138-15,-3-4 70 16,-1-1-18-16,-1-3 43 0,0-9-8 0,-3 7 120 0,-1-1-34 0,0-3-1 16,0 1-33-16,0 5 123 0,0-1-70 15,0 23-23-15,0 10 1 0,-3 14 129 0,2 6-46 0,0 2-51 16,0 20 26-16,1 14 338 15,0 10-144-15,0 9-107 0,0 11 209 0,3 6-158 0,8 9-69 16,-3-9 202-16,1-2-145 0,1 1-72 16,0-4-36-16,0-1-120 0,4 6 51 0,-5-19-8 15,1-6 40-15,-1-11-601 0,0-5 301 0,-3-9 150 94,-1 0 85-94,-2-20-413 0,-1-2 162 0,0-2 135 0</inkml:trace>
  <inkml:trace contextRef="#ctx0" brushRef="#br0" timeOffset="91163.06">14363 13452 1331 0,'4'-26'0'0,"3"10"0"0,2 5 0 0,1-1 0 0,4 6 0 0,2 3 0 0,2 2 274 0,0 1-124 0,2 0 32 0,0 10-73 0,-2 4-37 0,1 1 0 0,-5 4-61 0,-3 1 24 0,-5 2 1 0,-4 3 0 0,-2 2-112 16,0-2 55-16,-14 6 38 0,-2-4-9 0,-5-4-23 15,1 0 25-15,-4-4 0 0,-3 0-63 0,0-1 5 16,2-10 29-16,1-1-177 0,5-6 83 0,2-1 52 15,5 0 11-15,0-2-399 0,12-15 211 0,0-7 101 16,4-4 51-16</inkml:trace>
  <inkml:trace contextRef="#ctx0" brushRef="#br0" timeOffset="91664.9">14658 13280 1189 0,'4'-4'0'0,"0"-1"0"0,0 2 0 0,-4 1 0 0,0 2 0 0,0 3 0 0,0 11 551 0,-9 7-257 0,0 4-121 16,-1 4-72-16,1 2 449 0,3 2-257 0,1 3-129 15,2-1 12-15,1 6-61 0,2-7-44 0,2-2 0 16,7-3-254-16,7-1 109 16,6-9 55-16,4-1-589 0,0-11 317 0,3-7 164 15,-2 0 81-15,0 0-762 0,3-12 378 0,-11-5 201 16,-1 0 97-16,-5-5-234 0,-3 1 165 0,-5-6 82 16,1 0 36-16,-4-2 51 0,-2 2 32 15,0-3 42-15,0 2-36 0,-2 0-41 16,-2-1 22-16,-5 9 374 0,1 4-217 0,-3 4-89 0,-1 3-46 0,-1 7 713 15,-1 0-342-15,0 2-148 0,2 13-97 0,-1 8 279 16,3 3-189-16,2 5-95 16,1 2 177-16,5 1-141 15,2-3-64 1,0 2-106-16,0-3 39 0,2-1 1 0,9 0 9 0,1-4-160 0,4-7 76 0,1-5 37 0,0-4 0 0,6-6-400 47,-4-1 228-47,1-4 80 0,0-13 62 0,-3-9-548 0,-1 2 272 0,-3-8 137 0,1-4-99 0,-8 2 122 0,0-2 56 0,-1-3-35 15,-2-2 45-15,0-3 23 0,-1-10-8 0,0 5 63 16,-2-3-32-16,0-4 1 0,0-1-1 0,0 4 0 16,0-1-8-16,0 20 8 0,0 9 1 0,0 12-1 15,-4 10 0-15,0 3 1 16,-3 5-10-16,1 23 9 0,-3 6 1 0,4 10-1 16,1 1 0-16,0 10 1840 0,4-5-888 0,0 1-365 0,0 2-257 15,0-4-130-15,0-1-135 0,4 7-31 0,3-14-22 0,2-4 30 16,3-3 1-16,0-6-553 15,4-5 290-15,-2-2 156 0,0-15-794 0,-2-1 430 0,0-5 214 0,-1 0 107 16,-1-11-421-16,2-6 256 16</inkml:trace>
  <inkml:trace contextRef="#ctx0" brushRef="#br0" timeOffset="91804.09">15155 13275 2397 0,'0'-21'0'0,"0"-1"0"0,2 2 0 0,-1 8 0 0,-1 5 0 0,0 3 0 0,0 3 0 0,2 1 520 0,-1 0-234 0,5 5-129 0,0 7 191 0,1 1-156 0,2 3-161 0,2 4-31 0,2-2 0 0,0-1-59 0,-3 0 45 16,4-1 25-16,1-2-330 0,-3-3 177 0,3 0 98 16,-2-4-893-16,-1-3 486 0,-3-4 115 0</inkml:trace>
  <inkml:trace contextRef="#ctx0" brushRef="#br0" timeOffset="91941.72">15354 13147 2465 0,'0'-19'0'0,"0"2"0"0,0 5 0 0,0 0 0 0,0 7 0 0,0 5 0 0,0 0 0 0,-1 22 0 0,-3 15 514 0,-3 15-244 0,-2 11-117 0,-4 17 376 0,-5 14-529 0,-3 18 0 0,-3 33 0 0,-2 7 0 16,-5 15 0-16,-2 7 0 0,-7-1 0 0,1-7-55 15,-9 11-191-15,7-30 136 0</inkml:trace>
  <inkml:trace contextRef="#ctx0" brushRef="#br0" timeOffset="114511.42">9561 13261 2146 0,'-15'0'0'15,"3"-2"0"-15,0 1 0 0,1 1 0 0,5 0 0 0,4 0 0 0,2 0 0 0,0 5 303 0,0 3-133 0,11 1-58 0,3 3 104 0,6-4-89 0,2-1-45 0,2 2-1 0,2-3 125 0,4 0-75 0,-4-3-52 16,2 0 0-16,-1 0-97 16,-2-3 27-16,1 0 1 0,1 2-307 0,-6-2 162 15,0 0 86-15,-4 0 43 0,-3 0-592 0,-3 0 252 16,0-2 94-16,-8 1-478 0,-1 1 346 0</inkml:trace>
  <inkml:trace contextRef="#ctx0" brushRef="#br0" timeOffset="114782.69">9544 13547 1171 0,'-21'7'0'15,"1"5"0"-15,2 2 0 0,8-1 0 0,2-5 0 0,7 3 0 0,1-6 830 0,1 2-397 0,14 1-188 16,8-5 472-16,6-3-341 0,1 0-217 0,5 0-159 15,-1 0 0-15,6 0 0 0,-4 0 0 0,-2 0 0 16,-1 0 0-16,-2 0 0 0,0 0 0 0,1 1 0 16,-9-1 0-16,0 3 0 0,-9-1 0 0,-1-2 0 15,-7 0 0-15,1 0 0 16,-7 2-78-16,0-2-87 0,0 0 0 0,-10 0-230 78,-1 0 179-78,0-2 80 0,0-6 54 0,0 4-865 0</inkml:trace>
  <inkml:trace contextRef="#ctx0" brushRef="#br0" timeOffset="115469.07">5688 13587 2502 0,'-9'0'0'0,"2"0"0"0,2 1 0 0,5 2 0 0,0 1 0 0,9 1 0 0,14 0 0 0,12-5 0 0,7 0 0 0,8 0 307 0,6 0-135 0,9-8 43 15,-4-1-93-15,2-2-43 0,1 2 1 0,-3-1-284 16,2-1 130-16,-16 5 51 31,-8 1 30-31,-9 3-232 0,-9 2 131 0,-9 0 66 0,-5 0 42 0,-7 0-733 32,-1 3 261-32,-15 6 213 0,-4-5-354 0</inkml:trace>
  <inkml:trace contextRef="#ctx0" brushRef="#br0" timeOffset="115727.91">6111 13582 885 0,'-8'3'0'0,"-4"3"0"0,4 0 0 0,-1 2 0 0,3-1 0 0,0 5 0 0,-2 0 209 0,0 7-77 0,0-2 241 0,0 7-168 0,-4 1-84 0,2 1-42 0,-7 3 101 0,-2 3-61 0,-1-6-46 0,-2 2 0 0,-3-3 94 16,0-3-65-16,0-2-33 0,-2-2 10 0,7-10 54 31,5-1-48-31,3-4-24 0,7-3 226 0,2 0-125 0,3 0-53 0,0 0 96 0,8-4-182 0,14-3-23 16,7 0 0-16,3 1 0 0,7 0 0 0,1 0 0 47,2 3 0-47,-2-2 0 0,1 4 0 0,0-2 0 0,2 3 0 0,-7-3 0 0,-3 3 0 0,-2 0 0 0,-3 0-250 0,-5 0-36 31,1 3 81-31,-12 0-470 0,-4 3 318 0,-4-6 161 0,-4 3 79 0,0-3-432 0,0 0 261 0,-10 0 125 16,-6 0 63-16,3-9-278 15</inkml:trace>
  <inkml:trace contextRef="#ctx0" brushRef="#br0" timeOffset="115877.04">6161 13772 557 0,'-9'-6'0'0,"-1"2"0"0,1 1 0 0,1 0 0 0,3 2 0 0,-5 1 521 0,5 0-246 0,3 1-119 0,0 10-60 0,2 5 421 0,0 2-240 0,0 6-110 0,0 0-70 0,0 3 383 0,0 3-221 0,2 5-111 0,-1 0 13 0,0 7-53 16,1-7-40-16,-1 3-322 0,1-2 146 0,-1-2 72 0,1 0 37 0,0 3-614 15,1-11 320-15,-1-2 166 0,-1-5 82 0,-1-5-745 16,2-6 377-16</inkml:trace>
  <inkml:trace contextRef="#ctx0" brushRef="#br0" timeOffset="116256.68">5715 13152 1792 0,'-22'-19'0'0,"7"2"0"0,1 5 0 0,12 9 0 0,2 2 0 0,0 0 0 0,10-4 0 0,14 1 745 0,6-2-345 0,5-1-185 0,2 0-90 0,2 3 101 0,3-2-94 0,-3 4-48 0,3-1-290 0,-5 0 117 93,-2 3 63-93,-3 0-571 0,-5 3 318 0,-3 5 158 0,0 4 88 0,-11 0-342 0,-5 1 200 0,-5 3-31 110,-2 0 94-110</inkml:trace>
  <inkml:trace contextRef="#ctx0" brushRef="#br0" timeOffset="116370.88">5885 13143 2147 0,'-12'3'0'0,"-1"-2"0"0,3 8 0 0,2-1 0 0,5 4 0 0,1 3 0 0,2 2 0 0,0 4 0 0,0 1 0 0,3-1 291 0,6 3-126 0,-2-1-161 0,-1 1 33 0,3 0 1 0,-3 4 8 0,-1-7-8 0,2 0-1 0,-3-3 0 0,1-1 1 0,0-1-784 0,1-4 400 0,-2-7 188 16</inkml:trace>
  <inkml:trace contextRef="#ctx0" brushRef="#br0" timeOffset="116471.18">6012 13154 2093 0,'1'0'0'0,"1"0"0"0,-2 2 0 0,1 0 0 0,1 2 0 0,-1 1 0 0,2 4 0 0,0 1 0 0,0 4 256 0,1 7-99 0,-1-1-65 0,3 5-304 0,-2 4 125 0,0 0 62 0,2 5 32 0,4 1-605 0,-4-3 313 0,3 1 162 0</inkml:trace>
  <inkml:trace contextRef="#ctx0" brushRef="#br0" timeOffset="117478.62">6870 13304 846 0,'0'0'0'0,"-2"-2"0"0,2 0 0 0,-3-1 0 0,0 1 0 0,0 0 0 0,0 1 0 0,0-2 0 0,-1 2 274 0,-3 1-119 0,2 0-59 0,-1 5-29 0,-3 8 230 15,-3 7-121-15,2 5-74 0,0 4-32 0,-2 7 250 16,5 6-141-16,0 0-72 15,1 9 69-15,6-2-75 0,0-1-32 0,0 0 0 16,6-2 23-16,7 2-18 0,4-13-10 0,1-6-165 0,2-3 68 16,1-3 36-16,-2-5-1 0,4 2-266 0,-4-11 146 0,-4-4 75 15,2-2 40-15,-6 0-537 16,3-3 257-16,-2 0 88 0,-5 0-270 0,1-6 214 16,-1-3 107-16,-3-2-99 0,-1-7 103 0,2 1 42 15</inkml:trace>
  <inkml:trace contextRef="#ctx0" brushRef="#br0" timeOffset="117747.48">7140 13306 1386 0,'-2'0'0'0,"-2"-2"0"15,0 0 0-15,3 2 0 0,1 0 0 0,0 0 0 0,0 7 599 0,0 8-281 0,0 4-132 0,1 3 257 0,5 5-204 0,-2 2-101 0,1 5 45 16,0 5-73-16,1 9-27 0,-4-3-10 0,3 3-83 15,-2 0 23-15,0-2 0 0,2 1 24 0,-4-1-257 16,1-7 123-16,1-5 68 0,-2-3 32 0,1-4-327 16,0-8 179-16,-2 3-4 0,1-16-382 0,-1-2 247 78,2-4 124-78,-1 0-387 0,2-3 247 0,0-11 136 0</inkml:trace>
  <inkml:trace contextRef="#ctx0" brushRef="#br0" timeOffset="117896.08">7313 13660 1049 0,'4'0'0'0,"4"0"0"0,0 0 0 0,5 0 0 0,3-1 291 0,3 0-126 0,5 0-65 15,5-1-32-15,2-4 465 0,6 3-239 0,-5-2-134 16,1 3 130-16,-4-2-127 0,-4 1-63 0,-3 0-94 16,-3 3 8-16,-6-3 23 15,-8 2-1-15,-2 1-177 0,-1 0 88 0,-2 0 45 16,0 0 9-16,-5-1-103 0,-3 1 69 0,-2-2 34 15,1 2-9-15,0 0-741 0</inkml:trace>
  <inkml:trace contextRef="#ctx0" brushRef="#br0" timeOffset="118657.77">7907 13692 949 0,'-13'2'0'0,"4"-2"0"16,-1 6 0-16,4 0 0 0,6 1 0 0,0 1 0 0,2 0 367 0,13 0-165 0,4-3-83 0,7 0-31 0,5-5 131 16,1 0-91-16,2 0-45 15,1-1-80-15,0-8 34 0,2 0 10 0,-10-1-85 0,2-1 37 16,-5 0 1-16,-5-1 37 0,-3 3-39 16,1-6 9-16,-9 4 30 0,-6 1 0 0,-2-4-47 15,0 1 23-15,-7-2-31 0,-8 1-14 0,-3-1 18 47,-1 1 1-47,-5 2 3 0,1 2 46 0,-3 0-27 0,-1 1 5 0,5 6 69 0,-3 3-33 0,1 0 1 0,0 5-36 0,2 9 52 0,-4 9-12 0,6 9-5 16,5 5-15-16,-1 1 137 15,7 4-62-15,3 5-27 0,6-5-10 0,0-1 120 16,15-1-78-16,8-6-39 0,6-3 45 0,6 1-33 16,2-14-9-16,2-7-191 0,6-4 75 0,-4-5 37 15,1-2-1-15,3 0-384 0,-11 0 192 0,-1-12 110 16,-3 0 25-16,-3-5-277 0,-6-1 116 0,2 0 91 15,-11-2 8-15,-3 1-431 0,-1-3 257 0,-4 1 129 16</inkml:trace>
  <inkml:trace contextRef="#ctx0" brushRef="#br0" timeOffset="118852.98">8133 13221 1486 0,'-12'0'0'0,"-2"0"0"0,8 0 0 0,4 0 0 0,2 0 0 0,0 0 239 0,2-3-102 0,14 0-40 0,4-2 593 0,6 0-326 0,2-3-164 0,0 2-81 31,3-1-68-31,-1-1-5 0,-2 5-9 0,0-1-587 16,-2 2 294-16,-2 0 146 15,0 2 74-15,-1 0-716 0,-7 2 389 0,-3 7 197 0</inkml:trace>
  <inkml:trace contextRef="#ctx0" brushRef="#br0" timeOffset="119031.5">8535 13014 1828 0,'0'5'0'0,"0"2"0"0,0 6 0 0,0-1 0 0,-1 6 0 0,-3 6 0 0,0 4 0 0,1 3 0 0,0 8 499 0,1 0-231 0,-5 3-115 0,4 5-49 0,0-8-168 16,1-4 51-16,2-3 24 0,0-5 1 31,0-4-601-31,0-2 322 0,0-12 147 0,0-3-630 0,0-6 374 0,0 0 187 0</inkml:trace>
  <inkml:trace contextRef="#ctx0" brushRef="#br0" timeOffset="119363.54">8503 13094 636 0,'13'-19'0'0,"2"-1"0"0,4 6 0 0,1 2 0 0,7 1 246 0,-4 7-108 0,2 1-51 0,-1 3 373 0,-3 0-212 0,1 7-96 0,-4 4-62 0,-4 6 152 0,-5 0-102 16,-1 2-52-16,-5 3-25 0,-1 4-84 0,-2-4 24 0,-5 2 0 16,-8 1 34-16,-3-1-96 15,-4-1 48-15,-1 1 33 0,-1-7 44 0,-4 0 0 0,0-4-29 0,0-3 57 16,-1-2-28-16,0 2-20 0,6-6-14 0,1-3 157 16,4 1-76-16,5-2-38 0,3 0 0 15,-1 1 122-15,9-1-84 0,0 0-38 0,9 3 4 0,8-3-35 16,4 3-44-16,2 5 0 0,3-2 0 0,1 0 0 94,-1 2 0-94,3 2 0 0,-2 1 0 0,1 0 0 15,-3 1 0-15,-2-2 0 0,-3-1 0 0,0 0 0 0,-4-1 0 0,2-1-742 0,-6-4 163 0,-1-3 271 0,-3 0-441 0,0 0 356 0,1-3 178 0</inkml:trace>
  <inkml:trace contextRef="#ctx0" brushRef="#br0" timeOffset="119601.17">8803 12908 1436 0,'0'-17'0'0,"2"5"0"0,2 3 0 0,2 3 0 0,4-1 0 0,2 2 301 0,1 3-136 0,0 2-64 0,2 0 110 15,0 3-86-15,-3 8-45 0,1 1 10 16,-6 5-29-16,-2 2 0 0,-3 2-24 16,-2 0 0-16,0 0-189 0,0 2 104 0,-10-5 38 15,-4 0-23-15,2-1 36 0,-2-2-1 0,0-2 206 16,-1 1-76-16,3-6-62 0,0-1-50 0,5-1 257 15,-3-4-119-15,5 0-61 0,1 2-21 0,4-4-9 16,0 0 0-16,4 0-30 0,12 0 31 0,2 0 0 16,3 0-22-16,3-1-9 15,3-2-172-15,-1 0 85 0,3-1 44 0,0 3-529 16,-1-1 263-16,-2 0 141 16,-3 2 23-16,-2 0-819 0,-4 0 444 0</inkml:trace>
  <inkml:trace contextRef="#ctx0" brushRef="#br0" timeOffset="119800.41">9126 13159 403 0,'3'3'0'0,"0"-1"0"0,1 1 0 0,2 3 0 0,1 0 0 0,1 1 784 0,3 4-374 0,-1 4-186 0,5 7 572 0,1 5-384 0,0 8-188 46,-2 8-93-46,-1 7 384 0,-5 8-483 0,-2 10-32 0,-6-1 0 0,0-1 0 0,-12 2 0 0,-6-3 0 0,-2-4 0 0,-4 3 0 0,0-16 0 0,-5-2 0 16,0-8 0-16,-3 0-168 16,-1-6 69-16,-4 2-985 0,5-12 528 0</inkml:trace>
  <inkml:trace contextRef="#ctx0" brushRef="#br0" timeOffset="121449.89">26610 13186 1122 0,'-8'-10'0'0,"1"5"0"0,4 1 0 0,1 2 0 0,2 1 0 0,0 1 415 0,0 0-178 0,5 0-103 15,10 0-47-15,3-2 316 0,2 2-182 0,2-3-90 16,1 2-35-16,-2-1 62 0,1 0-59 0,-3 0-30 16,3 1-3-16,-2 0 0 0,3-2-16 0,-7 2-303 109,1-2 146-109,-3 3 74 0,-4 0 37 0,3 0-713 0,-2 0 334 0,-6 3 194 0</inkml:trace>
  <inkml:trace contextRef="#ctx0" brushRef="#br0" timeOffset="121562.4">26651 13422 1792 0,'-5'7'0'0,"-3"-1"0"0,3 2 0 0,3 0 0 0,2-1 0 0,0-1 0 0,12 2 207 0,5-4-89 0,6-3 677 0,4-1-378 15,5 0-188-15,1 0-95 0,3 0 105 0,-4-1-239 0,2-3 0 16,-2-1 0-16,2 0 0 16,-4 2-48-16,3-2-6 0,-11 3 42 0,-2 2-980 15,-5 0 517-15</inkml:trace>
  <inkml:trace contextRef="#ctx0" brushRef="#br0" timeOffset="124511.21">27501 13326 1306 0,'-1'0'0'0,"-1"0"0"0,2-2 0 0,0 0 0 15,0 0 0-15,0 2 0 0,2 0 300 0,8 0-131 0,9-1-56 0,4 1-42 0,6-2 350 0,5 1-191 0,7-1-95 16,5 0 151-16,6-1-114 0,-3 0-71 0,1 1-32 16,-4 0 1-16,2 2 0 0,-8 0-31 0,3 0-193 15,-10 0 91-15,-8 5 51 16,-5 2 25-16,-5-2-184 16,-4 2 104-16,-3-3 63 0,-8 2 14 15,0-3-707-15,0 1 278 0,-10-4 191 0,-2 3-294 0,-3-2 232 0,-2-1 131 0,1 0-229 16,-4 0 175-16</inkml:trace>
  <inkml:trace contextRef="#ctx0" brushRef="#br0" timeOffset="124781.26">27918 13306 934 0,'-11'0'0'0,"-2"1"0"0,3 4 0 0,0-3 0 16,2 3 0-16,1 2 0 0,1 1 0 0,-1 1 0 0,1 2 0 0,2 0 0 0,1 2 618 0,-3 2-290 0,-1 2-144 0,-1 1 30 0,-1-2-93 0,-2 1-41 0,-2 1-1 0,-1-3-102 0,-2 4 40 0,0-6-9 0,-2 1 30 0,-1-4-26 0,0-2 1 0,1-3 25 0,-1 3 53 0,3-8-9 15,4 0-44-15,4 0 192 47,4 0-96-47,0 0-48 0,0 0 9 0,4 0-11 0,0-3 0 0,12 1-46 0,7 0 1 0,5 2 104 0,8 0-43 0,1 0-74 0,3 0-26 0,0 0 0 0,7 4 0 0,-4 1 0 16,6 2 0-16,-5-2 0 16,-1 3 0-16,0-1-376 0,-1 0 174 0,-1-2 74 15,2 1 66-15,-12-2-628 0,-6-2 326 0,-3-2 163 0,-7 0 81 0,-2 0-471 47,-3 0 267-47</inkml:trace>
  <inkml:trace contextRef="#ctx0" brushRef="#br0" timeOffset="124937.46">28025 13367 1284 0,'-8'2'0'0,"0"1"0"0,1 3 0 0,-1 3 0 0,5 3 0 0,-1 7 0 0,4 6 62 0,0 2 1 0,0 8 858 0,0 7-442 0,2 8-210 0,0-1-121 0,1-1 163 15,2 4-136-15,-2-5-68 0,1-1-35 0,-2 2-371 16,0-11 163-16,-1-8 88 16,1-3 43-16,-1-5-582 0,-1-9 312 0,0 1 167 0,0-11-729 0,0-2 374 15,0-2 213-15</inkml:trace>
  <inkml:trace contextRef="#ctx0" brushRef="#br0" timeOffset="125165.07">27607 12842 2815 0,'-11'-15'0'0,"2"4"0"0,7 1 0 0,1 5 0 0,1 5 0 0,1-2 0 0,14 2 0 0,5 0 0 0,5 0 365 0,9 0-152 0,-1 0-92 0,0 0 68 15,4 0-75-15,4 0-36 16,-1 5-42-16,5 0-45 0,-6 2-1 0,-5-2 1 0,-1 4-499 0,-2-1 274 15,-7 1 138-15,2 3 77 16,-13-5-829-16,-2 3 418 0,-7-2 131 0</inkml:trace>
  <inkml:trace contextRef="#ctx0" brushRef="#br0" timeOffset="125305.12">27847 12836 967 0,'-7'9'0'0,"2"-1"0"0,0 3 0 0,0 1 0 0,0 5 0 0,1 1 0 0,1-1 219 0,0 6-89 0,0 0-45 0,1 1 0 0,0 3-36 16,0 0 1-16,2-2-10 0,0-2-492 0</inkml:trace>
  <inkml:trace contextRef="#ctx0" brushRef="#br0" timeOffset="125465.4">27959 12912 1607 0,'-1'0'0'0,"1"0"0"0,0 0 0 0,0 0 0 0,0 0 0 0,0 0 0 0,0 0 0 0,0 4 471 0,0 2-216 0,0 6-107 15,1 1-82-15,3 6-16 0,-1 0-10 0,0 4 1 16,-1 2-490-16,5 2 245 0,-2 3 122 0</inkml:trace>
  <inkml:trace contextRef="#ctx0" brushRef="#br0" timeOffset="125767.48">28622 13108 1901 0,'-17'0'0'0,"1"0"0"0,1 0 0 0,-6 8 0 0,2 13 0 0,-1 7 0 0,0 12 0 0,-1 6 631 0,2 7-296 0,4 12-140 0,7-8-83 0,7 1 170 0,1-5-122 0,2-2-61 0,13-6-252 0,5 3 105 62,4-16 37-62,3-8 25 16,1-2-517-16,4-5 270 0,-2-6 135 0,7 0-236 15,-8-9 177-15,-3-2 9 0,3 0 74 0,-2-10-605 0,-5-7 321 0</inkml:trace>
  <inkml:trace contextRef="#ctx0" brushRef="#br0" timeOffset="125898.61">28977 13210 2449 0,'-7'-10'0'0,"4"6"0"0,2 1 0 0,1 3 0 0,-1 0 0 0,1 12 0 0,0 10 0 0,0 5 0 0,0 8 665 0,0 5-314 0,0 3-148 0,0 1 37 0,0 1-217 0,0 2-23 31,0 1 0-31,0 1 0 0,0 3 0 0,0-11 0 0,0-4 0 0,-2-5-448 0,2-3 198 0,0-7 143 15,0-6-791-15,0-9 443 0,2-7 164 0,1 0 127 0</inkml:trace>
  <inkml:trace contextRef="#ctx0" brushRef="#br0" timeOffset="126030.78">29092 13513 1058 0,'0'-10'0'0,"2"0"0"0,2 2 0 0,2 4 0 0,2-1 0 0,3 1 739 0,5 2-350 0,1 1-167 0,6-1 349 0,1 2-266 0,5 0-134 16,3 0-67-16,1 0-67 15,-2 2 1-15,-3 1-1 0,1 2 0 0,-2-1-674 16,1 3 337-16</inkml:trace>
  <inkml:trace contextRef="#ctx0" brushRef="#br0" timeOffset="126401.13">29692 13496 1959 0,'0'0'0'0,"0"0"0"0,0 0 0 0,0 0 0 0,0 0 0 0,2 0 0 0,5 0 0 0,8 3 344 31,2-2-153-31,7 2-68 0,2-3 93 0,1 0-90 0,3 0-44 0,0 0 0 0,4 0-168 0,0-1 71 0,-7-5 21 0,1 1-212 16,-6-5 121-16,-5 4 62 15,-3-5 30-15,-1-1-152 31,-10 3 56-31,-3-4 56 0,0 1-31 0,-4-2 7 0,-11-1-14 0,-3-2-5 0,-2 5 73 0,-2-1-31 0,-1 2-19 0,-3 1 15 16,0 4 164-16,-4 5-68 47,2 1-36-47,1 5 121 0,1 12-72 0,0 2-36 0,0 8 5 0,8 2 275 0,3 7-143 0,4 5-52 0,6 0-42 0,5 1 175 0,0 7-98 0,0-6-64 0,16 0 32 0,5-4-52 16,3-2-71-16,6-6 0 0,3 0 0 0,-1-14 0 15,5-3 0-15,-1-6-442 0,2-2 224 0,0-6 123 16,6 0 74-16,-7-11-776 15,1-6 380-15,-1-5 190 0,2 0 95 0,-5-2-487 16</inkml:trace>
  <inkml:trace contextRef="#ctx0" brushRef="#br0" timeOffset="126576.7">30223 13280 2365 0,'-8'-14'0'0,"5"4"0"0,3 5 0 0,0-5 0 0,0 9 0 16,3-2 0-16,13 0 0 0,2 1 374 0,3 0-168 0,3-1-76 0,2 1 151 0,1 0-122 0,2 1-61 16,0 0-30-16,1-2-475 0,2 2 232 0,-6-1 102 15,-4 2-712-15,0 0 407 0,-4 0 202 0,-2 0 103 16</inkml:trace>
  <inkml:trace contextRef="#ctx0" brushRef="#br0" timeOffset="127058.04">30695 12980 988 0,'-4'-12'0'0,"1"4"0"0,0 2 0 0,1 1 0 0,-1 1 0 0,3 1 101 0,0 0-23 0,0 1-9 0,0 1 647 0,0-1-340 0,0 2-169 0,3-1-85 0,-1-2 536 0,2 3-315 0,0-2-153 0,1 2-107 0,-1-1-83 0,0 1 0 0,-1-1 0 0,-1 1 0 0,-1 0 0 0,0-1 0 0,1 1 0 0,-1 0-63 0,1 0-23 0,1 0 57 0,-2 0-226 0,1 0 116 0,-1 0 84 0,4 0-119 0,-3 0-216 0,5 0 181 0,-4 0 86 0,2 0 77 0,-1 0 8 16,-1 0 1-16,3-3-9 0,-2 3 209 0,3 0-99 15,-1 0-51-15,0 0 227 0,-1 0-139 0,5 0-78 16,-2 0 37-16,2 0 91 16,-1 0-16-16,3 0-58 0,-3 3 41 0,6 5-45 0,-5 1-8 0,2 3-28 15,-4 5-78-15,1 2 40 0,-6 5-1 0,-1 2 48 16,-2 0-255-16,0 2 119 15,-7 4 36-15,-10 1-143 0,-5 4 80 0,-5-8 55 16,-4 0-4-16,-3-5 9 0,-3-2 0 0,-1-6 0 31,-1-1-4-31,6-9 87 0,4-4-32 0,4-2-1 0,3 0 190 0,10-2-105 16,-2-4-44-16,13 1-24 16,1-1 373-16,0 2-185 0,3 0-59 0,16 4 90 15,6-3-101-15,5 3-128 0,6 0 0 0,3 0 0 16,4 0 0-16,0 0 0 0,8 0 0 0,-11 3 0 47,3-3 0-47,0 0 0 0,-2 0-328 0,-2 0 80 0,3 0 100 0,-11 0 79 0,-3 0-628 0,-6-6 330 0,-3-4 165 0,-2 0-390 15,-5-4 268-15,-7 0 149 0</inkml:trace>
  <inkml:trace contextRef="#ctx0" brushRef="#br0" timeOffset="127246.15">31134 12926 1148 0,'-2'0'0'0,"-1"0"0"0,1 0 0 0,1 1 0 0,-1 0 0 0,2 5 0 0,-1-1 0 0,1 7 851 16,0 0-407-16,0 5-203 0,-3 7 185 0,1 6-186 16,1 2-105-16,-3 3-49 0,1 2 146 0,-2-1-104 15,-2 0-128-15,3 1-212 0,0-9 74 0,1-3 88 16,1-5 43-16,1-3-563 0,-2-3 304 0,3-4 161 16,0-8 66-16,0-2-757 0,0 0 379 0,0-8 190 15,3-8-239-15,1-4 204 0,-1-3 118 0</inkml:trace>
  <inkml:trace contextRef="#ctx0" brushRef="#br0" timeOffset="127541.61">31149 12901 1241 0,'4'-15'0'0,"1"0"0"0,6 6 0 0,-2-1 0 0,3 5 0 0,6 0 229 0,-2 3-101 0,1 2-45 16,1 0 150-16,0 12-98 0,0 0-49 0,2 3 187 16,-6 4-123-16,1-2-56 0,-4 2-28 0,-4-2-40 15,-3 3 11-15,1 2 9 16,-5-4-8-16,0 0-165 0,-12-1 82 0,-3 0 42 15,-5-3-114-15,-1 2 87 0,-3-5 29 0,0-5 5 16,-1-1-41-16,3-2-21 0,-1 0 33 0,2-2 73 16,6-1-26-16,0 0-35 0,5 0 2 0,0 0 356 15,4 1-165-15,-1 2-60 0,7 1-53 0,0 3 231 16,0 3-131-16,11 1-65 0,3 4 78 0,6-2-180 16,5 2 0-16,0 2 0 15,6 2 0-15,0-5 0 0,1 4 0 0,-2-4-147 0,-1-2 64 0,0-5 61 16,-5 0 29-16,4-4-642 31,-2 1 251-31,-6-4 181 0,-1 0 57 0,-5-4-404 0,-4-8 255 0,0-2 130 16,-3-4-390-16</inkml:trace>
  <inkml:trace contextRef="#ctx0" brushRef="#br0" timeOffset="127803.08">31529 12717 1243 0,'7'-3'0'0,"3"-2"0"0,3 5 0 0,3 0 0 0,-1 0 0 0,-5 3 110 0,1 5-37 125,1 1 0-125,-6 5 96 0,-1 1-57 0,-3-1-42 0,-2 3 0 0,0 0 44 0,-9 2-38 0,-7 1 0 0,-1-1-30 0,-4-3-8 16,1-2-1-16,1 0-47 0,0-3 24 0,1-3 0 0,1 2 33 0,8-5 22 0,-1-2 0 0,5-1-32 0,2 0 1 0,1 0 159 0,2-2-84 0,2 0-38 0,8 0 0 0,5 0 9 0,5 0-1 0,-1 0-36 0,3 0-432 0,0 0 211 0,-1 0 106 0,3 0 52 0,-1 0-926 0</inkml:trace>
  <inkml:trace contextRef="#ctx0" brushRef="#br0" timeOffset="127972.18">31853 12971 1440 0,'8'0'0'0,"-1"6"0"0,5 0 0 0,2 6 0 0,0 7 0 0,-1 2 0 0,2 14 0 0,0 10 348 16,-6 13-155-16,-2 10-69 16,-7 7 466-16,-4 5-276 31,-16 5-139-31,-9 0-68 0,-7 2-57 0,-6 10-3 0,3-22-10 0,4-5-300 0,-1-7 150 0,-1-5 76 0,1-10 36 0,-6 5-599 0,6-16 314 16,-3-3 108-16,-5-3 98 0</inkml:trace>
  <inkml:trace contextRef="#ctx0" brushRef="#br0" timeOffset="142286.9">16409 14016 1703 0,'-4'-16'0'0,"-1"5"0"0,2 4 0 0,1 0 0 0,2 3 0 0,0 3 0 0,0 1 0 0,0 0 234 0,2 6-99 0,7 10 303 0,3 10-200 0,1 6-91 0,1 7-59 0,-3 4 77 0,3 7-63 0,-3 4-33 16,-1 1 0-16,1 8 63 16,-4-4-52-1,2 3 0-15,-4-3-43 0,-2-2-151 0,1-1 76 0,-2 1 47 0,-2-11-10 0,0-9 39 16,0-2-1-16,0-8-1175 31,0-4 557-31,-2-5 242 0,2-14 156 0,0-4-135 0,0-2 141 0,2-15 70 0,6-10 34 0</inkml:trace>
  <inkml:trace contextRef="#ctx0" brushRef="#br0" timeOffset="142442.09">16655 14616 1011 0,'9'-14'0'0,"-2"5"0"0,-1 3 0 0,3 2 0 0,-1 0 0 0,-3 4 0 15,1 0 524-15,2 5-242 0,-3 7-123 0,-1 3-61 0,1 1-21 0,-2 2-9 0,0 2-31 0,-1 0 1 0,1 2 316 0,-1-2-149 0,0 1-89 0,0-3-369 0,0-2 145 0,-1-1 73 0,1-3-516 0,-2 2 304 0,0-5 137 0,0-7 53 0,0-2-514 0,0 0 253 0,0-8 140 0</inkml:trace>
  <inkml:trace contextRef="#ctx0" brushRef="#br0" timeOffset="142818.7">16858 14226 976 0,'3'6'0'0,"1"3"0"16,0 3 0-16,-1 2 0 0,0 3 0 0,2 8 197 0,0 5-71 0,-2 4-48 0,1 1 63 0,1 4-42 16,-2-3-35-16,0 3-158 0,0 2 75 15,-1-9 23-15,-1-4 1 0,1-4-155 0,-2-3 93 0,0-6 48 16,0-2 32-16,0-9-89 0,0-4 47 0,0 0-48 16,0 0 35-16,0-5 54 0,0-5-3 0,0-1-62 15,2-2 251-15,2 2-101 0,5-2-53 0,1 3 110 16,1 2-53-16,-1 3-20 15,2 4-29-15,0-1 36 0,0 2-31 0,-1 0 0 16,3 5-20-16,-6 5-20 0,0 5 11 0,-2-1-1 78,-3 3 0-78,3 2-73 0,-3-2 32 16,-1-3 0-16,-1-2-34 0,-1-2 24 0,2 0 0 0,-1-7-141 0,3-3 82 0,-1 0 26 0,5-13 26 0,2-4-87 0,1-1 49 0,3 0 1 0,-1-1 4 0,1 2 127 0,1 3-47 0,0 0-11 0,0 5-38 0,1 0-11 0,-2 7 11 0,-2-1 6 15,0 3-6-15,0 0 43 16,-3 9-38-16,3 4 475 0,-5 2-219 0,-1 5-53 0,0-2-75 0,0 1-104 16,-3 1-1-16,4-1 42 0,-6-2-10 0,2-3-709 15,-1-2 340-15,-1-2 135 0</inkml:trace>
  <inkml:trace contextRef="#ctx0" brushRef="#br0" timeOffset="143048.13">16379 15037 1934 0,'-1'4'0'0,"1"4"0"0,-2 6 0 0,2 6 0 0,0 6 0 0,0 6 0 0,0 6 398 0,0 4-181 16,0 7-80-16,0-2-183 0,0-3 41 0,0-1 0 15,0-6 43-15,0-5-239 0,0-1 128 0,0-14 51 16,0-8 29-16,-2-6-724 0,-3-3 344 0,2-5 171 16,-1-14-313-16</inkml:trace>
  <inkml:trace contextRef="#ctx0" brushRef="#br0" timeOffset="143301.8">16384 15109 1675 0,'11'-12'0'0,"0"3"0"0,5 1 0 0,2 1 0 0,1 3 0 0,6 1 0 0,-5 3 0 0,1 0 0 0,-1 0 0 0,-2 11 76 0,-2 2-1 0,1 1-28 0,-7 2-10 16,-6 0 1-16,-1 2-1 0,-3 3 0 0,0-1 1 16,-6 3 8-16,-10-4-8 15,-2 2-1-15,-4-3 1 0,-3 0-1 0,0-1 0 0,-3-1 10 0,3-3 198 16,3-3-103-16,5-2-53 0,3 0 243 0,3-1-147 16,1 3-64-16,6-5 73 0,4 2-79 0,0-2-38 15,11 4 0-15,3-1-63 16,9-1-14-16,2 1 0 0,3-2 0 0,2 3 0 15,-1-1 0-15,4 0 0 0,-5 1 0 0,-2-2 0 16,-3-2 0-16,1 2-224 0,-6-1-834 0,2-1 501 16,-6-3 264-16</inkml:trace>
  <inkml:trace contextRef="#ctx0" brushRef="#br0" timeOffset="143496.38">16722 15251 2247 0,'0'0'0'0,"-2"-1"0"0,1-1 0 0,1-1 0 0,0 3 0 16,1 0 0-16,6 0 0 0,6 0 0 0,5 0 144 0,3 0-54 0,3 5-26 0,0-3-420 0,6 1 205 0,-2-1 90 0,0-2-785 0</inkml:trace>
  <inkml:trace contextRef="#ctx0" brushRef="#br0" timeOffset="143678.34">16939 15132 926 0,'0'0'0'0,"0"0"0"0,0 0 0 0,0 0 0 0,2 0 0 0,6 0 0 0,4 0 301 0,1 1-122 0,6 4-76 16,0 1-29-16,3 4-37 16,-1 2 0-16,1 2-38 0,-1 3 9 0,-6-1 29 0,-2 3 0 0,-7 0 20 15,-3 3-20-15,-3 1 0 0,0 4 9 0,-11-3-9 16,-7 0 0-16,-6 0 0 15,-3-2 0-15,0-1-77 0,-3-2 43 0,1-4-4 0,7-4-353 0,0-3 173 16,3-1 94-16,5-6 35 0,3 2-224 0,7-3 107 16,4 0 72-16</inkml:trace>
  <inkml:trace contextRef="#ctx0" brushRef="#br0" timeOffset="143808.64">17101 15359 1757 0,'13'-8'0'0,"3"0"0"0,0 2 0 0,5-2 0 0,-2-1 0 0,1 1 0 0,5 1 0 0,-1-2 0 0,2 1 0 0,7 2 0 0,-6 0 300 16,1 0-132-16,-2 5-65 0,-1 0-34 0,-2 1-285 0,-1 0 135 0,-6 0 55 0,-5 0 31 0,-5 5 1 0,-2-2 31 0</inkml:trace>
  <inkml:trace contextRef="#ctx0" brushRef="#br0" timeOffset="143976.39">17397 15151 1379 0,'-6'3'0'0,"2"1"0"0,-1 6 0 0,0-1 0 0,-2 4 0 0,2 4 0 0,1 3 303 16,1 4-134-16,-2 1-65 0,2 4-34 0,-3 3 175 15,4-4-108-15,-1-1-50 0,3 1-296 0,0-4 123 16,0-3 62-16,0 1 39 16,0-10-584-16,2-3 292 0,2-6 144 0,7-3-476 0</inkml:trace>
  <inkml:trace contextRef="#ctx0" brushRef="#br0" timeOffset="144331.06">17525 15245 1097 0,'4'0'0'0,"2"-4"0"0,-3 3 0 0,2 1 0 0,-2 0 0 0,2 3 0 0,-3 11 0 0,-1-1 383 0,1 8-174 0,-1-1-85 0,1-1-44 0,-2 5 66 0,0-5-58 0,1-1-26 16,2-1 12-16,-3-5-37 15,1 4 10-15,3-11-128 16,1-1 60-16,1-4 28 0,2 0 1 0,4-9-27 0,1-7 37 0,0-4-9 15,2-1 28-15,2 0 62 0,2 0-41 0,1 2-1 16,1 0-73-16,-2 5 96 16,0 4-23-16,3 0-36 0,-6 7 41 0,3 3 0 0,0 0-4 0,-3 0-25 15,-5 3-45-15,-1 14 24 0,-2-3 1 0,-3 2-96 16,-2 2 64-16,-3-1 22 0,0-3-13 16,0 1-56-16,-6-3 32 0,-5-2 23 0,-1-2-7 15,-1-2-1-15,-4-6-5 0,1 0-1 16,-4 0 58-16,-1 0-37 0,-3 0-11 0,1-6 91 15,-2-2-38-15,0 0 0 0,0 0-30 0,-1 1 78 16,2 0-31-16,2 2-13 0,2 1 1 0,4 2-36 16,1 0 21-16,5 1-7 0,-1-2 20 0,7 3-397 15,4 0 181-15,0 0 83 0,4 0 47 0,9-1 6 16,5-6-1-16</inkml:trace>
  <inkml:trace contextRef="#ctx0" brushRef="#br0" timeOffset="144793.63">18000 14404 3365 0,'-12'-13'0'0,"0"2"0"0,6 5 0 0,4 1 0 0,2 3 0 0,0 0 0 0,7 2 0 0,10 0 0 0,2 0 0 0,4 0 0 0,3 2 0 0,2 4 0 0,2-3 0 0,1 1 109 0,-4-1-40 0,-1 3-1 0,-2-4-31 0,-1 2-563 0,-1-1 281 0,-1 0 150 0,-8 1 62 0,-5-1-588 0,-3 1 307 0,-4-1 63 0,-1 0-96 0,0-1 146 0,-4 0 87 0,-9-2 29 15,-2 0 24-15,0 0 0 16,-2-2 24-16,1-5 67 0,1 2-29 0,2 1 1 16,1-2-39-16,1 5 394 0,0-1-196 0,1 2-109 15,1 0-39-15,3 3 516 16,0 9-256-16,1 5-70 0,-1 4 118 0,2 6-133 15,0 5-81-15,1 4-109 0,0 8 39 0,1 5-1 16,-1 1 1-16,-1 8-137 16,-2-9 63-16,0-1 37 0,2-2 0 0,-4-8-194 0,-1-1 124 0,-2-15 49 15,2-6-40-15,-1-8-1 0,0-5 32 0,2-3-37 16,-2 0 290-16,4 0-116 0,2-8-72 0,2-4 291 78,2 0-157-78,0-1-64 0,2 1-1 0,7 1-8 0,5 0-29 16,1 4-1-16,1-2-29 0,4 1-49 0,-1 4 33 0,1 1-8 0,0 3 23 0,-1-2-395 0,1 2 198 0,1 0 99 0,1 0-785 0,-2 2 411 0,1 4 196 0</inkml:trace>
  <inkml:trace contextRef="#ctx0" brushRef="#br0" timeOffset="145115.08">18415 14147 2345 0,'-3'-20'0'0,"1"1"0"0,2 4 0 0,0 5 0 0,12 2 0 0,4-1 0 0,4 5 1 0,3 1 1 0,3 3 0 0,1 0 211 0,-1 0-89 0,1 7-42 31,-4 6-1-31,2 2-252 0,-10 1 98 0,-3 4 55 0,-9 1 27 0,-2 3-119 0,-1-2 73 0,-7 5 46 16,-12-5-105-16,-4-2 66 0,2-3-37 0,-4-2 193 15,2-1-80-15,-3 0-23 0,7-7-82 0,-1-1 462 16,4 0-196-16,5-6-97 0,1 2-25 0,0 1 217 16,7-3-138-16,3 0-64 0,0 0-32 0,10 0-67 15,9-3 35-15,5 1 9 0,2 2-92 0,3-3 41 32,1 0 0-32,1 2-471 0,2 1 256 0,2 0 117 0,-3 0 63 0,-2 0-832 15,1 0 419-15,-1 4 209 0,-2-1 105 0</inkml:trace>
  <inkml:trace contextRef="#ctx0" brushRef="#br0" timeOffset="145298.78">18970 14294 1717 0,'-12'0'0'0,"-2"-3"0"0,3 3 0 0,-5 0 0 0,1 3 0 0,-2 12 0 0,-1 9 0 0,1 5 0 0,-1 10 77 16,4 7-1-16,-3 11-31 0,9 0 1061 0,5 6-536 15,3-1-266-15,0 6-268 0,0 0-36 0,16-18 0 16,2-3 0-16,4-8 0 0,2-7-71 0,0-8 18 15,6-1 53-15,-4-15-611 0,1-3 323 0,-1-5 162 16,2 0 81-16,-2-3-708 16,4-8 349-16,-7-5 189 0,-4-4-397 0</inkml:trace>
  <inkml:trace contextRef="#ctx0" brushRef="#br0" timeOffset="145561.28">19235 14454 2045 0,'0'-6'0'0,"-4"0"0"0,-1 1 0 0,2 5 0 0,0 0 0 0,0 5 0 0,-2 16 0 0,3 6 0 0,1 8 0 0,-1 10 1243 16,0 5-622-16,2 4-599 0,-1 9-22 0,1-5 0 16,0 0 0-16,0-4 0 0,0-5 0 0,0-2 0 15,1 0 0-15,4-17 0 0,-3-8 0 0,3-9 0 16,-4-7 0-16,1-6-1031 0,-2 0 203 0,0 0 400 16,0-6 196-16,-8-12-196 93</inkml:trace>
  <inkml:trace contextRef="#ctx0" brushRef="#br0" timeOffset="145778.98">19217 14532 1599 0,'4'-13'0'0,"3"2"0"0,3 3 0 0,2-2 0 0,3 6 0 0,2-2 0 0,3 6 0 0,0 0 535 0,2 0-250 0,3 8-125 0,-1 4-61 0,0 2 189 0,-5 2-130 0,-2 2-61 0,-4-1-31 0,-4 2 0 0,-4 4-30 0,-5-1-280 0,0-1 135 0,-11 1 72 16,-9 1 37-16,-7-3-71 0,-4-1 54 0,-5 1 35 47,-3-6-37-47,0-2 105 0,0-2-88 0,2-3 4 0,1 0-57 0,0 1 563 0,10-5-244 0,7 1-121 0,4-4-68 0,7 0-75 0,4 2 0 0,4 2 0 15,5 1 0-15,17 2 0 16,7 5 0-16,4 2 0 0,5-2 0 0,2 7 0 16,-1-5 0-16,-1 3 0 0,1-2 0 0,-3-1 0 0,0-2 0 15,5 4 0-15,-10-7-50 0,-3 0-14 47,-2-1-872-47,-4-8 450 0,-6 4 225 0,0-2-575 0</inkml:trace>
  <inkml:trace contextRef="#ctx0" brushRef="#br0" timeOffset="145952.14">19691 14345 1797 0,'12'0'0'0,"3"0"0"0,4 0 0 0,3 5 0 0,-1 12 0 0,0 10 977 0,-1 7-471 0,0 7-235 0,-1 10 109 0,-8 5-380 0,-7 6 0 0,-4 7 0 0,-3 2 0 0,-18 0 0 16,-7 8 0-16,-4-19 0 16,-3-3 0-16,-6-5 0 0,-4-1 0 0,-5-9 0 15,-3 5-236-15,10-22 131 0,-1-5 70 0</inkml:trace>
  <inkml:trace contextRef="#ctx0" brushRef="#br0" timeOffset="149662.25">5927 14522 1784 0,'-9'0'0'0,"0"0"0"0,0 0 0 0,2 0 0 0,-1 0 0 0,5 0 0 0,0 0 0 0,1 0 326 0,2 0-143 0,0 0-61 0,0-2 167 0,7 1-124 16,5-2-63-16,5-2-31 0,2 1 104 0,3 4-73 15,3-3-31-15,2 1 195 0,3 0-113 0,3 2-57 16,5-3-70-16,-1 1-26 16,5 2 0-16,4 0 0 0,6 0 0 0,4 0 0 0,12-2 0 0,-6 2 0 15,3 0 0-15,7 0 0 16,-1 0 0-16,2 0 0 0,9 0 0 0,-14 0 0 16,-1 0 0-16,-2 0 0 0,-1 0 0 0,-3 0 0 15,5 0 0-15,-12 2 0 0,-2 0 0 0,6 1 0 16,-1-3 0-16,0 0 0 15,8 0 0-15,-12 0 0 0,0 0 0 0,-3-3 0 0,2-1 0 0,1-1 0 16,4 0 0-16,-11-1 0 0,3 1 0 0,-3 1 0 47,2 2 0-47,-4-1 0 0,9 1 0 0,-12 2 0 0,-3 0 0 0,2 0 0 0,0 0 0 0,2 0 0 0,8 0 0 0,-10 0 0 16,1 0 0-16,2 0 0 0,0 0 0 0,0 0 0 15,4 0 0-15,-8-3 0 0,-1-1 0 0,0-2 0 16,0 0 0-16,-1 1 0 0,7 2 0 0,-12 0 0 15,2 0 0-15,-5 2 0 0,0 1 0 0,-2 0 0 16,2 0 0-16,-12 0 0 16,-1 0 0-16,-3 0 0 0,-2 3 0 0,1-2 0 0,-5 4 0 0,-1-5 0 15,-3 1 0-15,0-1 0 16,0 0 0-16,-1 0 0 0,0 0 0 0,-2 0 0 16,0 0 0-16,0 0 0 0,0 0 0 0,0 0 0 15,0 0 0-15,0 0 0 0,0 0 0 0,0-3 0 16,0-1 0-16,0 1 0 31,-4 1-412-31</inkml:trace>
  <inkml:trace contextRef="#ctx0" brushRef="#br0" timeOffset="150813.34">27500 14212 1669 0,'0'0'0'0,"0"0"0"0,0 0 0 0,0 0 0 0,0 0 0 0,0 0 0 0,1-3 0 0,2 2 122 0,3 1-32 0,7 0-9 16,1 0-41-16,8 0 88 0,6 0-44 0,12 0 0 15,13 4 97-15,7 5-76 0,13-1-32 0,12 2-1 16,11 1 74-16,11 1-53 16,14 1-17-16,-13-4 90 0,3 4-63 0,4-2-41 15,3-1 9-15,2-2-2 0,14 1-20 0,-20 1-10 16,4-2 1-16,4 1-26 0,0 2 0 0,-4-1 25 16,16 1-35-16,-19-4-9 0,6 0 44 0,6-2 1 15,4-1-15-15,5 1 14 0,12 0 6 0,-30-1-11 16,3 2-34-16,4-1 0 0,-9 1 0 0,-7-3 0 15,3 0 0-15,-28 1 0 0,0-1 0 0,-6 2 0 47,-6 0 0-47,-10 2 0 0,1-2 0 0,-18 2 0 0,-8 0 0 0,-2 0 0 0,-4 0 0 0,-4-1 0 0,-2 2 0 0,-10-4 0 16,-5 1 0-16,-3-3 0 0,-1-1 0 0,-3 1 0 109,-1-2 0-109,-2 0 0 0,0 0 0 0,0 0 0 0,0 0 0 0,0 0 0 0,0 0 0 0,0 0 0 0,1-2 0 0,0-1 0 0,0-2 0 0,-1 1 0 0,0 1 0 0,0 1-761 0,-5 2 200 0</inkml:trace>
  <inkml:trace contextRef="#ctx0" brushRef="#br0" timeOffset="153604.75">5160 14451 992 0,'-14'-12'0'0,"1"4"0"0,3 4 0 0,5 2 0 0,5 2 0 0,0 5 372 0,0 12-166 0,8 5-84 16,5 9 417-16,-1 3-255 0,1 8-123 0,3 6 160 15,-4 7-141-15,1 10-71 16,1 14-25-16,-5-5 1 0,-2 5 0 0,-1 0-46 16,-4-1 0-16,0-1-121 0,-1 7 71 0,-1-20 19 15,0-5 1-15,0-6-329 0,0-8 175 0,-1-2 101 16,-1-19-613-16,2-8 318 0,0-9 110 0,0-7-358 16,0 0 274-16,2-1 127 0,6-23 79 0</inkml:trace>
  <inkml:trace contextRef="#ctx0" brushRef="#br0" timeOffset="153759.57">5379 15216 1780 0,'3'-9'0'15,"0"3"0"-15,4 0 0 0,-4 4 0 0,1 1 0 0,1-1 0 0,1 2 0 0,-3 2 547 0,1 10-254 0,1 0-128 0,-2 5-62 0,2 1 53 16,-2 1-63-16,-1 2-27 0,0-1 0 0,-1-1-287 16,1 0 130-16,-1 0 74 31,1-5-605-31,1-4 331 0,-3-2 164 15,1 0-570-15,-1-7 287 0,0-1 176 0</inkml:trace>
  <inkml:trace contextRef="#ctx0" brushRef="#br0" timeOffset="154138.12">5552 14928 1381 0,'1'15'0'0,"1"4"0"0,1 3 0 0,1 2 0 0,-1 5 0 0,0 4 0 0,1 8 490 0,-1-2-230 0,-1-2-111 15,2 3-55-15,-1-5 31 94,-1 6-33-94,3-15-9 0,0-1-143 0,1-8 49 0,0-2 25 16,-1-6 0-16,-1-2 35 0,2-7-10 0,-2 0 0 0,2-10-402 0,1-7 201 0,-2-3 100 0,3-3-11 0,2 2-66 0,-3 1 27 0,4 4 46 0,-3 3-27 0,4 2 88 0,-4 5-64 0,3 4 30 0,-3 2 0 0,1 0 1 0,-4 14-1 0,1 2 484 0,3 4-207 0,-7 1-92 0,0-1-67 0,-1 5 76 15,1-2-46-15,-1-3-37 16,1 1 2-16,-1-8-128 0,1-4 46 0,1-4 0 0,-2-4 47 0,2-1-175 15,4 0 91-15,2-13 24 16,-1-5-64-16,5-4 31 16,-1-1 33-16,2-1 0 0,3 2-30 0,-1 1 7 0,0 7 31 0,-2 2 278 15,1 3-133-15,1 4-65 16,1 2-34-16,-4 3 386 0,0 0-193 16,-2 0-87-16,1 11-51 0,-2 4-20 15,2 2 9-15,-6-2-39 0,1 2-176 0,-4 0 89 0,3-3 43 0,-5 1-697 16,3-1 371-16,-2-2 142 0,-2-1 102 0,0-2-866 15</inkml:trace>
  <inkml:trace contextRef="#ctx0" brushRef="#br0" timeOffset="154691.86">4796 15711 1397 0,'0'-11'0'0,"0"5"0"0,0 3 0 0,0 0 0 0,0 3 0 0,1 0 0 0,2 10 193 0,1 4-77 16,1 10-38-16,2 5 63 0,-3 6-41 0,-1 2-35 16,-2 3 0-16,1 3-66 0,-1-1 0 0,1 2 40 15,2 6-112-15,-2-7 51 16,-1-3 31-16,1 1-1 0,4-2-243 0,-1-4 137 15,1 2 47-15,-3-13-507 0,1-10 236 0,-3-6 146 47</inkml:trace>
  <inkml:trace contextRef="#ctx0" brushRef="#br0" timeOffset="155003.84">4820 15848 1411 0,'0'-25'0'16,"1"2"0"-16,4 2 0 0,4 1 0 0,3 9 0 0,4 1 0 0,4 4 0 0,5 3 480 31,2 1-220-31,2 2-101 0,-2 0 33 0,-4 8-77 0,1 5-37 0,-4 5-1 0,-4 2-80 0,-2 5 10 0,-10 0 32 0,-2 1-225 16,-2 5 112-16,-2-4 57 0,-10 2 28 0,-1 1-57 15,-5-9 38-15,0 1 0 16,-2-4 40-16,-2-3 40 0,1-5-101 0,-3 4-21 0,4-11 125 0,3 1-51 16,1-4-1-16,4 0 84 31,1 0 65-31,1 0-48 0,8 0-52 0,2 0 131 0,0-3-83 0,2 2-40 0,8-1 0 0,7 2-32 0,1 0-9 0,5 0 0 15,1 0 0-15,0 2 71 16,1 4-46-16,4 3-64 0,-7-1-330 0,5 3 137 94,-1-3 116-94,-3 4 37 0,1-1-367 0,1 0 156 0,-5-3 121 0,1-3-22 0,-4 1 60 0</inkml:trace>
  <inkml:trace contextRef="#ctx0" brushRef="#br0" timeOffset="155101.58">5179 15951 1533 0,'-15'0'0'0,"4"-2"0"0,6 0 0 0,3 2 0 0,2 0 0 0,0 0 0 0,8 0 611 0,7 4-277 0,3-1-152 15,4 0-163-15,0 1 20 0,2-2-1 0,1 1 1 16,2 0-658-16,-4-3 324 0,2 0 167 0,-4 0-315 16,0 0 235-16</inkml:trace>
  <inkml:trace contextRef="#ctx0" brushRef="#br0" timeOffset="155307.75">5405 15809 1301 0,'-8'-5'0'0,"3"2"0"0,-3 2 0 0,8-2 0 0,0 1 0 0,0 2 0 0,11 0 0 0,4 0 488 0,5 2-215 0,0 5-122 0,-1 0 69 0,2 2-90 16,0 2-46-16,-3-2-21 0,3 4 11 0,-6-1-36 15,-2 2 1-15,-3 0-35 0,-2 2 0 0,-2 3 35 16,-4 5 9-16,-2-1-34 31,0 2 25-31,-13 2-1 0,-3-3 1 0,-2 0-124 0,-3 1 52 0,4-6 29 0,-1-2-14 0,3-3-1 16,0-2 12-16,2-3 4 0,6-3-1199 0,2-6 582 15</inkml:trace>
  <inkml:trace contextRef="#ctx0" brushRef="#br0" timeOffset="155475.52">5657 15962 2152 0,'2'0'0'16,"1"0"-1"-16,-1-1-1 0,3-2 0 0,2 2 1 0,-1 0 0 0,3-1 1 0,5 0 560 0,1 1-261 0,5-1-130 16,2 0-65-16,3 0 41 15,0 1-58-15,-1 1 0 0,0 0-311 0,1 0 131 0,-2 0 66 0,-1 3 43 16,-5 2-626-16,-5 1 324 0,0 2 163 0,-4-1-677 16,-2 1 334-16,-3-2 204 0</inkml:trace>
  <inkml:trace contextRef="#ctx0" brushRef="#br0" timeOffset="155649.08">5869 15809 1241 0,'0'0'-2'0,"-4"0"0"0,1 3 1 0,-2 3-1 0,3 1 1 0,-1 5 0 0,-3 7 338 0,5 0-154 0,-4 5-73 0,4 5 347 0,-2 5-210 0,2 4-95 0,-1-4-151 0,2 2 0 0,0-1 37 0,0-4 0 0,0-1-559 0,0-2 290 0,2-9 129 0,3-5 71 0,5-4-740 31</inkml:trace>
  <inkml:trace contextRef="#ctx0" brushRef="#br0" timeOffset="156059.08">6024 15973 1731 0,'0'2'0'0,"0"-1"0"0,0 2 0 0,0-1 0 0,0 4-2 0,0 0-1 0,0 3 0 0,0 1 2 0,0 1 231 0,0 2-86 0,1 0-59 0,1 1 14 0,1-2-30 0,0-1-1 0,2-2-92 0,1 0 41 0,-1-2-10 16,4-6 31-16,-1-1-114 0,1 0 57 0,5 0 29 16,2-7 9-16,2-3-44 0,1-3 32 0,3 1-10 15,3 0-22-15,4 0 1 0,1 2 4 0,0 3-43 16,-1 5 33-16,1-1-18 16,-4 3 46-16,2 0-181 0,-4 10 82 0,-7 2 43 0,-3 0 0 15,-6 5-6-15,-7-4 41 0,1 3-28 16,-2-4 24-16,-9-1 232 15,-7-2-112-15,-2-6-64 0,-3 1 312 0,-1-4-160 0,0 0-88 0,-2 0-21 16,3-5 114-16,-2-4-71 0,1-1-39 0,-1-3-2 16,3 4-9-16,0-1-28 0,3 2 1 0,-1 1 1 15,1 0-1-15,0 5 9 0,3 0-9 0,4 2-67 16,1 0 33-16,0 3 0 109,5 8-345-109,-3 2 169 0,7 3 94 0,0-1-713 0,0-1 376 0,1 1 190 0</inkml:trace>
  <inkml:trace contextRef="#ctx0" brushRef="#br0" timeOffset="156770.84">6658 14954 1411 0,'-12'-14'0'0,"2"6"0"16,-6 1 0-16,3 4 0 0,-1 3 0 0,-1 3 0 0,-4 17 0 0,1 8 151 0,-1 10-46 0,2 6-39 0,2 8 360 0,3 3-194 0,4 3-97 0,4 1-49 0,2 6 290 15,2-11-173-15,4-8-83 78,15-3-40-78,3-6 40 0,4-4-40 0,5 1 9 0,0-14-357 0,-2-2 153 0,3-2 77 0,-2-5-269 0,4 2 182 0,-5-6 77 0,-2-4 43 0,0-2-932 0</inkml:trace>
  <inkml:trace contextRef="#ctx0" brushRef="#br0" timeOffset="156925.4">6900 14996 2103 0,'0'0'0'0,"0"0"0"0,0 1 0 0,0 10 0 0,1 1 0 0,5 9 0 0,-3 8 0 0,5 8 398 16,1 10-180-16,-2 8 119 0,3 6-140 0,-5 1-85 15,2-3-36-15,0 0-98 0,1-5 31 0,-2-6-1 16,2 2 39-16,-4-18-577 16,-3-3 283-16,2-9 143 0,-1-9 70 0,-2-7-807 0</inkml:trace>
  <inkml:trace contextRef="#ctx0" brushRef="#br0" timeOffset="157108.81">7053 15355 2461 0,'4'-5'0'0,"0"-4"0"0,0 5 0 0,2 1 0 0,3-1 0 0,1 3 0 0,1-1 0 0,7 0 0 0,-1 0 321 0,3 2-141 0,4 0-71 0,1 0-36 0,5 0 0 0,4 0-25 0,-3 0-11 0,2 0-387 0</inkml:trace>
  <inkml:trace contextRef="#ctx0" brushRef="#br0" timeOffset="157418.87">7567 15257 2143 0,'0'0'0'0,"0"0"0"0,1 1 0 0,1-1 0 0,-1 1 0 0,6 2 0 0,-1 0 403 0,6 0-183 0,2 2-91 0,3-2 233 16,8 0-162-16,0 0-72 16,3-1-50-16,2-2-188 0,-1 0 74 0,-1 0 37 0,0 0-158 0,0-5 106 15,-9-4 40-15,-2 1 24 0,-6 1-298 0,-2-3 161 16,-6 2 80-16,-1-6-248 0,-2 4 140 0,-2-2 69 15,-11 1-36-15,-1-2 34 16,-4-1 48-16,-5 1-10 0,4-1 10 0,-2 3 49 0,-1-1-24 0,3 2 0 16,-4 2 136-16,4 4-70 0,0 4-45 0,-1 0 122 15,0 16-73-15,1 9-37 16,-3 9 8-16,4 7 259 0,5 7-133 0,6 2-43 16,6 3-41-16,1 1 284 0,1 1-150 0,17-7-88 15,6-7-40-15,4-3 53 0,4-7-130 0,4-7 0 31,6-3 0-31,-4-8 0 0,2-9-27 0,4-4 32 0,-1 0 0 0,-3-11 12 0,6-7-17 0,-10-3-1099 16,-3-3 503-16,-2-3 254 0,-3-3 153 0,-8-2-614 16</inkml:trace>
  <inkml:trace contextRef="#ctx0" brushRef="#br0" timeOffset="157586.74">8051 14976 1832 0,'-13'0'0'0,"-3"0"0"16,5 0 0-16,3-1 0 0,3-1 0 0,-1 2 0 0,6 0 546 0,2 0-254 0,11-1-128 0,6 1-63 0,6-2-32 0,2-1 9 0,1 2-11 0,1 0 1 0,-2 1-31 15,2-2 0-15,-4 1-812 0,3 1 415 0,-5-1 194 16,-3 1 102-16,0-3-811 0</inkml:trace>
  <inkml:trace contextRef="#ctx0" brushRef="#br0" timeOffset="157791.91">8377 14832 2327 0,'-3'-7'0'0,"-1"5"0"0,3 1 0 0,-1 1 0 0,2 0 0 0,0 4 0 0,0 13 0 0,0 7 0 0,0 3 438 15,2 4-200-15,1 6 267 0,0 1-234 0,0 6-119 0,0-2-152 0,-1-2-133 16,-1 0 32-16,0-5 69 0,-1-3 34 0,0 0-305 78,0-13 166-78,0-7 86 16,0-5 45-16,0-7-740 0,0 0 391 0,0-10 67 0,-1-14 14 0,1-5-377 0,-1-7 307 0</inkml:trace>
  <inkml:trace contextRef="#ctx0" brushRef="#br0" timeOffset="157998.74">8389 14890 801 0,'8'-22'0'16,"0"-3"0"-16,1 8 0 0,3 6 0 0,1 5 0 0,-2 2 188 0,5 3-76 0,-2 1-28 0,1 0-10 0,-4 5 277 0,2 9-158 0,-4 0-78 0,-2 0 176 0,0 5-117 0,-5-2-74 0,-2 1 22 0,0 2-43 0,0-2 0 15,-7 0-32-15,-4-3-8 16,-1-1-2-16,-2-1 0 0,1-4 0 0,0-1 34 15,0 1 8-15,2-4-42 0,3-3 104 0,0-1-53 16,4 0-25-16,-1-1 0 0,2 0 136 0,3 0-86 47,0 0-38-47,4 0-33 0,9 0-42 0,-2 5 0 0,5-1 0 0,-1 0 0 0,4 4 0 0,1-1 0 0,-1 0 0 0,1 3 0 16,2 1 0-16,-5-2 0 0,0-1 0 0,0-1-271 0,-4-3 77 0,-1 0 100 31,3-3-1072-31,-8-1 570 0,-1 0 279 0</inkml:trace>
  <inkml:trace contextRef="#ctx0" brushRef="#br0" timeOffset="158223.81">8650 14782 1409 0,'2'-16'0'0,"-1"7"0"0,5-2 0 16,0 2 0-16,3 2 0 0,1 3 0 0,1 0 0 0,2 4 67 0,-4 0-1 0,4 0-29 0,-5 11 0 0,0-2 411 0,-3 6-196 0,-3-2-113 0,-2 3-32 0,0-1-35 0,0 3 0 0,-7-4-34 0,-4 2 93 0,4-4-51 0,-3-1 0 0,4-2-43 0,0 0 0 0,1-2 9 0,2-3-9 0,0 2 264 16,3-2-132-16,0-2-66 0,3 1-33 0,5-3-122 15,4 0 40-15,7 0 24 16,1 0-589-16,4-5 292 0,2-2 156 0,4-1 49 0,-2 2-451 0,-2-1 209 16,0-1 142-16</inkml:trace>
  <inkml:trace contextRef="#ctx0" brushRef="#br0" timeOffset="158398.32">8949 14674 835 0,'3'-6'0'0,"2"3"0"0,2 0 0 0,5 2 0 0,-2 1 0 0,3 0 796 0,5 4-379 0,0 14-191 16,1 7-94-16,2 9 655 47,-3 10-380-47,-7 3-185 0,-1 12-113 0,-5 7-109 0,-5 7 0 0,0 9 0 0,-7-9 0 0,-7-1 0 0,-6 0 0 0,-4 0-36 0,-3 1-157 0,-3 8 124 15,-3-19 49-15,2-1-999 0</inkml:trace>
  <inkml:trace contextRef="#ctx0" brushRef="#br0" timeOffset="159232.01">9378 15000 2728 0,'-18'-13'0'0,"1"1"0"0,10 9 0 0,7 1 0 0,0 2 0 0,0 0 0 0,10 0 0 0,6 0 0 0,4 0 0 0,5 0 0 0,5 0 0 0,0 0 156 0,3-3-59 0,5-1-19 0,-2 2-134 0,0-4 47 0,-4 1 0 0,2 2 48 0,-3 1-598 0,5 0 308 0,-14 2 140 15,-4 0 75-15</inkml:trace>
  <inkml:trace contextRef="#ctx0" brushRef="#br0" timeOffset="159385.17">9430 15243 976 0,'-37'15'0'0,"7"0"0"0,3 5 0 0,13-5 0 0,5-3 0 0,4-3 0 0,5-4 572 15,0-5-267-15,2 3-124 16,11-3 245-16,6 0-194 0,5 0-96 0,1-3-139 0,7-1 42 0,5-3 10 16,-2 0-10-16,1-4-640 46,-1 0 319-46,1-1 161 0,1 0 80 0,2 0-423 0</inkml:trace>
  <inkml:trace contextRef="#ctx0" brushRef="#br0" timeOffset="159564.49">9888 14483 2187 0,'-1'3'0'0,"1"1"0"0,0 13 0 0,0 6 0 0,0 15 0 0,0 14 0 0,0 13 0 0,1 11 548 15,1 8-254-15,-1 1-129 0,1 0-63 0,0 4-105 16,1-21 15-16,0-3 1 0,2-6 25 0,2-4-231 0,-2-2 116 0,3 5 67 16,-1-18-660-16,3-9 354 0,0-8 178 0,0-13-778 15</inkml:trace>
  <inkml:trace contextRef="#ctx0" brushRef="#br0" timeOffset="159736.08">10119 15268 1753 0,'3'-6'0'0,"1"1"0"0,-1 0 0 0,-1 3 0 0,1-3 0 0,2 5 0 0,-2 0 0 0,1 0 607 16,-1 10-285-16,0 0-142 0,1 4-62 0,-1 1-105 78,-1-1 25-78,-1 3 0 0,2-2 0 0,-1 0-286 0,-2-2 152 0,2-2 63 0,1-4-817 0,-2-2 426 0</inkml:trace>
  <inkml:trace contextRef="#ctx0" brushRef="#br0" timeOffset="160065.82">10300 14984 803 0,'5'3'0'0,"-1"5"0"0,0 1 0 0,2 7 0 0,-2 0 0 0,-1 5 610 0,-1 5-287 0,1 2-142 0,0 4-62 0,1-3 266 0,-3 0-174 0,1-3-86 16,0-2-44-16,1-2-14 16,2 1-20-16,-1-11-9 0,0-3-89 0,-1-3 44 15,4-4 0-15,-1-2-190 0,1 0 127 0,1 0 49 16,1-5 30-16,1-3-130 0,-1-1 74 0,2 0-35 15,-2 2 41-15,1 2 96 0,-1-1-36 0,2 5-41 16,-2-1-2-16,4-1 279 0,-6 3-129 0,1 0-48 16,0 0 92-16,1 0-56 0,1 0-42 0,-1 0-20 15,0 0-14-15,-1 0-1 0,3 0 1 0,0 0-85 16,-2-1 43-16,4-3 9 0,-1-2 33 16,0 2 29-16,-2 0 0 0,3 1-48 0,-2 0 15 15,4 3 250-15,-4 0-179 0,0 0-105 16,0 12 0-16,1-1 0 0,-4 3 0 0,5 3 0 15,-4 0 0-15,0-1 0 0,-1 2 0 0,2-3 0 16,-3-1-21-16,4-1-75 0,-3-5 62 0,-2 1-1039 16,2-3 518-16,-6-4 258 15</inkml:trace>
  <inkml:trace contextRef="#ctx0" brushRef="#br0" timeOffset="160368.08">9888 15616 2641 0,'-6'0'0'0,"1"0"0"0,-2 0 0 0,2 6 0 0,0 6 0 0,0 8 0 0,2 5 0 0,-3 7 0 0,3 5 0 0,2 9 0 0,1-2 425 0,0 4-194 0,0-1-96 16,0-1-269-16,0-5 85 0,0 2 53 0,0-12-502 15,0-6 268-15,1-6 134 16,-1-7 66-16,0-2-644 0,0-4 317 0,0-6 169 0,0-1 45 0,0-14-125 16,0-4 116-16,0-7 56 15,-2-4-188-15,-5-1 147 0,-1-5 68 0</inkml:trace>
  <inkml:trace contextRef="#ctx0" brushRef="#br0" timeOffset="160617.78">9796 15756 1064 0,'3'-27'0'0,"-2"5"0"0,3 3 0 0,4 1 0 0,2 9 0 0,2 2 0 0,2 5 443 16,3 2-203-16,3 0-101 0,2 0 79 0,0 9-95 15,-1 3-42-15,2 2-1 0,-4 3 7 0,2 3-15 16,-8 0-9-16,-1 1-218 16,-6 1 97-16,-4 2 48 0,-2 1 23 0,0 1-91 0,-8-2 54 15,-9-4 30-15,-3 1 1 0,-1-3 102 16,-1-2-36-16,-1 2-85 0,-2-9 143 0,6-2-77 15,-1-2 0-15,7 0-43 0,-2-4 370 0,4 1-162 16,6-2-95-16,4 0 130 0,1 0-108 0,0 0-70 31,6 2-76-31,8 0 0 0,5 2 0 0,3 2 0 0,1-1 0 0,3 0 0 0,0 4 0 16,4 1 0-16,-3 0-120 0,-2-1-133 16,1 0 146-16,-5 0 72 0,1 0-438 0,1-1 161 15,-7-1 143-15,-1-3-610 0,-2-1 370 0</inkml:trace>
  <inkml:trace contextRef="#ctx0" brushRef="#br0" timeOffset="160793.58">10138 15903 1305 0,'-4'0'0'0,"-1"0"0"0,2-2 0 0,3 0 0 0,0 1 0 0,0 1 692 16,5-1-326-16,10-1-155 0,4 0 79 0,3 0-127 0,0 1-62 0,5-1-32 0,2 0-489 0,-1-2 224 0,0 1 117 0,0-1-349 0,1 1 226 0,-3-3 115 0,3-1 62 0</inkml:trace>
  <inkml:trace contextRef="#ctx0" brushRef="#br0" timeOffset="160977.67">10393 15694 872 0,'-4'-6'0'0,"0"1"0"0,4 1 0 0,0 2 0 0,0 1 0 0,4 1 0 0,8 0 278 16,4 0-111-16,2 3-69 0,4 4 202 0,3 1-132 15,0 2-64-15,1-2 203 0,4 4-124 0,-6-1-78 16,-4 2-33-16,-1 2 75 0,-4-1-55 0,-6 4-27 16,-1 3 10-16,-6-1-2 0,-2 1-35 0,-8 1 0 15,-11 0-1-15,-3 2-111 16,-2-2 64-16,-2-3 20 0,0 1-395 0,2-6 212 16,3-2 105-16,3-2 19 0,-1-1-750 0,9-8 370 0</inkml:trace>
  <inkml:trace contextRef="#ctx0" brushRef="#br0" timeOffset="161134.26">10614 15868 1819 0,'7'-3'0'0,"4"-3"0"0,0 4 0 0,1-2 0 0,2 1 0 0,5 1 0 0,1-1 319 0,6-4-131 0,0 2-80 0,3 1 122 16,1-1-97-16,-2 1-47 16,1 2-24-16,-1-4-156 31,-6 5 61-31,-2-1 36 0,-6 0-1 0,-1 1-568 0,-6 1 302 0,1 0 160 0,-8 0-630 0,0 0 360 0,-4-2 112 0</inkml:trace>
  <inkml:trace contextRef="#ctx0" brushRef="#br0" timeOffset="161303.02">10862 15669 1351 0,'0'0'0'0,"0"0"0"0,0 0 0 0,-2 0 0 0,1 0 0 0,-1 5 0 0,0 8 0 0,-3 4 265 0,0 6-106 0,0 3-65 0,2 5 230 0,-5 3-144 0,2-1-72 0,0 2-36 0,0-1 8 0,3-9-44 0,3-4 0 0,0 0-531 0,0-8 266 0,1-7 132 0,7 0-592 0,3-6 349 0,0-7 178 0</inkml:trace>
  <inkml:trace contextRef="#ctx0" brushRef="#br0" timeOffset="161591.67">10946 15800 457 0,'2'-8'0'0,"2"2"0"0,-2 3 0 0,1-1 0 0,-1 2 214 0,1 2-78 0,-2 0-55 15,1 7 297-15,0 9-171 0,0 0-84 0,0 1 171 31,0 6-119-31,1-5-73 0,-2-1-33 0,2 1 19 0,1-2-25 0,0-4 0 0,-1 0-17 0,2-4-118 0,0-4 54 16,4-4 28 0,0 0-45-16,1-3 36 0,5-6 10 0,1-6 26 15,1-3-70-15,5-1 8 16,-2 1 27-16,5 1-1 0,3 0-29 0,0 8-36 0,-3 0 33 0,1 6-32 0,2 3 28 0,-5 0-22 31,5 0-3-31,-8 12 51 0,-3 2-3 0,-3 1 64 0,-4 2-28 0,-6-1 61 16,-2 1-40-16,-2-5 91 0,-3-2-61 0,-13-2-232 0,-3-1 73 0,-4-5 225 31,-1-2-75-31,-1 0-42 0,-1-2 1 0,0-5 200 0,-1-1-107 0,1-4-34 0,-5 0-28 0,4 0 68 16,2 2-43-16,0 1 0 0,0 2-45 0,3 0 1 15,-6 1 10-15,11 6-10 16,0 0 0-16,5 0 1 16,-1 3-1-16,6 11 0 0,0 6 10 0</inkml:trace>
  <inkml:trace contextRef="#ctx0" brushRef="#br0" timeOffset="161993.93">11317 14812 1045 0,'-20'-12'0'0,"4"9"0"0,1 3 0 0,-1 3 0 0,-3 18 0 0,1 7 251 16,-3 13-97-16,4-1-63 0,6 9-27 0,1 1 433 16,7 4-229-16,3-1-116 0,0 6 216 0,11-13-170 15,8-5-81-15,5 0-39 0,2-7-40 0,2-3 0 16,4 1 9-16,-4-14-462 16,0-2 227-16,1-3 112 0,-1-3 57 0,0-3-638 15,-2 0 291-15,-6-7 184 0,-2 0-8 16</inkml:trace>
  <inkml:trace contextRef="#ctx0" brushRef="#br0" timeOffset="162153.17">11537 14965 1654 0,'0'0'0'0,"0"1"0"0,0 0 0 0,0 5 0 0,0 3 0 0,0 5 0 0,0 10 337 0,5 5-149 15,1 10-67-15,1 7 332 0,1 6-208 0,-5 2-104 16,4-1-51-16,-2-3-217 0,1 4 91 0,-4-15 32 15,2-7 1-15,-1-3-274 0,-2-7 157 0,1-8 79 16</inkml:trace>
  <inkml:trace contextRef="#ctx0" brushRef="#br0" timeOffset="162368.48">11753 15187 1389 0,'11'-8'0'0,"0"4"0"0,0-2 0 0,6 0 0 0,2 1 0 0,0 5 0 0,2-3 574 0,3 2-269 0,0 1-135 0,2 0-66 0,6 0-25 0,-7 0-9 0,2 0-33 0,-1 1 0 0</inkml:trace>
  <inkml:trace contextRef="#ctx0" brushRef="#br0" timeOffset="162675.45">12165 15207 1489 0,'0'2'0'0,"0"-1"0"0,1 2 0 0,1 0 0 0,3 1 0 0,1 1 0 0,4-1 534 15,5 1-253-15,3 1-123 32,6-1-61-32,4-5 225 0,5 3-143 0,4-3-63 0,-5 0-126 0,1 0 23 0,-2-5-1 0,-4-4-260 0,-1 0 151 0,-10 0 61 15,-1-3 37-15,-10 3-112 16,-3-2 74-16,-2 2 36 0,0-4 10 0,-7 3-259 0,-9 1 124 0,-6 0-23 15,2 0 60-15,-6 0 87 0,0 0-43 0,2 2 9 16,0 2 152-16,2 4-77 0,0-2-37 16,0 3 361-16,-1 0-172 0,6 11-96 0,0 5-49 0,3 7 201 15,2 5-111-15,5 4-22 16,2 4-31-16,5 3 190 0,0 2-118 0,12 1-60 0,7-1-93 16,3 0-2-1,6 2 0-15,2-11 0 0,2-7 0 0,3-4-38 0,1-9 7 0,1-4-458 16,5-4 246-16,-8-4 130 47,-1-7 14-47,-2-10-286 0,-3-4 152 0,-3-4 98 0,4 0 41 0,-11-3-502 0,-2 3 280 0</inkml:trace>
  <inkml:trace contextRef="#ctx0" brushRef="#br0" timeOffset="162835.64">12599 14948 2680 0,'-18'-1'0'0,"4"-6"0"0,8 4 0 0,4 2 0 0,2-2 0 0,0 0 0 0,5 2 0 0,11-3 0 0,4 4 380 16,4-5-172-16,4 1-86 0,0 4-149 16,0-3 31-16,5 1 9 15,-6-1 23-15,-2 2-307 0,0-1 153 0,0 1 77 0,-4 1 39 0,3-3-815 16</inkml:trace>
  <inkml:trace contextRef="#ctx0" brushRef="#br0" timeOffset="163119.34">12864 14750 1618 0,'3'-9'0'0,"-2"2"0"0,3 0 0 0,3 0 0 0,3 2 0 0,4-1 0 0,5 5 0 0,1 0 535 0,4-2-250 0,4 3-115 0,-1 0-72 0,-3 0 25 0,-2 9-44 0,0 0 0 0,-4 3-43 0,-2 5 9 0,-8 0-9 0,-7 1 0 0,-1 3-280 15,-4 2 141-15,-10 1 69 0,-6 3-70 16,1-7 66-16,-6 4 37 0,1-6-9 0,1 0 56 15,1-6-61-15,2 3-46 0,5-7 47 0,4-2 243 16,3-5-116-16,1 0-56 0,4 3-12 0,3-4 164 16,2 0-89-16,12-4-35 15,4-4 45-15,5-1-46 0,4 1-16 0,-2 1-176 16,5-2 71-16,1 2 37 0,0 3 0 0,-1-3-447 16,3 2 241-16,-7 2 83 0,0-1 68 0,-4 1-708 15,-3 1 363-15,-2-1 182 0,1-2 82 0</inkml:trace>
  <inkml:trace contextRef="#ctx0" brushRef="#br0" timeOffset="163287.08">13291 14693 2253 0,'0'-8'0'0,"0"-1"0"0,0 5 0 0,-2-3 0 0,2 4 0 0,0 3 0 0,0 0 0 0,0 9 0 0,2 9 393 0,1 2-169 0,1 8 86 0,-1 3-137 0,0 5-68 15,-2 0-35-15,-1-1 45 0,3 3-30 0,-3-4-9 16,0-2-40-16,0-3-490 0,0-3 245 0,0-5 122 15,0 3-650-15,-3-13 381 0,-1-4 195 0,1-7-15 16,-2 0-550-16,1-7 346 0</inkml:trace>
  <inkml:trace contextRef="#ctx0" brushRef="#br0" timeOffset="163562.55">13302 14685 1625 0,'8'-14'0'0,"4"0"0"0,1 4 0 0,1 4 0 0,4-1 0 0,-2 7 0 0,0 0 0 0,3 0 224 0,-3 4-94 0,-1 8-48 0,3 0 75 0,-7 1-65 0,-1 3-28 0,-4 2 0 0,-3 3 38 0,-3-1-33 0,0 0 9 0,-3 0-93 0,-10-1 26 0,-2 1 0 0,-1-3 25 15,0-2 42-15,-2-1-33 0,3-2-9 0,0-5 131 0,3 0-66 16,1-3-32-16,2-1-1 0,3 2 80 16,2-2-60-16,4 1-27 15,0 1 1-15,0-1 137 0,6 3-120 0,5 0-79 0,6 0 0 0,1 1 0 16,4 1 0-16,3 0 0 0,-1 2-32 0,3-1-97 15,-5 1 78-15,2-4-596 16,-2 0 299-16,-3-2 168 0,1 0 29 0,0-3-537 16,-5-2 330-16,-3 0 162 0,-4 0 79 0,0-3-209 15,-3-10 145-15,-1-3 63 0</inkml:trace>
  <inkml:trace contextRef="#ctx0" brushRef="#br0" timeOffset="163796.09">13620 14561 1289 0,'3'-13'0'0,"8"-1"0"0,-1 5 0 0,3 0 0 0,3 4 0 0,0 1 0 0,-2 4 0 0,4 0 312 0,-5 1-142 31,2 11-68-31,-7 4 98 0,-3 2-82 0,-2 3-40 0,-3 0 8 16,0 2 2-16,-6-1-26 0,-7-1 0 0,-2-1-26 0,-1-2 133 0,-1 2-57 0,4-6-43 16,-2 0 0-16,4-3 69 0,0-2-51 0,2 1 71 15,1-1-52-15,5-4-40 0,3 0 1 0,0-2-206 16,3-2 87-16,10-1 45 0,5 0 8 0,4 0-701 47,3 0 341-47,0-3 186 0,5-3 52 0</inkml:trace>
  <inkml:trace contextRef="#ctx0" brushRef="#br0" timeOffset="163940.93">13938 14650 2316 0,'0'0'0'0,"0"0"0"0,3 0 0 0,-1 0 0 0,5 2 0 16,1 7 0-16,5 6 0 0,0 9 566 0,3 6-270 0,2 6-130 0,-1 7 347 0,-2 9-439 0,-4 7-74 16,-8 0 0-16,-3 5 0 15,0 2 0-15,-14 4 0 0,-9 1 0 0,-12 13-846 0,-2-6 416 0,-10-6 232 0</inkml:trace>
  <inkml:trace contextRef="#ctx0" brushRef="#br0" timeOffset="164757.27">14237 15100 1297 0,'-1'-6'0'0,"-1"0"0"0,0 4 0 0,2-4 0 0,0 5 0 0,2 1 548 78,6 0-256-78,4 0-127 0,2 0 154 0,6 0-132 0,-2 0-80 0,3 0-34 0,1 0 49 0,0 0-42 0,3 0 0 0,3 0-34 0,-5 0-9 0,-1 0 1 0,-3 0-1 0</inkml:trace>
  <inkml:trace contextRef="#ctx0" brushRef="#br0" timeOffset="164879.86">14240 15323 1999 0,'-26'7'0'0,"5"4"0"0,3 3 0 0,7-1 0 0,0 1 0 0,11-5 0 0,0-2 0 0,2-1 676 0,15 2-319 0,6-5-160 16,8 2 186-16,2-5-178 15,3 0-91-15,1 0-173 0,2 0 45 0,1 0 25 0,4-3 10 0,-6-2-918 16,-1 1 467-16,-3-4 234 0</inkml:trace>
  <inkml:trace contextRef="#ctx0" brushRef="#br0" timeOffset="165311.45">14743 14833 1328 0,'-1'-17'0'0,"-1"2"0"0,2 3 0 0,0 1 0 0,0 7 0 0,0 3 679 16,0 1-321-16,3 9-161 15,5 18-80-15,0 12 846 0,-1 10-674 0,-2 16-289 0,-3 10 0 0,-2 17 0 16,-2 13 0-16,-13 32 0 16,-5 8 0-16,-1 19 0 0,1 12 0 0,-1 6-285 15,5 2-148-15</inkml:trace>
  <inkml:trace contextRef="#ctx0" brushRef="#br0" timeOffset="167021.15">20432 14682 2073 0,'0'3'0'0,"0"1"0"0,0-2 0 0,0 0 0 0,2 1 0 0,3-1 0 0,10 2 250 0,2-3-97 0,8-1-62 0,4 0 110 0,6 0-82 0,3 0-41 0,1 0 0 0,5 0-268 0,-8 0 108 0,-2 1 60 16,-3 2-236-16,-5 1 148 15,-5 5 74-15,1 1-797 0,-14 4 412 0</inkml:trace>
  <inkml:trace contextRef="#ctx0" brushRef="#br0" timeOffset="167181.36">20602 14966 1173 0,'-16'1'0'0,"4"2"0"0,-1 2 0 0,6-1 0 0,6 1 0 0,1 1 598 0,0-1-280 0,5 2-141 0,11-1-59 0,8-3 371 15,3 0-225-15,6-2-113 16,-2 2-371-16,6-3 129 0,1 2 74 0,-1-2 23 16,-1 0-331-16,1 0 181 0,1 0 91 0,-2 0-867 15</inkml:trace>
  <inkml:trace contextRef="#ctx0" brushRef="#br0" timeOffset="167357.3">21383 14702 1825 0,'18'0'0'0,"5"0"0"0,1-4 0 0,1 2 0 0,5 1 0 0,2-1 0 0,7 0 307 15,3-3-126-15,-3 4-76 0,3-2 58 0,-1 0-62 16,-1-1-32-16,0 0-240 0,3-2 113 0,-12 3 43 16,-5 0 27-16,-2 1-637 0,-10 0 332 0</inkml:trace>
  <inkml:trace contextRef="#ctx0" brushRef="#br0" timeOffset="167622.98">21753 14741 684 0,'-10'10'0'0,"2"1"0"0,-8 5 0 0,4 3 0 0,-4 0 0 0,-6 6 357 0,-4 4-159 0,-4-2-80 0,-4 6 132 15,1-2-111-15,-1-5-50 0,1-2-26 0,2-4 61 94,3-4-43-94,1-1 9 0,12-11-52 0,10-1 225 0,5-3-112 0,0 0-57 0,2 0-28 0,11 0 9 0,10 0-38 0,6 0 310 16,4-3-155-16,6 3-77 0,0-3-39 0,9 2-145 0,-9 1 48 0,2 0 30 0,-2 0-1 0,-1 0-173 0,-2 0 101 0,5 4 60 0,-12 0 16 0,-2-1-678 0,-6 1 273 0,-3-2 187 0,-4-1-513 0,-3-1 332 31</inkml:trace>
  <inkml:trace contextRef="#ctx0" brushRef="#br0" timeOffset="167791.08">21772 14816 1401 0,'0'7'0'0,"0"2"0"0,0 2 0 0,0 4 0 0,0 7 0 0,0 3 0 0,0 7 572 15,0 10-258-15,0 1-143 0,0 5-67 0,0 3 135 16,0 3-100-16,-2-4-52 31,-1 4-149-31,-1-13 45 16,0-3 27-16,1-6-556 0,-2-7 291 0,0-2 147 0,0 0 82 0,-1-16-727 0,1-5 370 0</inkml:trace>
  <inkml:trace contextRef="#ctx0" brushRef="#br0" timeOffset="167995.83">21523 14176 1732 0,'-7'-20'0'0,"3"3"0"0,4 3 0 0,0 6 0 0,2-1 0 0,14 3 0 0,5 0 646 15,8 4-304-15,4 1-153 0,2-1-76 0,12 2 171 16,-3 0-128-16,1 0-60 16,1 0-29-16,-3 0-415 0,-4 5 193 0,1 1 105 15,-13 2 38-15,-5 2 25 16,-8 0 0-16,-3 3-1180 0</inkml:trace>
  <inkml:trace contextRef="#ctx0" brushRef="#br0" timeOffset="168158.58">21762 14159 1072 0,'-3'7'0'0,"-1"7"0"0,-2 1 0 0,3 4 0 0,-2 1 0 0,0 3 0 0,0 2 368 0,1 2-166 0,-4 6-73 16,3-4-231-16,2-3 69 0,2 2 35 0,-1-6-473 15,2-3 243-15,0 1 124 0,0-11 58 16,2-9-253-16</inkml:trace>
  <inkml:trace contextRef="#ctx0" brushRef="#br0" timeOffset="168283.75">21843 14224 883 0,'0'-3'0'0,"2"-3"0"0,-2 3 0 0,2 3 0 0,-2 0 192 0,1 0-78 0,1 0-39 0,-1 14 10 0,2 6 581 16,0 6-314-16,1 6-158 0,-1 3-78 0,-1 5 131 15,1 6-96-15,-2-3-62 0,4 3-26 0,-4 1 0 16</inkml:trace>
  <inkml:trace contextRef="#ctx0" brushRef="#br0" timeOffset="169970.05">23266 14357 2318 0,'-10'0'0'0,"1"0"0"0,2 0 0 0,3 0 0 0,4 0 0 0,0 0 0 0,11 0 0 0,14 0 0 0,6 0 0 0,7 0 293 16,6 0-119-16,-2-1-72 0,-1-2-83 0,1 0 19 15,1-2-1-15,-2 5-494 0,2-3 256 0,-10 3 114 16,-5 0 63-16,-2 0-338 0,-8 3 200 0</inkml:trace>
  <inkml:trace contextRef="#ctx0" brushRef="#br0" timeOffset="170150.74">23311 14633 1451 0,'-12'17'0'0,"-4"8"0"0,9 2 0 0,2 1 0 0,-1 3 0 16,4 1 0-16,1 0 438 0,-1 4-190 0,2-7-110 0,0 1-49 0,0-2-146 46,0-1 48-46,2-6 0 0,1 3 57 0,3-8-260 0,-2-5 125 0,1-3 64 0,-2-2-617 0,1-5 315 0,-1-1 154 0,0 0 82 16</inkml:trace>
  <inkml:trace contextRef="#ctx0" brushRef="#br0" timeOffset="170400.95">23311 14768 1900 0,'0'-14'0'0,"0"-3"0"0,0 5-1 16,0 2 0-16,0-2 1 0,7 7 0 0,5 2 0 0,5 1 0 0,7 0 0 0,7 2 0 0,8 0 0 0,3 0 404 0,5 4-182 0,2 1-92 0,6-1-14 0,-3 0-39 0,8-1 10 15,-13 1-49-15,0-4-59 16,-7 0 29-16,-4 0-1 0,-8 0-8 0,1 0 47 16,-17 0-10-16,-3 0 70 0,-5 5-36 0,-2 0 1 15,-2 4-35-15,0 7 227 32,0-2-118-32,-6 8-55 0,1-1-28 0,0 4-21 0,2 1-41 0,0 6 0 0,3-6 0 0,-1 3 0 0,1-1 0 0,0 2-26 15,0-1-266-15,0 5 173 0,0-10 73 16,0-3-699-16,-2 0 358 0,-5-5 153 15,-1-3 97-15,-4 1-450 0,-1-9 279 0,-5-3 136 0</inkml:trace>
  <inkml:trace contextRef="#ctx0" brushRef="#br0" timeOffset="170586.62">23536 14536 1629 0,'-2'-6'0'0,"-2"3"0"0,1 1 0 0,0 2 0 0,2 0 0 0,1 9 303 0,0 9-133 0,0 2 136 16,0 9-134-16,0 4-67 16,0 7-24-16,-1-3 49 0,-4 6-46 0,-2 3-1 15,-3 2-45-15,2-2-423 0,-3 0 220 0,-2-10 97 0,4-4 53 0,-2-9-684 16,1-5 351-16</inkml:trace>
  <inkml:trace contextRef="#ctx0" brushRef="#br0" timeOffset="170785.07">23442 14861 1270 0,'0'0'0'0,"0"0"0"0,0 0 0 0,0 0 0 0,0 3 0 0,0 3 0 0,0-1 62 0,0 4 1 0,2 1-16 0,1 0 337 0,5 2-172 0,-2 0-88 0,1-2-43 0,2 2-404 0,0-1 190 0,0-6 81 0,0 1 45 0</inkml:trace>
  <inkml:trace contextRef="#ctx0" brushRef="#br0" timeOffset="170902.37">23706 14563 1282 0,'0'0'0'0,"0"4"0"0,1 1 0 0,1 1 0 0,-1 7 0 0,-1 4 277 0,0 8-109 16,0 4-71-16,0 11 193 0,-4 4-126 0,-8 3-63 15,-4 5-31-15,-1 2-13 0,4-8-19 0,-4-4 0 16,3-4 0-16,0-8-297 31,1-5 148-31,-1-2 84 0,5-11-610 0,1-7 324 0</inkml:trace>
  <inkml:trace contextRef="#ctx0" brushRef="#br0" timeOffset="171020.15">23692 14897 1217 0,'8'0'0'0,"-1"0"0"0,1-1 0 0,-2 1 0 0,3 0 0 0,1 0 286 0,-1 0-115 16,4 1-71-16,-4 6 46 0,5-3-54 0,-1 4-27 0,-1-4-1 0,5 4-502 15,-3-6 233-15,2 1 120 0</inkml:trace>
  <inkml:trace contextRef="#ctx0" brushRef="#br0" timeOffset="171343.56">24405 14365 1542 0,'7'0'0'0,"-1"0"0"0,1 0 0 0,0 0 0 0,1 11 0 0,-4 8 0 0,-3 4 0 0,1 7 582 0,0 5-273 0,-2 2-135 16,0 10-59-16,-2-6 2 0,-4 1-39 0,0-3 0 16,1-3-41-16,-1-4-473 0,-3-2 246 0,1-10 109 15,1-5-240-15,1-7 179 16,-4-4 89-16,2-4-615 0,-2 0 309 0,1-1 153 0,2-11 84 0,1-9-110 16,2-1 102-16,1-2 65 15,-2-10 38-15,5 7 79 0,0-1-63 0,0 1-1 16,6 5-17-16,4 1 402 0,2-2-234 0,4 9-83 15,-3 0 444-15,5 7-207 0,2 0-141 0,2 6 75 16,5 1-85-16,-3 0-57 0,0 10-24 0,2 6 10 16,-5 8-1-16,-1 1-32 0,-2 1 9 0,-9 3-141 15,-4-2 66-15,-3 2 33 0,-2-3-1 0,-2-1-361 16,-9 1 206-16,-6-9 53 16,-2-5-453-16,-2-4 229 0</inkml:trace>
  <inkml:trace contextRef="#ctx0" brushRef="#br0" timeOffset="171789.69">24260 14480 773 0,'-5'0'0'0,"-1"0"0"0,2 0 0 0,0 0 179 0,-1 0-71 0,4 0-26 47,1 3-9-47,0 7 299 0,0 1-167 0,0 4-83 0,0 2-43 0,1 2 58 0,4-2-54 0,-3 4-1 0,0 0-143 0,-2 2 49 0,0 2 25 0,0 2-14 16,0-5 15-16,-2 1 0 31,-1 0 24-31,-2-2 27 0,2-2 1 0,0 3-19 0,3-7-9 0,0 2 60 0,0-1-35 0,0 0-34 16,0-2 1-16,3 5 55 0,5-3-23 0,-3-1-1 15,1 1-239-15,-2 0 106 0,0 2 53 0,-1 5-261 16,-1-7 137-16,-2-1 76 0,0 3 16 0,0-4 25 16,-2 0-29-16,-7-2-4 15,1-3-21-15,-5-5 27 0,1-1-59 0,-5-3 37 16,1 0 1-16,-3-3 27 0,4-6 9 0,-2-4 0 15,1 1 1-15,4-1-1 32,-3 1 768-32,5 0 70 15,5 5-381-15,2 0-191 0,1 2-95 0,2 2-47 0,0 1-15 0,7 2-10 0,11 0-60 0,3 0-1 0,7 4 0 0,6 6 0 94,6-1 0-94,3 2 0 0,5-2 0 0,5 1 0 0,4 0 0 0,4 0 0 0,8 1 0 0,-9-1 0 0,0-2 0 0,-4-1 0 0,-3-2 0 0,-4-2 0 0,6-2 0 16,-17-1 0-16</inkml:trace>
  <inkml:trace contextRef="#ctx0" brushRef="#br0" timeOffset="171933.41">24827 14633 1881 0,'-4'-6'0'0,"4"3"0"0,0 2 0 0,5 1 0 0,14 0 0 0,5 0 0 0,6 0 0 0,4 0 308 0,8 0-136 15,5 0-68-15,5 0-145 0,6 0 47 0,-8-3-9 32,-5-1 39-32,-6-1-671 0,-3 2 317 15,-12 2 158-15</inkml:trace>
  <inkml:trace contextRef="#ctx0" brushRef="#br0" timeOffset="172067.2">25018 14675 1051 0,'-10'4'0'0,"2"-1"0"0,2 4 0 0,3-1 0 0,2 2 0 0,1 4 52 0,0-2-3 0,0-1 268 0,6 3-141 0,5-1-70 16,0 0-35-16,2 1-346 0,0-2 150 0,0-2 78 15</inkml:trace>
  <inkml:trace contextRef="#ctx0" brushRef="#br0" timeOffset="172313.91">25294 14739 1250 0,'-8'0'0'0,"1"0"0"0,-3 0 0 16,0 0 0-16,-1 2 0 0,-5 5 239 0,-2 2-102 0,-2 2-50 16,-2 4 121-16,-6 2-77 0,-1-1-52 0,0 2-19 0,-3 1-24 0,-4 0-1 15,-3-4 1-15,-6 2-46 0,7-5 19 0,2-3-1 16,3-5 28-16,5-3 25 0,8-1 0 0,1 0-16 16,13 0 102-16,6 0-56 0,0-5-27 0,8-1 0 15,13-2-2-15,10 1-27 0,9 0 1 0,4 2-53 16,3 0 26-16,1 2 0 15,6 2 35-15,-6-1-354 0,-2 1 168 0,-1 1 74 16,-5-2 46-16,1 2-414 0,6 0 204 0,-16 0 61 16,-2 0 68-16,-7 0-307 0,-8 0 186 0,-7 0 94 15,-3 0-267-15</inkml:trace>
  <inkml:trace contextRef="#ctx0" brushRef="#br0" timeOffset="172511.21">25214 14374 1169 0,'0'2'0'0,"0"5"0"0,0 5 0 0,0 6 0 0,0 6 0 0,0 10 0 0,-4 11 432 15,-8 11-189-15,-3 1-108 0,-9 7 445 0,-2 0-272 16,-4 1-136-16,-2-4-68 0,-4 3 73 0,3-20-75 16,3-4-34-16,0-5-293 0,1-4 130 0,1-6 65 15,-2 4 42-15,12-12-753 0,2-6 388 16,2-4 195-16,8-7 67 0,4 0-452 15</inkml:trace>
  <inkml:trace contextRef="#ctx0" brushRef="#br0" timeOffset="172636.03">24975 14956 989 0,'7'6'0'0,"4"-2"0"0,0 3 0 0,4 4 0 0,4 1 343 0,0 3-158 0,6 3-65 16,3 3 659-16,3 2-372 31,4 1-185-31,9 4-84 0,-5-5-7 0,3-2-47 0,2-3-25 0,1 2-737 0,2-4 357 0,6-2 187 15</inkml:trace>
  <inkml:trace contextRef="#ctx0" brushRef="#br0" timeOffset="172840.83">25967 15259 3262 0,'1'-9'0'0,"4"0"0"0,1 5 0 0,5 0 0 0,-2 3 0 0,4 1 0 0,-1 0 0 0,3 0 0 0,-1 0 154 0,2-3-60 0,-1 2-29 0,0 0-1096 0</inkml:trace>
  <inkml:trace contextRef="#ctx0" brushRef="#br0" timeOffset="179161.3">18681 15925 1828 0,'-6'-8'0'0,"1"0"0"16,-2 3 0-16,4 0 0 0,2 3 0 0,1 0 0 0,0 0 0 0,1 2 0 0,10 0 0 0,5 0 253 0,1 0-97 0,3 0-64 0,2 0 99 0,-2 0-76 0,4 0-38 0,0 0-29 0,-5 0-10 0,3 0 1 16,-2 0-1-16,-1 0-213 0,-2 2 107 0,3 0 63 0,-8-2 17 0,-2 1-392 15,-1 0 210-15,-2 1 49 0,-4-2-240 0,0 2 114 31,-3-2 110-31,0 0 49 0,-5 0 89 0,-6 0-39 0,-1 0 0 0,-1 0 207 16,0 0-98-16,2 0-55 0,-1 0-27 0,2 0 150 0,2 0-89 0,2 0-44 16,-1 0 51-16,3 3 286 15,2 4-113-15,1 0-98 0,1 6 62 0,0 1-68 16,0 4-48-16,0 4-1 0,0 3-11 0,1 4 0 16,5 5-27-16,-1 7-100 0,1-3 46 0,-1 3 26 15,1 4 1-15,-2-1-50 0,-3-1 38 0,1 5 10 16,-2-12 28-16,0-2-141 0,0-2 41 0,-10-6 38 109,1-7 64-109,-5 1-33 0,1-10-35 0,1-6 27 16,-4-4 294-16,4 0-140 0,0 0-62 0,-1-2 303 0,8-3-183 0,-1-2-116 0,5 3-95 0,1-1 0 0,0 0 0 0,0 1 0 0,1 2 0 0,11 0 0 0,3-1 0 0,0 1 0 0,2 0 0 0,4 2 0 0,-3 0 0 0,-1 0 0 0,2 0 0 0,-3 0 0 0,7 0 0 0,-4 2 0 31,-4 1-247-31,2-1 108 0,-1 1 16 0,1-2-643 0,3 2 355 0,-4-3 191 0,1 0 90 0,-1 0-278 0,1-5 185 0</inkml:trace>
  <inkml:trace contextRef="#ctx0" brushRef="#br0" timeOffset="179338.63">19243 16020 1510 0,'0'-3'0'0,"-6"-2"0"0,4 1 0 0,-1 1 0 0,3 1 0 0,0 1 332 0,3 1-147 15,7 0-63-15,2 0 490 0,4 0-287 0,0 0-143 16,2 0-72-16,3 0 43 0,0 1-48 0,-1 1-38 16,0 1 0-16,-2-1-259 15,0 0 116-15,-1 1 57 0,2-1-666 0,-3 1 358 16,-5 0 182-16,-2 3-698 0,0-3 355 0,-4 5 224 16</inkml:trace>
  <inkml:trace contextRef="#ctx0" brushRef="#br0" timeOffset="179475.71">19360 16139 1693 0,'-20'8'0'0,"2"-2"0"0,0 1 0 0,8-1 0 0,1 0 0 0,6-1 0 0,1-2 0 0,2 3 288 0,0-3-116 0,4-1-71 16,9 2 235-16,5-1-150 0,2-3-73 0,2 3-37 0,4-3 2 15,-2 0-40-15,2 0 1 16,1 0-1-16,1 0-502 0,-2-3 251 0,5-4 135 16,-4 0-633-16,-1 0 314 0,-1-2 198 0</inkml:trace>
  <inkml:trace contextRef="#ctx0" brushRef="#br0" timeOffset="179674.86">19924 15577 1271 0,'0'-7'0'0,"0"4"0"0,2-1 0 0,-1 3 0 0,2 1 0 0,-2 4 0 0,4 12 620 16,-1 10-296-16,3 7-143 0,-2 10-71 0,-2 6 436 15,0 4-254-15,-1 9-117 0,1-1 14 0,-3 2-75 16,0-1-38-16,0-4-435 47,0-5 199-47,0 3 108 0,0-15 41 0,0-5-306 0,0-2 177 0,0-2 90 0,1-9 44 0,4-3-882 0,1-15 434 0</inkml:trace>
  <inkml:trace contextRef="#ctx0" brushRef="#br0" timeOffset="179822.08">20114 16119 836 0,'0'3'0'0,"0"-3"0"0,0 0 0 0,0 1 0 0,3 0 0 0,-3 5 0 0,2 0 667 0,-1 3-306 0,1 3-165 0,-1 1 295 16,1 4-226-16,1 4-114 0,-1 0-57 0,0 4-146 0,-1-5 40 0,2 1 25 0,0-1-513 31,0-3 269-31,-2-4 135 0,1 3 76 0,0-8-300 0,-1-4 178 0,1-4 87 16</inkml:trace>
  <inkml:trace contextRef="#ctx0" brushRef="#br0" timeOffset="180218.7">20314 15890 1597 0,'3'8'0'0,"0"2"0"0,2 5 0 0,0 2 0 0,-1 5 0 0,-1 6 0 0,-2 5-1 0,3 2-1 0,-4 9 185 0,2-7-79 0,0 1-34 0,0-2-135 16,0-4 50-16,-1-3 26 0,1-1 9 0,0-11-223 16,0-7 120-16,-1-5 60 0,1-5 29 0,0 0-77 15,-2-2 49-15,6-13 29 0,-1-4-138 0,2-1 65 16,3-2-19-16,-1 2 177 15,2 3-74-15,-1 2 1 0,4 2-68 0,-1 4 301 0,-1 4-120 0,3-1-67 16,-1 5-5-16,0 1 218 31,-1 0-107-31,1 7-66 0,-1 7-35 0,2 3 69 0,-5 0-56 0,-3 3 0 0,4 1-40 0,-4-1-6 16,1-2 0-16,1 0 10 94,-2-6-167-94,1-3 78 0,0-7 40 0,2-2 0 0,1 0 39 0,4-4 10 0,-2-11-10 0,1-3 0 0,-1 0 1 0,4 1-1 0,-3 1-490 0,1 2 74 0,-2 7 176 0,-2-2 82 0,1 7 245 0,-1-1-79 0,0 3-38 0,-1 0 117 0,-3 3-68 0,0 9-15 0,-3 3-24 0,-2 2-212 0,1-2 95 0,-2 5 58 47,-1 1 1-47,0-3-579 0,0-3 291 0</inkml:trace>
  <inkml:trace contextRef="#ctx0" brushRef="#br0" timeOffset="180416.24">20036 16517 1656 0,'-5'11'0'0,"2"2"0"0,2 7 0 0,-3 5 0 0,3 2 0 0,-4 4 0 0,2 3 0 0,-3 4 0 0,1-1 141 16,-3 6-44-16,1-7-111 0,1-6 25 0,1-1 0 15,-3-5 25-15,2-6-386 0,-2-3 203 0,4-12 86 16,-3-3 49-16,3-1-533 16</inkml:trace>
  <inkml:trace contextRef="#ctx0" brushRef="#br0" timeOffset="180700.92">19988 16637 1166 0,'9'-13'0'0,"1"4"0"0,2-2 0 0,2 5 0 0,0 3 0 0,3-2 0 0,2 5 0 0,-2 0 0 0,3 0 0 0,-4 5 294 15,-1 7-128-15,-2 1-66 0,-2 3-10 0,-3-3-27 0,-2 4 9 16,-6 0-121-16,0-1 43 0,0-1 0 0,-6 2 42 16,-10-1-2-16,0-2 2 0,-3-1 0 15,0-3 0-15,-2-3 108 0,1 0-54 0,1 1-19 16,2-5-8-16,6-1 171 0,0-1-98 0,4-1-51 16,3 3 96-16,0-2-64 0,4 1-45 0,0-2 53 15,11 2-45-15,6-2 0 16,0 3-44-16,6 2-22 0,1-1-9 0,2 1 31 0,-1 1 0 0,0 0-261 15,2 1 131-15,-1 1 74 0,-6-2-626 16,-1 0 319 31,-2-1 106-47,-3-3 97 0,-2 2-562 0,1-4 316 0</inkml:trace>
  <inkml:trace contextRef="#ctx0" brushRef="#br0" timeOffset="180834.64">20270 16665 1372 0,'0'0'0'0,"-3"0"0"0,2 0 0 0,1 0 0 0,0 0 0 0,0 0 390 0,1 0-181 0,10 0-86 0,3 1-44 0,3 1 73 0,3 0-58 0,1 0-20 0,0-1-317 0,1-1 139 15,-2 0 70-15,4 0 36 0,-2 0-707 0</inkml:trace>
  <inkml:trace contextRef="#ctx0" brushRef="#br0" timeOffset="181028.75">20455 16528 1147 0,'-5'-4'0'0,"2"2"0"0,2 0 0 0,1 0 0 0,0 1 0 0,1 1 0 0,9 0 0 0,4 0 362 0,3 0-163 0,5 7-81 15,0 2-42-15,3 3 126 0,1-1-74 0,-1 3-50 16,-3-1-16-16,1 4-1 0,-3 0-24 0,-4 2-1 31,0 0-45-31,-10 3 19 0,-4-2-1 0,-2 3-26 0,-7 2 26 0,-10 0 1 0,-5 3 35 0,-3-6-210 16,0-2 99-16,-3-4 13 0,4-2 36 0,1-1-487 15,0-1 235-15,6-7 93 16,5-2-407-16</inkml:trace>
  <inkml:trace contextRef="#ctx0" brushRef="#br0" timeOffset="181219.78">20713 16716 1106 0,'12'-5'0'0,"0"-1"0"0,4 3 0 0,1-3 0 0,6 0 0 16,1 1 138-16,1-2-51 94,4 1-25-94,2 0 248 0,-1 1-137 0,4-2-60 0,-6 1-42 0,-2 2-198 0,-3 1 81 0,-2 0 41 0,-5 2 1 0,3 1 49 0,-10 0-9 0,-5 0 0 0</inkml:trace>
  <inkml:trace contextRef="#ctx0" brushRef="#br0" timeOffset="181348.28">20982 16537 1291 0,'-6'8'0'0,"3"1"0"0,-1 3 0 0,0 5 0 0,-1-2 0 0,1 6 0 0,2 1 0 0,-1 3 127 0,0 3-36 0,0-3-32 0,1 1 106 16,-1-3-64-16,3 0-32 15,0-5-1-15,0 2-297 0,0-9 128 0,0-4 69 16,1-2-475-16,4-5 266 16,3 0 133-16</inkml:trace>
  <inkml:trace contextRef="#ctx0" brushRef="#br0" timeOffset="181738.2">21096 16627 926 0,'6'-10'0'0,"0"4"0"0,0 1 0 0,-1 1 0 0,1 2 0 0,-2 2 0 0,0 0 0 0,-1 0 243 0,1 7-103 31,-3 5-53-31,2 0 19 0,-2 3-26 0,-1 2-9 0,0-2-34 0,0-1-28 16,0-1 1-16,0 1 26 0,0-2 9 0,0-5-80 0,2 2 35 0,-1-4 1 15,0 0-2-15,3-1 0 0,1-3 46 0,1-1-9 16,5 0 113-16,-2 0-57 0,6-4-25 0,2-4 67 0,3 1-40 0,0-3-34 31,4 3 1-31,-1-3-19 0,5 5-6 0,-2-1 0 16,4 3 9-16,-8 0-87 0,0 1 39 0,-2 2 0 0,-4 0-181 0,-3 0 110 15,-1 5 48-15,-8 0 24 0,-2 4-24 0,-2-3 24 16,-2 3-55-16,-10-3 33 0,-2 1-73 0,-4-4 46 16,-2-1-100-16,0-2 63 15,1 0-64-15,-3 0 68 0,-2 0 10 0,5-4 9 0,-3-4 387 0,-1 2-167 16,7-3 62-16,-4 1-105 15,-1 1-20-15,6 2-40 0,0 0 156 0,0 2-86 16,1 1-43-16,3 0-98 0,0 2 37 0,2 0-9 16,5 0 27-16,0 0-382 0,4 0 178 0,0 4 95 62,0 1 38-62,0 0-385 0</inkml:trace>
  <inkml:trace contextRef="#ctx0" brushRef="#br0" timeOffset="181922.95">21619 15958 1443 0,'-6'-4'0'0,"1"-6"0"0,2 3 0 0,1-3 0 0,2 3 0 0,0 3 0 0,2-1 463 0,6 2-213 16,5 1-108-16,7-1 182 31,5-1-148-31,1 3-71 0,1 0-34 0,4 1-404 0,0-2 185 0,1 2 100 0,-3 0 38 0,-3 0-710 0,-4 0 349 0,-3 0 175 16</inkml:trace>
  <inkml:trace contextRef="#ctx0" brushRef="#br0" timeOffset="182264.02">21805 15886 1013 0,'-4'2'0'0,"0"3"0"0,1 0 0 0,3 5 0 0,0 5 0 0,0 4 203 0,0 8-84 0,0 7-33 0,4 4 326 16,1 3-188-16,0 6-94 0,-3 1-47 0,0 0-19 31,-2 1-20-31,0-8-8 0,0-5-1 0,-7-5-204 0,-1-3 102 0,-2-5 51 16,-2 2-70-16,-1-16 56 0,2-2 33 0,-2-5 67 16,2-2-37-16,-2 0-48 0,2-2 35 0,5-7 62 15,1 0-39-15,1-2-40 0,4 6-6 0,0-4 308 16,0 2-134-16,3 4-48 0,8 0-45 0,3 0 109 15,3 0-76-15,3 3-38 16,2 0-65-16,0 0-10 0,-1 0 38 0,3 3-1 16,-2 2-386-16,0-1 194 93,2 1 104-93,-3 0-329 0,-1-1 198 0,0-1 51 0,0 1 65 0,0-4-647 0,3 0 332 0</inkml:trace>
  <inkml:trace contextRef="#ctx0" brushRef="#br0" timeOffset="182385.69">22185 15913 1836 0,'-7'-4'0'0,"0"1"0"0,-1 1 0 0,0 2 0 0,3 0 0 0,-2 16 0 0,2 9 0 0,-1 6 0 0,3 9 635 0,-2 8-291 0,5 4-159 0,0 4 73 0,0 4-111 0,0-5-56 0,8-1-28 0,4-2-111 0,5-19 37 0,4-7 23 15,0-9 0-15,3-7-612 16,2-7 318-16,1-3 168 0,-2 0-739 0,-2-15 418 0</inkml:trace>
  <inkml:trace contextRef="#ctx0" brushRef="#br0" timeOffset="182577.33">22497 15927 1731 0,'0'0'0'0,"0"0"0"0,-2 1 0 0,0 5 0 0,2 2 0 0,0 7 612 15,0 4-288-15,0 11-144 0,0 5-73 0,0 10 380 16,0-1-231-16,0 5-110 0,0-1-58 0,0-4-88 15,0-3 0-15,2-1 0 0,0-14-318 0,-1-5 108 16,2-9 123-16,0-3 61 0,-1-8-652 0,0 1 366 16,-2-2 107-16,0-7-543 15,0-9 357-15,0-4 178 16,0-7 80-16,-4 1-187 0,0-6 157 0</inkml:trace>
  <inkml:trace contextRef="#ctx0" brushRef="#br0" timeOffset="182829.53">22525 15956 1158 0,'11'-19'0'0,"-1"7"0"0,0 4 0 0,1 6 0 0,4 0 0 0,-2 2 0 0,4 0 0 0,-4 0 340 0,3 7-151 0,-3 4-78 0,2 2-37 0,-4 0 92 16,-1 2-56-16,-4 0-42 0,-5 1-10 0,-1 3-23 15,0-1 1-15,-9-2-91 16,-3 3 54-16,-7-2 14 0,2-3-1 0,-5-1 7 78,2-1 16-78,-1-2 1 0,-2-1 8 0,5-1 110 0,3-4-59 0,0 0-30 0,6 0 0 0,1-3 197 0,0 5-105 0,8-3-65 0,0 3 203 0,0-1-130 0,8 5-65 0,9-2-67 0,3 5-33 0,5-2 0 0,3 2 0 0,-1 1 0 0,5-1 0 0,1 0 0 16,1 2 0-16,-3-4-281 15,-1-1 75-15,-4-3 120 0,-2-2 61 0,-2-2-797 0,-2 1 384 0,-7-4 206 16,-4 0-496-16</inkml:trace>
  <inkml:trace contextRef="#ctx0" brushRef="#br0" timeOffset="182983.11">22965 15768 1852 0,'13'-2'0'0,"-3"2"0"0,8 0 0 0,-4 4 0 0,2 12 0 0,-5 7 0 0,6 8 386 0,-6 11-175 0,2 7-79 0,-6 3-53 0,-4 5 458 16,-3 0-251-16,0 0-125 0,-8 1-63 0,-9 4-196 16,1-11 63-16,-4-3 35 15,-2-3-876-15,-1-1 456 0</inkml:trace>
  <inkml:trace contextRef="#ctx0" brushRef="#br0" timeOffset="183415.7">23507 16139 2003 0,'-4'-10'0'0,"-2"-3"0"0,1 6 0 16,5 2 0-16,0 3 0 0,2 0 0 0,9 2 0 0,8 0 199 0,2 0-81 0,7 0-39 0,-1 0-6 15,7 4 10-15,-2 1-45 0,0-2 0 0,4 4-467 0,-2-3 233 0,2 3 127 16,-9-1 49-16,-1 1-416 0</inkml:trace>
  <inkml:trace contextRef="#ctx0" brushRef="#br0" timeOffset="183565.76">23579 16410 1425 0,'-14'1'0'0,"5"0"0"0,1 3 0 0,3 0 0 0,5 0 0 0,0 0 0 0,2-1 240 0,15 0-102 16,7-1-49-16,4 0 284 0,3-2-172 0,4 0-82 16,5 0-40-16,2-2-404 0,-2-1 181 0,8-4 101 15,-8-1 36-15,-1 0-821 0</inkml:trace>
  <inkml:trace contextRef="#ctx0" brushRef="#br0" timeOffset="183766.53">24223 16230 1620 0,'0'-5'0'0,"0"-2"0"0,0 1 0 0,9 3 0 0,7 0 0 0,8 1 160 0,11 2-62 0,8 0-30 0,16 0 609 0,6 0-325 0,8 0-159 0,-1 0-79 0,3 0 170 16,9 0-116-16,-20 2-71 0,-4 0-33 0,-5-1-28 16,-8 1-36-16,-7-1 0 46,-1 0-281-46,-19 4 106 0,-8-3 104 0,-4 3-1239 0</inkml:trace>
  <inkml:trace contextRef="#ctx0" brushRef="#br0" timeOffset="184065.38">24510 16397 1403 0,'0'0'0'0,"0"0"0"0,-3 0 0 0,3 0 0 0,0 2 0 0,0 1 0 0,9 1 0 0,3 2 0 0,4 3 393 0,2 1-178 0,4 2-90 16,0 3 22-16,-5-3-61 0,2 4-24 15,-6 1-246-15,2-2 110 0,-10 5 56 16,1 1 35-16,-6 1-91 16,-2 1 55-16,-16-3 27 0,-5 2 1 0,-4-2-38 0,-5 1 5 0,1-6 18 15,0-3 170-15,-1-2-78 16,3-1-53-16,5-5-38 0,-1 2 419 0,12-6-196 0,4 0-71 0,8 0 163 16,1 0-137-16,1 0-60 0,18 0-43 0,7 0 87 15,7 0-143-15,4 0-14 31,5 0 0-31,7 0 0 0,-4 0 0 0,0 0 0 0,3 0 0 0,-1 0-13 0,1 1-1 0,2 2 34 16,-11-1-538-16,-3-1 267 16,-8-1 75-16,-4 0-558 0,-6 0 349 0,-1 0 165 15,-13 0 97-15,-2-3-529 0</inkml:trace>
  <inkml:trace contextRef="#ctx0" brushRef="#br0" timeOffset="184575.2">24376 15504 905 0,'-26'0'0'0,"4"-5"0"0,5 3 0 0,4 0 0 16,2-1 0-16,9 2 379 0,2 1-170 0,3 0-86 0,18 0 344 0,10 0-215 16,11 0-97-16,6 0 113 0,5 0-115 0,4 0-57 15,2 0-30-15,-1 0 90 0,7 0-50 0,-11 1-38 16,0-1-1-16,-2 3-154 15,-8-1 62-15,-1-1 32 0,-2 3 9 0,-18-2-451 16,-10-2 236-16,-9 3 119 0,-4-3-647 0,0 0 307 47,-10 0 181-47,-10 0 106 0,-6 0-335 0,-3-3 215 0</inkml:trace>
  <inkml:trace contextRef="#ctx0" brushRef="#br0" timeOffset="184856.07">24460 15498 1186 0,'-16'10'0'0,"4"1"0"0,2 3 0 0,1 5 0 0,5 1 0 0,4 2 0 0,0 0 0 0,0 5 511 0,7-1-237 0,3 7-108 0,0-6-69 0,-1 2 359 0,1 0-209 0,-5 2-106 0,-2-4-1 0,2 5-42 0,-4-10-36 0,-1-1 0 16,0-4-259-16,0 0 117 16,-6-6 58-16,-6 0-223 0,1-6 136 0,-3-3 73 0,-3-2 36 0,2 0-126 15,-2-2 77-15,-3-6-50 0,6-3-59 0,-3-4-59 16,3 1 89-16,3-3 46 31,-2 0-12-31,2 0 19 0,5 1 10 0,0 3 27 0,1 5 98 0,2 0-49 0,-1 4-24 0,0 0 174 16,1 4-88-16,-2 0-54 0,-1 7-5 0,0 7 94 15,0 4-36-15,-4 2-41 0,0 3 23 0,0 0 73 16,1 0-26-16,-2 1-38 0,3-3-251 0,0 0 112 16,4-8 56-16,2-2-601 0,2-2 292 0,0-7 154 15</inkml:trace>
  <inkml:trace contextRef="#ctx0" brushRef="#br0" timeOffset="185026.16">24521 15717 1264 0,'15'-13'0'0,"-1"4"0"0,3 5 0 0,5-1 0 0,3 3 0 0,5 1 558 0,3-2-250 0,1 3-140 16,0 0-66-16,4 0 208 31,2 0-137-31,-4 0-67 0,3 0 69 0,-11 0-73 0,0 3-33 0,-5-3-638 0,-6 0 303 0,-3 0 152 15,-2 0 85-15,-11 0-812 0,-1 0 436 0</inkml:trace>
  <inkml:trace contextRef="#ctx0" brushRef="#br0" timeOffset="185175.9">24733 15718 1145 0,'-10'9'0'0,"0"0"0"0,3 3 0 0,1 3 0 0,-2 5 0 0,5-2 0 0,0 4 0 0,1 3 532 0,1-1-248 0,-3 3-113 0,2-3 66 0,2-2-99 15,-2-1-51-15,2 0-302 16,0-5 126-16,0 3 73 16,0-12 22-16,0 0-675 0,2-5 348 0</inkml:trace>
  <inkml:trace contextRef="#ctx0" brushRef="#br0" timeOffset="185302.67">24885 15766 1543 0,'0'0'0'0,"0"2"0"0,1 0 0 0,0 3 0 0,2 2 0 0,-2 2 0 0,1 4 0 0,1 3 0 0,0 9 511 0,1 0-237 0,-1 8-109 0,2 1-356 0,-1 2 113 16,-1 3 58-16,-2 2-389 0</inkml:trace>
  <inkml:trace contextRef="#ctx0" brushRef="#br0" timeOffset="185479.94">25312 16683 0 0,'-18'-18'0'0,"18"16"0"0,6 2 0 0,14 5 0 0,-9 0 0 0,-8 0 0 0</inkml:trace>
  <inkml:trace contextRef="#ctx0" brushRef="#br0" timeOffset="-186633">20463 17367 728 0,'-6'-19'0'0,"1"2"0"0,3 5 0 0,-1-2 0 0,2 1 0 0,-4-2 0 0,2 3 313 0,-1-6-130 0,0 7-77 0,0-1 84 0,-2 3-77 0,2-2-39 16,-3 4 1-16,-1-4 9 0,1 5-9 0,-1 2-39 15,0 1 1-15,0 2 69 0,-2 1-34 0,0 0 9 32,0 0-45-32,0 2 48 0,2 10-24 0,-2 2 0 0,2 6 99 0,0 1-52 15,2 3-40-15,5 6 138 0,1 3-84 0,0 6-43 16,0 5 1-16,1 6 174 78,5-3-109-78,3 1-53 0,0 4-28 0,2 3-12 0,1 2-51 0,1 6 0 0,-1-6 0 0,-3-3 0 0,0 0 0 16,-1-2 0-16,-5-3 0 0,0 5 0 0,-1-16 0 0,-2-2 0 0,0-5 0 0,-10-3 0 0,0-4 0 0,-4 2 0 0,0-13 0 0,0-2 0 0,-2-3 0 0,2-4 0 0,-1-1 0 0,0-1 0 15,3-2 0-15,1 0-118 0,3-2 21 0,2-9 36 16,-1-2-287-16,4-4 146 16,3-2 83-16,0-5-550 0,3-1 316 0,9-1 159 15,0-4 69-15,4 4-493 0,-1 2 291 0</inkml:trace>
  <inkml:trace contextRef="#ctx0" brushRef="#br0" timeOffset="-186120.22">20488 18003 1046 0,'8'-2'0'0,"4"-1"0"0,-2 1 0 0,2 0 0 0,0 0 0 0,4 1 0 0,0 1 510 15,1 0-237-15,3 0-118 0,1 0-59 0,2 0 400 16,3 0-220-16,0 0-125 16,0 0-164-16,2-2 25 0,-2 2-1 0</inkml:trace>
  <inkml:trace contextRef="#ctx0" brushRef="#br0" timeOffset="-186022.48">20815 17989 3050 0,'30'0'-482'0,"-7"0"255"0,1 0 132 0,-1 0-332 0,-1 0 232 0</inkml:trace>
  <inkml:trace contextRef="#ctx0" brushRef="#br0" timeOffset="-185933.85">21160 17873 1948 0,'-7'6'0'0,"2"1"0"0,-2 3 0 0,2 1 0 0,-2 2 0 0,2 8 0 0,-2-2 315 0,4 0-139 0,-3 5-70 0,5-1 135 0,-1-1-102 0,2 1-43 0,0-4-34 0,0-2-46 0,0-2 21 0,2-4-1 0,3-3 1 0,2 2-119 0,1-8 55 0,0-2 31 15,4 0-130-15,-1-2 82 16,2-8 40-16,3-4 9 16,-1-3-125-16,3 2 68 0,1-1-21 0,0-3 36 0,3 3-25 0,4-4 41 15,-3 5-20-15,1 0 81 0,1 2-29 0,3 1-1 0,0 3-20 0,3-1 22 16,-6 8 20-16,-3-1-42 15,1 3-41-15,-3 0 45 0,-1 3 7 0,-3 8 21 0,-3 4 4 0,-5 0-29 16,-3 2 4-16,-3 1 120 16,-1 0-57-16,-1 0-28 0,0-3 2 0,0 0 143 15,-10-4-76-15,1-2-41 16,-2 0-11-16,1-1 60 0,-2-6-31 0,-1 0-23 0,-1-2 19 0,-2 0-1 16,2 0-40-16,-5-2 8 0,1-5-34 0,-1-5 0 15,1 1 26-15,-3-2-42 0,2 1 0 0,-4-3 51 31,3 1-10-31,-1 3 7 0,1 0-43 0,0 1 0 0,0 1 0 0,1 3 0 0,3 2 0 0,-1 2 0 16,2 2 0-16,4 0 0 16,-3 0 0-16,2 11 0 47,7-1 0-47,-2 1-14 0,4 0 0 0,3 2-729 0,0-4 333 0,0-2 193 0,2-2 80 0</inkml:trace>
  <inkml:trace contextRef="#ctx0" brushRef="#br0" timeOffset="-185647.04">20683 17149 1712 0,'-15'0'0'0,"2"0"0"0,2 0 0 16,8 0 0-16,3 0 0 0,0 0 0 0,12 0 521 0,10 3-240 0,8-3-112 0,2 0-70 0,6 0 236 16,2 0-148-16,-1 0-74 0,2 0-221 0,1-3 84 0,-5 3 26 0,-3-2 0 15,-1 0-470-15,-3 2 253 0,-5 0 127 0,1 0-240 0,-13 0 178 0,-3 0 10 16,-7 4 76-16,-3-1-591 0,0 0 308 0,-4-2 144 16</inkml:trace>
  <inkml:trace contextRef="#ctx0" brushRef="#br0" timeOffset="-185465.44">20909 17019 2033 0,'0'5'0'0,"0"0"0"0,0-3 0 0,0 5 0 0,0 2 0 0,-4 1 0 0,4 3 0 0,-1 1 0 0,1 5 321 0,-2 0-141 0,-1 8-61 0,3-3-30 0,-1 3-26 0,-1 4 0 15,1-1-24-15,1-1-146 0,0 4 83 0,0-5 26 0,0-3 0 0,0-2-514 16,3-3 275-16,8-4 138 15,1-2-621-15,2-9 351 0</inkml:trace>
  <inkml:trace contextRef="#ctx0" brushRef="#br0" timeOffset="-185080.9">21163 17156 1788 0,'0'2'0'0,"0"2"0"0,0 0-1 0,0 3 0 0,-2 3-1 0,-1 2 0 0,1 3 0 0,1 2 308 0,-1-3-135 0,1 6-68 0,1-2 115 0,0 2-81 0,0-6-56 0,0 1 1 0,0-2-77 0,1-3 1 0,6-1 30 0,0-4-106 0,4-5 48 31,0 0 30-31,3 0 0 0,3-4-61 0,2-9 46 16,1 1 8-16,2-5-15 0,0-3 4 0,4 3 0 31,2 0-14-15,-1 0 111-16,4 1-47 0,-3 5-2 0,0 2-37 0,0 0 69 0,-1 4-19 0,1 2-1 0,0 1-46 0,-5 2 18 0,-4 0 24 0,0 6-123 31,-5 7 53-31,1-1 10 0,-7 3 38 0,-4 0-72 0,-3 1 28 0,-1 0 0 0,0-3 13 0,0 4 120 0,-10-3-54 16,-2-4-25-16,-5-2-18 0,2-1 134 31,-3-1-66-31,-5-2-19 0,4-2-1 0,-2-2-6 0,0 0 0 0,-2 0-67 0,1-2 57 0,-6-8-1 0,6 2-10 0,-1-6-92 16,0 0 46-16,2 0-1 31,-1-4 47-31,-2 0-125 0,9 2 51 0,-2 1 13 0,4 1-1 0,0 2 25 0,3 0 6 0,-1 3-17 15,6 4-122-15,-1 2 60 0,1 3 34 0,3 0-244 0,0 0 132 0,0 10 48 32,2 3 42-32,0 3-754 0</inkml:trace>
  <inkml:trace contextRef="#ctx0" brushRef="#br0" timeOffset="-184306.14">21887 17645 1684 0,'-10'-3'0'0,"2"1"0"0,3 1 0 0,5 1 0 0,0 0 0 0,0 6 0 0,9 2 227 0,7 1-94 0,9 1-46 0,3-2 238 0,3 1-143 0,7-4-61 16,1-3-46-16,2 0 31 0,0-1-33 0,4-1 0 16,-1 0-33-16,2 0-32 0,-10-1-11 0,-3-3 43 15,-7-4-103-15,-5-1 51 0,-4-1 25 0,-4 0-115 16,-9-2 65-16,-1-2 39 15,-3-2-3-15,-7-2-71 0,-6-1 17 0,-4-3 2 16,-1 3 2-16,-3 1 81 0,-5 0-15 31,2 1-24-31,-1 4-9 0,-5 2 63 0,4 5-24 0,-2 4 14 0,3 2 130 0,-3 2-77 16,1 15-24-16</inkml:trace>
  <inkml:trace contextRef="#ctx0" brushRef="#br0" timeOffset="-184179.1">22074 17493 3437 0,'-24'29'145'16,"3"7"-47"-16,3 5-30 0,5 5 115 0,1 0-183 0,4 8 0 0,8-10 0 0,0 2 0 0,13-2 0 0,13-2 0 0,5 2 0 0,3-13 0 0,6-7 0 0,2-4 0 0,4-4 0 0,1-8 0 0,5-3 0 0,-7-5 0 0,1 0 0 0,-4-12 0 0,0-3 0 0,-5-1-490 0,4-2 30 0,-13-1 214 0,-2-1 103 0,0-1-616 0,0-3 361 0,-1-3 179 0</inkml:trace>
  <inkml:trace contextRef="#ctx0" brushRef="#br0" timeOffset="-184065.34">22727 17328 2406 0,'-17'-5'0'0,"3"1"0"0,1 1 0 0,7 0 0 0,0 2 0 0,4 1 0 0,2 0 302 0,2 0-133 0,10 0-66 0,9 0 582 0,3 0-419 0,4 0-266 16,2 0 0-16,2-2 0 16,2-2 0-16,2 2 0 0,3-3 0 0,-5 0-258 0,-1 1-22 15,0 0 158-15,0 0-654 0,-3 1 395 16,1-3 201-16,-10 5-330 0,-2-1 237 0,-1 1 118 15</inkml:trace>
  <inkml:trace contextRef="#ctx0" brushRef="#br0" timeOffset="-183899.91">23200 17149 868 0,'6'-4'0'0,"1"0"0"0,0 3 0 0,4-1 0 0,2 1 0 0,3 1 220 0,2 0-97 0,4 0-43 15,0 10 0-15,3 4 353 0,-1-1-199 0,0 6-89 16,-7 0 219-16,-1 1-164 0,-6 4-82 0,-4-1-40 15,-6 3 57-15,0 5-40 16,-6-7-34-16,-14 0 52 0,-5-2-38 0,-2 0 1 16,-6-1-40-16,-6-3-28 0,7-6-9 0,-3-3 37 0,4-2 1 0,2-4-327 15,3-3 163-15,5 0 91 0,6 0-630 0,11-7 323 32,4-8 112-32,0-1 97 0,8-4-425 0,10-2 252 0,7-2 140 0</inkml:trace>
  <inkml:trace contextRef="#ctx0" brushRef="#br0" timeOffset="-183691.1">23429 17197 1494 0,'17'-16'0'0,"-1"1"0"0,-4 10 0 0,-8 0 0 0,1 4 0 0,-4 1 0 0,-1 0 0 0,0 0 307 16,0 10-139-16,-3 4 544 125,-4 2-337-125,-1 1-170 0,1 5-74 0,3 0 333 0,-2 1-389 0,4 2-75 0,2-2 0 0,0 1 0 0,0 4 0 0,1-5 0 0,10-2 0 0,4 1 0 0,3-1 0 0,4-4 0 0,3 1-210 0,1-7-71 0,3-6 159 0,-2 0-742 0,0-5 383 0,-1 0 223 0,2 0 101 0,-6-2-522 15</inkml:trace>
  <inkml:trace contextRef="#ctx0" brushRef="#br0" timeOffset="-183464.17">23717 17019 2223 0,'-2'-17'0'0,"2"2"0"0,0 4 0 0,0 2 0 0,6 0 0 16,7 5 0-16,1 3 0 0,3 1 243 31,0 0-103-31,3 1-51 0,4 10 234 0,-4 0-148 0,-3 3-69 0,0 2-138 0,-4 2 34 0,-4 1 0 0,-2 3 44 0,-6-3-254 16,-1 2 122-16,0-2 61 0,-13-2 32 0,-1 0-52 15,-3-1 51-15,0-4-22 16,-2-5 157-16,1-1-95 0,4-2 0 0,-2-3-101 0,2 3 230 0,6-4-85 16,-1 0-44-16,6 0 274 0,3 0-148 0,0-2-172 15,0 0 0-15,12-3 0 0,4 3 0 0,7-2 0 31,2 2 0-31,2 1 0 16,4 1-153-16,0 0 92 0,0 0-968 0,3 0 473 0,-1 5 260 0</inkml:trace>
  <inkml:trace contextRef="#ctx0" brushRef="#br0" timeOffset="-182799.42">24405 17615 765 0,'-19'-16'0'0,"4"2"0"0,0 3 0 0,-3 2 0 0,1 2 0 0,1 2 176 0,-2 5-70 0,-1-3-33 0,0 3 125 0,-2 3-71 0,5 11-49 0,-3 7 0 0,1 6 11 0,3 3-25 0,2 6 0 0,-1 6-17 0,7-2 27 16,1-3-1-16,6 1-35 0,0-3 83 0,2-2-42 0,10-2 10 0,7-13-51 15,0-5-27-15,4-7 27 16,3-6 0-16,2 0-63 0,5-12 40 0,-5-12-9 15,0-7 32-15,0-4-163 0,-5-3 73 0,1-6 41 16,3-4 12-16,-9 4-100 0,0-4 34 0,-3-3 38 47,-5-4-94-47,3-11 54 0,-11 6 5 0,-1-3-1 0,-1 7 71 0,0 1 0 0,-7 9-49 0,-2 3 79 0,0 25-28 0,0 12-1 16,0 6-26-16,0 4 245 0,2 19-107 0,-4 9-41 46,5 9-38-46,3 7 99 0,0 6-38 0,1 5-40 0,2 3 258 0,0 8-133 0,0-11-79 0,0 0-36 0,3-2 102 0,4 1-68 0,5-2-34 0,1 4-292 16,-1-16 123-16,4-4 68 31,-2-8 33-31,0-5-647 0,1-6 330 0,-1 1 122 0,-7-17 95 0,2-5-625 0,-2 0 341 0,-3-19 170 0,0-8-122 0</inkml:trace>
  <inkml:trace contextRef="#ctx0" brushRef="#br0" timeOffset="-182612.05">24633 17616 660 0,'9'-26'0'0,"0"3"0"0,3 5 0 0,2 0 0 0,0 11 0 0,2 3 503 0,3 4-232 0,0 0-117 0,4 6-58 0,4 7-19 15,-7 4-10-15,2 1-29 0,-2 6 325 0,-3 2-162 0,-4 2-82 0,-1 6 25 0,-9-7-58 0,-3 5-23 0,0 1-1 0,-7 0-58 16,-12-3 1-16,0 7 42 0,-7-9-9 0,-1-3-49 0,-2-1 25 0,-4-5-1 16,-2-2-267-16,3-7 121 15,7-5 80-15,3-5-255 0,6 0 152 0,3-2 40 16,8-11 47-16,5-10-560 0,4-8 295 0</inkml:trace>
  <inkml:trace contextRef="#ctx0" brushRef="#br0" timeOffset="-182446.77">25055 17419 1052 0,'8'-11'0'0,"-4"7"0"0,-2 2 0 0,-2 2 0 0,0 9 235 0,-5 12-99 31,-9 7-49-31,0 7 829 0,-2 3-430 0,3 2-228 0,0-1-111 0,1 2 467 0,5 4-614 0,3-1 0 0,4 7 0 0,0-10 0 16,4-2 0-16,15-3 0 15,5-4 0-15,4-5 0 32,3 1 0-32,3-13-300 0,1-6 99 0,2-3 120 0,-3-5 59 0,-1-1 31 0,5 0-230 0</inkml:trace>
  <inkml:trace contextRef="#ctx0" brushRef="#br0" timeOffset="-182189.44">25507 17440 2252 0,'-9'-12'0'0,"5"4"0"0,4 7 0 0,0 1 0 0,0 0 0 0,7 1 0 0,5 5 653 0,5 3-300 16,3-1-162-16,1 1-489 15,3-1 167-15,2-2 84 125,0 1 42-125,1 1-420 0,-1-1 227 0</inkml:trace>
  <inkml:trace contextRef="#ctx0" brushRef="#br0" timeOffset="-182073.59">25498 17718 2690 0,'-10'2'0'0,"-1"0"0"0,3 3 0 0,5 1 0 0,3 1 0 0,0-1 0 0,2 2 0 0,11 1 409 0,13-1-186 0,3-1 300 15,4-2-437-15,6 5-86 0,-2-5 0 0,1-1-194 0,1-1-115 0,1 0 173 0,1 1 87 0,3-1-952 0,-2-3 514 0</inkml:trace>
  <inkml:trace contextRef="#ctx0" brushRef="#br0" timeOffset="-181901.45">26351 17304 2837 0,'-7'-14'0'0,"2"1"0"0,5 4 0 0,0 3 0 0,3 2 0 0,14-3 0 0,6 4 0 0,7 2 0 0,8-1 295 0,7 2-130 0,11 0 145 0,9 0-128 0,-1 0-77 0,2 0-68 0,2 0-151 0,-1 0 58 0,-3 0 47 31,3 0 31-31,-22-1-497 0,-3 1 256 0,-10 0 127 0,-8 0 65 0,-9 0-814 16,-3 0 393-16,-12 3 211 0</inkml:trace>
  <inkml:trace contextRef="#ctx0" brushRef="#br0" timeOffset="-181578.66">26480 17304 1799 0,'-5'8'0'0,"0"4"0"0,3 11 0 0,1 4 0 0,1 7 0 0,0 12 0 0,0-1 0 0,0 5 703 0,0 0-333 0,0 1-166 46,0-2-84-46,-2 4 283 0,0-16-188 0,-2-2-98 0,3-4-203 0,-1-4 57 0,-3-7 33 0,1 4 9 0,-2-13-388 0,-1-3 207 0,1-5 101 0,-5-3-119 16,1 0 111-16,-2-4 65 16,-3-14 18-16,3-4-498 0,-3-6 227 0,1-2 113 0,-3-1 56 0,-3-3-4 15,4 8 35-15,2 6 1 0,-2 1 238 0,1 7-105 16,0 2-55-16,-2 6-35 0,7 4 411 0,-3 0-210 31,-2 14-106-31,5 6 181 0,-4 5-125 0,1 7 9 0,3-1-30 0,0 2-39 16,1 1-1-16,3 0-34 0,2-5 0 0,1 1-385 15,3-10 187-15,0-4 99 0,3-6-925 0</inkml:trace>
  <inkml:trace contextRef="#ctx0" brushRef="#br0" timeOffset="-181436.69">26573 17608 1646 0,'25'-9'0'0,"1"2"0"0,10 6 0 0,4 0 0 0,5 1 682 0,8 0-313 0,-5 0-171 15,1 0-81-15,1 0 155 16,-2 0-118-16,1 0-59 0,1 0-20 0,-11-2-324 16,-5-1 142-16,-6-1 72 0,-9 1-763 0,-7 2 401 0,-4-2 201 0,-8 2-694 15</inkml:trace>
  <inkml:trace contextRef="#ctx0" brushRef="#br0" timeOffset="-181280.58">26875 17598 2079 0,'-8'3'0'0,"1"2"0"0,1 4 0 0,1-2 0 0,2 4 0 0,0 4 0 0,1 2 0 0,2 4 0 0,-1 4 371 0,1-3-173 0,0 2-80 0,0 2 31 16,-1 2-56-16,0-4-28 0,-1 3 9 0,-1-6-206 15,1-2 84-15,1-4 43 0,1-1-613 0,-2-1 328 32,2-2 172-32,0-6-633 0</inkml:trace>
  <inkml:trace contextRef="#ctx0" brushRef="#br0" timeOffset="-181137.39">27082 17660 2790 0,'2'2'0'0,"1"-1"0"0,-1 3 0 0,0 3 0 0,3 5 0 0,-3 1 0 0,-2 10 0 0,0 4 0 0,0 5 904 0,-9 7-667 0,2 3-237 0,1-2 0 0,0-1 0 0,4-6 0 0,0 2 0 0,1-4 0 0,1 0 0 15,0-7 0-15,-2 0 0 0</inkml:trace>
  <inkml:trace contextRef="#ctx0" brushRef="#br0" timeOffset="-180974.4">27584 17962 0 0,'0'-24'0'0,"0"6"0"0,0 12 0 0,3 6 0 0,6 0 0 0,-5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0:11:56.9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17683 3703 1023 0,'-6'-10'0'0,"3"7"0"0,0-3 0 0,0 1 0 0,1 2 0 0,1 0 0 0,-3 1 0 0,4 1 288 16,0 1-122-16,-3-3-52 0,3 3 22 0,-1 0-47 16,1 0 0-16,-2 6-17 0,2 1 0 0,0 0-18 15,0-2-11-15,0 3 6 16,0 0-6-16,0-2 0 0,2 0 0 0,2-2-11 0,-2 2 11 0,3-4 0 15,-1 1-1-15,0 0-21 16,0-2 32-16,2-1-10 16,-3 0-17-16,1 0 17 0,-1 0-5 0,0 0-51 0,0 0 33 0,-1 0-10 15,-1-1 18-15,1-3-48 0,-1 1 48 0,-1-1 3 110,0 1 2-110,0 0-9 0,0 0 0 0,0 1 4 0,0 0-11 0,0 1 10 0,0 0-10 0,0-2 8 0,0 3-23 0,-1 0 21 0,-1 0-19 0,1 0 1 0,-1 0 28 0,0 0-11 0,2 3 15 0,0-2-93 0,0 0 33 0,0 1 0 0,0 0 24 0,0-2-69 0,0 0 29 0,0 0 0 0,0 0 26 0,0 0-57 0,2 0 22 0,0 0 0 15,-2 0 3-15,1-2 34 0,-1-1-11 0,0-1 62 16,0 1-58-16,0 0 6 0,0 0-1 0,0 1-2 16,0 0 7-16,-3-1-2 0,1 2 6 0,-1 0-366 15,0 1 169-15,2 0 87 0,-1 0 34 0</inkml:trace>
  <inkml:trace contextRef="#ctx0" brushRef="#br0" timeOffset="1006.31">16750 3767 443 0,'-20'0'0'0,"4"-2"0"0,-1-1 0 0,2 0 0 0,2 0 0 0,4 3 300 0,1-2-130 0,2 0-64 0,1 0-32 0,2 1 243 0,3-1-143 0,0 2-67 15,0 0 122-15,0-2-94 0,0 2-47 0,5 0 12 16,6-3-10-16,0 0-49 0,0 2 1 0,3-5 82 16,0 4-32-16,1-3-9 0,-1 1-42 0,3 1 24 15,-1-2-24-15,3 1 0 16,2-2 47-16,-2 1-11 0,3-1-36 0,1 1 0 31,2-2 7-31,-1 0-7 0,8-2 11 0,-7 4-55 0,5-4 0 0,1 2 44 0,0 2 1 0,2-1-31 16,5-1 10-16,-7 5 20 0,1 0-13 0,-3-1-59 15,1 2 31-15,-2 1-16 0,3 0 25 0,-9 0 16 16,3 0-33-16,-2 6 2 0,2-3 62 0,-3 3-38 47,6 0-1-47,-4-1 53 0,-1 1-50 0,2-3 0 0,1 4 5 0,-2-4 12 0,7 2-3 0,-5-5-11 0,2 3 11 0,0-2-46 0,2 1 40 0,3-2-3 15,3 3-13-15,-5-2 12 16,2-1 0-16,2 2 0 0,-1-1-38 0,2 0 36 16,7 0-20-16,-9 4-2 0,2-4 0 0,1 1 0 47,-1-1 0-47,1 1 0 0,7 1 0 0,-7 1 0 0,1-4 0 0,-1 3 0 0,3 0 0 0,1 3 0 0,6-2 0 0,-8 1 0 0,1-1 0 0,4 3 0 15,-2 0 0-15,0-1 0 0,9 3 0 0,-10-4 0 16,4 1 0-16,-1 0 0 15,1-2 0-15,10 1 0 16,-5-2 0-16,1-1 0 0,2-2 0 0,4 0 0 0,-2 0 0 0,12 0 0 16,-14 0 0-16,1 0 0 0,4 0 0 0,-1 0 0 15,6 0 0-15,7 0 0 32,-11 0 0-32,2 0 0 0,2 0 0 0,-1 0 0 0,2 0 0 0,11 0 0 15,-13 0 0-15,3 0 0 0,0 0 0 0,3 0 0 0,-3 0 0 0,10 0 0 0,-14 0 0 0,1 0 0 16,4 0 0-16,-1 0 0 15,2 0 0-15,8 0 0 0,-16 0 0 0,0 0 0 16,0 0 0-16,2 3 0 16,-1 0 0-16,11-1 0 0,-13 2 0 0,1-1 0 0,-1-1 0 0,1 1 0 15,-2 1 0-15,9-3 0 0,-12 2 0 0,1-2 0 16,3 2 0-16,-3 2 0 16,2 0 0-16,4-1 0 0,-12 3 0 0,-3 0 0 0,4-1 0 0,-6 2 0 15,-1 0 0-15,6 3 0 0,-11-3 0 0,-1-1 0 110,-1 0 0-110,3 2 0 0,-5-1 0 0,7-1 0 0,-12-1 0 0,3-1 0 0,-3 1 0 0,-1-4 0 0,-2 1 0 0,6 1 0 0,-10-1 0 0,-3-3 0 0,1 4 0 0,-4-3 0 0,4-1 0 0,-8 0 0 0,0 0 0 0,-4 0 0 0,-1 0 0 0,-3 0-98 0,1 0-108 0,-4 0 76 15,-1 0-278-15,0 0 183 16,-1 0 92-16,-8-1 46 0,-2-3-662 0,0 4 359 0,-3 0 175 0</inkml:trace>
  <inkml:trace contextRef="#ctx0" brushRef="#br0" timeOffset="1270.1">22637 3745 1147 0,'4'0'0'0,"3"0"0"0,1 0 0 0,2 2 0 0,4 1 0 0,3 3 0 0,2 0 0 0,3 3 465 0,4 3-213 0,2 3-106 15,4 4 206-15,-6 1-162 0,-1-1-75 0,-1 3-25 16,-6 2-26-16,-6 0 1 0,-2 3-17 0,-10-3-48 16,-3 1-1-16,-22 3 40 93,-6-4 0-93,-14-1-191 0,-7 5 105 0,-7-8 38 0,-8 3-492 0,-8 0 259 0,-9 1 65 0</inkml:trace>
  <inkml:trace contextRef="#ctx0" brushRef="#br0" timeOffset="1989.32">17655 3516 1329 0,'0'-16'0'0,"0"4"0"0,0 6 0 0,0-1 0 0,0 6 0 0,0 1 0 0,0 3 202 0,0 12-82 0,0 5-39 0,0 2 128 16,0 4-89-16,0 5-40 16,0 1 0-16,-4 0 100 0,-1 1-70 0,-1 3-24 15,4-4-11-15,-3-3 53 0,2 0-44 0,2-1 0 0,-1-1-10 0,2 3-23 16,0-11-11-16,0 0-16 0,0-3 16 15</inkml:trace>
  <inkml:trace contextRef="#ctx0" brushRef="#br0" timeOffset="2129.19">17627 3964 3238 0,'0'12'40'0,"2"-3"-26"0,-1-5-10 0,1-4 36 0,-1 0 1 0,1 0-5 0,0-1 4 0,-2-6 11 0,1-7-22 0,-1-3 43 0,0-2-7 0,0-2-26 0,0-2-76 0,2-1 44 0,-2-1-12 0,0 0 39 0,0-1-2 0,3 1 1 0,-3 1 4 0,0-5-299 0,0 7 128 0,0-1 72 0,0 4 20 0,0 0-33 0,0 5 17 0,0-3-4 0,0 6 16 0,0 4 32 0,0 5-22 0,0 0 11 0,0 2 27 0,0 2-5 16,0 15-28-16,0 5 5 0,0 2 1 0,0 2-1 0,0 2 23 0,0 5 302 0,0-2-139 0,1-2-76 15,-1 0-21-15,0-1-40 0,0 5 11 0,0-9-13 16,0-2 18-16,0 0-102 0,0-1 47 0,0-4 0 16,0 2-370-16,0-9 192 15,0 0 80-15,0-5-558 0,0 0 315 0,0-3 159 0,0 2 68 16,0-4-459-16</inkml:trace>
  <inkml:trace contextRef="#ctx0" brushRef="#br0" timeOffset="2629.07">17699 4541 720 0,'-10'-14'0'0,"6"5"0"0,-3-2 0 0,5 1 0 0,-2 1 0 0,3-2 358 0,-1-5-148 0,1 5-90 15,1-1-39-15,-2-1 68 16,1 0-54 0,-1-2-27-16,0 1 3 0,-4-2-30 0,0 3 1 0,0 1-10 0,-2-2 10 0,-2 3-1 46,-2-1 11-46,0 5 18 0,-2 2 0 0,-2 4-29 0,-2 1 0 0,-3 6 87 0,1 10-48 0,-2 12-1 0,-1 4-37 0,2 6 142 0,0 4-71 0,-3 7-25 16,10-3 145-16,0-2-96 16,6 0-48-16,4 0 38 0,4-5-42 0,0 2 10 0,0-11-54 0,12-8 25 0,5-5-66 0,3-6 0 15,4-4 0-15,3-2 0 0,0-5 0 0,-2-6 0 16,3-9 0-16,0-5 0 16,-1-3 0-16,2-2 0 0,-6-2-185 0,-2-2 60 15,-1-1 69-15,-2-2-49 0,-3-1 49 0,1 0-14 16,-4 8 6-16,-7 1 108 0,1 4-36 0,-3 5-27 0,-3 7-13 15,0-2 302-15,0 10-141 0,0 0-60 16,0 2-40-16,-3 15 134 0,0 4-163 0,0 2 0 16,3 3 0-16,0 3 0 15,0-2 0-15,0 2 0 0,3-3 0 0,7 4 0 0,0-6 0 16,3-3 0-16,4-3 0 0,0-4 0 16,5-2 0-16,1-2 0 0,-2-6 0 0,0-4 0 0,3 0 0 0,-3 0 0 15,0-2-369-15,4-2 106 0,-5-6-678 16,-1 3 450-16</inkml:trace>
  <inkml:trace contextRef="#ctx0" brushRef="#br0" timeOffset="4188.99">23271 4052 1563 0,'-15'-11'0'0,"5"0"0"0,-1 4 0 0,5 0 0 0,1 4 0 0,1 0 0 0,2-1 0 0,1 4 306 0,0-2-125 0,1 2-77 31,0 0-33-31,0 0 35 0,2 0-35 0,6 0 9 0,0 0-42 0,1 0-33 15,-1 0 0-15,-1 0 32 0,1 0-7 0,0 0 16 16,-2 0-8-16,-1 0 26 0,0 2 0 0,-2-2-27 31,-2 0 1-31,4 0 44 0,-2 0-9 0,-2 3-35 0,1-3-1 0,0 0 2 0,-1 1-2 0,1-1 10 16,-2 0-10-16,1 0-55 0,-1 0 28 0,0 0 0 16,2 3-97-16,-2-3 68 31,0 0 13-31,0 0-106 0,0 0 56 0,0 0 35 0,0 0 3 0,0 0-75 0,0 0 36 0,0 0 25 15,0 0-5-15,0 0-8 63,0 0 19-63,0 0 4 0,0 0-10 0,0 0 56 0,0 0-51 0,0 0 6 0,0 0 48 0,0 0-3 0,0 0-32 0,0 0 38 0,0 0 5 0,0 0-44 0,0 0 10 0,0 0 22 0,0 0-21 0,0 0-5 0,0 0 9 0,0 0-37 16,0 0 3-16,0 0 26 15,-2 0-12-15,2 0 10 0,0 0 1 0,0 0 0 31,0 0 5-31,0 0-10 0,-1 0 3 0,1 0 20 0,0 0-19 0,0 0-1 0,0 0-3 0,0 0 27 16,0 0-23-16,-2 0 3 16,2 0-2-16,0 0-28 0,0 0-1 0,0 0 31 15,0 0-2-15,0 0-69 0,0 0 32 0,0 0-6 0,0 0-1 0,0 0-7 16,0 0 40-16,0 0-57 31,0 0 24-31,0 0-13 0,0 0 30 0,0 0 27 0,0 0-24 0,0 0-11 0,0 0 9 0,0 0 81 16,0 0-45-16,0 0 12 47,0 0 81-47,0 0-52 0,0 0-30 0,0 0 15 0,0 0 0 0,0 0-5 0,0 0 0 0,0 0 25 0,0 0-45 0,0 0 20 0,2 0-13 0,-2 0-26 0,0 0 0 0,1 0 31 15,-1 0-5-15,2 0-65 16,-2 0 33-16,1 0-12 0,-1 0-29 0,0 0 25 0,1 0 0 0,-1 0 18 16,3 0-29-16,-3 0-4 0,0 0 38 0,1 0 4 15,-1 0-6-15,0 0-9 16,2 0 4-16,-2 0-25 0,0 0 27 0,1 0-6 15,-1 0 5-15,0 0-57 94,0 0 22-94,2 0 4 0,-2 0-113 0,0 0 62 0,0 0 34 0,0 0-11 0,0 0 1 0,0 0 37 0,0 0 0 0,2 0 25 0,-2 0 1 0,0 0-35 0,0 0 8 0,0 0 88 0,0 0-44 0,0 0 0 0,0 0-43 16,0 0 139-16,0 0-47 0,0 0-37 0,0 0 50 0,0 0-25 0,0 0-25 0,0 0 9 62,0 0-161-62,0 0 65 0,0 0 37 0,0 0 0 0,0 0 31 0,0 0-5 0,0 0-19 0</inkml:trace>
  <inkml:trace contextRef="#ctx0" brushRef="#br0" timeOffset="4608.76">23269 4054 470 0,'-3'0'0'0,"2"0"0"0,-1-2 0 16,1 0 0-16,-1-1 0 16,2 3 0-16,-2-2 96 0,0 0-34 0,2 0 0 0,-1-1 97 0,1 0-61 0,0 1-31 0,0-1 10 0,0 0 55 0,0 0-47 15,0 2-24-15,0-4 55 0,0 4-29 0,0-3-10 16,0 4-40-16,0-3-12 0,0-1 12 0,0 4 1 15,1-2 8-15,6 0-51 0,1 0 43 0,1 2-1 16,-1 0-31-16,4 0 0 0,-1 0 41 0,0 0-10 16,1 2-48-16,0 6 0 15,-1 2 21-15,1 2-20 0,-1 1 31 0,-3 4-10 47,1 0 10-47,-4 2 4 0,-2 1-8 0,-2 4 2 0,1 1 2 0,-2 0 22 0,0-2-23 0,-8 1 2 0,-6 0 14 0,-1-3-10 0,-2 3 1 0,-2-7 1 16,-1 0-24-16,-1-5 19 15,1-2 0-15,-2-1-66 0,-1-3 35 0,4-4-7 0,0-2 33 0,4 0-187 16,4-2 86-16,3-4 36 0,2-6 25 0,6-3-345 16,0-1 171-16,1-3 61 0,12 0-264 0,3-1 180 62,1-2 82-62,3 0 54 0</inkml:trace>
  <inkml:trace contextRef="#ctx0" brushRef="#br0" timeOffset="4725.6">23466 4045 944 0,'0'0'0'0,"0"0"0"0,0 0 0 0,-2 0 0 0,-3 2 0 0,-1 5 241 0,-3 4-102 16,3 1-50-16,-4 6 521 16,1 1-290-16,4 4-142 0,1-1-70 0,3 1 243 0,1 0-157 0,0 0-69 15,9-4-48-15,7 0-194 0,6-3 77 0,3-2 39 16,1-4-605-16,10 2 331 16,-3-7 151-16</inkml:trace>
  <inkml:trace contextRef="#ctx0" brushRef="#br0" timeOffset="6109.6">22015 3067 1943 0,'0'-10'0'0,"0"3"0"0,0 2 0 0,2 1 0 0,8-2 0 0,5 6 0 0,1-3 0 0,3 1 0 0,5-2 0 0,1 2 0 0,6-1 225 0,-4 3-97 0,5-3-43 0,-2 3-67 0,-1 0 23 15,1 0 0-15,-1 0-223 0,-7 0 107 0,0 0 57 16,-6 0 30-16,-1 3 0 31,-1-1 39-31,-8 3-10 0,-3-1 0 0</inkml:trace>
  <inkml:trace contextRef="#ctx0" brushRef="#br0" timeOffset="6319.31">22289 2852 1347 0,'-9'10'0'0,"3"5"0"0,1 1 0 0,3 5 0 0,0 3 0 0,0 1 0 0,2 3 253 0,0 5-96 0,0-2 104 0,0 1-109 0,0-2-56 0,0 1-28 0,2 0-101 0,2 4 47 0,-1-8-10 0,2-1 36 0,-2-1-427 0,5-1 214 0,-2-2 106 0,3 1 65 0,-3-13-606 0</inkml:trace>
  <inkml:trace contextRef="#ctx0" brushRef="#br0" timeOffset="6719.35">22543 3104 1144 0,'0'1'0'0,"0"-1"0"0,-3 4 0 0,0-3 0 0,0 6 0 0,1-1 0 0,-2 2 257 0,2 3-113 0,-1-1-52 0,0 2-25 0,3 2 207 0,-2-1-117 0,2 1-48 0,0-2-39 0,0-3-58 0,3-1 0 0,6-4 29 0,6-1-88 0,2-3 55 31,3 0-11-31,2-4-57 0,7-11 51 0,2-2-1 0,4-3 51 0,4-2-39 16,-1-2-14-16,2 2 1 0,-1-1-22 0,2 3 107 15,-1 3-23-15,2 3-43 0,-8 6-6 0,-1 3 168 16,-3 5-65-1,-6 0-41-15,-1 3 95 0,0 9-51 0,-9 2-32 0,-5 3 0 0,-2 1-35 0,-3 2 0 16,-2-3 0-16,-1 4-36 0,-1-3-11 0,0-4 47 16,-3-1 0-16,-9 1-27 0,0-5 0 0,-2 2 37 31,2-5-10-31,-3-1-84 0,-1-5 24 0,1 0 1 0,-4 0-33 0,0 0 40 16,2-1-23-16,0-6-9 0,-2-3 22 0,0-1 0 15,-1-2 16-15,-5-4-59 0,5 0 28 0,-2-3 0 16,-1 1 23-16,-2-3-79 0,1 1 36 0,-7 0-4 15,4 4 33-15,1 6-2 0,0 2-2 0,-2 6 11 16,-3 1 43-16,7 2 6 16,4 3-59-16,-2 11 139 31,5 0-61-31,3 1-30 0,0 0 7 0,7-1-68 0,3-1 8 0,1 0 30 0,3-1 20 0,0-1-512 0,0 3 227 0,6-4 125 16,9-4-323-16</inkml:trace>
  <inkml:trace contextRef="#ctx0" brushRef="#br0" timeOffset="6923.59">23397 3398 1205 0,'0'-5'0'0,"0"0"0"0,0 2 0 0,0 2 0 0,0 1 0 0,0 0-105 0,0 0 26 0,-4 0 9 63</inkml:trace>
  <inkml:trace contextRef="#ctx0" brushRef="#br0" timeOffset="8491.41">20437 3072 1250 0,'-7'-17'0'0,"4"3"0"0,-3 3 0 0,5 7 0 0,1 4 0 0,0 0 0 0,0 13 0 0,0 14 409 0,0 11-175 0,0 10-102 0,0 11 275 0,0 12-184 32,0 11-91-32,0 16 31 15,-7 28-51-15,-5 10-41 0,1 15-1 0,-5 19-196 0,4 6 82 0,3-3 42 0,2 17 10 0,5-33-800 0</inkml:trace>
  <inkml:trace contextRef="#ctx0" brushRef="#br0" timeOffset="9619.48">20655 4047 812 0,'-2'-20'0'0,"-2"6"0"0,4 1 0 0,0 6 0 0,0 3 0 0,0 3 0 0,0 1 169 0,4 0-69 0,5 11 195 0,1 10-127 0,-1 6-65 0,2 10-32 0,-2 6 93 0,-3 8-68 0,-2 2-28 0,-2 6 0 0,-1 4 47 15,-1 1-38-15,0 11 10 0,0-12-80 0,0 3 1 16,-1-5 31-16,-5-6 0 16,2-10-60-16,-1-2 39 0,2-21-9 0,0-11 4 0,-1-8 26 0,4-3 0 15,-2 0-4-15,1-8 103 16,1-12-62-16,0-7-1 0,3-8-53 0,14-2-20 16,3-2-2-16,6-1 42 15,0 10 7-15,3 6-101 0,1 3 48 0,-1 8 0 16,1 5-102-16,1 4 72 0,-6 4 23 0,-2 6-133 0,-4 15 70 0,-5 7 39 15,-7 3 1-15,1 9 58 16,-8-4-47-16,-4 4 11 16,-12-2-30-16,-6-3 266 0,-4 2-113 0,-2-13-56 0,-2-7-24 0,-1-3 138 0,-1-6-63 15,0-8-45-15,0 0 121 0,5 0-76 16,5-10-33-16,2-8-319 31,5-4 143-31,5-3 71 0,4-5 45 0,6 4-806 0,6 1 377 0</inkml:trace>
  <inkml:trace contextRef="#ctx0" brushRef="#br0" timeOffset="23723.54">16351 8666 1611 0,'-18'0'0'0,"4"0"0"0,0 0 0 0,6 0 0 0,-4 0 0 0,9 0 0 0,-1 0 0 0,4 0 514 0,0 0-238 0,0 0-119 16,0 0-49-16,11-1 71 0,5 0-70 0,4-4-35 16,6 0 174-16,4 2-95 0,4 2-62 0,-1 0 122 15,6 1-87-15,4 0-54 0,-2 0-72 0,9 0 0 16,-6 0 0-16,4 0 0 0,-1 0 0 0,2 0 0 15,-1 2 0-15,6 2 0 0,-13 2 0 0,-5-2 0 16,-3 2 0-16,-5-2 0 0,-6 0 0 16,1 2 0-16,-11-3 0 0,-7-1 0 0,-3-2 0 0,-2 3 0 15,0-3 0-15,0 0 0 0,-2 0 0 16,-3-10 0-16,0-6 0 0,0 0-400 16,2 2-22-16,0-3 168 0</inkml:trace>
  <inkml:trace contextRef="#ctx0" brushRef="#br0" timeOffset="24726.53">17775 7403 1622 0,'-7'-8'0'0,"3"4"0"0,1 2 0 0,2-1 0 0,1 0 0 0,-2 3 0 0,2 0 487 0,0 0-225 0,0 3-112 16,3 6 87-16,5-1-100 15,0 4-40-15,-2 2-202 0,0 2 72 0,-2 0 35 16,2 4 1-16,-3-2-197 0,1 5 126 0,-2-3 48 16,-1 2 29-16,-1-3-683 0,0 3 348 0</inkml:trace>
  <inkml:trace contextRef="#ctx0" brushRef="#br0" timeOffset="24878.92">17637 7667 2844 0,'-10'-2'0'0,"3"1"0"0,2 0 0 0,0-1 0 0,5 1 0 0,0-2 0 0,10 3 0 0,10-1 0 0,8-3 0 0,4-3 375 0,1 0-174 0,3 0-82 16,3 1 174-16,-3 1-194 0,1-1-99 0,4 3-48 0,-6 0-45 0,-2 1 66 15,-2 1 32-15,-1 0-251 16,-8 1 142-16,3-2 81 0,-11 2 25 0,-5 0-733 16,-6 0 260-16,-1 0 224 31,-2 0-461-31,0 0 326 0,-11-3 177 0</inkml:trace>
  <inkml:trace contextRef="#ctx0" brushRef="#br0" timeOffset="25085.78">17856 7587 1090 0,'-20'3'0'0,"4"1"0"0,4-2 0 0,1 4 0 0,3-2 0 0,3 1 0 0,1 4 284 0,4-4-128 0,0 6 388 15,0-1-253-15,0 0-127 16,4 4-63-16,3-2 148 0,-1 2-110 0,2 1-51 16,-2-1-25-16,-1 3-499 0,1-3 237 0,0 5 128 15,2-4 49-15,-4-1-335 94,3-3 197-94,-3-2 99 0</inkml:trace>
  <inkml:trace contextRef="#ctx0" brushRef="#br0" timeOffset="25178.49">17945 7654 888 0,'-1'0'0'0,"-3"0"0"0,3 0 0 0,-1 0 0 0,1 0 0 0,1 2 0 0,0 3 767 0,0-1-364 0,0 5-174 0,0-1 319 0,0 4-256 0,0 0-127 0,3 2-63 0,0 1-231 0,2 3 93 0,-2 0 32 0,0 1 0 0,1-2-538 15,-2 0 290-15,-1 1 144 32,-1 0-277-32,0-6 204 0,0 1 106 0,0-3-671 0</inkml:trace>
  <inkml:trace contextRef="#ctx0" brushRef="#br0" timeOffset="25345.99">17732 7819 969 0,'-13'8'0'0,"4"1"0"0,3 0 0 0,-1-1 0 0,3 2 0 0,-1-1 733 0,0-2-339 0,2 0-182 0,3-3-88 0,0 2 38 0,0-3-63 0,0 0-30 16,0 2-565-16,8-2 262 15,1-3 135-15,4 0-449 32</inkml:trace>
  <inkml:trace contextRef="#ctx0" brushRef="#br0" timeOffset="25754.05">18099 7736 1349 0,'0'0'0'0,"1"0"0"0,-1 0 0 0,0 2 0 0,3 2 0 0,-3-1 0 0,0 1 0 0,0 2 361 0,0 3-162 0,0-1-73 16,0 3-266-16,0 3 88 0,0 2 44 0,-3 4-323 16,-2 1 174-16,-3 4 90 0,0-2 39 0,-3 0-90 15,3-1 58-15,0 0 28 0,1-2 0 0,1-1 64 16,3-4-21-16,1-3-81 15,2-3 0-15,0 0 292 0,0-4-128 0,0-2-74 0,5 0 294 0,4-3-155 16,0 1-77-16,-1-1 151 0,0 4-98 0,0 1-39 31,-2-1-35-31,-5 6 6 0,1-3 1 0,-2 5-32 0,0 0 1 0,-6 2-14 16,-7 0 14-16,-2 0 0 0,-5-1 0 0,-4 1-112 16,0-3 55-16,-4 1 38 0,2-5-231 0,0-6 118 15,-1 3 35-15,2-4-156 16,-1 0 86-16,8-8 59 0,2-6 0 0,3-2-10 0,5-4 17 0,2 2-1 15,5 0 19-15,1 1 248 0,0 4-122 0,9 3-58 16,3 2-29-16,4 1 237 0,1 4-111 0,3 1-64 16,1 2 483-16,4 0-251 0,1 9-125 15,0 2 144-15,6 3-125 0,-4 3-77 16,0-1-34-16,0 1-330 0,3 1 148 0,0 0 74 16,6 0 47-16,-5-1-784 0,2-2 398 0,-2-6 204 15,2-3 41-15</inkml:trace>
  <inkml:trace contextRef="#ctx0" brushRef="#br0" timeOffset="25926.25">18525 7589 1641 0,'-3'0'0'0,"1"0"0"0,-1 1 0 0,1 4 0 0,2 5 0 0,0 1 836 0,0 8-399 0,0 2-201 0,2 5-90 0,3 3 162 16,1 4-136-1,3 0-67-15,-3 1-55 0,2 3-542 0,0-8 250 0,-2-4 139 16,0 0-371-16,-3-5 254 0,-1-3 126 16,0-3-845-16,-2-9 456 0</inkml:trace>
  <inkml:trace contextRef="#ctx0" brushRef="#br0" timeOffset="26041.62">18546 7859 991 0,'0'-11'0'0,"0"-4"0"0,0 6 0 0,2 3 0 0,3-1 0 0,1 3 230 15,3-2-96-15,4 0 88 0,2 6-96 0,3-2-45 16,3 2-1-16,0 0 50 0,2 0-46 0,4 0-15 31,-4 0-9-31,-2 2-407 0,-1 4 192 0,-2 0 96 0</inkml:trace>
  <inkml:trace contextRef="#ctx0" brushRef="#br0" timeOffset="26232.95">18375 8090 3313 0,'-16'5'0'0,"1"-1"0"0,4 0 0 0,3 1 0 0,5 2 0 0,0-2 0 0,3-1 0 0,14 2 0 0,9 0 0 0,8-3 0 0,4-2 0 0,4-1 0 0,0 0 0 0,1 0 0 0,1 0 87 0,-2 0-26 0,4 0 10 0,-7-4-697 16,-2-3 331-16,-1-2 166 0,-1 0-747 0,-4-3 427 0</inkml:trace>
  <inkml:trace contextRef="#ctx0" brushRef="#br0" timeOffset="26634.99">18896 7674 1095 0,'0'-14'0'0,"0"2"0"0,0 2 0 0,7 1 0 0,1 2 0 0,5 1 274 0,4 1-110 0,0 2-68 0,2 3-30 0,1 0 13 0,-1 0-42 0,-1 6-1 16,2 3 10-16,-7 3-80 0,-5 2 35 0,-2 1 0 15,-5 3-43-15,-1 3 40 16,0 0 8-16,-7-1 142 15,-3 0-56-15,-2-2-28 0,1-3 0 0,2 1 186 0,-1 2-97 0,3-6-63 0,4-1-27 0,1 0 52 16,2-1-39-16,0 0-1 0,2 1-29 0,6-3-43 0,4 2-1 0,0-1 35 16,4 0-1-16,-4 2 1 15,2 3 9-15,-4-2-170 16,-2-2 81-16,-3 2 39 0,-3 3 1 0,-2-1-514 0,0-2 225 0,-4-3 135 16,-9-1 22-16,-5 1-143 15,3-6 120-15,-5 3 52 0,3-6 39 0,-2 0-108 0,2 0 69 0,-2-6 35 16,2-6-203-16,0-5 109 0,3-2 69 0,3-4-26 15,2-1 42-15,1 1 1 0,3 0 42 0,1 2 315 16,1 7-153-16,3 1-81 0,0 6-40 16,0 5 497-16,0 2-233 0,0 0-86 15,1 12-89-15,4 12 260 0,1 8-146 0,0 7-85 16,-1 6 275-16,1 5-171 0,-4 2-100 0,1 2 13 16,-2 4-52-16,1-2-24 0,0-3-1 0,-1 4-430 15,1-16 198-15,-2-7 103 0,4-4 52 0,-2-6-798 16,-1-6 412-16</inkml:trace>
  <inkml:trace contextRef="#ctx0" brushRef="#br0" timeOffset="26867.85">19218 7663 1389 0,'2'-9'0'0,"2"3"0"0,3-2 0 0,3 1 0 0,3-3 0 0,3 3 527 15,8-1-245-15,2-1-123 0,3 4-62 0,5-4 165 0,2 2-105 0,-3 2-64 16,-1 4-29-16,-2 1-22 0,-2 0-6 0,-5 5 0 16,-2 10 40-16,-13 4-10 0,-1 6-30 15,-5 6 61-15,-2 5-31 0,0-1 0 16,-9 6-21-16,1-7-88 16,-2 1 39-16,2-5 1 0,0-1 39 0,0 0-612 0,0-1 294 0,2-10 117 15,4-4-722-15,-2-7 425 0</inkml:trace>
  <inkml:trace contextRef="#ctx0" brushRef="#br0" timeOffset="27182.76">19322 7790 1955 0,'-15'0'0'0,"5"0"0"0,0 0 0 15,5 0 0-15,5 0 0 0,0 0 0 0,0 0 264 0,6 3-114 0,8-3-48 0,0 2-69 0,5-2 3 0,-1 0 0 0,0 0 1 0,2 0-522 16,-3 5 270-16,-2-2 121 15,-2 1-620-15,0 2 339 0,-7 5 170 0,1-2 75 16,-5 3-30-16,0 2 62 0,-2-1 31 0,0 1 271 16,-2-1-120-16,-4 4-69 0,-3-6-21 0,-4 0 401 15,4-2-216-15,-1-2-107 0,0-3-55 0,2 2 137 16,2-6 5-16,1 0-73 0,0 0 51 0,2 0-326 94,2-4 112-94,1-4 66 0</inkml:trace>
  <inkml:trace contextRef="#ctx0" brushRef="#br0" timeOffset="27504.96">19400 7690 1827 0,'-11'0'0'0,"-1"0"0"0,0 3 0 0,2 4 0 0,-2 5 0 0,1 5 0 0,1 7 0 0,-2 6 345 0,1 11-146 0,0 0-85 0,3 8 336 0,2 1-206 0,0-1-104 0,1-1-52 0,-1 3-6 0,6-15-10 0,0-5-35 0,0-6-183 0,3-5 91 0,7-7 46 0,0-2 31 0,-1-9-526 0,6-2 270 0,-3-2 135 0,5-13-509 0,-1-5 232 0,4-5 162 16,-4 1 89-16,2-1-122 0,0 1 105 0,-1 1 53 16,0 2 27-16,0-1 90 0,-3 5-28 0,-3 5 1 15,0 3 77-15,-5 1-57 0,2 1-38 0,-6 7 9 16,-2 0 266-16,0 0-146 0,-2 12-75 0,-9 3 393 16,-3 1-157-16,-3 3-96 31,-2 1-71-31,-1 1 8 0,-2-1-39 0,0-3 0 0,-4 0-30 0,4-5-216 0,0 0 103 0,2-7 53 0,0 1-400 0,2-6 211 31,-2 0 122-31,9 0 11 0,2-6-175 0,4-8 62 0,5-1 77 0,0-2-38 16,0-4 46-16,4 6 35 0,8 3 1 0,2-1 301 0,2 5-137 15,2 2-68-15,4 3-44 0,0 3 573 32,3 0-292-32,3 3-89 0,1 7 375 0,4 4-259 0,4 1-122 0,-2 4-74 15,6 2-26-15,0 0-1 0,2 0-38 0,1 3-612 0,5 3 315 0,-7-3 144 16</inkml:trace>
  <inkml:trace contextRef="#ctx0" brushRef="#br0" timeOffset="27634.32">20176 8197 2186 0,'0'-5'0'0,"2"-2"0"0,-1 1 0 0,1 4 0 0,0-1 0 0,-1 1 0 0,1 1 244 0,-2 0-109 0,1-1-50 0,1-1-25 0,-2-2 0 0</inkml:trace>
  <inkml:trace contextRef="#ctx0" brushRef="#br0" timeOffset="47224.44">23674 12690 879 0,'-20'-8'0'0,"1"-2"0"0,2 2 0 0,0 0 0 0,3-1 0 0,-3 1 126 16,8 2-49-16,2 0 81 0,4-1-60 0,2 0-30 16,1 2 1-16,0 1 78 15,0-1-59-15,1 3-24 0,10-2-1 0,1 2 62 16,3-1-43-16,2 1 10 0,-2 2-54 0,2 0 133 15,3 0-66-15,-2 0-33 0,2 0 119 0,1 0-67 16,-1 0-47-16,3 0 67 0,-2 5-53 0,0 2-26 16,3-1 0-16,1-1 29 0,-2 2-55 0,2 2-1 15,2-3 0-15,2 2-24 0,0 0 25 0,8 1 9 16,-6-1-10-16,0-1 1 16,5 0 0-16,-1 1-1 0,1-2 33 0,3 0-23 15,-6 1-10-15,-3 0-7 0,4-2-31 0,-3 4 0 0,-1-2 0 0,8 1 0 16,-8-2 0-16,0 1 0 15,2 0 0-15,1-3 0 0,-1 3 0 0,11 0 0 16,-7-2 0-16,4 0 0 0,-1-2 0 0,5-1 0 16,2-1 0-16,7 1 0 15,-6 0 0-15,0-2 0 16,0 0 0-16,0 0 0 0,-3 0 0 0,8 0 0 0,-14 0 0 0,-1 0 0 0,-3 0 0 0,-1 0 0 16,5 0 0-16,-9 0 0 31,0 0 0-31,3 0 0 0,-1 0 0 0,1 0 0 0,7 0 0 0,-5 0 0 0,1 0 0 0,2 0 0 15,1-2 0-15,1 0 0 0,8 1 0 0,-8-2 0 16,6-1 0-16,-2-1 0 0,3 2 0 0,0-1 0 16,9 0 0-16,-11 1 0 0,-1-1 0 0,0 3 0 15,1-1 0-15,-2 0 0 0,6 1 0 0,-11 0 0 16,2 1 0-16,0-3 0 0,6 2 0 0,-3-1 0 16,11 1 0-16,-11-3 0 0,1 4 0 0,0-5 0 15,3 2 0-15,-4-1 0 0,10 1 0 16,-15 1 0-16,2-1 0 0,1 0 0 15,0 0 0-15,-1-1 0 79,6 2 0-79,-8-3 0 0,1 5 0 15,-2-4 0-15,2 1 0 0,-2-1 0 0,6 1 0 0,-6-2 0 0,1 2 0 0,-1-2 0 0,2 2 0 0,-1-1 0 0,7 0 0 0,-10 1 0 0,-1 1 0 0,0 0 0 0,-1 1 0 0,-3 1 0 0,5 0 0 0,-12 0 0 0,1 0 0 0,0 0 0 0,-3 0 0 0,4 0 0 16,-7 0 0-16,-2 0 0 0,-1 0 0 0,2 0 0 15,-5 0 0-15,4 0 0 0,-5-2 0 0,-3 2 0 16,0 0 0-16,-1 0 0 31,-4-3 0-31,4 3 0 0,-5 0 0 16,1 0 0-16,0 0 0 0,-2 0 0 0,0 0 0 0,0 0 0 0,0 0 0 0,0 0 0 0,0 0-23 0,-5-1-92 16,-3 0 42-16,-5-1-876 0</inkml:trace>
  <inkml:trace contextRef="#ctx0" brushRef="#br0" timeOffset="48262.42">24684 10161 1136 0,'-9'-7'0'0,"7"0"0"0,-3 3 0 0,2 1 0 0,1 0 0 0,0 1 283 16,-2 2-113-16,2-2-71 16,1 2-32-16,0 0 101 0,-4 2-66 0,1 7-33 0,-4 5-60 0,-3 4-9 109,-2 3 36-109,-4 1 1 0,-2 6-76 0,-2-1 38 0,-4 6 8 0,-1-5-7 0,1 0 36 0,-3-1 1 0,2 1 0 0,-2-4 31 0,-2 3-24 0,9-11-47 0,3-5 1 0,6-2 137 0,5-4-54 0,2-4-22 0,2 2 62 0,3-3-47 0,1 0 1 0,7 0-38 0,5 0-58 0,4 0 29 0,0 0 10 0,0 4-30 0,-4 0 25 0,5 5 0 16,-5 2 24-16,-1 1-148 0,-1 4 77 0,-5 1 8 78,0 2 24-78,-4 1-93 0,-2 4 49 0,0-2 6 0,0 7-2 0,-4-5 23 0,-6 0 10 0,1 2-13 0,-3-1-76 0,-1-6 38 0,3 4 16 0,-1-9-325 0,4-3 164 0,-2-3 84 0,5-5 42 0,1-3-206 0,0 0 114 0,3-5 81 0</inkml:trace>
  <inkml:trace contextRef="#ctx0" brushRef="#br0" timeOffset="48457.68">24463 10582 1402 0,'11'-14'0'0,"3"1"0"0,-2 2 0 0,5-2 0 0,-1 6 0 0,3 1 0 0,-2 2 0 0,2 3 230 0,1 1-96 0,0 0-40 0,-4 1 180 0,-3 13-118 15,-2 0-60-15,-4 2 8 16,-1 3-33-16,-3 4 8 31,-3 1-42-31,0 2-75 16,-7 1 37-16,-5 2 0 0,-5-5 38 0,0 10-218 0,0-12 105 0,-3-1 56 0,1-3 28 0,-3-1-205 0,1-4 61 0,-4-1 76 0,6-7-505 0,-1-4 264 15,-1-1 132-15,6 0 67 0,-2-8-283 0</inkml:trace>
  <inkml:trace contextRef="#ctx0" brushRef="#br0" timeOffset="48583.95">24396 10661 1982 0,'0'-3'0'0,"0"-2"0"0,0 3 0 0,1-2 0 0,4 4 0 0,2 0 0 16,8 4 0-16,1 10 0 0,5 4 341 0,3 2-143 0,5 2-85 0,-3 2 209 0,3 2-142 0,1 0-72 16,2 0-35-16,4 3-316 15,-6-3 136-15,1-3 71 0,-5-2 37 0,3-1-608 0,-1-1 331 0,-4-8 152 16,0-7-308-16</inkml:trace>
  <inkml:trace contextRef="#ctx0" brushRef="#br0" timeOffset="48773.78">25232 10045 1853 0,'-6'0'0'0,"-2"2"0"0,3 3 0 0,0 0 0 0,0 3 0 0,0 1 0 0,1 1 600 0,0 2-272 0,1 2-150 0,2 3-285 0,-1-1 72 15,-1 2 36-15,0 2-277 16,-1 1 167-16,2-4 68 15,0 3 39-15,-2-6-810 0,-1 1 397 0</inkml:trace>
  <inkml:trace contextRef="#ctx0" brushRef="#br0" timeOffset="48908.17">25083 10199 730 0,'0'0'0'0,"0"0"0"0,0 0 0 0,0 0 0 0,0 0 0 0,0 0 465 15,0 0-213-15,3 1-108 0,5 2-53 0,0 0 81 31,1 1-72-31,3 0-31 0,-1-3-407 0,4 2 187 0,2 1 95 0,0-4-590 0,-2 0 313 0,4 0 152 16</inkml:trace>
  <inkml:trace contextRef="#ctx0" brushRef="#br0" timeOffset="49883.35">25343 10181 1295 0,'-1'0'0'0,"-3"0"0"0,0 0 0 0,-3 0 0 0,2 0 0 0,-5 0 0 0,-1 7 0 0,-3 4 0 0,-1 0 0 0,-1 5 0 0,-2 0 0 0,-2 5 0 0,2-2 9 0,-4 6 38 0,5-6-10 16,2 3-79-16,0-1 39 0,2-1 1 15,5 1 39-15,-4-2-38 0,8-2 14 0,-2-3 1 16,3-1 98-16,0-1-41 0,0-2-44 0,-1 0 77 16,3-4-45-16,-1 1-1 15,-1-3-22 1,0 0-145-16,1-2 74 0,-5-1 40 0,5-1 17 0,-1 0-137 0,0 0 76 0,0-1 33 0,3-9-12 16,-2-1-245-16,2-1 104 0,0-3 75 109,0 0-13-109,3 1 32 0,7-2 2 0,4-1-9 0,0 3 34 0,4 0 1 0,2 0 0 0,3 1-1 0,3-3-8 0,-1 4 8 0,1 2 1 0,0 2 556 0,1 1-206 0,1 3-150 0,-1-1 10 0,-4 5-39 0,-3 0-48 0,-4 0-24 0,-3 6-227 0,-4 4 100 0,-1-1 55 0,-7 4-337 0,-1 0 162 0,0-2 93 78,-11 0 15-78,0-1-249 0,-5 2 132 0,0-2 83 0,0-2 37 0,-1 0-98 0,-2-1 86 0,-1-1 38 0,1 1 48 0,-4 0 0 0,3-1 0 0,1 3 0 0,-1-3 0 0,2 0 0 0,-1 3 0 0,4-1 144 0,3-1-110 0,-1 0-33 0,6-3-1 0,2 3 308 0,-2-1-127 0,5-2-46 16,2-1-56-16,0 1-14 0,0-2 1 0,2 0-29 15,2 2 10-15,2-4-280 0,0 1 135 0,2-1 67 16,-3 0-154-16,-1 0 106 16,-1 0 42-16,-2 0-188 0,1 0 112 0,0 0 48 15,-2 0 34-15,0-1 31 16,0 1 0-16,0 0 0 0,0 0 0 0,0 0 208 15,-2 0-139-15,0 0-51 0,1 0-17 0,1 0 345 0,0 0-166 0,0 0-37 16,0 0-52-16,0 0-18 16,0 0-9-16,0 0-74 0,0 1 24 0,1 1 0 0,5-1 23 0,-1 1-180 15,-2 0 85-15,2-2 48 0,0 2 23 0,-2-2-241 16,1 1 119-16,-1-1 23 16,-2 1 42-1,2-1-38-15,-2 3 30 0,1-2-13 0,-2 1 170 0,0 0-78 0,0-1-24 0,0 3 64 16,0-3-44-16,-2 2-14 0,-3 2 1 0,-2 0 32 15,-2 1-22-15,-2 0 10 0,2 2 0 0,-6 1-168 16,3-2 69-16,-2 4 45 0,-2 0-1 0,3 0-70 16,-3 0 43-16,4 3 8 0,-4-1 126 0,4-1-61 15,-1 0 5-15,3-1 181 16,3-2-106-16,1 0-52 0,0-2-27 0,2 1 111 0,4-5-63 0,0-2-6 16,0-1-23-16,3 0 88 15,8 0-46-15,2-1 10 31,3-10-56-31,4-1-71 0,2 0 36 0,4-1 0 0,1-1-56 0,7-2 56 0,-3-1-10 0,-1 6 6 0,5 0 32 0,0 3-19 16,-1 1 13-16,6 3 18 0,-8 4-23 0,-3 0-27 16,-2 4 21-16,-4 10 29 15,-3 2 0-15,1 2-19 0,-14 1-7 0,0 1 20 0,-6 0-15 0,-1-2 15 16,0 2-59-16,-9-7 20 0,-6-3 1 0,0-1 25 16,-3-6-231-16,0-3 107 15,0 0 42-15,0 0-263 0,2-1 139 0,-1-6 78 16,1-4 16-16,-2-3-42 0,-1-1 37 0,2-1 33 15,4-1 0-15,-3 0-12 16,3 1 0-16,0 1 36 0,-1-2 193 0,2 6-92 16,4 3-51-16,0 1 533 0,4 5-266 0,3-2-148 0,-1 4-29 0,2 4 380 15,0 9-223-15,2 8-111 16,7 4-56-16,1 4 72 0,0 3-54 0,0 3-42 0,0 3 1 0,-2 3-58 16,-1 2 25-16,1 3 0 15,-2 8-484-15,-4-11 237 0,3 4 124 0,-3-1-682 16</inkml:trace>
  <inkml:trace contextRef="#ctx0" brushRef="#br0" timeOffset="50056.34">25890 11001 2067 0,'-11'-12'0'0,"0"5"0"0,5 5 0 0,-2 1 0 0,-2-1 0 0,2 2 468 0,-1 0-207 0,5 0-118 0,1 0-420 0,0 0 155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0:13:13.9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5377 16456 1410 0,'-7'3'0'0,"-3"3"0"0,4-4 0 47,-2 1 0-47,5-1 0 0,0 0 0 0,1 0 0 0,0-2 0 0,2 0 219 0,0 0-89 0,0 0-44 0,0 0 0 0,1 0 149 0,5 0-86 0,1 0-59 0,0-2 130 0,4 0-89 0,0 0-45 0,2-1 0 0,0 1-33 0,3-1-11 16,0 0 0-16,2 0 0 0,1-1 0 0,3 1 0 15,3-1 10-15,-1 4-10 0,-2-4 0 0,3 1 0 16,3 1 0-16,-3 0 0 0,8-1 258 0,-6 1-134 16,-1 1-154-16,1 1-12 15,-4 0 0-15,0 0 0 110,6 0 0-110,-7 0 0 0,-4 0 0 0,2 1 0 0,0 1 0 0,-2 1 0 0,5-1 0 0,-6 0 0 0,0 0 0 0,3-2 0 0,-3 1 0 0,5-1 0 0,-1 0 0 0,-1 0 0 0,-1 0 0 0,2 0 0 0,1 0 0 0,4 0 0 0,-4 0 0 0,-1 0 0 0,2 0 0 0,-2 0 0 0,0 0 0 0,7 0 0 0,-8 0 0 0,-1 0 0 0,1 0 0 0,1 0 0 0,-2 0 0 0,4 4 0 15,-3-1 0-15,-1 0 0 0,1-1 0 0,2 1 0 16,-2-1 0-16,6 0 0 15,-4 0 0-15,-2-2 0 0,1 0 0 0,1 0 0 16,1 0 0-16,3 0 0 0,-6 0 0 0,1 0 0 16,1 0 0-16,-2 0 0 31,2 0 0-31,7 0 0 0,-7 0 0 0,-1 0 0 0,2 0 0 0,0-2 0 0,3 1 0 0,1 0 0 0,-3-1 0 0,2-2 0 16,-1 1 0-16,2-1 0 15,1 2 0-15,7-3 0 16,-8 0 0-16,4 0 0 0,-3 1 0 0,4 1 0 0,1-2 0 0,6 1 0 15,-7 2 0-15,1 0 0 0,2-2 0 0,2 2 0 32,-4-1 0-32,8-1 0 0,-10 1 0 0,0-2 0 0,3 3 0 0,-4-3 0 0,9 0 0 0,-10 3 0 15,-2-2 0-15,2 0 0 0,-3 2 0 0,2-3 0 16,3 0 0-16,-4 4 0 0,-1 0 0 0,0-1 0 16,-1-1 0-16,2 2 0 0,2 0 0 0,-4 0 0 15,-1 1 0-15,2 0 0 0,2 0 0 16,-3-2 0-16,8 0 0 0,-7 0 0 15,2 2 0-15,-5-1 0 0,3-1 0 0,-1 0 0 16,3 1 0-16,-7-1 0 0,0 0 0 0,1 1 0 16,-2 1 0-16,-1 0 0 0,1 0 0 0,-5 0 0 15,-2 0 0-15,-2 0 0 0,0 0 0 0,-3 0 0 16,-1 0 0-16,-2 0 0 0,-1 0 0 0,-2 0 0 16,0 0 0-16,-2 0 0 15,0 0 0-15,0 0 0 0,0 0 0 0,0 0 0 16,0 0 0-16,0 0 0 0,0 0 0 0,0 0 0 15,-2 0 0-15,0 0 0 0,0 0 0 0,2 0 0 16,-2 0 0-16,1 0 0 0,-1 0 0 0,0 0 0 16,-4-1 0-16,1-2 0 0,-2 0-282 0,-3 0-263 47,3 2 252-47,-3-2 125 0</inkml:trace>
  <inkml:trace contextRef="#ctx0" brushRef="#br0" timeOffset="9426.61">22294 15904 1075 0,'0'0'0'0,"0"0"0"0,0 0 0 0,0 0 0 0,0 0 0 0,-1 0 0 0,1 0 0 0,0 0 0 0,-2 0 142 0,2 0-57 0,0 0-24 0,0 0 98 15,0 0-60-15,0 0-31 32,0 0 9-32,0 0 76 0,0 0-58 0,0 0-29 0,0 0 0 0,0 0-29 0,0 0 9 0,2 0-9 15,2 0 1-15,-2 0-1 0,4 2 0 0,-2-2 0 16,3 2 9-16,-1-2-9 15,5 1 0-15,0-1 1 0,1 0-1 0,4 0 9 0,4 0 377 0,0 0-125 16,5 0-130-16,5 0-66 16,3 0-32-16,7-1 108 31,-1-1-142-31,3 0-36 0,6 2 0 0,1-1 0 0,5 1 0 0,7 0 0 0,-6 0 0 0,1 0 0 16,3 0 0-16,0 0 0 0,1 0 0 0,11 0 0 0,-12 0 0 0,3-2 0 15,2-1 0-15,2-5 0 0,-3 0 0 0,12-4 0 16,-16 4 0-16,-3-3 0 0,1 5 0 0,-4-2 0 15,-2 4 0-15,1 2 0 47,-16 0 0-47,-2 2 0 0,-5 0 0 0,-4 0 0 0,-4 0 0 0,3 0 0 0,-11 0 0 0,-3 0 0 0,-3 0 0 0,0 0 0 0,-4 0 0 0,3 0 0 16,-5 0 0-16,1 0 0 0,-2 0 0 0,0-4 0 31,0 2 0-31,0-2 0 0,0 1 0 0,0 2 0 0,0-2 0 0,0 0 0 0,0 1 0 0,0 1 0 16,0-1 0-16,-2-1 0 15,-4 2-25-15,3-2-118 0,0 1 59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0:23:01.65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6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3-01-06T00:23:21.248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3630 8490 1126 0,'-9'-5'0'0,"5"-3"0"0,-2 4 0 0,2-1 0 0,-2-1 0 0,3 3 0 0,-2 1 0 0,3-2 0 16,1 4 151-16,1-2-55 0,-2 0 49 0,2 2-57 0,0 0 0 15,0 0-48-15,0 0-10 0,0 0 10 0,0 7 10 16,0 5-10-16,2 2 58 0,1 4-28 0,3 6-1 16,-1 2 34-16,2 5-21 0,-3 3-10 0,2 5-32 15,0 2 49-15,-1 4-48 0,0 9-1 0,0 9 44 16,-1-5-44-16,-3 5 0 0,1 1 0 0,-1 2 36 78,-1 0-35-78,0 4 9 0,0-7-10 0,0-2 25 0,0-1 1 0,0 0-26 0,0-1-26 0,0 9 36 0,0-18-10 0,0 3 0 0,0-2-31 0,0 2 0 0,0-2 31 0,0 8-52 16,0-11 17-16,0 3 0 0,0 0 22 0,0 2 22 0,0 0-17 0,0 10-4 15,0-14-12-15,0 0-4 16,0 3 6 0,0-2 7-16,0 1-2 0,0 8 43 0,0-9-8 0,0 1-31 0,0 0 7 0,0 3-6 0,0-2 1 0,0 6 50 0,0-14-79 0,0 2 0 15,0 1 0-15,0 0 0 0,0 2 0 0,1 6 0 31,1-11 0-31,-1 2 0 0,2-1 0 0,3-1 0 0,-3 9 0 0,-2-11 0 16,2 2 0-16,-2-1 0 0,1 3 0 0,-1 0 0 16,1 8 0-16,-1-11 0 0,-1 5 0 0,0 0 0 15,0 2 0-15,0-1 0 0,0 5 0 0,0-13 0 16,0 1 0-16,0 1 0 0,2 0 0 0,1 1 0 16,-3 4 0-16,1-14 0 0,-1 3 0 0,2-5 0 15,-1 3 0-15,-1-1 0 16,3 2 0-16,-2-6 0 0,-1-1 0 0,1 3 0 0,-1 1 0 0,0 1 0 15,2 5 0-15,-2-5 0 0,0 0 0 0,0 2 0 16,1 5 0-16,-1-3 0 16,0 8 0-16,0-7 0 0,0-1 0 0,0-3 0 15,0 2 0-15,0 1 0 0,0 3 0 0,0-13 0 16,0 0 0-16,0-4 0 16,0 2 0-16,0-6 0 0,0 7 0 0,0-9 0 0,0-1 0 0,0 0 0 15,0-5 0-15,0-2 0 0,0 2 0 0,0-7 0 16,0 0 0-16,0-2 0 0,0-1-353 15,0-2 120-15,0 0 88 0,0 0-587 16,0-5 347-16,0-15 173 0,0-13 88 0</inkml:trace>
  <inkml:trace contextRef="#ctx0" brushRef="#br0" timeOffset="430.61">3666 8427 1216 0,'-6'-1'0'0,"0"-1"0"0,1-2 0 0,2 2 0 0,-1 2 0 0,0 0 0 0,0 0 0 0,-3 7 0 0,-2 9 160 0,1 5-66 0,-4 9-26 0,-4 4 52 16,-1 8-40-16,-2 4 0 0,-5 11-30 0,-1-4-18 16,1 3 9-16,-1 1-1 0,2-8 0 0,3-3-76 15,-2-2 48-15,9-16-11 0,5-7-213 16,1-7 126-16,2-7 63 0,5-7-449 0,0 0 208 0,0-1 126 16,12-17 20-16</inkml:trace>
  <inkml:trace contextRef="#ctx0" brushRef="#br0" timeOffset="619.48">3564 8465 1148 0,'-2'-12'0'0,"1"3"0"0,1 3 0 0,0 4 0 0,0-1 0 0,10 3 504 0,3 6-232 0,7 8-116 16,6 6-57-16,-2-1 217 0,11 5-128 0,-2 2-79 16,0 0 276-16,5 2-173 0,-1-2-86 0,9 2-103 46,-8-5-10-46,-1-1 27 0,-2-4 1 0,-1 0-347 16,-2-3 173-16,2 0 96 0,-13-6 34 0,-3 1-572 0,-6-2 271 0,-2 1 163 0,-6-4-18 0,1 7-281 0,-5-6 205 0</inkml:trace>
  <inkml:trace contextRef="#ctx0" brushRef="#br0" timeOffset="2194.05">2623 11780 946 0,'-10'0'-4'0,"-1"0"1"0,2 0 0 0,-4 0 2 0,6 0 0 0,0 0 0 0,0 0 1 0,3 0 162 0,-2 0-61 0,3 0-20 16,1 0-11-16,2 0 174 0,0 0-102 0,0 0-50 16,0 0 61-16,4 0-47 0,6 0-37 0,2 3 107 15,2-1-68-15,2 2-34 0,0-1 0 0,6-2 57 16,-2 3-50-16,2-4 0 0,3 3-41 0,-1-1 62 16,2-2-21-16,1 1-11 0,0-1-29 0,0 0-1 15,3 0 1-15,5 0-1 16,2 0 11-16,-1 0-11 0,-1 0 1 0,5 0-1 15,2 0 1-15,-1 0-1 0,6 0 11 0,-10 0-11 63,1 0 1-63,-1 0-1 0,0-1 0 0,-1 1-22 0,5 0 33 0,-7 0-11 0,-4 0-16 0,2 0-24 0,1 0 0 0,-2 0 0 0,8 0 0 0,-8 0 0 0,3 0 0 0,-1 0 0 16,0 0 0-16,0 0 0 0,6-2 0 0,-7 2 0 15,-2 0 0-15,1 0 0 16,4 0 0-16,-3 0 0 0,7 0 0 0,-8 0 0 0,4-3 0 0,3 3 0 62,1 0 0-62,2 0 0 0,10-3 0 0,-11 3 0 0,2 0 0 0,1-1 0 0,2 1 0 0,0-1 0 0,8 1 0 0,-13 0 0 0,3 0 0 0,2 0 0 0,4-2 0 0,0 2 0 0,12-1 0 0,-13-2 0 16,3 2 0-16,0-1 0 0,2 2 0 0,0-3 0 16,12 2 0-16,-13-1 0 15,5-2 0-15,2 2 0 0,2-1 0 0,-2 0 0 16,10 1 0-16,-13 1 0 0,0-1 0 0,1 2 0 15,1 0 0-15,9 0 0 0,-11 0 0 0,2 0 0 16,1 0 0-16,-1 0 0 31,1 0 0-31,8 0 0 0,-11 0 0 0,0 0 0 0,2 0 0 0,2 0 0 0,0 0 0 0,8 0 0 32,-17 0 0-32,1 0 0 0,1 0 0 0,-2 0 0 0,0 0 0 0,6 0 0 0,-8 0 0 0,-3 0 0 15,1 0 0-15,-2 0 0 0,-4 0 0 0,6 0 0 16,-13 0 0-16,2 0 0 0,-3 0 0 0,-2 0 0 15,-2 0 0-15,8 0 0 0,-14 0 0 0,0 0 0 32,-1 0 0-32,-3 0 0 0,-1 0 0 0,4 0 0 0,-11 0 0 0,2 0 0 0,-5 0 0 0,1 0 0 15,-2 0 0-15,2 0 0 32,-2 0 0-32,-4 0 0 0,2 0 0 0,-2 0 0 0,1 0 0 0,1 0 0 15,-4 0 0-15,1 0 0 0,-1 0 0 0,1 0 0 0,-2 0 0 0,0 0 0 0,0 0 0 16,0 0 0-16,0 0 0 0,0 0 0 31,0 0 0-31,0 0 0 0,0 0 0 0,0 0 0 0,0 0-5 0,0 0 10 0,0 0-5 0,0 0-4 16,0 0-7-16,0 0 25 15,0 0-24-15,0 0 5 0,0 0 2 0,0 0 22 16,0 0-19-16,0 0 0 0,0 0 0 0,0 0 0 31,0 0 0-31,0 0 0 0,0 0 0 0,0 0 0 0,0 0 0 0,0 0-60 0,0 0 4 0,0 0 26 16,0 0-5-16,0 0-101 0,0 0 55 0,0 0 31 15,0 0-21-15,0 0-95 94,0 0 51-94,-2 0 40 0,2-1 11 0,-1-2-336 0,-2 2 171 0,1-3 100 0,1 1-513 0,-4 0 302 0</inkml:trace>
  <inkml:trace contextRef="#ctx0" brushRef="#br0" timeOffset="2363.04">7412 11507 782 0,'4'-1'0'0,"4"-4"0"0,-1 5 0 0,5-3 0 0,1 3 513 0,3 0-238 0,2 0-117 0,4 8-61 0,4 1 198 15,1 5-118-15,2 0-75 0,-2 3 260 0,4 0-162 32,-6 1-81-32,5 1 108 0,-8 0-99 0,-4 1-44 0,-5 3-1 0,-6-2 49 15,-7 7-46-15,0 3 9 0,-17 3-79 0,-14 2-16 16,-11 7 0-16,-9 2 0 0,-8 5 0 0,-12 5 0 0,3-1 0 15,-7-1 0 1,0 5 0-16,-2-3 0 0,0-1-73 0</inkml:trace>
  <inkml:trace contextRef="#ctx0" brushRef="#br0" timeOffset="7265">3693 10686 192 0,'-2'-2'-1'0,"0"0"0"0,-2-1 1 0,1 0-1 0,0 1 71 0,0-1-1 0,1 1-50 0,-1-2 6 0,2 1-21 0,1 2 16 0,-1 0 0 0,1-4-1 0,-2 4-52 0,2-2 54 0,0 2-4 15,0-2 5-15,0 3-7 16,0-3 0-16,0 3 85 0,0-1-34 0,0 1-5 0,0 0-40 0,0 0 90 16,0 0-38-16,0 0 0 15,0-1-27-15,0 1 61 0,0-2-30 0,0 2 0 0,2-2-37 0,-1 0 28 16,2 1 10-16,-2 1-38 94,2-1 27-94,2-3 0 0,-4 4-27 0,2-1 44 0,1 0-11 0,-1 1-33 0,0-2 1 0,0 0-1 0,3 2 0 0,-3 0 11 0,1-1-11 0,1-2 39 0,1 1 1 0,-2 1-40 0,2-2 0 0,2 0 23 0,-3 1-23 0,3-1 0 0,0 0 21 0,-1 0-21 0,0 2 0 0,3-4 23 0,-2 3-23 0,1-2 0 62,1 3 0-62,-1-1 25 0,-1-1-25 0,4 1 10 0,-4 1-9 0,1 1 48 0,0-2-49 0,2 2 0 0,-1 0 1 0,1 0-19 0,3 0 18 0,-4 0 1 0,3 0-39 0,-3 0 1 16,3 0 38-16,3 0-42 0,-3 0 39 0,-1 0-5 31,1 0 4-31,2 0-56 0,-4 0 24 0,5 0-1 16,-4 0 25-16,-2 3-32 0,3-1 1 0,-3 1 14 0,0 0 8 0,6 3 39 62,-7-3-39-62,4 0-6 0,-5 0-1 0,3 0 8 0,2 2-1 16,1-2 46-16,-2 1-45 0,0 1 4 0,-2-4-2 0,3 3-30 0,-3-2 30 0,4 3 9 0,-2 0-9 0,-3-2-25 0,4 1 24 0,-5 0-4 0,3 0-5 0,2 2-13 0,-5-2 0 0,1 2 0 15,1-1 0-15,-1 2 0 0,1-1 0 0,0 0 0 16,-1 0 0-16,-2 2 0 0,3 1 0 0,-2-3 0 16,4 0 0-16,-3 5 0 0,1-5 0 0,-2 0 0 15,3 2 0-15,-3-1 0 16,4 1 0-16,-4 0 0 0,2 1 0 0,-1-2 0 16,0 0 0-16,-2 0 0 0,6 3 0 0,-6-3 0 15,2 1 0-15,-1-3 0 0,-1 4 0 0,2-1 0 16,0 2 0-16,1-4 0 31,-3 2 0-31,2-2 0 0,-1 0 0 0,0 4 0 0,1-3 0 0,-2 0 0 0,2 1 0 0,-2-1 0 16,2 0 0-16,-2 3 0 0,5-1 0 0,-5-2 0 0,-1 1 0 0,4 2 0 31,-3-2 0-31,2 0 0 0,-1 4 0 0,2-4 0 0,-4 1 0 0,2 1 0 16,1 1 0-16,-3-2 0 0,5 3 0 0,-6-3 0 15,3 2 0-15,0-1 0 0,-2-1 0 0,1 3 0 31,1-1 0-31,1-2 0 0,-1 0 0 0,-3 2 0 16,1-4 0-16,4 4 0 0,-3 0 0 0,1-3 0 0,-1 1 0 0,0 0 0 0,0 1 0 0,0 0 0 16,-2 0 0-16,2-2 0 0,0 2 0 0,-2 0 0 15,2 1 0-15,-2 0 0 0,2-2 0 0,-1 1 0 47,0 1 0-47,-2-2 0 0,4-1 0 0,-2 4 0 0,-1-4 0 0,0 0 0 0,0 0 0 0,-1 1 0 0,1-1 0 0,1 2 0 47,1-4 0-47,-5 3 0 0,3-1 0 0,-2-2 0 0,0 3 0 0,3 0 0 0,-4-1 0 0,0-1 0 0,2 1 0 0,-2 2 0 0,1-2 0 0,1 3 0 16,-1-1 0-16,-2-3 0 15,0 4 0-15,3-2 0 0,-3 0 0 0,2 3 0 0,-1-2 0 0,1-2 0 16,-2 2 0-16,2-1 0 16,-2 1 0-16,1 4 0 0,0-5 0 0,0 1 0 15,-1-1 0-15,1 2 0 31,-2-2 0-31,1 5 0 0,-1-4 0 0,3 0 0 0,-3-2 0 0,2 1 0 0,-2 0 0 0,1 0 0 16,-1-3 0-16,0 3 0 0,2-4 0 0,-2 2 0 16,0-2 0-16,1 1 0 0,-1 0 0 0,0-3 0 0,0-1 0 0,1 1 0 15,-1 0 0-15,0 0 0 0,0-2 0 16,0-1 0-16,0 0 0 0,0 0 0 0,0 3 0 0,0-3 0 31,0 0 0-31,0 0 0 0,0 0 0 0,0 0 0 16,0 0 0-16,0 0 0 0,0 0 0 0,0 0 0 0,0-3 0 0,0 2 0 15,0-2-16-15,0-4-766 0,0 0 372 0,0 1 186 47</inkml:trace>
  <inkml:trace contextRef="#ctx1" brushRef="#br0">15688 11435 0,'0'0'0</inkml:trace>
  <inkml:trace contextRef="#ctx0" brushRef="#br0" timeOffset="23179.6">3691 9164 306 0,'0'0'0'0,"0"0"-1"0,0 0 0 0,-1 0 0 0,0 2 0 0,-2-2 0 0,3 0 0 0,-1 0 1 0,-1 0 52 0,1 0-23 0,1 0 8 0,-3 0 47 0,1 0-51 0,2 0-1 0,0 0 53 0,-1 0-1 0,1 0-37 15,0 0-9-15,-2 0 38 0,2 0 0 0,0 0-35 16,0 0 0-16,0 0 59 16,0 0-12-16,0 0-44 0,0-2-1 0,0 0 32 15,0 0 0-15,0 0-21 0,0 1 26 0,0 1-37 16,0-1 1-16,0 0 11 0,0-2-11 0,2 3 10 15,-1-2-10-15,1 1-22 0,2 1 21 0,-2-2 1 16,2 0 10-16,-2 2-35 0,1 0 24 0,1-1 1 16,0 1-1-16,-1 0-37 0,1-1 39 0,-1 1-4 15,2 0-45-15,1 0 42 0,-2 0-6 0,-1 0 4 16,2 0 7-16,1 0-8 0,-1 0-4 0,-1 0-29 47,1 0 31-47,1 0 0 0,-1 0 7 0,0 0-40 0,2 0-2 0,-1 0 33 0,-1 0-3 0,3 0-34 0,-1 0 36 0,0 0-2 15,0 0-35-15,-1 0 32 0,0 0-6 0,2 0-16 16,-1 0 23-16,0 0-5 16,0 0-5-16,-1 0 3 0,-2 0 0 0,5 0 1 0,-2 0 4 15,-3 0-20-15,4 0 16 0,-2 0 0 0,0 0-3 0,2 0-10 78,-1 0 15-78,1 0-3 0,-3 0-37 0,0 1 35 0,2-1-2 0,0 0 11 0,-1 1-6 0,2-1-5 0,-4 2-1 0,2-2-38 0,-2 0 37 0,5 2 0 0,-4-2 2 0,2 1 31 0,-2-1-32 0,1 2 0 47,-2-2 1-47,5 3-14 0,-2-3 17 0,-3 1-4 0,4-1 3 0,-2 1-2 0,-1-1-2 0,2 1-10 0,-1 1 14 16,0-2-4-16,1 2 1 0,-1 0-28 0,-2 0 27 0,5-1 3 0,-4 1-5 0,1 1 30 0,-1-1-29 0,0 1 1 16,1 0 0-16,0-1 4 15,3 0-4-15,-6 0 1 0,4 1-1 0,-3-2-13 16,4 0 14-16,0 2 3 0,-3 0-21 0,1-2 16 15,0 1-2-15,-1-2-5 0,3 3 5 0,-2-3 3 16,1 3-3-16,-1-3 7 0,-2 0-7 0,4 2 0 16,-1 0 2-16,0-1 13 0,-1-1-14 0,0 3 2 15,0-3-22-15,2 0 20 0,-2 1 2 0,1-1-40 16,1 0 36-16,-2 0-1 16,0 0 2-16,1 0-39 15,-1 0 36-15,1 0-2 0,0 0 2 0,-1 0 20 0,-1 0-22 0,2 0-1 16,-1 0 0-16,1 0 19 0,-2 3-18 0,1-3 0 31,-2 0 22-31,5 0-19 0,-4 0-1 0,0 2 4 0,1-2-3 0,0 0 4 0,0 0-3 0,-1 1 0 16,1-1 0-16,1 0 4 0,-2 0-3 0,0 0-12 15,1 1 11-15,0-1-2 16,-2 0 2-16,4 3 7 0,-5-3-16 0,5 2 0 16,-2-2 0-16,-2 0 0 0,2 0 0 0,1 3 0 0,0-3 0 0,-3 2 0 15,2-2 0-15,0 0 0 16,0 0 0-16,1 1 0 0,-1-1 0 0,-1 2 0 15,0-2 0-15,1 3 0 94,2-2 0-94,-4 1 0 0,4-1 0 0,-4 1 0 0,2-2 0 0,0 3 0 0,1-1 0 0,-2 0 0 0,2-2 0 0,-2 1 0 0,2 1 0 0,-1 0 0 0,3-1 0 0,-4 1 0 0,2 0 0 0,1 0 0 0,-3-1 0 0,3 0 0 0,-1 2 0 0,0-3 0 0,0 5 0 0,-1-4 0 0,2 0 0 0,0 3 0 16,-1-2 0-16,2 2 0 0,-4-3 0 0,2 2 0 15,1 1 0-15,-1-2 0 0,1 0 0 0,-1 1 0 16,0-1 0-16,0 0 0 0,-1 1 0 0,0 0 0 16,4-1 0-16,-5-1 0 0,1 1 0 0,2 2 0 15,-5-2 0-15,5-1 0 16,1 4 0-16,-6-5 0 0,4 5 0 0,1-3 0 16,-4 0 0-16,2 1 0 0,3-2 0 0,-3 4 0 0,1-4 0 0,0 1 0 15,-1 1 0-15,0-1 0 16,4 1 0-16,-5-2 0 15,2 3 0-15,0-2 0 0,-2 0 0 0,5 1 0 0,-4 0 0 0,-2 1 0 16,4-4 0-16,-2 5 0 0,1-3 0 0,1 2 0 16,-2-3 0-16,0 4 0 0,3-5 0 0,-4 4 0 31,1-1 0-31,3-3 0 0,-2 5 0 0,-3-4 0 16,4 1 0-16,-3 2 0 0,0-4 0 0,5 4 0 0,-7-3 0 0,4 2 0 15,-1 0 0-15,-1-2 0 16,0 4 0-16,3-4 0 0,-3 1 0 0,0 2 0 0,0-2 0 0,2 1 0 31,-2 0 0-31,1 0 0 0,0 1 0 0,0-1 0 0,-2 1 0 0,1-1 0 16,2 0 0-16,-2 1 0 0,2-2 0 0,-2 1 0 15,-1 1 0-15,2-1 0 0,-1 0 0 0,2 3 0 16,-2-3 0-16,0 0 0 0,2 1 0 0,-3-1 0 16,0 0 0-16,3 1 0 15,0-1 0-15,-3 1 0 0,2-4 0 0,-1 4 0 0,0-1 0 0,0 1 0 47,0-1 0-47,1 0 0 0,-1 0 0 0,0 1 0 0,-1-1 0 0,2-1 0 0,-2 3 0 0,1-1 0 0,-1 0 0 0,2 0 0 0,-3-1 0 0,2 0 0 16,0-1 0-16,-1 3 0 0,0-1 0 0,0-1 0 15,2 1 0-15,-2-1 0 0,1 1 0 16,-3-2 0-16,3 2 0 0,-2-1 0 16,4 3 0-16,-3-2 0 0,-1 0 0 0,2 0 0 46,1 1 0-46,-3-2 0 0,2 4 0 0,-1-2 0 0,2 0 0 0,-1 0 0 0,-1 2 0 0,0-3 0 0,2 4 0 0,-1-4 0 0,0 0 0 0,-2 2 0 16,3-1 0-16,-2 1 0 31,2 0 0-31,-1 2 0 0,1-1 0 0,-2-2 0 0,1 2 0 0,0 0 0 16,2 0 0-16,-2 0 0 0,1 2 0 0,0-2 0 16,-2-1 0-16,2 1 0 0,2 3 0 0,-3-3 0 0,-1-1 0 15,1 1 0-15,0-2 0 0,0 2 0 0,1 2 0 0,-1-1 0 16,1-3 0-16,-2 2 0 0,0 0 0 0,4 0 0 15,-2 3 0-15,-1-5 0 16,0 5 0-16,0-3 0 0,-1 0 0 0,4 3 0 16,-1-1 0-16,-3-1 0 0,2 1 0 0,-1-4 0 31,3 5 0-31,-4-3 0 0,5 3 0 0,-4-3 0 0,0 0 0 0,2 0 0 0,-1 0 0 0,0 1 0 0,0 0 0 16,1-4 0-16,-2 4 0 0,1-1 0 15,0-1 0-15,1 1 0 0,-2 0 0 0,2-2 0 16,-2-1 0-16,0 4 0 0,-1-4 0 0,4 5 0 15,-4-4 0-15,1-2 0 0,0 4 0 0,1-2 0 16,-2 2 0-16,2 2 0 0,-2-4 0 0,2 1 0 16,-4-1 0-16,3 2 0 0,-2 0 0 0,3-2 0 15,-2 1 0-15,-1 0 0 16,0-1 0-16,1 1 0 0,0-3 0 0,1 5 0 16,-3-4 0-16,1 0 0 0,1 2 0 0,0 0 0 15,-1-2 0-15,-1 3 0 0,2-2 0 0,-1-1 0 31,1 2 0-31,-3-2 0 0,3 1 0 0,0 2 0 0,-2-4 0 0,1 2 0 0,-1 0 0 0,1-1 0 16,2 1 0-16,-2 1 0 0,-1 0 0 0,1-3 0 16,-1 6 0-16,1-6 0 0,0 1 0 0,2 4 0 15,-3-3 0-15,1-1 0 94,1 2 0-94,-1 0 0 0,1-1 0 0,0 2 0 0,-2-2 0 0,1 0 0 0,0 0 0 0,0 1 0 0,1 0 0 0,2-1 0 0,-4 1 0 0,0 0 0 0,1-2 0 0,0 4 0 0,2-2 0 0,-2 1 0 0,-1 0 0 0,1-3 0 0,0 3 0 0,0-1 0 16,1 3 0-16,-1-2 0 0,-1-3 0 0,0 2 0 0,0 2 0 0,1-4 0 0,0 4 0 0,-2-2 0 15,4 0 0-15,-4-1 0 0,2 0 0 16,-1 2 0 15,1 0 0-31,0-2 0 0,2-1 0 0,-4 4 0 0,2-5 0 0,-2 3 0 0,2 0 0 0,0-1 0 0,-1 0 0 0,2-1 0 16,-1 1 0-16,0-1 0 0,-1 3 0 0,0-4 0 15,1 2 0-15,-2 0 0 0,2-3 0 0,-1 4 0 32,2 0 0-32,-2-3 0 0,0 2 0 0,1-2 0 0,0 0 0 0,-2 1 0 15,3 0 0-15,-2-2 0 0,0 3 0 0,1-2 0 16,-2 2 0-16,2-1 0 0,-2 2 0 0,2-4 0 16,-1 4 0-16,3-2 0 0,-2 2 0 0,-1-1 0 15,0 2 0-15,0-1 0 0,1-1 0 0,0 1 0 16,-1-3 0-16,2 4 0 15,-3 1 0-15,2-4 0 0,-2 4 0 0,3-5 0 0,-2 1 0 0,1 2 0 16,1 0 0-16,-2-1 0 0,0 2 0 0,0-1 0 16,1-2 0-16,-2 3 0 0,3-2 0 0,-3 1 0 15,3 1 0-15,-1-2 0 0,-1 1 0 16,1 1 0-16,-1-2 0 0,-1 3 0 0,3-1 0 0,-3-1 0 16,3 2 0-16,-2-3 0 15,0 2 0-15,0 0 0 16,1-1 0-16,-1 1 0 0,2 0 0 0,0 0 0 15,-3 0 0-15,2 0 0 0,-2-1 0 0,1 1 0 0,1 0 0 0,0 1 0 47,-1-1 0-47,0-1 0 0,0 0 0 0,1-1 0 0,-1 2 0 0,1 2 0 0,-2-5 0 0,1 1 0 0,0 2 0 0,1-2 0 16,-1-1 0-16,0 6 0 31,1-6 0-31,-2 2 0 0,0-3 0 0,1 3 0 0,0-1 0 0,-1 0-6 0,2-1 4 0,1 2-3 0,-3-2 10 0,1 2-8 47,0-2 0-47,-2 3 11 0,2-2-11 0,-1 0 1 0,1-3-1 0,0 4 10 16,-1-1-9-16,1-1 2 0,-1 2-1 0,2-3-45 0,-1 2 44 0,-1 1 0 0,1-3 0 0,-2 3-38 15,2-2 36-15,-1 1-2 16,2 1 8-16,-1-3-9 0,-2 0 1 0,1 3 10 16,1 0-10-16,-1-1-2 0,2-1 2 0,-1 2 7 31,-1-1-9-31,0 0 3 0,0-1-1 0,1 1 14 0,0 1-13 0,-2-2 5 0,1 1 1 0,1 0-5 0,-1 0 1 0,1 1 0 15,-1-2 17-15,3 1-17 0,-2 1 0 0,-1-2 8 16,0 2-7-16,0-1 0 31,1-2 0-31,0 3-5 0,-1-2 6 0,1 0-1 0,-1 2 2 0,1-2-28 0,1 0 26 0,-3 2 0 32,1-2-10-32,1 1 9 0,-1-2-2 0,0 2 2 0,1 0 11 0,-1-1-12 15,1 2-2-15,-2-3 2 0,1 2 0 0,2 0 1 16,-2 1-1-16,1-5 11 0,-2 7-10 0,3-5 0 0,-2 3 2 0,1-2 2 15,-2 2-2-15,1-2-2 16,0 1 9-16,1 0-8 0,-2 0 1 0,1 1-1 0,-1-2 15 0,2 1-14 16,-1 0 0-16,1 0-3 0,-2-1 4 0,2 0 0 15,-2 0 1-15,1 2-29 0,2 0 0 0,-2-3 27 16,-1 1-2-16,3 0-13 16,-2 0 11-16,-1-2 1 0,1 3-5 0,1-1 9 15,-2-1-9-15,1 3 4 0,1-2 22 0,-1 1-24 16,1-1 1-16,-2 1 24 0,2 1-22 0,0 0 0 15,0 0 3-15,-1 2 25 0,1-3-23 0,-1 2-2 16,0 0 5-16,1-1-14 0,-1 0 12 0,1 2-1 16,-1-2-8-16,2 0 7 0,-1 2-1 0,0-1 1 15,0-2-7-15,-1 3 7 0,1-1-2 0,-1-3-41 16,0 3 40-16,1-1 1 16,-1 1-3-16,1-3-44 15,0 1 41-15,-1 1 3 0,2-2-1 0,-2 1 17 94,1-1-18-94,-1 4-1 0,0-4 13 0,1 1-12 0,0 1-2 0,0-1 1 0,-1 1-2 0,3 1 0 0,-3 1 2 0,2-1 0 0,-2 2 8 16,1-1-7-16,0 0 25 0,-2 0 65 0,2 1-40 0,-1-3-1 0,1 2-25 0,-1-4 25 0,-1 1 12 0,2 1-27 0,-2-3-325 0,0 1 140 0,0-1 75 0,0-2 37 0,0 2-616 0</inkml:trace>
  <inkml:trace contextRef="#ctx0" brushRef="#br0" timeOffset="23926.92">4588 12246 2052 0,'-7'-11'0'0,"2"-3"0"0,2 2 0 0,3-6 0 0,0 0 0 0,2 0 0 0,12-1 0 0,5 0 214 0,4 2-86 0,1-1-34 16,5 4-9-16,-2 7 43 0,3 0-43 0,0 4 0 15,5 3-34-15,-5 0 18 0,-3 13 1 0,1 3-29 16,-3 1 81-16,-2 3-41 0,5 2 11 0,-9-4-22 15,1 0 0-15,-4-4-29 0,4-5 0 0,-1 2-61 16,3-4 41-16,-7-7-11 0,1 0 31 0,1 0-179 16,-2 0 89-16,-1-5 45 15,-1-3 14-15,-2-4-198 16,-5 5 79-16,-1-4 60 0,-1 3-586 0,-2 3 298 0,-1-1 128 0,-1 3-471 16,0 2 320-16</inkml:trace>
  <inkml:trace contextRef="#ctx0" brushRef="#br0" timeOffset="24096.16">4886 12209 912 0,'-11'7'0'0,"-1"2"0"0,4 2 0 0,2-1 0 0,3 3 0 0,0 1 661 0,3 6-311 0,0-2-154 0,0 6-68 0,0-3-48 0,0 3-1 0,1-4-38 0,7 2 198 0,-2-1-99 15,1 3-39-15,3-5-311 0,-2-1 126 0,1-4 62 16,0 0 32-16,4-3-711 0,-5-4 358 0,4-7 180 15</inkml:trace>
  <inkml:trace contextRef="#ctx0" brushRef="#br0" timeOffset="24276.95">5031 12264 1624 0,'0'0'0'0,"0"2"0"0,0-1 0 0,0 4 0 0,0 2 0 0,2 3 0 0,-1 5 0 0,1 3 663 0,1 6-314 0,3 3-156 0,-3 8-197 0,4 0 12 0,-3 1 31 0,5 1-711 0,0 1 356 0,3-1 179 0,2 2 88 0</inkml:trace>
  <inkml:trace contextRef="#ctx0" brushRef="#br0" timeOffset="24776.07">6276 12246 1690 0,'-20'-8'0'0,"4"0"0"0,1 0 0 0,9 2 0 0,5-1 0 0,1-4 0 15,0 4 0-15,4-2 383 0,10-1-162 0,4 1-96 0,4 6-43 0,0-3 4 0,2 3-1 0,3 3-46 0,-1 0-104 0,-5 4 47 0,0 9 28 0,-3 1-255 0,-1 2 142 0,-5 5 72 16,0 5 44-16,-9-1-202 0,-3 3 74 0,0 2 67 0,-5 0-39 0,-9-3 110 16,-2 4-91-16,-5-9 38 15,-4-5-47-15,-2-4 178 0,-4-5-80 0,4-4-29 16,-5-4 351-16,9 0-174 0,2 0-58 0,3-5 304 16,4-5-179-16,1 0-88 0,10 1-59 0,3 2 153 15,0-2-102-15,2 3-50 0,14-1-25 0,2 4 23 16,4 1-88-16,2 1 0 0,0 1 0 0,3 0 0 15,0 0 0-15,2 5 0 0,-2 0 0 0,-2 0 0 16,0-1 0-16,3 1 0 0,-5 1-499 0,3-4 120 16,-4-1 186-16,-1-1-645 0,-3 0 399 0,-1 0 200 15,-3-3 100-15</inkml:trace>
  <inkml:trace contextRef="#ctx0" brushRef="#br0" timeOffset="24961.39">6583 12115 1886 0,'0'-6'0'0,"0"-3"0"0,0 1 0 0,0 4 0 0,0-4 0 0,2 4 0 0,10 1 0 0,4 1 0 0,1-1 630 0,5 0-295 0,4-1-139 16,-2 1 78-16,2 1-117 0,2 1-59 0,-1-3-169 15,3 3 55-15,1-2 37 16,-5 0-9-16,-3 2-521 0,-2-3 275 0,-4 0 136 16,-2 1 69-16,-4 2-727 0,-6-4 378 0,-4 5 79 31,-1-1 129-31,0-5-311 0,-14 4 221 0</inkml:trace>
  <inkml:trace contextRef="#ctx0" brushRef="#br0" timeOffset="25132.93">6764 11976 992 0,'-8'3'0'0,"2"1"0"0,-2-2 0 0,1 6 0 0,3-4 0 0,-1 2 0 0,4-1 169 0,-2 0-66 0,3-1 124 16,-1 5-84-16,1-4-57 0,0 1 0 0,0 1 60 15,0-1-53-15,1 2-27 0,2 2 10 0,0 1-71 16,1 0 1-16,0 0 33 0,-1 2 0 0,0 2-207 15,2 2 114-15,1-3 42 16,-3 1-300-16,0 1 141 0,2-3 97 0,-2 2-453 16,3 2 227-16,-4-3 136 0,0-2 62 0</inkml:trace>
  <inkml:trace contextRef="#ctx0" brushRef="#br0" timeOffset="25350.1">6805 12139 1946 0,'-2'-6'0'0,"1"4"0"0,1-3 0 0,-2 2 0 0,0 1 0 0,2 1 0 0,0-2 0 0,0 3 0 0,0 0 371 0,0 0-166 0,0 9 325 0,4 4-250 0,3 2-121 0,-2 2-60 0,3 3 71 0,1 0-66 0,-4 4-37 16,3-2-67-16,-1 2 0 15,0 0 0-15,-3 5 0 0,4-2 0 0,-5 5-366 31,3-3 164-31,-3 1 120 0,2-2-889 0,-4 1 478 0</inkml:trace>
  <inkml:trace contextRef="#ctx0" brushRef="#br0" timeOffset="26168.81">6767 12129 458 0,'-1'0'0'0,"1"-3"0"0,-2 3 0 0,0-3 0 0,1 3 0 0,-2-2 108 0,3 1-41 0,-2-2 1 16,1 1-30-16,1 2 125 0,-2-1-62 0,2 1-22 15,0 0 75-15,0 0-58 0,0 0-29 0,0 1 0 16,0 7 34-16,0 1-22 0,2 2-10 0,-1 3 0 15,2 2 1-15,0 2-32 0,1 2 9 0,0 2-57 16,-1-1 24-16,-1 3-1 16,1 0 25-16,0-1-40 0,-1 2 10 0,2-4 30 0,0-4-225 0,-2 3 108 15,0-6 30-15,0-3 35 16,1 2-431-16,0-4 215 0,-1-4 73 0,-1-3-268 16</inkml:trace>
  <inkml:trace contextRef="#ctx0" brushRef="#br0" timeOffset="26554.33">6778 12068 329 0,'-5'-3'0'0,"2"2"0"0,-3-2 0 0,3 3 0 0,0-3 0 0,0 1 0 0,-2 1 329 0,2 0-150 15,2-2-71-15,-1 2 130 0,2 1-100 0,0 0-40 16,0 0-35-16,0 0 118 0,2 0-71 0,3 0-36 16,3 0-1-16,4 4 94 0,-2-3-69 0,6 2-30 15,0 0 40-15,2-3-35 0,2 0-1 0,-1 0-24 16,1 0-47-16,2 0 37 0,-1 0 0 0,2 0-68 47,1-6 34-47,1-1 9 0,-4 2 25 0,1-3-142 0,-1 2 70 0,-3-1 19 15,-1 2-1-15,1-2-138 0,-6 5 80 0,-5-1 15 0,0 1-143 0,-2 0 80 0,-4 0 50 0,1 0-1 16,-2 2-78-16,0 0 51 0,-8 0 31 0,0 0-341 16,-2 0 186-16,1 2 84 0</inkml:trace>
  <inkml:trace contextRef="#ctx0" brushRef="#br0" timeOffset="26746.14">7005 12055 488 0,'0'1'0'0,"-3"1"0"0,-1 1 0 0,-1 0 0 0,2-2 0 0,0 2 448 16,3 1-210-16,0 0-100 0,0 2 351 0,0 2-226 16,0-1-113-16,0 5 200 31,5 2-161-31,3 2-75 0,-1 2-39 0,1 4 32 0,-1 3-25 0,1-1-10 0,0 0-34 0,-1 4-138 0,-1-3 69 0,2 5 35 15,-2-1 9-15,-2-6-543 0,0 1 284 0,1-5 143 16,-3 1-742-16,-1-3 377 16</inkml:trace>
  <inkml:trace contextRef="#ctx0" brushRef="#br0" timeOffset="27177.84">6805 12112 297 0,'-3'0'0'0,"-1"0"0"0,1-3 0 0,1 3 0 0,-1-3 0 0,0 1 207 16,2 2-84-16,1 0-42 16,0 0 181 15,0 0-102-31,0 8-66 0,0 1 225 0,0 3-139 0,1 5-71 0,3 5-35 0,2 1 180 0,-1 3-111 0,-1 0-53 0,3 5-25 0,-2 1 64 15,0-3-44-15,1 5 9 0,-2-5-55 0,-1-2-142 16,-2-3 71-16,3-2 36 0,-3-3-85 0,1 2 71 16,1-10 19-16,-1-4-214 0,-2-2 117 0,0 0 59 0,0-5-21 0,0 0-266 31,2 0 148-31,-2-8 33 0,0-4 48 0,2-3-1 0,-1-3 49 0,1 0-10 16</inkml:trace>
  <inkml:trace contextRef="#ctx0" brushRef="#br0" timeOffset="27434.62">6841 12368 468 0,'-5'1'0'0,"1"1"0"0,-1-2 0 0,1 2 0 0,3-2 0 0,-1 0-67 0</inkml:trace>
  <inkml:trace contextRef="#ctx0" brushRef="#br0" timeOffset="35761.86">3657 11898 425 0,'-3'3'0'0,"-1"-3"0"0,1 3 0 0,0-3 0 0,-1 1 0 0,2 1 0 0,1-2 0 0,-2 2 206 0,3-1-87 0,-2-1-39 0,2 0-46 0,0 0 8 0,0 0-1 16,0 0 11-16,0 0-23 0,0 0 12 0,2 0 1 16,-1 0 0-16,2 0 42 15,1 0-32-15,1 0-10 31,-2 0 50-31,1 0-50 0,-1 0-1 0,4-1 1 0,-2-1 10 0,-1-1-11 0,0 0 1 0,2-2-29 16,0 1 28-16,-1-2 1 0,0 0 10 0,1 1-53 16,-1-1 43-16,0 0 0 0,2 3-1 0,-2-5-4 0,0 4-6 31,1-3 8-31,2 2-34 0,-2-1 31 0,3-3-9 0,-1 2 16 16,1-4-15-16,2 1 6 0,0 0-5 0,0-2-38 0,2-3-1 0,2 1 48 15,-1-2-10-15,-1 1-59 16,2 0 26-16,2-2 0 0,-1-1 23 0,-2 0-37 0,2 3 30 0,-3 0 8 15,1 0-16-15,-2 2 14 0,2 3-25 0,1-5-12 16,-2 4-7-16,-2 0 1 0,1 2 25 0,-1-1 8 16,2-2-5-16,3 1 4 31,-4 0-5-31,0 0 39 0,3 0-35 0,-2-1 1 0,3 0 1 0,1-4 35 0,0 5-2 0,0-3-28 16,0 2-1-16,0-1-1 0,-1 1 5 0,4-5 5 15,-5 3-23-15,1 2 18 0,-1-3-2 0,2 1-26 16,0-3 26-16,3 0 1 0,-4 0-2 0,-1 1-17 15,4 0 16-15,-2-1-4 0,2 0 3 0,2-7 1 16,-5 7-2-16,3 1-3 16,-2-2 3-16,2-1 0 0,-1 2-1 0,3-4 3 15,-4 2-14-15,0 1 12 0,2 0 0 0,1 0 4 16,-1 0-5-16,4-5 3 0,-3 5-3 0,1 0-3 0,-1 0 3 16,0-1 0-16,6-2 2 0,-9 5-11 15,3-3 9-15,0 3-1 0,-1-1 8 0,1 0-7 16,3-3 2-16,-5 3-17 0,2 1 14 0,-1-1 2 15,0 0-2-15,3 0-16 0,3-3 17 0,-6 3-3 16,-1-1 2-16,4 0-24 0,-3 1 23 0,1-1-3 16,7-6 4-16,-7 6 32 0,3-3-34 0,2-2-2 15,1-1 31-15,-1 0 1 16,6-3-26-16,-8 6 1 0,3-4-3 0,2 3 4 16,-3-4-4-16,3 2-19 0,3-3 23 0,-6 4 0 15,1-2-3-15,-3 3-49 16,0-2 48-16,0 4 0 0,5-8 2 0,-7 9-42 0,-2-2 37 0,0 0-8 15,3-1 14-15,-1-1-12 0,5-4 4 0,-3 7 38 47,-2-4-39-47,1 0 1 0,2-1-1 0,1-1 12 0,3-3-9 0,-3 4 2 0,-1 0-3 0,2 0-11 0,2-2 13 0,2 3 2 16,4-8 0-16,-7 6-52 0,3-3 49 0,-1 0-1 0,3 0-48 0,0-3-3 16,5-3 48-16,-3 4-7 0,-1 1 5 0,2-2-13 15,-1 0 11-15,6-4-48 16,-10 7 41-16,3-2 1 0,-2 2-3 0,3 0 0 47,0-2 3-47,2-2-6 0,-7 5 3 0,1-1-47 0,2 0 0 0,-2 0 47 0,5 0 0 0,4-6-3 0,-5 7-2 0,0-1-66 0,5-3 26 0,-5 1 0 15,4-1 16-15,6-1 30 16,-12 4-29-16,2 4 14 78,-1-3-21-78,-5 4 161 16,1 1-63-16,-2-1-38 0,-8 8 22 0,0 3 8 0,-2 0-17 0,-1 2 0 0,-1 1-61 0,2 0 10 0,-9 3 36 0,4 0-50 0,-5 4 0 0,1-1 37 0,-1 0 1 0,-1 1-43 0,-1 0-4 0,-3 2 40 0,0-1-13 0,0 2-235 0,-2 0 109 0,0 0 54 0,0 0 24 0,0 0-183 0,-9 6 106 0</inkml:trace>
  <inkml:trace contextRef="#ctx0" brushRef="#br0" timeOffset="38741.37">3663 11861 836 0,'0'1'-1'0,"0"3"0"0,0-1 0 0,-3 0 1 0,3 0-1 0,-3 1 1 0,3-3-1 0,0 3 72 15,-1-2 0-15,1-1-20 0,-2 1-65 0,2-1 28 16,0-1-1-16,0 0 1 0,0 0 27 0,0 0 10 15,0 0-9-15,0 0-23 0,0 0 22 0,0 0 0 16,0-1-1-16,2-1 10 0,-1-3-28 0,2 0 13 16,0 0-3-16,-2-1 1 0,1 0 1 15,-1-2-28-15,1 0-6 0,-1 0 33 0,0 0 5 0,1-1-62 16,1 0 26-16,0-1 6 16,1 2 16-16,-1-1-25 0,1-2-9 0,-1 1 34 15,2 2-19-15,0-3-13 0,0 0-18 0,-1 1 40 16,1 0-40-16,3 2 37 0,-4 0-8 0,2-4 8 15,0 4 16-15,-1-1-19 0,-1 1-1 0,1-1 7 16,1-1-5-16,-2 0 2 0,0 2 0 0,0-1-19 16,1 0 17-16,0 1 0 0,-2 1 1 0,2-5-11 15,-2 3 10-15,3-1 0 16,-2 1-31-16,1 0 29 0,0-2-1 0,1 1 1 16,-1-2-7-16,0 2 6 0,3-2-7 0,-2-1 9 15,2-2-3-15,-1 4-1 0,-1-2 0 0,1 2 15 16,0-1-14-16,-1-1 0 15,4-1 2-15,-5 4-13 0,3 1 13 0,1-3-2 0,-2 3-28 0,3-2 28 16,-3-2 0-16,1 2-1 0,0-1-1 0,0 0 1 16,1 0-2-16,-2-5-29 0,5 5-1 0,-5-3 29 15,-1 1-4-15,2-3 2 16,-2 0-2-16,3 2 2 31,-1-3-3-31,-1 2 10 0,0-3-7 0,1 0-1 0,1-2 0 0,-2 0 1 0,6-3-1 0,-5 0 29 0,3 3-26 0,0-1-2 16,1-3 4-16,1-1 33 0,1-1-31 0,-3 3-2 15,4 2 3-15,-3-2-18 0,0 1 15 0,0-2 1 16,1-3 0-16,-1 5-9 16,-2-1 7-16,2 0 1 0,0-3-8 0,-2 0 7 0,4-7-4 15,-3 4 43-15,0 1-39 0,4-4 1 0,-3-1-1 0,1-4 38 32,5-6-34-32,-2 3 2 0,0-2-3 0,3 0-19 0,1 0 19 0,-3-2 1 15,3-3 5-15,-7 7-23 0,3 4 17 0,-2-3 1 78,2 3 36-78,0-7-36 0,-5 11 0 0,1 0 40 0,0 3-1 0,-1-5-36 0,1 2-1 0,0-9 68 0,0 9-33 0,4-7 9 0,0 0-36 0,0-4 55 0,4-1-50 0,5-8 17 0,-3 6-14 0,4-3 21 0,2-1-18 0,0-3 6 16,4 0-60-16,3-10 33 0,-5 11-7 0,2-3-34 16,-2 0 27-16,1-2-7 46,2 2 35-30,1-6-126-16,-7 13 57 0,1-1 18 0,2 1 0 0,2-2-62 0,-2 0 43 0,4-8 5 0,-6 10 2 0,2 0-7 0,-2 1 0 0,1-3 11 0,2 3 61 0,2-5-11 0,-5 11-36 0,0-4 28 16,3 0 1-16,-2 0-21 0,-2 0-5 0,3-4 56 15,-9 10-23-15,2 2 12 0,-2 4-35 0,-2 4 34 16,-2 2 1-16,2 0-20 0,-8 12-8 0,0 0 25 0,-2 4-22 0,2 1 6 16,-4 2 15-16,2-2-19 15,-4 5 0-15,-1 1 0 0,-1 1-1 0,-1 1 1 16,0 0 0-16,0 1-32 0,0 1 31 0,-1 1 1 15,-1 0 0-15,0 0-216 0,0 0 93 0,0 0 56 16,0 13 27-16,0 4-439 0</inkml:trace>
  <inkml:trace contextRef="#ctx0" brushRef="#br0" timeOffset="39340.78">4561 10012 723 0,'-2'0'0'0,"-1"0"0"0,0 0 0 0,1 2 0 0,2 3 0 0,0 4 0 0,0 3 0 0,0 5 0 0,0 7 129 0,4 5-49 0,6 8-1 0,1 6-39 0,2 7-57 15,3 4 28-15,-1 5 10 16,0-5-22-16,-2-1 1 0,3-2 39 0,-4-4 1 16,1 1 9-16,-2-18-10 0,-4-6 1 0,0-7-371 15,-2-5 170-15,0-6 59 0,0-1 52 0,-3-5-182 16,-1-2 105-16,-1-14 28 15</inkml:trace>
  <inkml:trace contextRef="#ctx0" brushRef="#br0" timeOffset="39549.69">4752 9790 943 0,'0'-9'0'0,"0"3"0"0,0 5 0 0,0-1 0 0,2 2 0 0,0 3 0 0,2 15 155 0,1 7-63 16,1 6-26-16,2 8 259 0,1 3-143 0,2 5-71 15,-1 7-26-15,2 1-17 47,0 2 0-47,2 0-28 0,-1-4-1 0,2 1-151 0,-2-1 85 0,0-12 29 0,0-5-347 0,-3-4 192 0,0-8 96 0,-3-4-371 0,2-4 208 0,-6-11 61 16,-1-5 65-16,0 0-95 0,-2-12 75 0,0-7 37 16,0-6-10-16</inkml:trace>
  <inkml:trace contextRef="#ctx0" brushRef="#br0" timeOffset="39732.19">4930 9699 554 0,'0'-19'0'0,"1"7"0"0,2 7 0 0,-1 2 0 0,3 3 0 0,2 8 0 0,0 9 442 0,2 9-206 0,1 6-99 0,2 1 262 16,-1 8-179-16,3 0-91 0,-3 5-61 16,3-3-29-16,-2-1 1 0,1 3-1 0,0-1-246 15,0 0 123-15,1 3 71 0,-4-10 22 0,2-2-183 16,-4-6 106-16,3 0 54 0,-5-10 27 0,2-2-546 15,-4-16 182-15,-2-1 158 0,-2-11-167 0</inkml:trace>
  <inkml:trace contextRef="#ctx0" brushRef="#br0" timeOffset="39950.25">5164 9644 1976 0,'0'0'0'0,"2"0"0"0,1 0 0 0,1 2 0 0,3 8 0 0,-1 6 0 0,2 6 0 0,0 9 0 0,2 4 0 16,0 8 0-16,-1 1 0 0,2 4 72 78,0 1-32-78,-3-4-1 0,2-1 1 0,0 1-105 0,-4-12 48 0,1-4 28 0,0-3 0 0,-2-9 27 0,2 2 11 0,-4-13-958 0,-1-6 405 0</inkml:trace>
  <inkml:trace contextRef="#ctx0" brushRef="#br0" timeOffset="40069.97">5356 9769 939 0,'4'-2'0'0,"-2"1"0"0,1-1 0 0,2 2 0 0,1 0 0 0,0 2 0 0,3 11 418 0,-3 7-190 0,5 6-94 15,-2 5-37-15,2 6 6 47,-4 6-31-47,4 3 0 0,-2 5-193 0,2-3 80 0</inkml:trace>
  <inkml:trace contextRef="#ctx0" brushRef="#br0" timeOffset="60314.06">18719 1731 1044 0,'0'-17'0'0,"-1"4"0"0,-4-1 0 0,2 0 0 0,-1 2 0 0,-3 0 0 0,1 5 0 0,-2 1 141 0,-3 2-50 16,-1 2 0-16,-4 2 45 0,-1 0-40 0,-3 6-9 15,1 5-48-15,-1 3 85 0,0 3-42 0,1 3 0 16,2 1-31-16,6-6 134 16,2 3-72-16,4-1-36 0,5 0 50 0,0-3-44 15,0 5 11-15,9-4-13 0,7-2 0 0,1 2-41 0,2-2 0 0,1 0 26 16,0 2-16-16,0 0-10 15,-1-1 1-15,-5 0-88 16,2-1 45-16,-7 4-1 0,1 3 53 0,-6-3-40 0,-1 0 1 0,-3 1 13 16,0-1 3-16,-6 3 2 0,-8-3 1 0,-5-3-38 47,0-1 1-47,-2-2 14 0,-1-1 14 0,0-5-252 0,5-3 118 0,0-2 55 0,4 0 31 0,5-9-557 0,7-8 274 0,1-3 110 0,0-2 85 0,11-5-509 15</inkml:trace>
  <inkml:trace contextRef="#ctx0" brushRef="#br0" timeOffset="60458.32">18822 1867 1728 0,'0'0'0'0,"0"0"0"0,0 2 0 0,0 0 0 0,0 2 0 0,0-2 0 0,0 4 0 0,0 0 341 0,0 1-156 0,0 0 23 0,0 0-84 0,0 4-42 16,0-2 1-16,0 0-141 15,2 0 44-15,-2-1 27 0,2 1 0 0,-1-1-532 0,0 1 279 0,3-3 151 16</inkml:trace>
  <inkml:trace contextRef="#ctx0" brushRef="#br0" timeOffset="60617.37">18861 1378 1810 0,'-6'-14'0'0,"1"6"0"0,1-2 0 0,2 8 0 0,0 2 0 0,2 0 0 0,0 0 320 0,0 0-140 47,0 5-60-47,0 5 46 0,2 2-63 0,0 2-31 0,4-2-1 0,0 5-195 0,1 0 92 0,2 0 31 0,-1 2 0 0,-1 1-696 0</inkml:trace>
  <inkml:trace contextRef="#ctx0" brushRef="#br0" timeOffset="60916.17">18986 1726 1500 0,'0'12'0'0,"-1"-1"0"15,1 3 0-15,0 3 0 0,0-3 0 0,0 2 0 0,0 1 0 0,0-1 234 0,4 3-97 0,-1 0-38 0,2-4-12 16,-1 2 0-16,1-3-47 0,0 0 0 0,0-1-157 16,2-1 88-16,-4-4 28 0,0-2 1 0,1-3-59 15,-1-3 49-15,0 0 0 32,2 0-28-32,1-12 35 0,-2-5-26 0,3-3-23 0,-1-4 1 0,-1 2 25 0,4 1-27 0,-3 1 208 0,0 3-83 0,1 4-31 15,-1 2 1-15,3-1 185 94,-3 7-105-94,1 2-24 0,0 1 105 0,3 2-82 0,-4 2-40 0,4 8 10 0,-4 3-51 0,0 5 0 0,0 3 0 0,-3 0-121 0,2 4 61 0,0-1 39 0,-2 0-9 0,-2-1-385 0,4-3 202 0,-4 0 73 0,2-6 59 0,-1-1-604 0,1-4 307 0,-1-6 149 0,3-3-270 0,-2 0 209 0</inkml:trace>
  <inkml:trace contextRef="#ctx0" brushRef="#br0" timeOffset="61213.16">19355 1673 960 0,'6'0'0'0,"-2"0"0"0,3 0 0 0,1 0 0 0,1 5 0 0,-2 5 560 0,0 3-259 15,2 3-131-15,0 3 163 0,-2 5-147 0,3 0-63 16,-1 2-46-16,-3 2 84 0,1 1-60 0,-5 2-30 16,4-2-1-16,-5-1-77 0,1-7 18 0,-2-2 0 0,0-7 29 0,0-2-94 15,0-5 46-15,0 0 11 0,0-5 89 0,0 0-27 16,-3-11 1-16,3-7-74 15,0-6 0-15,0-3 12 0,0-3-6 0,4 1-53 16,8-4 37-16,0 4-5 0,3-6 45 0,1 7-93 16,2 3 41-16,4 1 5 0,0 0 37 0,4 4-16 15,3 3 13 1,-5 6-15-16,0 6 120 0,-1 4-58 0,-3 1 1 0,-1 0-86 0,-2 6 45 0,-4 5-5 16,-6-1 0-16,0 4-104 0,-4-3 52 0,0 3 12 15,-2-2 62-15,0-4-575 16,-1 1 244-16,0-1 136 0,0-1-578 0,0-2 351 0</inkml:trace>
  <inkml:trace contextRef="#ctx0" brushRef="#br0" timeOffset="61386.6">20022 2089 2053 0,'-8'0'0'0,"4"0"0"0,-1 0 0 0,-1 0 0 0,1 0 0 0,2 0 360 0,-3 0-161 0,3 0-81 16,-1 0 162-16,3 0-121 0,-2 0-52 0,3 0-39 16,0 0-610-16,0-2 290 0,0-4 144 0</inkml:trace>
  <inkml:trace contextRef="#ctx0" brushRef="#br0" timeOffset="65749.17">11180 6297 1384 0,'-9'1'0'0,"2"3"0"0,-2-2 0 0,6 1 0 0,0-3 0 0,0 2 482 0,1-2-222 0,2 0-101 109,0 0 157-109,0 0-140 0,3 0-68 0,9 0-36 0,3 0 1 0,2 0-26 0,-1 0-9 0,4 0 0 0,-1 0 0 0,2 0 0 0,3 0 0 0,2 0 302 0,-1 0-155 0,-1 0-74 0,1 0-83 0,2-2-28 0,1-1 0 0,5 1 0 0,-2-2 0 0,1 1 0 0,2-1 0 0,0-2 0 0,3 1 0 0,4-1 0 0,-7 2 0 0,2 0 0 16,2-1 0-16,-2 3 0 0,5-1 0 0,-5 1 0 15,-3 0 0-15,3 0 0 0,-1 2 0 16,1 0 0-16,7 0 0 0,-6 0 0 0,2 0 0 0,0 0 0 16,2 0 0-16,3 0 0 0,5 0 0 15,-9 0 0-15,3 0 0 0,3 0 0 16,-1 0 0-16,4 0 0 0,7 0 0 0,-11-1 0 15,4-2 0-15,-1 1 0 0,1 1 0 0,-2-1 0 16,8 0 0-16,-10 0 0 16,0 2 0-16,-1 0 0 0,-1 0 0 0,5 0 0 0,5 0 0 0,-7 0 0 15,0-2 0-15,3 1 0 32,1-1 0-32,-2-3 0 0,11 0 0 15,-10 0 0-15,-1 1 0 0,1-1 0 0,1 0 0 0,3 0 0 0,5 2 0 0,-8-1 0 0,0 4 0 0,-3-3 0 16,2 3 0-16,-2 0 0 0,10 0 0 0,-14 0 0 15,2 3 0-15,3 1 0 0,1 1 0 0,1-2 0 16,9 2 0-16,-9-2 0 0,-2 1 0 0,3-3 0 16,1 0 0-16,-1-1 0 15,9 3 0-15,-9-3 0 0,2 0 0 0,-1 2 0 16,2 2 0-16,0-1 0 0,9 0 0 0,-12 0 0 16,-1 1 0-16,1 1 0 0,1 0 0 0,7 0 0 15,-10 2 0-15,0-2 0 0,4-1 0 0,-1 0 0 31,1-1 0-31,6 0 0 16,-10-3 0-16,2 2 0 0,0-2 0 0,3 0 0 0,2 0 0 0,8 0 0 31,-12 0 0-31,-2 0 0 0,-1 0 0 0,-2 0 0 0,0 0 0 0,4 0 0 0,-12 0 0 0,0 0 0 0,3 0 0 0,-3 0 0 16,2 0 0-16,5 0 0 16,-11 0 0-16,1 0 0 0,-3-2 0 0,-2 0 0 15,0 1 0-15,3-1 0 0,-6 1 0 0,-3 0 0 0,1-2 0 0,0 1 0 16,-2 1 0-16,6 0 0 31,-10-2 0-31,4 3 0 16,-3 0 0-16,-2 0 0 0,3 0 0 0,1 0 0 0,-7 0 0 0,0 0 0 0,-1 0 0 0,0 0 0 0,-1 0 0 0,3 0 0 15,-7 0 0-15,3 0 0 0,-3 0 0 0,0 0 0 16,-5 0 0-16,6 0 0 0,-6 0 0 0,0 0 0 0,0 0 0 0,-2 0 0 16,-2 0 0-16,4 0 0 15,-4 0 0-15,1 0 0 0,-2 0 0 0,0 0 0 16,0 0 0-16,0 0 0 0,0 0 0 0,0 0 0 15,0-2 0-15,0 0 0 0,0-1 0 0,0-1 0 16,0-2 0-16,0 4 0 0,-8 1 0 0,1-1-22 16</inkml:trace>
  <inkml:trace contextRef="#ctx0" brushRef="#br0" timeOffset="68492">11998 6858 1606 0,'11'6'1'0,"-2"3"-1"0,4 0 0 0,0 4 0 0,-1-1 0 0,3 5 173 0,-1 2-68 0,3 5-27 0,-2 6 10 0,-3 2-52 0,-2 2 1 0,-3 2-47 0,-2 4 24 0,-4-1-1 0,1 4 33 0,-2-10-48 0,0-2 39 0,-6-9-1 15,-1-2 1-15,-4 0 58 0,2-14-33 0,-2-2-1 0,4-4 123 0,-3 0-73 0,2-10-38 0,0-6 13 16,7-9-8-16,1-5-42 31,0-5 1-31,0-2-40 0,8-2 1 0,3-2 47 0,4 6-8 0,1 3-29 0,1 0-1 0,1 4 30 0,0 4-1 0,2-4 36 0,-2 12-36 16,1 5 1-1,-1 7-76-15,-1 1 26 0,0 3 0 0,-1 0-115 16,-3 11 70-16,-2 5 32 0,-3 2 0 0,0-1-65 0,-4-1 48 0,1 2 16 16,-3-2 0-16,-1-4-318 0,-1 0 160 0,0-3 51 15,0-3 50-15,0 1-386 0,0-5 221 0,0-2 106 47,-1 0-412-47</inkml:trace>
  <inkml:trace contextRef="#ctx0" brushRef="#br0" timeOffset="68734.47">12465 6662 1519 0,'2'-10'0'0,"6"-1"0"0,1 8 0 0,0-2 0 0,2 1 0 0,-1 2 668 46,4 2-315-46,1 0-150 0,-1 0-87 0,0 0 6 0,2 8-43 0,-2 2 0 0,1 2-33 0,-4 2-178 0,0 1 84 0,-3 2 43 0,-3 0-322 0,-4-1 182 16,1 2 100-16,-2-4-155 16,0-1 114-16,-8-2 58 0,-6-3-56 0,2-1 189 0,-5-2-110 0,-1-4 7 15,1-1-56-15,0 0 203 16,3 0-96-16,3-1-45 0,-3-4-1 0,8-2 513 16,1 0-200-16,4 2-143 0,1-1 58 0,0-1-99 15,1 1-41-15,10 1-74 0,6 2 15 0,2-1 1 16,4 1-33-16,5 1-381 0,0 1 200 0,4 0 102 15,-1 1 56-15,2 0-811 16,1 0 366-16,0 0 215 0</inkml:trace>
  <inkml:trace contextRef="#ctx0" brushRef="#br0" timeOffset="68907.81">12864 6865 2137 0,'-3'0'0'0,"1"5"0"0,1 0 0 0,1-3 0 0,0 2 0 0,1 0 0 0,9-1 0 16,4 1 330-16,3-1-151 0,5-1-71 16,-2 1-36-16,4-1-538 31,-1 0 251-31,3 1 135 0,0 1 53 0</inkml:trace>
  <inkml:trace contextRef="#ctx0" brushRef="#br0" timeOffset="69053.42">12903 7121 1987 0,'-12'0'0'0,"0"1"0"0,4 1 0 0,0 1 0 0,6-2 0 0,2 2 0 0,0-2 424 0,13 1-195 0,7 0-95 0,0 1 367 15,7-3-237-15,-1 2-114 0,2-1-56 0,2-1-451 0,-2 0 197 0,5 3 107 32,-5-2 40-32,-2-1-796 0,2 0 416 0,-1 0 207 0</inkml:trace>
  <inkml:trace contextRef="#ctx0" brushRef="#br0" timeOffset="69302.25">13283 6888 1121 0,'0'0'0'0,"0"-4"0"0,-1-3 0 0,1 3 0 0,0-5 0 0,0 3 816 0,9 0-390 0,5-3-194 16,8 0-98-16,3 2 392 0,5-3-235 0,2 3-132 15,4 2-61-15,3 0-33 0,3 3-2 0,2-3-63 16,4 4-111-16,-7-1 49 94,-2 2 49-94,-1 0-89 0,-3 0 70 0,-2 0 33 0,3 2 10 0,-12-1 26 0,-2 1 0 0,-3 1-1 0,-4-2 1 0,-2-1-891 0,2 0 400 0,-7 0 214 0,-6 0-392 0,-1 0 297 0,-1-4 150 0</inkml:trace>
  <inkml:trace contextRef="#ctx0" brushRef="#br0" timeOffset="69447.42">13578 6846 2459 0,'-16'13'0'0,"7"1"0"0,5 1 0 0,-1 3 0 0,3 4 0 0,2-2 0 0,0 7 0 0,0-3 542 0,0 2-252 0,2 2-127 15,3-1-64-15,-1-1 279 0,2 4-378 0,-3-5 0 16,2-4 0-16,-2 1 0 0,2-2 0 0,-2-4 0 16,2 2-631-16,1-8 258 15,-3-3 204-15,2-5-887 0,-1-2 474 0</inkml:trace>
  <inkml:trace contextRef="#ctx0" brushRef="#br0" timeOffset="69636.24">13723 6911 1160 0,'0'0'0'0,"0"0"0"0,0 0 0 0,2 0 0 0,-1 6 884 0,1 5-424 0,1 1-211 0,3 10-107 0,0 4 288 16,1 4-201-16,-1 11-96 0,-2-1 111 0,5 7-244 0,-5-3 0 0,0 6 0 31,1-13 0-31,-2-3-116 16,0-2 59-16,-1-7-701 0,0-4 397 0,-1-1 208 0,1-12 89 0,-2-7-857 0,0-1 438 0</inkml:trace>
  <inkml:trace contextRef="#ctx0" brushRef="#br0" timeOffset="69859.64">13977 6611 1499 0,'17'-16'0'0,"0"8"0"0,0 2 0 0,0 3 0 0,1 3 0 16,-1 0 0-16,-5 0 0 0,0 10 554 0,-1 2-259 0,-6 4-129 0,-1 1 49 0,-3 2-80 0,-1 0-54 16,0 4 0-16,-10-1-13 15,-6 0-32-15,-2-1 1 0,0 1 8 0,-1-5 73 16,0-3-40-16,2-1-1 31,3-4 176-31,1 0-108 0,1 0-97 0,7-4-48 0,2-3 0 0,3 0 0 0,0 0 0 0,7-2 0 0,8 0 0 0,4 0 0 16,4 0 0-16,5-2 0 0,2-1 0 0,2-2 0 15,1 1 0-15,-1 0-477 16,-1 0 9-16,-2 3 177 0</inkml:trace>
  <inkml:trace contextRef="#ctx0" brushRef="#br0" timeOffset="70573.6">15671 6727 831 0,'1'0'0'0,"4"0"0"0,2 0 0 0,1 7 0 0,5 9 374 0,-2 4-168 0,1 9-85 0,4 6-41 0,-2 6 75 0,0 8-49 0,-4-3-39 0,-4 2 0 0,-3-1-52 16,-2-5 22-16,-1-3 1 31,0-2 26-31,-4-16-27 0,-4-7 1 0,0-5 127 0,-1-8-64 0,1-1-32 0,0 0 10 0,3-15 161 16,1-9-101-16,4-9-50 0,0-6-27 0,6-1 45 15,8-6-25-15,1 3-10 0,4-2-35 0,3 2 4 16,0 1-4-16,1 1 0 0,4-1 60 0,-2 12-35 15,-1 5 0-15,0 7-24 0,-4 4-183 0,2 5 92 16,0 5 54-16,-6 4-518 0,-3 2 237 0,0 12 141 78,-1 4 31-78,-2 1-803 0,1 4 427 0</inkml:trace>
  <inkml:trace contextRef="#ctx0" brushRef="#br0" timeOffset="70675.33">16205 6870 2305 0,'-8'0'0'0,"-1"0"0"0,6 0 0 0,1-2 0 0,2-1 0 0,0 3 0 0,2-1 518 0,6 1-231 0,7-1-130 15,4-1-81-15,1 0-39 0,5 0 0 16,3-2-1-16,0 0-798 0,-1 1 390 0,-3 2 199 16</inkml:trace>
  <inkml:trace contextRef="#ctx0" brushRef="#br0" timeOffset="70819.62">16259 7074 2262 0,'-16'4'0'0,"4"1"0"15,2 0 0-15,5 0 0 0,2 0 0 0,3-3 0 0,2 2 416 16,16-4-190-16,3 0 224 0,5 0-206 0,5 0-95 0,0 0-61 0,3-1-205 16,-1-3 76-16,0 0 39 0,-1-2 0 0,6 0-744 15,-7 1 386-15,0-2 198 0</inkml:trace>
  <inkml:trace contextRef="#ctx0" brushRef="#br0" timeOffset="71067.91">16674 6834 2515 0,'-1'-6'0'0,"-1"-2"0"0,2 1 0 0,0-3 0 0,0 0 0 0,3 1 0 0,13-1 0 0,1 0 399 0,5-2-182 0,2 0-81 0,4 5 43 0,0 1-72 0,4 0-35 16,0 3 0-16,3 1-14 0,2 2-13 0,-4 0-9 16,-1 0-31-16,0 5 31 0,-3 3 0 0,1 1-18 0,2-2-18 0,-7 0 0 31,2-2 0-31,-2-3-28 0,1 0-26 0,-1-2 46 0,0 0 6 0,-5 0-243 0,-1-2 102 0,-3 0 73 16,-4-5 11-16,0-1-660 0,0 4 333 0,-11 0 179 15</inkml:trace>
  <inkml:trace contextRef="#ctx0" brushRef="#br0" timeOffset="71232.71">16974 6836 1474 0,'-10'7'0'0,"-2"2"0"0,5-2 0 0,3 4 0 0,2 3 0 0,0 1 913 0,2 3-439 0,0 3-210 0,0 0-118 0,0 2 291 15,2 1-214-15,3-1-223 0,0 0 0 0,-1 3 0 16,0-6 0-16,1-3 0 0,0-1-497 0,1-2 173 15,-1-5 179-15,2 0-924 16</inkml:trace>
  <inkml:trace contextRef="#ctx0" brushRef="#br0" timeOffset="71398.98">17172 6837 858 0,'2'0'0'0,"1"0"0"0,0 0 0 0,0 0 0 0,2 3 1026 0,0 6-495 0,4 6-239 0,-3 9-132 0,2 5-62 0,-2 10-31 0,3 5 0 0,-4 12 659 0,1 5-620 0,1-3-106 0,-3 3 0 0,4-1-205 0,-3-2 28 0,1 3 106 0,-2 5-1088 0</inkml:trace>
  <inkml:trace contextRef="#ctx0" brushRef="#br0" timeOffset="72499.97">18064 6326 773 0,'-7'-5'0'0,"2"-1"0"0,2 0 0 0,-1 4 0 0,1-3 0 0,3 3 457 0,0 0-210 0,3 1-105 0,6-1-52 0,5 0 279 0,6 1-156 0,5 1-93 15,3 0-41-15,8 0 97 16,2-1-69-16,8-2-35 0,8 2 116 0,2-1-80 0,6 0-36 0,8 1 68 16,3-1-51-16,1 0-25 15,11 1 8-15,-12 1 2 0,-1 0 0 0,1 0-37 16,3 0 1-16,1 0 28 0,13 1-20 0,-13-1-28 16,5 0-18-16,5 0 0 0,9 0 0 0,6-1 0 15,18-8 0-15,-16 2 0 0,10-4 0 0,7 0 0 16,5-1 0-16,4 1 0 0,14-2 0 0,-19 6 0 15,7-3 0-15,4 2 0 16,2 0 0-16,7-1 0 0,16 2 0 0,-27-1 0 31,4 2 0-31,9 1 0 0,1 0 0 0,-3 0 0 0,17 2 0 0,-28 1 0 0,4 1 0 0,0 1 0 16,1 0 0-16,2 0 0 0,10 0 0 0,-31 0 0 16,9 1 0-16,0 2 0 0,-2 2 0 0,7-3 0 15,-23 1 0-15,-2 1 0 0,-2-1 0 0,-4-1 0 16,-9 1 0-16,4 1 0 0,-23-1 0 0,1-1 0 109,-7 1 0-109,-7-3 0 0,-8 0 0 0,2 3 0 0,-20-3-23 0,-6 0-147 0,-2 0 66 16,-11 0 33-16,-5 0 0 0,-4 0 24 0,-8 0 9 0,0-3-1 0,-1 3-190 0,-9-3-178 0,-3 1 184 0,3 0 84 0,-1 1-408 0,4 1 255 0,0 0 127 0,1 0-99 0,-1 0 113 0,1 1 47 0,1 6 38 0,3-3-227 47,0 3 128-47</inkml:trace>
  <inkml:trace contextRef="#ctx0" brushRef="#br0" timeOffset="72985.67">20924 6892 1221 0,'-3'0'0'0,"-1"0"0"0,0 0 0 0,4 0 0 0,0 0 0 0,0 8 0 0,4 3 186 16,5 7-65-16,5 3-46 0,-2 4 142 0,4 3-89 16,-2 4-46-16,0 7-79 0,2 2 8 0,-6 1 27 15,0 0-1-15,-4 0-61 16,-3-1 31-16,-1-5 0 0,-1 4 39 0,-1-15 28 0,0-5 0 0,0-8-37 15,-1-4 79-15,-4-7-40 0,-1-1 10 0,3-1 183 16,-1-22-116-16,4-2-57 0,0-8-30 0,0-7 72 16,7 1-55-16,5-3 0 15,5 2-45-15,2-3 30 0,5 2 1 0,1-6-22 16,2 11-9-16,0 4 32 0,1 3 1 0,-2 0-47 16,-1 11-45-16,4-3 31 0,-8 11-8 0,-1 8 7 15,-4-1-305-15,0 3 149 16,-4 0 54-16,4 8-686 0,-7 2 375 0,-1 4 184 31,0 0 91-31,-1-1-581 0</inkml:trace>
  <inkml:trace contextRef="#ctx0" brushRef="#br0" timeOffset="73134.28">21501 6986 2263 0,'-2'0'0'0,"2"-4"0"0,-1 4 0 0,1-5 0 0,0 5 0 0,0-2 0 0,0 2 0 0,6-2 373 16,4 2-173-16,3 0-81 0,3 0-3 0,1 0-39 15,3 0-1-15,5 0-374 0,-4 0 163 0,5 2 86 16,1 2 43-16,-4 3-788 0,-1 1 402 0</inkml:trace>
  <inkml:trace contextRef="#ctx0" brushRef="#br0" timeOffset="73278.03">21550 7252 1056 0,'-21'2'0'0,"2"2"0"0,-1 3 0 0,9-4 0 0,2-1 0 0,6-2 596 0,3 2-279 0,0-2-139 15,1 0 404-15,15 0-276 16,3 0-135-16,7 0-95 0,4 0 0 0,0-2-39 0,5-3 10 16,-2-1-315-16,2 1 153 0,-3 3 76 15,0-4 38-15,-1 1-826 0,5 0 437 0</inkml:trace>
  <inkml:trace contextRef="#ctx0" brushRef="#br0" timeOffset="73568.35">21963 7000 2068 0,'3'-9'0'0,"2"0"0"0,3 4 0 0,2-2 0 0,3 1 0 0,2 4 0 0,2 2 0 0,3 0 0 0,0 0 258 0,2 8-111 0,3 4-45 0,-6 3-102 0,-2 3 0 0,-3 2 37 0,-3 4 1 0,-8 0-115 0,0 4 66 0,-3-1 20 0,-5-2 0 0,-13 2 28 0,-4 0 1 0,-3-1 9 0,-4-6-56 0,0-1 0 0,-4-7 4 0,2 0 357 0,3-2-167 0,-4-2-69 0,12-1-51 0,1-5 321 0,9 0-238 0,4-2-148 0,3 0 0 0,3 0 0 0,6 0 0 0,16 0 0 0,6-4 0 0,3-3 0 0,5 3 0 0,1-3 0 0,1 2 0 0,-1 1 0 16,4-1 0-16,-1-1 0 0,1 0-208 0,4 1-99 16,-9-2 86-16,1 0-686 0,-1 0 435 0,-5-2 217 15,0-2 109-15</inkml:trace>
  <inkml:trace contextRef="#ctx0" brushRef="#br0" timeOffset="73747.75">22453 6911 1459 0,'-8'-2'0'0,"0"-3"0"0,7 3 0 0,1 0 0 0,0 1 0 0,6 1 240 0,9 0-102 0,6 0-41 16,5 0 745-16,2 0-403 0,5 0-201 0,0 1-100 15,4 1 144-15,2 0-224 0,-3 0-58 0,0-2-172 16,-3 0 0-16,2 0 105 0,-5 0 53 0,-2 1-733 15,-9-1 387-15,-6 0 197 0,-6 2 100 0,-7-2-466 16,0 2 152-16</inkml:trace>
  <inkml:trace contextRef="#ctx0" brushRef="#br0" timeOffset="73906.49">22649 6909 732 0,'-17'2'0'0,"5"4"0"0,1 1 0 0,0 5 0 0,5-1 0 0,0 6 448 0,4 1-196 0,2 4-113 0,0 3 180 0,0 2-142 16,0 3-69-16,1-1 217 31,0 5-135-31,0-5-81 0,-1 0-36 0,0 0-191 0,0-2 78 0,0-3 38 0,0 2 9 0,-1-8-560 16,0-6 296-16,0-2 146 31</inkml:trace>
  <inkml:trace contextRef="#ctx0" brushRef="#br0" timeOffset="74029.46">22776 6975 2847 0,'0'0'0'0,"0"2"0"0,0-2 0 0,0 5 0 0,2 1 0 0,-1 5 0 0,3 8 0 0,-3 10 350 0,1 7-161 0,-2 9-76 0,0 9 230 16,0 5-254-16,-2 2-89 15,-4 7 0-15,0-13-302 0,-2 2 20 0,-1-3 159 16</inkml:trace>
  <inkml:trace contextRef="#ctx0" brushRef="#br0" timeOffset="75068.47">25533 6363 537 0,'-17'-1'0'0,"-2"-4"0"0,8 4 0 0,1-2 0 0,2 3 0 0,4-3 0 0,2 3 0 0,2-2 0 0,0 0 0 0,12-3 647 0,10-2-304 16,11-1-152-16,6-2 173 0,14-2-153 0,3 5-91 0,9-3 101 15,9 3-91-15,10 1-46 0,20-1 9 0,-1 3 177 16,16 2-116-16,14 2-58 16,12-2-29-16,6 2 69 0,16 0-39 0,-24 0-35 15,7 0 1-15,-3-5-71 0,0-3-1 0,-3-4 47 0,9-2-114 0,-36 3 53 16,-8-2 30-16,-2 2-65 0,-6 0 49 0,-6 1 18 15,2 0-14-15,-26 5-8 16,-5-2 33-16,-3 0-57 0,-3 0 46 0,-7 2 141 16,0 1-100-16,-22 1-50 0,-7 0 0 0,-7 3 0 15,-9 0 0-15,-2 0 0 0,-5 0 0 0,-1 0 0 16,0 0 0-16,0 0 0 0,0-2 0 0,0 0 0 16,-4 1 0-16,-2-2-191 0,1 2-35 0,-7 1 112 15,-1 0-5-15</inkml:trace>
  <inkml:trace contextRef="#ctx0" brushRef="#br0" timeOffset="77303.75">25644 6805 1788 0,'-17'4'0'0,"3"7"0"0,-5 9 0 0,4 5 0 0,4 9 0 0,-2 5 0 0,1 9 0 0,4 6 0 0,0 6 0 0,5-4 201 0,3-5-81 31,0-4-41-31,5-5 76 0,9-7-58 0,6-1-19 0,2-16-10 0,1-3 0 0,1-7 0 0,4-3-29 15,-2-5 0-15,4 0-53 0,-7-2 21 0,-3-9 1 16,-1-5 3-16,-2-6 1 0,-4-5 27 0,4-4-88 16,-6-1 39-16,-5-3-1 0,-2-1 0 0,1-2-171 15,-3-1 95-15,-1-5 28 0,-1 8 30 0,0-2-144 16,-11-1 78-16,-1 2 22 16,-3-3 1-16,-3-3-44 0,-3 11 44 0,-3 7-10 0,-1 7 224 0,2 9-93 15,-8 5-53-15,7 4 161 0,1 12-92 0,0 11-38 16,5 7-25-16,3 5 431 15,1-2-204-15,12 1-73 16,2-2-65-16,0-2 206 0,10-2-129 0,6-3-65 0,5-1-22 0,4-7 4 16,5-4-1-16,3-6-60 0,5-3-85 0,2-4 42 15,3 0 39-15,-3 0-187 0,-2-5 102 0,-1-6 53 16,1-3 25-16,-5 2-754 0,7-2 363 0,-9 1 118 16,-3 1 115-16</inkml:trace>
  <inkml:trace contextRef="#ctx0" brushRef="#br0" timeOffset="77502.36">26230 6868 2423 0,'-10'0'0'0,"-1"0"0"0,2 2 0 0,5-2 0 0,2 3 0 0,2-1 0 0,0-2 0 0,8 2 455 0,7-1-198 0,3 2 53 16,5-3-135-16,0 1-68 0,3-1-34 0,0 0-242 15,3 2 113-15,0-2 43 16,-2 0 26-16,2 1-773 0,-3 2 399 0,2-3 210 47</inkml:trace>
  <inkml:trace contextRef="#ctx0" brushRef="#br0" timeOffset="77702.33">26330 7132 1999 0,'-18'4'0'0,"3"-1"0"0,3 0 0 0,3 2 0 0,8-3 0 0,1 1 0 0,0-1 373 0,9 0-167 0,9-2-84 0,2 0 37 0,8 0-66 0,0 0-27 0,1 0-1 0,1 0-280 16,1-2 127-16,4 0 72 0,-7-3 22 0,1 0-772 0</inkml:trace>
  <inkml:trace contextRef="#ctx0" brushRef="#br0" timeOffset="77813.59">26741 6995 1443 0,'-2'0'0'0,"-4"0"0"0,-1 0 0 0,7-1 0 0,0-1 0 0,0 1 345 0,9-1-154 0,6 1-76 16,7-1 456-16,3 0-271 0,3 0-131 15,5 2-65-15,1 0-30 0,5 0-27 0,-3 0-10 0,3 0 1 0,-2 0-216 16,1 0 108-16,-4 0 54 0,5 0-574 0,-16 0 309 16,1 0 159-16,-7 0-628 0,-7 0 310 0,-3 4 202 0,-2-1 90 0</inkml:trace>
  <inkml:trace contextRef="#ctx0" brushRef="#br0" timeOffset="78064.87">27070 6970 797 0,'-9'3'0'0,"1"3"0"0,0 1 0 16,-1 1 0-16,1 2 0 0,-3 3 0 0,1 2 0 0,-4 3 168 0,-2 6-55 0,0-1-43 0,-2 0 0 0,-4 3-2 0,-2-2-31 0,2 3 1 0,-2-3 41 0,3-5-41 31,2-5 0-31,3-3 115 0,3-1-58 0,6-8-28 0,0 3 8 0,7-5 174 15,0 0-106-15,0 0-53 0,14 0-26 0,2 0 183 16,7-3-95-16,2 1-62 0,3 1-26 0,3 0 75 16,0-2-51-16,3 3-25 0,5 0-17 0,-8 0-9 15,-1 0 1-15,1 0-282 0,-3 0 141 0,1 0 71 16,2 3 44-16,-10-2-559 16,-1 0 278-16,-5 1 84 0,-3 1 87 0,-1-3-547 15,-8 0 309-15,-1 0 149 0</inkml:trace>
  <inkml:trace contextRef="#ctx0" brushRef="#br0" timeOffset="78239.75">27079 7117 1329 0,'-7'4'0'0,"1"3"0"0,3-1 0 0,-1 6 0 0,2-1 0 0,2 4 290 0,0 5-126 0,2 4 176 16,5 1-151-16,3 6-66 15,-2-1-48-15,0 1 195 0,1 1-116 0,-3 1-58 16,-1-2-29-16,1 4-256 0,-4-9 109 0,-1 3 59 15,2-6-495-15,-3-1 277 0,0-3 139 0,0 2 78 16,0-14-628-16,-3-2 260 0</inkml:trace>
  <inkml:trace contextRef="#ctx0" brushRef="#br0" timeOffset="78467.96">26856 6621 1629 0,'-9'-10'0'0,"1"-1"0"0,5 4 0 16,3 2 0-16,0-1 0 0,3-1 0 0,14 7 0 0,4-2 684 0,10 0-323 0,-1 2-162 0,7 0 64 0,1 0-103 16,-2 0-67-16,0 0-28 0,0 4-382 0,1 0 176 0,-5 5 90 0,1-1 53 0,-10 0-324 0,-4 2 179 0,-4 0 90 15,-7 2 45-15,-7-1-803 16</inkml:trace>
  <inkml:trace contextRef="#ctx0" brushRef="#br0" timeOffset="78600.64">27009 6677 1424 0,'-15'5'0'0,"2"5"0"0,5 0 0 0,-1 1 0 0,2 0 0 0,3 5 0 0,1 1 0 0,-2 3 260 0,5-2-116 0,0 2-54 0,0-1-153 0,0 1 50 0,1 1 25 0,4-1 9 0,1-4-513 0,4 1 258 0,-2-7 129 15</inkml:trace>
  <inkml:trace contextRef="#ctx0" brushRef="#br0" timeOffset="78764.89">27167 6740 2704 0,'1'0'0'0,"1"0"0"0,2 0 0 0,-2 0 0 0,1 5 0 0,-1 4 0 0,-1 7 0 0,2 6 0 0,-1 9 0 0,-2 5 0 0,0 5 0 0,0 4 0 0,0-1-166 0,0-1 101 0,0 3 60 0,0-13 17 15</inkml:trace>
  <inkml:trace contextRef="#ctx0" brushRef="#br0" timeOffset="79332.96">25214 4662 1287 0,'0'0'0'0,"0"0"0"16,3 0 0-16,-2 0 0 0,4 4 0 0,1 5 0 0,3 4 0 0,2 7 0 0,2 6 144 0,4 3-54 0,1 7-26 0,-1 1 3 16,0 5-20-16,-3-4-9 0,-5 0 0 0,0-6-85 0,-5-1 42 0,0-2 10 15,-4-9-23-15,0-7 28 16,0-5 0-16,-10-4 28 0,2-4 89 0,-3 0-35 15,0-12-22-15,3-6 74 0,3-9-54 0,1-4-25 16,4-5-1-16,0-3 9 0,0 3-10 0,1-3-25 16,9 1 0-16,3-2 25 0,2 5-1 0,5-6-15 15,1 9-73-15,2 2 31 16,2 6 1-16,2 4 31 0,0 6-380 0,4-2 193 0,-6 13 57 0,-1 3-554 16,1 0 287-16,-2 12 161 31,-3 3 81-31</inkml:trace>
  <inkml:trace contextRef="#ctx0" brushRef="#br0" timeOffset="80423.5">25784 4757 1208 0,'-4'-9'0'0,"-1"1"0"15,-1-2 0-15,2 0 0 0,1 0 0 0,0 0 0 0,-3-2 0 0,2 2 0 0,2 0 142 0,-3 1-42 16,0 1-36-16,0 0-1 0,-2 6-1 0,1 1-24 0,-4 1 0 0,1 0 35 15,-3 11-35-15,1 6-1 16,1 6 1-16,0 3 64 0,0 3-23 0,4-2-9 0,1 0-6 0,5 2 0 16,0-5-27-16,0 0-35 0,3-1 9 0,3-5 27 78,6-6 0-78,1 0-126 0,3-4 63 0,3-4 31 15,0-4 9-15,-1 0-234 0,1-4 117 0,-2-9 40 0,0-4 35 0,-1-1-139 0,-2 0 56 0,-2-1 21 0,-5 2 26 0,2 2-4 0,-5 3 30 0,0 0 177 0,-1 2-95 0,-1 3-39 0,0 4 0 0,-2 3 228 0,0 0-122 0,0 0-41 16,0 10-38-16,0 2 214 0,0 1-111 0,0-1-23 16,0 2-38-16,0-3-70 0,5-1 10 0,1-1 23 15,1-3-169-15,2-1 84 0,-1-4 43 0,4-1-1 16,1 0-65-16,-4 0 25 0,3-4 35 0,-3-6-195 16,0-1 101-1,0-3 21-15,-4 2 30 0,1-3-13 94,-5 1 0-78,1 1 0-16,-2-2 29 0,0 2 118 0,0-1-66 0,-6 0-19 0,-4 3-1 0,-3-1-9 0,1 2-17 0,-1 0 182 0,-1 2-83 0,4 1-19 0,-2 4-27 0,5-1 121 0,-2 4-67 0,6-3-17 0,-3 2 4 0,4 0 62 0,2 1-48 0,0-2-15 0,0 2 1 0,6-3 30 0,5 2-55 0,1 0 0 0,6-1-140 0,-1 0 70 0,4-3 34 0,2 0-183 15,1 0 98-15,0-1 45 0,-1-1 28 0,1 1-60 16,0-1 37-16,0-1-6 0,-8 5 1 0,-6-3 2 15,1 4 19-15,-6 1-31 0,-2-1 25 0,-3 2 275 16,0 0-130-16,-8 0-67 0,-7 5 300 0,-1 4-154 16,-2 6-89-16,1-2 120 15,4 1-102-15,0-3-46 0,0 1 0 0,8-2-49 0,-2 2 2 0,4-2 10 16,3 0-9-16,0-1-132 0,0-4 66 0,7 1 33 16,5 0-1-16,3-1-225 15,5-3 124-15,-1-1 40 0,2 2-336 0,4-2 162 16,-6 0 107-16,2 4-134 0,-4 1 115 0,-5-1 52 15,-2 4 27-15,-3 2 32 0,-6 1-6 0,-1 5-9 16,0-3 10-16,-8 4 68 16,-6 0-34-16,-4 3-1 0,-1-3-33 0,-3 2 244 0,3-3-117 0,2-1-64 15,-1-4 362-15,6 1-191 16,0-4-94-16,3-1 123 0,3-1-99 0,5-4-45 16,1-1 0-16,0-2-93 0,1 0 33 0,13 0-9 15,3-3 25-15,1-10-85 0,3 0 42 0,0-1 1 16,3-3 51-16,2 0-290 0,-2-1 107 0,2-5 78 15,-2 1-242-15,5-3 141 0,0-4 24 0,-4 3 28 16,0-1 35-16,-3 0 0 0,-2 1 34 0,-2 2 78 16,-3 1-48-16,-8 7 9 0,-2 6-39 0,-4 5 242 47,-1 4-112-47,0 1-63 0,-9 0-13 0,-5 14 137 0,1 5-50 0,-1 3-51 0,-1 4 193 0,5 0-107 31,0 4-24-31,3-3-48 0,2-2-28 0,4 0-1 0,1 0 1 0,0-4-85 15,0 3 52-15,5-7-10 0,6-2 43 0,2-5-163 0,3 0 71 0,1-6 43 32,3 0 2-32,0-4-57 15,-1 0 14-15,3-11 30 0,-2-4-94 0,1-4 53 0,1-2 2 0,-4-2 4 0,0-2-77 0,0 1 52 0,-6-4 13 0,1 1-13 16,1-6-10-16,-9 6 54 0,-1-5 0 0,-2-1 34 16,-2-1-1-16,0-3-32 15,-9-7-11-15,-4 10 42 0,-6 5-32 0,-1 6 0 0,-1 3 153 16,-3 9-73-16,-1 3-34 0,2 8 289 0,-1 0-138 0,1 15-80 15,3 3-16-15,1 2 227 0,2 7-131 0,9-3-61 16,3 5-28-16,5-2 51 0,0 2-42 0,0 1 10 16,11-8-51-16,5 1-131 0,2-4 66 0,4-3 32 15,-1-1-165-15,7-2 109 16,-2-4 39-16,1-5-628 0,4-4 316 0,-3 0 110 0,3 0 94 0,3 0-634 16</inkml:trace>
  <inkml:trace contextRef="#ctx0" brushRef="#br0" timeOffset="80635.98">26951 4555 2043 0,'-11'-6'0'0,"6"5"0"0,4-2 0 0,1 1 0 0,0 1 0 0,0 1 0 0,6-1 375 0,11 1-173 0,1 0 32 0,3-3-99 0,3 3-49 0,1 0-25 0,2-2-376 0,-1 2 171 0,-4 0 90 0,1 0 45 0,-1 0-864 0</inkml:trace>
  <inkml:trace contextRef="#ctx0" brushRef="#br0" timeOffset="80884.69">26981 4773 1769 0,'-14'2'0'0,"5"4"0"0,4-3 0 0,3 1 0 0,2 0 0 0,0-1 0 0,2 1 0 0,12-4 298 0,5 1-130 0,2-1-21 0,1 0-56 0,1 0-27 94,4 0 10-94,-2-1-273 0,-2-3 118 0,0-2 59 0,0-1 29 0,-2 3-626 0,3-4 332 0</inkml:trace>
  <inkml:trace contextRef="#ctx0" brushRef="#br0" timeOffset="80975.53">27285 4513 903 0,'3'0'0'0,"-2"0"0"0,1 0 0 0,1 0 0 0,2 5 0 0,-1 8 0 0,4 6 193 0,-2 8-78 0,0 6 93 0,0 8-86 0,-3 3-43 0,1 7 10 0,-4-8-104 0,0-2 27 0,0-4-1 0,0-3 25 0,-6-7-40 0,1-5 49 0,0-11-8 0,2-6 24 0,0-5-24 0,2 0-1 0,1-12 9 0,0-10 19 15,1-2 1-15,6-7-29 0,5-3-116 0,4 0 49 0,4-8 38 0,-3 9-14 0,5-5-272 16,3 4 140-16,-3 2 74 0,6 1 28 0,2 0-220 15,-1 12 101-15,-2 4 67 0</inkml:trace>
  <inkml:trace contextRef="#ctx0" brushRef="#br0" timeOffset="81236.08">27896 4497 1194 0,'-8'-5'0'0,"-6"-4"0"0,4 6 0 0,-1 3 0 0,-3 0 0 0,0 0 0 0,-3 0 211 0,-1 8-79 0,4 5-52 0,0 2 303 0,0 3-173 0,4 3-87 16,-2-1-44-16,6 4 104 16,4-4-78-16,2 2-35 0,0-1 1 0,3-1 0 0,9-2-35 0,3 2 9 15,0-6-79-15,3 0 34 0,2-3 1 0,-3 0-129 16,1-3 82-16,1 2 50 0,-8-3-9 0,-3 3-176 16,1-4 71-16,-6 2 62 0,-1 2-13 15,-2 2-146-15,0-3 94 0,-14 1 16 16,-4-3-85-16,-2 4 72 0,-3-1 29 0,-2-3 8 15,2-4-84-15,1 0 61 0,2-3 29 0,4 0-338 16</inkml:trace>
  <inkml:trace contextRef="#ctx0" brushRef="#br0" timeOffset="81375.52">27971 4675 1567 0,'4'3'0'0,"2"0"0"0,-3 0 0 0,2 1 0 0,-3 1 0 0,0 4 0 0,2 3 0 0,-2-1 0 0,-1 1 227 0,1 2-95 0,0 2-47 0,0-1-382 0,0 0 167 16,-1 1 92-16,0-4 32 0,-1-1-583 0,0-2 298 16</inkml:trace>
  <inkml:trace contextRef="#ctx0" brushRef="#br0" timeOffset="82097.97">28105 4374 1713 0,'0'0'0'0,"0"0"0"0,1 0 0 0,-1 0 0 15,2 0 0-15,-2 5 0 0,2 2 0 0,0 4 0 0,0 3 0 0,-1 4 0 0,1 3 0 0,0 6 0 0,-1 3 76 0,1-1 1 0,-1 2-324 0,-1 1 141 16,1-3 71-16,1 2-237 0,-2-6 144 0,2-4 73 0,1-6 38 0,-2-1-92 78,1-5 58-78,-1-1-45 0,4-8 43 0,-1 0 13 0,3-2 3 0,2-10 1 0,1-2 174 0,1-4-96 0,3-2-35 0,0 1 0 0,0-4 71 0,4 3-32 16,0-2-30-16,4 1 35 0,-6 7-12 0,2 0 1 0,-3 4-1 0,1 6-11 0,-5 2-13 0,5 2 25 15,-9 0-19-15,-1 13 138 0,-4 9-68 0,0 3-34 47,-2 0 233-31,0 3-118-16,0 1-72 0,0-2-32 0,-2-6 30 0,-1 1-31 0,3-3 0 0,0-1-253 0,0-8 107 0,0-5 57 0,5-5 29 0,7 0-362 0,1-3 180 0,4-12 106 15,0-4 8-15,3-4-151 16,-1-2 51-16,2-2 68 0,0-1-94 0,3-1 66 0,-9 6 47 0,2 1 0 16,-3 4 214-16,-2 2-88 15,-4 6-45-15,-1-1 420 0,-1 9-227 0,-5 2-118 0,1 0-18 0,-1 2 394 0,1 12-181 0,-1 1-126 110,1 4-57-110,3-2 66 0,2 3-62 0,2-2-30 0,6 3 8 0,-3-8-23 0,5 1-17 0,1-3 0 0,2 1 0 0,3-9 1 0,4 3 8 15,-1-6-735-15,2 0 333 0,2-9 189 0,-2-4 26 0,2-4-314 0,0-1 201 0,-7-2 114 0,1-4 52 0,-5 3-69 0,-3-5 60 0,-2-2 31 0,1-7-9 0,-11 2 40 0,-3-2 0 0,-1-3-8 0,0 0 43 0,-1 2 0 0,-8-5-44 0,-2 9 127 16,1 3-58-16,-1 3-31 16,-4 5 1-16,3 3 218 0,-2-1-99 0,2 9-63 15,2 4 5-15,-1 2 225 31,2 1-109-31,-2 2-72 0,-2 0 39 0,4 1-56 0,-1 0-22 0,-1 1-1 0,-3 4-49 0,0 7-1 0,-1-3 37 0,2 2-20 16,-1 2 10-16,4 2 0 0,-2-1 1 0,0 1 147 16,1 4-64-16,3-3-47 0,2 2 0 0,4 0 155 15,2 0-97-15,0 0-47 0,0 3 53 16,0-3-54 0,3-1-24-16,10 1 0 0,2-3-15 0,2-1-8 0,5 3 10 0,3-8-90 0,-1 0 40 15,0-2 0-15,5-5 40 0,0 3-289 16,-1-5 139-16,-1 0 53 0,4-3 44 0,-3-6-760 15,1-2 370-15</inkml:trace>
  <inkml:trace contextRef="#ctx0" brushRef="#br0" timeOffset="98209.43">30249 4652 1560 0,'-11'-11'-6'0,"4"-2"1"0,1 3 0 0,-1-1 0 0,5 3 1 0,2-1 0 0,0 3 1 0,0-1 1 0,2 2 0 0,6 4 0 0,1-2 1 0,5 3 220 0,-1 4-87 16,3 11-43-16,-1 6 136 0,0 4-79 0,-1 4-56 15,-4 5 0-15,0 7-63 0,-5 0 17 0,-2 2 1 16,0 3-65-16,0-5 26 0,-3 1 1 0,0-1 38 15,-4-5-47-15,-3-2 1 0,-5-3 57 0,5-12 21 16,-1-6-14-16,1-8-24 0,1-5-33 0,1 0 143 16,5-15-69-16,0-17 1 0,1-7-38 0,15-8-46 15,-1 0 57-15,9-7 1 32,-2 7-64-32,-2 4 1 0,3 1 52 0,0 5 1 0,0 4-211 0,3 0 110 0,-7 15 32 0,1 6-506 15,-4 7 246-15,0 3 136 0,-2 2 31 0,4 5-271 16,-7 9 178-16,0 4 82 0</inkml:trace>
  <inkml:trace contextRef="#ctx0" brushRef="#br0" timeOffset="98514.72">30805 4708 786 0,'-2'-17'0'0,"0"4"0"0,2 2 0 0,0 1 0 0,-1 0 0 0,-1 0 97 0,-5 1-31 0,3 6-5 0,-2 1 171 0,-6 2-95 0,-2 0-47 15,1 10-1-15,-5 4 6 0,0 5-10 0,1 0-44 16,0 1 1-16,4 0 29 0,4-2 0 0,-2 0-19 16,6-4 96-16,5 0-53 0,0-1-26 0,0 0-1 15,3-2 47-15,9 4-26 0,-2-3-11 0,3 0 1 16,3 1-1-16,0 0-36 16,-2 4 10-16,-1 0-116 0,0-2 53 0,-5 2 26 15,0 3 0-15,-4-2-17 0,-1 7 10 0,-3-8 34 16,0 4-106-16,-7-1 29 31,-4-5 30-31,-6 1 0 0,0 0-21 0,0-8 0 0,-1 0-1 0,1-8-331 0,3 0 170 0,-1 0 84 0,2 0 22 0,10-12-371 16,3-3 205-16,0-4 103 0,6-3 52 0</inkml:trace>
  <inkml:trace contextRef="#ctx0" brushRef="#br0" timeOffset="98708.2">30936 4858 1853 0,'0'0'0'0,"-2"0"0"0,-1 0 0 0,0 2 0 0,0 3 0 0,1 1 0 0,1 4 0 0,0 1 144 0,1 3-51 0,-1 0 0 0,1 5 153 0,0-4-108 0,0 6-48 0,0-3-289 0,0 2 120 0,0-4 60 0,1 4 41 0,1-8-587 0,2 0 285 0,1-3 143 0,0-4 71 0,-2-4 35 0</inkml:trace>
  <inkml:trace contextRef="#ctx0" brushRef="#br0" timeOffset="98802.26">30973 4543 910 0,'0'-5'0'0,"0"1"0"0,0 1 0 0,0 3 0 0,0 0 0 16,7 0 80-16,1 5 0 0,2 7-47 0,2 0-243 0,-2 7 98 0,2 1 44 0,-1-1 5 0,2 4-203 0</inkml:trace>
  <inkml:trace contextRef="#ctx0" brushRef="#br0" timeOffset="99400.53">31091 4986 991 0,'-10'14'0'0,"1"1"0"16,2-1 0-16,0 3 0 0,1-2 0 0,2-3 0 0,2-1 0 0,2-3 178 0,0-4-67 0,0 2-35 0,0-4 10 0,2-2-82 16,6 0-1-16,3-1 39 0,1-9-47 15,3-4 1-15,4-2 56 0,-3-1-10 0,1-3-219 16,0-2 105-16,-2 2 51 0,2-3 1 0,-2 1-121 15,0 2 44-15,-5 2 50 16,2 3 3-16,-4 1 0 0,1 3-10 0,-2 3 26 0,-1 3-28 0,-4 5 29 16,-1 0-16-16,-1 10 502 15,0 6-212-15,0 8-118 0,0 0-30 0,-3 4 25 16,3-1-19-16,0-1-32 16,0 0-55-16,0-5-11 0,2-1 35 0,3-3 0 0,4-2 0 0,0-6-1 15,4 1 11-15,-2-6-296 0,1-4 126 0,3 0 72 16,-3-4 11-16,2-8-99 0,1-4 53 0,-4-2 38 15,1 1-4-15,-5-6-9 32,4 5 1-32,-5-4 0 0,3 2 60 0,-4 4 6 0,-2 2-42 0,-1 2 5 0,-1 7 125 0,-1-1-59 15,0 3-26-15,0 3 117 0,0 1-60 0,0 12-37 0,-1 6-4 0,-1 0 107 16,2 1-47-16,0 2-38 0,0-1 3 16,0-1 39-16,0-1-21 0,2 1 0 15,8-2 2-15,-2-4-33 0,3-3 1 0,2-3-2 16,0-4-68-16,3-4 34 0,1 0 5 0,-3 0-60 15,2-7 37-15,0-9 0 0,-1 0 32 16,-1-6-95 0,-1 1 45-16,-2-2-5 0,-4 0 27 0,1-4-71 0,-4 1 32 0,-1-2 1 15,-2-5 26-15,-1-1-48 0,0 0 28 0,0-5 1 16,-8-2-112-16,-5-7 46 0,-3 9 43 0,-3 2 1 16,-1 5-54-16,-3 12 30 0,-2 5-1 0,-2 5 205 15,5 10-75-15,1 0-46 0,1 14 1 0,5 5 328 16,5 2-171-16,0 1-69 0,10 0-47 0,0 1 247 15,0-2-130-15,9-3-29 0,3 2-26 0,4-3-20 16,3-4-11-16,2 0-159 0,0-5 64 0,5-1 32 16,-1 3 0-16,2-3-452 15,-1-4 234-15,1 1 89 0,-2-4 71 0,6 0-697 0</inkml:trace>
  <inkml:trace contextRef="#ctx0" brushRef="#br0" timeOffset="99556.66">31800 4792 1516 0,'-17'0'0'0,"3"0"0"0,3 3 0 0,11-3 0 0,0 0 0 0,4 0 0 0,9 0 0 0,-1 0 258 0,5 0-98 0,0 0-65 0,1 0 44 0,0 0-49 0,2 0 0 16,1 0-49-16,2 0-243 0,-3 0 116 0,0 0 64 16,2 2 31-16,-5 1-644 0,2 2 331 0</inkml:trace>
  <inkml:trace contextRef="#ctx0" brushRef="#br0" timeOffset="99780.32">31829 5004 1544 0,'-27'4'0'0,"7"5"0"0,9-6 0 0,5 3 0 0,6-5 0 0,6-1 0 0,8 0 125 0,3 0-42 0,-1 0-1 16,2 0-32-16,1 0-11 0,1 0 1 0,3 0 244 16,1 0-121-16,1-1-61 0,3-3-20 0,-6 2-59 109,1-3 18-109,2 1 0 0,-5 1 0 0,0-2-1153 0,2 0 533 0</inkml:trace>
  <inkml:trace contextRef="#ctx0" brushRef="#br0" timeOffset="100019.97">32089 4758 1195 0,'0'-9'0'0,"0"0"0"0,0 1 0 0,3 1 0 0,11 2 0 0,-4 2 0 0,4 0 0 0,4 1 267 0,0 2-118 0,-2 0-54 0,3 3 138 16,-3 11-95-16,-2 3-49 0,0 1 10 0,-2 3-94 15,-8 5-1-15,-2-1 37 0,-2 6 0 0,0 0-187 16,-12-1 88-16,-2-1 50 0,-6 2-124 0,-8-1 86 0,2-2 27 16,-7 5 36-16,7-12-122 0,-3 0 56 15,4-7-16-15,3-1 225 0,3-6-94 0,2 3-39 0,11-10-9 16,1 0 205-16,5 0-95 0,0 0-56 16,8 0 1-16,5-3 78 0,7 3-44 0,3-4-34 15,-1 1 63-15,3 1-48 0,0-1 1 0,4 3-38 16,-7-2-192-16,3 0 90 0,-1 2 47 0,-1-2-396 15,-2 0 200-15,2 2 118 0,-6-1 16 0,1 1-509 16,-4 0 252-16,-4-3 141 31,2 1 70-31,-2 1-147 0,-1-2 114 0,-4-3 52 0</inkml:trace>
  <inkml:trace contextRef="#ctx0" brushRef="#br0" timeOffset="100332.68">32388 4829 1639 0,'0'0'0'0,"0"-4"0"0,0 3 0 0,0-2 0 0,0 3 0 0,0 0 0 0,0 0 0 0,1 0 0 0,6 8 0 15,-2 4 275-15,5 3-118 0,-4 6-57 0,1 0-20 0,2 0-88 16,-2 2 49-16,-3 2 0 0,2-1-95 0,-4 2 48 16,1 0 10-16,-3-3 37 0,0-2 0 0,0 1 0 15,0-5 0-15,-2-2-136 0,-4-3 78 0,0-7-61 16,1-4 51-16,-1-1-9 125,3-4 42-125,-1-10-30 0,4-6 24 0,0-5 115 0,0-1-52 0,7-6-12 0,4 2-29 0,3-1 11 0,4-6-3 0,0 8 16 0,3-1-83 0,0 2 36 0,4 1-1 0,1 6-320 0,3-3 164 0,-3 9 63 0,-1 6 46 0,-2 5-471 0,-1 2 239 0,-3 2 121 0,3 2 49 0</inkml:trace>
  <inkml:trace contextRef="#ctx0" brushRef="#br0" timeOffset="100830.37">32894 4865 1010 0,'-12'-10'0'0,"4"2"0"0,2-3 0 0,-3 4 0 0,4-3 0 0,-3 0 89 0,2 6-11 0,1-2-37 0,-4 4 83 15,2 2-42-15,-2 0 11 0,0 10-52 0,-1 8 43 141,2 4-43-141,-1 2 0 0,-1 3-15 0,2 3 25 0,0-4-9 0,5 1-1 0,1 0 43 0,0-3-1 0,2-2-41 0,0 2-34 0,0-7-10 0,2-3 43 0,7-2 0 0,0-7-164 0,6-2 80 0,-4 0 28 0,5-3 5 0,0-3-157 0,1-8 76 0,1-4 49 0,-1-3-131 0,0-1 65 0,-3-1 27 0,1 1 30 0,-2 0-26 0,-5 4-1 0,3 0 16 0,-3 3 164 0,-2 0-65 0,-5 5-36 0,1 2 4 0,-2 3 83 0,0 2-47 15,0 0-38-15,-6 7 9 0,-1 6 120 0,0 4-48 0,-1-1-39 16,4 2 85-16,1 0-48 0,2-1-12 0,1-2 0 16,0 2 5-16,0-3-39 0,0-3 45 0,5 0-148 15,4-7 46-15,2-1 27 16,5-3-11-16,-1 0-5 0,2-7-13 0,3-5 55 125,-2-5-16-125,0-2-138 0,-2-1 56 0,0-1 37 0,-1-1-83 0,-1-2 52 0,-9 5 15 0,2 1 0 0,-5 1-11 0,-2 3 0 0,0-2 15 0,-5 7 57 0,-5 3-7 16,-5 3-33-1,-1 0-2-15,3 3 160 0,-1 0-75 0,2 0-35 16,0 3 16-16,5 4-4 0,0-2-7 0,2 2 0 0,0-1 5 0,2 0-30 0,3-1 50 0,0 1-96 0,0 0-145 0,0-3 95 0,0 2 48 0,0-1-278 0,3-1 142 0,2 0 78 0,-1-1 15 0,-1 0-181 0,-1 1 103 0</inkml:trace>
  <inkml:trace contextRef="#ctx0" brushRef="#br0" timeOffset="102069.84">33312 4904 830 0,'-2'-3'0'0,"1"0"0"0,-2-3 0 0,2 2 0 0,-1 0 0 0,0 1 0 0,1 0 0 0,-1-1 0 0,0 2 147 0,-1 1-53 0,0 0-26 0,-4 1 33 0,3 0-30 0,-4 0 10 0,1 0 26 0,2 2-32 0,-3 6-1 0,1 0-33 0,1 0 71 0,2 2-25 0,0 0-10 0,0 2-35 0,4-1 9 0,0 0-10 0,0 0 0 0,0 3-61 0,2-4 25 0,5 1 1 0,0 1 35 0,2 0-127 0,0 0 59 0,-2 0 42 0,2-1-86 0,-2 1 48 0,0 0 4 0,-4 0 1 0,-2 0-61 0,1 3 42 0,-2-1-1 0,0-2 0 0,-9 2 6 15,-2-2 21-15,-5 2-16 0,-2-2 42 0,0-1 0 16,-1-1-28-16,0-3 0 0,2-2-100 0,1-2 49 16,3 0-4-16,2-3 60 0,7 0-174 0,4-2 75 15,0-10 42-15,0-2-373 0</inkml:trace>
  <inkml:trace contextRef="#ctx0" brushRef="#br0" timeOffset="102452.28">33469 4919 1221 0,'-13'9'0'0,"6"6"0"0,-2 3 0 0,1 2 0 0,3 3 0 0,-1 2 0 0,2 4 121 0,-2 5-39 0,-1-1-1 0,3 0 180 0,1 1-100 0,3-9-65 0,0-5-10 0,0-3-44 0,7-5-1 0,2-4 0 0,5 1-32 0,-3-9-11 0,4 0 43 0,1-4 0 0,0-9-129 0,2-5 64 0,1-3 43 31,-2-3-197-31,-4 0 103 0,3-2 30 0,-3-1 33 0,-3-3-39 0,1 0 29 0,-8 1-60 0,-1 0 37 16,-2-1-33-16,0 1 31 0,0-1-53 0,-5-1-107 16,-6 8 73-16,-3 5 46 0,-2 3 0 0,-3 4 89 15,1 9-42-15,-1 0-11 0,2 2 11 0,2 4 626 125,1 13-265-125,5 3-157 0,0 2 219 0,2 2-160 0,7 0-95 0,0 2-43 16,0-2 0-16,4 0-43 0,8-6 0 0,3 5-313 0,3-8 151 0,5-5 81 0,3-3 41 0,6-3-334 0</inkml:trace>
  <inkml:trace contextRef="#ctx0" brushRef="#br0" timeOffset="106350.34">29942 6604 1678 0,'-4'-11'0'0,"1"-1"0"0,-1 1 0 0,1 0 0 0,0 1 0 0,1 2 0 0,0 4 0 0,-1-1 0 0,0 2 0 0,2 3 0 0,-2 0 0 0,0 5 292 0,1 13-127 0,-2 8-62 0,3 8 138 0,-2 7-101 0,0 10-41 0,0-1-34 0,3 1 52 0,0 1-39 0,0-3 0 0,0-2 84 0,3 4-52 0,3-10-40 16,4-8 0-16,5-4 21 0,2-5-25 0,3-9-1 0,3 0-17 0,2-15 4 16,-1 0-13-16,0-7 0 0,1-11-48 0,1-5 0 15,-2-4 58-15,-6-2-17 0,-1-3-99 0,-5-2 50 16,1-1 27-16,-4-4-73 16,-4 6 41-16,-3-2 2 15,-1-2 1-15,-1-1-167 0,0-2 93 0,-12-6 25 0,-2 3 31 0,-4 1-234 16,-3-2 120-16,-2 2 37 0,1 6-30 15,-2 0 42-15,4 13 37 0,2 5-1 0,0 9 104 0,2 6-39 16,5 3 0-16,-1 0 41 31,3 12-34-31,1 12-1 0,5 0-44 0,0 5 327 0,1 2-156 0,0 2-52 0,2-5-45 0,0-1 322 16,0 0-165-16,4-2-45 0,1-3-21 0,5 3-36 0,-1-9-90 0,2-3 0 31,1-1 0-31,3-2 0 16,3-6 0-16,1 1-283 0,1-5 127 0,1 0 96 0,0-2 48 0,0-4-347 0,5-5 180 0,1 1 31 15,-5 1-6-15,4-1-591 0,-1 2 353 0</inkml:trace>
  <inkml:trace contextRef="#ctx0" brushRef="#br0" timeOffset="106517.2">30421 6653 1567 0,'0'0'0'16,"-1"-3"0"-16,-1-2 0 0,2 4 0 0,2-2 0 0,12 2 314 0,-1-1-137 0,4 2-57 0,0-2 466 0,2 2-273 0,0-1-135 0,1 1-69 0,0 0 4 0,2 0-25 0,1 0-11 0,-3 0-36 0,1 0-426 16,-1 0 213-16,-2 3 107 0,1 3-893 0,-6 2 483 15</inkml:trace>
  <inkml:trace contextRef="#ctx0" brushRef="#br0" timeOffset="106667.79">30530 6870 1883 0,'-12'0'0'0,"4"0"0"0,4 0 0 0,2 0 0 0,2 0 0 0,0 0 0 0,2 5 0 0,7-5 365 0,5 2-162 16,-1-1-82-16,5-1 180 0,1 3-120 0,2-3-75 15,3 0-34-15,1 0-189 0,-2 1 78 0,3-1 40 16,3 2-727-16,-4-1 374 0,1 2 191 0</inkml:trace>
  <inkml:trace contextRef="#ctx0" brushRef="#br0" timeOffset="107261.47">31151 6668 1496 0,'0'-24'0'0,"0"1"0"0,0 1 0 0,0 1 0 0,0-4 0 0,0 10 0 0,-2 2 0 0,-8 3 0 0,-2 6 337 0,-2 1-148 0,-6 3-65 0,1 9 60 0,-1 11-73 15,-3 6-35-15,2 6 0 0,-1 4 64 0,-2 4-39 16,6 0-36-16,4 0 89 15,0 1-57-15,-1 1-28 0,8-6 0 0,-1 5 51 16,3-12-45-16,5-2 0 0,0-3-35 0,2-4-70 16,9-3 35-16,1 0 10 0,3-12-109 0,3-2 67 15,2-3 33-15,0 0 1 0,1-1 33 0,3-11-11 16,-4-4 8-16,-4-2-366 0,3-4 164 0,-3 0 53 16,0-2 51-16,3-3-126 0,-8 0 81 0,-1 0 15 31,1-3 25-31,-4 1 66 0,0-1 0 0,0 0-50 0,-5 8 161 0,-1 2-73 15,-1 6-37-15,0 7 7 0,0 2 113 0,-3 3-62 16,-4 2-38-16,0 9 192 0,-1 10-103 0,-2 3-20 16,4 2-36-16,-1 4 124 0,2 0-75 0,2-3-28 15,-2 1 0-15,4-5-65 16,-1 4 39-16,2-6-9 78,0-4-86-78,0-1 43 0,0-1 0 0,5-4 43 0,5-4-152 0,0-2 55 0,2-3 41 0,0-3 4 0,3-9-1 0,4-6-3 0,-1-2-6 0,0-1-182 0,0-3 97 0,1-2 27 0,1 2 32 16,0 1-16-16,4-1-25 0,-6 8 58 0,1 1 48 0,-3 6-4 0,1 1-44 0,-5 7-4 0,4 1 57 0,-7 0-20 31,-2 16 7-31,-5 7-2 0,-1 1 0 0,-1 4-14 0,0 1 10 0,0-3 21 0,-3 1 16 0,-2-5-48 16,-2-3 12-16,2-4 79 0,-1 0-37 0,2-9-1 0,0-3 53 0,1-3-44 15,1 0-13-15,2-12 0 0,0-2-33 0,0-6 11 16,5-2 12-16,7-4-164 0,-1 1 75 15,2-2 37 1,4-2 5-16,0 4-179 0,1 0 90 0,2 4 52 0,-1 3 4 0,2 3-530 16,4 3 260-16,-2 6 144 0,-3 3-469 0</inkml:trace>
  <inkml:trace contextRef="#ctx0" brushRef="#br0" timeOffset="107508.94">31853 6736 1148 0,'-10'-12'0'0,"1"-1"0"0,1 4 0 0,3-1 0 0,0-3 0 0,-4 2 0 0,2 1 73 0,-6 1 10 0,1 4-44 0,-1 2 277 0,-3 3-138 0,-2 0-70 15,0 6-34-15,-2 9 75 0,3 5-60 0,4 4-24 32,0 4 102-32,2 6-64 0,4 0-32 0,1 5 10 0,4-3 121 0,2 3-81 15,0-2-41-15,6-4-6 0,7-1-1 0,4 3-23 16,5-11-11-16,-2-8-366 0,3-3 183 0,1-4 91 47,1-4 47-47,1-4-231 0,-2-1 90 0,-2-4 83 0,0-10-657 0,-2-3 341 0,0-4 170 0,3-2 75 0</inkml:trace>
  <inkml:trace contextRef="#ctx0" brushRef="#br0" timeOffset="107669.72">31943 6715 2285 0,'-12'-9'0'0,"3"2"0"0,5 4 0 16,4-1 0-16,0 3 0 0,10-2 0 0,5 0 0 0,3 0 0 0,4 3 265 0,1-3-117 0,-1 3-55 0,3 0 304 0,-3 0-179 0,3 0-89 0,1 0-35 0,-4 0-332 0,0 0 137 0,-1 0 69 0,-1 0-253 15,-3 0 161-15,2 0 91 0,-6 0 31 0,-6 0-647 0,0 0 265 16,-4 0 184-16,-1 0-424 16,-1 0 283-16</inkml:trace>
  <inkml:trace contextRef="#ctx0" brushRef="#br0" timeOffset="107827.28">32161 6428 1342 0,'-15'0'0'0,"3"0"0"0,-1 10 0 0,9 0 0 0,1 6 0 0,1 4 206 0,0 4-83 0,1 9-42 15,-6 5 10-15,1 3 241 0,1 1-146 16,-1 5-74-16,-1-2 20 0,2 1-46 0,1 6 10 0,4-16-57 16,0 0-100-16,0-7 51 0,6-3 24 0,6-6-567 15,3 2 304-15,0-12 139 16,1-2 74-16</inkml:trace>
  <inkml:trace contextRef="#ctx0" brushRef="#br0" timeOffset="108241.43">32392 6788 1471 0,'0'-18'0'0,"0"0"0"0,0 2 0 0,0-2 0 0,0-1 0 0,0-3-3 0,0 6 0 0,0 0 0 0,0 4 248 0,0-1-105 0,-3 4-52 0,-4-2 33 15,-1 8-47-15,-1 2 1 0,-1 1-37 0,-3 1 3 16,-1 14-3-16,-2 4 10 0,1 3-49 16,-2 4-1-16,2 6 41 0,0 2-1 0,3 3 103 0,-2 4-41 15,7-5-36-15,-1 0 73 0,7-3-50 0,1-5-24 47,0 0 1-47,0 3-57 0,1-11-9 0,10-3 41 0,4-4-1 0,0-4-137 0,5-9 69 0,4 3 43 94,-2-3-9-94,-2-6 35 0,2-12 0 0,-2 0-1 0,-2-6-517 0,3 1 231 0,-6-1 85 0,-3-4 69 0,-1-1-14 16,-2 0 35-16,-1 0 8 0,-3-3 111 0,-3 8-37 0,-2 2-1 0,0 3-46 0,0 7 118 0,-5 1-50 0,-2 3-40 0,-5 7 271 0,4 1-134 0,-3 7-40 0,3 6-41 0,1 4 22 0,2 3-23 0,2 3 41 0,-1 0-29 0,4 3 43 0,0-2-31 0,0 2 10 15,0-5-316-15,0 0 132 0,4 2 66 16,1-5 24-16,1-1-180 0,6 2 78 0,-5-5 59 15,3-1-13-15,1-6-431 0,2-2 231 0,-1-3 117 16,3-2-364-16,-4 0 245 0</inkml:trace>
  <inkml:trace contextRef="#ctx0" brushRef="#br0" timeOffset="108579.36">32645 6686 1476 0,'-5'-9'0'0,"0"3"0"0,3 5 0 0,2 1 0 0,0 0 0 0,0 0 0 0,0 9 0 0,2 7 0 0,0 4 188 0,0 1-82 0,-2 4-42 0,0 0 169 16,0 4-87-16,0-3-59 0,0-2-24 0,0 1-20 16,0-1-5-16,-4-2 1 0,2-2-88 0,0-6 39 15,1-5 25-15,1-2-1 0,0-4-55 0,0-3 39 16,0 0 11-16,3-12-48 0,6-9 33 0,2-1-10 16,2-5 0-16,3 1 69 0,1-3-40 0,0 4-17 15,1 1 79-15,-2 3-29 0,0 3-1 0,2-1-15 16,-4 8 44-16,1 5-17 15,-5 5-1-15,3 1 119 0,-6 0-69 0,1 13-21 16,-7 9-9-16,1 6 115 78,-2 2-76-78,-2 3-38 0,-7-2-1 0,1 3-92 0,-4-5 23 0,4-3-1 0,-3-2-210 0,2-3 122 0,1-2 60 0,1 0 40 16,3-9-245-16,0-2 101 0,2-4 73 0,-1-2-637 0,3-2 326 0,0 0 152 0,0 0 92 0,5-9-371 0,6-5 226 0,2-6 113 0</inkml:trace>
  <inkml:trace contextRef="#ctx0" brushRef="#br0" timeOffset="108870.7">33055 6590 1939 0,'0'-3'0'0,"-5"-3"0"0,5 0 0 0,0 4 0 0,5-1 0 0,14 1 0 0,4 0 64 0,2 0-25 0,0 2 9 15,0 0 75-15,-2 4-43 16,-3 7 1-16,-1 6-11 15,-6 3 1-15,1 5-22 0,-8 2-11 0,-3 4-26 0,-3 0 0 0,0 3 26 16,-8 0 1-16,-9 4-103 0,-6-4 47 0,-3 2 28 0,-9-4-63 16,-1 0 45-16,-5-2 8 0,5-7-6 0,1-6 118 0,1-4-45 31,7-4 0-31,3-5 192 0,3 1-104 0,12-5-65 0,7 0-18 0,2-2 89 0,0-5-62 0,14 2-31 16,7 1 10-16,5 1 43 15,8 1-122-15,3 1 0 0,4 1 0 0,4 0 0 16,7 0 0-16,-6 0 0 0,1 0 0 0,-1 1 0 15,3 3 0-15,-6-3-232 0,6 2-90 0,-18-3 169 16,-3 1 35-16,-8-1-428 0,-3 0 245 16</inkml:trace>
  <inkml:trace contextRef="#ctx0" brushRef="#br0" timeOffset="113581.76">10898 8785 2232 0,'-8'-7'0'0,"2"1"0"0,0 2 0 0,4 4 0 0,2 0 0 0,0 0 0 0,5 0 0 0,10 0 0 0,5 0 660 0,6 2-302 0,3 0-165 0,8-1-78 0,-1-1 258 0,4 0-373 0,0 0 0 0,10 0 0 0,-4 0 0 0,-3-1 0 0,3-3 0 0,-3-3 0 0,-2 3 0 0,1 0 0 0,-14 0 0 31,-4 1 0-31,-9 1 0 0,-5 1 0 0,-7-2-489 0,0 3 105 0,-3 0 99 0,-6 0 126 16,-10 0-574-16,-2 0 347 0,-6 3 175 78,-4 0-426-78</inkml:trace>
  <inkml:trace contextRef="#ctx0" brushRef="#br0" timeOffset="113710.8">10950 8779 1381 0,'-13'9'0'0,"6"5"0"0,1 10 0 0,6-3 0 0,2 6 0 0,9 9 0 0,9 4 752 0,0 5-357 0,4 11-169 0,-2-5 209 0,-2 5-199 0,-4 4-99 0,-4 3-49 0,-4 9 193 15,-7-11-281-15,-1-1 0 0,-3 1 0 0,-7-3 0 0,-6-5 0 0,-3 2 0 16,2-16 0-16,-3-5-326 0,-2-7 116 0,2-5 123 16,-1-7-488-16,-5-6 221 15,7-9 171-15,0 0-190 0,2-20 167 0,3-8 84 16,5-8 43-16,-1-13-419 0</inkml:trace>
  <inkml:trace contextRef="#ctx0" brushRef="#br0" timeOffset="114180.63">11283 8874 1615 0,'0'0'0'0,"0"0"0"0,0 5 0 0,0 2 0 0,0 5 0 0,-2 3 0 0,-7 7 332 0,-2 4-148 0,-2 5-73 16,-2 1 210-16,2 2-133 0,-2-2-79 0,5-3-36 15,2-3-35-15,3-2 0 0,4-3-1 0,1 0-70 16,0-7 30-16,1-7 0 0,6 0 41 0,5-4-330 16,-3-1 164-1,3-2 93-15,-3 0-504 0,1 0 265 0,-3 0 57 0,0-5 90 0,-3-2-210 0,0 2 141 16,-3-4 83-16,-1-1-77 31,0-1 75-31,0 0 39 0,0-3-9 0,0 0 155 0,-1 1-54 0,-1 0-26 0,2 0-1 0,0 0 125 16,0-3-85-16,0 2-29 0,6 1 416 0,6 1-222 62,4 0-50-62,0 0-76 0,7 0 357 0,-1 5-198 0,5 4-95 0,2 2 70 0,1 1-83 0,-1 1-40 0,4 11 9 0,-8 3-111 0,-3 4 30 0,-7-1 0 0,-3 6 31 0,-4-2-93 16,-3 3 56-16,-5-1-9 0,0-4-194 0,-12-1 120 16,-3-2 40-16,-5-5 37 0,-6 0-349 0,4-4 172 15,-3-3 36-15,-1-5-131 0,-1 0 120 0,3 0 59 16,-4 0 21-16,5 0-44 15,3-3 42-15,0-4 0 0,6 1 41 0,4-2 152 0,-3 2-86 0,10-1-28 16,3 1 158-16,0-2-97 0,0 2-50 0,12-3-24 16,2 0 385-16,8 1-188 0,1 0-46 0,-1-1 56 15,5 1-68-15,-3 2-44 0,3-3 9 0,-5 3-414 16,1 4 180-16,-3-1 91 16,-1 1 44-16,0 2-613 0,-2 0 290 0</inkml:trace>
  <inkml:trace contextRef="#ctx0" brushRef="#br0" timeOffset="114433.5">11381 9249 885 0,'-11'3'0'0,"0"-1"0"15,2 1 0-15,4-3 0 0,3 2 0 0,2-2 0 0,0 0 95 0,4 0-29 0,7 0 10 16,5 0 132-16,-1 0-85 0,2-2-43 0,-1 1-100 16,1-3 29-16,0 3 10 0,-3-1 19 0,-2 0-277 15,-1 2 138-15,-3 0 70 0,0 0 34 0,-2 0-170 16,-3 0 93-16,0 0-17 0,-3 4 116 0</inkml:trace>
  <inkml:trace contextRef="#ctx0" brushRef="#br0" timeOffset="114598.86">11521 9256 894 0,'0'7'-18'0,"-4"-2"-67"0,-4 6 213 0,-2-1-90 0,0 1-32 0,0 2 9 0,2 1 329 0,2 4-137 0,-1-2-97 0,3 3 194 0,1 0-133 0,3-2-66 0,0 7-34 0,-2-3 9 0,2 0-42 0,0 1-1 0,0 0 45 0,0-4 0 0,0 2-44 0,0 1-31 0,0-6-9 0,0-3 40 0,0-2 0 15,-3 0-128-15,0-6 64 0,-1-1 41 0,-1-3-9 0,-3 0-248 0,2-5 126 0,-2-7 31 0,0-2 42 0,-2-4-209 0,2-1 115 0,-2 0 26 16,0-1 16-16,-1 0 29 16,-1 1-10-16,3 4 38 0,-2 1 183 0,4 7-91 15,-4 0-46-15,2 3 145 0,-1 3-104 0,0 1-23 0,0 1-28 0,1 13 424 78,-2 4-206-78,0 3-57 0,-1 3-60 0,2 3 44 0,2-1-53 0,0-1-26 0,3 0-366 0,2-3 170 0,3-2 94 0,0-5-733 0,0-5 388 0,11-4 168 0</inkml:trace>
  <inkml:trace contextRef="#ctx0" brushRef="#br0" timeOffset="114733.03">11623 9529 1232 0,'1'6'0'0,"4"-2"0"0,-2 1 0 0,0 3 0 0,0 1 446 0,2-1-204 0,-2 1-102 0,1 3-42 0,0-2 78 0,-1-2-69 0,1 2-36 0,0-4-474 0,-1 2 216 15,3-4 115-15,-1-4-693 16,-1 0 364-16</inkml:trace>
  <inkml:trace contextRef="#ctx0" brushRef="#br0" timeOffset="114883.94">11913 9108 1802 0,'13'-6'0'0,"0"1"0"0,5-2 0 0,1 0 0 0,2-1 0 16,3-2 0-16,0 1 0 0,-4 2 309 0,4 0-140 0,-1 0-70 0,0 3-167 0,2-3 60 0,-6 5 17 0,0-1-625 0,-5 3 327 0,-4 0 163 0</inkml:trace>
  <inkml:trace contextRef="#ctx0" brushRef="#br0" timeOffset="115275.81">11956 9321 724 0,'-7'13'0'0,"-1"1"0"0,4 1 0 16,3 2 0-16,1-3 0 0,0 3 501 0,0 0-232 0,0 1-107 0,0-1-67 0,1-1 244 16,1 1-151-16,0-2-76 15,-1 0-32-15,1-1 10 0,1-4-53 0,-3-1-83 16,0-4 42-16,0-5-1 0,0 0 42 0,0 0-142 16,0 0 67-16,2-15 37 0,-2-7 0 0,5-6-237 15,2-4 139-15,0-6-3 0,1-3 54 0,1-2-351 16,-2-7 180-16,2-4 92 0,2-10-82 0,-5 4 91 15,2-6 40-15,-1-9-153 0,0-8 98 0,-1-1 47 32,1-5 16-32,-4 26 159 0,-2 12-64 0,-1 17-30 0,0 17-1 0,0 12 491 15,0 5-270-15,-3 7-121 0,-3 25-66 0,2 6 545 16,0 10-269-16,4 6-127 0,0 11 272 0,0 3-211 16,6 6-100-16,4 4 61 0,2 2-81 0,2-2-41 15,0 13 10-15,7-20-16 0,1 0-1 0,2-4-33 16,0-4 0-16,1-6-403 15,1 2 210-15,-7-16 93 0,-3-6 49 0,-3-10-470 0,-3-6 252 0,-4-10 49 16,-3-4-332-16,-1-7 243 0,-2-7 118 0,0-14-61 31,0-9 89-31,0-10 45 0,0-8-10 0,-3-2-234 0</inkml:trace>
  <inkml:trace contextRef="#ctx0" brushRef="#br0" timeOffset="115398.67">12258 8690 1594 0,'0'-11'0'0,"-1"4"0"0,0 1 0 0,1 6 0 0,0 0 0 0,0 1 0 0,0 11 0 0,1 2 659 0,5 0-316 0,4 1-152 0,0 2-78 0,1 0 35 16,0-1-55-16,3 3-19 0,-1-1-683 0,0-1 323 15,0 1 162-15</inkml:trace>
  <inkml:trace contextRef="#ctx0" brushRef="#br0" timeOffset="115753.06">12733 9072 2498 0,'-10'-5'0'0,"5"1"0"0,3 2 0 0,2 1 0 0,0 1 0 0,2 0 0 0,13 0 396 0,4 1-180 0,2 3-90 16,3-2 346-16,0 0-249 0,3 1-223 0,-3-2 0 15,3 1 0-15,0-1 0 16,0-1 0-16,-2 0-714 0,-5 0 365 0,3 2 193 0,-4-2 95 0</inkml:trace>
  <inkml:trace contextRef="#ctx0" brushRef="#br0" timeOffset="115918.35">12768 9396 2423 0,'-6'0'0'0,"1"0"0"0,5 3 0 0,0-3 0 0,0 3 0 0,5 2 0 0,12-1 0 0,4 0 1032 0,6 0-556 0,4-1-476 16,2 1 0-16,-4-2 0 15,1-1 0-15,-1 3 0 0,-3-2 0 0,0 0 0 16,3 1 0-16,-9-3-31 0,-5 0-722 0</inkml:trace>
  <inkml:trace contextRef="#ctx0" brushRef="#br0" timeOffset="118211.07">13910 9053 1287 0,'0'-29'0'0,"-2"-5"0"0,-3 7 0 0,-1 0 0 0,0 0 0 0,-5-2 0 0,3 2 0 0,-4-3 0 0,0 6 185 0,1 4-73 0,-5 2 181 31,4 4-128-31,-4 5-63 0,0 0-23 0,1 6 137 0,2 3-89 0,-5 5-45 0,4 10 1 0,-3 7 15 16,-1 9-21-16,3 7-9 0,4 5-30 0,3 9 118 15,-1 2-59-15,6 5-29 0,2 10 126 0,1-9-82 16,0 5-37-16,0 3 81 0,2 3-95 0,7 3-61 15,2 13 0-15,-1-15 0 16,2-1 0-16,-2-6 0 0,-2-1 0 0,-5-4 0 16,-2 5 0-16,-1-19 0 0,-1-2 0 0,-14-5 0 15,-1-5 0-15,-4-4 0 0,-4 2 0 0,2-17 0 16,-1-5 0-16,2-8 0 0,0-2-118 0,4 0 41 16,-1 0 22-16,6-7-621 0,6-7 320 0,4-2 159 15,2-2 79-15,2-2-284 0,11-4 173 0,5 4 100 16</inkml:trace>
  <inkml:trace contextRef="#ctx0" brushRef="#br0" timeOffset="118410.78">13971 9897 1806 0,'10'0'0'0,"-3"0"0"0,5 2 0 0,2-2 0 0,4 0 0 0,2 1 0 0,1-1 442 0,7 3-202 0,4-3 521 15,6 0-361-15,5 0-172 16,0 0-174-16,1 0-54 0,1 0 0 0,-1 1 0 15,-2-1 0-15,6 2 0 0,-12-1 0 0,-5-1 0 16,-3 0 0-16,-3 3 0 16,-8-3 0-16,-1 2 0 31,-11 1 0-31,-4 1 0 0</inkml:trace>
  <inkml:trace contextRef="#ctx0" brushRef="#br0" timeOffset="118655.24">14370 9895 1618 0,'-11'8'-1'0,"0"-1"-1"0,0 4 1 0,1 0-1 0,-1 5 0 0,1 1 1 0,2 6-1 0,-2 0 249 0,-2 2-106 16,0 1-53-16,-4 4 97 0,2-4-80 0,-1-1-34 0,-1-4 0 0,-1 1 53 15,-1-2-34-15,5-11-9 0,3-2 44 0,4-3-43 125,3-1-1-125,1-3 203 0,2 0-115 0,0 0-70 0,6 0-31 16,10 0 137-16,6-3-197 0,3-1-8 0,6 4 0 0,-1-3 0 0,2 2 0 0,1 1 0 0,1 0 0 0,-2 0 0 0,5 0 0 0,-7 0 0 0,-2 0-412 0,-1 1 63 0,-3 2 180 0,-2 0-391 0,0 1 252 0,-10-4 139 0,-4 3 66 0,-3-3-570 0,-5 0 317 0,0 0 160 0</inkml:trace>
  <inkml:trace contextRef="#ctx0" brushRef="#br0" timeOffset="118806.42">14446 10028 1031 0,'0'-4'0'0,"-2"1"0"0,-1 1 0 0,0-1 0 0,0 3 0 0,0 0 0 0,2 3 525 0,1 11-243 0,0 4-125 0,0 6-60 0,0 4 385 16,0 6-214-16,1 4-122 16,3 1 95-16,0 3-103 0,-1 2-51 0,-2 3-325 15,1 0 147-15,-1-6 58 0,1-6 35 0,-2-2-268 16,0-5 152-16,0 2 83 0,0-15 30 0,0-9-767 16,-2-1 382-16,-4-5 91 0</inkml:trace>
  <inkml:trace contextRef="#ctx0" brushRef="#br0" timeOffset="119013.43">14159 9464 2063 0,'-6'-11'0'0,"-3"-2"0"0,5 6 0 0,4 2 0 0,0-3 0 0,7-1 0 0,13 5 0 0,5-1 492 0,7 2-228 0,4 0-114 16,3-1-57-16,6 4 272 0,-6-4-169 0,2 3-79 15,-2 1-326-15,0 0 123 0,-3 0 61 0,1 7-642 16,-15 1 347-16,-6 1 179 0,-4 3 88 16,-5 0-746-16,-7-1 332 0,0 4 206 15</inkml:trace>
  <inkml:trace contextRef="#ctx0" brushRef="#br0" timeOffset="119153.67">14279 9426 1017 0,'-9'5'0'0,"1"7"0"0,2 2 0 0,-2 3 0 0,3 5 0 0,1 4 0 0,1 1 233 0,1 0-99 0,0 5-49 0,2-1 74 0,0-1-62 16,0 5-21-16,0-11-364 15,0 0 162-15,5-4 81 0,3-2 41 0</inkml:trace>
  <inkml:trace contextRef="#ctx0" brushRef="#br0" timeOffset="119296.45">14457 9496 1005 0,'0'0'0'0,"2"0"0"0,-1 2 0 0,-1-1 0 0,2 6 0 0,-1-1 795 16,2 8-379-16,-2 0-190 0,3 7 149 0,-3 4-174 15,2 4-82-15,0 2-42 0,-2 3-175 0,0 0 67 16,1 4 43-16,-1-7-861 0,1 0 441 0</inkml:trace>
  <inkml:trace contextRef="#ctx0" brushRef="#br0" timeOffset="120103.86">14224 8599 834 0,'-5'-20'0'0,"0"-2"0"0,2 5 0 0,-2-2 0 0,0 1 0 0,-1 1 0 0,-3-1 0 0,1 6 139 0,-2 0-51 0,0 6 14 0,-1 1-33 16,-3 5 1-16,-2 0-25 0,0 10-30 0,-1 9 21 0,0 5 1 0,0 8-1 0,-1 5 3 0,2 2 7 0,2-1-10 0,4-3 54 0,2 3-27 0,5-4 0 0,3-3-26 0,-4 1 47 0,4-8-9 0,0-6-39 0,6-2-41 16,7-8 0-16,-1-2 41 31,2-6 10-31,1 0-48 0,0 0 0 0,-1-13 38 0,1-4 1 0,-1-1-106 0,-1-3 49 0,-2-2 20 16,-2-1-128-16,0 2 70 0,-1-3 18 0,0 2 22 0,3-4-49 0,-4 5 30 15,-2 1 4-15,0 1 54 0,0 1-6 0,-1 5-27 16,-1-1-9-16,-1 8 119 0,-2 6-50 0,0 1-27 15,0 0 9-15,0 15 70 0,-3 4-35 0,-5 6-30 16,2 1 165-16,1 1-87 0,0-2-23 0,4-1-28 31,-1-1-14-31,2-3-11 0,0-5-1 0,0-2-111 0,2-2 55 0,4-5 29 0,7-3 9 0,1-3-165 16,3-3 81-16,3-14 44 0,2-3 6 0,0-3-86 31,3-3 28-31,-4 0 37 0,1 2-24 0,-3 1-34 0,1 4 14 0,2 0 20 0,-6 8 116 0,-1 2-41 16,-2 7-12-16,-1 2 148 15,-3 0-80-15,1 11-47 0,-5 7-4 0,-4 3 101 16,1 6-47-16,-2-1-33 0,0 1 6 0,0 0-22 16,-3-2 13-16,-2-5-13 0,-1 0-9 0,1-8 12 15,0 0 11-15,-2-2-1 0,4-9 11 0,-2-1-20 16,0 0-8-16,3-6 36 0,1-11-33 16,1-4 10-16,0 0-16 0,0-5-89 0,1-2 45 0,7-1 23 15,0-1 4-15,4-1-243 16,0 7 119-16,1 0 63 0,3 0-184 0,-1 7 115 15,3 2 35-15,4 2-9 0,-4 10-434 0,3 3 250 0</inkml:trace>
  <inkml:trace contextRef="#ctx0" brushRef="#br0" timeOffset="120327.89">14871 8550 614 0,'-8'-10'0'0,"-4"1"0"15,4 2 0-15,-4-2 0 0,-1 4 0 0,0-1 445 0,0 5-208 0,0 1-101 16,-1 0 191-16,0 12-146 0,-3 4-63 0,6 3-45 16,2 3 68-16,-2 5-53 0,6 1-25 0,2 2 117 47,2 1-62-47,1-3-46 0,0 0 1 0,8-2-77 0,5-2 40 0,5-2 1 0,3 1 9 0,3-8-335 0,2-5 163 0,-4-3 81 15,5-4-545-15,-4-3 265 0,3 0 155 0,-6 0 24 0,-2-10-228 0</inkml:trace>
  <inkml:trace contextRef="#ctx0" brushRef="#br0" timeOffset="120515.43">14986 8524 969 0,'0'0'0'0,"-1"-6"0"0,-5 3 0 0,6 2 0 0,0-2 0 0,0 2 560 0,3-1-261 0,6 2-132 15,5 0-56-15,7 0 246 0,2 0-160 0,2 0-80 16,-2 0-215-16,4 0 67 0,1 0 43 0,-3 0-9 15,-1 0-512-15,-3 0 273 47,-1 0 136-47,-3 2-306 0,-1 2 208 0,-6-2 102 0,-3 0 51 0</inkml:trace>
  <inkml:trace contextRef="#ctx0" brushRef="#br0" timeOffset="120748.67">15158 8373 946 0,'-5'-7'0'0,"-1"2"0"0,1 5 0 0,1-3 0 0,-1 3 0 0,-1 0 0 0,3 12 0 0,0 4 398 0,1 8-181 0,-1 4-90 0,0 7 97 0,-2 3-84 0,2 2-57 0,-1 3-143 16,2 5 48-16,-1 0 24 0,3-2 1 0,0 3-402 15,0-8 208-15,0-7 109 0,1-3 55 0,8-7-272 110,1 0 96-110</inkml:trace>
  <inkml:trace contextRef="#ctx0" brushRef="#br0" timeOffset="121044.92">15400 8561 882 0,'0'-21'0'0,"-4"2"0"0,-2 2 0 0,0 2-1 0,-1 5 0 0,-3 4-1 0,0 6 435 0,-1 0-199 0,-2 0-100 0,-3 13 262 16,1 8-185-16,2 3-87 0,-1 2-43 0,4 3 120 0,1 3-73 0,3-5-50 15,3 1 0-15,3-2 14 16,0 1-27-16,0-4-1 0,0 1-46 0,2-6 18 0,5-3 1 0,2-1-1 15,1-5-227-15,2-1 113 16,-1-5 67-16,2-3-284 0,1 0 128 0,0-3 92 16,0-13-6-16,-2-3-191 0,4 2 91 0,-7-7 77 15,2 1 34-15,0-2 0 16,-3 0 0-16,0 1 34 0,2-4 76 0,-3 6-34 16,-3 0 0-16,-1 4 274 0,1 4-159 0,-3 4-78 0,-1 0-36 0,0 8 421 15,0 2-205-15,-5 9-102 16,-2 9 0-16,-4 6 140 0,5 7-103 0,-1-2-65 15,4 3-28-15,-2 0-1 0,4 1-28 0,1-5 1 16,0 7-101-16,0-12 46 16,1 2 27-16,6-5-430 0,1-4 228 0,2-3 96 15,3-1 70-15,-2-9-677 0,2-3 334 0,-1 0 167 0,2-9 83 0,-2-8-396 16,-2-4 231-16,0 1 129 16,-3-5 60-16</inkml:trace>
  <inkml:trace contextRef="#ctx0" brushRef="#br0" timeOffset="121361.18">15607 8579 1244 0,'3'-5'0'0,"-1"3"0"0,1-2 0 0,-2 1 0 0,4 0 0 0,-4 3 0 0,1 0 0 0,-1 12 0 0,-1 3 319 0,0 3-142 0,0 3-61 0,0 1 28 0,0 0-54 15,0-4-27-15,0 3 0 0,0-3-53 0,0 2 35 16,0-8-9-16,0 0-58 0,0-3 28 0,0-3 1 16,2-3 29-16,0-3-18 0,1 0-10 0,0-3 28 15,3-11 1-15,2-2-77 0,-1-3 36 0,4-1-2 16,-1-3-68-16,4 0 37 0,0 1 24 0,1 3-12 15,0 1 99-15,3 2-31 16,-2 4-2-16,-1 5 67 0,0 5-47 0,2 2-21 16,-5 0 0-16,4 14 253 15,-7 5-133-15,-3 8-60 0,0 1-31 0,-3 3 98 0,1 2-65 0,-1-1-24 16,-2-2-159-16,1 0 59 0,-2-6 29 0,0 0-445 16,0-4 237-16,1 0 128 0,1-11 50 0,-2-4-389 15,2-1 205-15,-1-4 45 0,1 0 71 0,1 0-617 16,1-2 340-16</inkml:trace>
  <inkml:trace contextRef="#ctx0" brushRef="#br0" timeOffset="121627.66">15996 8508 2978 0,'5'-9'0'0,"0"-1"0"0,4 0 0 0,-1 1 0 0,1 4 0 16,5 1 0-16,0 0 0 0,3 3 0 0,4 1 0 0,-1 0 0 0,1 6 0 0,-2 5 0 0,0 6 0 0,-3 3 0 0,-1 3 0 0,-8 1 0 0,-4 3 0 0,-3 2 0 0,0 0 115 0,-5 1-158 0,-8 1 48 0,-7-5-9 0,-3-1 6 0,-4-5-1 0,2 0 35 0,-1-8 1 0,-4 2 154 0,7-8-83 0,3-4-42 0,4-2 220 0,2 0-133 0,6 0-153 0,0 0 0 0,8 0 0 0,0-2 0 0,10-3 0 0,11-1 0 0,7 2 0 0,5 2 0 0,4-2 0 0,-2 1 0 0,4 3 0 0,5 0 0 0,1 0-307 47,6 7-150-47,-6 0 233 0,2 3 55 0</inkml:trace>
  <inkml:trace contextRef="#ctx0" brushRef="#br0" timeOffset="122464.47">16584 9542 692 0,'-13'-15'0'0,"2"0"0"0,-3-1 0 0,5 5 0 0,-3-3 0 0,-1 4 0 0,0 2 455 0,-2 5-209 0,-3 0-96 16,3 3-61-16,-4 8 101 0,2 13-76 0,-3 9-39 15,3 6 0-15,-4 7 23 0,6 0-36 0,6 4 1 16,4-3 57-16,4 0-41 0,1-1 9 0,0-8-9 15,12-7-42-15,8-4 0 16,2-7-1-16,2-8-63 0,2-4 41 0,1-5-10 16,-3-9 33-16,3-13-154 31,-2-7 76-31,-2-3 37 0,5-10 9 0,-6 1-317 0,-2-4 158 0,-1-3 50 0,-1-3-169 0,-3-4 103 0,3-9 57 0,-6 4 19 16,-5-3 29-16,-3-2-1 0,-2-1 30 0,0 3 40 15,-2-5-50-15,0 23 9 16,0 6 0-16,-5 15 49 0,-4 12-24 0,1 12 0 31,-6 3-34-31,0 28 263 0,2 14-123 0,-4 9-32 0,4 6 252 0,2 8-132 16,-2 11-81-16,4-8 192 0,5 0-129 0,1 1-63 0,2-6-32 0,0 1 113 15,2 5-63-15,9-19-46 0,7-11 0 0,0-9-74 16,2-11 37-16,0-6 1 0,1-7 9 0,-3-9-248 16,-1-11 120-16,-1-14 59 0,1-7-255 0,-3-1 133 15,4-7 50-15,-6 1-205 0,1 1 114 16,0-3 76-16,0 0 39 0,0 1-21 15,2-3 19-15,-5 14 9 0,-2 4 27 0,-1 7 141 16,-4 5-71-16,0 6-44 0,-3 7 10 0,0 12 171 16,0 12-99-16,-2 8-52 0,-2 2 354 0,0 7-181 15,3-2-53-15,1-1 52 0,0-1-77 0,0-3-39 47,6-2 0-47,8-2-73 0,0-9-9 0,6-7 44 0,0-7 0 0,4-4-184 0,0-3 92 0,3-3 55 16,-6-15-99-16,-3-6-54 0,-1-3 55 0,-4 0 55 15,-4-5-119-15,0-3 68 0,-6 2 4 0,-3-1 30 0,0-4-10 0,0 0 0 16,-9-3 33-16,-7-7-9 0,-3 7 10 0,2 3-1 16,-7 4 0-16,0 4 0 15,2 8 0-15,-4 3-8 0,5 15 8 0,3 4 0 16,1 0 18-16,2 16-16 0,4 6 719 0,3 3-327 0,6 3-159 0,2 1 10 16,0-2-84-16,10 2-44 15,7-4 0-15,2 0-213 0,2-5 80 0,4-3 45 16,0-5 0-16,0 0-292 0,3-2 159 0,5 0 89 15</inkml:trace>
  <inkml:trace contextRef="#ctx0" brushRef="#br0" timeOffset="122936.96">17894 8898 944 0,'-11'-30'0'0,"0"-5"0"0,2 11 0 0,1-3 0 0,0-1 0 0,-2 0 0 0,-2 5 0 0,-1-2 0 0,1 12 240 109,0 7-103-109,-1 2-50 0,-1 4-26 0,0 0 139 0,-1 6-74 0,2 11-49 0,-1 4-1 0,3 6 121 0,2 5-80 0,-2 7-41 0,2 14 9 0,5-2-50 0,-2 5 1 0,4 11 363 0,0 2-181 0,-1 15-83 0,3-10-54 0,0 9 244 0,0 9-145 0,0 2-81 0,0 4-99 0,0 10 0 0,0-20 0 0,-2-7 0 0,-6 1 0 0,-3-8 0 0,-3-8 0 0,-2 5 0 16,0-27 0-16,-5-6 0 0,1-7 0 0,-2-8 0 16,1-8 0-16,-5-7 0 0,3-8 0 0,0 0 0 15,-1-12 0-15,1-5 0 16,3-2 0-16,-2-7-393 31,9 0-82-31,-1-3 220 0</inkml:trace>
  <inkml:trace contextRef="#ctx0" brushRef="#br0" timeOffset="128128.98">3798 11747 497 0,'0'0'-1'0,"0"0"1"0,0 0-1 0,-1 0 0 0,1 0 1 0,-3 0-1 0,3 0 31 0,-1 0 1 0,1 0 0 0,-2 0-1 0,0 0 8 0,2 0-7 0,-1 0 23 0,1 0-23 0,-2 0 0 0,2 0 1 0,-1 1 25 16,0-1-25-16,1 0 1 0,0 0 0 0,-1 0-35 15,1 0 0-15,0 0 40 0,0 0-64 0,0 3 54 16,0-3 1-16,0 0-30 0,0 0 35 0,0 0-14 16,0 0 6-16,0 0-42 15,0 0-1-15,0 0 29 0,1 0 12 0,0 0-53 16,2 0-1-16,-2 0 37 0,3 0 6 0,0 0-34 16,-1 0 2-16,0 0 21 0,-1 0-26 0,2 0 26 15,-2 0 3-15,1 0 20 16,1 0-21-16,0 0-3 0,-2 0 2 0,-1-3 18 0,3 2-18 0,-1-1 0 15,1 1 1-15,-2 0 30 0,2 0 0 0,-2-2-24 16,-1 0-3-16,3 2 32 0,-1-2-27 0,-2 0 4 16,4 0-1-16,-4-1-1 0,1 3-2 0,0-2 4 15,1-1 0-15,0 1-3 0,0 0 0 0,1-1-3 16,-1 0 3-16,-1 0 0 16,0-2 1-16,1 2-28 0,0-3 26 0,2 4-3 15,-1-6 2-15,-2 3-6 0,4-3 8 0,-3 0-3 16,2 2-3-16,-1-4 3 15,-1 4 0-15,1-3 17 0,-1 3-15 0,3-1-2 0,-2 0 0 0,-1 2-37 16,0-1 37-16,0 2-1 0,3-2 3 0,-3 1-21 16,-1 0 18-16,2 1 0 0,-1-1-3 0,3-1-39 31,-1 0 38-31,-1 2 1 0,-1-3-25 0,3 2 23 16,-1-2-5-16,1-1 34 0,-1 0-31 0,0 2 1 0,-1-1-3 0,2-1 54 31,0-1-49-31,2 1 1 0,-3 0 1 0,0 1 12 0,2 0-9 0,-1-2-4 0,-1 2 8 0,4-2-8 15,-4 1 7-15,4 0-4 0,-3 0-40 0,1-2 39 16,2 2 1-16,1-3-39 0,-2 0 35 0,1 1 1 16,3-3-4-16,-2 0-21 0,2-3 21 0,3 0 1 15,-3 1-5-15,3-2-1 16,-1-1 0-16,1-1 4 0,-2 2-4 0,6-4 30 78,-3 1-27-78,1 0 0 0,0-1 35 0,-1 1-33 0,0-1 2 0,4-7 20 0,-4 7-18 0,0-2-2 0,1 2 4 0,0-2 0 0,0 2-1 0,2-4 0 0,-1 4 2 0,-1 0-30 0,-4 1 27 0,4 1-1 0,-1-3 0 0,3-5-6 0,-5 8 3 0,1-2 2 16,-2 1-25-16,2-1 24 0,0 0-4 0,4-4-10 15,-6 5 10-15,1 1 2 0,0-1-3 0,1-1-5 16,-2 2 6-16,4-7 0 16,-2 6-1-16,-2-1-1 0,3 0 2 0,-3-2 0 15,4-4 0-15,-3 6 0 0,2 1-1 0,1-3 1 16,-4 1 6-16,4 0-6 15,1-3 1-15,-1 3-2 0,-2 2 2 0,2-1-1 0,-1-2 1 0,1 2-1 16,2-5 1-16,-3 4 0 16,1-1-1-16,-2-1 43 0,3 1-40 0,0-2-2 0,2-3 3 0,-3 2 28 15,2 0-28-15,1 0 1 16,0-2 2-16,3-1 0 0,2-5 0 0,-4 11-6 16,-2-5 5-16,4 3 2 0,-3-1-2 0,-3 3 5 15,7-7-3-15,-7 8-1 0,-3-1-1 0,3 2 19 16,-2-2-18-16,1 2-1 0,2-4 2 0,0 4 19 15,-5-1-19-15,4-1 2 0,0 1-6 0,0-1 7 47,5-7 1-47,-5 6 13 0,2-2-14 0,0 3 0 0,3-7 0 0,2 2 15 0,1-6-12 0,-1 5-2 0,-2 1-1 0,4-5 4 0,-3 3-4 0,1-2 0 32,5-5 3-32,-9 10-31 0,2-4 28 0,-1 0 0 0,-1 1-18 0,4 2 17 15,0-6 2-15,-1 7-15 0,-4 2 13 0,3-1-3 16,0 0 1-16,3-2-12 0,2-5 13 0,-5 4-3 15,2 0 1-15,1 0 0 0,1 1-1 0,2-5 1 16,-4 5 0-16,1 3 30 0,-2 1-1 0,2 1-26 109,-3 0 33-109,3 0 4 0,-7 7-35 0,-5 3 4 0,1 1-4 0,-2 3 9 0,-2 0-7 0,-1 2 17 0,-4 2-16 0,-3 4 24 0,1 0-22 0,-2-1 58 0,1 3-54 0,-2 0 16 0,0 0-14 0,0 0 46 0,0 0-1 0,0 0-41 0,0 0-49 0,0 0 7 0,0 0 40 0,0 0 1 0,0 0 0 0,0 0 1 0,0 0-2 0,0 0-326 16,0 0 152-16,0 0 64 16,-2 0 43-16</inkml:trace>
  <inkml:trace contextRef="#ctx0" brushRef="#br0" timeOffset="130031.88">18103 10004 899 0,'-11'2'0'0,"-1"-1"0"0,2 2 0 0,2-2 0 0,-2-1 156 0,0 0-49 15,4 0-38-15,1 0 136 0,0-1-83 0,3-6-41 16,2-7 0-16,0-2 124 0,0-4-88 0,7 1-38 15,4-5-1-15,4 0 65 0,1-1-52 0,4-1-16 16,0 2 55-16,1 2-45 16,0 0 0-16,0 4 53 0,-2 2-49 0,5-1-15 15,-5 8-10-15,0 3 15 0,-1 4 1 0,2 0-41 16,-2 2 0-16,4 0 50 0,-2 10-49 0,-1 5-1 16,4-2 0-16,3 4 44 0,2-2 0 0,8 0-34 15,-3-4-10-15,3-3 0 0,4-1-18 0,-1-4-21 16,0 0 0-16,6-3 0 15,-9 0 0-15,-1 0-44 0,-3-3 2 0,-4-5 37 16,-3 2 6-16,2-2-139 0,-13 0 58 0,-6 1 43 0,1 0-6 16,-8 3-486-16,1-2 215 0,-2 5 142 15,-3 0-407-15,-11 1 269 0,-2 0 136 0,-4 0-431 16,-2 1 273-16</inkml:trace>
  <inkml:trace contextRef="#ctx0" brushRef="#br0" timeOffset="130244.56">18445 9769 1059 0,'-11'7'0'0,"2"3"0"0,1 3 0 0,3 2 0 0,-1 1 0 0,5 1 73 0,1 4-34 0,0 1 0 0,0 3 0 0,0 1 713 0,1 4-347 0,7-5-189 0,-3 2 0 0,1-2-90 0,0 1-44 0,1-1-415 0,0-1 195 0,-1-3 83 0,1-1 46 0,1-8-646 0,-1 2 347 0,-1-4 173 0,2-2 28 0</inkml:trace>
  <inkml:trace contextRef="#ctx0" brushRef="#br0" timeOffset="130379.78">18635 9862 1901 0,'2'-1'0'0,"-2"-1"0"0,0 2 0 0,3-1 0 0,-1 1 0 0,-1 0 0 0,2 0 0 0,2 0 244 0,-1 10-103 0,3 3 397 0,-3 3-255 0,1 6-122 15,-1 0-61-15,2 6-36 32,-2 4 1-32,-1 3-17 0,0-2-10 0,-1 1-579 0,-1-2 290 0,0 2 144 0,2-4 73 0,-2 0-890 0</inkml:trace>
  <inkml:trace contextRef="#ctx0" brushRef="#br0" timeOffset="130991.37">18127 8802 1743 0,'-6'-20'0'0,"0"3"0"15,4 1 0-15,2 1 0 0,0-5 0 0,0 8 0 0,10-4 0 0,4 3 0 0,6 4 0 0,0-1 206 0,5 1-74 0,-1 8 53 16,1 1-73-16,1 0-37 0,0 6 0 0,-1 10-79 16,3 4 10-16,-9 4 33 0,0 2-1 0,-6 3-47 15,-1 3-1-15,-8 3 49 0,1 4 9 0,-5-7-255 16,0 1 123-16,-8-1 61 0,-6-5-188 0,-1 6 108 15,-5-10 9-15,-5-1 44 0,-5-4 9 16,-1-3 15-16,-2-6-34 0,-4 4 174 0,5-13-69 0,4 0-35 31,0 0 5-31,5 0 60 0,6 0-31 0,-2-2-30 0,11-5 26 0,7 2 198 16,1 0-84-16,0 4-64 0,12-1 82 0,7 0-57 16,4 0-43-16,5 2-1 0,2 0-1 0,3 0-31 15,1 0-1-15,3 2-154 0,-2 2 72 0,-1-1 41 16,3 0 1-16,1-3-466 0,-1 0 226 0,4 0 127 15,-8 0 24-15,-1 0-267 0,-4 0 135 0,-1 0 92 16,-7-10-423-16</inkml:trace>
  <inkml:trace contextRef="#ctx0" brushRef="#br0" timeOffset="131251.06">18646 8736 1663 0,'2'-2'0'0,"-2"-3"0"0,2 2 0 0,3-1 0 0,5 1 0 0,4-3 0 0,6 3 0 16,8 0 0-16,5-2 493 0,6 1-228 0,4-1-103 0,0 0-67 0,-4 3 53 16,4-1-55-16,-5 1-27 125,2 0-222-125,-12 2 92 0,-4 0 52 0,-5 0 25 0,-7 0-545 0,-6 4 285 0,-3-1 153 0,-3 1 61 0,-3 1 36 0,-11-2-170 0</inkml:trace>
  <inkml:trace contextRef="#ctx0" brushRef="#br0" timeOffset="131310.5">18882 8685 1027 0,'-12'3'0'0,"0"2"0"0,2 1 0 0,1 2 0 0,2 5 0 0,3-1 0 0,3 3 0 0,1 6 0 0,0-4 306 0,0 9-124 0,0 0-77 0,0-2-33 16,0 1 25-16,1 2-29 0,3-1 0 0,-1 1-173 0,1-6 68 0,-1-3 37 0,2 1-463 0,0-7 251 0</inkml:trace>
  <inkml:trace contextRef="#ctx0" brushRef="#br0" timeOffset="131468.15">19033 8729 2658 0,'0'0'0'0,"0"2"0"0,0 1 0 0,0 2 0 0,0 5 0 0,0 5 0 0,1 6 0 0,1 5 0 0,-1 8 0 0,1 7 0 0,-2 8 0 0,0-3 0 0,0 1-1 15,0 1-1-15,0-1 1 0,0-4-1 0,0 2 1 0</inkml:trace>
  <inkml:trace contextRef="#ctx0" brushRef="#br0" timeOffset="135598.74">19935 9257 1029 0,'1'-19'0'15,"1"-1"0"-15,-1 5 0 0,0-4 0 0,2-1 0 0,-3 3 0 0,0 4 0 0,0 0 71 0,-4 3-34 0,-4 1 0 0,-5 1 320 0,-3 7-165 0,-4 1-77 0,-2 0-39 0,-4 6 130 0,-2 9-85 0,-2 2-32 0,3 4 97 0,1 1-75 0,3 4-37 0,4-1 0 0,3 1-27 0,10-3-10 0,6-2 0 0,0-1 1 0,1-1 227 16,14 1-114-16,1 1-47 0,4-4-95 0,4-2 1 0,1 1 27 0,0 1-64 15,-4 0 33-15,5 2 8 16,-7-1 24-16,-3 0-142 0,-4 5 71 0,-6-2 11 16,-3 1 26-16,-1 7-73 0,-2-8 38 0,-10 2-6 15,-7-2 0-15,-3-3 68 63,-4-4-1-63,0 0-48 0,-1-9-255 0,3-5 125 0,0 0 64 0,3-5-244 0,7-12 146 0,1-4 60 15,11-8 47-15,0-4-535 0,8-4 286 0,14 0 144 0</inkml:trace>
  <inkml:trace contextRef="#ctx0" brushRef="#br0" timeOffset="135720.41">20028 9354 1420 0,'11'0'0'0,"-1"0"0"0,2 2 0 0,-1 6 0 0,-5 3 0 0,0 2 416 0,-3 4-189 0,-1 1-95 0,0 2-47 0,-2 1 564 16,0 0-311-16,0-3-150 0,0-2-75 0,-2 0-39 16,0-4 0-16,1 2-28 0,-1-6-630 0,2-1 311 15,0-2 155-15,0-5-701 0,0 0 421 0,2-3 216 16,4-11 99-16,1-8-392 0,-1-2 218 0</inkml:trace>
  <inkml:trace contextRef="#ctx0" brushRef="#br0" timeOffset="135830.23">20148 8950 624 0,'2'-11'0'0,"-1"0"0"0,0 4 0 0,2 1 0 0,1 6 0 0,1 0 0 0,0 0 375 0,2 8-169 0,0 8-85 15,-1 2-41-15,2 4-157 0,2 4 66 0,-2-3 20 16</inkml:trace>
  <inkml:trace contextRef="#ctx0" brushRef="#br0" timeOffset="136113.07">20329 9399 1047 0,'0'12'0'0,"0"3"0"0,-2-1 0 0,0-1 0 0,1 1 0 0,-3 1 235 0,2-1-103 0,1-4-48 0,1-1 159 15,0-2-104-15,0 0-50 0,0-1-17 0,0-6-29 16,1 0-6-16,6-6 1 0,3-8-1 0,1-5-48 15,5-5 34-15,-2-1-10 16,1 1-25-16,0 0 25 0,0 0-1 0,1 3 26 16,2 1 61-16,-4 5-35 0,0 3 0 0,-1 2 88 15,2 6-58-15,-1 0-19 0,-1 4-9 0,-4 0 132 16,1 15-80-16,-2 3-40 31,-1 8-1-31,1 1 6 0,-3 2-10 0,-2 0-36 0,-2 1-173 0,2-4 87 0,-2 0 43 0,4-1-437 0,-3-8 219 0,0-5 126 16,1 0 30-16,0-7-631 15,0-5 330-15,3 0 156 0,1 0 93 0,-1-8-354 16,3-9 218-16</inkml:trace>
  <inkml:trace contextRef="#ctx0" brushRef="#br0" timeOffset="136485.21">20782 9169 1266 0,'10'-9'0'0,"2"-1"0"0,-1 5 0 0,0 4 0 0,3 1 0 0,-1 0 0 0,1 3 0 0,3 10 646 0,-5 6-309 0,2 2-150 0,-3 4 117 0,1 2-134 0,-2 6-66 0,-1 3 73 16,-5-4-75-16,-1 2-32 0,-2 2-1 0,-1 2-173 31,0-3 70-31,-1 4 45 16,-7-13-9-16,-2-2-154 0,2-8 94 0,-1-5 48 0,2-4 24 0,-3-4-75 0,2-3 42 0,2-4-42 0,3-14 49 0,2-7-29 31,1-3-3-31,0-4 103 0,0-1-37 0,6-3-1 0,8 1-34 0,-2 4 48 0,4-6-41 0,2 7 30 16,1 3-23-16,2 4 31 0,4-1 0 0,1 6-12 0,4 3-8 15,-6 6 86 1,1 5-42-16,-2 4-1 0,-3 0-302 0,-1 1 122 0,-3 11 65 0,-3-3-289 16,-5 3 166-16,-4 0 70 0,-1 0 46 0,-1 0-697 109</inkml:trace>
  <inkml:trace contextRef="#ctx0" brushRef="#br0" timeOffset="137011.9">21491 9574 2520 0,'-11'-10'0'0,"1"7"0"0,3-1 0 0,4 3 0 0,-3-2 0 0,6 2 0 0,0 1 0 0,0 0 0 0,0 0 286 0,2 0-124 0,5 0-54 0,3 4-242 0,2-1 86 0,1 2 42 16,1-2 0-16,0 1-819 0,4 3 404 0</inkml:trace>
  <inkml:trace contextRef="#ctx0" brushRef="#br0" timeOffset="137340.84">21973 9346 2014 0,'5'-1'0'0,"-2"-1"0"0,2 2 0 0,-1 0 0 0,5 0 0 0,-2 11 0 0,1 6 0 0,-1 6 0 0,1 5 413 0,1 5-189 0,1 8-84 0,-3 2-75 0,-2 1 0 15,-2-1-29-15,-1-1-171 16,-1-3 86-16,-1-1 52 0,0-14-10 0,0-4-46 15,0-9 45-15,-1-5 0 0,-6-6 45 0,3 0 143 16,-4-13-76-16,5-11-44 0,3-5 98 0,0-4-76 16,0-6-26-16,5-7 2 0,10 7 9 0,1-2 0 15,3 2-30-15,4-1-24 0,0 5 24 0,7-7 9 16,-1 13-10-16,3 4-53 0,2 5 27 0,-1 6 0 16,-2 6 26-16,1 3-212 0,-8 5 100 0,-4 0 24 15,-1 10-570-15,-3 5 280 16,-3-3 157-16,1 6 41 0,-3-1-620 15,-4 1 363-15</inkml:trace>
  <inkml:trace contextRef="#ctx0" brushRef="#br0" timeOffset="137823.57">22800 9597 935 0,'0'-14'0'0,"2"-2"0"0,-2 1 0 0,2-2 0 0,-1 0 0 0,1-5 0 0,-1-2 38 0,1-3-38 0,-1 1 0 0,-1 1 653 0,0-1-309 0,0 3-153 0,0 0-31 0,-4 1-52 0,-7 8-40 0,-1 6-1 0,-4 5-73 0,-6 3 42 0,0 10 1 0,-6 10 9 0,1 14-11 0,0 5 1 0,5 5 1 0,-2 6 24 0,7 1 0 0,0 7-15 0,11-11-9 0,4 1 109 0,2-5-55 15,0-4-27-15,8-3 20 47,9 2-14-47,5-18-10 0,0-7-23 0,4-5-128 0,1-8 63 0,-2 0 33 0,6-8 9 0,-5-15-99 0,-1-5 61 0,-3-7 30 0,0-5-370 0,-4-6 183 16,3-5 62-16,-7 3 56 0,-5-2-139 0,1-5 83 15,-1-3 41-15,-4-5 97 0,4-10-37 0,-6 5 9 47,1-4-28-47,3-5 69 0,-3 3-35 0,0 9 1 0,-3 0-44 16,1 29 119-16,-2 14-40 0,0 15-33 0,0 7 390 0,-3 0-192 31,-4 12-54-31,0 14-64 0,2 12 187 0,0 5-115 0,1 10-57 0,-1 8 64 0,0 8-51 0,1-6-41 16,2 5-51-16,1 0-16 15,1 0 0-15,0 9 0 0,0-13 0 0,0-2 0 0,5-4 0 0,2-7 0 0,6-2-24 0,-1-2-168 0,-1-18 97 0,-2-6 64 16,2-7-679-16,-2-6 337 31,1-9 168-31,0-1 75 0,1-6 51 0,1-18 0 0</inkml:trace>
  <inkml:trace contextRef="#ctx0" brushRef="#br0" timeOffset="138093.01">23193 9340 2336 0,'0'-1'0'0,"0"-2"0"16,0 1 0-16,0 2 0 0,0 0 0 0,2 12 0 0,1 6 0 0,-1 6 0 0,4 8 523 0,-2 5-244 0,-1 5-121 0,0 6 20 0,-1 5-61 16,3-5-46-16,-4-6 1 0,1-1-79 0,-1-8 43 15,1-7 1-15,-2-1-143 16,0-15 66-16,0-7 38 0,0-3 1 0,0-3-101 15,0-16 70-15,2-6 43 0,-1-4-9 0,5-8-106 16,3-2 54-16,0 2-13 0,6-4 9 0,1-4 5 16,2 11 5-16,-1 0 11 0,5 2 38 0,3 7 3 15,6-4-33-15,-2 11 172 0,3 8-77 0,1 7-26 16,-3 3-24-16,0 3 124 0,2 11-63 0,-11 3-26 16,-2 7 0-16,-4-3-55 15,-3 3 0-15,-5-1 42 0,3 2-467 0,-7-5 214 16,-2-3 108-16,-1-2 48 0,0-1-399 0,0 1 185 15</inkml:trace>
  <inkml:trace contextRef="#ctx0" brushRef="#br0" timeOffset="138247.87">24005 9769 2768 0,'4'0'0'0,"0"0"0"0,-1 0 0 0,0 0 0 0,0 0 0 0,-2 0 0 0,0 0 0 0,3 0 97 0,-4-2-30 0,1 1 8 0,-1-2-530 16</inkml:trace>
  <inkml:trace contextRef="#ctx0" brushRef="#br0" timeOffset="141750.54">13745 10776 1613 0,'-22'-7'0'0,"2"-1"0"0,-4-2 0 0,2 3 0 0,0 0 0 0,-2 3 0 0,2 1 0 0,-5 0 0 0,6 1 0 0,0 2 0 0,2 0 0 0,-1 0 0 0,3 0 194 0,-1 0-68 15,8 0-49-15,3 0 182 0,3 2-111 0,4 1-55 0,0-3 75 0,0 0-55 0,5 0-43 16,12 0 0-16,5 3 153 16,4-3-93-16,5 2-46 0,7 0 10 0,1 4 223 0,6-2-165 0,2 2-152 15,7 2 0-15,1-1 0 47,10 1 0-47,-2-1 0 0,2-1 0 0,15 1 0 0,11-2 0 0,12-4 0 0,24-1 0 0,-8 0 0 0,6 0 0 0,7-1 0 0,0-3 0 0,-6 1 0 0,12 2 0 0,-28 1 0 16,-1 0 0-16,-2 0 0 93,-1 3 0-93,-3 1 0 0,12-3 0 0,-21-1 0 0,-1 0 0 0,1 0 0 0,-4-4 0 0,-6-4 0 0,7-5 0 0,-23 1 0 0,-3 2 0 0,-10 3 0 0,-5-3 0 0,-11 6 0 0,0 1 0 0,-19 0 0 0,-8 1 0 0,-4 2 0 0,-6 0 0 0,-2 0 0 0,0 0 0 0,0 0 0 0,-4 0 0 0,-3 0 0 16,-4-1 0 0,3 1 0-16,0 0 0 0,7 0 0 0</inkml:trace>
  <inkml:trace contextRef="#ctx0" brushRef="#br0" timeOffset="142546.76">17680 10875 1471 0,'-4'3'0'0,"2"1"0"0,-1-1 0 0,3 0 0 0,0 0 0 0,0 0 0 0,1 0 0 0,7-1 148 15,5 0-46-15,2-1 267 0,2-1-166 0,3 0-82 16,1 0-42-16,2 0 249 0,4 0-136 0,1 0-82 15,1 0-35-15,6 0 173 0,7 0-105 0,4 0-53 16,12 0-16-16,0 0 54 0,6-1-78 0,6-1-50 16,6 0 0-16,4 2 0 0,15-3 0 0,-11 3 0 15,1 0 0-15,3 0 0 0,0 0 0 0,3 0 0 16,12 0 0-16,-14 0 0 16,1 0 0-16,5 0 0 31,2 0 0-31,5 0 0 0,18-1 0 0,-17-1 0 0,6 2 0 0,4 0 0 0,5 0 0 0,19 0 0 0,-22 0 0 0,4 3 0 15,3 4 0-15,8 0 0 16,1 2 0-16,18-2 0 0,-24 1 0 0,12-1 0 0,7 1 0 0,2 0 0 16,7-3 0-16,20 2 0 0,-28-2 0 0,3 2 0 15,12-1 0-15,-1 4 0 16,-6 0 0-16,20 3 0 0,-32-2 0 0,5 2 0 0,-1 1 0 0,1 1 0 16,-3 2 0-16,3-1 0 15,-28-2 0-15,7-1 0 0,-7 1 0 0,-8 1 0 16,-7-3 0-16,5 5 0 0,-26-6 0 0,-3 0 0 15,-5 0 0-15,-10 1 0 16,-9-3 0-16,1 3 0 0,-22-3 0 0,-4-1 0 63,-7-1 0-63,-5 0 0 0,-8-1 0 0,-4-2 0 0,-6-3 0 0,0-1 0 0,0 0 0 0,-6 0 0 0,-9 0 0 0,-5 0 0 0,1 0-88 0</inkml:trace>
  <inkml:trace contextRef="#ctx0" brushRef="#br0" timeOffset="146792.42">12492 11882 1626 0,'-22'-10'0'0,"7"7"0"0,6 1 0 0,5 2 0 0,1 0 0 0,3 0 0 0,3 2 0 0,13 6 538 0,4-1-250 0,6-1-126 15,4 1 304-15,1-3-219 16,5 0-104-16,1 0-55 0,2-3-25 0,-2 0 0 16,4 2-16-16,-5-3-166 15,-3 0 79-15,2 2 39 0,-2-2-1 0,-3 2-640 16,3 2 349-16,-10 0 161 0</inkml:trace>
  <inkml:trace contextRef="#ctx0" brushRef="#br0" timeOffset="146981.35">12652 12259 2289 0,'-18'3'0'0,"10"4"0"0,3 0 0 0,5 1 0 0,0 1 0 0,6-2 0 0,11 3 0 0,6-7 0 0,3 1 96 0,4-1-29 0,2-3-1 0,5 2 516 0,-5-2-277 0,3 0-133 0,0 0-68 0,-1 0-601 0,4 0 267 0,2 3 143 0</inkml:trace>
  <inkml:trace contextRef="#ctx0" brushRef="#br0" timeOffset="147576.16">13789 11681 2870 0,'-12'0'0'0,"0"0"0"0,0 0 0 0,2 3 0 0,1 16 0 0,0 5 0 0,1 9 0 0,2 9 0 0,-5 8 0 0,6 3 0 0,3 6 0 0,2 3 0 0,0-3 0 0,0 6 0 0,8-17 0 0,8-1 0 0,4-6 0 0,0-5 0 0,7-3 94 0,2-1-19 0,1-10-9 0,1-5-421 0,0-2 197 0,5-4 98 0,-5-3 49 0,8-1-678 0,-8-7 340 0,-4 0 84 0</inkml:trace>
  <inkml:trace contextRef="#ctx0" brushRef="#br0" timeOffset="151169.38">18412 11703 3531 0,'7'-3'0'0,"0"-4"0"0,5 2 0 0,1 3 0 0,3 2 0 0,4 0-5 0,2 2-1 0,3 13 0 0,1 4 423 94,1 7-417-94,-2 9 0 0,-3 4 0 0,-3 8 0 0,-7 6 0 0,-4 9 0 0,-8-2 0 0,-8 8 0 0,-14-3 0 0,-4 3 0 0,-7-2 0 0,-6 10 0 0,0-17 0 16,-3-1 0-16,1-5 0 0,2-5 0 0,2-6-866 0,-2-1 208 0</inkml:trace>
  <inkml:trace contextRef="#ctx0" brushRef="#br0" timeOffset="163996.17">19760 11793 1772 0,'0'0'0'0,"0"0"0"0,0 0 0 0,-1-1 0 0,1-1 0 0,-2-2 0 0,1 1 0 0,-1-1 0 0,2-2 0 0,0 1 0 0,0-4 0 0,0-2 0 0,0 0 229 0,0-4-101 0,0 1-45 0,0-4-25 0,0 0-20 0,0-2 0 0,0-3 9 0,0 2-9 0,0-2 0 0,-4 3 0 0,-1-2 1 16,0 1-1-16,-3 0 9 0,0 5-9 0,-1-1-8 16,0 6 8-16,-1 2-13 0,-2 5 59 0,0 2 9 15,0 2-55-15,-3 6 0 0,2 14 25 0,-2 8-1 16,2 6-24-16,1 8 53 0,4 4-9 0,4 4-44 15,1 8 0-15,3 5 144 16,0 10-63-16,0 0-45 0,6 5 0 0,3 6-19 16,2-1-55-16,-2-1 0 0,-1 7 0 0,-2-18 0 15,-3-3 0-15,-1-4 0 0,-2-5 0 0,0-4 0 16,-2 3 0-16,-7-21 0 0,-2-6 0 0,0-4 0 16,-4-8 0-16,2-5 0 0,-5-2 0 0,2-12 0 15,-2 0 0-15,-1 0 0 0,3-12 0 0,-3-2 0 16,-3-8-96-16,10-1-202 0,-1-7 108 0,3-4 76 15,3-2-588-15,6-2 333 0,1-6 155 0,0 6-500 16,1 1 338-16,15-1 168 16</inkml:trace>
  <inkml:trace contextRef="#ctx0" brushRef="#br0" timeOffset="164168.91">19773 12287 1289 0,'22'0'0'0,"-4"0"0"0,4 0 0 0,3 0 0 0,3 0 0 0,2 0 771 16,7 0-357-16,-1 4-193 0,0-2-91 0,3 3 237 15,1-1-165-15,2-1-82 16,5 2 134-16,-11 0-113 0,0-2-119 0,-2 1-22 16,-5 0-198-16,3 2 62 0,-8-3 82 0,-6-1-628 15,-3 0 359-15,-4-2 181 0,-4 0 89 0,-1 0-759 16,-6 0 379-16,0 0 197 16</inkml:trace>
  <inkml:trace contextRef="#ctx0" brushRef="#br0" timeOffset="164326.97">20074 12325 2134 0,'-15'9'-2'0,"2"3"1"0,0 6 0 0,5 1 1 0,0 0 0 0,4 5 0 0,1 2 0 0,1 1 358 0,-1 3-150 16,3-4-91-16,0 1 26 0,0-3-53 0,0-1-26 16,0-2 0-16,2 0-556 31,4-4 260-31,0-6 134 0,3-2 68 0,0-2-338 0,1-4 202 0</inkml:trace>
  <inkml:trace contextRef="#ctx0" brushRef="#br0" timeOffset="164481.17">20220 12432 1375 0,'2'0'0'0,"-1"0"0"0,1 0 0 0,-1 0 0 0,0 0 0 0,3 0 0 0,0 9 0 0,3 3 708 0,-3 5-340 0,1 4-166 0,2 4 152 0,-3 4-159 0,1 2-79 0,-1 8-30 0,-2-3-365 16,-1-1 158-16,1-1 79 0,0-3 39 0,-2-3-738 15,0 4 398-15,0-13 185 0</inkml:trace>
  <inkml:trace contextRef="#ctx0" brushRef="#br0" timeOffset="165072.65">19913 11398 1160 0,'-2'-15'0'0,"1"4"0"16,1-4 0-16,0 5 0 0,1 0 0 0,10 3 0 0,5 0 222 0,1 2-93 0,6 1 118 16,2 3-110-16,2 1-50 0,1 0-25 0,-2 10-74 15,-2 2 25-15,1 5 8 0,-6 3 16 0,-5 4-71 16,-5-1 36-16,-6 6-1 0,-3-1 36 0,0 5-130 16,-9-6 61-16,-8 0 34 0,-3-1 7 0,-2-2 15 15,-4-5-40-15,-3 4 252 0,1-10-119 0,0-5-50 16,4 0-26-16,4-6 259 0,3 0-132 0,0 0-56 15,7-2-43-15,4 0 166 32,3 0-99-32,3-2-49 0,0-2-17 0,13-1-46 0,7-1 13 0,3 3 0 0,7-3-2 0,1 6 2 31,5-2 9-31,-4 1-214 16,1 1 103-16,-1 0 50 0,2 0 26 0,-5 0-507 0,3 0 229 0,-6 0 135 15,-3 1 14-15,-4 1-624 0,-2-2 352 0,-1 0 177 0,1 0 79 0</inkml:trace>
  <inkml:trace contextRef="#ctx0" brushRef="#br0" timeOffset="165234.03">20355 11361 2046 0,'0'0'0'0,"0"-2"0"0,0-2 0 0,0 3 0 0,2-1 0 0,7 0 0 0,5 2 0 0,5 0 350 0,2 0-157 15,2 0-79-15,2 0 55 0,3 0-58 0,-2 0-41 0,2 0-1 0,0 0-577 16,-1 0 273-16,-2 0 135 0,0 0 78 0,-7 2-376 15</inkml:trace>
  <inkml:trace contextRef="#ctx0" brushRef="#br0" timeOffset="165395.07">20450 11380 1295 0,'-11'9'0'0,"6"-1"0"0,0 3 0 0,3 0 0 0,1 5 0 0,-1 0 0 0,-1 4 627 0,3-1-299 0,0 3-146 15,0-1-72-15,0 1-118 0,0 0 1 0,0 2 52 16,0-6-8-16,3 0-551 16,2-2 276-16,0-2 137 0,-1-5-673 0</inkml:trace>
  <inkml:trace contextRef="#ctx0" brushRef="#br0" timeOffset="165523.01">20605 11386 1286 0,'0'3'0'0,"0"1"0"0,-2 1 0 0,2 2 0 0,0 3 0 0,0 5 0 0,0 3 781 16,0 5-377-16,0 3-183 0,0 6-92 0,0 2 19 0,0 4-56 0,0 4-18 15,0-1-10-15,0 0-790 0</inkml:trace>
  <inkml:trace contextRef="#ctx0" brushRef="#br0" timeOffset="165991.01">21371 12014 859 0,'-1'-21'0'0,"-4"4"0"0,-1 1 0 0,0-1 0 0,-2 2 45 0,0-2 2 0,-3 7-38 0,-3 2-1 0,-2 5 329 0,-4 3-150 0,-4 0-75 0,-6 7 1 0,0 12-42 0,-2 2 0 0,-1 10 47 0,0-2-40 0,0 6 9 0,12-6-50 0,8-2 210 0,4-3-105 0,6-4-52 16,3-1-26-16,3 3 62 0,11-4-49 0,5-5 0 15,6 1-40-15,-1-2 39 16,3 4-9-16,-1 0-21 0,-4 0-153 0,-5-1 72 0,-2 3 36 0,-5 0-158 16,-3 0 97-16,-5 6 58 0,-2-7 4 0,0 3-70 15,-10-2 19-15,-9-1 28 0,0-2-26 0,-3 2-87 16,-1-12 59-16,2 1 12 0,0-6 0 0,4 0-129 15,4-3 69-15,3-13 34 0,8-7-429 0,2-4 240 16</inkml:trace>
  <inkml:trace contextRef="#ctx0" brushRef="#br0" timeOffset="166140.46">21359 12155 2051 0,'12'0'0'16,"0"-1"0"-16,-2 1 0 0,1 0 0 0,-4 1 0 0,-3 7 0 0,-2 2 0 0,2 4 0 0,-2-3 353 0,-1 6-149 0,-1-2-88 0,0-2-22 0,0 0-29 0,0 0 0 15,0-2-28-15,0 2-459 16,0-8 224-16,0 2 118 0,-1-7 59 0,1 0-615 16,0 0 320-16,0 0 162 0,0-12-245 0,0-8 161 15</inkml:trace>
  <inkml:trace contextRef="#ctx0" brushRef="#br0" timeOffset="166491.26">21508 11777 1038 0,'4'0'0'0,"-4"0"0"0,4 0 0 0,-1 3 0 0,-1 2 0 0,3 3 0 0,-2 6 0 0,-1 4 0 0,2 7 293 0,1 4-128 0,-2 8-63 31,0 7-24-31,-2 1 13 0,1 0-27 0,-2 5-1 0,0-3-25 0,0-2-38 16,0 6 11-16,0-16 26 0,-2-8-78 0,1 0 40 0,1-9-1 0,0-9-10 16,0 1 34-16,0-10-9 15,0 0 24-15,0-11-87 0,3-8 35 0,3-7-5 16,6-1 3-16,-2-2 28 0,2 2-3 0,1 0-10 0,0 1 8 15,0 3 100 1,5 0-45-16,-6 7-22 0,2 5 212 0,-1 4-104 0,2 2-59 0,-1 4 89 16,2 1-61-16,-5 5-44 0,3 11 0 0,-3 4 197 15,-2 8-115-15,0 1-59 0,1 1-20 0,-5 1 8 16,1-1-46-16,-3 0 0 16,1-5 0-16,-1 3-325 0,-1-11 158 0,-1 0 84 0,0-9-673 0,-1-1 332 15,0-5 192-15,0 0-603 47,0-2 384-47</inkml:trace>
  <inkml:trace contextRef="#ctx0" brushRef="#br0" timeOffset="166885.23">22020 11981 851 0,'0'-12'0'0,"0"7"0"0,0-4 0 0,0 2 0 0,0 1 214 16,1 1-88-16,5 1-37 0,-4 3-8 0,4 1 289 0,1 0-167 0,-1 8-83 15,1 9-42-15,1 5 41 0,-2 4-46 0,-1 6 0 16,2 4-30-16,-2 3-7 16,0-1 0-16,0 3 41 0,0-4-9 0,-4-3-32 0,2 0 0 0,-2-5 52 15,1-4-27-15,0 1 10 0,-2-14-34 0,0 0 26 16,0-10 0-16,0-2-27 0,0 0 102 0,0-14-56 15,2-8-23-15,2-7 0 16,4-6-84-16,1-3 31 0,4-7 9 0,4 1-104 16,3 0 63-16,0-2 31 0,7 1 1 0,1 2-174 15,5-2 89-15,-3 16 46 0,-1 4 2 0,-1 9-129 16,0 9 52-16,-1 4 49 0,4 3-487 0,-6 5 259 94,-1 14 126-94</inkml:trace>
  <inkml:trace contextRef="#ctx0" brushRef="#br0" timeOffset="167397.85">22669 12157 2050 0,'-7'0'0'0,"2"0"0"0,0 0 0 0,1-2 0 0,-1 2 0 0,3-1 0 0,1 1 304 16,1 0-134-16,0 0-67 0,0 0 45 0,0 0-61 0,1 0-25 0,6 0-128 15,1 0 51-15,0 0 25 16,0 0 10-16,1 3-540 31,0 0 278-31,1-1 140 0,0-1 68 0</inkml:trace>
  <inkml:trace contextRef="#ctx0" brushRef="#br0" timeOffset="167626.18">22932 11966 1568 0,'12'6'0'15,"-5"-2"0"-15,3 4 0 0,0 4 0 0,2 2 0 0,-3 7 0 0,5 4 301 0,-5 4-136 0,2 1-65 0,-5 6 168 0,-1 4-117 0,-2-3-57 0,-1 5-20 0,-2-8 4 0,0-3-42 0,0-5 0 0,-6-2 0 0,-2-9-43 16,2 2 9-16,1-13 34 16,-1-4 61-16,-1 0-31 0,3-4 1 0,2-13-31 0,2-7 112 0,0-6-61 15,2-3-25-15,12-4-70 0,4-6 0 0,6-5 53 47,-2 3-9-47,3 2-286 0,6 0 139 0,0 2 71 0,2 4 31 0,3-4-186 0,-4 15 82 0,2 6 60 0,-3 8-585 0,-1 10 302 16,-3 2 149-16</inkml:trace>
  <inkml:trace contextRef="#ctx0" brushRef="#br0" timeOffset="168070.97">23698 12126 986 0,'-8'-14'0'0,"4"-1"0"0,-2 3 0 0,3-1 0 0,-1-4 0 0,-1 2 0 0,-3-3 255 15,4 4-115-15,-1 2-51 0,-1 0 219 0,-2 4-136 16,-1 4-68-16,-4 0-25 0,-1 4-14 0,0 7-29 16,-4 14 0-16,-1 8-73 31,-4 2 36-31,0 10 9 0,7 0 28 0,2 0-8 0,4-1 8 0,2 0 0 0,5-2 0 0,-2 0 9 0,5-9-9 0,0-5 1 109,7-1 38-109,4-8-44 0,6-8-16 0,2 1-70 0,1-8 37 0,1-6 6 0,-1-12 40 0,4-6-1 0,3-6 26 0,-7-5-9 0,0 0-13 0,0-6-444 0,0 2 204 0,0-6 77 0,1-6 56 0,-2 6-79 0,-3-8 60 0,2-2 29 0,-4-8 10 0,2 0 20 0,-2-10-9 0,0 11-27 0,-5 3 0 0,-3 11 36 0,-4 10 0 0,0 11 37 16,-2 8-10-16,0 19-27 0,-10 0 0 0,-2 18 406 0,-1 10-194 0,1 9-77 15,-2 6-57-15,3 5 472 16,4 8-239-16,-3-1-119 0,4 9 296 0,-1-2-208 16,0 11-95-16,5-14-61 0,-1 0 105 0,3-1-190 15,0-4-3-15,0-1 0 0,6 5 0 0,8-19 0 16,0-4 0-16,0-5-307 0,-1-9 102 0,4-4 121 16,-3-5 69-16,0-11-902 0,-3-1 446 15,3-3 193-15,-2-16-495 0</inkml:trace>
  <inkml:trace contextRef="#ctx0" brushRef="#br0" timeOffset="168352.22">24059 11993 1582 0,'2'-9'0'0,"0"1"0"0,2 4 0 0,-2-2 0 0,1 2 0 0,0 4 0 0,0 0 0 0,-2 10 699 0,2 9-332 0,-2 7-165 0,2 7 95 16,0 5-135-16,-3 3-62 0,0 2-33 0,0 1 124 15,0-1-78-15,0 3-29 16,0-5-17-16,0-2-157 0,-6-7 59 0,3-5 34 15,1-4-196-15,1-1 123 0,-1-17 49 0,0-2-85 16,2-3 70-16,0-8 15 0,0-13 24 0,0-6-99 16,6-3 0-16,7-8 37 0,1 0 0 0,5-4 60 15,0 0-31-15,5-5-25 0,1 11 29 0,3-1 30 16,2 3-18-16,3 2-11 47,3 6 184-47,4 0-81 0,-4 12-31 0,-5 8 42 0,0 4-39 0,-6 2-22 0,0 2 0 0,-1 8-163 0,-9 4 72 0,-6 2 36 0,-1 1 8 0,-5 1-224 15,-1-1 118-15,0 7 58 0,-2-7 25 0</inkml:trace>
  <inkml:trace contextRef="#ctx0" brushRef="#br0" timeOffset="168571.76">24789 12455 2834 0,'-5'0'0'0,"4"0"0"0,-1-2 0 0,2 1 0 0,-2-1 0 0,2 2 414 0,0-1-180 0,0 1-105 78,0-3-47-78,0 3-167 0,0-2 59 0,0 1 31 0,4-1-959 0</inkml:trace>
  <inkml:trace contextRef="#ctx0" brushRef="#br0" timeOffset="170481.45">19829 12934 1732 0,'-11'0'0'0,"-1"-1"0"0,7-2 0 0,0 1 0 0,0 2 0 0,4 0 0 0,1 0 0 0,0 0 0 0,0 0 227 0,1 0-94 0,9 0-37 0,7 0 258 31,2 0-157-31,6 0-79 0,3 0-39 0,4 0 86 0,9 0-53 0,-1 0-41 0,6 0 90 0,5 0-61 16,4-1-31-16,7 0 1 0,13 0 68 0,-2 1-55 16,8-3-57-16,6 3-26 0,10 0 0 0,7 0 0 15,16 0 0-15,-11 0 0 16,5 0 0-16,9 0 0 0,5 0 0 0,0 0 0 0,19 0 0 0,-22 0 0 16,1 0 0-16,4 4 0 15,-2 0 0-15,1 3 0 0,16 0 0 0,-25-2 0 16,2 2 0-16,6-3 0 0,5-1 0 0,0 2 0 15,13-5 0-15,-21 0 0 0,5 0 0 0,1 0 0 16,-5 0 0-16,1-5 0 0,7 2 0 0,-32 2 0 16,-3-1 0-16,-8 2 0 0,-4 0 0 0,-10 0 0 15,2 0 0-15,-25 2 0 0,-5 2 0 0,-5 1 0 16,-2-2 0-16,-7 3 0 0,-2-5 0 16,-9 1 0-16,-5-2 0 0,-3 0 0 15,-1 0 0-15,-1 0 0 0,-8 0 0 0,-3 0 0 47,-2 3-487-47,-1-1-23 0,0 3 236 0</inkml:trace>
  <inkml:trace contextRef="#ctx0" brushRef="#br0" timeOffset="175688.27">9707 13347 985 0,'-2'-11'0'0,"-2"3"0"0,4 0 0 0,-3 0 0 0,2-4 0 0,-1 0 257 16,1-4-102-16,-1 3-64 15,-1-2-27-15,1-4 83 0,0 1-55 0,-2-1-27 0,1-7 10 0,-2 5-7 16,-1 1-30-16,-2-2 0 47,0 0 45-47,-3 3-1 0,-4-4-33 0,0 10 87 0,-5-1-48 0,-3 4 0 0,0 4-49 0,-1 1 93 0,-1 3-36 0,1 2-10 0,4 0-46 0,1 13 134 0,4 5-67 0,2 7-33 15,-1 6 25-15,9 7-10 16,3 6-49-16,2 7-1 0,0 5 99 0,0 5-49 16,4 10-1-16,7-9-88 0,-2 9 0 0,3 4 0 15,1 4 0-15,-2-4 0 31,1 4 0-31,-6-13 0 0,-1-12 0 0,-2-2 0 0,-1-8 0 0,-2-5 0 0,0 4 0 0,-8-15 0 0,-4-5 0 16,-1-2 0-16,-4-4 0 0,0 3 0 0,0-12 0 0,1-3 0 16,0-2 0-16,3-3 0 15,-3 0 0-15,3-2-54 0,5-7-180 0,-1-8 93 16,6-4 60-16,3-5-676 0,0-5 358 0,2-4 170 16,10 2-508-16,3 0 349 15,4 1 174-15,0-2-115 0</inkml:trace>
  <inkml:trace contextRef="#ctx0" brushRef="#br0" timeOffset="175826.06">9561 13855 1541 0,'13'-6'0'0,"3"-1"0"0,-3 4 0 0,4-2 0 0,3 0 0 0,2 1 0 0,3 0 0 0,-1 1 326 0,5-2-142 0,2 0-73 0,2 4 218 0,6-3-134 16,-5 2-83-16,-2 1 176 0,2 1-124 0,-2 0-62 0,-1 0-31 0,2 0-316 16,-8 0 138-16,-4 5 73 0,-4 1 37 0,-5 0-652 15,0-2 343-15,-5 2 183 0,-6-2-681 0,-1-1 359 16</inkml:trace>
  <inkml:trace contextRef="#ctx0" brushRef="#br0" timeOffset="176000.19">9863 13814 1172 0,'-8'8'0'0,"-1"2"0"0,4 2 0 0,-2 2 0 0,0 1 293 0,4 2-132 16,2 2-62-16,1 1 231 0,0 2-146 0,0 3-72 15,0 0-27-15,0 1 220 0,0 0-133 0,0 0-67 16,0 0-33-16,0-2-218 15,1 1 102-15,1-4 36 32,2-5-545-32,4-3 296 0,-3-3 148 0,3-7 74 0,1-1-679 0,1-2 345 0,2-11 146 0</inkml:trace>
  <inkml:trace contextRef="#ctx0" brushRef="#br0" timeOffset="176149.24">10003 13868 1743 0,'2'-2'0'15,"-1"2"0"-15,4-2 0 0,-3 0 0 0,3 2 0 0,-1 0 0 0,1 2 0 0,2 10 667 0,0 4-315 0,2 4-156 0,-2 3-69 0,0 0 82 0,0 6-85 0,-1 2-42 16,0-2-1 0,1 3-298-16,0 2 138 0,-2-5 54 0,0-5-618 0,-2 0 341 15,-2-6 171-15,1-5-633 0,-2 0 316 0</inkml:trace>
  <inkml:trace contextRef="#ctx0" brushRef="#br0" timeOffset="176518.95">9782 12883 1886 0,'0'-19'0'0,"0"5"0"0,0 2 0 0,2 3 0 0,9 1 0 0,1 3 0 0,0 2 252 0,1 3-106 0,1 0-53 0,2 12-69 0,-1 7 15 0,-1 1 10 0,-3 7-10 0,-4 4-242 0,0 3 121 0,-6 2 61 0,-1 0 30 0,0 3 9 0,-7-5 21 0,-4 2 0 0,-3-4-301 0,-5-1 145 0,-2-4-17 0,-5 2 149 63,2-10-77-63,-4-8 38 0,1-1-42 0,4-6 385 0,1-2-164 0,2 0-67 0,7-2-46 0,7 0 416 0,3-2-193 0,3-3-113 0,0 3-57 0,3 0 40 0,14 1-53 0,2-3 0 16,6 2 156-16,3-1-99 0,0 0-135 0,5-1-4 15,-5 3 0-15,1-2 0 16,1 2 0-16,1-1 0 0,0 1-61 0,0-1 36 0,-4 1 27 0,-2 1-704 15,-3 0 351-15,0-2 116 0,3 0 102 0,-10-1-640 47,2-1 367-47</inkml:trace>
  <inkml:trace contextRef="#ctx0" brushRef="#br0" timeOffset="176659.5">10082 12957 1340 0,'-5'0'0'0,"0"0"0"0,1 0 0 0,0 0 0 0,4 0 0 0,0 0 310 16,0 0-126-16,7 0 251 0,7 0-198 0,4 0-99 47,1 0-49-47,4 0 312 0,-1 0-172 0,1-1-99 0,-2-1-46 0,2 2-314 0,-1 0 134 0,-2 0 68 0,3 0 43 0,-4 0-733 15,-3 0 378-15,-1 0 190 0,-3 5-739 0</inkml:trace>
  <inkml:trace contextRef="#ctx0" brushRef="#br0" timeOffset="176833.03">10200 12954 1126 0,'0'2'0'0,"-5"2"0"0,0 4 0 0,2-1 0 0,1 3 277 0,-3 2-119 0,3 2-59 0,-1 6 290 31,0 0-180-31,0 4-85 0,1 2-42 0,-3 1 140 0,2 3-92 0,2 1-35 16,-1-5-10-16,2-1-435 0,0-4 194 0,0-2 98 16,2-4-614-16,7-4 362 0,1-10 168 0</inkml:trace>
  <inkml:trace contextRef="#ctx0" brushRef="#br0" timeOffset="176951.84">10290 13029 1596 0,'0'0'0'0,"0"0"0"0,0 0 0 0,0 0 0 0,0 0 0 0,0 0 0 0,0 4 0 0,0 4 582 0,0 3-277 0,0 3-123 0,2 4-76 0,-1 2-25 16,1 6 1-16,3 3-33 0,-2 3-10 0,4-1-424 15,-2 1 212-15,3 2 106 0,-2-2-680 0</inkml:trace>
  <inkml:trace contextRef="#ctx0" brushRef="#br0" timeOffset="177245.99">10656 13440 953 0,'8'3'0'0,"-3"1"0"0,4 3 0 0,2 3 0 0,-3 3 0 0,3 3 0 0,-3 6 478 0,0 5-221 0,1 8-109 15,-1 6 223-15,-4 1-172 0,-1 4-81 0,-1 2-23 16,-2-4-30-16,0 0 1 16,0 2-19-16,0-14-52 0,-2-6 0 0,-2-7 42 15,1-9 1-15,-1-6 34 0,1-1 9 0,-1-3-44 16,1-5 1-16,0-11 98 16,3-9-50-16,0-2-24 0,0-9-8 0,6 4-17 0,8-4 1 0,2-2-57 15,3 1 28-15,2 1 0 0,5-3 38 0,-1 6-76 16,3 4 33-16,0 0 0 0,2 5 34 0,2 4-420 15,2 2 186-15,-6 9 102 0,0 9 19 0,0 0-349 32,-4 0 162-32</inkml:trace>
  <inkml:trace contextRef="#ctx0" brushRef="#br0" timeOffset="177583.69">11375 13607 935 0,'0'-12'0'0,"0"1"0"0,0 0 0 0,-1-1 0 0,-1 1 0 0,-3-5 561 0,2 4-268 0,0 3-127 0,-2 1-65 0,1-1 219 0,-3 4-141 0,-3-1-62 0,0 5-1 0,1 1-40 0,-4 0 1 0,2 10 32 0,0 7-37 0,-1 1 10 16,6 3-45-16,2 0 56 15,2 2-28-15,2 1 0 0,0-1-28 0,0 2-54 0,4-4 23 0,7-1-1 16,1 1 32-16,1-3-137 15,1-2 68-15,-2 3 44 16,1-4-165-16,1-3 73 0,-5 2 48 0,-1-2-23 0,0 0 29 0,-4 3-12 16,-2-4 2-16,-2 0 107 0,0-2-40 78,-9-1-19-78,-7 1-27 0,-1-1 78 0,-3-4-34 0,-3 1 13 0,2-5-45 0,-1 0-315 0,2 0 153 0,0 0 78 0,8 0-586 0,2-9 319 0,4-6 158 0,6-2-244 0</inkml:trace>
  <inkml:trace contextRef="#ctx0" brushRef="#br0" timeOffset="177740.44">11443 13687 1309 0,'10'0'0'0,"5"0"0"0,-9 0 0 0,4 0 0 0,-1 2 0 0,-1 5 0 0,0 3 73 0,-2 2-10 0,0 0-26 0,-2 4 929 16,-1 2-464-16,-2-1-233 0,0 3-106 0,1-3-151 16,0-1 25-16,-2-3 0 0,0 1-1 0,0-7-561 15,0 1 289-15,1-4 132 0,-1-4-582 0,0 0 356 16,2-8 178-16,-2-9-497 31,0-4 297-31,1-5 163 0</inkml:trace>
  <inkml:trace contextRef="#ctx0" brushRef="#br0" timeOffset="178082.48">11596 13307 927 0,'2'0'0'0,"-1"0"0"0,3 0 0 0,-1 0 0 0,0 0 0 0,2 2 203 0,3 6-83 0,-3 6-41 15,5 6 9-15,-1 1 116 0,-1 6-84 0,0 2-41 31,-1 7 0-31,3 5-105 0,-3 5 40 0,-2-3-8 0,-2 2-88 0,1-1 60 0,-3-3 29 0,1-3-32 16,2 0 40-16,-3-13-10 16,1-8 11-16,0-5 69 15,-2-8-27-15,1-1-39 0,1-3-33 0,-1-3 59 0,4-16-5 0,0-6-26 16,1-1 21-16,5-3 73 0,-2 2-30 0,1 1-30 16,2 0 14-16,1 1 0 0,0 3-25 0,4 1 137 15,-2 9-73-15,-1-1-33 0,1 8 1 16,1-1 122-16,0 6-77 0,2 0-30 0,-4 4-8 0,0 11 35 15,-2 7-36-15,0 4-1 0,-3 3-37 0,2 0 206 16,-6 2-213-16,-1-1-30 16,1-2 0-16,-3-1 0 0,-1-5 0 0,2 1 0 15,0-9 0-15,-3-5 0 16,0-2 0-16,0-5 0 0,0-2 0 0,0 0-11 0,0 0 2 0,-4-6-513 16,2-6 226-16,-1-6 137 0,1-3 23 0,-1-2-186 15,3-1 147-15,0-1 69 0,0 0-580 0,0-1 324 16</inkml:trace>
  <inkml:trace contextRef="#ctx0" brushRef="#br0" timeOffset="178674.3">12151 13491 1447 0,'-8'-3'0'0,"2"-1"0"0,1 1 0 0,2 1 0 0,3 2 0 0,0 0 0 0,0 6 0 0,8 8 199 15,7 4-81-15,4 2-41 0,1 6 89 0,1 4-55 16,1-1-42-16,-2 2-70 78,-1 3 38-78,0-3 0 0,-6 3 0 0,2 1-74 0,-7-8 32 0,-3-4 0 0,-3-5 42 0,-1-2 52 0,-1-8-26 0,0 0 10 0,-4-8 177 0,-6 0-107 0,2-8-52 0,-1-13-28 0,6-3 26 0,1-7-17 16,2-6-9-16,2 0-148 0,10-5 61 0,2 3 30 0,6 3 1 0,5-8-42 0,-1 10 32 0,3 3 0 31,2 5 40-31,2 4-344 0,-3 7 130 0,5 0 96 0,-8 11-22 0,-2 4 47 0,-4 0-67 0,-2 8 48 16,-4 7-34-16</inkml:trace>
  <inkml:trace contextRef="#ctx0" brushRef="#br0" timeOffset="179505.13">13033 13670 1391 0,'-5'-12'0'0,"2"2"0"0,0-2 0 0,0 1 0 0,-1-2 0 0,1 1 0 0,0 0 0 0,-1 4 0 0,2-1 174 0,-4-3-68 0,0 3 27 16,-1 5-53-16,-3 0 1 0,0 4-45 0,-6 0 36 15,1 16-1-15,-5 6-25 0,2 7-10 0,2 3-37 16,1 8 38-16,2 0-1 0,5-2 0 0,1 4 77 16,6-9-43-16,1-3 0 0,1-4 3 0,9-4-36 15,7-8-1-15,7 1-24 32,-1-15-9-32,5 0 34 0,3-12-1 0,1-12-188 0,-3-8 91 0,5-7 49 0,-8-2 18 15,2-6-408-15,-6-5 200 0,0-1 74 16,-5-1 59-16,2-8-203 0,-8 7 122 0,-5-1 57 0,-3 0 132 0,0 2-38 15,-2-9-8-15,-1 11-30 0,0-3 169 0,0 8-84 16,0 3-43-16,-4 10 62 0,-1 8-60 0,-4 21 0 141,1 5 0-141,-1 2 382 0,0 22-188 0,1 5-42 0,0 10-58 0,2 5-10 0,3 9-27 0,1 5 0 0,2 4-28 0,0 1 1 0,0 6 8 0,0-9 316 0,0-4-162 0,4 2-81 0,3 0-41 0,2-7-82 0,2 9 50 0,3-19-8 0,-3-4-1 0,3-7-432 0,-2-5 217 0,-2-8 107 0,2 2 18 0,-2-16-782 0,-1-3 400 0,2-1 200 0</inkml:trace>
  <inkml:trace contextRef="#ctx0" brushRef="#br0" timeOffset="179777.65">13482 13493 2096 0,'0'-2'0'0,"0"-1"0"0,0 3 0 0,1 0 0 0,1 0 0 0,-1 0 0 0,2 11 0 0,2 8 368 0,-2 5-166 0,2 7-83 0,-1 3 183 0,1 5-123 0,-2 2-76 0,0 1-34 0,0-1-7 0,-2-3 0 0,0-4-26 16,-1 0 10-16,0-13-103 16,0-9 47-16,0-4 23 0,0-4-100 0,0-4 70 15,0 0 22-15,0-18 6 0,0-9-1 0,3-3 27 16,2-8-54-16,6-5-49 0,1 0 21 0,5-2 27 16,5 1-5-16,3 2 8 0,2 1 12 0,8-4 2 15,-1 12 4-15,4 8 31 0,1 0 7 0,0 11-38 16,-2 5 83-16,-3 2-36 15,-7 7-5-15,-4 0 8 16,-7 4-41-16,-1 6 1 0,-7 0 16 0,0 2-176 0,-5-5 81 0,-3 1 39 16,0-1 10-16,0-3-426 0,-3 0 205 0,-3-1 106 15,-2-2 32-15,-1-1-312 16</inkml:trace>
  <inkml:trace contextRef="#ctx0" brushRef="#br0" timeOffset="183673.82">14469 13500 1943 0,'-10'-9'0'0,"3"2"0"0,1 0 0 0,4 6 0 0,2 0 0 0,0 1 0 0,2 0 0 0,7 0 595 0,8 0-267 0,2 0-150 0,7 0 166 0,0 0-152 16,2 0-76-16,0 0-42 0,5 0-25 0,-6 0-10 0,4 0 0 0,-1 0-347 0,0-3 174 0,-1 1 87 0,1 1 52 0,-8 1-799 0,-5 0 413 0,-2 6 115 0</inkml:trace>
  <inkml:trace contextRef="#ctx0" brushRef="#br0" timeOffset="183830.98">14505 13762 2308 0,'-17'0'0'0,"7"2"0"15,1 0 0-15,3 2 0 0,5 2 0 0,1-3 0 0,0 2 0 0,10 1 394 0,11-3-178 0,4 0-89 0,4 1 93 0,4-1-92 0,6 1-35 16,-3-3-10-16,1 2-277 16,2 0 116-16,1 0 57 0,-1 0 30 0,4-1-666 15,-7 1 342-15,-1-3 177 16</inkml:trace>
  <inkml:trace contextRef="#ctx0" brushRef="#br0" timeOffset="183987.24">15063 13617 1926 0,'0'-2'0'0,"-2"-1"0"0,2 3 0 0,0 0 0 0,0 0 0 0,4 0 0 0,11 0 826 0,4 0-381 0,6 0-208 15,4 0-100-15,5 0 173 0,5 0-260 0,2 0-50 16,4-3 0-16,-3 1 0 0,-1 0 0 0,-2-2 0 15,-4 3-411-15,-3 1 62 0,0-3 203 0,-13 3-949 16,-3 0 542-16</inkml:trace>
  <inkml:trace contextRef="#ctx0" brushRef="#br0" timeOffset="184544.13">16341 13271 1158 0,'-11'-20'0'0,"3"3"0"0,-3 0 0 0,3-4 0 0,0 1 0 0,2 0 172 15,-3-3-68-15,3 1 97 0,-2 0-82 0,-3-4-31 0,3 6-10 0,-1 2 66 16,1 1-53-16,-4 4-27 0,2 1 0 0,-1 4 44 31,-1 7-40-31,1 1 0 0,-3 0-31 0,3 13 41 16,-2 11 0-16,0 11-32 0,3 1 116 0,5 10-62 0,-1 5-32 0,5 4 0 0,1 4 36 0,0 6-25 16,0-7-9-16,0 1 110 15,7 0-72-15,-2 1-35 0,1 3 0 0,2 9-80 16,-5-14 18-16,-1-1-1 0,1-4 28 0,-3-3-154 15,0-3 76-15,-8 2 49 47,-3-15-270-47,-3-6 127 0,-1-4 78 0,-2-6 3 0,1-6-296 0,-1-3 131 0,4-9 97 0,1 0-99 0,3-2 91 0,2-10 47 16,1-2-11-16,6-6-354 0,0-4 205 0,0-6 102 0,6-3 52 0</inkml:trace>
  <inkml:trace contextRef="#ctx0" brushRef="#br0" timeOffset="184717.12">16243 13767 1062 0,'15'-8'0'0,"2"3"0"0,5-2 0 0,-2 6 0 0,2-3 0 0,3 2 0 0,6 1 0 0,-1-1 669 0,7 0-306 0,-4 0-168 78,2 1 256-78,-2-1-207 0,0 1-103 0,0 0-52 0,2 1-254 0,-8 0 96 0,-2 0 53 0,-6 0 27 0,-1 0 0 0,-5 0 26 0,1 0 9 15,-11 0-926-15,-1 1 458 0,-2 0 150 0,0 2 142 0</inkml:trace>
  <inkml:trace contextRef="#ctx0" brushRef="#br0" timeOffset="184860.06">16534 13692 1560 0,'-14'6'0'0,"3"2"0"0,1 2 0 0,0 3 0 16,-1 5 0-16,6 1 0 16,-1 6 0-16,3 4 288 0,0 2-125 0,0 5-54 0,3-3 183 0,0 0-127 0,0 0-64 0,0-1-232 0,0-3 85 0,0 1 50 15,0-6-8-15,3-6-517 0,3-1 280 0,1-6 139 16,3-4 69-16,1-5-300 31,1-2 94-31</inkml:trace>
  <inkml:trace contextRef="#ctx0" brushRef="#br0" timeOffset="185019.15">16657 13834 572 0,'3'-7'0'0,"-1"1"0"0,1 2 0 0,-2 0 0 0,2 2 300 0,-1 2-137 0,1 0-62 16,-1 11 557-16,1 8-302 15,0 2-163-15,0 5 143 0,-2 0-154 0,1 4-72 16,0 2-37-16,-1-2-313 0,1-1 139 0,-1 4 78 15,1-5 26-15,-1 1-568 0,-1-7 302 0,0-1 150 47,0-2 75-47,0-2-301 0,0-7 67 0</inkml:trace>
  <inkml:trace contextRef="#ctx0" brushRef="#br0" timeOffset="185338.23">16395 12898 1854 0,'-3'-24'0'0,"3"4"0"0,0 6 0 0,5-1 0 0,7 8 0 15,1 5 0-15,1-1 0 0,3 3 0 0,1 0 156 0,2 12-50 0,-4 5-39 16,0 0 5-16,-2 7-35 0,-2 2 0 0,-5 2-188 0,-1 6 104 0,-5-4 37 0,-1 2 24 0,-1 1-175 0,-11-1 100 0,-1-4 48 15,-4 5 35-15,-1-10-112 0,-2 0 49 0,-3-7-32 0,0-3 216 0,2-2-90 16,-4 0-36-16,7-6 164 0,4-1-92 0,2-3-32 16,5-1-28-16,2 0 319 15,4 2-147-15,1-2-86 0,1 0-40 0,15 0 128 0,3 0-83 0,4 0-42 16,3 0 10-16,2 0 65 16,2 0-59-16,1 0-28 0,2 0-234 0,0-2 102 15,4 1 60-15,-6-1-281 0,1 0 162 0,-3 0 81 16,-1-1 40-16,-1 1-957 0,4-1 453 0</inkml:trace>
  <inkml:trace contextRef="#ctx0" brushRef="#br0" timeOffset="185491.39">16803 13022 1566 0,'-10'-7'0'0,"5"1"0"0,2 5 0 0,1 0 0 0,2-2 0 0,0 3 0 0,10 0 0 0,8 0 0 0,5 0 633 0,3 0-298 0,3 0-149 16,1 0 25-16,4 0-77 15,-5-3-54-15,4 3-558 0,-5 0 257 0,2 0 129 0,-2 0 65 0,0 0-345 16,-10 0 200-16,-5 3 104 0</inkml:trace>
  <inkml:trace contextRef="#ctx0" brushRef="#br0" timeOffset="185638.86">16928 13022 737 0,'-15'6'0'0,"2"6"0"0,1 0 0 0,2 3 0 15,1 5 0-15,1 1 0 0,4 1 594 0,1 2-278 0,3 3-140 0,0-1 114 0,0 4-118 16,0-8-72-16,0 2-389 0,0-5 163 0,3-1 81 16,1-1 41-16,5-2-729 0,2-9 363 0</inkml:trace>
  <inkml:trace contextRef="#ctx0" brushRef="#br0" timeOffset="185792.57">17068 13066 2070 0,'0'0'0'0,"0"0"0"0,0 1 0 0,0 2 0 0,0 2 0 0,2 4 0 0,-1 0 0 0,1 6 0 0,2 3 0 0,1 6 197 0,-1 0-80 0,0 3-407 0,2 2 164 0,0 2 81 0,3 3 50 0,1-7-685 0,-1-2 341 0,2-1 172 0</inkml:trace>
  <inkml:trace contextRef="#ctx0" brushRef="#br0" timeOffset="186015.4">17306 13343 533 0,'2'0'0'0,"1"3"0"0,2 2 0 0,2 2 0 0,0 6 439 0,2 3-192 0,2 10-109 0,-2 5-51 0,2 9 113 15,0 5-81-15,-2 6-42 16,-1 4 36-16,-1-7-43 0,-4-2 1 0,-1-3-104 16,0-7 36-16,-2-10-1 0,0 1 44 0,0-17 59 15,0-9-35-15,0-1 1 0,-6-1-34 0,3-16 221 16,3-8-116-16,0-6-52 0,0-5-26 0,2-4 9 15,8-2 0-15,4-5-27 0,3 5-96 0,2 1 43 16,5 1 0-16,2 5-334 0,2 0 189 0,3-3 101 16,0 16 40-16,2 3-820 15,1 9 398-15</inkml:trace>
  <inkml:trace contextRef="#ctx0" brushRef="#br0" timeOffset="186580.35">18144 13541 385 0,'0'-19'0'0,"0"-3"0"0,0 3 0 0,0 0 0 0,0-3 0 0,0 7 300 16,-3-2-131-16,-4 2-67 0,-3 3-33 0,-1 3 145 15,-6-2-79-15,1 8-55 16,-4 3 53-16,-3 2-49 0,-3 15-24 0,-2 8 10 16,-3 8 9-16,5 7-42 0,1 3-1 0,5 7 107 15,4 0-54-15,6 0-26 31,2 4 9-31,8-11 96 0,0-5-66 0,3-7-33 0,12-1 1 0,3-9-63 0,5-1 38 0,2-13-8 16,1-7-161-16,1 0 81 0,1-15 39 0,0-9-259 16,3-7 141-1,-7-4 69-15,0-7 37 0,-2-5-203 0,-3-3 107 0,0-3 9 0,2-6-28 0,-8 5-74 16,-2-1 84-16,0-8 43 0,-3-1-1 0,-2-2 44 31,2-14-11-31,-1 12 10 0,-4 3 39 0,1 9 1 0,-3 13-41 0,-1 17 259 0,0 6-138 16,0 20-55-16,-5 4-22 0,-5 18 220 0,0 12-82 0,1 7-74 15,-2 8 21-15,3 3 273 0,2 6-164 0,0 3-83 16,1 5-40-16,-2-1 66 0,3 12-45 0,3-17-36 16,1 1-275-16,0 0 124 0,1-2 62 0,10 7-642 15,5-19 323-15,1-4 181 63,8-4 33-63,-2-10-491 0</inkml:trace>
  <inkml:trace contextRef="#ctx0" brushRef="#br0" timeOffset="187263.88">18691 13542 1100 0,'0'-27'0'0,"0"-4"0"15,-1 9 0-15,-7 3 0 0,0 4 0 0,-1 5 0 0,-5 6 0 0,-3 3 527 0,-3 1-250 0,-2 22-120 0,-2 9 206 0,-3 6-164 16,1 6-81-16,1 6 39 0,8-3-65 0,2 0-28 16,5-4 0-16,7-4-68 0,1 0 0 0,2-1 50 15,0-13-10-15,12-3-201 16,3-8 101-16,7-4 50 0,0-9 25 0,1 0-116 94,-1 0 41-94,1-17 47 0,-1-7-402 0,0-2 199 0,-3-2 53 15,2-3 57-15,-5 2 39 0,0 0 0 0,-4 2 35 0,2 1-99 0,-3 2 49 0,1 1 16 0,-7 10 9 0,-2 1 338 0,-1 6-157 0,-2 5-78 0,0 1 99 0,0 8-60 0,-5 13-49 0,0 5-27 0,0 2 413 0,3 2-193 0,2 1-68 0,0-4-78 0,0-3 0 0,2-1-43 16,5-3 0-16,4-4-135 0,3 1 77 0,2-9 24 15,2-4 1-15,1-4-133 0,1-3 83 0,1-9 19 16,0-8 35-16,-5-3-332 0,0-2 157 0,-3-3 35 16,-5 2-5-16,-1 0 45 0,-3-4 20 0,-2 4-1 15,-2 2 38-15,0 3-1 0,-8-3 1 16,-3 9 87-16,-3-4-53 0,0 11 9 16,-3 3-43-16,3 4 285 0,-2 1-138 0,5 0-62 15,0 0-23-15,4 6 213 0,3-1-112 0,3 3-24 16,1 1-107-16,0-1 32 0,8 0 53 0,5-4-243 15,6 2 99-15,0-5 55 0,5-1 0 0,2 0-320 16,4 0 167-16,-1-1 54 16,-1-6 51-16,0-3-156 0,-2 4 88 0,-2-6 44 0,0 3 120 0,-9 0-33 15,-6 4-1-15,-3 1-42 0,-2 1 106 0,-2 0-53 16,-2 3-36-16,-2 0 375 16,-11 0-186-16,0 8-56 0,-4 4-59 0,4-2 317 15,0 5-159-15,4-4-93 0,0 0-42 0,6 1-10 16,-1-2 0-16,4 4-23 0,0-4-164 0,0 0 77 15,2 0 40-15,8 1-1 0,2-1-224 0,0 1 140 16,2-1 58-16,-1 0-146 0,0 0 92 0,-1-1-2 16,-3 3 39-16,0 1-201 15,-6-2 110-15,-1 2 50 0,-2 1 25 0,0 0 83 32,-3-1-28-32,-8-1-10 0,-2-2 209 0,-1-1-114 0,2-2-57 0,-1-1-29 0,0-2 239 0,0 0-104 15,2-3-64-15,3-1-23 0,2 0 0 0,1 0 10 16,4 0-1-16,1 0-332 0,0-5 148 0,0-1 87 15,4-2 35-15,6 0-447 0,0-1 220 0,3 1 69 47,0 0 74-47,0 0-285 0,0 0 172 0</inkml:trace>
  <inkml:trace contextRef="#ctx0" brushRef="#br0" timeOffset="187673.9">19369 13551 1263 0,'0'-10'0'0,"-1"3"0"0,1-2 0 0,0 2 0 0,0 2 0 0,0 0 0 0,0 0 452 0,1 4-212 0,6 1-102 0,2 0 30 0,-3 0-67 0,2 8-32 0,0 7 9 0,1 2-76 15,-4 9 34-15,-1 1 0 0,-1 4 0 0,-1 2-68 16,0 6 44-16,-2-7-10 0,0 2 34 0,0-2-93 0,-4-3 46 0,-2-2 24 47,1 4-24-47,-2-11-6 0,0-6 2 0,3-2 211 0,-1-3-94 0,-1-6-42 0,3-3 3 0,-2 0 111 0,5-17-66 0,0-7-36 15,5-8 0-15,7-2-44 0,7-4 17 0,1-4-9 16,5-1-90-16,5-2 44 0,1 3 24 0,2 2-1 16,4-3-266-16,-1 13 139 15,-4 4 50-15,0 8-629 32,2 5 306-32,-4 6 176 0,4 0 74 0</inkml:trace>
  <inkml:trace contextRef="#ctx0" brushRef="#br0" timeOffset="187949.3">20204 13701 1469 0,'-1'-17'0'0,"-4"3"0"0,4 3 0 0,1 1 0 0,0 7 0 0,1 0 412 15,10 1-188-15,3 2-95 0,5 0-46 0,4 0 442 0,1 0-249 0,2 0-121 32,1 0-181-32,2 5 30 15,0-2 1-15,5 1-245 0,-11 0 133 0,2-1 71 0,-5 3 36 0,-4 0-946 0</inkml:trace>
  <inkml:trace contextRef="#ctx0" brushRef="#br0" timeOffset="188098.94">20162 13926 1170 0,'-12'0'0'0,"0"3"0"0,2 3 0 0,9-5 0 0,1 4 0 0,0-5 500 0,9 3-232 0,11-3-116 16,7 2-50-16,4-1 613 0,2-1-339 0,4 0-171 15,3 3-397-15,-2-3 113 31,9 0 67-31,-6 0 18 0,5 0-955 0</inkml:trace>
  <inkml:trace contextRef="#ctx0" brushRef="#br0" timeOffset="188523.56">21085 13428 1348 0,'0'-2'0'0,"0"1"0"0,3 1 0 0,3 0 0 0,2 8 0 0,2 11 0 0,2 8 0 0,0 7 0 0,1 11 160 0,-1 9-61 0,-2 4-32 0,0 7-57 0,-7-7-8 0,-1-4 34 16,-2-6 0-16,0-8 34 0,0-7-34 0,-6-4 10 16,-2-17-10-16,3-8 60 15,1-4-30-15,-3 0 0 0,3-7 231 0,-1-12-121 0,5-7-74 16,0-6 72-16,0-7-69 0,6-4-34 0,8-3 0 0,5-8-76 47,2 7 17-47,2-4-1 0,2 3 25 0,1 5-168 0,1 2 84 0,2-4 51 0,-2 17-9 0,-1 5-183 0,-2 8 104 0,1 10 60 0,-4 5-717 15,4 0 344-15,-9 13 185 0</inkml:trace>
  <inkml:trace contextRef="#ctx0" brushRef="#br0" timeOffset="189265.79">21808 13692 739 0,'0'-12'0'0,"0"0"0"0,-3-1 0 0,-1-1 0 0,0-1 0 0,-1 1 418 15,-1-4-182-15,-3 4-105 0,2 0-47 0,-2 2 188 0,1 4-118 0,-4-2-59 16,-1 6 8-16,-1 4-38 16,-1 0 0-16,-2 8-45 0,-1 11 16 0,0 7 0 15,-4 7 9-15,6 4-18 0,-2 0 9 0,7 3 1 16,1 0-1-16,3-4 27 0,2 3 9 0,5-10-36 15,0 0 0-15,2-5-29 0,13-6 1 0,0-4 28 16,9 0-185-16,-1-13 80 0,5-1 47 0,0-1-117 16,2-16 77-16,-1 0 26 0,2-7 3 15,-7 1-282-15,0-3 147 0,-3 0 44 0,-2 2 46 16,-3-1-22-16,1-1 23 0,-8 11 10 16,-5 2 30-16,0 3 132 0,-2 3-65 0,-1 3-43 15,-1 4 242-15,-1 0-132 94,-7 10-66-94,-2 8 155 0,0 1-98 0,2 3-12 0,0-1-38 0,6 0 49 0,-1 1-34 0,3-5 73 0,0 2-44 0,0-3-61 0,3-5 15 0,7-1 0 0,1-5 0 0,6-5-142 0,3 0 71 0,2-3 44 0,0-9-152 0,1-7 65 0,-3-4 46 0,2-2-70 0,-3 0 49 0,1-4-8 0,-6 3 26 0,-4 2-55 16,-3-1 32-16,-1 1 0 0,-6 2 0 0,0-4 62 15,0 6-36-15,-11 6-4 16,-3 2 3-16,-1 0 125 0,-2 8-59 0,-2 0-30 0,3 4 243 0,-1 0-118 15,5 2-66-15,-2 4 160 32,6 3-101-32,-2-1-27 0,7-1-37 0,3 3-19 0,0-3-2 0,0 3 0 0,3-3 0 0,9 0-127 0,2-5 59 0,8-2 35 15,1 0-1-15,2 0-311 16,0 0 165-16,9-7 59 0,-5 0-179 0,1-5 98 16,0-2 71-16,-2 0 86 0,-6 1 0 0,4 2-36 15,-9 2 9-15,-7 0 97 0,-5 4-49 0,-2 2-24 16,-3 2 0-16,0-2 318 0,-5 3-136 0,-8 0-91 15,-4 11 9-15,1 2 299 0,-2 1-159 0,5 1-101 16,1-3 122-16,3 5-107 16,4-3-53-16,2 1-84 0,1 2 40 0,2-5-9 15,0 2 0-15,6-1-244 0,5 1 122 0,5-3 61 0,3 4 40 16,1-5-136-16,5 2 71 0,-5-4 41 16,2 4-41-16,-4-3-208 0,0 4 66 0,-7-4 85 15,-2 3 46-15,-6 0 25 0,-3 1 0 0,0-1 116 16,-5 2-67-16,-11-2-20 15,-2 0 0-15,-2-2 52 0,-3-1-27 0,2-1-1 16,-3 2-8-16,5-6-100 0,5-1 37 0,1 1 43 16,3-4 43-16,5 0-506 0,0 0 204 0,5-8 123 15,1-11-484-15</inkml:trace>
  <inkml:trace contextRef="#ctx0" brushRef="#br0" timeOffset="189551.62">22508 13532 1937 0,'9'-7'0'0,"0"0"0"0,1 2 0 0,0 3 0 0,0 2 0 0,0 0 0 0,1 6 0 0,2 6 357 0,-2 9-164 0,0 2-79 0,-3 4 136 0,0 5-108 0,-1 2-52 16,-1 6-18-16,-5-3-118 0,-1 3 41 0,0-1 0 15,0 0 42-15,-7 0-79 16,-5-13 34-16,1-5 1 0,-3-3-69 0,2-11 57 16,0-3 27-16,-2-4 54 0,7-1-59 0,-1-16 23 15,3-6-59-15,2-6 89 0,3-1-21 0,0-7-33 16,4 3 3-16,11-4-37 0,3 4 11 0,3 1 31 15,4-1 31-15,6-3-366 16,1 8 163-16,5 5 76 63,6 2-172-63,-2 4 120 0,2 7 34 0,1 1-449 0,-10 8 263 0,-4 2 127 0</inkml:trace>
  <inkml:trace contextRef="#ctx0" brushRef="#br0" timeOffset="189725.8">23103 13174 1546 0,'0'-9'0'0,"0"2"0"0,0 3 0 15,0 2 0-15,0 2 0 0,0 10 192 0,0 14-78 0,0 12 659 0,-1 13-372 0,-5 10-183 16,-2 7-91-16,-2 13 275 16,-4 12-244-16,6 0-158 0,-5 2 0 0,4 3 0 15,1-7 0-15,1-6 0 0,3 1-385 0,4-22 157 16,0-5 131-16,0-6 67 0,0-5-748 0,0-8 332 15,0 3 212-15,0-16-326 0</inkml:trace>
  <inkml:trace contextRef="#ctx0" brushRef="#br0" timeOffset="190072.65">23240 14089 1804 0,'0'-10'0'0,"3"3"0"0,0 1 0 0,2-1 0 0,2 0 0 0,4 0 0 0,5 0 0 0,2 2 0 0,5-1 267 0,5 2-116 0,8 2-58 15,2 2 79-15,6-3-60 0,-1 3-42 0,0 0-203 0,-3 0 84 0,1 0 42 16,-3 3 0-16,1 3-433 16,-10 0 233-16,-3-4 121 0,-5 1 61 0,-4 1-313 15,-5-1 109-15,-3-1 104 0</inkml:trace>
  <inkml:trace contextRef="#ctx0" brushRef="#br0" timeOffset="190232.67">23449 14086 1838 0,'-7'3'0'0,"-1"4"0"0,2 2 0 0,0 5 0 0,2-1 0 0,2 5 0 0,2 3 274 0,0 3-119 15,0 4-60-15,0 3 191 0,0-2-131 0,0 0-59 16,0-2-31-16,0-1-127 15,2-2 49-15,-2 0 32 0,1-7-8 0,-1-5-586 0,3-5 305 0</inkml:trace>
  <inkml:trace contextRef="#ctx0" brushRef="#br0" timeOffset="190392.86">23614 14134 2028 0,'0'0'0'0,"0"0"0"0,0 0 0 0,0 0 0 0,0 2 0 0,0 8 0 0,0 5 462 0,0 7-213 0,0 7-98 0,0 2-63 16,0 3-26-16,0 3-1 0,0-1-26 0,0-3-166 0,1 2 91 0,1-8 34 16,-1-6-393-16,1-7 218 0,0-1 107 0,1-6 55 15</inkml:trace>
  <inkml:trace contextRef="#ctx0" brushRef="#br0" timeOffset="190736.89">23295 13207 1476 0,'-2'-28'0'0,"2"3"0"0,0 8 0 0,12-4 0 0,9 9 96 0,3 6-39 0,3-2 0 0,2 7 267 0,1 1-144 0,2 3-63 0,-5 13-45 0,-4 4-120 0,-5 6 41 0,-4 4 1 0,-10 3 42 0,0 4-247 0,-4-3 116 0,-10 0 62 15,-11-1-16-15,-2-1 30 0,-3-3-1 0,-4 2 34 16,1-8 269-16,-2-5-141 16,1-1-63-16,2-5 153 0,0-4-105 0,1 1-56 0,10-6-29 0,5-3 364 15,2 0-185-15,9 0-93 16,1 0-46-16,0 0 92 0,19 0-171 0,5-1-3 16,8-1 0-16,4 2 0 15,0-2 0-15,5-1 0 0,-3 3 0 0,-1-3 0 0,1 2-50 0,-1-2-276 16,-1 3 181-16,1-4 70 15,-7 1 48-15,-2-2-855 0,-3-2 424 0,-5-2 211 16,-1 3 105-16</inkml:trace>
  <inkml:trace contextRef="#ctx0" brushRef="#br0" timeOffset="190892.05">23734 13229 2130 0,'-8'-7'0'0,"2"2"0"0,1 0 0 0,5 1 0 0,0 1 0 0,0 3 0 0,9 0 0 0,7 0 0 0,7 0 392 0,5 0-169 0,2 0-98 0,0 0 169 0,4 0-130 0,-2 0-63 0,0 0-417 16,4 0 185-16,-5 0 79 0,-4 0 44 0,-3 0-336 0,-8 0 190 0,-1 0 95 16,-4 3 56-16,-9 1-865 15</inkml:trace>
  <inkml:trace contextRef="#ctx0" brushRef="#br0" timeOffset="191047.93">23877 13210 1711 0,'-11'3'0'0,"2"2"0"0,2 2 0 0,-2 2 0 0,5 2 0 0,-2 3 0 0,5 5 0 0,0 0 0 0,1 4 299 0,-2 4-122 0,2-2-75 0,0 2-18 0,0-4-24 0,0 2 0 0,0-2-587 32,0 1 291-32,0-7 131 0,0-3 70 0</inkml:trace>
  <inkml:trace contextRef="#ctx0" brushRef="#br0" timeOffset="191149.42">23964 13304 805 0,'0'2'0'0,"0"1"0"0,0 2 0 16,0 3 0-16,0 1 369 0,0 7-166 0,0 4-84 0,0 5 570 0,1 4-318 31,2 1-172-31,-1 3-82 0,0 3-271 0,-2-2 95 0,0 5 48 0</inkml:trace>
  <inkml:trace contextRef="#ctx0" brushRef="#br0" timeOffset="192077.32">20645 13827 669 0,'-9'0'0'0,"3"2"0"0,-2-2 0 0,3 2 0 0,4-1 239 0,1 1-100 0,0-2-42 109,0 5 434-109,14-5-247 0,5 0-123 0,5 0 359 0,6 0-241 0,3 0-111 0,1-2-71 0,0-1-6 0,3-2-27 16,-1 1 0-16,6-3-17 0,-5 2-10 0,1 0 1 0,0 2-1 0</inkml:trace>
  <inkml:trace contextRef="#ctx0" brushRef="#br0" timeOffset="192699.86">24496 13750 2287 0,'-20'0'0'0,"7"0"0"0,6 0 0 0,4 2 0 0,3 5 0 0,2-1 0 0,11 1 0 0,10 0 0 0,9-3 309 0,7 0-136 0,10-4-69 0,-2 0-21 16,9 0-14-16,-5 0-9 0,-1 0-24 16,0 0-142-16,0 0 71 0,-5-3 36 15,2 2 9-15,-16 1 27 0,-5 0-1 0,-13 0 1 16</inkml:trace>
  <inkml:trace contextRef="#ctx0" brushRef="#br0" timeOffset="192853.44">24826 13488 1425 0,'-11'0'0'0,"0"-3"0"0,3 3 0 0,2 0 0 0,3 6 0 0,0 11 0 0,0 11 772 0,1 9-359 0,2 7-192 15,0 11-93-15,0 10 193 0,0 9-142 0,0 9-63 31,0-12-68-31,5 0-12 0,6-6 1 0,2-6-1 0,5-5-1101 0</inkml:trace>
  <inkml:trace contextRef="#ctx0" brushRef="#br0" timeOffset="193370.06">26115 13499 770 0,'-7'-27'0'0,"-1"2"0"0,1 3 0 0,1-2 0 0,-5-5 76 0,6 5-7 16,-3-2-38-16,-3 1 251 0,0-1-122 0,2-1-62 16,-8-4-20-16,6 11 23 0,-3 1-32 0,0 7 0 15,-5 4-31-15,0 6 96 0,-1 2-39 0,0 6-33 16,-2 12 131-16,3 11-77 0,1 3-39 0,2 6-1 15,-2 9 167-15,11 2-107 0,2 2-50 16,4 4 84-16,1 2-66 0,0 2-34 16,0 6 10-16,5-10 44 0,3 2-44 0,4-2 0 15,2 3-42-15,-2-8-86 0,2 6 53 0,-5-12-10 16,0-6 42-16,-5-4-235 16,-2 0 118-16,-2-7 59 0,-5 7-139 0,-9-15 63 0,-4-2 54 0,-2-4-59 15,-3-2 46-15,0-5-18 0,-6-2 19 0,8-4-121 16,-1 0 69-16,4 0 35 0,1-4 0 0,3-5-201 15,2 1 108-15,8 0 69 0,4 1-354 0,0-3 207 16,3 0 102-16</inkml:trace>
  <inkml:trace contextRef="#ctx0" brushRef="#br0" timeOffset="193627.1">26125 14023 1032 0,'-13'0'0'0,"5"0"0"0,-3 0 0 0,2-2 0 16,0 2 0-16,2-3 0 0,2 3 0 0,2 0 0 0,3-2 0 0,0-1 11 0,0 2 27 0,4-1-36 0,7 1 34 0,2-2-1 0,3 3 0 0,2 0 211 0,-2 0-104 0,4 0-43 0,-3 0-35 0,2-2 145 0,1 2-85 0,-4 0-44 15,1 0 1-15,4 0 189 0,-4 0-120 0,0 0-57 16,1-3-352-16,1 3 148 47,-3 0 74-47,5 0 47 0,-5 0-739 0</inkml:trace>
  <inkml:trace contextRef="#ctx0" brushRef="#br0" timeOffset="193799.86">26188 14053 1994 0,'-15'4'0'0,"3"0"0"0,-2 6 0 16,7-2 0-16,-1 4 0 0,6 2 0 0,0 1 0 0,2 2 345 0,0 5-144 0,0-5 106 16,0 2-135-16,4 1-66 0,2 1-35 0,0-2-246 15,-1 3 115-15,0-5 45 0,-1 1 26 0,-1-4-599 16,-1-1 314-16,-1-2 155 0,1 1 88 0,0-7-753 16</inkml:trace>
  <inkml:trace contextRef="#ctx0" brushRef="#br0" timeOffset="193973.66">26285 14113 2622 0,'-1'0'0'0,"1"0"0"0,-1 0 0 0,-1 0 0 0,2 3 0 0,-1 6 0 0,1 2 0 0,0 3 0 16,0 4-2-16,0 7 267 0,0-1-120 0,0 5-55 0,0 0-247 0,0 1 97 0,0-2 48 15,0 3 33-15,0-8-661 0,0-3 339 0,0-2 169 31,0-7-693-31</inkml:trace>
  <inkml:trace contextRef="#ctx0" brushRef="#br0" timeOffset="194299.16">26278 12959 1040 0,'5'-17'0'0,"4"2"0"0,1 10 0 0,3 1 0 0,2 4 341 0,1 0-151 0,0 8-77 0,4 5 89 0,-3 11-87 0,-2-1-39 0,-3 6 0 0,-6 2-172 0,-1 7 66 0,-4 3 43 0,-1-4-10 0,0-2-252 0,-10 2 140 0,-7-3 69 0,-3-2-80 0,-3 2 65 15,-3-13 30-15,4-4-1 0,-1-2 195 0,1-6-101 16,2-4-36-16,1 4 140 15,8-9-87-15,3 0-55 0,1 0 0 0,7 0 402 16,0 0-198-16,4-2-88 0,8-2-59 0,9-1 101 16,7 1-76-16,-1-2-37 0,4 1-156 0,6-1 69 15,-4 0 19-15,5 1-476 0,-2-2 254 0,1 1 125 16,3-2 73-16,-6-1-407 0,-4 1 215 0,-1-4 36 16</inkml:trace>
  <inkml:trace contextRef="#ctx0" brushRef="#br0" timeOffset="194457.7">26667 13055 2499 0,'-1'-4'0'0,"0"-1"0"0,1 5 0 0,0 0 0 0,1 0 0 0,15 0 0 0,7 0 0 0,5 0 0 0,5 5 0 0,2-1 311 0,3 1-137 0,0 2-232 0,6-2 48 0,-1 0 23 0,2 0 10 0,-9 0-673 0,-5-2 344 0,-6-1 171 0,-5-1 87 0,-6 0-409 16</inkml:trace>
  <inkml:trace contextRef="#ctx0" brushRef="#br0" timeOffset="194587.96">26881 13039 1307 0,'-15'0'0'0,"0"2"0"0,2 3 0 0,0 4 0 0,2-1 0 0,5 4 0 0,2 5 0 0,2 2 316 0,2 3-139 0,0 4-61 0,0-1 168 0,0 1-124 0,0 1-61 0,2-1-367 0,4 0 152 0,0 1 86 0,0-7 29 0,2-4-772 0</inkml:trace>
  <inkml:trace contextRef="#ctx0" brushRef="#br0" timeOffset="194732.59">27010 13116 1483 0,'0'-2'0'0,"0"-1"0"0,0 0 0 0,0 3 0 0,0 0 0 0,2 2 0 0,-1 13 785 0,0 7-374 0,1 5-177 16,-2 6-51-16,0 5-72 15,0 3-38-15,0 7-579 16,0 2 271-16,0 6 146 0</inkml:trace>
  <inkml:trace contextRef="#ctx0" brushRef="#br0" timeOffset="195831.63">27379 13684 885 0,'-7'-18'0'0,"-5"1"0"0,2 1 0 0,0 5 0 0,-3 4 0 0,-1 4 0 0,-6 3 213 15,-4 0-87-15,-4 12-35 16,0 12-9-16,0 9 12 0,1 8-28 0,0 3 0 16,4 4-29-16,2 2 123 0,10-9-67 0,7-5-27 0,4-2 77 0,4-9-53 15,16-4-26-15,5-4-56 31,8-13-9-31,0-4 39 0,4-1-1 0,1-13-139 0,-1-7 69 0,1 1 45 0,-8-4-9 0,-6 0-46 0,-2 0 21 16,-2 4 26-16,-6-1-26 0,0 2-101 16,-8 4 35-16,-4 7 42 0,-2-1 125 0,0 8-45 15,0 1-19-15,-8 0 173 0,-5 16-91 0,0 5-46 16,3 4-12-16,1-2 121 0,6 2-47 0,1-3-45 16,2-3 2-16,0-2-114 15,8-2 41-15,7-3 0 0,3-3 49 0,2-4-106 0,2-5 49 0,1 0 24 16,0-9-258-16,-1-8 131 0,1-1 39 15,-8-3-85-15,-4-3 56 0,-4 3 43 16,-2-2-12-16,-5-1 81 0,0-2-65 0,0 4 19 16,-12 4 1-16,-7-2 95 0,-1 0-48 0,-2 7 1 15,-3-4-44-15,1 9 47 0,0 3-6 0,1 2 1 16,5 0 131 46,1 3-73-62,3 0-19 0,3 0 87 0,8 0-52 0,3 6-35 0,0 0-2 0,12-1-61 0,10-1 50 0,7-4-11 0,9 0 12 0,3 0-180 0,7-2 81 0,-2-6 41 0,9-3-127 0,-5 0 78 0,-4-2 28 0,1-1 0 16,-6-1-106-16,-5-1 64 0,-1 3-1 0,-14 2 167 16,-10 4-56-16,-6 1-29 0,-4 6-27 0,-1-3 316 15,-1 1-150-15,-14 2-63 0,0 0-42 0,-4 0 346 16,-1 5-153-16,1 4-97 0,-1 2-17 0,1 0 126 16,5 1-98-1,1 1-51-15,5 0 2 0,1-2-26 0,0 4 10 0,7-4-109 16,0 1 37-16,0 0 0 0,7-2 37 0,5 2-169 15,7-3 80-15,2-1 44 0,1-1 1 0,6 1-259 32,-3-1 139-32,2 3 30 15,-5-3-27-15,-4 2 30 0,-6 1 32 0,-1 0-6 0,-8 3 74 0,-1 1-9 0,-2 0-35 0,-8-1 228 0,-11 1-111 0,-1 0-47 16,-5-4-31-16,0 4 127 0,2-4-66 0,2-5-5 16,3-3-27-16,2 2-357 0,1-4 163 0,3 0 94 15,5 0-620-15,7-1 327 0,0-12 162 0,5-3 82 16</inkml:trace>
  <inkml:trace contextRef="#ctx0" brushRef="#br0" timeOffset="196091.6">28235 13559 1279 0,'2'0'0'0,"-1"0"0"0,0 0 0 0,2 0 0 0,2 0 0 0,-1 9 0 0,2 7 432 15,-2 5-203-15,5 7-86 16,-2 5-57-16,3 7 118 0,-3 2-83 0,3 6-33 0,-3-5-9 0,-1-2-96 15,-3-1 28-15,1-6-1 16,-2 1-52-16,-2-14 34 0,0-6 1 0,-5-7 87 16,-1-5-43-16,-3-3 1 0,-1 0 8 0,2-15 32 15,1-5-33-15,4-5-15 0,-1-5-49 0,4-4 136 16,0-5-32-16,3 0-8 0,8 3-147 0,5-3 52 16,4-2 12-16,3 4 44 0,4-3-330 0,4 6 153 15,5 7 70-15,6 1-534 0,2 9 270 0,3 6 148 16,3 5 62-16,-10 6-231 15,-1 5 159-15</inkml:trace>
  <inkml:trace contextRef="#ctx0" brushRef="#br0" timeOffset="196527.41">28958 13748 1593 0,'-7'-11'-1'0,"1"-4"1"0,1 1 0 0,-1 2 0 0,1-3 0 0,3-1 0 0,-3 0 0 0,-1-1 0 0,1 3 0 0,1 3 0 0,-2 1 242 0,-2 4-103 0,0 2-50 0,-5 4-17 0,1 0 11 0,-5 13-46 0,1 11 1 0,-2 5-1 0,-1 2 11 0,2 9-1 0,0-2-10 0,7 3 1 0,1-2 31 0,3 2 0 0,3 0-22 16,3-11 61-16,0-2-35 0,1-4 0 0,9-3-116 16,5-6 40-16,4-4 10 0,0-11 30 0,2 0-190 15,2-10 88-15,1-12 49 0,-2-4 14 0,5-4-131 16,-7-2 55-16,0-4 44 15,-1-3-257-15,1-2 135 0,-1-6 31 0,3-5 38 16,-3 0-62-16,-2-5 56 0,1-6 27 0,3-4-30 16,-4-4 29-16,5-9-9 0,-6 11 39 0,-5 9-43 15,-5 11 1-15,-3 13 42 0,-3 14-1 0,0 7 155 16,-11 15-73-16,-5 10-41 16,-2 13 420-16,-2 10-218 0,3 8-78 0,-3 7-19 0,4 0 349 0,4 3-209 15,4 5-106-15,-1-3 109 0,1 0-106 0,3 8-45 63,3-10-36-63,2-3-61 0,0 0 0 15,0-2 35-15,5-2-1 0,5 2-395 0,2-17 194 0,4-3 100 0,-1-9-232 0,-2-6 113 0,4-7 99 0,1-2-46 0,-2-2-534 0,0-14 314 0,1-8 156 0,0-7-242 0,-4-5 199 0</inkml:trace>
  <inkml:trace contextRef="#ctx0" brushRef="#br0" timeOffset="196751.61">29308 13511 1363 0,'7'-23'-1'0,"2"2"1"0,-2 6-1 0,2 6 0 0,-1 0 1 0,-6 8 0 0,3 1 423 0,-1 2-193 0,-1 15-96 0,-1 6 338 0,-1 2-208 0,1 4-118 16,-2 6-54-16,0 2 145 0,0 5-100 0,0-2-50 16,0 5-16-16,0-9-164 0,0-4 65 0,0 1 31 15,0-4-257-15,0-4 145 0,-2-2 81 0,1-9 27 32,1-8-73-32,-2-3 41 0,2-3 32 0,0-3-90 0,0-14 49 0,0-4-111 0,2-6 65 0,7-3 20 15,5-3 31-15,3-1-1 0,2-5-9 0,2 6 211 16,2 4-92-16,4 1-25 15,1 5-145-15,3-1 52 0,3 7-2 0,-2 7 61 16,0 8-204-16,-1 2 84 0,-1 7 45 0,-4 11-478 16,3 3 243-16</inkml:trace>
  <inkml:trace contextRef="#ctx0" brushRef="#br0" timeOffset="196895.81">30001 13876 2650 0,'0'0'0'0,"0"0"0"0,-2 0 0 0,2 0 0 0,-1 0 0 0,1 3 0 0,0-2 528 16,0 2-250-16,0-3-122 0,0 0-710 0,1 2 295 15,5-2 147-15</inkml:trace>
  <inkml:trace contextRef="#ctx0" brushRef="#br0" timeOffset="200914.24">25725 14812 1056 0,'-24'0'1'0,"6"0"-1"0,4 3 1 0,2-2 0 0,4 2-1 0,1-1 1 0,-1-2 207 0,6 0-89 0,2 0-41 0,0 0 1 0,0 0 211 0,0 0-117 0,0 0-72 0,4 0 96 0,1 0-79 0,1 0-40 0,-1 0 101 94,3 0-62-94,-1 0-44 0,0 0-1 0,2 0 135 0,-1 0-85 0,6 0-43 0,-3 0 9 0,1 1 5 0,1-1-28 0,1 0 0 0,0 0-28 0,5 0 105 0,1 0-51 0,3 0-91 15,2 0 0-15,2 0 0 16,5 0 0-16,4 0 0 0,9-1 0 0,5-4 0 0,8 1 0 0,7-1 0 0,10-2 0 0,7 2 0 0,21-3 0 0,-8 3 0 0,7 1 0 0,2 1 0 47,4 2 0-47,4 0 0 0,15-4 0 0,-17 3 0 0,3-2 0 0,2-1 0 0,6-4 0 0,2 0 0 0,12 0 0 0,-27 1 0 0,3 1 0 0,4 0 0 0,1 2 0 0,2 2 0 0,8-2 0 0,-16 3 0 16,4 0 0-16,0 2 0 0,-6 0 0 0,-5 0 0 31,8 0 0-31,-24 2 0 15,-7 5 0-15,-4 0 0 0,-12-1 0 0,-8 3 0 0,-1 3 0 0,-17-2 0 0,-5 0 0 0,-3 0 0 16,-5-4 0-16,-1 2 0 0,-12-6 0 0,-4-2 0 16,-2 0 0-16,-3 0 0 0,-1 0 0 0,-1-2 0 15,1-14 0-15,-2-4 0 0,0-4 0 16,0-3 0-16,0 1 0 0,-8 2 0 0</inkml:trace>
  <inkml:trace contextRef="#ctx0" brushRef="#br0" timeOffset="-213605.86">27876 12246 1350 0,'-5'-10'0'0,"-2"-1"0"0,2 2 0 0,-1 2 0 0,2 2 0 0,-1-1 0 0,1 3 540 0,1-1-251 0,1 4-125 16,-1-2-52-16,-1 2 111 16,3 0-92-16,-1 6-49 0,2 8 173 0,-2 2-109 0,2 4-44 0,0 2 179 15,0 4-122-15,4-1-62 16,5 3-97-16,1-1 0 0,3 5 0 0,2-5 0 47,2-4 0-47,0 2 0 0,3-1 0 0,3-4 0 0,6 1 0 0,-3-7 0 0,0-6 0 0,7-4 0 0,-2-4 0 0,1-3 0 0,2-9 0 0,-3-12 0 31,-5-7 0-31,-4-3 0 0,-2-7 0 0,-2-2 0 0,-9 1 0 0,-6-2 0 16,-3-1 0-16,0-1 0 0,-14 0 0 0,-8-8 0 15,-4 13 0-15,-7 5 0 0,-4 8 0 0,-5 10 0 16,0 7 0-16,-8 3 0 15,8 8 0-15,0 12 0 0,4 11 0 0,6 7 0 0,5 2 0 0,0 7 0 16,18-3 0-16,4-1 0 0,5-2 0 0,0 1 0 16,14-3-318-16,6 4 79 0,9-11 109 0</inkml:trace>
  <inkml:trace contextRef="#ctx0" brushRef="#br0" timeOffset="-196203.37">30267 13576 1083 0,'0'0'0'0,"0"0"0"0,0 0 0 0,0 0 0 0,0 0 299 0,0 0-130 0,2 0-56 0,5 0-42 0,6 0 126 0,1 4-79 0,3-1-40 0,0-1 196 0,5 1-109 15,-2 0-67-15,-1 0-31 0,4 0 26 0,-1 0-28 16,0 2 0-16,3-5-212 0,-5 4 88 0,0-1 49 16,-5-3 24-16,0 0-440 0,-1 0 222 0,0 3 127 15,-8-1 4-15,-2 2-311 16,-2-1 116-16</inkml:trace>
  <inkml:trace contextRef="#ctx0" brushRef="#br0" timeOffset="-195989.42">30322 13890 2319 0,'0'0'0'16,"0"0"0"-16,0 0 0 0,0 0 0 0,4 0 0 0,6 0 0 0,4 0 0 0,2 0 300 0,3 0-130 0,2 0-66 0,1 0 411 0,4 0-229 0,-1 0-128 16,0 2-79-16,1-2-79 0,1 2 0 0,-6-1 0 15,6 4 0-15,-8-5 0 0,-3 3 0 0,0 0 0 16,-1 0-389-16,-3 2 188 0,1-2 130 0,-3-3-690 47,-4 3 370-47,0-3 139 0,1 0 107 0,-1 0-475 0</inkml:trace>
  <inkml:trace contextRef="#ctx0" brushRef="#br0" timeOffset="-195780.85">30830 13837 1974 0,'3'0'0'0,"3"-3"0"0,1-2 0 0,8-2 0 0,0 3 0 0,7-1 353 0,1 0-157 0,3 0-80 0,3 3 260 0,2-1-160 16,-2 1-94-16,0 2 443 0,0 0-552 0,1 0-13 16,-3 0 0-16,7 0 0 0,-10 0 0 0,-1 0 0 15,-1 0 0-15,-3 4 0 16,-2-3 0-16,-1 1 0 0,-5 0-217 0,-5 0-52 16,-2-2 153-16,-1 0 33 31,0 0-705-16,-1 0 365-15,-2 0 198 0,0-4-174 0,0-8 180 0,0 0 91 0</inkml:trace>
  <inkml:trace contextRef="#ctx0" brushRef="#br0" timeOffset="-195421.34">31450 13585 2337 0,'0'-5'0'0,"1"-1"0"0,6 3 0 0,6-2 0 0,6 0 0 0,5 0 0 0,3 0 0 0,3 1 0 0,-3 3 175 0,4 1-68 0,-4 0-35 31,0 0-7-31,0 1 11 0,-8 8-39 0,-2 3-118 0,-1 0 60 0,-7 2 29 0,-3 4 0 0,-5-1-341 16,-1 3 174-16,-1 3 89 31,-13-3-179-31,-3 4 119 0,-5-1 3 0,-1-3 53 0,-3-3 75 0,1-2-39 94,2-3 0-94,3-2 0 0,1-1 322 0,6-6-156 0,5-1-75 0,3 0 267 0,5-2-138 0,0 0-86 0,0 0 11 0,11 0-43 0,9 0 23 0,0 0-25 0,4 0 65 0,2 2-45 0,1 6 10 0,1 2-54 0,-4 3 162 0,-3 1-81 0,-1 7-40 0,-3-1-1 0,-4 7-7 0,-8-1-9 0,-5-1-24 0,0 3-4 31,-9 1-34-31,-10-4 0 0,-2 3 0 0,-4-8 0 16,-1-5 0-16,-3-4 0 0,0-3 0 0,0-6 0 0,-2 1 0 0,6-3 0 16,3-5-56-16,3-11-119 0,2-2 76 0,7-5 54 0,0-3-591 15,10-3 305-15,0-5 146 0,1-3-567 0,13-1 357 0,6-3 179 16</inkml:trace>
  <inkml:trace contextRef="#ctx0" brushRef="#br0" timeOffset="-195229.6">31909 13571 2799 0,'4'0'0'0,"-1"-3"0"0,5 1 0 0,4 2 0 0,5 0 0 0,2 0 0 0,5 0 0 0,5 0 0 0,4 0 216 15,1 5-93-15,4-5-43 0,2 3 387 0,2-3-221 16,3 2-246-16,1-2 0 0,-7 0 0 0,-2 0 0 0,-3 0 0 0,-6 0-304 15,-2 0 102-15,-1 0 129 0,-13 0 51 0,-4-2-662 47,-5 1 343-47,-2-1 171 0,-1 2-582 0,-4-3 347 0,-13 1 189 0</inkml:trace>
  <inkml:trace contextRef="#ctx0" brushRef="#br0" timeOffset="-195060.05">32217 13522 1939 0,'-16'4'0'0,"1"4"0"0,8 4 0 0,0 3 0 0,7 1 0 0,0 7 0 0,0 1 286 0,1 5-124 0,5 2-62 0,-3 7 411 0,0-5-240 0,-2 0-118 32,2 0-57-32,-1-5-109 0,0-1 26 0,2 3 9 0,-2-10 15 0,0-2-673 15,-1-4 337-15,1 0 168 0,-1-4-740 0,0 0 416 47,2-8 219-47</inkml:trace>
  <inkml:trace contextRef="#ctx0" brushRef="#br0" timeOffset="-194900.72">32340 13675 2066 0,'-5'0'0'0,"2"0"0"0,1 0 0 0,2 0 0 0,0 1 139 0,5 7-51 0,3 6-26 0,4 2 584 0,-5 5-295 0,2 3-162 0,-1 5-77 0,-3 3 166 0,-1 3-278 0,-3 5 0 46,1 6 0-46,-2-10-36 0,0 5-164 0,0-6 118 0,-6 1-992 0,3-5 537 0</inkml:trace>
  <inkml:trace contextRef="#ctx0" brushRef="#br0" timeOffset="-193740.37">20836 14568 1364 0,'0'0'0'0,"-7"0"0"0,3 0 0 0,-1 0 0 0,2 0 0 0,-1 0 80 0,4 0 9 0,0 0-51 0,0 4 447 0,8-4-224 0,8 4-112 0,7-1-56 0,7 1 274 0,3-3-170 0,4 2-80 0,8-3 209 0,1 0-145 32,10 0-71-32,8 0-36 15,2 0-74-15,6 0 0 0,6 0 0 0,5 0 0 0,4-3 0 0,11-3 0 0,-12 0 0 0,4 2 0 78,-1 3 0-78,1-1 0 0,-1 2 0 0,13 0 0 0,-15 3 0 0,1 5 0 0,5 0 0 0,0 3 0 0,14-2 0 0,-13-2 0 0,4 0 0 0,4-2 0 0,2-1 0 0,0-2 0 0,15 2 0 0,-23-4 0 0,2 0 0 0,-4 0 0 0,-7 0 0 0,-7 0 0 16,6 0 0-16,-23 0 0 0,-4 1 0 0,-7 2 0 16,-7 1 0-16,-12 0 0 0,1 3 0 0,-15-2 0 15,-8 0 0-15,-2 0 0 16,-7-1 0-16,0-1 0 15,0-2 0-15,-2-1 0 0,0 0 0 0,0 0 0 16,0 0 0-16,-4 0 0 0,2 0 0 0,-3 0 0 0,-1 0 0 0,-2 0 0 0,2 0-61 0</inkml:trace>
  <inkml:trace contextRef="#ctx0" brushRef="#br0" timeOffset="-188934.26">12107 14691 1082 0,'-12'-9'0'0,"6"3"0"0,1 5 0 0,4 1 0 0,1 0 0 0,0 0 356 0,2 0-150 0,15 4-88 16,2 0-41-16,5 4 222 0,5-4-130 0,5-1-66 15,6 1-17-15,-2-3-10 16,1-1-38-16,7 0-65 0,-1 0 32 0,6-1 10 0,-7-5 22 0,-1 1-217 15,-4-4 108-15,-5 3 56 0,-3 2 26 0,-5-1-352 79,-14 3 176-64,-7-1 27-15,-5 3 66 0,0 0-370 0,-10 0 203 0,-8 6 92 0,-4 0-232 0</inkml:trace>
  <inkml:trace contextRef="#ctx0" brushRef="#br0" timeOffset="-188713.98">12201 14650 1047 0,'-16'9'0'0,"2"3"0"0,6 0 0 0,4 7 0 0,2 5 0 0,2 4 0 0,0 4 503 0,6 7-224 0,8-1-125 0,0 4 191 0,-1 5-154 0,0 3-76 0,-3-1-39 0,-1 9 199 0,-5-9-123 0,-1 3-57 0,-2 0-29 0,1-3-198 0,-2-1 85 0,0 5 52 0,0-11-388 0,-2-5 210 0,-4-2 105 0,2-5 53 15,-3-4-489-15,2-3 204 16,4-15 147-16,-1-8-193 0,2 0 154 0,0-11 77 62,0-16 39-62</inkml:trace>
  <inkml:trace contextRef="#ctx0" brushRef="#br0" timeOffset="-188284.27">12534 14832 2177 0,'0'0'0'0,"0"0"0"0,0 0 0 0,0 0 0 0,0 1 0 0,-5 7 0 0,0 2 0 0,-5 6 0 0,1 0 287 0,-1 2-125 0,-1 6-78 0,-1 1 10 0,2 0-56 15,0-3-1-15,4 1-188 0,0 0 94 0,3-4 47 16,0-1 33-16,3-4-105 0,0-4 60 0,0-1 29 16,2-2 1-16,2-5-225 0,2 3 55 0,-2-5 82 15,1 0-207-15,-2 0 125 0,1 0 62 0,-1-1-39 16,-1-4 42-16,-1-1 34 0,-1-2 0 0,0-2-4 16,0-1-1-16,0 0 30 0,0-1-9 0,0 0 50 15,0-1-40-15,0 4-1 0,0-2 1 0,2 1 159 16,3-4-89-16,0 2-31 15,2 2 290-15,6 0-153 0,-2 2-48 0,2-1-48 0,4 1 227 0,1 4-124 16,3 3-32-16,0 1-45 31,1 0 1-31,-1 6-32 0,2 8 9 0,-5 0-119 0,-4 4 55 0,-1 1 27 0,-4 0 0 0,-3 2-56 16,0-1 51-16,-4 0-9 0,-2-3-182 0,0-1 100 16,-12 1 21-16,-1-2 36 0,-4-5-237 0,1-2 122 15,-5-2 31-15,-1-3-140 0,0-1 108 16,0 1 45-16,2-3 35 0,0 0-68 0,2 0 48 15,1-5 23-15,3-2 1 0,-1-3 46 0,7 2-22 0,3-4-1 16,4 6 201-16,1-5-100 16,0 3-51-16,0-1-34 0,9 2 343 0,5-2-172 15,2 4-44-15,2-3 141 0,3 2-85 0,0-1-58 16,0 4-17-16,-2-1-250 31,-1 3 102-31,2-2 49 0,-4 3 26 0,3 0-206 0,-5 0 111 0,-4 0 59 0,-2 10 2 0</inkml:trace>
  <inkml:trace contextRef="#ctx0" brushRef="#br0" timeOffset="-187925.15">12588 15186 374 0,'-8'1'0'0,"1"2"0"0,2-3 0 0,1 2 0 0,1-2 0 0,1 0 0 0,2 0 0 0,0 0 230 0,0 0-101 0,2 0-45 0,4 0-1 0,2-2 98 0,2 2-71 0,0-4-28 0,-2 0-8 0,0 1-83 0,1 1 0 0,-3 0 47 0,0 2 9 0,0 0 20 0,-2 0-29 0,0 0-1 0,-1 0 188 0,-1 9-94 0,1-1-37 0,-1 4 77 16,0 0-67-16,-1 1-33 0,-1 3 0 16,1 4 99-16,1-1-57 0,-2 1-42 0,1-1 0 0,-1 2-123 15,2 1 45-15,0-2 0 0,-1 2 54 0,-1-6-242 16,0 1 116-16,0-4 58 31,0-2 29-31,0-1 1 0,0-1 38 0,-6-2-70 0,-2-3 24 0,-2-4-116 0,-2 0 60 0,1 0-134 0,-4 0 81 0,1-7-105 16,-2-2 88-16,1-5 43 15,-1-2 1-15,0 1 43 0,-1-2-35 0,5 4 84 0,-1 0-24 0,2 4 23 16,1 2 141-16,0 0-77 16,0 4-50-16,1 1-4 0,0 2 122 0,3 0-62 62,0 5-36-62,1 6 12 0,-2 0-39 0,6-1 25 0,-1 2-22 0,2 2-398 0,0-2 191 0,2-1 95 0</inkml:trace>
  <inkml:trace contextRef="#ctx0" brushRef="#br0" timeOffset="-187792.67">12815 15323 1634 0,'9'6'0'0,"0"-1"0"0,-1-2 0 0,1 4 0 0,-1 3 0 0,1-3 0 0,-2 3 376 0,-1-2-174 0,2 3 86 16,-4-1-125-16,1-1-63 0,0 2-31 0,0-2-129 16,-2 0 44-16,0-2 26 0,-2-1 1 0,4 0-545 15,-4-2 286-15,5-2 152 0,-5-2 62 0</inkml:trace>
  <inkml:trace contextRef="#ctx0" brushRef="#br0" timeOffset="-187632.87">13056 14987 1378 0,'10'-8'0'0,"3"4"0"0,0-1 0 0,5-3 0 0,0 2 0 0,4 0 0 0,2 1 637 0,0-2-299 0,0 2-151 0,5 1-116 16,-6 0-9-16,-1 4-24 0,0-3-1 0,-3 3-233 0,-2 0 116 0,0 0 69 31,-6 3 19-31,-7 4-706 0</inkml:trace>
  <inkml:trace contextRef="#ctx0" brushRef="#br0" timeOffset="-187268.01">13138 15252 909 0,'-2'10'0'0,"0"-2"0"0,2 1 0 0,0 0 0 0,0 2 0 0,0-2 202 0,0 1-82 0,0 4-32 0,2-3 184 0,0 3-118 0,-2-1-58 16,2 0-29-16,0 1-55 0,-2 1 35 0,0-3-9 16,0 0-1-16,0-3-50 0,0 0 25 0,0-5 0 15,1 3-150-15,1-7 84 0,-1 0 45 0,4-4-249 16,2-13 116-16,1-7 79 0,4-5-18 16,-3-5-233-16,3-7 120 0,2-7 79 0,-3-7 38 0,0-4-149 15,0-9 85-15,-2 0 56 0,-1-5 24 0,0-5-5 16,-3 0 37-16,1 9 29 15,-3 1 145-15,-2 27-111 0,-1 17-35 0,0 12 531 16,0 12-260-16,0 0-147 0,-3 21-28 0,2 16 380 16,1 6-218-16,0 11-110 0,0 6-55 0,4 7 270 15,8 8-152-15,0-7-92 0,2 1-40 0,2-2 49 16,2 4-45-16,2-2 0 0,3 6-80 0,-1-17 35 16,1-4 1-16,-2-4-255 0,0-7 128 0,2 0 72 15,-6-16 23-15,-4-8-476 0,-4-6 245 0,0-8 62 16,-6-2 80-16,2-3-493 0,-3-3 274 15,-2-14 132-15,0-13 66 0</inkml:trace>
  <inkml:trace contextRef="#ctx0" brushRef="#br0" timeOffset="-187059.2">13514 14679 1223 0,'-8'-7'0'0,"3"0"0"0,-1 4 0 0,2 3 0 15,4 0 0-15,0 3 28 0,0 11 1 0,3-2 374 0,6 6-183 0,4 0-82 0,2 3-55 0,1-3-356 0,2 2 155 0,4-2 78 0</inkml:trace>
  <inkml:trace contextRef="#ctx0" brushRef="#br0" timeOffset="-186967.88">13928 14979 2834 0,'0'0'0'0,"0"0"0"0,2 0 0 0,4 3 0 16,6-3 0-16,4 0 0 0,9 0 0 0,8 0 0 0,6 0 486 0,9-3-225 0,5-4-115 0,4-2-45 0,-8 2-36 47,-8 3-27-47,-4 2-387 0,-7 2 179 0,-10 0 104 0,0 4 62 0</inkml:trace>
  <inkml:trace contextRef="#ctx0" brushRef="#br0" timeOffset="-186835.53">14048 15312 1689 0,'-16'4'0'0,"0"3"0"0,8-3 0 0,7 1 0 0,1 0 0 0,0-2 0 0,9 1 722 0,5 2-334 0,8-1-181 0,4-2 533 0,4 0-555 0,1-1-185 0,2 1 0 0,4-1 0 0,-7 0 0 0,1 1 0 0,-2-1-570 0,1 2 84 0,-2-4 261 16,3 5 139-16</inkml:trace>
  <inkml:trace contextRef="#ctx0" brushRef="#br0" timeOffset="-186663.67">14600 15288 3689 0,'0'-6'0'0,"2"-6"0"0,2 7 0 0,7-2 0 0,3 0 0 0,7 1 0 0,5 4 0 0,10-4 0 0,6 6 242 0,6 0-242 0,-1 0 0 0,4 0 0 16,-1 0 0-16,2 0 0 0,-10 4 0 0,-6-2 0 15,-2 0 0-15,-6-2 0 0,-5 0-364 0,1 0-8 16</inkml:trace>
  <inkml:trace contextRef="#ctx0" brushRef="#br0" timeOffset="-186059.48">15750 14994 1634 0,'-8'-27'0'0,"2"8"0"0,6 4 0 0,0 4 0 0,0 0 0 0,0 1 0 0,4 1 0 0,3 7 221 0,-1-1-91 0,2 3-47 15,0 0-162-15,1 0 58 0,-1 10 39 0,-2 1-107 16,-3 3 63-16,1 2 32 0,-1 1 0 0,-3 1-218 31,0 0 112-31,0-1 53 0,-3-5 27 0,-4 0 64 0,1 0-45 0,2-2-47 0,-2-1 357 0,2-3-169 16,1 0-71-16,3-1-43 0,0 1 234 0,0-2-103 16,3 3-56-16,5-2 29 0,3 1-46 0,4 1 1 15,1 0-48-15,4 4-34 0,0 4 9 16,-1-1 26-16,1 3 0 0,-4 3-64 94,-2 2 33-94,-3 5 8 0,-8-2 62 0,-3 1-39 0,0-2 0 0,-10 2-1 0,-9-5 1 0,-5-1-21 0,-3-8 17 0,-1-5-2 15,-1-4 0-15,-1-3-5 0,4 0 4 0,-4-6-312 0,10-14 147 0,6-5 71 0,3-7 38 0,6-10-630 0,5-2 311 0,0-9 130 0,9 6 92 0,12-1 43 0</inkml:trace>
  <inkml:trace contextRef="#ctx0" brushRef="#br0" timeOffset="-185905.07">16015 14887 2089 0,'25'-7'0'0,"6"-1"0"0,-4 8 0 0,2-2 0 0,1 2 0 0,3-2 0 0,4 2 0 0,7-1 0 0,-5-2 0 0,4 2 345 0,1-1-153 0,-1-1-78 0,-4-1 54 16,5 3-56-16,-13-1-42 0,-4 0-479 0,-4 2 224 0,-3 0 111 0,-7 0 57 0,-2 0-320 16,-10 0 184-16,-1 0 95 46,-4 0 47-46,-12 0-757 0</inkml:trace>
  <inkml:trace contextRef="#ctx0" brushRef="#br0" timeOffset="-185784.19">16334 14846 866 0,'-11'3'0'0,"-4"5"0"0,7-1 0 0,2 4 0 0,3 1 0 0,1 2 204 15,0 4-73-15,2 1-51 0,0 4 484 0,2 0-264 16,4 4-130-16,-1 0 249 0,1 5-181 0,1-5-105 47,-1 1-47-47,-2-2-293 0,1-2 123 0,0 0 61 0,0 2 40 0,-1-8-678 0,2-3 350 0,-1-4 174 0,0-4 87 0</inkml:trace>
  <inkml:trace contextRef="#ctx0" brushRef="#br0" timeOffset="-185648.54">16491 14943 1658 0,'0'0'0'0,"0"0"0"0,1 4 0 0,1 1 0 0,1 4 0 0,2 5 251 0,2 7-106 0,2 8-54 15,3 12 855-15,-5 8-459 16,1 6-224-16,-2 7-270 0,3 0 0 0,-3-1 44 15,2 4 11-15,-3-10-1248 0</inkml:trace>
  <inkml:trace contextRef="#ctx0" brushRef="#br0" timeOffset="-183512.38">17302 14780 498 0,'-10'-14'0'0,"-1"2"0"0,4 2 0 0,-3 0 0 0,2 6 54 0,2-1-35 0,0 2 0 0,-2 1 212 16,2 2-96-16,-6 0-39 0,5 17-9 0,-1 7 101 16,-2 12-74-16,0 12-38 0,2 8 194 0,-4 15-106 15,4-6-67-15,3 5-29 16,2 2 154-16,3 0-91 0,0-3-46 0,8 2 28 0,12-21-41 0,3-8 0 47,7-9-33-47,3-8-129 0,4 0 74 0,-2-16 23 0,5-4 0 0,1-3-342 0,-1-2 186 0,1 0 95 0,1-3-571 0,-11-9 268 15,-3-1 165-15,-8-3 48 16</inkml:trace>
  <inkml:trace contextRef="#ctx1" brushRef="#br0" timeOffset="-186036.64">24952 17091 0,'0'0'0,"0"0"16</inkml:trace>
  <inkml:trace contextRef="#ctx0" brushRef="#br0" timeOffset="-165671.33">14321 12003 1046 0,'-9'-15'0'0,"4"6"0"0,3-4 0 0,-2 2 0 0,2-4 0 0,1-2 0 0,-2-2 0 0,1 1 0 0,1-1 233 0,-3 2-96 0,4-2-48 0,-7 2 14 0,2-3-21 0,0 6-11 0,-1 2-30 0,0 4 21 16,-3 3-21-16,-2 1 10 0,2 4-25 0,-6 0 14 16,3 12 1-16,-4 11-37 15,2 9 37-15,-3 8 10 0,5 3-11 0,2 0 33 16,1 4-32-16,4-3 0 0,2-3 0 0,3 3-29 15,0-13-10-15,0-2 31 0,8-5 4 0,7-7-82 16,1-5 39-16,4-2-3 0,2-10-38 0,-1 0 31 16,0-13 1-16,1-6 30 0,-3-3-54 0,1-7 25 15,-5-5-3-15,0-2-33 47,-2-3 27-47,-3-2-19 0,0 3 43 0,0-6-78 0,-5 12 36 0,-4 3-18 0,2 8 48 0,-3 5 43 0,0 5-1 0,0 6-53 0,-3 5 158 0,-3 5-69 16,-3 19-35-16,1 8 8 0,2 0 53 0,0 5-35 31,1-2-2-31,5-1-57 0,0-3 20 0,0-2 14 0,0-2-9 0,4-1-48 0,3-9 22 0,2-3 10 31,2-3 19-31,1-8-136 16,1-3 63-16,4 0 19 0,-3-11-5 0,2-13 32 0,0-6 1 0,0-3 26 0,0 0-28 0,4-2-10 16,-4 6-3-16,-4 3 67 0,4 2-25 0,-4 7 0 15,-1 4-29-15,4 1 15 16,-8 10 7-16,1 2-13 0,-3 2 23 0,-1 15-100 0,1 5 41 0,-4 3-2 15,-1 2-2-15,0 1 34 0,0-2-9 0,0-4 7 16,0 2 31-16,-1-9 1 0,-1-3-38 0,1-2 91 16,-1-7-40-16,-1 2 0 0,2-5-35 0,0 0 90 15,1-11-34-15,0-10-25 0,0-3 7 0,1-5-56 16,8-1 21-16,0 0 13 16,1-1-304-16,2 3 145 0,-1-1 68 0,4 4 38 15,0 1-546-15,0 7 274 0,1 6 113 0,1 5-395 0</inkml:trace>
  <inkml:trace contextRef="#ctx0" brushRef="#br0" timeOffset="-165448.41">15005 11852 1551 0,'-12'-11'0'0,"1"1"0"0,-5 0 0 0,8 5 0 0,-5 3 0 0,3 2 0 0,-1 0 0 0,1 2 0 0,-2 13 224 0,4 4-97 0,1 6-43 0,4 1 183 0,1 5-113 0,2 1-46 0,0 0-39 0,2-2 10 0,10-1 0 0,2 1-39 16,6-6 1-16,4 5-37 0,-1-12-11 0,5-1 46 15,2-5-350-15,1-4 175 0,0-5 87 0,5-1-493 16,-9-1 231-16,2-1 151 16,-2-13 3-16</inkml:trace>
  <inkml:trace contextRef="#ctx0" brushRef="#br0" timeOffset="-165273.95">15213 11814 1491 0,'-13'0'0'0,"0"0"0"0,4 0 0 0,8 0 0 0,1 0 0 0,0 0 0 0,1 0 0 0,12 0 409 0,4 4-189 0,3-4-91 16,2 1-122-16,3 1 33 0,2-2-1 0,0 1 11 15,-2-1-190-15,1 3 91 0,-5-2 43 0,1-1-527 16,-2 2 270-16,1 1 139 0,-6-1 65 0,-2-2-458 15,-4 1 239-15</inkml:trace>
  <inkml:trace contextRef="#ctx0" brushRef="#br0" timeOffset="-165090.52">15351 11621 1722 0,'-7'-2'0'0,"0"1"0"0,3 1 0 0,0 0 0 0,3 10 0 0,1 9 0 0,0 7 0 0,0 6 0 0,1 7 283 0,4 7-112 0,0 0-71 0,2 4-30 0,0 1 0 0,0 0-31 0,-2-4 94 0,6 3-37 0,-2-15-10 0,1-5-46 16,4-3-530-16,-2-7 264 0,5-4 133 0,1-1 77 0,-1-13-739 0</inkml:trace>
  <inkml:trace contextRef="#ctx0" brushRef="#br0" timeOffset="-164488.15">15735 11848 1460 0,'-13'-12'0'0,"-2"1"0"0,0 0 0 0,3 6 0 0,-1-1 0 0,-2 5 0 0,-1 1 0 0,2 0 0 0,-4 9 148 0,5 10-59 0,1 3-25 0,2 6 207 0,4 3-116 0,-1 5-57 0,3 2-21 0,4-1 75 0,0-3-57 0,0 1-28 0,0-3-33 0,11-1 5 0,0 0 10 0,2-12-170 0,2-4 80 0,2-4 40 0,-3-5 0 0,5-2-184 0,-7-4 88 0,4-1 63 0,-4-13-9 0,1-7-83 0,1-4 27 0,-1-4 41 16,-3-1-28-16,0-2-128 0,-2-1 87 0,-1 0 44 0,1 2 9 0,-1-3-10 0,-3 9 45 0,-2 2 162 15,-1 4-81-15,-1 6-41 16,0 5 1-16,0 2 249 0,0 6-123 0,-6 12-74 16,-2 10-10-16,0 4 124 0,2 6-49 0,1 3-48 0,2-6 28 0,3 6 25 15,0-4-42-15,0-4 0 0,0-1-234 0,3 1 106 16,5-7 38-16,6-7-453 0,-1 0 228 0,4-8 124 15,0-5 26-15,3 0-379 0,0-3 214 0,-2-15 104 16,0-4 53-16,0-4-172 0,-2-1 112 0,-3-5 46 16,-2 5 37-16,-3-5 17 15,-1 2 51-15,-2 0 0 0,1 3 0 0,0-4 0 16,-4 12 0-16,0 4 147 0,-2 5-112 0,0 5-37 16,0 4 0-16,0 1 327 0,0 5-138 0,-2 11-98 15,0 3 9-15,2 3 276 16,0 2-167-16,0 2-75 0,0-3-51 0,0 0 34 0,0-2-37 0,0 0-1 15,2-3-70-15,1 0 9 32,-1-3 23-32,1-6-136 0,0-1 68 0,-1-4 34 0,1 2 9 0,0-6-84 0,0-1 54 0,0-14 27 0,0-6-12 0,2 1-80 15,1-6 29-15,-1 2 29 0,4 0-18 0,-3 4 4 16,2 0 0-16,2 2 26 16,0 1 74-16,0 6-34 0,-1 5 4 0,3 4 54 15,-2 2-36-15,-1 0-1 0,4 9-23 0,-5 10 128 16,-1 3-59-16,1 5-37 0,-3 1-8 0,-1 3-98 15,1-1 52-15,-2-4 6 0,-1-1 22 0,-1-2-348 16,1-5 162-16,1-1 82 0,0-2-215 0,2-8 117 16,-2-3 77-16,2-4-420 0</inkml:trace>
  <inkml:trace contextRef="#ctx0" brushRef="#br0" timeOffset="-164151.08">16325 11783 1459 0,'0'-8'0'0,"0"1"0"0,2-1 0 0,4 3 0 0,3-2 0 0,6 6 0 0,-2 1 224 16,6 0-94-16,1 1 45 0,1 13-69 0,3 3-25 16,-4 1-9-16,1 6-79 0,-2 1 44 0,-3 4 1 15,-6-3-1-15,1 8-136 0,-9-5 64 0,-2 0 36 16,0 4 0-16,-7-4-59 0,-9-2 48 0,-5 3 33 15,1-13 39-15,-3-3-44 16,-3-3 1-16,3-5 63 0,1-3-35 0,-3 2-23 0,12-5-15 0,0 0 265 16,5 0-122-16,2 0-40 0,4-3-37 0,2 1 100 15,0-1-74-15,11 3-32 16,8 0 0-16,4 0-64 0,2 0 0 0,5 0 42 16,0 0-247-16,-1 2 119 46,6 4 59-46,-5-2-513 0,3 3 274 0,3-1 109 0,-7 0 75 0,1-2-307 0,-4-1 173 0,-2 3 87 0,-2-4 44 0,1 1-431 0</inkml:trace>
  <inkml:trace contextRef="#ctx0" brushRef="#br0" timeOffset="-163985.99">16779 12054 2138 0,'-5'-7'0'0,"-1"0"0"0,4 2 0 0,2 1 0 0,0-1 0 0,0 5 0 0,9-1 0 0,7-2 0 0,4 3 0 0,3 0 299 0,4 0-131 0,4 0-84 0,5 0-14 0,-2 4-10 0,0-1-22 32,4 3-541-32,-2-1 270 0,0 2 135 0,2 0 77 0,-7-3-345 0</inkml:trace>
  <inkml:trace contextRef="#ctx0" brushRef="#br0" timeOffset="-163789.8">17484 12050 1422 0,'11'0'0'0,"3"0"0"0,6 0 0 0,2 0 0 0,6 0 0 0,6 0 557 31,6 0-261-31,3 0-129 0,6 0-57 0,-5 0 74 0,-2 0-74 0,3 0-37 0,-4 0 0 0,-2 0-184 0,1 0 82 0,-12 0 29 16,-4 1-422-16,-7 2 229 15,-3-1 115-15,-9 3-503 0,-1 2 296 0,-4-2 146 0,-7 2-49 0,-9 1-216 16,-7 1 183-16</inkml:trace>
  <inkml:trace contextRef="#ctx0" brushRef="#br0" timeOffset="-163537.61">17800 12100 464 0,'-7'0'0'0,"2"2"0"0,0 2 0 0,2 2 0 0,0-1 276 31,-3 4-120-31,1 3-51 0,2 0-39 0,-2 6 1 16,-1-1-31-16,-1 2 0 0,-3 3 223 0,-1 3-45 0,-3-4-94 0,0 3-42 0,-4-3 60 0,1-1-50 0,-4-2-26 0,1 0 117 0,5-8-76 0,3-2-34 15,1-2 1-15,5-6 124 16,3 3-79-16,3-3-30 0,0 0-9 0,6 0 57 16,12 2-48-16,9-2-25 0,2 0 1 0,7 0 57 15,-1 2-46-15,2-2 0 0,1 1-77 0,-1 2-1 16,0-2 43-16,4 1-264 16,-8-1 128-16,0 1 67 0,-4 0 34 0,-1-2-600 0,-5 1 294 0,1-1 95 15,-12 1 94-15,-5 2-498 16,-6-3 288-16,-1 1 144 0,0 1 73 0</inkml:trace>
  <inkml:trace contextRef="#ctx0" brushRef="#br0" timeOffset="-163381.22">17908 12293 885 0,'-8'-4'0'0,"0"2"0"0,2 1 0 0,1 1 0 0,0 0 0 0,2 3 494 0,3 12-228 0,0 3-115 31,0 10 375-31,0-1-244 0,0 8-114 0,2 2 25 0,-1 0-78 0,1 3-49 0,0 1 10 0,-1-3-149 16,1 2 63-16,-2-10 19 0,0-1 0 0,0-7-473 15,0-2 250-15,0-3 125 0,0-3 72 0,0-10-733 16,0-4 367-16</inkml:trace>
  <inkml:trace contextRef="#ctx0" brushRef="#br0" timeOffset="-163189.02">17568 11628 1893 0,'0'-17'0'15,"0"-1"0"-15,3 9 0 0,19 0 0 0,3 1 0 0,6 1 0 0,5 4 0 0,3 1-1 0,0 2 511 0,0 0-237 0,1 2-120 0,-2 4-85 0,-4 3 0 0,4 3-21 16,-14-1-577-16,-4-2 284 0,-4 2 142 16,-5 2 71-16,-2-1-314 0,-7-2 188 0</inkml:trace>
  <inkml:trace contextRef="#ctx0" brushRef="#br0" timeOffset="-162927.27">17763 11725 1183 0,'-10'14'0'0,"4"2"0"15,0 4 0-15,3 2 0 0,0 2 0 0,3-2 0 0,0-3 245 0,0-1-104 0,0 0-51 0,0-2-70 0,0-2 28 0,1-5-11 0,4 1 1 0,1-7 0 0,0-3 0 0</inkml:trace>
  <inkml:trace contextRef="#ctx0" brushRef="#br0" timeOffset="-162859.45">17892 11690 795 0,'-3'3'0'0,"2"0"0"0,-3 1 0 0,3 0 0 0,-1 7 489 0,-1 6-230 0,3 2-110 0,-2 5-56 0,2 8 268 0,0 2-162 0,0 9-70 0,0-4 116 0,0 2-103 0,0 0-53 0,2 1-25 0,6 2-744 0</inkml:trace>
  <inkml:trace contextRef="#ctx0" brushRef="#br0" timeOffset="-159846.46">18177 15241 1160 0,'0'0'0'0,"-1"0"0"0,-3 0 0 0,1 0 0 0,-1-1 0 0,2-2 0 0,1 3-2 0,-1-3 223 16,0 2-92-16,-1-4-38 0,2 0-9 0,1-2 7 16,-2-2-27-16,2-1 2 0,-1-3-74 0,-1-2 10 15,1-2 39-15,-1 1-54 0,0-2 27 16,-1-3-1-16,-3 4 28 0,0-2 44 0,1 3-45 0,-3 5 0 31,0 2 1-31,-2 4 28 0,-3 3-41 0,-4 2 12 0,1 13-31 0,-4 13-14 16,2 8 43-16,-1 9-6 0,2 2 33 0,1 4 8 15,7-4-26-15,3-4-19 0,6-5 15 0,0-3-4 16,5-4 3-16,9-3-84 0,8-14 31 0,1-5 1 16,5-7 31-16,1 0-131 0,1-8 60 0,3-9 39 15,-6-9-13-15,0-1-31 16,-2-5 21-16,-3-1-1 0,-5-2-109 0,3 1 64 0,-10 5 17 15,-2 3 62-15,-1 5-34 0,-4 4 11 0,-1 8-22 0,-2-1 217 47,0 9-92-47,0 1-48 0,-7 4-20 0,-3 18 162 0,0 6-76 0,1 4-45 0,-1 1-2 0,4 0 0 0,2 1-1 0,2-2 70 16,0-3-23-16,2 4-18 0,0-11-9 0,2-2-193 16,6-6 83-16,4-3 41 15,2-8 0-15,6-3-170 0,0 0 92 0,3-14 47 16,2-5-1-16,0-6-14 47,4 1 6-47,-7 0-5 0,1 2 105 0,1 2-44 0,-1 3-1 0,-2 4-31 0,2 0 64 0,-5 7-23 0,-3 3-1 0,0 3 29 0,-2 0-26 0,-1 5 0 0,-3 11 13 0,-2-1-126 15,-6 7 47-15,1-1 9 0,-2 1 41 0,0-1-64 16,0-1 28-16,-5-3-12 16,-1-7 139-16,-1 0-54 0,0-6-25 0,1-2-16 93,-1-1 99-93,4-1-54 0,0-3-25 0,1-11-10 0,2-3-5 0,0-5 23 0,2-2-14 0,6-1 47 0,3-1-43 0,4 1 37 0,3-2 1 0,2 4-1059 0,6-2 470 0,1 4 249 0,4 4-264 0</inkml:trace>
  <inkml:trace contextRef="#ctx0" brushRef="#br0" timeOffset="-159699.02">19085 15145 915 0,'-10'-2'0'0,"0"-3"0"0,1 3 0 0,-3 0 0 0,-1 1 0 0,-4 1 0 0,0 0 443 0,-3 5-207 15,1 9-99-15,-1 6 107 0,-1 3-104 0,2 7-41 16,4-3-35-16,6 5 158 0,3 0-91 0,6-1-47 16,0 1 0-16,7 1-69 0,11-7 22 0,3-2 1 15,6-4-376-15,1-4 188 0,1-5 94 0,4 2 56 16,-3-9-550-16,-1-2 238 0,-2-2 156 0,1 0-227 16</inkml:trace>
  <inkml:trace contextRef="#ctx0" brushRef="#br0" timeOffset="-159532.96">19251 15201 1279 0,'0'-4'0'0,"0"-3"0"0,0 4 0 0,0 0 0 0,0-1 0 0,0 3 0 0,0-1 0 16,6 0 72-16,6 2-10 0,3 0-25 0,3 0 417 0,2 0-209 16,2 0-103-16,3 0-43 0,0 0-394 0,2 0 166 15,-3 0 83-15,2 0-523 0,-3 2 298 0,2-2 155 16,-5 0 68-16,-3 0-284 0</inkml:trace>
  <inkml:trace contextRef="#ctx0" brushRef="#br0" timeOffset="-159384.36">19492 14979 452 0,'-9'-12'0'0,"-2"0"0"0,5 5 0 0,1 4 0 0,-1 1 426 16,3 2-195-16,-2 2-96 0,-1 11-39 0,3 8 91 0,1 2-75 0,1 4-37 15,-1 5 56-15,1 4-37 0,-3 3 0 0,3 0-56 16,-1 2-231-16,0 0 115 0,2 1 58 0,0-1-437 15,0 3 247-15,0-8 113 0,9-5 61 0</inkml:trace>
  <inkml:trace contextRef="#ctx0" brushRef="#br0" timeOffset="-158801.89">19825 15144 606 0,'0'-11'0'0,"0"-1"-1"0,-4 4 1 0,-2 3-1 0,-4 1 213 0,-2 4-78 0,-2 0-53 0,-2 18 339 0,-2 4-191 16,2 6-96-16,-2 1 114 31,5 7-95-31,2-5-62 0,0 0-27 0,5-1-91 0,3-2 33 0,3-3-1 0,0-1 43 0,0-7-120 47,3-4 55-47,8-5 27 0,3-7-288 0,1-1 157 0,4-1 89 0,0-17-61 0,-2-2-289 0,2-7 181 0,-2 2 37 0,1-6 55 0,-3 7 41 0,-2 0 0 16,0 0 31-16,-1 5-61 15,-2 0 31-15,1 1-10 47,-4 9 41-47,-5 0 256 0,4 7-128 0,-4 2-64 0,-2 0 136 0,0 15-68 0,0 5-55 0,-3 4 341 0,-2 4-176 0,-1-3-61 0,1 2-54 0,4-4-82 0,1-2-9 0,0-4 38 16,0-4 1-16,0-3-254 0,1-6 126 0,8 0 73 16,2-4 23-16,0-4-189 0,2-7 101 0,-1-4 11 15,-1 0 40-15,2 3-37 16,-5 0 50-16,-1 2-37 0,2 6 95 0,-2-1-30 0,-2 4-43 0,1 1 287 15,-3 0-132-15,0 10-46 0,0 3-40 0,-2 2 251 94,1 1-128-94,1 1-34 0,0-1-48 0,1-3-155 0,0 2 58 0,3-6 28 0,0-3-234 0,3-3 139 0,1-3 57 0,1 0 22 0,2-9-109 0,0-6 43 0,2-2 42 0,2-2-93 0,-4 2 56 0,0 1-16 0,-1 0 28 0,-2 7 190 0,-1 0-82 0,3 3-62 0,-2 5 9 0,-3 1 239 16,0 0-124-16</inkml:trace>
  <inkml:trace contextRef="#ctx0" brushRef="#br0" timeOffset="-158740.06">20256 15320 1930 0,'10'12'54'0,"-5"3"-4"0,0 3 1 0,0 0 20 0,-1-1-591 0,1-2 265 0,4 4 132 0</inkml:trace>
  <inkml:trace contextRef="#ctx0" brushRef="#br0" timeOffset="-158562.02">20419 15152 2013 0,'2'-9'0'0,"4"0"0"0,1 0 0 0,0 4 0 0,4 0 0 0,0 3 0 0,3 0 285 0,5 2-124 0,3 0-53 0,-1 7 70 0,1 4-71 16,2 4-35-16,-1 3 0 0,-3 4-135 0,1 1 59 0,-8-1 16 31,-3 6-1-31,-5-3-308 0,-5 1 166 0,0 3 84 0,-5 2-146 0,-14-4 110 0,-4-5-17 0,-2-1 54 16,-6-5 57-16,4-3-35 15,-2 0-45-15,4-9 425 0,5 0-194 0,4-1-92 32,2-3-29-32,6 0 237 0,-1 0-88 0,9 0-88 0,0 0 20 0,1 0 80 0,15 0-83 0,3 0-31 15,5 0-100-15,3 1 25 0,4 4-1 0,-1 0 25 16,5 0-522-16,5-1 270 0,-3 0 121 0,2-3-784 16,-2 2 401-16,1-3 219 0,-2 0 111 0</inkml:trace>
  <inkml:trace contextRef="#ctx0" brushRef="#br0" timeOffset="-158391.73">20966 15341 914 0,'0'0'0'0,"0"0"0"15,0 0 0-15,0 0 0 0,3 0 0 0,4 0 919 0,7 0-433 0,6 0-230 0,6 0 240 0,7 3-231 0,6 3-114 16,8-1-59-16,3 1-503 0,1 1 218 0,-1-2 114 15,1 1 58-15</inkml:trace>
  <inkml:trace contextRef="#ctx0" brushRef="#br0" timeOffset="-158074.77">22158 15293 1304 0,'3'0'0'0,"1"0"0"0,9 0 0 0,3 0 0 0,8 3 130 0,2 5-52 0,4-1 1 0,4-1 280 16,2 2-161-16,0-1-81 0,5-2-33 0,-6 1-73 15,-2-2 0-15,-5-1 24 0,-5-2 1 0,-4-1-461 16,-1 3 237-16,-10-3 107 0,-7 0-684 0</inkml:trace>
  <inkml:trace contextRef="#ctx0" brushRef="#br0" timeOffset="-157754.43">22365 15384 543 0,'-3'7'0'0,"-6"2"0"0,3 0 0 0,-3 2 0 0,2 1 0 0,-6 3 342 0,3 3-154 0,-7 4-67 0,0-5-48 0,-2 5 295 0,-3-3-167 0,2-1-82 0,-3 1-43 0,-3-2 157 0,6-5-103 0,5-5-48 0,4-2 200 0,1-2-123 0,7-3-62 0,0 2 97 0,3-2-84 0,3 0-38 0,16 0 1 0,6 0 39 0,8 0-38 0,6 0 8 16,0 0-46-16,7 0 22 31,0 0 1-31,-2 0-24 0,1 0-23 0,5 4-223 0,-9 1 107 0,-2-2 69 0,-1 0-580 0,-5-1 306 94,-1-1 154-94,2-1-588 0,-14 0 359 0,-5 0 174 0,-5 0 88 0,-7-1 43 0</inkml:trace>
  <inkml:trace contextRef="#ctx0" brushRef="#br0" timeOffset="-157659.08">22528 15454 1193 0,'-7'3'0'0,"3"2"0"0,-5 3 0 0,7 5 0 0,-1 6 0 0,3 7 237 0,0 8-101 0,0 8-50 0,0 8-17 0,0 3 559 0,1 5-297 0,1 1-148 0,-2-4 151 0,0-3-149 16,0-2-66-16,0-19-411 0,0-3 164 0,0-10 82 15,0-6 40-15,0-5-641 0,0-4 350 0,0-3 162 16,0 0 85-16,0-10-415 0</inkml:trace>
  <inkml:trace contextRef="#ctx0" brushRef="#br0" timeOffset="-157440.29">22225 15014 1933 0,'-4'-18'0'0,"2"1"0"16,2 4 0-16,14 5 0 0,11-2 0 0,5 2 0 0,6 1 544 0,7-1-245 0,2 2-137 0,5 3-62 0,3 0 75 0,-2 1-70 0,1-1-34 0,2 3-155 0,-16 0 55 15,-5 0 32-15,-7 5 1 0,-6-2-593 0,-4 6 322 32,-13-1 147-32,-3-1-784 0,0 3 435 0</inkml:trace>
  <inkml:trace contextRef="#ctx0" brushRef="#br0" timeOffset="-157316.06">22489 14922 1406 0,'-11'11'0'16,"2"1"0"-16,-1 1 0 0,3 2 0 0,-1 7 0 0,1-3 0 0,2 4 0 0,1 2 0 0,-1-1 522 0,-1 3-243 0,2 1-112 0,3-7-71 0,0 1-29 0,1-5-1 0,0-2-30 0,0-3-205 0,0 0 111 16,1-9 43-16,7-3-962 0</inkml:trace>
  <inkml:trace contextRef="#ctx0" brushRef="#br0" timeOffset="-157190.46">22585 14979 1443 0,'0'0'0'0,"1"0"0"0,0 0 0 0,-1 0 0 0,3 0 0 0,-1 0 0 0,-2 8 0 0,1 7 0 0,-1 3 491 0,0 3-233 0,0 4-110 16,0 3-57-16,0 0-303 0,2 4 123 0,-1 1 72 16,1-4-724-16</inkml:trace>
  <inkml:trace contextRef="#ctx0" brushRef="#br0" timeOffset="-157021.66">22944 15120 2355 0,'12'13'0'0,"1"8"0"0,2 12 0 0,-7 5 0 0,0 12 0 0,-7 7 0 0,-1 8 316 0,0 5-141 0,-3 6-60 0,-11-14 490 16,-1-4-284-16,-1-4-277 0,-1-5-44 0,-3-4 0 31,-3 3 0-31,1-16 0 0,-4 2 0 0,-4-3-397 0,-2-4 116 15,2-5 158-15,1-5-862 0,10-15 493 0</inkml:trace>
  <inkml:trace contextRef="#ctx0" brushRef="#br0" timeOffset="-156877.16">23282 15837 0 0,'0'8'0'0,"-4"-2"0"0,1 5 0 0,2-5 0 0,-1 0 0 0,1-1 0 0,-1-5 0 0</inkml:trace>
  <inkml:trace contextRef="#ctx0" brushRef="#br0" timeOffset="-143999.18">8523 8826 1867 0,'-9'0'0'0,"0"-3"0"0,2 3 0 15,5 0 0-15,1 0 0 0,1 0 0 0,0 3 82 0,0 3 0 0,5 1-35 0,4-1 729 0,2 2-369 0,0 0-185 0,2 0-92 16,1 2-79-16,-2 0-4 0,2-1-10 0,-3 5-421 15,-1-1 210-15,0 1 106 0,-2-1 53 0,2 6-828 16,-5-3 427-16</inkml:trace>
  <inkml:trace contextRef="#ctx0" brushRef="#br0" timeOffset="-143858.56">8564 9150 1549 0,'-2'7'0'0,"-2"0"0"0,0-2 0 0,0 5 0 0,0-3 0 0,2 1 0 0,2 4 0 0,0-4 156 15,0 3-59-15,4-1-516 0,5 6 217 0,-1-3 104 0,5 2 54 0</inkml:trace>
  <inkml:trace contextRef="#ctx0" brushRef="#br0" timeOffset="-143744.93">8618 9489 2005 0,'-9'9'0'0,"-2"1"0"0,4-3 0 0,-2 0 0 0,2 0 0 0,5-4 0 0,-1 0 0 0,3-3 373 0,0 0-167 0,0 0-85 31,4-8-32-31,9-7 240 0,1-4-145 0,5-3-74 0,3-4-36 0,0 0-290 16,5-5 137-16,-5 4 53 0,3 0-776 0,1 3 420 16,-3-5 209-16</inkml:trace>
  <inkml:trace contextRef="#ctx0" brushRef="#br0" timeOffset="-143575.52">8898 8973 1437 0,'-9'0'0'15,"2"0"0"-15,1 0 0 0,2-2 0 0,4 2 0 0,0-2 745 0,0 2-353 0,11-1-168 0,6-1-98 0,4 0 232 47,3 1-160-47,3-1-80 0,0 1-41 0,4-2-44 0,-5 2 5 0,1-1-1 0,0 2-617 0,-3 0 309 0,-1 0 154 0,1 0-701 16,-5 0 423-16,-4 0 216 16,-5 0-53-16</inkml:trace>
  <inkml:trace contextRef="#ctx0" brushRef="#br0" timeOffset="-142939.02">9065 8734 699 0,'0'5'0'0,"0"0"0"0,0 4 0 0,0-1 0 0,0 3 497 0,0 2-229 0,0 4-116 0,0 2-57 0,0 4 121 16,-1 2-94-16,-5 4-42 0,1 0-14 0,-4 1-28 16,0 0-1-16,-6 5-16 0,1-6-9 0,-3-5 24 15,1-2-1-15,-1-4 127 16,2-2-63-16,-2-2-22 0,6-4-10 0,3-8 227 15,4-1-129-15,3-1-54 0,1 2-33 0,0-2 67 16,4 0-53-16,12 0-28 16,1 0 112-16,5 0-149 0,2 0-27 0,1 0 0 15,1 0 0-15,-5 0 0 0,2 0 0 0,0 0-424 0,0-2 203 0,-5 1 109 16,-1 0 72-16,-3-3-772 0,1 1 387 0,-7-1 194 16,3 2 87-16,-7-2-357 0,-3 0 232 0,2 3 116 15,-3-2-66-15,0 0 91 16,0 0 36-16,-7 1-7 0,-1 0 38 0,0 0 61 15,2 2 0-15,-4 0 100 0,3 0-96 0,0 0-16 16,1 6-1-16,-1 3 326 0,2 2-175 0,-3 4-87 16,2 2-54-16,-4 0 464 0,2 4-217 0,-4 3-82 15,-2 2 18-15,1 2-72 0,-6 1-26 0,1 0 168 16,-1-5-107-16,1 0-52 0,2 0-28 0,1-7 282 16,3 0-145-16,3-6-86 125,4-5-38-125,5-1 239 0,0-3-138 0,3-1-70 0,12 2-26 0,5-3-9 0,5 0-35 0,4 0 0 0,-3-3-29 0,3 0-8 0,1 0 0 0,-4-1 0 0,1 3 0 0,-1-1 0 0,0 1 0 0,-1 0-341 0,-6-2-43 0,0 2 134 0,-1-1 124 0,-7 2-550 0,-1-1 319 0,3-2 151 0,-9-1 89 0,-1-3-247 0,-1 1 163 0,-2-6 83 0,0 0 39 0,0-2-8 31,-2 0 50-31,-2 1 39 0,-2 1 1 0,2 0-41 0,1 1 1 0,0 5 399 0,1-1-195 0,1 4-102 0,1 1-51 0,0 2 552 47,0 0-279-47,0 5-48 0,3 7-106 0,6 5 251 0,-1 2-173 0,1 2-88 0,1 2-14 0,0 1-28 0,0 1-8 0,-1-2-211 0,2 1 87 0,-2-4 44 15,1 2-1-15,2-1-559 0,-4-6 297 0,0-5 153 32,1-2 77-17</inkml:trace>
  <inkml:trace contextRef="#ctx0" brushRef="#br0" timeOffset="-142807.37">9477 9193 2091 0,'2'-2'0'0,"-1"1"0"0,4-3 0 0,1 4 0 0,3-4 0 0,3 2 0 0,4 1 456 0,2-1-214 0,6-1 14 16,-2 3-109-16,5 0-56 0,3 0-18 0,-4 0-246 16,3 0 105-16,-5 0 52 0,1 0 26 0,-2 0-982 15</inkml:trace>
  <inkml:trace contextRef="#ctx0" brushRef="#br0" timeOffset="-142673.54">9953 8939 1902 0,'2'0'0'0,"-1"0"0"0,1 1 0 0,3 3 0 0,0 1 0 0,2 0 0 0,1 2 152 0,3 1-58 0,0 2-20 0,2 1-922 0</inkml:trace>
  <inkml:trace contextRef="#ctx0" brushRef="#br0" timeOffset="-142544.24">10097 9289 2196 0,'-7'4'0'0,"0"0"0"0,1 1 0 0,1 3 0 0,5-5 0 0,0 5 0 0,0-5 658 0,2 5-311 0,6-4-156 15,1 0-181-15,6 2 25 16,-2-1 1-16</inkml:trace>
  <inkml:trace contextRef="#ctx0" brushRef="#br1" timeOffset="-138796.47">10490 15956 2247 0,'-13'-5'0'0,"4"1"0"0,2 2 0 0,3 2 0 0,1 0 0 0,2 0 0 0,1 0 0 0,0 0 441 0,1 0-201 0,10 6-101 16,1 0-185-16,3-1 52 0,0 2-10 0,0-3 42 16,1 4-221-16,-1-3 110 0,1 1 65 0,-2-1-767 15,-3 0 377-15,1 1 187 0</inkml:trace>
  <inkml:trace contextRef="#ctx0" brushRef="#br1" timeOffset="-138659.97">10473 16204 2129 0,'-8'7'0'0,"-1"1"0"0,5 0 0 0,-2 2 0 0,5 2 0 0,1-5 0 0,0 3 0 0,0-2 0 0,8 2 0 0,2 0 0 0,3 1 0 0,3 1 14 0,-3 0 0 0,4 2-674 16,-1 1 336-16,1 0 166 0</inkml:trace>
  <inkml:trace contextRef="#ctx0" brushRef="#br1" timeOffset="-138521.03">10532 16654 1646 0,'-11'4'0'16,"-1"-1"0"-16,4 1 0 0,3-1 0 0,1 1 0 0,4-4 0 0,0 0 205 0,1 0-83 0,11 0-42 0,7-9 326 15,1-6-174-15,5-2-102 0,-1-1-46 0,4-5-145 16,0-1 49-16,0 0 26 0,3-3-590 0,-3 1 303 15,-4-1 155-15,2 1-694 0</inkml:trace>
  <inkml:trace contextRef="#ctx0" brushRef="#br1" timeOffset="-138355.79">10832 16105 935 0,'-8'0'0'0,"2"0"0"0,-1-3 0 0,5 1 0 0,2 1 690 0,0-1-326 0,8 0-163 16,4 1-81-16,6-1 217 0,0 1-154 0,5-2-73 15,1 3-35-15,-2 0-35 0,4 0-1 0,2 0 18 16,-6 0-529-16,0 0 255 0,0 0 127 0,-1 0-646 16,-3 0 366-16,4 3 181 15,-9-3 93-15</inkml:trace>
  <inkml:trace contextRef="#ctx0" brushRef="#br1" timeOffset="-137794.83">11008 15886 906 0,'-7'0'0'0,"4"0"0"0,-2 2 0 0,3 3 0 0,0 3 0 0,-2 4 440 16,4 0-205-16,0 5-99 16,0 4-49-16,0 4 94 0,0 2-72 0,-1 4-26 15,-3-2-70-15,0 1 25 0,-3 1 1 0,-2-1-1 32,-1 2-55-32,-5-10 24 0,1 0-1 0,-1-7 32 0,2-1 0 0,-2-4 0 0,2 0 10 0,5-8 224 0,1-2-116 0,4 0-60 15,3 0-28-15,0 0 88 16,0 0-49-16,8-3-39 0,4-3 69 0,5 0-49 15,2-1-25-15,1 2-157 0,3-1 76 0,-2 0 23 16,0 1 1-16,-1-1-470 0,-4 3 246 0,1 0 127 16,1-1 31-16,-5 3-697 0,-3-1 360 0,-2 1 180 15,-1 1 89-15,-4 0-311 16,1 0 191-16,-4 0 110 0,0 0 50 0,0 0 25 0,-7 0-1 16,-3 0 26-16,2 0-10 0,-2 1 10 15,0 2 0-15,0 1-1 0,2-1 39 0,-2 2 0 16,2 2 0-16,1 2 0 0,0 1 0 0,-1 2 0 15,0 3 0-15,0 2 0 0,-1 2 0 0,-2-1 243 63,-1 3 506-63,-2 1-355 0,-1 1-178 0,-2 0-89 0,0 1 114 0,0-6-106 0,1 2-49 0,-2-8 174 0,5 0-111 0,2-6-55 0,0 2-18 0,7-7 208 0,3 2-123 0,1-3-62 16,1 0-30-16,8 0 73 0,8 0-57 0,2-3 0 15,4 1-197-15</inkml:trace>
  <inkml:trace contextRef="#ctx0" brushRef="#br1" timeOffset="-137723.83">10894 16537 3546 0,'24'-4'1'0,"6"1"-195"0,-5 1 112 0,1 1 60 0,-1-2 30 0,2 2-739 0,-4 0 361 0,6-1 106 0,-10 0 121 0,-2-1 28 0,-1-1 38 0,-2 1 0 0,-3-2-454 0,0-4 32 0,-7 1 255 0,-2-2 122 0,1-1 38 0,-3-3 84 0,0 1 0 0,0-1 120 0,-8 2-98 0,1 4-30 0,2-1 0 0,-3 1 517 0,3 5-274 0,2-3-119 0,-2 4-69 0,1 2 546 0,4 0-277 0,0 11-139 16,0 4-70-16,0 1 200 0,0 4-139 16,3 2-65-16,3 4-124 0,-1-1 29 0,0 1 1 0,2 2-394 0,-1-4 207 0,2-1 109 0,-1 1 53 0,1-6-273 0,2-2 164 0,-3 0 10 0,1-10 62 0</inkml:trace>
  <inkml:trace contextRef="#ctx0" brushRef="#br1" timeOffset="-137597.8">11381 16237 2305 0,'6'-12'0'0,"1"5"0"0,2-2 0 0,0 1 0 0,4-2 0 0,2 5 0 0,5-2 0 0,-1 5 0 0,4-3 0 0,3 4 303 0,3 0-123 0,-3 1-390 16,-2 0 124-16,1 0 63 0,0 7 30 0,-3 3-834 15,0 4 443-15</inkml:trace>
  <inkml:trace contextRef="#ctx0" brushRef="#br1" timeOffset="-137432.15">11527 16506 2724 0,'-12'0'0'15,"5"5"0"-15,1-3 0 0,3 2 0 0,3 1 0 0,0 0 0 0,5-2 0 0,9 2 0 0,6-2 0 0,2-1 336 0,3 3-139 0,-1-3-287 0,-1 0 64 0,2 3 32 16,-1-5 1-16,-2 4-675 0,2-1 363 0,-2 1 166 16,-2-3 89-16,-1 3-433 15</inkml:trace>
  <inkml:trace contextRef="#ctx0" brushRef="#br1" timeOffset="-137274.4">12112 16179 1984 0,'0'-8'0'0,"0"3"0"0,0-1 0 0,0 0 0 0,0 2 0 0,1-1 0 0,5-1 336 31,-2 5-154-31,5-1-73 0,0 2-37 0,1 0-700 0,0 0 323 0</inkml:trace>
  <inkml:trace contextRef="#ctx0" brushRef="#br1" timeOffset="-137162.52">12191 16440 2686 0,'-2'5'0'0,"-3"1"0"0,-1 3 0 0,5-2 0 0,-2 2 0 0,3-2 0 0,0 1 0 0,0 1 0 0,0-1 278 0,3-1-125 0,2 0-329 16,2-2 106-16,2 1 53 0</inkml:trace>
  <inkml:trace contextRef="#ctx0" brushRef="#br1" timeOffset="-134644.31">13235 16094 1256 0,'3'0'0'0,"2"0"0"0,3 0 0 0,-1 0 0 0,3 1 0 0,1 6 399 16,4 3-181-16,0 2-89 0,0 5-46 0,5 4 127 15,-6 3-91-15,2 3-40 0,-4 6 102 0,-2 5-71 16,0 9-26-16,-8-3-19 0,-2 1 0 0,0 0-27 109,-2-4 1-109,-11 0 3 0,-2-2 6 0,0-12-10 0,0-4 1 0,-3-10-1 0,2-4 1 0,1-9-1 0,2 0 10 0,4 0 182 0,5-20-96 0,2-5-48 0,2-2-10 0,0-5-76 0,11-4 0 0,3 4 0 0,3-2 0 0,2 2 0 0,3 2 0 0,1 1 0 0,3-5 0 0,-4 9 0 0,5 4 0 0,-1 1-90 31,1 4-114-31,1 3 111 0,1 0 19 0,-4 7-731 0,-1 5 383 0,0 0 192 0,0 1-279 0</inkml:trace>
  <inkml:trace contextRef="#ctx0" brushRef="#br1" timeOffset="-134490.64">13774 16024 2140 0,'0'-2'0'0,"0"-5"0"0,0 0 0 0,0 2 0 0,3-1 0 0,5-1 0 0,3 0 0 0,6-1 0 0,2 2 626 0,1-5-293 0,4 4-148 0,4-4-64 0,0 4-247 16,1-1 81-16,-2 0 42 0,1 2-335 0,0 1 198 16,-8 3 84-16</inkml:trace>
  <inkml:trace contextRef="#ctx0" brushRef="#br1" timeOffset="-134297.16">13750 16122 1071 0,'-12'0'0'0,"2"0"0"0,7 0 0 0,3 0 0 0,0 0 0 0,3 0 551 0,18 2-257 0,3-2-118 31,5 3-74-31,6-3 381 0,2 0-223 0,1 0-110 32,2 0-168-32,2 0 38 0,-3 0-10 0,0 2-199 0,-2-2 113 0,-2 1 57 0,-4 2 29 0,3 0 9 0,-13 0 19 0,-8 1 0 15,-5 1 0-15</inkml:trace>
  <inkml:trace contextRef="#ctx0" brushRef="#br1" timeOffset="-134144.91">13958 16044 2086 0,'-12'0'0'0,"1"2"0"0,0 1 0 0,2 3 0 0,4 0 0 0,3 3 0 0,2 1 0 0,0 2 0 0,0 5 0 0,0-2 293 0,5 2-128 0,4 2-54 15,-3 0-36-15,1 3-1 0,0 2-26 0,-3-6-148 31,2 5 69-31,-2-6 34 0,1 1 1 0,0-3-541 0,0 1 297 0,-2-5 134 0</inkml:trace>
  <inkml:trace contextRef="#ctx0" brushRef="#br1" timeOffset="-133976.11">14058 16058 2224 0,'0'0'0'0,"0"0"0"0,0 0 0 0,0 3 0 0,0 0 0 0,0 3 0 0,0 1 0 0,0 3 377 0,0 3-169 15,0 3-75-15,3 1 33 32,0 0-64-32,0 5-32 0,3 0 0 0,-1-3-237 0,0 5 112 0,0-7 42 0,-1 0-654 0,3-4 352 15,-2-3 177-15,2-4 88 0</inkml:trace>
  <inkml:trace contextRef="#ctx0" brushRef="#br1" timeOffset="-133816.7">14232 16022 1526 0,'0'1'0'0,"0"0"0"0,0 4 0 0,-1-2 0 0,1 5 0 0,0-1 349 0,0 4-146 0,0 1-87 0,0 4 240 0,0 2-159 0,0 1-79 0,0 1-40 0,0 3-273 0,1-3 112 0,3-2 60 16,-1-3-287-16,0-1 174 0,3-2 87 0,-3-3 54 16,5-3-773-16,-2-6 377 0</inkml:trace>
  <inkml:trace contextRef="#ctx0" brushRef="#br1" timeOffset="-133636.68">14424 15931 1475 0,'8'-11'0'0,"0"7"0"0,-2 1 0 0,0 1 0 16,1 2 0-16,0 2 0 0,-1 10 0 0,-3 7 0 0,1 3 561 0,-3 7-261 0,1 3-131 0,-2-1-66 0,0 5-23 0,0-3-9 0,0 0-33 0,0 1-589 0,0-1 294 0,-4 1 148 0,-7 5 83 0,-1-8-347 0</inkml:trace>
  <inkml:trace contextRef="#ctx0" brushRef="#br1" timeOffset="-133497.56">14067 16491 1881 0,'-10'0'0'0,"-2"-2"0"0,5-1 0 0,1-1 0 0,4 1 0 0,2-2 0 0,0 0 0 0,8 1 0 0,10-2 560 0,4 0-261 0,4 2-130 15,4 0-56-15,0-1 128 16,-1 1-102-16,1 1-50 0,-2 1-435 0,0 0 192 15,4-1 106-15,-9 1 38 0,0 2-663 0,-4 0 355 16,-4 0 178-16,-1 0-347 0,-3 0 230 0,-7 0 60 0,-4 0 79 0</inkml:trace>
  <inkml:trace contextRef="#ctx0" brushRef="#br1" timeOffset="-133229.54">14259 16339 889 0,'-11'-5'0'0,"3"3"0"0,2 1 0 0,-2-1 0 0,5 2 0 0,-1 0 0 0,4 5 324 0,0 5-143 0,0 4-72 15,0 3-25-15,0 3 143 0,0 0-94 0,0 3-48 16,0 4-138-16,0-1 45 0,0 5 10 0,0-4 36 0,-8 2-165 0,-2-3 82 16,-1-1 42-16,-3 0 3 15,0-7-9-15,-1-5 46 0,2-6 1 0,-1 0 21 16,2-4 1-16,0 0-78 0,5-3-29 0,2 0 390 16,4 0-161-16,1 0-71 0,0-1 202 0,0-1-128 15,6 2-78-15,9 0 155 0,3 0-112 0,4 0-56 16,2 0-27-16,4 0-70 0,0 0 16 0,2 0 0 15,0 0 25-15,-2 0-183 0,4 0 91 0,1 0 56 16,-5 0-10-16,-1 0-524 16,1 0 223-16,0 0 157 15,2 0-715-15,2 0 406 0</inkml:trace>
  <inkml:trace contextRef="#ctx0" brushRef="#br1" timeOffset="-132924.95">14753 16198 1603 0,'5'-4'0'0,"4"-1"0"0,3 3 0 0,4-1 0 0,6 1 0 0,4 0 501 0,4 2-233 0,3 0-106 0,0 0-68 0,-1 0 29 0,2 0-43 0,1 0 0 47,-2 0-412-47</inkml:trace>
  <inkml:trace contextRef="#ctx0" brushRef="#br1" timeOffset="-132824.18">15106 16182 2441 0,'24'2'-56'0,"-2"1"46"0,-4 1-682 15,-7 0 362-15</inkml:trace>
  <inkml:trace contextRef="#ctx0" brushRef="#br1" timeOffset="-132746.29">15068 16215 551 0,'-8'4'0'0,"-3"-1"0"0,4 4 0 0,0 0 0 0,2 2 0 0,2 3 435 0,-2 8-200 0,1 3-90 0,1 2 298 0,-3 3-204 0,1 6-101 0,-3 3-51 0,-3 1-12 0,-3 6 9 0,1-9-48 0,-3-2 1 15,0-3-173-15,0-7 86 0,4-6 44 0,-2-3-550 0,4-11 292 0</inkml:trace>
  <inkml:trace contextRef="#ctx0" brushRef="#br1" timeOffset="-132687.45">14901 16438 1198 0,'3'0'0'0,"2"0"0"0,0 0 0 0,2 0 0 0,1 0 0 0,2 0 0 0,0 0 0 0,4 0 474 0,0 2-219 0,7-1-100 0,-4 3 126 0,0 2-122 0,1 1-61 0,-2-3-31 0,0 3-384 0,-1 0 186 0,-4-1 79 15,-2-1 44-15,-2-1-623 0,-4 2 334 0</inkml:trace>
  <inkml:trace contextRef="#ctx0" brushRef="#br1" timeOffset="-132513.95">14778 16327 1536 0,'-7'10'0'0,"2"4"0"0,0 2 0 0,5 4 0 0,0-1 0 0,0 4 0 0,-2 1 0 16,2 3 0-16,-1 4 458 0,-1-2-216 0,-3-3-103 0,1 3-51 0,-4-4-26 0,-3-1 0 0,0 0-17 0,0-7-136 0,2-3 63 0,2-4 32 0,0-3 0 0,2-3 136 0,-1 2-44 0,6-5-34 0,0 1 77 0,2-2-52 0,10 2-25 0,5 0 0 0,5 1 255 0,3-2-145 0,3 0-68 0,3 1-34 0,0 2 29 0,2-1-99 0,3 2 0 0,-5-2 0 0,0 0 0 15,-1 1 0-15,-2 1-531 0,0-4 228 0,1 3 179 16,-4-4 76-16,-6 0-486 0,1 0 258 15,-1 0 74 1,0-4 82-16</inkml:trace>
  <inkml:trace contextRef="#ctx0" brushRef="#br1" timeOffset="-132331.17">15270 16291 2326 0,'-3'0'0'0,"-2"0"0"0,4-1 0 0,1-2 0 0,0 3 0 0,0 0 0 0,0 0 0 0,8 0 0 0,4 0 386 0,7 0-175 0,1 0-87 0,2 3 33 0,1-2-66 16,-1 1-27-16,1-1-528 0,-1 0 250 0,0 2 134 0,1-3 62 0,-6 2-321 31,-4-2 187-31,-2 1 94 0,-3-1 47 0,-4 1-734 0,-1 1 344 0,-3-2 188 0</inkml:trace>
  <inkml:trace contextRef="#ctx0" brushRef="#br1" timeOffset="-132037.03">15404 16083 945 0,'0'11'0'0,"0"-1"0"0,3 2 0 0,-1 5 0 0,-1 7 0 0,1 3 0 0,-1 11 380 0,-1 3-177 0,0 6-84 0,0 1 204 15,0 4-144-15,0-2-71 0,-3 8-28 16,-3-13 15-16,3-6-29 0,1-4-1 0,-1-7-29 0,2-3-28 31,-1-13-9-31,2-5 37 0,0-5-33 0,0-2 33 0,0 0-1 0,0 0-59 16,0-12 26-16,7-2-1 0,3-6 34 0,0-4-259 15,2 0 103-15,2-7 72 0,-1 3 4 0,3-6-441 0,-4-1 212 0,5-5 120 16,-1 1 54-16,2-6-154 31,-2 7 114-31,1 2 52 32,1 2-120-32,0 4 87 0,0 4 42 0,4-4 192 0,-2 12-70 0,0 4-39 0,-2 5-1 0,4 2 405 0,-1 3-222 0,3 1-120 0,-5 0-46 0,-1 3 344 0,0 0-131 15,-1 0-106-15,-2 0-11 0,2 3-106 16,-7 3-9-16,1-4 35 0,-5 4-469 0,-3 0 235 0</inkml:trace>
  <inkml:trace contextRef="#ctx0" brushRef="#br1" timeOffset="-131843.35">15705 16358 927 0,'-6'3'0'0,"1"1"0"0,2 0 0 0,3 0 0 0,0-2 0 0,0-1 0 0,0 3 137 0,0-4-55 0,0 2-23 0,3-2 46 0,2 0-34 0,1 0 0 0,1 0-27 0,-3 0-393 0,0 2 181 0,1-1 89 0,-5 1-264 0,2 4 157 0,-2 0 72 0,0-1-17 31,0-1 50-31,0 0 36 0,0 4 45 0,0-4 0 0</inkml:trace>
  <inkml:trace contextRef="#ctx0" brushRef="#br1" timeOffset="-131669.78">15668 16624 851 0,'0'0'0'0,"0"5"0"0,0-4 0 0,0 0 0 0,0 2 0 0,0-1 0 0,0-2 0 0,0 0 114 0,0 0-40 0,0 0 1 0,0 0 11 16,0 0-17-16,1-6-8 0,2 0-25 0,1-1-29 0,0 0 0 0,0-5 28 0,3 3 10 0,-2-1-396 0</inkml:trace>
  <inkml:trace contextRef="#ctx0" brushRef="#br1" timeOffset="-131270.77">15840 15787 1578 0,'-6'-1'0'0,"2"-1"0"0,2 2 0 0,2 0 0 0,0 16 0 0,0 4 0 0,0 11 0 0,0 11 490 0,9 10-228 0,2 11-113 0,3 9 231 0,0 10-164 0,-1-7-94 0,2-2-206 0,-2-1 60 0,1-6 30 0,-2-6 0 0,4 6-340 0,-5-21 180 0,3-9 95 78,-2-10 47-78,-1-5-200 0,1-10 103 0,0-4 76 0,-6-7-97 0,1 0-441 0,-2-13 268 0,0-8 134 0,0-4-173 0,-2-9 144 94,0 0 86-94,-1-5-1 0,0-4 39 0,-1 1 0 15,0 1 39-15,2-2 163 0,-2 11-77 0,-1 8-43 0,0 5 0 0,0 2 220 0,0 5-132 0,-4 2-74 0,-4 10-25 0,-3 6 797 0,-2 12-348 0,-5 12-205 0,0 1 283 0,-6 6-235 0,4-1-131 0,-4 2-48 0,1-1-38 0,-2-1 1 0,0 2-29 0,3-9-497 0,4-5 243 0,2-4 124 0,2-6 60 0,5-7-801 0</inkml:trace>
  <inkml:trace contextRef="#ctx0" brushRef="#br1" timeOffset="-131162.43">16079 15833 2970 0,'10'0'0'0,"-3"0"0"16,8 0 0-16,-3 4 0 0,0 7 0 0,-1 0 0 0,-2 7 457 0,-1 2-210 0,1 3-96 0,-4 4-197 0,-3 2 42 0,-2 5 0 0</inkml:trace>
  <inkml:trace contextRef="#ctx0" brushRef="#br1" timeOffset="-128496.83">17535 16022 1185 0,'0'-10'0'0,"0"1"0"0,0 1 0 0,0 3 0 0,0 2 0 0,0-3 92 0,0 6-53 0,0 0 0 16,0 0 0-16,-7 6 168 0,-3 5-83 0,-2 3-33 31,-1 3-10-31,-3 1 21 0,0 0-31 0,-2 3 0 16,0-3-64-16,-4 0 42 0,5-4-10 0,-4 0-11 0,3-2 11 0,1-3 0 15,0-1 0-15,-1 2 57 0,6-5-57 0,3-1 0 0,2-4-4 0,2 0 102 32,4 3-48-32,-1 0-16 0,2 2-9 0,0 1-59 0,7 4 1 0,2 5 33 15,1 5 26-15,0 6 9 0,0 3-35 16,-4 2-23-16,0 8 23 0,0 0 0 0,-3 4 0 0,-1 7-42 16,-2-8 16-16,0 1 0 0,0-1 26 0,-3-7-255 15,-5-1 110-15,2-2 56 0,-2-12 31 0,3-8-517 63,-1-8 255-63,0-4 129 0,1 0-195 0,2-7 145 0,1-15 86 0,2-6-395 0,0-6 236 0,0-1 118 0,0-5 59 0</inkml:trace>
  <inkml:trace contextRef="#ctx0" brushRef="#br1" timeOffset="-128354.2">17280 16448 1930 0,'1'-24'0'0,"3"0"0"15,1 6 0-15,2 1 0 0,1 4 0 0,3 2 0 0,3-1 0 0,6-1 0 0,-1 5 0 0,5 0 0 0,6-1 0 0,1 1 0 0,4 2 0 0,1-2 0 0,-2 2 712 0,-3 3-336 0,-1 0-169 0,-1 2-84 0,-1-1-347 0,2 2 142 0,-9 0 55 0,-2 0 33 0,-3 0 0 0,-4 0 33 0,-4 7 0 0</inkml:trace>
  <inkml:trace contextRef="#ctx0" brushRef="#br1" timeOffset="-128091.52">17584 16451 529 0,'0'7'0'0,"-3"-3"0"0,-2 3 0 0,2 0 0 0,-1-1 0 0,4-1 485 0,0-1-223 0,0 0-112 0,0 0-55 0,0 0 251 0,2-3-144 0,4 1-86 16,1-2-39-16,-1 0 40 0,1 0-39 0,1 0-1 15,3 0 5-15,0 0-10 16,2 0-33-16,0 0-36 0,2 0 37 0,2 0 8 0,-3 0-9 0,1 2-26 16,-1 1-1-16,2 3 27 0,-5-1 0 0,3 1-51 15,-5 1 21-15,-3 3-12 0,-2-1 63 0,-3 3-37 63,-1 1 8-63,-1 3-9 0,-12 0 85 0,-7-3-40 0,0 0 1 0,-5-2-119 0,1-1 41 0,-1 0 10 0,2-6 31 0,1-3-161 15,3-1 78-15,3 0 40 0,4-7-1 0,2-11-513 16,10-10 236-16,0-9 134 0,9-9 19 0</inkml:trace>
  <inkml:trace contextRef="#ctx0" brushRef="#br1" timeOffset="-127898.67">18269 15809 924 0,'14'-5'0'0,"-2"-2"0"0,-2 5 0 0,-2 2 0 0,-3 0 0 0,-4 0 585 0,-1 5-273 0,-1 6-136 0,-10 3-27 0,-2 3-55 0,-4 3-18 62,1 0-10-62,1 1-640 31,-4 1 300-31,3 0 151 0</inkml:trace>
  <inkml:trace contextRef="#ctx0" brushRef="#br1" timeOffset="-127801.41">17932 16254 1356 0,'-4'0'0'0,"-2"0"0"0,4 2 0 0,1 2 0 0,1-3 0 0,0 1 304 0,9 1-133 0,8-3-66 0,10 0 487 0,4 0-277 47,6 0-128-47,2-3-79 0,0 1 165 0,1-3-117 0,4 1-58 0,-2 1-472 0,2 0 217 0,-9 2 93 0,-5 1 51 0,-5 0-706 0,-3 0 379 0,-5 5 189 0,-3 2 62 0</inkml:trace>
  <inkml:trace contextRef="#ctx0" brushRef="#br1" timeOffset="-127616.17">18223 16065 2361 0,'-5'3'0'0,"-2"-1"0"0,4 3 0 0,0 3 0 0,2 3 0 0,1 6 0 0,0 3 0 0,1 7 0 0,7 6 0 0,3 8 358 0,0 1-168 16,-2 6-76-16,-1 0 175 0,1 2-126 0,-3-3-63 31,0 4-22-31,-2-13-10 0,-2-1-31 0,-1-8-1 0,-1-2-287 0,0-4 145 16,0-5 80-16,0-9 27 0,-1-6-973 0,-3-3 389 0,1-5 282 0</inkml:trace>
  <inkml:trace contextRef="#ctx0" brushRef="#br1" timeOffset="-127477.6">18243 16349 1621 0,'-10'4'0'0,"0"6"0"0,0 0 0 0,1 2 0 0,-5 5 0 0,3 1 0 0,-3 3 0 0,1 3 0 0,-2 2 405 0,1 1-183 0,-3 2-83 47,3-5-54-47,1-5-179 0,1 1 66 0,4-8 33 0,1-3-525 0,3-2 288 0,4-7 131 0,0 0-637 0</inkml:trace>
  <inkml:trace contextRef="#ctx0" brushRef="#br1" timeOffset="-127324.3">18375 16361 1852 0,'6'8'0'0,"-1"1"0"0,0 3 0 0,-1 2 0 0,1 5 0 0,0-2 0 16,-4 2 0-16,3-1 0 0,0 2 496 0,-1-2-234 0,0 2-102 0,0-6-65 0,0 0-357 0,2-5 151 0,0-2 75 0,1-3-312 0,0-4-164 0</inkml:trace>
  <inkml:trace contextRef="#ctx0" brushRef="#br1" timeOffset="-126869.5">18568 16063 1701 0,'0'0'0'0,"0"1"0"0,0 0 0 0,0 2 0 0,0-1 0 0,0 3 0 0,0 0 0 0,0 2 243 0,0 0-92 0,0-1-63 16,0 0-26-16,2 4-102 16,-1-7 38-16,-1 5 1 15,2-4-247-15,-2 1 139 0,0-3 73 0,0-1 37 0,0-1-147 0,0 0 85 31,0 0 48-31,0-1-20 0,0-6-12 0,0-5 1 0,0 2-23 0,3-4 130 16,3-1-81-16,2 3 8 0,4 0-22 0,1 0 238 0,2 2-83 0,1 3-62 47,3 0 93-47,-2 4-69 0,2 3-2 0,-1 0-27 0,-2 3-6 0,-2 9-13 0,-3 3 14 0,-6 3-38 0,-4 4 1 0,-1 0 24 16,-3 0-5-16,-11 1 144 0,-6 0-60 0,-2-2-44 15,-3-6 0-15,-1 1 61 0,2-5-48 0,-1-1-14 16,7-6 182-16,3-1-108 0,3 0-54 0,3-3-27 15,6 0 137-15,3 0-170 0,0 0-32 0,8-4 0 16,10-2 0-16,5-2 0 0,0-1 0 16,3 1-124-1,0 1 12 1,-1 0 75-16,-2 2 38 0,1 1-287 0,-5 0 106 0,4 4 97 0,-9 0-796 0,0 0 421 94,-6 0 210-94</inkml:trace>
  <inkml:trace contextRef="#ctx0" brushRef="#br1" timeOffset="-126797.06">18601 16443 855 0,'-11'6'0'0,"3"4"0"0,0-2 0 0,1 5 0 0,0-2 0 0,3 2 565 0,1 0-263 0,0 0-132 0,1-1-66 0,-1 4 243 0,1-4-159 0,0 1-75 0,2-1-38 0,-1-3-128 15,1 0 46-15,-1 2 9 0,1-6-552 0,0-3 294 0</inkml:trace>
  <inkml:trace contextRef="#ctx0" brushRef="#br1" timeOffset="-126640.09">18768 16469 2297 0,'6'3'0'0,"2"2"0"0,0 1 0 0,3 2-4 0,-2 1-1 0,0-1 0 0,0 4 1 0,4-1 391 0,-4 0-177 16,4 3-78-16,-2 0 53 0,-3-1-74 0,-1-1-37 15,2-1 1-15,-2 0-567 0,1-1 274 16,-4-3 123-16,0-4-789 0,-1-2 443 0,3-1 223 0</inkml:trace>
  <inkml:trace contextRef="#ctx0" brushRef="#br1" timeOffset="-126415.56">19103 16165 1496 0,'13'5'0'0,"-1"0"0"0,0 2 0 0,1 5 0 0,1 5 0 0,0 5 0 0,1 11 0 0,-2-1 575 0,-2 6-269 0,-3 4-134 0,-1 4-68 0,-2-1 136 15,0 4-93-15,-4-11-61 0,-1-1-89 0,0-6 38 16,0-6 1-16,0-6 0 0,-5-2-31 0,2-16-8 16,0-1 39-16,-3 0 39 0,5-12 1 0,-1-7-40 15,2-6 10-15,0-5 25 0,2-4 0 0,7-2-34 16,3-3 0-16,7-4-35 0,-2 5-11 0,5-2 46 31,4 2-142-31,2 1 69 16,0 5 32-16,4-4 10 0,-3 13-614 0,1 5 299 0,1 7 149 0,0 6-381 0</inkml:trace>
  <inkml:trace contextRef="#ctx0" brushRef="#br1" timeOffset="-125996.06">19795 15963 2272 0,'1'-5'0'0,"1"3"0"0,1 2 0 0,6 0 0 0,-1 6 0 0,0 8 0 0,3 7 0 0,-1 2 0 0,-2 3 0 0,0 3 190 0,0 1-75 0,-4 3-40 0,0 1-262 63,-3 6 123-63,-1-7 46 0,0 3 28 0,0-6-603 0,-6-2 300 0,-5-4 149 0,0-2 77 0</inkml:trace>
  <inkml:trace contextRef="#ctx0" brushRef="#br1" timeOffset="-125860.9">19872 16143 773 0,'13'-13'0'0,"1"2"0"0,2 4 0 0,4 0 0 0,5-1 0 0,0 5 490 31,4 0-225-31,4-1-114 0,3 3 114 0,-2 1-113 0,5 0-48 0,-6 0-38 0,-4 0 9 0,-1 1 0 0,-4 6-38 0,1-1-467 16,-11 3 229-16,-3-2 120 0,-6 0 59 0,-3 0-685 16,-2-1 344-16</inkml:trace>
  <inkml:trace contextRef="#ctx0" brushRef="#br1" timeOffset="-125578.61">20147 15891 460 0,'0'-12'0'0,"-2"1"0"0,0 2 0 0,2 1 0 0,0 7 0 0,0 1 405 15,5 0-183-15,3 9-92 0,0 6 142 0,0 4-107 16,-1 4-67-16,0 3-95 0,-4 4 35 0,-3 1 1 16,3 4 0-16,-3 2-275 0,0-3 133 0,-3-4 70 15,-8 3 37-15,-6-1-198 0,-2-3 109 0,-6 1 59 16,0-7 22-16,-3-5-27 0,0-5 0 0,2-1-28 31,2-5 408-31,4 1-191 0,6-8-82 16,6 0 221-16,7 0-142 0,1 0-35 0,1 0-47 0,10 0 270 15,11 0-157-15,4 0-74 0,6-1-36 0,2-1 122 0,2 2-80 0,4-2-30 16,-6 2-9-16,1 0-184 0,-2 0 72 0,-1 0 36 16,3 0-519-16,-9 0 273 31,-4 0 141-31,-4 0-647 0,-4 4 361 0,-4-2 154 0,-1 2 88 0,-6 0-142 0,-3 1 125 0,-7-5 62 0</inkml:trace>
  <inkml:trace contextRef="#ctx0" brushRef="#br1" timeOffset="-125450.55">20222 16308 719 0,'-12'0'0'0,"0"0"0"0,1 0 0 0,0 0 0 0,-4 8 0 0,4 5 118 16,-1 4-39-16,-1 7-1 0,-2 3-39 0,2 0 208 16,-1 7-94-16,2-5-62 0,2 1-26 0,4-6-123 15,6-2 49-15,0-4 0 0,0-4-320 0,8-9 178 16,7-5 96-16,6-2-437 16</inkml:trace>
  <inkml:trace contextRef="#ctx0" brushRef="#br1" timeOffset="-125232.25">20282 16378 1763 0,'2'0'-2'0,"0"0"0"0,1 2 0 0,0 5 1 0,1 3-1 0,-1 5 1 0,2 6-1 0,0 5 330 0,3 4-147 16,0 4-62-16,4-1 248 0,-1 0-166 0,3-2-81 15,2-2-42-15,2-4-9 125,2-2 10-125,-2-7-42 0,0-9 1 0,-1-3-198 0,0-4 99 0,3 0 59 0,-5-10 15 0,-3-7 0 0,1-3 25 0,-2-2-978 0,-1-4 414 0,0-3 245 0,-4 1 89 0</inkml:trace>
  <inkml:trace contextRef="#ctx0" brushRef="#br1" timeOffset="-125078.39">21013 15820 1005 0,'5'-4'0'0,"-1"0"0"0,-1 1 0 0,-1 1 0 0,-2 2 146 0,0 0-54 0,0 0-17 16,-12 9 138-16,-1 4-88 0,-7 6-43 0,-2 1-390 15,-1 3 168-15,1 2 94 63,-1-1 34-63,-1-2-545 0,-2 4 260 0</inkml:trace>
  <inkml:trace contextRef="#ctx0" brushRef="#br1" timeOffset="-124942.72">20658 16182 1243 0,'-9'5'0'0,"4"-1"0"0,0 3 0 0,2-1 0 0,3-1 0 0,0-1 0 0,0 1 0 0,6-3 428 0,10 3-195 0,6-5-97 15,4 0-50-15,5 0 216 0,2 0-136 0,1 0-65 0,3 0-31 0,-2-3-63 0,4 1 10 0,-6-3 21 0,-5 3-225 0,1 0 113 16,-4 0 56-16,-4 1-571 63,-1 1 323-63,-11 0 91 0,-3 0 97 0,-4 0-592 0</inkml:trace>
  <inkml:trace contextRef="#ctx0" brushRef="#br1" timeOffset="-124796.11">20892 16070 734 0,'-2'0'0'0,"1"0"0"0,-1 2 0 0,0 3 0 0,2 5 0 0,0 5 475 0,0 5-218 0,2 8-110 0,6 6-54 0,1 7 469 0,-1 11-252 0,-3-3-142 16,2 1 162-16,-2 2-146 0,-2-3-73 0,0-4-119 15,-1 3 10-15,-2-14 36 16,0-4 0-16,0-6-491 0,0-3 246 16,0-6 122-16,0-2 71 0,-2-11-698 0,0-2 363 0,-2-2 69 0,3-13-288 0,-1-7 265 15,0-7 123-15,1-1 16 16</inkml:trace>
  <inkml:trace contextRef="#ctx0" brushRef="#br1" timeOffset="-124675.2">20909 16393 1461 0,'-5'-15'0'0,"-3"2"0"0,4 6 0 0,-4-2 0 0,3 6 0 0,-3 3 0 0,-3 0 0 0,0 15 0 0,-1 0 0 0,-3 8 214 0,1-2-93 0,-1 4-41 0,-1 0 76 0,0 2-59 16,-1-2-29-16,0 1-279 31,4-8 120-31,2-1 65 0,1-2 31 0,2-3-256 0,4-5 145 0,1-2 81 0</inkml:trace>
  <inkml:trace contextRef="#ctx0" brushRef="#br1" timeOffset="-124530.2">20889 16412 643 0,'7'0'0'0,"4"0"0"0,-1 0 0 0,2 0 0 0,2 0 0 0,-3 3 0 0,3 3 546 16,-3 2-255-16,0 1-126 0,3-2 298 0,-3 6-204 0,1-4-117 0,-3 1-53 16,-1 0-191-16,-1 2 69 15,0-3 35-15,-1 1-604 0,-1-1 314 0,-3-5 163 16,3 0 81-16</inkml:trace>
  <inkml:trace contextRef="#ctx0" brushRef="#br1" timeOffset="-124160.89">21196 16170 1721 0,'0'2'0'0,"0"1"0"0,0-1 0 0,1 1 0 0,-1 3 0 0,2-3 0 0,-2 2 0 0,0-1 0 0,1 2 208 0,-1-1-86 0,0-1-32 0,0 2-218 15,2-3 83-15,-2 2 41 0,0-2 0 0,0-1-206 16,0 2 133-16,0-4 52 0,0 0 32 0,-5 0-80 16,2 0 55-16,-2-3 28 0,2-5-148 0,1-4 67 15,1 0-29-15,1-3 38 0,0 0 141 0,0-2-54 16,1 2-31-16,6 0 190 16,4 4-86-16,3 2-54 0,0-1 4 0,4 3-6 0,2 2 6 0,-2 3-5 15,4 2 19-15,-2 0-76 94,-3 8 25-94,-3 6 18 0,2 3-75 0,-8 0 31 0,-7 4-6 0,-1-1 43 0,0 1-31 0,-9 1 26 16,-7 0-31-16,-4-4 248 0,0-4-110 0,-1-1-54 0,1-2-22 0,0-5 313 0,4 2-152 0,4-4-91 0,2-3-40 0,4 1 209 0,3-2-125 0,3 0-62 0,0 0-15 0,1 0-47 0,11 0-1 0,7 0 1 0,0 0 14 0,5 0-5 15,-1-2-34-15,0 0-469 0,1-2 234 0,-4 1 130 16,1 0 65-16,2 2-960 0,-8 1 479 0</inkml:trace>
  <inkml:trace contextRef="#ctx0" brushRef="#br1" timeOffset="-123997.24">21250 16541 1953 0,'-3'13'0'0,"-5"-1"0"0,-1 8 0 0,3-6 0 0,2 3 0 0,-2 0 0 0,-1 0 0 0,2 0 243 0,-3 2-95 0,1-4-59 0,3-1 281 15,-1-3-166-15,-1-2-84 0,5-2-42 0,-3-1-496 16,4-5 223-16,0-1 115 0,0 0 59 0,1-3-789 16</inkml:trace>
  <inkml:trace contextRef="#ctx0" brushRef="#br1" timeOffset="-123878.55">21456 16537 1839 0,'6'0'0'0,"-1"1"0"0,2 1 0 0,1-1 0 0,0 3 0 0,1 0 0 0,0 1 0 0,1 2 261 0,-1 2-112 0,2-1-56 0,1 0-305 0,-2 4 120 16,4 1 64-16,-1 0-392 0</inkml:trace>
  <inkml:trace contextRef="#ctx0" brushRef="#br1" timeOffset="-123284.25">21936 16227 1735 0,'0'2'0'0,"0"1"0"0,0 5 0 0,0 4 0 0,-2 9 0 0,-4 11 0 0,0 12 0 0,-4 13 0 0,4 2 240 0,0 6-101 16,3-2-51-16,3-7 190 0,0-3-120 0,9-5-52 16,3-19-38-16,6-7 0 0,4-8 1 0,-1-9-32 15,4-5 1-15,0 0-36 0,1-11 35 0,-2-13 0 16,-1-9-37-16,0-3-1 0,-4-6 38 0,1-2 9 16,-7 0-135-16,-5 3 63 0,-2-1 32 15,-3-3-220-15,-3-2 93 0,0-3 66 0,0 6 2 16,-10 1-165-1,-9 2 86-15,0 3 53 0,-5 8 5 0,-2 1-15 0,-3 15 9 0,2 8 43 16,-2 6 215-16,0 0-108 0,3 8-54 0,-4 11 418 16,13 4-220-16,2 2-85 31,5 2-64-31,7-3 343 0,3 0-185 0,0 4-84 0,1-6-55 0,12 1-34 0,6-4-50 16,7 1 0-16,4 1 0 0,1-8 0 0,5-2 0 0,3-3 0 15,7-5-36-15,1-3-82 0,9 0 87 0,-6 0-1065 16,-1-5 535-16</inkml:trace>
  <inkml:trace contextRef="#ctx0" brushRef="#br1" timeOffset="-123130.12">22699 16406 1488 0,'-3'0'0'0,"0"0"0"0,-2 0 0 0,4 0 0 0,1 0 2 0,-2 0 1 0,2 0-2 0,0 0-1 0,0 0 0 0,0 0 536 0,0 0-251 0,0 0-124 0</inkml:trace>
  <inkml:trace contextRef="#ctx0" brushRef="#br1" timeOffset="-112894.3">3725 10585 310 0,'-7'0'0'0,"4"0"-1"0,-2 2 1 0,1-2-1 0,1 0 1 0,-1 0 0 0,3 0 300 15,-3 0-129-15,1 0-56 0,3 0-41 0,-1 0 67 16,0 0-51-16,1 0 1 0,0-2-50 0,-3-1 10 16,3 0-10-16,0 0 227 0,0 2-114 0,0-4-56 15,0 4-29-15,0-3 29 0,0 3-11 0,0 0-46 16,0-3 0-16,0 3 65 15,0-3-33-15,3 3 11 0,-2-3-43 0,2 2 45 0,0-1-45 0,0 2 0 16,1-3 31-16,-1 2-31 0,1 0 0 0,-1 2-47 16,2-1 47-16,0-2 0 15,-1 1 11-15,1 1 1 0,0-1-12 16,0 0 0-16,-1 2 0 0,0-2-33 0,3 2 41 0,-3 0-9 16,0 0-10-16,0-3-26 0,1 3-5 0,-1-1 37 46,2 1-48-46,-2-1-7 0,1 1 42 0,-1-3-17 0,1 3 18 0,-2 0 1 0,3 0-1 0,0 0 39 0,-3 0-3 0,1 0-37 0,1 0 0 16,-1 0-20-16,2 0 28 0,0 0-6 47,-1 0 4-47,1 0-43 0,-1 0 43 0,-1 0-4 0,3 0-37 0,-1 0-7 47,-3 0 41-47,4 0-31 0,-1 0-2 0,-2 3 29 0,1-3-7 0,0 1 33 0,1 0-35 0,-2-1 4 0,0 3-6 0,1-3 48 0,2 0-38 0,-3 0-4 0,0 2 1 0,1-2 2 0,-1 0-16 0,1 2 0 15,1-2 0-15,-1 2 0 0,1-2 0 0,-2 1 0 79,0-1 0-79,4 2 0 0,-1-2 0 0,-2 3 0 0,0-2 0 0,2-1 0 0,-1 2 0 0,4 0 0 0,-5 1 0 0,3-2 0 0,-1 0 0 0,1 1 0 0,-1-1 0 0,2 3 0 15,-2-4 0-15,3 2 0 0,-4-1 0 0,2-1 0 0,-1 1 0 0,3-1 0 94,-1 0 0-94,-3 0 0 0,4 0 0 0,-4 0 0 0,1 0 0 0,2 0 0 0,-1 0 0 0,1 0 0 0,-2 0 0 0,-1 3 0 0,3-2 0 0,-1 1 0 0,1 0 0 0,-4 0 0 0,3 1 0 0,0-2 0 0,-2 2 0 0,3 0 0 0,-3-1 0 0,0 0 0 0,2-1 0 0,-4 1 0 0,2 1 0 0,4-1 0 0,-6 1 0 0,2-1 0 16,0 0 0-16,-1 1 0 0,1-1 0 0,3 1 0 15,-5 1 0-15,2-1 0 0,1-1 0 16,0 1 0-16,-1 1 0 0,3 1 0 0,-2-2 0 0,0 0 0 15,2 2 0-15,-2-3 0 16,0 4 0-16,3-4 0 0,-1 1 0 0,-2 3 0 16,1-4 0-16,0 3 0 0,-1 0 0 0,4-1 0 15,-5-1 0-15,0 1 0 0,2 2 0 0,-3-4 0 16,1 3 0-16,4 0 0 16,-6 1 0-16,2-3 0 0,0 0 0 0,0 3 0 0,1 0 0 0,0-2 0 15,-3 1 0-15,2-2 0 0,0 0 0 0,1 1 0 16,-1 2 0-16,1-2 0 0,-1-2 0 0,0 3 0 15,2 1 0-15,-4-2 0 0,4 1 0 0,-1 1 0 16,0-1 0-16,-1-1 0 16,1 1 0-16,-1 2 0 0,2-1 0 0,0 0 0 15,-3 0 0 1,3-1 0-16,-2 1 0 0,0 0 0 0,3 2 0 0,-3-4 0 0,0 2 0 0,1 0 0 47,0-1 0-47,-1 2 0 0,3-1 0 0,-4 1 0 0,3 0 0 0,-1-1 0 0,0 2 0 0,0 0 0 0,1 2 0 0,-1-1 0 0,0-1 0 0,-2-1 0 15,2 0 0-15,1 3 0 16,-1-3 0-16,-1 0 0 0,0-1 0 0,1 1 0 16,-1 0 0-16,1-2 0 0,-1 2 0 0,0 1 0 15,1-4 0-15,-3 2 0 0,0 0 0 0,4 2 0 16,-3 1 0-16,0-2 0 0,1 0 0 0,-1 2 0 16,-2-3 0-16,1 1 0 0,3 3 0 0,-2-2 0 15,0-2 0-15,2 0 0 0,-2 3 0 0,0-2 0 16,0 0 0-16,1 2 0 0,0-3 0 0,-2 1 0 15,2 0 0-15,0 3 0 16,-1-5 0-16,-1 4 0 0,0-2 0 0,0-1 0 16,0 1 0-16,0 1 0 0,1 0 0 0,-2-3 0 15,0 1 0-15,3 1 0 0,-3-2 0 0,-1 2 0 16,1-1 0-16,0 1 0 0,3 0 0 0,-3 0 0 16,-1 0 0-16,4 4 0 0,-3-3 0 0,3-1 0 15,-3 2 0-15,1 2 0 16,-1-3 0-16,2 3 0 0,2-1 0 0,-5-2 0 0,1 2 0 0,2 0 0 15,1 0 0-15,-2 3 0 16,-1-3 0-16,1 0 0 0,0-1 0 0,2 1 0 16,-4 1 0-16,3 2 0 0,0-4 0 0,-1 2 0 15,2 0 0-15,-4-1 0 0,1 2 0 0,2 3 0 16,-1-3 0-16,-1-1 0 0,0 4 0 0,0-3 0 16,0 0 0-16,4 5 0 15,-4-6 0-15,-1 0 0 0,1 1 0 0,0-3 0 0,1 2 0 0,0 0 0 16,-3-5 0-16,2 1 0 62,-2 0 0-62,1-3 0 0,0 1 0 0,1 1 0 0,-1-4 0 0,0 3 0 0,0-5 0 0,-2 3 0 0,2-3 0 0,-2 1 0 0,0-1 0 0,0 0 0 0,0 0 0 0,0 0 0 0,0 0 0 0,0 0 0 16,0 0 0-16,0 0 0 0,0 0 0 0,0 0 0 16,0 0 0-16,0-1-59 0,0 1-3 0,0-3-659 46,0 0 341-46,0-1 171 0</inkml:trace>
  <inkml:trace contextRef="#ctx0" brushRef="#br1" timeOffset="-110789.52">3727 9162 446 0,'-4'2'0'0,"-2"1"0"15,2-1 0-15,1 1 0 0,1-1 0 0,-1-2 0 0,0 3 88 0,0-1-10 0,0-2-39 0,3 0 100 0,-2 1-51 0,1-1-24 16,1 0 10-16,0 0 21 16,0 0-27-16,0 0-1 0,0 0-28 0,0 0 140 15,0 0-60-15,1 0-45 0,4 0 147 0,2 0-82 16,0-1-54-16,3-1 109 0,-1-1-68 0,1 3-48 16,2-2 0-16,0-1 65 0,3 3-52 0,-2-3-26 15,4-1 11-15,-3-1 0 0,4 3 0 0,-2-4-37 16,1 2 0-16,1-1 47 15,2 0 9-15,-2 2-56 0,-3-1 38 0,2 4 0 16,-1-3-38-16,1 1 37 0,0 0 10 0,-1 0-47 16,-4 2 0-16,2 0 50 0,-2 0-83 0,-2 0-6 15,5 0 0-15,-4 0 0 0,0 0 0 0,-1 0 0 16,-1 0 0-16,4 0 0 0,-1 0 0 0,-3 0 0 16,2 0 0-16,-2 0 0 0,1 0 0 0,0 0 0 15,3 0 0-15,-5 0 0 0,4 0 0 0,-4 2 0 16,3-2 0-16,-2 2 0 15,3-2 0-15,-3 0 0 16,1 0 0-16,-2 0 0 0,3 0 0 0,0 0 0 0,-2 0 0 0,0 0 0 16,2 0 0-16,-4 0 0 0,4 2 0 0,-3-1 0 15,4 1 0-15,-5 1 0 32,1-2 0-32,0 2 0 0,0 1 0 0,3 1 0 0,-4-2 0 0,3 0 0 0,-3 3 0 0,0-4 0 0,1 2 0 0,3 1 0 15,-6-3 0-15,3 3 0 16,0 0 0-16,-1-2 0 0,2 1 0 0,-2 0 0 15,2 0 0-15,-2 0 0 0,0 1 0 0,2-2 0 0,-2 2 0 0,2-1 0 79,-1 1 0-79,0-3 0 0,2 3 0 0,-3 0 0 0,3-4 0 0,0 5 0 0,0-3 0 0,-1-1 0 0,2 5 0 0,-2-4 0 0,2 2 0 0,0 0 0 0,-1 2 0 0,-1-3 0 0,3 2 0 0,-3-1 0 15,1 2 0-15,3 0 0 0,-4-2 0 0,1 0 0 0,0 0 0 0,-1-1 0 16,-1-1 0-16,5 2 0 15,-4-5 0-15,0 5 0 0,0-3 0 0,0-2 0 16,0 2 0-16,4 1 0 0,-5 1 0 0,1-1 0 16,0 0 0-16,2 1 0 0,-2-1 0 0,4 4 0 15,-4-5 0-15,1 5 0 0,-1-1 0 0,2-2 0 16,2 2 0-16,-4 0 0 0,2-1 0 0,-3 1 0 16,6 0 0-16,-6-2 0 15,4 3 0-15,-2-1 0 0,0-1 0 0,-1 2 0 0,2-2 0 0,-2 2 0 16,2 1 0-16,-2 0 0 15,0 0 0-15,1 2 0 0,0-2 0 0,-2 1 0 16,4 0 0-16,-5-1 0 0,4 1 0 0,-3-3 0 16,2 3 0-16,0-3 0 15,0 1 0-15,-1-3 0 0,1 2 0 0,-3-2 0 0,3 1 0 16,-3 0 0 78,5 2 0-94,-5-2 0 0,2 0 0 0,-1 2 0 0,-2-2 0 0,3 1 0 0,-2 2 0 0,0-4 0 0,1 4 0 0,-1-2 0 0,0 0 0 0,-2-1 0 0,6 2 0 0,-4-2 0 0,-1-1 0 0,2 2 0 0,-2 0 0 0,0-2 0 0,3 3 0 0,-4-2 0 0,4 2 0 0,-2 0 0 0,-1-2 0 0,0 4 0 0,3-1 0 0,-3-1 0 15,3 0 0-15,-3 2 0 16,1-2 0-16,0-1 0 0,0 4 0 0,0-3 0 0,1 0 0 0,-1 0 0 16,0-1 0-16,-1-1 0 0,3 4 0 0,-1-4 0 15,-2 2 0-15,0-1 0 0,3 2 0 0,-1 0 0 16,-1-1 0-16,-1 0 0 15,2-1 0-15,0 1 0 0,-3 0 0 0,3-2 0 16,-1 2 0-16,-1 0 0 0,2-2 0 0,-2 0 0 16,0 0 0-16,1 2 0 0,0-2 0 0,-1 0 0 15,2 0 0-15,-3-1 0 0,1 1 0 0,6 2 0 16,-7-2 0-16,1 1 0 0,2 1 0 0,-2 1 0 16,3-1 0-16,-2 3 0 0,-1-2 0 0,3 2 0 31,-4-3 0-31,1 5 0 0,2-4 0 0,-3 4 0 0,3-3 0 15,-1 3 0-15,-3-1 0 0,2-2 0 0,2 3 0 0,-1 2 0 0,0-1 0 16,1-1 0-16,1 2 0 0,-1 1 0 16,-1-2 0-16,4 4 0 0,-3-2 0 0,1-1 0 15,-2-1 0-15,-1 2 0 0,4-1 0 0,-3 1 0 16,-1-2 0-16,1-1 0 31,0-1 0-31,0 1 0 0,-2-2 0 0,2 1 0 0,-2-1 0 0,3 0 0 0,-2 2 0 0,-2-3 0 16,4 2 0-16,-3 1 0 0,2-2-4 0,1 2 6 15,-4 0-2-15,2 0-22 16,3 0-5-16,-4 0 49 0,1 1 3 0,1 0-43 16,-1 0 9-16,1 1 31 0,1 2-13 0,-2-3-9 0,2 2 0 0,1-1 0 31,0 4 0-31,0 0 0 0,4 0 0 0,-6-1 0 0,1-5 0 0,-1 0 0 0,1 3 0 0,1-6 0 16,-2 8 0-16,-1-7-28 31,1 0-9-31,-2 1-1 0,0 0 30 0,1-3-59 0,-1 5 22 0,-2-4-8 0,1 1 38 0,1 0-10 15,-1 0 6-15,-1-3 0 0,1 8 20 0,0-6-7 16,-1 1-17-16,1 1 64 0,1 2-29 16,-2-3 0-16,3 5-26 0,0-1 50 15,-2-2 0-15,2 0-33 0,1 1-8 0,-2 0 0 0,2 2 2 0,0-3 7 16,-2 0-4-16,3 0-38 0,-1 2 0 0,-2-4 34 16,2 6 3-16,1-5-8 0,-3 2 4 0,0 0 19 15,3-2-20-15,-4 1-5 0,3 3 3 0,-1-1 40 16,0-1 1-16,-1 0-36 15,0 0-2-15,2 2 32 16,0 3-1-16,-1-6-18 0,1 0-6 0,-3 5-1 0,5-5 3 0,-2 3 5 16,-1 1-40-16,0-3 1 0,0 0 33 0,-2 1-15 78,1-3 13-78,0 2-4 0,-1-3 2 0,0 0 26 0,-2-2-26 0,-1 3-5 0,2-3 4 15,2 3-42-15,0-4 42 0,-2 3-1 0,1-1 1 0,1 2-91 0,-2 0 43 0,4 2-5 0,-3-4 14 0,2 3-2 0,0-4 30 0,-2 1-1 0,-1 3-3 0,2-3-21 0,-2-1 18 0,1-2 42 16,0 0 1-16,-2-2-49 0,0 2 6 0,0-2 48 16,-1 0-20-16,1-2 12 0,-1 2-33 0,2-4 40 15,-2 4-1-15,1-1-20 0,0-2 30 0,-2 2-33 16,2-2-4-16,-1 0 6 0,-1-1-5 0,2 2 4 16,-2-2-3-16,0 0-126 15,0 0 61-15,0 0 27 0,0 0 0 0,0-2-552 0,-7-7 281 0,-7-7 135 16</inkml:trace>
  <inkml:trace contextRef="#ctx0" brushRef="#br1" timeOffset="-108579.47">16428 17140 1309 0,'-10'0'0'0,"1"-3"0"0,3-1 0 0,5 2 0 0,1-1 0 0,0 2 369 0,4-1-170 0,15 2-79 0,4-1-40 0,7-3 302 16,1 1-170-16,9-3-76 0,-2 1-53 0,2 0 27 16,2-2-35-16,2 0 1 15,0 3-226-15,5-2 105 0,-10 1 38 0,-1 0-521 0,-7 4 285 0,-6 0 141 16,-5-1 72-16,-5 2-792 0</inkml:trace>
  <inkml:trace contextRef="#ctx0" brushRef="#br1" timeOffset="-108383.43">16474 17137 1251 0,'-12'12'0'0,"4"8"0"0,7 4 0 0,1 4 0 0,0 9 0 0,11 2 0 0,4 4 299 0,0 4-129 0,0 6-68 0,-1 2 485 0,-2 11-268 0,-5-12-146 0,-3 3-19 0,-1 1-59 0,-2-2-30 15,-1-4 1-15,0 6-330 0,0-18 146 0,0-4 78 16,0-7 37-16,-5-4-402 0,-2-9 221 0,3-2 120 15,0-14 47-15,0 0-608 0,4-7 293 0,0-15 147 16,0-7-123-16</inkml:trace>
  <inkml:trace contextRef="#ctx0" brushRef="#br1" timeOffset="-107679.54">16847 17279 1265 0,'0'-2'0'0,"-2"0"0"0,-2 2 0 0,0 0 0 0,-4 0 0 0,-2 4 0 0,2 5 377 15,0 5-169-15,-2 3-85 0,0 0-41 0,1 2 53 16,-4 5-38-16,5-2-10 16,1 2-48-16,-1 0-200 0,3-2 100 0,1 0 50 0,0 0-193 0,3-8 116 15,1-2 64-15,0-3-66 16,0-3 65-16,0-1-45 0,0-5 44 0,1 0-74 16,4-3 44-16,3-11-109 0,1-1 65 0,1 1 78 0,-1-3-27 15,4 2 9-15,-1 1 1 0,3 3 161 16,0 0-77-16,3 4-23 31,1-1 181-31,0 6-91 0,1 0-58 0,-1 2 65 0,1 0-54 0,-3 7-3 0,4 7 4 0,-5 3 74 0,-4 0-53 0,-2 6-14 31,-1 0-1-31,-2 4-37 0,-7-5 4 0,0 1 1 0,0-3-1 0,-10-2 0 0,-4-4 1 0,-2 2 9 16,-3-11-10-16,2 1 1 16,-1-5-1-16,-2-1 0 0,4 0 1 0,-4 0 9 15,7 0-10-15,0-1 0 16,2-5 1-16,0-1-36 0,5 0-268 0,-1 0-537 0,7-1 385 0,0 2 188 15,0 0 95-15,0-1 197 0,10 0-51 0,4 0-36 79,-1 1 178-79,5-1-89 0,1 2-19 0,-1 1-101 0,2 0 1 0,2-1 68 15,-4 2 17-15,-2-1-189 0,0 3 85 0,1 1 36 0,-5-3-2 0,1 1-346 0,-4 2 157 0,-6 0 94 0,-1 0 47 0,-2 2-20 0,0 5 34 0,-3-3-10 0,-9 3 151 0,-2 2-74 0,-2-4 0 0,0 2 209 16,1 3-121-16,-1-3-71 15,3 0-21-15,3 0 359 0,1 1-154 0,1 1-96 16,2-1 2-16,1 4 90 0,4 0-68 0,1 0-43 0,0 2 1 0,0 2 64 16,1 1-53-16,2 4-17 78,5-1 41-78,-4 2-39 0,3-2 0 0,-2 4-57 0,-1-3 18 0,0 5 9 0,-2-9-9 0,-1 1-88 0,0-3 44 0,-1-2 0 0,0-1 54 0,0-6-87 0,-1-3 39 0,-6 0-1 0,-1-3-6 0,-1 0-202 0,-3-6 88 0,2-5 61 0,-1-2-159 0,-1-2 99 15,1-2 23-15,-3 1 54 0,1 1-18 0,2 2 21 16,-1 3-1-16,1 2 254 0,1 4-122 0,-2 1-61 47,0 1-33-47,1 2 339 0,2 5-153 0,-1 6-89 0,-2 4-12 0,4 4 72 0,-3 2-23 0,4 0-51 0,0 0-141 0,4-1 50 31,1 0 24-31,2-3-522 0,0-1 274 0,2-6 129 0,8-2 50 0</inkml:trace>
  <inkml:trace contextRef="#ctx0" brushRef="#br1" timeOffset="-107524.18">16996 17834 1385 0,'2'-3'0'0,"-1"2"0"0,1 1 0 0,-1 0 0 0,1 0 0 0,1 0 0 0,2 0 628 0,2 1-294 0,0 6-148 16,-1 1-69-16,2 4-40 31,2 2 11-31,-2-1-49 15,2-1-200-15,0 2 101 0,0 1 49 0,0-4-690 0,3 0 376 0,-3-4 175 0</inkml:trace>
  <inkml:trace contextRef="#ctx0" brushRef="#br1" timeOffset="-107367.61">17311 17522 1184 0,'2'-10'0'0,"2"4"0"0,4-2 0 0,0 1 0 0,4 0 0 0,5-1 27 0,-1 1-1 0,4 4-26 0,2-5 0 0,1 4 0 0,1-3 0 0,4 2 1062 0,-5 0-516 0,0 3-254 16,-1 1-127-16,-3 1-873 0,-4 0 373 0,1 6 197 16</inkml:trace>
  <inkml:trace contextRef="#ctx0" brushRef="#br1" timeOffset="-107007.71">17400 17817 1279 0,'-5'3'0'0,"0"1"0"0,2 2-1 0,0 1 1 0,3 0 0 0,-2-2 0 0,2 7 516 0,0-3-240 0,0 3-118 0,0 2 73 16,0 1-100-16,0 1-47 15,0 1 0-15,0-1-23 0,0 3-13 0,0-4-9 0,0-3-1 0,0-2-146 16,0-2 74-16,0-4 36 16,0 1-300-16,0-5 164 0,0-7 86 0,2-13 43 15,5-5-489-15,2-6 195 0,-1-6 130 0,1-3-203 16,-1-3 166-16,-2-6 84 0,0-1 42 0,0-2-48 15,-1-12 36-15,-3 2 9 0,-1-7 44 0,-1-2 32 16,0 3 0-16,0 6-32 16,0 6-9-16,0 26 331 0,0 14-162 0,-1 14-79 15,-1 2 494-15,2 16-237 0,0 16-86 0,0 13 346 32,5 10-260-32,6 9-131 0,4 6-64 0,1 5 112 0,2 8-79 0,-2-12-54 0,1-2 0 0,1 1 73 15,3-5-59-15,1-4-29 0,4 4-251 0,-4-19 106 16,-3-11 58-16,3-3 28 0,-4-9-494 0,-4-4 262 15,2-2 127-15,-7-14-665 0,-4-3 348 0,0-1 188 16,-2-19 93-16</inkml:trace>
  <inkml:trace contextRef="#ctx0" brushRef="#br1" timeOffset="-106869.85">17744 17248 1198 0,'0'-14'0'0,"-4"7"0"0,2 1 0 0,2 5 0 0,0 1 180 0,0 0-70 0,2 4-27 0,5 8 168 0,1 3-106 0,6 2-53 16,1-2-27-16,3 4-445 0,4 0 209 0,-1-4 95 0</inkml:trace>
  <inkml:trace contextRef="#ctx0" brushRef="#br1" timeOffset="-106741.2">18129 17466 1618 0,'0'0'-1'0,"0"0"-1"0,0 0 1 0,2 0-1 0,-1 0 0 0,4 0 0 0,1 0 530 0,0 0-252 0,3 1-120 0,5 3-61 0,1-2-382 0,2 1 162 0,2 0 90 0,-1 2-405 0</inkml:trace>
  <inkml:trace contextRef="#ctx0" brushRef="#br1" timeOffset="-106609.75">18151 17786 2055 0,'-19'8'0'0,"5"0"0"0,4 3 0 0,8-2 0 0,2-2 0 0,0-2 0 0,12-2 0 0,4 0 98 0,7-3-35 0,7 0 0 0,1 0 877 0,4 0-451 0,3 0-266 16,1 0-223-16,-1-2-402 0,0 2 120 0,2 0 160 16</inkml:trace>
  <inkml:trace contextRef="#ctx0" brushRef="#br1" timeOffset="-105887.42">19606 17467 955 0,'0'-25'0'0,"0"-2"0"0,0 4 0 0,0-4 0 0,0 5 0 0,-3 0 0 0,-6 0 0 0,3 3 0 0,-5 0 102 0,1-4-23 15,-4 6-9-15,0 4 14 0,-1 0-45 0,-1 4-1 31,-1 3 0-31,-3-1 103 0,2 6-56 0,1 1-1 0,0 0 117 0,0 2-82 0,3 10-40 0,-3 1 9 16,6 3 114-16,0 5-82 0,2 1-41 16,4 6 168-16,0 2-105 0,3 5-42 0,2 0-35 0,0 2 101 31,0 0-63-31,2 1-33 0,3 5 10 0,1-4 213 0,4 0-231 0,0 2-62 16,1 0 0-16,2 4 0 0,1 7 0 0,-3-5 0 15,1 2 0-15,-2 5 0 0,-2-2 0 0,-1 2 0 16,-1 4 0-16,-4-12 0 0,-1-2 0 0,-1-1 0 15,0-6 0-15,-6-4 0 0,-6 1 0 0,-1-11 0 16,-4-9 0-16,-2-2 0 16,-2-6 0-16,-3-3 0 0,-2-2 0 0,2-1 0 0,0-1 0 0,0-9 0 15,1-4 0-15,2 0 0 0,-2-1-124 0,6 1 20 94,4-3 22-94,5 2-319 0,2 1 182 0,5-3 90 0,1 0 36 0,1 4-196 0,15-3 125 0,7 1 63 0,4 1-588 0,1-3 325 0</inkml:trace>
  <inkml:trace contextRef="#ctx0" brushRef="#br1" timeOffset="-105701.93">19728 18074 2135 0,'-2'5'0'0,"-3"-3"0"0,2 0 0 0,0 1 0 0,3 1 0 0,0-1 0 0,3-1 0 0,8-2 767 0,9 0-365 0,6 0-182 15,4 0 53-15,8-2-139 16,-1-3-134-16,1-2 0 31,4 1 0-31,1 0 0 0,0 1 0 0,4 0 0 0,-10 2-114 0,-3 1 63 0,-6 0 43 0,-5 1-601 0,-4 1 322 0,-6 0 97 16,-7 0 98-16,-5 0-746 0,-1 0 400 0,-7 0 199 0</inkml:trace>
  <inkml:trace contextRef="#ctx0" brushRef="#br1" timeOffset="-105541.49">19921 18008 1915 0,'-13'7'0'0,"1"1"0"0,3 3 0 0,-3 4 0 0,8 0 0 0,0 2 0 0,4 3 221 0,0 3-92 15,0 2-45-15,0 3 426 16,0-3-240-16,2 2-116 0,0-3-58 0,1 2-86 16,0-1 28-16,0 1 10 0,-1-7-10 0,1 1-575 15,0-6 288-15,2-2 143 0,1-6-726 0,0 1 417 16,2-7 209-16</inkml:trace>
  <inkml:trace contextRef="#ctx0" brushRef="#br1" timeOffset="-105333.75">20058 18122 1963 0,'0'-3'0'0,"0"-4"0"0,0 5 0 0,3 0 0 0,0 2 0 0,0 0 425 0,4 2-193 16,0 12-87-16,1 4 252 0,0 7-180 0,0 3-89 15,-1 3-45-15,0 3 238 0,-1 5-301 0,-1-3-20 94,-2-2 0-94,2 4-45 0,-1-8-134 0,-3 1 108 0,1-3-791 0,-2-9 445 0,0-6 227 0</inkml:trace>
  <inkml:trace contextRef="#ctx0" brushRef="#br1" timeOffset="-104720.35">19690 17229 1373 0,'-18'-14'0'0,"5"-1"0"0,1 1 0 0,1 0 0 0,1-6 0 0,1-1 0 0,7-2 0 0,2 1 210 0,0-4-86 0,11-1 221 0,5 2-153 0,6-5-68 0,-2 8-48 0,6 2 145 0,-1 6-92 0,2 3-45 0,-2 1-1 0,4 7-6 0,-5 3-11 0,-4 0-28 0,2 14 0 0,-4 7-45 0,-3 4 45 0,0 7 10 0,-9 0-92 0,-3 4 41 0,-2 0 0 0,-1 2-78 0,0 3 69 0,-9-6-1 0,-3-2 0 0,-2-1-43 0,-1-1 19 0,-3-4 24 16,-3 4-13-16,-1-12 79 0,-2-5-26 0,3-3-9 0,-4-6-20 0,1-4 210 31,-1 0-90-31,7-1-44 0,2-2 101 0,4-8-56 0,-1-2-43 0,7 2 31 16,0 2-107-16,6-1 0 0,0 5 0 0,0-3 0 16,8 3 0-16,9-2 0 0,2 1 0 0,4 0 0 0,1 2 0 0,5 2 0 0,-1-2 0 0,3 3 0 31,2 0 0-31,-4 0 0 0,-1 0 0 0,3 0 0 15,-3 6 0-15,2-3 0 0,1 2 0 16,-6-2-170 0,-4 1 62-16,4-1-700 15,-5-3 385-15,-3 3 192 0,5-1 87 0,-11-2-618 0</inkml:trace>
  <inkml:trace contextRef="#ctx0" brushRef="#br1" timeOffset="-104581.95">20093 17122 805 0,'-6'-9'0'0,"3"2"0"0,3 2 0 0,0 0 0 0,0 3 0 0,7-5 631 0,7 6-302 0,8-1-145 15,2 1 423-15,6 1-284 16,1-2-143-16,4 0 46 0,-1 2-99 0,0 0-44 0,1 0-1 0,-4 0-264 31,0 0 110-31,0 0 64 0,-9 0 19 0,-4 0-690 0,-7 0 359 0,-4 0 179 16,-6 2-344-16</inkml:trace>
  <inkml:trace contextRef="#ctx0" brushRef="#br1" timeOffset="-104420.92">20261 17114 2171 0,'-8'11'0'15,"2"1"0"-15,2 3 0 0,0 7 0 0,-1 3 0 0,1 3 0 0,0 10 0 0,1-6 335 0,2 4-148 0,-3 0-74 0,1 1 40 16,2-3-57-16,-3 0-19 0,4-7-10 0,0-8-363 16,0-2 168-16,0-5 82 0,0-5-730 0,4-2 401 31</inkml:trace>
  <inkml:trace contextRef="#ctx0" brushRef="#br1" timeOffset="-104188.7">20366 17162 2644 0,'2'0'0'0,"0"0"0"0,-1 0 0 0,1 0 0 0,-1 2 0 0,3 3 0 0,-2 9 0 0,4 6 0 0,-2 4 344 0,-3 7-153 0,1 6-76 0,-1 6-319 0,-1 8 131 0,2-3 50 0,-2 3 31 0,2-3-403 0,-2-1 216 0</inkml:trace>
  <inkml:trace contextRef="#ctx0" brushRef="#br1" timeOffset="-103467.84">21138 17878 1094 0,'-16'-17'0'0,"-1"0"0"0,0-3 0 0,0 7 0 0,6 0 0 0,-5-4 0 0,1 2 0 0,-1 1 183 0,-3 2-65 0,4 3-45 0,-1 6 211 0,-1 2-124 0,0 1-62 16,0 8-30-16,-3 11 127 0,4 8-83 0,0 11-38 15,2 5 0-15,4 6 70 0,2 0-54 0,1 4-17 47,7-9 57-47,0-6-47 0,1 0-23 0,11-7-41 0,7-5 17 0,2-1 9 0,1-15-8 0,5-9-121 0,-1-1 61 0,1-4 29 0,4-19 1 0,0-3-188 16,-5-7 101-16,-1-9 29 0,-2-2 36 0,-3-2-311 15,0-3 156-15,0-8 34 16,-5 4-6-16,-3-2 53 0,-4-3 26 0,-3-4 0 16,-3 0 72-16,0-9-10 0,-2 11-35 0,0 4 44 15,0 7-44-15,-5 11 0 0,-3 5-10 0,1 23 206 16,-2 9-99-16,2 1-28 0,-5 19-31 0,5 13 355 15,-2 9-172-15,1 5-54 0,2 8 193 0,1 4-144 16,4 2-72-16,1 3-36 16,0 8 193-16,0-11-119 0,0-2-54 0,3 1 21 15,10 0-113-15,2-6 0 0,6 3 0 0,0-20 0 16,2-8 0-16,-1-8 0 0,0-9 0 0,-5-8 0 16,3-3 0-16,-8-3-18 15,1-17-209-15,-2-11 102 16,0-3 72-16,-3-5-10 0,1-6-124 0,-1 1 55 0,3-1 51 0,-2 1 14 0,2 2 0 0,3 2 31 15,-1-2-10 1,-1 13 112-16,-1 5-51 0,0 6-26 0,1 11 0 0,-1 4 75 0,3 3-38 0,-3 3-22 16,-2 17 44-16,1 8-30 15,-3 5 0-15,0 6-2 0,-1 5 14 0,-4-3-31 16,-1 1 14-16,1-1-10 0,-2-2-2 0,0-5 2 16,0 6-5-16,0-16 74 0,-2-1-37 15,-2-11 1-15,0-5-33 0,-1-6 239 0,1-1-95 16,1-2-65-16,3-19 103 0,0-8-185 0,0-5 0 15,3-6 0-15,11-8 0 0,3 4 0 47,2-7 0-47,4 5 0 0,4 0 0 0,4-7 0 0,-1 14 0 0,1 0 0 0,-2 8 0 0,2 4 0 0,1 8 0 0,-1 2-867 0,-6 11 379 0,-4 6 226 16</inkml:trace>
  <inkml:trace contextRef="#ctx0" brushRef="#br1" timeOffset="-102842.95">22835 17358 742 0,'0'-22'0'0,"0"-8"0"0,0 7 0 0,0 1 0 0,0-1 0 0,0-3 0 0,0 0 0 0,0-4 78 0,0 9-9 0,-1 0-32 0,-3 3 130 16,-4 1-65-16,0 3-32 15,-4-3 10-15,-2 9 104 0,-2 2-73 0,-3 5-37 0,-1-1 202 0,-3 2-119 16,-6 2-50-16,7 13-40 78,0 4 79-78,-2 8-54 0,3 1-27 0,3 6 226 0,0 8-117 0,9 1-73 16,3 3-32-16,5 7 211 0,1 1-122 0,0 6-59 0,0 6-22 0,3-6-19 0,8 5-58 0,2 3 0 0,2 2 0 0,-1 15 0 0,-1-15 0 0,-6 3 0 0,-2-1 0 0,-3-2 0 0,-2-4 0 0,0 3 0 0,0-22 0 0,-8-3 0 15,-5-8 0-15,-2-3 0 16,1-8 0-16,-8 1 0 0,1-11 0 0,-1-7 0 16,-1-7 0-16,-1-1 0 0,0 0 0 0,-1-7-382 0,7-5 175 0,0 1-683 15,6-2 426-15,0 1 213 0</inkml:trace>
  <inkml:trace contextRef="#ctx0" brushRef="#br1" timeOffset="-101750.99">24310 17657 1174 0,'0'-12'0'0,"0"0"0"0,0 1 0 0,0 1 0 0,0-4 0 0,-1 2 0 0,-1 0 0 0,-1 2 177 0,-5-1-70 0,0 2-34 0,-1 1 9 0,-5 5 126 0,-2 3-86 0,-4 0-41 0,-1 6-1 0,0 8 69 0,-4 6-46 0,7-1-37 0,2 4 168 0,4 0-98 16,5-1-49-16,6-1 96 16,1 3-63 15,0-2-46-31,4-3 0 0,10-1-7 0,2 1-30 0,0-2 1 0,1 5 9 0,-2-6-31 0,-1 1 21 0,-1 1 1 16,-2-1 0-16,-6 4-8 0,2 1 17 0,-7-2-9 0,0 1 69 0,-5-1-46 15,-9 1-61-15,-4 4 0 0,-3-8 0 0,-3 0 0 16,0-5 0-16,-1 0-276 0,5-3 58 0,0-1 120 15,6-7 43-15,3-1-378 16,10 0 180-16,1 0 114 0,1-9-708 0,16-8 396 16</inkml:trace>
  <inkml:trace contextRef="#ctx0" brushRef="#br1" timeOffset="-101620.17">24340 17879 1316 0,'8'-3'0'0,"1"0"0"0,0 3 0 0,1 0 0 0,-4 0 0 0,-1 0 0 0,4 12 0 0,-1-3 570 0,-5 3-271 16,2-1-130-1,-1 3 166-15,0-3-149 0,0 0-74 0,-2 1-352 0,2-3 134 0,-2-4 72 16,1 1 35-16,0-5 1 0,0-1 36 0,1 0 9 0,0-7-9 0</inkml:trace>
  <inkml:trace contextRef="#ctx0" brushRef="#br1" timeOffset="-101286.46">24542 17460 1304 0,'2'-2'0'0,"1"0"0"0,-2 2 0 0,3 0 0 0,0 0 0 0,0 11 0 0,3 6 161 0,1 7-66 0,-1 5-28 0,0 7 283 0,-2 3-156 16,0 9-68-16,0-7-52 31,-1 4-36-31,-1-4 0 0,-2-4-1 0,1-5-165 0,0-1 93 0,-2-12 31 16,0-8 0-16,0-4-198 0,2-4 119 0,-1-3 61 16,2 0-48-16,-2-1 44 0,6-12-45 0,-1-1 37 15,3 0 60-15,0-3 1 0,4 1-104 0,-3 1 224 16,4 2-81-16,-1 0-32 0,2 0 0 0,-1 4 69 0,3-1-35 15,-2 5-6 1,-1 2-1-16,2 1 120 0,-3 2-73 0,2 0-36 0,-1 3 21 0,-3 8 125 0,0 4-90 16,-4 6-45-16,0 0 50 0,-1 4-47 15,-2 4-15-15,-2-3-18 0,-1 2-16 0,-1-4 1 16,0-2 0-16,0-3-251 0,0 0 134 0,0-11 54 16,0-3 32-16,0-2-504 0,0-3 253 0,0 0 82 15,0-8-533-15,0-5 333 0,0-3 163 0,1-4 80 16</inkml:trace>
  <inkml:trace contextRef="#ctx0" brushRef="#br1" timeOffset="-100990.22">25128 17621 1656 0,'-5'-5'0'0,"0"1"0"0,4 0 0 0,-1-2 0 0,2 5 0 0,0-1 326 0,0 2-145 0,0 0-71 0,7 3 268 0,1 7-161 0,1 6-94 0,3 1 41 0,-1 5-64 15,-1 2-30-15,2 3-1 0,-3 1-89 0,0 0 25 0,-1 0-1 0,-4 0 34 0,2 3-83 32,-4-2 42-32,-1 2 9 0,-1-4 32 0,0-6-46 0,-1-1 0 0,-7-8 46 0,2-4 33 0,-2-4-30 15,2-4-16-15,3-7 17 63,2-13-19-63,1-7-8 0,0-8 5 0,8-4-45 0,8-5 21 0,2-2 20 0,8-1 10 0,2-2-329 0,3 2 155 0,5-4 73 0,0 11-487 0,4 6 248 0,-1 6 139 0,-2 8 68 0</inkml:trace>
  <inkml:trace contextRef="#ctx0" brushRef="#br1" timeOffset="-100566.16">25672 17835 1516 0,'-8'-6'0'0,"-4"-3"0"0,7 6 0 0,2-1 0 0,1 3 0 0,1 0 104 0,1-2-34 16,0 2 10-16,0-1 411 0,0 0-227 15,1 1-113-15,2-1-190 0,2 0 39 0,2 2 8 16,-3-3 30-16,4 3-529 0,-3 0 264 0,2 0 133 16,1-1 65-16,3 1-704 0</inkml:trace>
  <inkml:trace contextRef="#ctx0" brushRef="#br1" timeOffset="-100305.83">26004 17612 1204 0,'8'3'0'0,"-1"1"0"0,2-1 0 0,0 8 0 0,3 4 0 0,-3 2 237 0,1 7-99 0,-3 3-50 0,0 6 339 16,-2 5-194-16,0 4-88 0,-4-3-59 0,-1 0 51 15,0-1-50-15,0-4-25 0,-5-2 1 0,1-1-48 16,-1-14-9-16,1-7 31 0,1-5 13 0,0-5-13 15,2 0 1-15,1-8 9 0,0-16 39 0,1-5-24 16,10-5-1-16,5-4-69 31,2-4 0-31,8-5 55 0,-2 6-10 0,2 1-106 0,4 0 50 0,2 3 21 0,0-4 8 0,-2 14-196 16,-3 3 100-16,0 7 41 31,-3 5-470-31,-2 6 232 0,1 3 120 0,-9 3 44 0,-2 1-237 0,0 12 160 0</inkml:trace>
  <inkml:trace contextRef="#ctx0" brushRef="#br1" timeOffset="-99786.11">26851 17786 1585 0,'0'-12'0'0,"0"4"0"0,-2-3 0 0,2 4 0 0,0-3 0 0,-2 0 0 0,1-2 0 0,-2 2 0 0,1-2 72 0,0 4 0 0,-1-4-35 0,-2 1 394 0,-2 1-202 0,-3 5-96 46,0-1-48-46,-3 3-5 0,-4 3 1 0,-3 0-35 0,-1 6-9 0,-5 12 15 0,2 8-15 0,-1 3 0 0,2 7 37 0,2 4 9 32,6 0-46-32,6-1 0 0,4 3 74 0,5-2-36 0,0-4-1 0,0 5-101 0,9-14 28 0,9-5 0 0,5-8 36 0,4-4-104 15,1-10 52-15,6 0 35 0,-3-10-8 0,-2-14-307 32,0-7 136-32,-3-6 82 0,1-6-293 0,-1-6 162 0,-6-1 74 0,-4 1 36 0,-1-2 31 0,-3-4 0 15,0-1 30-15,-1-9 73 47,-2 6-32-47,-2-5 0 0,3 0-41 16,-2-4 94-16,0 3-47 0,1-2-32 0,-5 24 8 0,-3 12 22 0,-1 15 8 0,0 9-1 0,0 7 318 0,-5 0-163 0,-3 19-51 0,-3 10-52 0,-2 8 221 0,5 4-126 31,-3 9-62-31,3 11 228 0,2-1-151 0,0 4-69 0,2 7-61 0,1 0-47 0,0 2 0 0,1 7 0 16,2-8 0-16,0-5 0 0,2-1 0 0,8-4 0 15,6-7-477-15,2 0 127 0,0-20 155 0,0-5 109 16,-1-7-955-16</inkml:trace>
  <inkml:trace contextRef="#ctx0" brushRef="#br1" timeOffset="-97735.29">27405 17660 944 0,'-8'9'0'0,"2"2"0"0,-2 5 0 0,1 8 0 0,-2 8 0 0,-1 2 0 0,0 4 0 62,1 8 0-62,3-1 64 0,3 2 397 0,3 0-202 0,0-14-116 0,1-4-10 0,14-5-47 0,2-4-25 0,6-8 0 0,3 0 19 0,1-11-9 0,4-1-33 0,0-1-34 0,0-11 0 0,2-5 33 0,3-7 10 0,-9 0-116 0,0-4 53 0,-4-2 27 0,-1-2-1 0,-1-2-123 0,-1-2 56 0,-8 0 14 0,-5 4-6 0,2-2 10 0,-6 0 0 0,-2 3-4 0,-1-10 17 0,0 10-3 32,-7-1 17-32,-9-1-15 0,-4 2 11 0,-3 3-7 0,-6 1 1 0,-1 10 5 0,-1 8 0 0,-3 7 16 0,-3 2-14 0,1 4 239 0,-1 13-111 0,7 4-48 0,3 3 190 0,6 6-110 0,4-1-60 15,9 2-13 79,-1 1 66-94,9-5-54 16,0-2-1-16,12-1 20 0,4-3-33 0,5-3 0 0,4 2-23 0,5-10-176 0,2-3 83 0,2-4 42 0,3-3 0 0,-3 0-402 0,5 0 221 0,-12-3 68 0,4-4-662 15,-4-5 370-15</inkml:trace>
  <inkml:trace contextRef="#ctx0" brushRef="#br1" timeOffset="-92097.59">3689 9728 451 0,'0'0'-1'0,"0"0"1"0,0 0 0 0,-3 0 0 0,3 0 0 0,0-2 0 0,-1 2 130 16,1-1-45-16,-2-1 24 0,2 2-35 0,-1 0 0 0,1-1-24 0,-3-2 18 0,3 3 1 0,0 0-29 0,-2-1 0 0,2 1 70 0,0-2-26 0,0 2-9 0,0 0-35 0,0-1 76 0,0 1-38 0,0 0 0 0,0-1 32 0,0 1-41 0,0 0 1 0,0 0 6 0,0 0-1 0,0 0-35 78,0 0 10-78,0 0 34 0,0 0-44 0,0 0 0 0,2 0 0 16,1-3 10-16,0 3 0 0,1 0-11 0,0 0 1 0,-1 0 8 0,3 0-8 0,0 0 0 0,-2 0 9 0,1 0-9 0,3 0 0 0,-4 0 3 0,2 0-3 0,0-3 0 0,-1 3 10 0,3 0-21 0,-3 0 11 0,1 0 0 0,-2 0 0 0,1 0-12 0,4 0 19 0,-6 0-8 15,2 0-3-15,1 0-29 0,-1 0 30 0,-2 0 9 16,3-1-77-16,-3 1 32 0,3 0-4 0,-2 0 20 16,1 0 9-16,-1-3 9 0,2 3-14 0,-1 0-18 15,-2 0 19-15,3 0 3 0,0 0-7 0,-2-3-34 32,2 3 35-32,1 0 2 0,-2-2-4 0,0 2-13 0,0 0 13 0,2 0 6 15,0 0 2-15,-3 0-6 0,4 0-1 0,-4 0 13 16,2 0-15-16,2 0 6 0,-2 0-6 0,0 0 20 15,0 0-18-15,-1 0 1 0,2 0 2 0,2 0-28 16,-3 0 23-16,-2 0-16 0,5 0 0 0,-4 0 0 16,2 0 0-16,0 0 0 15,-2 0 0-15,3 0 0 0,-1 2 0 0,-2 1 0 0,2-3 0 0,1 3 0 16,-1-2 0-16,0 2 0 31,-1-3 0-31,0 3 0 0,2-2 0 0,-1 2 0 0,0-2 0 0,0 2 0 0,-2-2 0 0,3 2 0 16,-1-1 0-16,0 1 0 0,-1 0 0 0,3-2 0 15,-6 4 0-15,4-5 0 0,0 5 0 0,0-3 0 16,1 0 0-16,-3 1 0 0,1 0 0 0,0-1 0 16,2-1 0-16,-1 4 0 0,1-4 0 0,-3 1 0 78,1-1 0-78,4 1 0 0,-3 1 0 0,1-1 0 0,-2-1 0 0,2 3 0 0,-1-2 0 0,0 0 0 0,1 1 0 0,1 0 0 0,-3 1 0 0,3-3 0 0,-2 4 0 0,3-3 0 0,-3 3 0 0,1-3 0 31,2 1 0-31,-3 0 0 0,2 0 0 0,-2 0 0 0,4-1 0 0,-4 1 0 0,1 0 0 16,2-1 0-16,-3 3 0 0,2-5 0 0,0 5 0 0,1-3 0 15,-3 3 0-15,1-3 0 16,-1 1 0-16,4 1 0 16,-2-1 0-16,-1 0 0 0,2 0 0 0,-3 1 0 0,2 0 0 0,-2-1 0 0,5 2 0 0,-7-1 0 31,3-1 0-31,2-1 0 0,-5 3 0 0,3 0 0 0,0 2 0 0,0-2 0 0,-1 0 0 0,-2 2 0 15,0-2 0-15,2 2 0 0,1-2 0 16,-3 2 0-16,1-1 0 0,-1 0 0 0,2-1 0 0,-1-1 0 16,1 4 0-16,-2-5 0 0,2 2 0 0,-2-1 0 15,1 1 0-15,2-2 0 0,-1 4 0 0,-1-1 0 16,1-2 0-16,0 1 0 16,-1 0 0-16,3 2 0 0,-5-1 0 0,3 0 0 0,1-1 0 15,-3 1 0-15,1 0 0 0,2 2 0 16,-2-4 0-16,0 2 0 0,2 0 0 0,-5-3 0 15,4 3 0-15,3 0 0 0,-5 1 0 0,1-3 0 16,2 1 0-16,-2-1 0 0,2 4 0 0,-2-4 0 16,-1 2 0-16,3 0 0 0,-2-2 0 0,0 3 0 15,2-2 0-15,-1 2 0 0,0 0 0 16,0-4 0-16,-1 2 0 0,0 2 0 0,1-2 0 0,1 2 0 16,-3-1 0-16,2-2 0 15,-1 1 0-15,1-1 0 0,1 2 0 0,-3-2 0 0,1 2 0 16,2-1 0-16,-2-1 0 0,0 2 0 15,0-3 0-15,1 5 0 0,-1-4 0 0,3 4 0 16,-4-4 0-16,1 1 0 0,1 1 0 0,2 0 0 16,-2-1 0-16,-2 0 0 0,2 0 0 0,0 0 0 15,-1-1 0-15,1 2 0 0,0-2 0 0,-1 1 0 78,1 1 0-78,-1 0 0 16,-1-2 0-16,1 4 0 0,2-2 0 0,-2 0 0 0,-1 1 0 0,2 0 0 0,-3-1 0 0,4 3 0 0,-1-3 0 0,-3 1 0 0,2-3 0 0,-1 3 0 0,2 1 0 0,-3-3 0 0,3 2 0 0,-1 0 0 0,-2-1 0 0,2 0 0 0,1 5 0 0,0-3 0 16,-3 0 0-16,3 0 0 0,0 3 0 0,-2-1 0 125,5 1 0-125,-5-2 0 0,0 1 0 0,3 1 0 0,-2-1 0 0,1-1 0 0,0 4 0 0,-2-4 0 0,0 1 0 0,2-1 0 0,0 1 0 0,-1-2 0 0,1 6 0 0,-1-6 0 0,0 2 0 0,0-1 0 0,0 3 0 0,-1-3 0 0,1 2 0 0,1-2 0 0,-3 3 0 0,2-5 0 0,0 5 0 0,-1-1 0 0,3 2 0 0,-4-3 0 0,4 0 0 0,-4-1 0 15,0 1 0-15,5-3 0 0,-4 6 0 0,0-3 0 0,1-1 0 0,-1 0 0 16,0 2 0-16,0-2 0 16,3 2 0-16,-4-3 0 0,0 1 0 0,1-3 0 15,1 3 0-15,-1-1 0 0,-1 0 0 16,2 0 0-16,-1 0 0 0,-1-3 0 0,-1 2 0 0,3 2 0 15,1-2 0-15,-5 2 0 0,3-2 0 0,1 0 0 16,-3 2 0-16,1-1 0 0,1 4 0 0,0-5 0 16,-1 4 0-16,0-3 0 0,-1 2 0 0,2 2 0 15,1-2 0-15,-2-2 0 0,0 1 0 0,-1 0 0 16,2 1 0-16,0-2 0 0,-2 2 0 0,1-3 0 16,1 4 0-16,0-4 0 0,-1 1 0 0,-1 2 0 46,1-3 0-46,-1 2 0 0,0-1 0 0,1 0 0 0,1-1 0 0,-2 2 0 0,2 1 0 0,-1-3 0 0,-1 2 0 0,0-4 0 16,1 4 0-16,-1 2 0 0,4-4 0 0,-4 0 0 16,-1 1 0-16,2 0 0 15,-1-1 0-15,1 2 0 0,1-1 0 0,-2-1 0 0,0 0 0 0,0 0 0 16,-1 0 0-16,1 1 0 16,1-4 0-16,-1 3 0 0,-2-1 0 0,2 0 0 0,-1-1 0 15,1 3 0-15,0-1 0 0,2-3 0 16,-3 3 0-16,0-1 0 0,1 1 0 0,0 1 0 15,0 1 0-15,2-1 0 0,-4-1 0 0,2 2 0 16,0 0 0-16,1 1 0 0,-1-1 0 0,-1-1 0 16,2 0 0-16,-1 1 0 0,-2-1 0 0,2 4 0 15,0-5 0-15,-2 1 0 0,3 1 0 0,0-3 0 32,-2 2 0-32,1 2 0 0,0-3 0 0,-2 0 0 0,2 0 0 0,-1 0 0 15,2 1 0-15,-1 0 0 0,-1-1 0 0,0-2 0 16,0 3 0-16,1-1 0 0,0 2 0 0,1-1 0 15,-3-4 0-15,1 1 0 0,1 2 0 0,-2-1 0 16,0 1 0-16,1-5 0 16,-1 3 0-16,1-1 0 0,0-1 0 0,-1 1 0 0,2 0 0 0,-2 0 0 15,1-1 0-15,0-1 0 0,-2 2 0 0,3-1 0 94,-2 2 0-94,1-1 0 0,-2-1 0 0,1 2 0 0,1-2 0 0,0 3 0 0,-2-2 0 0,1 0 0 0,-1-1 0 0,3 0 0 0,-3-2 0 0,1 4 0 16,-1-4 0-16,0 0 0 0,0 2 0 0,0-3 0 0,0 0 0 0,0 0 0 0,0 0 0 0,0 0 0 0,0 0 0 0,0 0 0 0,0 0 0 0,0 0-440 0,0 0 54 0,0 0 179 15,0 0 85-15</inkml:trace>
  <inkml:trace contextRef="#ctx0" brushRef="#br1" timeOffset="-90170.95">2711 9600 1581 0,'0'0'0'0,"0"0"0"0,0 0 0 0,0 0 0 0,2 0 0 0,1 0 0 0,6 0 0 0,-2 0 249 0,3 0-106 0,3 1 138 16,3 5-112-16,1 2-70 0,2 1-30 0,4 6 27 16,-1-1-28-16,3 5 0 15,0 6-20-15,-5 0 51 0,1 2-30 0,0 6 0 16,-5 2-31-16,-2 0 101 0,-2 6-41 0,-5-7-35 15,-4-3 200-15,-1-3-112 0,-2-3-80 0,0-5-71 16,0-3 0-16,-2-9 0 0,-2-7 0 0,-2-1 0 16,-1 0 0-16,4-3 0 0,-4-15 0 0,2-6 0 15,4-7 0-15,1-3 0 0,0-7 0 0,0-3 0 32,1-7 0-32,8 6 0 0,-1-3 0 0,6-1 0 0,3 2 0 0,4-8 0 15,0 11 0-15,3 6 0 0,2 3 0 0,2 7 0 16,-3 5 0-16,2 4 0 0,-6 11 0 0,-1 7 0 15,-1 1 0-15,-6 0 0 0,0 0 0 0,1 4 0 16,-7 6 0-16,-2-3 0 0,-1 0 0 0,-2-2 0 16,-1 0 0-16,-1-3 0 31,0 1 0-31,0-2 0 0,0-1 0 0,0 0 0 0,0 1 0 0,0-1 0 0,-3 0 0 0,2 0 0 0,-2 0 0 16,0 0 0 15,1 0 0-31,-1 0 0 0,3 3 0 0</inkml:trace>
  <inkml:trace contextRef="#ctx0" brushRef="#br1" timeOffset="-87619.2">5842 11797 675 0,'0'0'0'0,"0"0"0"0,0 0 0 0,0 0 0 0,0 0 0 0,0 0 0 0,0 0 0 0,0 0 178 0,0 0-70 0,0 0-36 16,0 0 10-16,0 0 68 0,0 0-56 0,0 0-29 15,0 0 1-15,3 0 34 0,-2 0-22 0,2-3-9 16,-2-1-31-16,1-1 98 0,-1-1-49 0,1-1-24 15,-1-2 8-15,0 0-33 0,1 0-1 0,-2 0 154 16,0-2-77-16,0 0-39 16,0-1 11-16,0 0-6 0,0 3 0 0,0-2-43 0,0 2 1 0,0 0 29 15,0 0-20-15,-2-2-9 16,1 4 17-16,0-3-17 16,-2 3-1-16,1-3 1 0,1 1 9 0,-3-1-10 0,1 3 1 0,1-5-24 15,-1 3 23-15,2-2 10 0,-2 1-9 0,2-1-32 16,-3 1 0-16,0-1 12 0,1 0 17 0,0-2-56 15,1 4 20-15,-2-2-8 0,0 0 40 0,-1-1-12 16,0 0 5-16,1 1 6 0,-1 0-6 0,1 0 0 16,-1 0 0-16,1 0-29 15,-4-1 29-15,2-3 7 0,2 4-7 0,-4-1-53 16,3-1 24-16,-1 1-3 0,1-1 28 0,-4-3-47 16,1 4-3-16,0 0 35 0,2-2-23 0,-1 3 19 15,-3-3 8-15,3 0 33 0,-2 0-35 0,2 3-7 16,-3-2 6-16,2-1-11 0,1 4 10 0,-4-6 2 15,5 4-1-15,-2 0-28 0,1 1 0 0,-2-3 28 16,1 2-1-16,1-2-31 0,0 5-1 0,0-4 26 16,3 4 19-16,-3-1-20 0,2-2 1 0,-1 0-8 15,1 2 44-15,-1 1-41 0,1-1 4 0,1 0 29 94,-1 1 0-94,-2-3-22 0,2 4-3 0,1-2 0 0,-2 1 2 0,1-1 8 0,1 2-7 0,-3-2 7 0,1 2-6 0,2 0 1 0,-2 1 22 0,0-1-22 0,0-1 0 0,1 0-2 0,-4 2 39 0,3-1-38 0,1-2 1 0,-3 2 8 0,-1-3-15 0,4 1 0 0,-2 0 0 0,1 3 0 16,-4-2 0-16,4-2 0 31,-1 2 0-31,-2 1 0 0,2-1 0 0,1-1 0 0,-3 1 0 0,4 2 0 0,-6-4 0 0,4 2 0 16,2 0 0-16,-2 3 0 0,0-6 0 0,-2 4 0 15,1-3 0-15,3 1 0 16,-2 3 0-16,-1-3 0 0,1 0 0 0,0 2 0 0,-2-4 0 0,1 5 0 15,2-2 0-15,-1 1 0 0,-1-1 0 0,0 0 0 16,0-1 0-16,0 3 0 0,2-2 0 0,-2 1 0 16,0 0 0-16,3-1 0 0,-4 2 0 0,2-3 0 15,-2 3 0-15,3 2 0 0,1-2 0 0,-4 1 0 16,3-5 0-16,1 6 0 16,-3-2 0-16,3 2 0 0,-1-2 0 0,-1-1 0 15,0 0 0-15,2 4 0 0,-1-2 0 0,-1-1 0 31,3 1 0-31,-3 1 0 0,0-5 0 0,4 5 0 0,-2-2 0 0,-3 2 0 0,3-4 0 0,-1 4 0 16,-1-5 0-16,0 3 0 0,3 0 0 0,-3 1 0 16,0-3 0-16,2 3 0 0,-5-3 0 15,4 2 0-15,0 2 0 0,1-3 0 141,-2 4 0-141,-1-5 0 0,1 4 0 0,2 0 0 0,0 0 0 0,-1 2 0 0,-1-2 0 0,1-1 0 0,-1 3 0 0,2 0 0 0,0-3 0 0,-2 3 0 0,1 1 0 0,0-5 0 0,-1 2 0 0,2 3 0 0,-1-3 0 0,-2 0 0 0,2 1 0 0,-1-2 0 0,-1 1 0 0,1 0 0 0,2 1 0 0,-1-2 0 0,0 0 0 0,-2 3 0 0,2-3 0 0,2 2 0 0,-2-1 0 0,1 4 0 0,-1-5 0 0,-1 4 0 16,4-2 0-1,-3 2 0-15,1-1 0 0,0 0 0 0,-1 0 0 0,-1 1 0 16,2-1 0-16,1 0 0 0,-3 0 0 0,1 2 0 0,1-4 0 0,-3 1 0 31,2 1 0-31,2-2 0 0,-4 3 0 0,3-1 0 0,-1-2 0 0,0 2 0 0,-1-1 0 0,1 1 0 16,1 0 0-16,-1-1 0 0,0 3 0 0,0-2 0 15,-2 0 0-15,3 2 0 0,1 0 0 0,-3-1 0 16,2 2 0-16,0-1 0 0,-2-1 0 0,1 2 0 16,1-2 0-16,0 0 0 0,-1 0-17 0,-1 1-25 15,3-2-10-15,-1 3-3 0,-1-2-6 0,3-1 41 16,-2 1-16-1,2 0 37-15,-4 0-29 0,4 1 4 0,-1-1-5 0,1 2 45 0,0-3-7 0,-2 2-33 16,2-1 1-16,0 1 41 16,-1 1 3-16,3-3-40 0,-4 2 34 0,3 0-30 0,-1-2 11 0,0 3-33 15,-1-2 29-15,2-2-3 0,-1 1 4 0,-2 0-5 16,2 1 2-16,-1-1 0 0,1-1-2 16,0-1 2-16,-3 2-8 0,1-1-2 15,1 0 40-15,0 0-2 0,-2-1-28 0,0 3-1 16,2-4 33-16,-1 0 8 0,0 3-37 0,-3-2 19 15,5-1-16-15,-2 2 0 0,-3-2 25 0,3 0 12 16,-1 0-32-16,-1 1 2 0,2-3-2 0,0 3-2 16,-3-3 2-16,1 2 0 15,3 1 0-15,-3-1-61 0,1 2 28 0,0-3-4 16,-2 3 30-16,2-2-6 0,2 4 5 0,-4-3-10 16,2 3 9-16,1-1-15 0,-2-3 11 0,1 5-19 15,2-1 20-15,-3-1-21 47,1 0 20-47,1 1-1 0,-2 0-3 0,1-3 31 0,0 5-26 0,1-5 4 0,-2 3-4 0,0-3-46 0,2 5 21 0,-2-3 23 0,1 1 0 0,2 1 28 16,-3-2-27-16,0 2-7 0,4-1 5 0,-6 2 49 0,5 0-1 0,-1 0-44 31,1 0-1-31,-2 0 51 0,2 0 0 0,-2 0-32 0,4 0-10 0,-3 0 50 16,1 0-45-16,-1 0 12 31,1 0-15-31,-1 0 9 0,0 0-2 0,0 0-22 0,1 0 21 15,0 0 2-15,-2-1-1 0,0 1-16 0,1-1 15 0,0 1-5 0,-1-3 4 0,0 3-22 0,2 0 20 0,-1 0-1 16,-1 0 1-16,1 0-36 16,1 0 0-16,-3 0 29 0,2 0-29 0,1 0-3 15,-4 0 32-15,3 0 8 0,0 0-9 0,-1 0-6 0,-2 0 5 0,0 0 20 32,1 0-21-32,-1 0-3 0,1 0 2 0,-3 0 33 0,3 0 1 0,-2 0-29 15,1 0-1-15,1 0 34 0,-1 0-31 0,1 0 8 16,-1 0-4-16,1 0 1 0,2-3-2 0,-2 3 9 31,2-1-8-31,-1-2 0 0,0 3-1 0,1 0 10 16,1-3-9-16,1 1-2 0,0 2 1 0,-3-2 14 15,2 2-12-15,1-3-1 0,1 3 2 0,0 0-9 0,-4-1 9 0,5 1-1 16,-3 0-44-16,1 0 0 0,2 0 40 0,-1 0-52 16,-3 0 21-16,1 0 1 15,3 0 19-15,-3 0 31 0,1 0-31 0,1 1 3 16,-1 2-10-16,-1-1 37 0,2-2-5 0,1 2-24 0,-1 1-4 0,0-3 54 15,-2 0 3-15,4 3-48 0,0-3-180 0,0 0 86 16,-2 1 46-16,0-1-1 0,1 0 42 0,1 3 2 16</inkml:trace>
  <inkml:trace contextRef="#ctx0" brushRef="#br1" timeOffset="-86316.92">5219 10496 840 0,'-7'-3'0'0,"2"0"0"0,1 0 0 0,0 1 0 0,-1-2 0 0,-2 1 0 0,3 1 0 0,0 2 0 0,-3-3 279 0,2 2-120 0,1-1-61 0,0 2 115 0,-2 0-92 0,3 0-41 0,-1 0-1 0,1 6 71 0,0 1-56 31,2 3-18-31,1 4 58 0,0 1-49 0,0 0-23 0,0 2 0 0,1 1 32 0,7 0-19 0,0-2-9 0,3 1-28 0,4-5 72 47,-3 0-35-47,4-4-1 0,0 2-26 0,1-6-10 0,-2-2 0 0,1-2 1 0,-3 0-69 0,1 0 34 0,-1-6 9 0,-4-6-58 0,-2-3 41 0,-1 0 0 16,-5-6 42-16,0-2-80 0,-1 2 12 0,0-2 26 31,-1-1-14-31,-10 3-51 0,3 1 37 0,-6-3 1 0,-1 8 18 0,1 1 9 16,-1 6-10-16,0-1 144 0,-1 9-64 0,1 0-31 15,3 0 5-15,0 13 132 0,5 8-72 0,-1 1-40 16,3 6-6-16,2 1 138 0,3-1-82 0,0-2-80 15,0-4-30-15,3-1 0 0,7-4 0 16,-1 2 0-16,3-12 0 0,1-1 0 16,1-6 0-16,1 0 0 0,0-2 0 0,2-6 0 15,-5-7 0-15,0-3 0 0,-2 0 0 0,-1-4 0 16,-6 3 0-16,2-4-105 0,-2 5 21 16,-3 1 39 15,0 0-8-31,0 3 0 0,-3 0 2 0,-5 1-7 0,-1 3 202 0,-1 3-83 0,0 2-44 0,0 3 0 0,-1 2 127 0,0 0-78 0,2 0-66 0,3 6 0 31,2 9 0-31,-1 1 0 0,1 5 0 0,4 3 0 0,0 0 0 0,0-1 0 0,0 0 0 0,4-1 0 16,4-3 0-16,1-4 0 0,1-1 0 0,0-7 0 15,1-1 0-15,1-5 0 16,-1-1 0-16,1 0 0 0,-5-1 0 0,3-14 0 16,-5 0 0-16,-2-6 0 0,1 1 0 0,-3 1 0 15,-1-1 0-15,0 1 0 16,-3 2 0-16,-4 3-37 0,-4-3-4 0,2 5 15 0,-5 3 66 0,2 3-31 15,-1 4 1-15,-2 1-33 0,3 1 15 0,1 0-12 32,0 13 43-32,5 1 50 0,2 6-73 0,0 0 0 0,4 2 0 0,0 1 0 93,0-2 0-93,5-1 0 0,4-2 0 0,5-5 0 0,1 1 0 0,2-5 0 0,-2-7 0 16,2-2 0-16,0 0 0 0,0-1 0 0,0-9 0 0,-2-5-125 0,-6-3 26 0,2-3-140 0,-7 0 100 0,-1-1 51 0,-1-1 15 0,-2 4 65 0,0-1 0 0,-4 4-31 0,-8 1 1 0,2 3 199 0,-5 0-110 0,0 6-39 0,-1 4 288 0,1 0-144 0,2 2-84 0,-1 0-8 16,4 5-24-16,3 5-40 0,1-1 0 0,3 1 0 15,3 1 0-15,0 0 0 16,0 0 0-16,9-3-247 0,3 0-38 0,5-1 135 16,0-4 81-16,2 2-1013 0</inkml:trace>
  <inkml:trace contextRef="#ctx0" brushRef="#br1" timeOffset="-85170.65">4475 9876 915 0,'-11'0'0'0,"1"0"0"0,-1 0 0 0,4 0 0 0,-2 3 0 0,2-1 0 0,5 2 204 16,-2 0-82-16,2 2-43 0,2 5 217 0,0 2-120 16,0 2-74-16,0 2 138 0,7 1-101 0,2 6-51 15,4-3-24-15,2 5 182 0,1-6-108 0,1-2-50 16,0-3-25-16,0-2 61 0,5-4-42 0,-3-1 9 16,-4-8-53-16,1 0-50 0,0 0 25 0,-1-1 0 15,-4-8-14-15,0-5 10 0,-6 1 29 0,-2-5 1 16,-1-5-1-16,-2 2 1 0,0-2-1 0,-2-3-179 62,-7 2 80-62,-1 0 16 0,-1 1 30 0,-3 0-2 0,2 3 23 0,-3-3-10 0,1 7 8 0,-4 2 84 0,4 6-40 0,-3 1 6 0,1 7 81 0,0 0-47 0,1 0-35 0,4 15 32 16,3 9-27-16,0 2 20 16,3 4-70-16,1 3-8 0,4-3 0 0,0-3 0 0,2-1 0 0,8-2 0 109,-1 0 0-109,3-7 0 0,2-5 0 0,0-7 0 0,2-2 0 0,0-3 0 0,1 0 0 0,-5-3 0 0,2-9 0 0,-2-5 0 0,-4 0 0 0,2-7 0 0,-4 2 0 0,-3-1 0 0,-2 3 0 0,-1-4 0 0,0 3-14 0,0 1 16 0,-6-2-21 0,-3 5-21 0,-3 5 20 0,0 0 111 31,-3 6-91-31,3 3 0 0,-4 0 0 0,3 3 0 0,3 3 0 0,-1 11 0 0,4 5 0 0,-1 2 0 0,4 4 0 0,4-3 0 0,0 2 0 0,0-3 0 16,0-3 0-16,4-3 0 31,5-2 0-31,0-7 0 0,3-2 0 0,0-4 0 0,-2 0 0 0,3-5 0 0,-3-7-150 0,-2-2-50 16,-2-3 80-16,-3 0 42 0,-1 0 77 0,-2 0 1 15,0 0-48-15,0 6 133 0,-2-2-61 0,-3 6-32 16,-7 0 1-16,4 4 261 0,2 2-155 0,-4 1-36 16,4 0-46-16,-1 0 53 0,4 3-70 0,0 5 0 15,3-1-433-15,0 2 99 0,0-4 167 0</inkml:trace>
  <inkml:trace contextRef="#ctx0" brushRef="#br1" timeOffset="-82569.27">23006 18252 3084 0,'2'6'0'0,"4"1"0"0,0-2 0 0,6-1 0 0,1 1 0 0,6-2 0 0,9 1 0 0,2-4 0 0,8 0 303 15,2 0-132-15,7-5-66 0,-1-5-103 0,4 1 46 16,-10 0-9-16,-4 3 0 0,-2-1-306 0,-6 0 152 47,-7 4 78-47,1-1-206 0,-13 3 135 0,-4-1 73 0,-4 2 36 0,-1 0-728 0,0 0 345 0,-3 0 161 0,-9 0 97 0,0 0-346 0,-2-1 215 0,-1-2 109 16,-6-4-209-16</inkml:trace>
  <inkml:trace contextRef="#ctx0" brushRef="#br1" timeOffset="-82318.68">23331 18187 1698 0,'-10'3'0'0,"0"2"0"0,1 2 0 0,0-1 0 0,1 5 0 0,1-1 0 0,1 2 0 0,0 3 0 0,-2 3 0 0,4 2 244 0,-1-2-103 0,0 2 24 15,-3 2-63-15,4-2-32 0,-4 4 10 0,1-7-16 16,0 2-25-16,-3-2 0 0,1-5-1 0,0 1 31 16,0-2 10-16,3-6-40 0,-1-2 0 0,2-3 194 15,4 0-97-15,-1 0-49 0,2 0 175 0,0 0-117 16,2 0-53-16,9 0-22 15,5 0-70-15,1 0 0 0,5 0 0 0,2 0 0 0,-2-2 0 16,3 1 0-16,-1 1 0 0,2-2 0 16,2-1 0-16,-7 3 0 0,-2 0 0 0,1-2 0 15,-2 1-208-15,-1-1 90 16,2 0-720-16,-10 1 404 0,1-2 197 0,-5 0 100 0,0 0-472 0,-3-1 285 16,-1-6 133-16,-1 3-246 0</inkml:trace>
  <inkml:trace contextRef="#ctx0" brushRef="#br1" timeOffset="-82163.61">23390 18304 2355 0,'-8'0'0'0,"-1"0"0"0,3 0 0 0,0 0 0 0,-2 8 0 0,5 5 0 0,3 2 0 0,0 7 0 0,0 2 0 0,0 7 0 0,1 6 443 0,5 1-207 0,0 1-98 0,0 4-50 0,-2-2-16 0,3-1-1 0,-1 0-22 0,-1-11-11 0,3-3 1 16,-5-8-1-16,1-3 1 0,-2-7-356 0,0-1 188 0,0-7 79 0</inkml:trace>
  <inkml:trace contextRef="#ctx0" brushRef="#br1" timeOffset="-81923.14">23185 17979 2431 0,'-9'-11'0'0,"3"3"0"15,1 1 0-15,5 2 0 0,0 1 0 0,3-2 0 0,10 4 0 0,6-3 381 0,5 1-163 0,1 3-95 0,1-1 152 16,1 2-120-16,-2 0-58 0,5 0-21 0,-4 0-288 78,0 0 124-78,-2 0 63 0,-1 3 31 0,-5 1-598 0,2 2 324 0,-10-1 148 0,0 1-287 0,-7-2 96 0,-2-1 149 0,-1 1-485 0</inkml:trace>
  <inkml:trace contextRef="#ctx0" brushRef="#br1" timeOffset="-81824.41">23275 17896 1007 0,'-15'6'0'0,"2"1"0"0,1 3 0 0,0 2 0 0,2 5 0 0,3-3 0 0,-1 5 404 0,5 1-183 0,-1-1-92 0,3 3-36 0,1-2-50 0,0-3-6 0,0-1 1 16,6-3-1-16,6-2-546 0,0-1 283 0</inkml:trace>
  <inkml:trace contextRef="#ctx0" brushRef="#br1" timeOffset="-81662.25">23395 17921 2157 0,'-2'0'0'0,"2"0"0"0,-2 0 0 0,2 0 0 0,0 5 0 0,0 2 0 0,0 4 356 0,0 2-164 0,0 4-77 0,2 0-43 16,0 5-35-16,3 2 10 0,0 1-10 0,-1 1-497 47,1 1 249-47,0-1 124 0</inkml:trace>
  <inkml:trace contextRef="#ctx0" brushRef="#br1" timeOffset="-80566.25">23023 16895 761 0,'-4'-12'0'0,"0"3"0"0,1-3 0 0,-2-1 0 0,2 4 0 0,0-3 0 0,0 2 0 0,-1 0 170 0,-2 1-66 0,2 1-23 16,0 1 41-16,-3 2-41 0,-1 5-1 0,-1 0-42 16,-2 0 49-16,-4 6 8 0,5 10-56 0,-2 6 74 78,0 4-38-78,0 6 1 15,3-1-38-15,1 5 112 0,7-3-60 0,1-2-26 0,0-3 0 0,0-3 37 0,1-3-31 0,10 2 9 0,0-10-81 0,4-4 7 0,1-4-1 0,3-3 35 0,-2-3-93 0,2 0 56 0,-2-9-10 0,-2-9-28 0,0-3 37 0,-1-3 1 0,-4-5 1 0,1 0-189 16,-4-2 96-16,-4 1 23 0,0-1 32 0,-2 0-20 31,-1 2-1-31,0-1 8 16,0 6 112-16,0 4-45 0,-7 4 0 0,3 6-44 0,-3 0 187 0,0 8-79 0,1 2-45 0,2 3 26 0,-1 14-30 0,0 4 5 16,2 3 2-16,3-2 19 15,0 5-1-15,0-3-5 0,0 0-25 0,3-3-63 0,3 0 39 0,2-5-2 16,-1-2 27-16,3-3-104 31,-1-2 47-31,1-5 12 16,2-1-37-16,-1-3 21 0,2-3-1 0,-2-10 9 0,3-5 23 0,0-1-8 0,-3-4-5 0,2 0 41 0,-1 5-32 0,-3 0-2 15,1 2 2-15,0 5 72 0,1-1-30 0,-3 8 0 32,1 3-29-32,-2 1-3 0,-2 1 0 0,-1 12 10 0,1 5-69 0,-4 4 28 0,2 0 2 0,-3 3-17 15,0 0 0-15,0-2 38 16,0 2-5-16,-3-7 37 0,-3-4-12 0,1-3-22 15,1-2-21-15,-3-2 304 0,-1-5-129 0,4-2-70 16,1 0-22-16,0-10 242 16,3-7-130-16,0-4-66 0,0 1-46 0,0-3-19 0,1 0-1 0,6-1-183 15,2 0 92-15,0 2 45 0,2-2 11 0,1 5-483 16,0 3 235-16,3 0 129 0,-2 4 22 0,5 3-380 16,0-1 195-16,2 7 124 0</inkml:trace>
  <inkml:trace contextRef="#ctx0" brushRef="#br1" timeOffset="-80343.12">23530 16824 1515 0,'-10'-4'-2'0,"0"-1"1"0,0-1 0 0,-1 5 0 0,5-1 1 0,-8 1-1 0,7 1 0 0,1 0 491 0,-2 3-227 0,2 9-112 15,0 3-57-15,0 4 198 0,4 3-131 0,1 2-62 16,1 0 12-16,0 3-37 31,0-2 1-31,6 3-28 0,5-6-110 0,6-1 50 0,0-2 26 0,5-4-416 0,1-2 221 0,2-1 119 16,-3-7 45-16,3-3-654 31,-2-2 278-31,0 0 183 0,1-7 61 0</inkml:trace>
  <inkml:trace contextRef="#ctx0" brushRef="#br1" timeOffset="-80079.83">23697 16808 1696 0,'-13'-7'0'0,"6"5"0"0,3-1 0 0,1 1 0 0,3 2 0 0,0 0 0 0,0 0 0 0,10 0 567 0,8 0-265 0,4 0-133 0,1-3-16 0,4 3-49 0,-4 0-38 0,5-3 0 0,-2 2-430 16,-3-1 201-16</inkml:trace>
  <inkml:trace contextRef="#ctx0" brushRef="#br1" timeOffset="-79972.29">23896 16785 2533 0,'26'-1'-3'0,"-6"1"-667"0,-2 0 339 0,-1 0 170 0,-7 0 84 0,0 0-103 0</inkml:trace>
  <inkml:trace contextRef="#ctx0" brushRef="#br1" timeOffset="-79888.93">23849 16630 878 0,'-12'0'0'0,"2"1"0"0,-2 5 0 0,4 2 0 0,2 5 141 0,0 2-52 0,3 6-25 0,1 7 389 0,0 7-199 0,2 2-112 0,0 2-53 0,0 4 3 0,0 0-27 0,0-1 0 0,0 4-18 0,0-13-312 0,4-1 152 0,5-8 75 0,1-3-560 0,3-6 304 0,1-3 156 0</inkml:trace>
  <inkml:trace contextRef="#ctx0" brushRef="#br1" timeOffset="-79468.86">24082 16862 1185 0,'1'-16'0'0,"-1"2"0"0,0-2 0 0,0 1 0 0,0 2 0 0,0-1 0 0,-1 3 140 0,-3 3-52 0,-2 2-25 0,-3 2 290 0,-1 4-158 0,-2 0-69 0,2 7-49 0,-4 11 87 0,1 6-63 0,0 6-31 0,0 3 38 0,-1 5-25 0,5-2-10 0,0-1-36 16,5-2 86-16,3-1-43 0,1-3 1 0,0 1-108 47,0-12 28-47,0 1 0 0,5-6 37 0,6-4-104 0,0-6 52 0,2-3 35 0,3 0-9 0,-2-8-310 0,-2-12 132 0,4-3 88 0,-5-4-237 0,2 0 137 15,-4-1 51-15,-2 1 61 16,0 1 1-16,0 0 27 15,-2 1 1-15,2-2 211 0,-4 9-100 0,-2 4-57 0,1 1-27 0,-1 5 128 16,-1 5-58-16,0 0-54 0,0 3 34 0,0 6 157 16,0 11-56-16,0 2-61 0,-1 4 56 0,-1 0-40 15,2-1-34-15,0-2-89 0,0-2 32 0,0-1 1 16,0-3 31-16,0 2-108 0,0-9 41 0,2 0 32 16,-1-5-5-16,4-2-54 15,3 0 21-15,-4-2 23 0,3-10-11 0,1-2-61 16,-1-4 27-16,0 1 25 0,3-1-12 0,-3 2 3 0,3 2 15 0,-2 2 42 15,0 3-43-15,-1 1 12 16,1 2-7-16,-1 4 3 0,-2 2 4 0,-1 0 0 16,-1 2 5-16,2 9 77 0,-2 1-39 0,-1 0 3 15,-1 3-36-15,1-1 29 0,-1-2 7 0,1-4-35 16,-1 4 6 0,0-8-2-16,1 0 9 0,2-4-28 0,-1 0 24 0,3-3-2 0,1-5 10 0,0-5 42 15,-1 2-23-15,2-1 1 16,1 1-27-16,-2 2 158 0,4 2-68 0,-6 1-42 15,5 5 4-15,-2-1 34 0,-3 2-22 0,4 0-1 16,-1 3 77-16,0 6-59 0,-4 3-25 0,1 0 0 16,3 2-252-16,-4-3 114 0,3 3 66 0,-4-2-768 31,5-2 371-31,1-3 200 0</inkml:trace>
  <inkml:trace contextRef="#ctx0" brushRef="#br1" timeOffset="-78985.17">24586 16777 1580 0,'-6'-10'0'0,"4"0"0"0,-1 0 0 0,3 1 0 0,0 4 0 0,0-2 0 0,5 1 0 0,9 2 0 0,4 2 499 0,1 1-235 0,3 1-115 15,0 0-56-15,3 3 48 0,-3 10-52 0,3 2-18 94,-5 4-131-94,-3 5 48 0,-3 4 24 0,-6 1-137 0,-3 6 89 0,-5-2 32 0,0 1-1 0,-8 1 41 0,-8-1-1 0,-8-1 1 0,-2 3-53 0,-4-9 189 0,-2-7-75 0,2-6-54 16,1-3-30-16,2-3 321 0,-2-3-140 0,13-5-83 0,4 0 110 0,4 0-221 0,5 0 0 0,3-5 0 0,0 3 0 0,7 1 0 0,13 1 0 0,3 0 0 47,4 0 0-47,3 1 0 0,5 6 0 0,-5-2 0 0,5 4 0 0,-3-2 0 0,3 0 0 0,-2-4 0 0,6 5-238 0,-7-6 103 0,-2 0-1176 0</inkml:trace>
  <inkml:trace contextRef="#ctx0" brushRef="#br1" timeOffset="-46905.8">26115 15666 941 0,'0'-3'0'0,"0"3"0"0,0-2 0 0,0 2 0 0,3 0 0 0,1 0 0 0,1 2 539 15,0 9-250-15,4 6-125 0,-1 4-63 0,3 11 192 16,-2 6-132-16,1 5-61 0,1 9 41 16,-2 2-51-16,-1 1-26 0,1 3 10 0,-5-11-52 0,-2-5 17 15,0-4 0-15,-2-8 39 0,0-6-39 0,0-3 10 16,0-13-10-16,0-6 0 0,0-2 0 0,0 0 0 16,0-4 0-16,0-11 10 15,0-9-10-15,0-3 0 0,3-9 0 0,9 2 0 16,4-5 0-16,0-6 10 0,1 10-10 0,3-4 0 15,0 6 0-15,2 1 0 16,-2 5-467-16,2-2 857 0,-3 11-366 0,-1 5-63 0,-2 2 0 0,0 7 0 94,0 0 0-94,-3 4 0 0,-5 0 0 0,3 0 0 0,-3 7-424 0,-1 3 183 0,0-3 85 0,-5 1 67 0,-1-2-523 0,1 2 286 15,-2-3 144-15,0 2-443 0,0 1 283 0,0-2 156 0</inkml:trace>
  <inkml:trace contextRef="#ctx0" brushRef="#br1" timeOffset="-46542.06">25940 15752 848 0,'-8'-6'0'0,"2"1"0"0,0 2 0 0,1 1 0 0,0 1 298 0,-3-1-120 0,2 2-74 0,0 0-34 0,-1 5 99 15,-1 5-66-15,-1 1-32 0,0 3 9 0,-4 0-68 16,3 5 0-16,-3-2 26 16,-3 0-65-16,0 2 33 0,-5 1 9 0,2-6 23 0,0 1-35 0,-1-3 35 31,1 1 0-31,2-4 160 31,0 1-71-15,5-5-49-16,1-1 0 0,7-3 164 0,1 0-103 0,0 1-40 15,3-2-36-15,1 0 24 0,10 1-24 0,7 2-1 0,2-2 49 0,4 2-28 0,0-1-8 0,1-1-185 0,1 4 74 0,-1-3 37 0,0 3 0 0,3 0-480 110,-7 0 251-110,-1 0 87 0,-2 2 77 0,-2-2-724 0,-4 2 375 0,4 0 178 0</inkml:trace>
  <inkml:trace contextRef="#ctx0" brushRef="#br1" timeOffset="-46439.4">25642 16150 1711 0,'0'0'0'0,"-6"0"0"0,4 4 0 0,0 2 0 0,2-1 0 0,0 1 0 0,13 2 360 0,5-1-162 0,4-2-79 0,2 5 298 0,1-5-194 0,2 1-92 16,0 0-47-16,-1-4-338 0,0 3 146 0,4 0 82 0,-7-2 27 0,-1 1-604 16,-5-1 318-16,-1-1 159 0,-6-1-661 0</inkml:trace>
  <inkml:trace contextRef="#ctx0" brushRef="#br1" timeOffset="-46208.93">24913 15895 2099 0,'-20'4'0'0,"10"0"0"0,7 1 0 0,3 2 0 0,3-2 0 0,15 0 0 0,6 1 0 0,5-4 290 0,3-2-125 0,2 0 110 0,3 0-118 0,2 0-59 31,2 0-19-31,-5-2-95 0,1-4 28 0,-2 1 0 0,-2 1 28 0,-4 1-406 0,2 1 213 0,-10 0 92 16,-4 1-519-16,-7 1 300 0,0 0 148 0,-8 0-3 15,-1 1-427-15,-1 6 267 16,-13-3 127-16</inkml:trace>
  <inkml:trace contextRef="#ctx0" brushRef="#br1" timeOffset="-46020.16">25020 15886 1327 0,'-9'4'0'0,"-2"4"0"0,5 2 0 0,3 5 0 0,0 2 0 0,3 4 308 0,0 4-125 0,0-1-76 0,0 2 330 16,0 2-198-16,0-1-99 0,0-2-51 0,0 6-73 31,2-7 23-31,2-1 1 0,2 1 0 0,1-6-345 0,1-2 173 0,1 1 96 16,3-9-592-16,1-4 327 0,2-4 164 0,-2-3-552 46</inkml:trace>
  <inkml:trace contextRef="#ctx0" brushRef="#br1" timeOffset="-45883.12">25228 15940 1570 0,'-2'0'0'0,"1"0"0"0,1 0 0 0,0 0 0 0,0 0 0 0,0 5 353 0,0 7-147 0,0 1-89 0,0 5 393 16,0 4-235-16,0 0-118 47,0 4-58-47,0 7-71 15,0-2 11-15,0 1 1 0,1 3-437 0,3 1 218 0,4-4 109 0,0 5 65 0,2-5-707 0,0-2 367 16,3-2 184-16</inkml:trace>
  <inkml:trace contextRef="#ctx0" brushRef="#br1" timeOffset="-45487.62">27073 15716 1645 0,'0'-11'0'0,"0"6"0"0,0 0 0 0,0 4 0 0,-3 0 0 0,-4 1 0 0,-6 1 0 0,1 10 531 0,-3 4-247 0,-2 1-124 15,-5 6-51-15,0-3-3 0,0 5-34 0,-2 0 0 0,0-1-34 0,1 1-40 16,-5-1 9-16,9-5 30 0,1-4 34 0,5-1 0 31,2-1-33-31,5-6 136 0,-2 2-59 0,8-2-44 0,0-3 1 0,2 1 43 16,10-2-39-16,6 3-7 0,4-3-69 0,-1-2 0 62,7 2 0-62,0-2 0 0,3 0-190 0,-1 2 42 0,4-2 102 0</inkml:trace>
  <inkml:trace contextRef="#ctx0" brushRef="#br1" timeOffset="-45395.66">27020 15993 3539 0,'26'0'-394'0,"-2"2"167"0,-2 1 112 0,1 1-740 0,-1-1 400 0,-9 2 213 0</inkml:trace>
  <inkml:trace contextRef="#ctx0" brushRef="#br1" timeOffset="-45297.47">26933 16165 1783 0,'-25'5'0'0,"11"0"0"0,1 0 0 0,6 2 0 0,2 0 0 0,3 1 0 0,2 2 0 0,0-2 0 0,2 2 676 0,8 0-319 0,6 0-160 0,3 0-80 0,0-1 4 0,2 0-46 0,2-4-1 0,2 2-609 0,-1-4 287 0,2-2 142 0,3-1-303 0,-4 0 219 0,-2 0 113 0</inkml:trace>
  <inkml:trace contextRef="#ctx0" brushRef="#br1" timeOffset="-45168.67">27347 15901 1330 0,'3'-10'0'0,"4"1"0"0,0 1 0 0,4 0 0 0,0 4 0 0,6-1 0 0,-4 5 0 0,6 0 494 0,-2 0-228 0,3 9-115 0,0 7 102 0,1 0-99 0,-4 3-63 0,-3 4-26 0,-5 3-168 0,-2 3 70 15,-5-1 35-15,0 4-112 0,-2-5 68 0,-5 2 40 0,-12-2 1 0,-4 0 33 16,-2-5 5-16,-3 3 10 0,-1-10-45 0,4-2 215 15,0-7-135-15,4 0-32 0,3-4 316 0,4 0-155 32,3-2-92-32,4 0-40 0,5 0 83 0,0 0-150 0,0-2-12 0,15-6 0 0,5 2 0 0,4-2 0 31,7 1 0-31,-4-3 0 0,9 3 0 0,-4 0 0 0,1 0 0 0,-2 0-336 31,3 0 48-31,-1-1 149 0,3-2-14 0,-8 1-691 16,-1-3 402-16</inkml:trace>
  <inkml:trace contextRef="#ctx0" brushRef="#br1" timeOffset="-44979.57">27721 15886 991 0,'0'0'0'0,"-5"-3"0"0,4 2 0 0,1-2 0 0,0 3 0 0,1 0 580 0,12 0-271 16,7 0-127-16,7 0 549 0,2 0-347 0,6 0-173 16,1 0-87-16,4 0 25 0,5 0-47 0,-4 0-36 15,-1 0-1-15,-1 0-251 0,-3 0 112 0,-6 0 56 16,4 0-640-16,-15 3 343 62,-5-2 176-62,-9 2 88 0,-5-3-851 0,0 4 432 0,-13-1 207 0</inkml:trace>
  <inkml:trace contextRef="#ctx0" brushRef="#br1" timeOffset="-44861.93">27969 15865 1701 0,'-6'5'0'0,"1"4"0"0,1-2 0 0,2 5 0 0,0 5 0 0,2-1 0 0,0 2 0 0,0 5 327 0,0 0-145 0,0 4-72 0,0 4 272 0,0-5-177 0,0-1-84 0,0 0-42 0,0-4-336 0,0-1 147 0,0-1 83 0,1-6-284 0,2-4 175 0,1-5 86 0,2-4 44 0,0 0-657 0,4-7 249 16,-1-15 202-16</inkml:trace>
  <inkml:trace contextRef="#ctx0" brushRef="#br1" timeOffset="-44745.24">28075 15903 2962 0,'3'-12'0'0,"2"3"0"0,-2-1 0 0,3 6 0 0,0 2 0 16,0 2 0-16,0 6 0 0,1 10 0 0,2 5 0 0,-1 7 0 0,-2 5 0 0,0 3 347 0,1 5-155 0,-1 3-77 0,-1 3-392 0,2-5 153 0,0 7 81 0,1 3 40 0,1-1-960 0</inkml:trace>
  <inkml:trace contextRef="#ctx0" brushRef="#br1" timeOffset="-44074.46">30730 15768 1251 0,'-6'-36'0'0,"-2"9"0"0,5 8 0 0,2 6 0 0,1 3 0 0,0 6 0 0,0-3-143 0,1 7 56 0,1 0 25 16,1 4 387-16,0 14-147 15,-2 8-75-15,1 10-28 0,-2 5 205 0,0 7-120 16,0 2-62-16,0 0 20 0,0 1-40 0,0 4 10 47,1-11-50-47,2-3 43 0,3-4 0 0,4-4-43 0,0-4 0 0,5 1 94 0,-1-14-52 0,4-8 0 0,1-6-42 0,3-2 0 15,0-8 0-15,5-13 10 0,-4-9 107 0,-1-5-59 0,1-6-29 0,-3-1-119 16,-4-3 45-16,2-6 10 16,-8 9 35-16,1-3-220 0,-5 0 100 0,-4-2 58 15,-2-2 8-15,0-5-162 0,-2 7 67 0,-9-2 58 16,-6 3-329-16,-2 5 174 0,-4 6 78 0,-3 2 37 16,4 19 19-16,-2 12 36 0,1 2 0 0,-1 2 203 15,3 17-102-15,1 3-60 31,8 7-16-31,2 2 398 0,8 1-190 0,2-1-108 0,0 0-12 0,1 2 193 0,10-7-69 0,2-2-83 0,4-1 200 0,0-2-139 47,2-3-165-47,2 2-12 0,-1-7 0 0,3-4 0 0,1-2 0 0,-1-2-158 0,2-2-9 0,-2-3 97 16,2 0 55-16,-6-8-870 0,1-3 394 0,-3-2 233 16,-1 1 67-16</inkml:trace>
  <inkml:trace contextRef="#ctx0" brushRef="#br1" timeOffset="-43553.46">30465 15801 1186 0,'6'-22'0'0,"0"6"0"15,-2 3 0-15,1 1 0 0,2 6 0 0,-4-1 0 0,-2 6 163 0,-1 1-61 0,0 0-32 0,0 0 271 0,0 0-150 0,-11 3-66 32,2 6-48-32,-4 1 59 0,-4 3-49 0,-3 1 0 0,1 3-105 0,-7 0 38 15,1 1-9-15,-2 2 29 0,0-3-66 0,-4 4 32 16,4-1 1-16,-5 2 21 0,9-5 12 0,2-2 0 15,1 0 0-15,5-4 32 32,1 1 0-32,5-1-70 0,8-5-3 0,1-1 84 0,1 1-27 0,15-2 4 0,7-2 22 0,4 0-7 15,6-2-7-15,-1 0-28 0,2 0-179 0,1 0 91 16,-1 0 42-16,2 0-193 16,-9 0 97-16,2 0 60 0,-5 0 6 0,-2 0-647 0,-2 0 324 0,-1 0 136 15,-6 3 97-15</inkml:trace>
  <inkml:trace contextRef="#ctx0" brushRef="#br1" timeOffset="-43368.33">30144 16222 2330 0,'-8'0'0'0,"-1"0"0"0,2 3 0 0,5-1 0 0,2 3 0 0,0 3 0 0,12-2 0 0,4 2 0 0,4 1 0 0,4-3 461 0,2 2-211 0,3-2-106 0,2-2-53 0,-1 0-85 0,3 0 10 0,-6 1 22 0,-1-4 1 0,-1 0-451 0,-4 1 226 0,-3-2 112 0,0 1-609 0,-11-1 356 0,-5 0 81 0</inkml:trace>
  <inkml:trace contextRef="#ctx0" brushRef="#br1" timeOffset="-43146.76">29251 16041 2067 0,'-16'-12'0'0,"15"7"0"0,1 4 0 0,10 1-2 0,14 0 0 0,5 0 0 0,5 0 0 0,5 0 251 15,3-1-105-15,3-6 164 0,1-2-135 0,11 0-59 16,-10 0-43-16,-1 2-227 0,-3 1 97 0,-6 3 49 16,-2 1 0-16,-5 2-513 0,-14 0 276 0,-3 0 143 15,-7 2-227-15,-5 2 185 0,-1 3-70 0,0 0-14 16,-5 0-207-16,-13-1 198 15,-4-1 99-15,-5-1 50 0</inkml:trace>
  <inkml:trace contextRef="#ctx0" brushRef="#br1" timeOffset="-42890.6">29577 16012 379 0,'-17'-4'0'0,"-4"1"0"0,9 1 0 0,3 2 0 0,2 0 0 0,3 0 383 0,3 2-171 0,-2 5-75 16,3 4 75-16,0 0-85 0,0 2-43 0,0 3-1 16,0 0 97-16,-1 2-59 0,-4 1-46 0,-3 1-73 15,-1 1-1-15,-3-1 40 0,-2 1-1 0,-4 0-52 16,3-7 21-16,1 2 0 15,-1-8 32-15,7 1 82 0,0-4-41 0,2 2 11 0,6-4 7 0,0-3-29 16,5 0-1-16,9 0 115 0,8 0-72 0,3 0-26 16,3 0-10-16,4 0 9 93,-1 0 1-93,3 0-47 0,0-4 1 0,4 0-225 0,-8 2 107 0,-1 0 59 0,-2-1 29 0,1 0-583 0,0 0 295 0,-8-1 98 0,-4 0-523 0,0 1 331 16,-7-4 165-16,-3 1 83 0</inkml:trace>
  <inkml:trace contextRef="#ctx0" brushRef="#br1" timeOffset="-42751.44">29607 16080 1049 0,'-13'2'0'0,"-1"3"0"0,5 5 0 0,1 4 0 0,6 2 0 0,-1 5 122 0,3 1-45 16,0 3-1-16,0 5 347 0,4 2-192 0,3 2-95 31,-2 6-37-31,1-8 135 0,1 0-97 0,-2-1-48 0,2-4-310 0,-4-1 131 31,3 1 75-31,0-10 23 0,-4-3-456 0,1-4 245 0,-3-3 121 0,0-5 53 0,0 0-636 0</inkml:trace>
  <inkml:trace contextRef="#ctx0" brushRef="#br1" timeOffset="-42589.63">29274 15591 2258 0,'0'-5'0'0,"0"-1"0"16,6 5 0-16,11 1 0 0,7 7 0 0,4 4 0 0,-1 0 0 0,2 3 0 0,2-2 0 0,0 0 224 0,1-2-92 0,2 3-206 0,-4-8 53 0,1 1 31 31,-4 0-1-31,0-1-218 0,-4-2 125 0,1 1 73 16,-7-4 21-16,-7 2-782 0,-7-2 382 0</inkml:trace>
  <inkml:trace contextRef="#ctx0" brushRef="#br1" timeOffset="-42453.4">29461 15698 1087 0,'-13'6'0'0,"5"2"0"0,0 7 0 15,4 2 0-15,0 7 0 0,4-2 0 0,-1 0 0 0,1 2 333 0,0-1-147 16,0 0-72-16,0 1-128 0,0-7 23 0,0-3-1 0,5-2 33 0,8-5 0 0,1-6 0 0,2-1 10 16</inkml:trace>
  <inkml:trace contextRef="#ctx0" brushRef="#br1" timeOffset="-42324.45">29633 15679 848 0,'-6'1'0'0,"-2"3"0"0,0 5 0 0,4-2 0 0,1 5 0 0,1 5 349 0,1 0-154 0,-1 5-78 0,0 4-27 0,0 0 70 0,2 2-59 0,0 1-30 0,0 0-199 0,0-1 84 0,6 3 53 0,7-6-672 16</inkml:trace>
  <inkml:trace contextRef="#ctx0" brushRef="#br1" timeOffset="-41981.06">31762 15605 1649 0,'-11'0'0'0,"2"-3"0"0,-2-1 0 0,2 3 0 0,-1-1 0 0,-1 2 0 0,0 0 118 0,0 3-39 16,-6 10-1-16,-3 1 25 0,-5 4-24 15,1 2-8-15,-2 1 122 0,-3 2-78 0,-2 2-38 16,1-1 0-16,-3 2 17 0,8-7-9 0,0-2-47 16,6-2 0-16,2-3 155 31,5-4-78-31,1 1-28 0,9-5 52 0,2 0-50 0,0 1-25 0,2-1-1 0,7 3-71 0,5-2 55 15,4 2-9-15,1 1 0 0,5 1-59 0,1-1 30 0,2 2-1 0,2 1-399 16,-2-3 207-16,-1 2 79 16,-2 0 62-16,-1-1-735 0,0 2 370 0,-1 2 175 0,-5-3-456 15</inkml:trace>
  <inkml:trace contextRef="#ctx0" brushRef="#br1" timeOffset="-41819.25">31227 16229 2116 0,'-22'-10'0'0,"6"9"0"0,15 1 0 0,1 0 0 0,7 1 0 0,10 5 0 0,5 2 165 0,3-1-64 0,2-2-31 0,2 4 313 15,-3-6-178-15,1 6-83 16,4-4-42-16,-4 2-222 0,2-1 91 0,3 1 53 0,-3 0-807 0,0-1 401 16,-3 0 201-16,1-1 100 0</inkml:trace>
  <inkml:trace contextRef="#ctx0" brushRef="#br1" timeOffset="-41263.32">31890 15949 1469 0,'0'-36'0'0,"0"2"0"0,2-5 0 0,0 14 0 0,-1 0 0 0,2 3 0 0,-3 6 0 0,0 5 84 0,0 3 10 0,-8 8-56 0,-7 0 149 0,-3 19-74 16,-3 6-38-16,-2 9 0 0,-3 5 54 0,4 2-50 0,3 1-1 0,2 0 39 15,3-1-39-15,3-1-1 16,0 1-29-16,7-9-64 0,3-7 27 0,1 0 0 0,0-6 27 0,0 1-47 16,1-2 10-16,11-12 37 15,0-5-101-15,4-1 50 0,3-1 13 0,1-16-146 47,1-2 72-47,-1-7 42 78,0 0-2-78,-1-5-190 0,-1 0 92 0,0 0 56 0,2-1 2 0,-7 1-55 0,1 3 42 0,-4 3 24 0,0 5 0 0,-4 3 60 0,-2 0-9 0,-2 12-26 0,-2 5 211 0,0 0-106 16,-9 11-52-16,-4 7-37 0,2 4 305 0,-3 4-146 0,2 1-48 0,2-1 189 0,-2-1-103 0,4-1-63 0,2-3-29 0,1-5-89 0,3-2 45 0,0-1-1 0,2-4 0 0,0 1-35 0,0-8 35 0,6-2 0 16,7 0-107-16,4-11 54 0,2-5 27 0,3-3 9 0,0-3-212 0,1-2 105 31,2 0 21-31,-2 2-38 0,1 3 33 0,0-1 26 0,-7 8-4 0,1 3 67 15,-4 4-9-15,-3 3-30 0,-2 2-12 0,-3 6 74 125,-5 9-27-125,-1 7 8 0,0 2 5 0,-5 4 0 0,-2-4-23 0,0 3 20 0,-1-6-28 0,2-3 50 0,0-5-45 0,2-3-1 0,1-1 22 0,0-5-7 0,3-4-9 0,0 0 72 0,0-9-35 0,2-12 5 0,2-2-38 0,3-3-11 0,4-3 15 0,-2 0 2 0,2 0-276 0,2 1 128 0,-1 3 67 0,1-2 28 16,2 8-201-16,-4 4 97 0,5 6 61 0,0 4-542 0,3 5 292 0</inkml:trace>
  <inkml:trace contextRef="#ctx0" brushRef="#br1" timeOffset="-41050.49">32511 15934 1404 0,'-12'-17'0'0,"1"4"0"0,2 4 0 0,-1-3 0 0,0 8 0 0,-1 0 0 0,-1 4 0 0,-6 0 0 0,1 4 68 47,-4 12 8-47,4 4-37 0,2 5 503 0,2 1-252 0,2 8-125 0,6-2-64 0,-2 8-22 0,7-7-9 0,0-2-32 0,0-1 174 0,7-2-87 0,6-3-43 0,3 1 9 0,1-11-300 16,3-4 123-16,3-4 62 31,-3-4-463-31,2-3 233 0,2 0 145 0,-3-3-14 0,0-12-540 0,-1-2 313 0,-2-2 155 0,-2-2-157 0</inkml:trace>
  <inkml:trace contextRef="#ctx0" brushRef="#br1" timeOffset="-40904.82">32495 15947 1842 0,'-11'0'0'0,"1"-3"0"0,6-1 0 0,4 4 0 0,0-3 0 0,9 3 0 0,7 0 0 0,5 0 197 0,2 0-80 0,6 0-30 16,-3 0-9-16,4 0 57 31,-3 0-49-31,2-3-23 0,-4 2-426 0,4-1 210 0,-6 2 91 0,-3-3 50 0,-2 3-626 0,-6-1 324 0,-1 1 161 0</inkml:trace>
  <inkml:trace contextRef="#ctx0" brushRef="#br1" timeOffset="-40735.71">32646 15733 1682 0,'-11'0'0'0,"4"3"0"0,2 11 0 0,2 4 0 0,-3 6 0 0,3 13 0 0,0 4 0 0,-1 6 286 16,-3 5-124-16,2 2-62 0,1-2 103 0,-3 6-73 31,3-11-51-31,2 0 1 0,2-5-277 0,0-9 118 0,2-4 58 0,4-2-769 16,3-12 391-16,2-6 197 0,0-4 97 0</inkml:trace>
  <inkml:trace contextRef="#ctx0" brushRef="#br1" timeOffset="-40146.25">32836 16058 602 0,'-10'-29'0'0,"4"-7"0"0,5 12 0 0,1 0 0 0,0 4 440 0,0 1-200 0,0 6-101 32,-1-1-41-32,-5 10-35 0,-2 3 1 0,-1 1-26 0,-3 3 958 0,-1 13-479 0,-3 7-230 0,3 5-99 15,-3 4-75-15,3 4-38 16,4 5-4-16,-2-2-110 0,3 5 45 0,4-10-9 16,3 0 39-16,1-2-75 15,0-2 37-15,0-5 1 0,0 6-171 0,5-14 100 16,3-4 39-16,5-4 34 0,3-7-253 0,3-2 120 15,1 0 11-15,1-17-36 0,2-4 53 0,-1-9 33 16,3 1 0-16,-2-4-19 0,-1-2 17 0,-3-1 9 16,0 3 26-16,-4-4 43 0,0 3 1 0,-5 3-44 15,3-4 50-15,-9 12-21 32,-3 5 1-32,-1 7-30 0,0 4 320 0,-1 5-134 0,-7 2-85 0,-2 3 81 0,0 14-67 0,0 4-7 0,-1 2-25 0,3 2 46 15,2 1-20-15,1-2 11 0,0 0-43 0,2-2-46 16,3-2 1-16,0-6 45 15,0 7-47-15,0-10 11 0,0 1 0 0,2-5-10 0,8-2-151 0,-2-3 69 16,4-2 48-16,1-2-160 16,1-13 96-16,4-1 34 15,-2-5 28-15,3 0-123 157,-5 1 70-157,0 1 17 0,-1 0 0 0,0 5 165 0,-6 2-62 0,5 1-41 0,-6 4 195 0,-2 5-99 0,-1 0-53 0,1 2-12 0,-2 2 0 0,-2 10 7 0,0 5-36 0,0 0 115 0,0 5-49 15,0 0 37-15,0 0-36 0,0 2-31 0,0-5 4 0,0-1 14 0,0-1-11 0,0-3-182 0,3-2 85 0,0-1 27 0,1-6-156 0,1 0 82 0,1-5 52 0,-1 0 8 0,0-3-26 0,3-4 2 0,-3-6 7 0,4-3-165 0,1-2 99 0,-3-2 51 0,7-1 25 0,-3-2-330 0,-3 1 182 0,4 3 87 0,-5 1 43 0,1 2-174 0,0 2 108 0,-1-1 45 0,-1 6-33 0,-3 4 49 31,-2 1 23-31</inkml:trace>
  <inkml:trace contextRef="#ctx0" brushRef="#br1" timeOffset="-39502.17">33286 16065 986 0,'-6'0'0'0,"4"0"0"0,-2-1 0 0,3 0 0 0,1-1 0 0,0-1 0 0,0 3 0 0,0 0 0 0,0 0 292 0,0 0-128 0,1 3-64 0,1 4 144 0,1 0-94 78,1 5-61-78,0 0-26 0,0 1 7 0,-1 2 0 0,1-1-33 0,-1 3 10 0,1 0-48 0,0-3 38 0,-1 1 0 0,1 1-132 0,-2 0 65 0,0-2 44 0,-1-1-11 0,1 1-250 0,0-4 136 0,-2 1 27 0,0 1-358 0,0-6 186 16,0 0 110-16,-5-3 48 0,-3-3-140 0</inkml:trace>
  <inkml:trace contextRef="#ctx0" brushRef="#br1" timeOffset="-39203.7">33359 15898 1505 0,'2'-5'0'0,"3"2"0"0,4-1 0 0,7 4 0 0,3 0 0 0,1 0 0 0,1 0 0 0,2 12 0 0,-1 3 233 0,1 5-98 0,-3 1-49 0,-2 6 63 0,-7 2-60 31,-6 1-26-31,-4 2 0 0,-1 2-57 0,-7 1 1 0,-11 1 40 0,-2-4 15 32,-4-4-25-32,-4-2 0 0,2-3 0 0,2-5 81 0,-3 0-32 0,12-8-8 0,1-6-41 0,5-3 124 109,6-1-63-109,3 0-30 0,0 0 81 0,12 0-61 0,8 0-25 0,4 0-1 0,7 0 53 0,5-1-39 0,4-1 10 0,5-1-49 16,-2-1 0-16,6 2-21 0,-3-1-16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0" timeString="2023-01-06T00:30:02.7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3-01-06T00:30:03.614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11596 11088 0,'0'0'16,"0"0"-1,0 0-15,0 0 47,0 0-47</inkml:trace>
  <inkml:trace contextRef="#ctx0" brushRef="#br0" timeOffset="81.75">11596 11088 0,'0'0'15,"0"0"-15,0 0 16,0 0-16</inkml:trace>
  <inkml:trace contextRef="#ctx1" brushRef="#br0">2202 6348 1083 0,'-3'-3'0'0,"0"0"0"0,1 0 0 0,-2 2 0 0,3-1 0 0,-2 2 0 0,3 0 147 0,0 0-54 0,0 3-27 0,0 8 199 0,0 2-113 0,0 3-47 15,0 2-38-15,3 2 131 0,2 5-80 0,3 3-40 63,-1 2 1-63,-2 4 30 0,3 2-40 0,0 5 0 0,-2 5 79 0,3 6-54 0,-3 7-18 31,-4-2-9-31,2 3-29 0,-1 8 1 0,-2 0 0 0,3 4 0 0,-4 9 9 0,0-12-9 0,0 1 0 0,0-1 0 0,0-4 0 0,0-5 0 0,0 10 6 0,0-19-13 0,0 0-1 0,0-1 1 16,0 3 0-16,0-2 246 31,0 11-278-31,0-14 0 0,0 0 0 0,1 0 0 0,1-2 0 0,0-2 0 0,1 5 0 0,1-12 0 94,-1 2 0-94,1 2 0 0,-1-1 0 0,-1-2 0 0,0 7 0 0,2-10 0 0,-2-2 0 0,-1 2 0 0,1-1 0 0,0 0 0 0,0 4 0 0,0-6 0 0,-1-1 0 0,1 0 0 0,-2 1 0 0,0 0 0 0,2 1 0 0,0-6 0 0,-2 2 0 0,1-2 0 0,1 2 0 0,-1 1 0 0,2 3 0 0,-2-4 0 15,4 0 0-15,-3 0 0 0,1 2 0 0,0 1 0 16,0 4 0-16,0-7 0 0,-1 4 0 0,-1 0 0 16,1 3 0-16,-1-3 0 0,0 9 0 0,0-8 0 15,-1 2 0-15,0 0 0 16,0 2 0-16,0 4 0 0,0-5 0 0,2-1 0 0,-2 1 0 0,0-2 0 15,2 1 0-15,0 2 0 16,-2-6 0-16,2-2 0 0,-1 3 0 0,2-1 0 16,-1-1 0-16,-1 6 0 0,1-10 0 0,0 4 0 15,0-5 0-15,-1 4 0 16,1-2 0-16,-1 3 0 0,-1-8-158 0,0-1 46 0,0-3 41 0,0 1 10 16,0-3-244-16,0 0 125 0,0-5 76 0,0-6-355 15,0 0 211-15,-1-5 106 0,-2-1 52 0,0 0-263 16,-1-13 163-16</inkml:trace>
  <inkml:trace contextRef="#ctx1" brushRef="#br0" timeOffset="278.23">2293 6280 1121 0,'-13'0'0'0,"3"0"0"0,-3 3 0 0,1 7 0 0,1 1 284 0,-1 6-123 0,2 0-62 15,-6 8-30-15,1 5 95 0,-5 8-53 0,3 1-42 16,0-1-76-16,4 3 46 0,-3 0-1 0,4 0 0 15,3 2-430-15,4-13 207 0,2-4 105 0,3-6-621 16</inkml:trace>
  <inkml:trace contextRef="#ctx1" brushRef="#br0" timeOffset="411.42">2225 6321 1761 0,'0'0'0'15,"0"0"0"-15,0 0 0 0,0 0 0 0,1 0 0 0,6 0 0 0,8 3 0 0,3 11 610 0,5 1-277 0,2 2-152 0,6 3-118 16,3 6 1-16,6 0-26 0,3 6 0 16</inkml:trace>
  <inkml:trace contextRef="#ctx1" brushRef="#br0" timeOffset="1483.88">1727 9263 1169 0,'-13'-4'0'15,"1"-1"0"-15,3 3 0 0,-1-1 0 0,4 1 0 0,4-1 0 0,0 3 0 0,2 0 0 0,0 0 0 0,0 0 150 0,0 0-46 0,3 0-38 0,9 0 129 0,0 0-79 16,2 0-38-16,4 3 106 31,2-1-63-31,-1 0-46 0,2-1-1 0,2 1 32 0,-2 0-34 0,5-2 0 0,1 1-24 0,-1-1 60 16,2 0-35-16,0 0 0 31,3 0 5-31,8 0 11 0,-2 0-51 0,3-1 0 0,0-4-47 0,4-2 47 0,0 2 0 0,8-2-37 0,-7 2-10 0,1-2 47 16,-1 1 0-16,3 0-57 0,-6 1 22 0,11 0 8 15,-10 1 1-15,0 3-21 16,0-1 4-16,-1 1 1 0,-1 0 58 0,6-2-32 0,-6 3-14 0,-2-2 58 16,1-2 0-16,-2 1-47 0,1 0 2 0,4-2 44 15,-5 3-38-15,0-3-3 16,-1 1 11-16,1 1 21 0,0-2-23 0,5-1 4 15,-7 1 2-15,1-2-23 0,1 3 22 0,0-3-5 0,-2 1-35 16,5 0 25-16,-10 3-23 0,2-1 0 31,0 3 0-31,0-1 0 0,-3 2 0 0,8-2 0 0,-9-1 0 0,-2 3 0 0,2-1 0 0,-1 1 0 16,1-2 0-16,3 1 0 0,-4-2 0 0,-2 2 0 16,3-2 0-16,-2 0 0 0,1-1 0 15,6 0 0-15,-7 0 0 0,-1 1 0 0,0 1 0 0,2-1 0 16,-3 1 0-16,6 0 0 15,-9 2 0-15,-1 0 0 0,0 0 0 0,1 0 0 16,-1 0 0-16,3 0 0 0,-7 0 0 0,2 0 0 16,0 0 0-16,-2 0 0 0,7 0 0 0,-3 0 0 15,-4 0 0-15,3 0 0 16,2 0 0-16,-3 0 0 0,3 0 0 0,-2 0 0 0,-2-3 0 0,2 3 0 16,-3 0 0-16,1 0 0 15,0 0 0-15,-6 0 0 0,2 0 0 0,-2 0 0 16,-4 0 0-16,4 0 0 15,-2 0 0-15,-1 0 0 0,-3 0 0 0,2 3 0 0,0-3 0 0,-3 0 0 16,5 2 0-16,-5 0 0 31,-1-2 0-31,0 1 0 0,2-1 0 0,-3 2 0 0,1-2 0 0,-1 2 0 0,-2-2 0 0,1 0 0 0,-2 2-26 0,0-2-48 16,0 0-259-16,0 0 151 0,0 0 72 0,-6 0-244 16,-1 0 158-16,-2 0 79 15,-1 0 30-15,-2-4-649 0,1-6 350 0</inkml:trace>
  <inkml:trace contextRef="#ctx1" brushRef="#br0" timeOffset="1682.75">4726 8877 986 0,'1'0'0'0,"3"0"0"0,0 2 0 0,4-1 0 0,3 0 0 0,2 4 0 0,3-2 678 0,5 1-321 0,4 4-151 0,2 1 391 0,0 1-280 15,2 2-141-15,0 0 111 47,2 5-126-47,-4 1-54 0,-7 0-48 0,-1 0-59 0,-8 3 0 0,-5 3 0 0,-6 1 0 0,0 4 0 0,-10 0 0 0,-14-3 0 0,-4 3 0 0,-5 0-361 16,-5 0 195-16,-5 1 110 0,0-3-938 0,-5 0 479 15</inkml:trace>
  <inkml:trace contextRef="#ctx1" brushRef="#br0" timeOffset="2185.13">3825 8850 2230 0,'0'-5'0'0,"0"3"0"0,-1-2 0 0,0 2 0 0,-2-2 0 0,1 2 0 0,1 0 0 0,1 2 0 0,0 0 346 0,0 0-157 0,0 2-77 15,0 6 217-15,3 3-151 16,2 1-70-16,3 5-206 0,1 2 68 0,-2 3 42 16,0 2-9-16,-2 3-673 0,-1 4 354 0,0 3 176 15,1 5 88-15</inkml:trace>
  <inkml:trace contextRef="#ctx1" brushRef="#br0" timeOffset="2370.77">3886 9674 2121 0,'-7'11'0'0,"2"1"0"15,3 2 0-15,-2 1 0 0,2 2 0 0,2-2 0 0,0 6 0 0,0 0 887 0,0 2-425 0,0 6-204 0,2-5-114 0,4 0-85 47,-1 5-59-47,-3-4 0 0,3 6 0 0,-2 0 0 0,2-4-113 0,-2-1 43 0,-1-2-766 0,-1 0 436 0,4-6 216 0,-2 6-466 0,-2-8 318 0</inkml:trace>
  <inkml:trace contextRef="#ctx1" brushRef="#br0" timeOffset="3128.22">2127 6885 1335 0,'-5'-8'0'16,"2"1"0"-16,3 1 0 0,0 3 0 0,0 0 0 0,8-1 0 0,6 3 535 0,2-3-239 0,2 4-134 0,1-3 111 16,3 3-117-16,-1 0-59 0,2 0-30 0,4 0-54 0,-3 0-10 15,-1 0 35-15,0 3-413 16,-4 1 206-16,-2 2 103 0,1 0 61 0,-8 2-797 0</inkml:trace>
  <inkml:trace contextRef="#ctx1" brushRef="#br0" timeOffset="3468.75">1536 6778 1498 0,'-20'-19'0'0,"6"5"0"0,8 5 0 0,6 2 0 0,0-1 0 0,0 0 570 0,9 1-265 0,6 3-134 0,4-2-65 0,1 2 336 0,1 3-206 0,-1 1-98 15,-1 0-50-15,1 4-65 16,0 7 16-16,-1 4 9 0,-2 4-262 0,-7 2 126 0,-1 4 63 0,-4 2-116 16,-4 6 89-16,-1 3 56 15,0-1-10-15,-15-2-235 0,0 1 128 0,-8-4-30 16,-3-2 64-16,-3 1 8 0,-2-9 32 0,-1-5 0 15,2-4 321-15,2-1-160 0,4-8-78 0,4 1-35 16,7-3 460-16,6 0-226 0,5 0-113 0,2-4 22 16,2-4-89-16,18-1-63 0,3-2 0 0,9 2 0 15,3 0 0-15,3-2 0 0,1 2 0 0,5-1 0 16,-4 3 0-16,3 1-11 16,4-1-804-16,-1 4 404 0,5 2 203 0,5-2 22 0</inkml:trace>
  <inkml:trace contextRef="#ctx1" brushRef="#br0" timeOffset="4532.95">2271 6861 858 0,'-1'0'0'0,"-4"0"0"0,-3 0 0 0,4 0 0 0,1 0 0 0,-1 2 0 0,0-2 0 0,1 0 0 0,0 0 126 0,3 0-49 0,-2 0-1 0,2 0-2 0,0 0-1 0,0 0-36 0,0 0 89 0,0 0-48 0,3 0-1 16,5 0-41-16,-1-2 28 16,1 0-1-16,4 0-17 0,0-2-9 0,1 0 18 0,1 1-18 0,3 0 0 15,1 0-44-15,2-1 53 0,0 2-9 0,0-3-37 16,3 3 37-16,1-2 0 0,3 3 0 0,3-4-31 16,-1 3-9-16,-2-1 21 15,4 1 13-15,-4-1-44 0,3 1 0 0,3-1 34 16,-9 1 2-16,0 0-6 0,1-1 3 0,-3 0-4 15,-1 1 35-15,3 0-26 0,-5 0-4 0,-1 0-1 16,0 0 23-16,1 1-20 0,-2-3-1 0,5 2-2 16,-6-2 3-16,2 3 4 31,1-1-3-31,-3 0-19 0,7-2 25 0,-6 1-6 0,-1 1 0 0,2-1-20 0,0 0 18 0,-1 2-4 16,3-4-29-16,-4 5 29 0,1-3 2 0,-2 1-3 15,-2 2 2-15,4-2-5 16,2 0 6-16,-6 0-50 0,3 1 0 0,-5-2 41 15,4 1 3-15,-1 1-36 0,4-3-3 0,-7 2 34 0,2 1-1 0,1-1-38 16,-2 0 0-16,2 1 28 0,2-1-30 0,-2 0 32 16,-2 2-4-16,1-1 6 15,1 1-4-15,-3 0-1 0,5-1-3 0,-2-2 15 0,0 1-12 0,-2 0 1 16,3-1-1-16,0-2-13 16,2-1 13-16,-4 0 0 15,0 3 2-15,2-1-48 0,-4-1-1 0,3 2 45 0,0-1-51 0,-3 3 3 16,-1 0 37-16,-1-2-5 0,1 3 4 0,-3 0 2 15,5 0-12-15,-7 0 47 0,4 0-2 0,-4 0-34 16,0 0-2-16,1 0 26 0,2 0-24 0,-4 0 2 16,1 0 10-16,1 0-38 0,-3 0 5 0,1 0 26 15,1 0-86-15,-2 0 42 0,2 0-3 0,-3 0-3 16,0 0 35-16,1 0-3 0,0 0-7 0,-1 0 64 16,2 0-29-16,-3 0-1 0,3 0-32 0,-2 0 71 46,-1 0-26-46,1 0 0 0,0 3-23 0,0-3 12 0,0 0-2 0,-1 0-16 0,2 1-100 0,-3-1 51 0,0 0 8 0,0 0 45 16,0 1-316-16,0-1 139 0,0 2 76 0</inkml:trace>
  <inkml:trace contextRef="#ctx1" brushRef="#br0" timeOffset="5598.58">3759 6679 771 0,'0'0'0'0,"0"0"0"0,-2 0 0 0,-1 0 0 0,1 0 0 0,0 0 0 0,0 0 0 0,0 0 88 0,2 3-10 0,0 0-40 0,0 0 96 16,0 4-47-16,0 0-25 0,0 1 9 0,0 0 7 15,0 3 1-15,2 5-42 94,2-2 1-94,1 4 35 0,-1 4 10 0,0-1-45 0,-1 4 26 0,0 0 0 0,0 2-27 0,1 4 1 0,1 0 10 0,-3-2-11 0,1 0 1 0,-2 1 42 16,3 0-42-16,-3-1 0 0,2 3 9 0,-2-5-23 0,1 0 14 0,0-2-1 0,-2-1 1 0,1 5-15 0,-1-5-10 0,0 0 25 0,0 0-59 0,0-1 24 0,0 1 1 0,0 2 3 15,0-5-6-15,0 1 20 16,0 1 5-16,0-3-24 0,0 1 19 0,0 5-4 0,0-7 2 0,0-1-25 0,0 2 23 16,0 0-6-16,0-2 5 0,0 4-20 15,0-4 18-15,0-1 2 0,0 1-41 0,0 0 39 16,0 1-1-16,0 3-27 0,0-4-7 0,0-1 32 15,0 2-5-15,0-1-22 0,0-2 25 0,0 8-5 16,0-6-4-16,0-2-23 16,0 1 23-16,0 0 3 0,0 0-6 0,0 5 5 0,0-9-3 0,0 4 2 15,0-2-11-15,0 2 10 0,0-2 0 0,0 4 25 16,0-4-24-16,0 0 0 0,0-1 1 16,0 0 33-16,0 1 1 0,0 2-31 0,0-3 1 0,0 1 14 15,0 0-11-15,0-1-3 16,0 0 5-16,0 4-29 0,0-2 29 0,0-1-3 15,0 0-35-15,0-1 34 16,0 3 1-16,0 0 2 0,0-1-5 0,0-2 2 0,0 1-6 0,0 0 2 16,0 0 0-16,0 3 2 15,0-4-4-15,0 2-7 0,0-4 9 0,0 3 1 0,0 4 3 0,0-4-25 16,0 1 23-16,0-1-2 0,0-2-5 16,0 1 5-16,0 3-1 0,0-3-5 15,0-2 3-15,0 2 2 0,0-1-3 0,0-1 18 16,0 3-15-16,1-6-1 0,-1 3 1 0,1-2 6 15,-1-2-4-15,2 2-2 0,-2 1 3 0,2-3-17 16,0 1 15-16,-2-3 0 16,2 3-34-16,-2-4 32 0,1 7 0 0,-1-5-25 0,3 0-1 0,-3 2 24 15,1-1-3-15,-1 1 5 0,0 2-6 0,2-2 2 16,-2-2-4-16,0 3 20 16,0 0-18-16,2-1 2 15,-2 2 6-15,1 0-7 0,-1-3 1 0,0 2 0 0,1-3 25 0,-1 0-22 16,1 3 4-16,-1-3-45 62,2-1 42-62,-2 0-2 0,2-1 2 0,-2 1-30 0,1 0 25 0,-1-1 1 0,2-1-3 0,-2 1 4 0,0-2-4 0,1 1 1 0,-1 0-6 16,0-3-7-16,3 2 7 0,-3-3 4 0,0 3-56 0,0-3 26 0,0 1 3 0,0-1-150 0,0 0 77 0,0 0 44 16,0 0 13-16,0-4-430 15,0-7 213-15,0 0 120 0</inkml:trace>
  <inkml:trace contextRef="#ctx1" brushRef="#br0" timeOffset="6253.72">2870 6805 510 0,'-17'12'0'0,"-1"5"0"0,-1 10 0 0,-3 9 0 16,-3 12 0-16,-9 14 27 0,1 5-23 0,-5 8 0 0,-5 12 115 0,-1 8-45 0,-7 10 6 15,9-11-52-15,1-4 62 0,2-2-26 0,2-3 1 16,4-13-27-16,1 0-35 16,12-27-10-16,4-10 43 0,7-9-150 0,3-8 70 15,5-1 35-15,1-5 7 16,0-10-208-16,0-2 109 0,5 0 37 0,10-11-189 15,-1-17 102-15</inkml:trace>
  <inkml:trace contextRef="#ctx1" brushRef="#br0" timeOffset="6475.32">3363 6671 661 0,'1'-4'0'0,"2"2"0"0,-3 2 0 0,0 2 0 0,-4 19 0 0,-15 14 0 0,-5 12 0 0,-12 17 0 0,-9 16 348 0,-15 23-155 16,-12 22-76-16,-8 22 119 0,0 6-98 0,-5 13-39 0,14-25-11 0,2 6-19 16,1-4-1-16,5-11-28 31,10-13-1-31,0-9-119 0,28-40 54 0,5-16 30 0,8-16-135 0,9-11 84 0,3-15 41 0,0-10-406 0,4-2 207 0,12-7 64 16,6-21 65-16,8-16-312 15,9-18 165-15</inkml:trace>
  <inkml:trace contextRef="#ctx1" brushRef="#br0" timeOffset="6685.33">3543 6916 1027 0,'3'-5'0'0,"2"3"0"0,-4 2 0 0,-1 11 0 0,-7 22 0 0,-15 17 0 0,-8 16 166 0,-15 24-55 0,-8 21-40 0,-15 26 90 0,-9 14-61 0,-2 6-30 0,2 0 167 0,-8 3-90 0,21-32-59 31,5-5-26-31,1 1-20 0,7-10-5 0,10-13-1 0,5-9 11 0,16-38-292 0,10-20 140 0,9-18 71 16,1-14-365-16,4-2 183 0,19-21 120 0,7-17-5 15,4-16-399-15</inkml:trace>
  <inkml:trace contextRef="#ctx1" brushRef="#br0" timeOffset="6906.74">3725 7259 780 0,'-16'18'0'0,"0"9"0"0,-4 11 0 0,-4 15 0 0,-11 17-1 0,-5 7 0 0,-9 16 444 0,-9 14-203 0,-4 13-102 16,-4 4 217-16,-5 14-150 0,12-25-89 0,2-1-11 31,-3 4-35-31,4-7 1 0,4-11-35 0,6-6-249 0,12-30 120 0,9-14 65 0,2-9 34 0,10-13-170 16,5-14 101-16,6-11 60 0,2-1 16 0,3-20-484 15,17-11 167-15,6-16 137 0,7-8-280 0,8-10 195 16</inkml:trace>
  <inkml:trace contextRef="#ctx1" brushRef="#br0" timeOffset="7129.2">3617 7936 1375 0,'3'-5'0'0,"-2"-1"0"15,2 4 0-15,-3 2 0 0,0 9 0 0,-14 17 0 0,-9 12-1 0,-9 15-1 0,-5 10 194 0,-8 17-79 0,-12 18-37 0,-9 19 153 0,2 1-97 0,-4 7-38 16,14-31-34-16,6-12-30 0,7-17 7 0,9-17 0 94,8-3-224-94,17-22 108 0,4-11 58 0,3-7 29 0,9-5-473 0,10-10 248 15,9-20 72-15</inkml:trace>
  <inkml:trace contextRef="#ctx1" brushRef="#br0" timeOffset="7227.36">3717 8281 919 0,'-18'22'0'0,"-2"10"0"0,4 3 0 0,-5 12 0 0,-6 4 105 0,-6 9-40 0,-3 6-1 0,-3 6 211 0,6-12-124 16,3-7-57-16,7-6-153 16,3-5 48-16,5-9 24 15,4 1 9-15,5-17-673 0</inkml:trace>
  <inkml:trace contextRef="#ctx1" brushRef="#br0" timeOffset="9807.01">1918 9651 858 0,'-13'-2'0'0,"1"-3"0"0,4 0 0 0,1 2 0 0,0 1 0 0,1 0 0 0,-3-3 115 0,6 4-42 0,0-1-1 0,2 2 133 0,-2 0-84 0,3 0-41 0,-3 0 9 0,3 0 0 0,0 2-25 0,0 6-1 0,0 4 72 0,0-1-49 16,3 4-14-16,2 0 88 0,2 2-60 0,1-3-32 62,2 1 1-62,-1-3 44 0,1 3-27 0,2-6-11 0,-1 3-37 0,1-7 30 0,1 2-1 0,1-1-20 0,-1-5-9 0,1-1 5 0,1 0-5 0,-2-1 0 0,1-12-28 0,0 1 37 31,1-6-9-31,-7-5-60 0,1-3 30 0,-3-1-1 0,-1-2 31 0,-2-4-77 0,-3 5 23 0,0-1 1 16,0 0 22-16,-9 5 24 0,-5 1-19 0,-1-2 11 16,0 11-22-16,-6 3 112 15,2 4-47-15,-3 7-1 0,0 0-30 0,-1 0-7 0,4 0 2 0,1 12-47 31,0 5 49-31,3 0-4 0,3 0 15 0,-1 1-143 0,8-5 59 0,2 0 33 16,0-4-1-16,3 3-419 0,0-7 201 0,0 3 80 0,6-2 67 0,6-5-289 16,6-1 166-16,4 0 82 15</inkml:trace>
  <inkml:trace contextRef="#ctx1" brushRef="#br0" timeOffset="10491.77">5391 9067 1611 0,'-9'-2'0'0,"4"-3"0"0,2 1 0 0,-3-1 0 0,4-1 0 0,-1 0 0 0,2-2 0 0,1-4 423 0,0 3-195 0,0-3-97 0,1 1-48 0,6-2 94 0,2 2-74 0,3 0-34 15,-1 3 1-15,2 0 75 16,3 2-53-16,0 1-18 0,-2 3-10 0,1 0 1 16,0 2-28-16,0 0-61 0,-2 9 31 0,1 1 8 15,-1 6 23-15,-6 1-86 0,1 3 43 0,-4 1-1 16,-2 1 43-16,-2 5-26 15,0-4-25-15,0 0 0 16,-10 0 8-16,-2 1-2 0,-4-6-2 0,-2 8 22 0,-3-8 112 0,-2-3-55 0,-4 1-28 0,2-2 1 31,2-4 68-31,-4-2-36 0,5-4-15 0,2-4-4 16,3 0-55-16,4 0 0 0,1-6 0 0,1-2-178 0,5-2 15 0,4-2 91 16,2-2 36-16,0 1-225 0,2 1 105 0,9-4 71 15,3 4-609-15,1-1 328 16,4 0 165-16,1 0-529 0</inkml:trace>
  <inkml:trace contextRef="#ctx1" brushRef="#br0" timeOffset="10753.8">5731 8860 1336 0,'-2'-6'0'0,"1"-1"0"0,-2 3 0 0,-2 0 0 0,3-2 0 0,-1 4 0 0,-3 0 653 0,2 1-308 0,-2 1-154 0,-2 0-77 0,0 0 222 16,1 10-141-16,-4 2-83 47,1 3 293-47,2 6-184 0,1-1-198 0,0 4-23 0,-2 0 0 0,6 1 0 0,2 0 0 0,1-1 0 0,0-1 0 0,0 1 0 0,3 0 0 0,7-2 0 0,2-4 0 0,6-1 0 15,0-4 0-15,2 0 0 32,2-1 0-32,0-3 0 0,3-4 0 0,-1-2 0 0,0 0 0 0,-2-3 0 0,6 0 0 0,-11 0 0 15,1 0 0-15,-5-3-496 0,0-2 183 0,-6-1 139 16,4-1 59-16,-9 3-673 0,-1-3 376 0</inkml:trace>
  <inkml:trace contextRef="#ctx1" brushRef="#br0" timeOffset="11435.79">1692 5725 1995 0,'-12'-6'0'0,"7"1"0"0,-3 1 0 0,5 3 0 0,2-1 0 0,1 2 0 0,0 0 0 0,1 0 322 0,11 7-142 0,4 3-71 0,1 2 292 0,5 0-186 0,-1 0-89 0,1 1-44 0,1-2 89 0,3 4-66 0,-2-3-25 16,-2-2-9-16,-2 0-73 0,0-2 39 0,-3 0 0 31,1 1-82-31,-1-3 41 0,-7 1 0 0,-1-4-246 0,-5-1 144 0,-1-2 71 16,-3 0 36-16,0 2-609 0,0-2 258 0,0 0 161 0,-2 0 50 0,0 0-577 15,-1-2 339-15,3-6 161 0</inkml:trace>
  <inkml:trace contextRef="#ctx1" brushRef="#br0" timeOffset="11790.68">2074 5602 841 0,'0'-4'0'0,"-5"-3"0"0,2 2 0 0,0 2 0 0,1 0 0 0,1 0 0 0,0 0 646 0,0 3-295 16,1 0-161-16,0 0 398 62,0 0-276-62,0 0-137 0,0 6-69 0,0 5 210 0,0 3-145 0,-2 6-66 16,-1 1-34-16,-4 8-12 0,1 3-59 0,-1 4 0 0,-4 3 0 0,-1 2 0 0,1 5 0 0,-6 1 0 0,0 5 0 0,-3 2 0 0,4-6 0 0,-1-5 0 0,5-4 0 0,-1-3 0 0,2 0 0 0,6-11 0 15,0-4 0-15,4-4 0 0,-1-6 0 0,2 0 0 16,0 1 0-16,0-11 0 0,0 3 0 0,0-2 0 16,0-1 0-16,0-1 0 0,0 0 0 15,0 0 0-15,2 0 0 0,-2 0 0 16,0 0 0-16,0 0 0 0,0 0 0 0,0 0 0 16,0 0 0-16,0-1 0 0,0-1 0 0,0 2 0 15,0-2 0-15,0 2 0 0,0-2-27 0,1 1-299 16,-1-5 144-16,3 0 73 0,-2 1-726 0,2-4 403 15,0 2 198-15</inkml:trace>
  <inkml:trace contextRef="#ctx1" brushRef="#br0" timeOffset="16196.7">13971 4928 1408 0,'-3'0'0'0,"-4"0"0"0,2 0 0 0,4 2 0 0,1 1 533 0,0 3-239 0,6-3-132 0,10 0 281 15,11 1-202-15,6-4-102 0,7 0-51 0,3 0 282 63,4 0-170-63,-2 0-147 0,5-4-53 0,0-1 0 0,-3 1 0 0,2-2 0 0,-14 4-306 0,-6-4 132 31,-8 3 105-31,-6 2-636 0,-6-1 369 0,-5-1 130 0,-4 3 105 0,-5-2-341 0,-13-1 203 0,-8 3 101 0</inkml:trace>
  <inkml:trace contextRef="#ctx1" brushRef="#br0" timeOffset="16384.11">13977 4995 1267 0,'-9'22'0'0,"4"5"0"0,3 8 0 0,2 3 0 0,0 0 0 0,7 7 0 0,6 4 0 0,0 2 718 16,1 10-331-16,-2-8-180 0,-2 0 391 0,-3-4-280 15,-2-3-140-15,-3 2-98 0,-1 5 9 0,-1-14-52 32,0 1 1-32,-7 0-360 0,-3-5 180 0,1-2 89 0,-5 3 53 0,1-14-238 0,2-5 137 0,-6-6 67 46,3-8 35-46,-1-3-704 0,-1-1 282 0,4-20 195 0,4-8-362 0</inkml:trace>
  <inkml:trace contextRef="#ctx1" brushRef="#br0" timeOffset="16880.15">14259 5167 1539 0,'9'-5'0'0,"-4"1"0"0,0 1 0 0,1 2 0 0,-5 1 0 0,-1 0 0 0,0 4 597 0,-1 8-280 0,-10 3-140 0,-2 3-61 0,1 3 76 0,-2 0-77 0,0 0-39 0,4 1-1 0,-2 2-29 0,1-5-9 0,2-1 0 0,3 1-162 0,-1 0 81 0,4-3 41 0,-3 1-168 0,5-4 100 0,1-3 53 0,0-3 28 0,0-2-298 0,0-2 104 0,0 2 89 0,0-5-19 0,1 0-256 0,1 0 166 0,-1 0 84 0,2-1 42 0,-3-6-117 0,0-1 84 0,0-1 37 0,0 0-188 0,0-1 113 0,-6-2 56 0,3 1 70 0,0 2 10 0,0-3-24 0,1 3 0 0,2 2 335 0,0-3-167 0,0 1-94 0,0 1-32 0,8 0 476 16,3 0-243-16,3-1-121 0,4 2 12 0,3-2 275 16,5 2-188-16,1 2-90 0,4 4 31 0,0-1-61 15,1 2-29-15,2 0-41 0,-8 5 11 0,-1 6 0 16,-5 3 0-16,-4 2-114 0,-7 1 57 0,2 3 38 16,-9-4-9-16,-2 4-152 0,0-2 90 0,-9-2 35 15,-9-1 25-15,1-1-419 0,-2-5 201 0,-2-2 54 16,0-2-134-16,-1-2 127 0,1-3 64 15,-4 0-314 17,6 0 194-32,0-3 91 0,1-2 47 0,2-2-88 0,2 1 67 0,-3-2 24 0,6 1 9 0,3-1 194 0,2 4-80 0,3 1-41 15,0-2-9-15,3 3 400 0,0 1-216 0,4-1-107 16,9 1 427-16,2 0-202 16,3-4-127-16,2 2 30 0,3 1-81 0,-1 0-40 0,-2-1-1 0,2 2-177 15,0-3 77-15,-5 3 26 16,-2-1-1-16,0 2-562 0,-1 0 298 0,-5 0 150 15</inkml:trace>
  <inkml:trace contextRef="#ctx1" brushRef="#br0" timeOffset="17391.47">14290 5494 625 0,'-12'2'0'0,"4"1"0"0,0 0 0 0,3 0 0 0,-1 1 0 0,6-4 422 16,0 2-193-16,3 0-96 0,7-2 156 0,4 0-125 15,1 0-55-15,1 0-227 16,2 0 78-16,0 0 38 0,-3-2 0 0,2 0-163 15,-3-1 110-15,-2 2 41 0,-2-1 26 0,-2 1-410 16,-2 1 202-16,-2 0 101 0,1 0 53 0,-3 0-137 16,-2 0 71-16,0 0 36 0,0 3 238 0,0 3-101 15,-3 3-60-15,-5-1 333 16,4 2-186-16,-1-1-74 0,2 5-51 0,-1-1 229 0,3 1-67 0,-1 3-79 16,2 2-19-16,0-1 205 0,0 1-130 0,0 3-55 15,0-3-41-15,0 0 124 16,0 2-78-16,0-1-40 0,0-3-26 0,0 3-4 15,0-5-9-15,0-1-140 16,0-4 71-16,-1-3 34 0,-4-3 0 0,-2-1-67 0,-1-3 47 0,0 0 27 16,-1-3-15-16,-1-7-357 0,-1-5 136 0,-3 0 103 15,4-1-8-15,-3-2-49 0,0-1 72 0,2 4 36 16,-2-1 108-16,-2 1-46 0,5 7 10 0,0 1 260 16,0 4-148-16,0 3-74 0,1 0-35 0,-2 0 357 15,3 5-156-15,-1 7-96 0,1 3 1 0,1 2 12 156,1-2-41-156,0 2 8 0,5 0-50 0,1-4-270 0,0-2 135 0,0-1 68 0,7-3-744 0,6-4 389 0,4-3 153 0</inkml:trace>
  <inkml:trace contextRef="#ctx1" brushRef="#br0" timeOffset="17439.27">14513 5695 1469 0,'6'9'0'0,"-1"-1"0"0,4 4 0 0,-3 0 0 0,-1-3 0 0,0 2 367 0,1 3-165 0,2 0-73 0,-4-2 250 0,1-1-172 0,-2-2-84 0,2 0-44 0,-2 0-397 0,3 2 186 0,-1-6 80 0,-2-1-308 0,0-2 198 0,2-2 99 0</inkml:trace>
  <inkml:trace contextRef="#ctx1" brushRef="#br0" timeOffset="17631.73">14787 5298 2411 0,'8'0'0'0,"4"-2"0"0,1-2 0 0,5 0 0 0,-2 0-3 0,6 1 0 0,0-2 1 0,1 2-1 0,2-2 100 0,6-2-24 0,-6 3-8 15,2-1-32-15,-1-2 1 0,1 3 0 0,-3 0 0 0,3 0-88 0,-10 3 40 0,-6 1 25 0</inkml:trace>
  <inkml:trace contextRef="#ctx1" brushRef="#br0" timeOffset="17987.9">14866 5523 1273 0,'-6'9'0'0,"-3"4"0"0,8-1 0 0,-1-3 0 0,2 2 0 0,0 0 0 0,0 1 0 0,5 1 488 0,2 1-231 0,-1-2-110 16,1 0-55-16,-2 3-29 0,-2-1 0 0,0 3-18 0,-1-2-104 0,-2-2 47 15,0 0 25-15,0-3-62 0,0-5 43 0,0 4 9 47,0-8 33-47,-2-1-160 0,2 0 81 0,0-10 20 0,0-9 27 0,0-5-358 0,3-3 171 0,6-7 36 0,-1-5-163 0,2-3 137 16,0-8 69-16,1-6 25 0,-1 3-121 0,3-7 82 15,-5-6 41-15,3-8 17 0,-2-7-1 0,4-6 16 16,-5 17 9-16,0 7 199 0,-4 11-100 16,-2 13-50-16,-2 14-24 0,0 6 475 15,0 17-241-15,0 2-78 16,-3 17 381-16,-2 8-241 0,-1 12-124 0,4 5-54 0,2 6 194 0,0 7-132 15,0 9-67-15,2 6 164 0,6 10-116 0,1 11-47 32,2-16-38-32,1 5 47 0,2-3-39 0,5-2 1 0,-2-9-38 0,5 3-97 0,-3-24 43 0,-2-8 28 15,1-7-378-15,-3-8 203 0,2 5 109 0,-8-18 41 16,-1-1-464-16,-2-7 231 0,-5-1 63 0,1 0-211 16,0-5 171-16,-1-13 99 0,-1-6 45 0,0-8-128 15,0-6 87-15,0-6 42 0</inkml:trace>
  <inkml:trace contextRef="#ctx1" brushRef="#br0" timeOffset="18133.68">15245 4845 1654 0,'-6'-12'0'0,"3"3"0"0,1 0 0 0,-1 3 0 0,3 3 0 0,0 2 0 0,0 1 0 0,0 0 0 0,0 4 580 16,3 8-263-16,4-1-145 46,1 4 45-46,2 2-91 0,-2 0-45 0,2 2-591 0,0 1 281 0,-2-1 129 0,2 1 67 0</inkml:trace>
  <inkml:trace contextRef="#ctx1" brushRef="#br0" timeOffset="18314.74">15572 5179 1566 0,'4'3'0'0,"-1"0"0"0,0 1 0 0,2 1 0 0,2-3 0 0,1 3 549 0,2 1-262 0,3-2-126 16,3-2-62-16,4 2 103 0,6-3-83 0,1-1-33 16,1 0-9-16,2 0-257 0,1 0 107 0,-2 0 54 15,-3 0-810-15</inkml:trace>
  <inkml:trace contextRef="#ctx1" brushRef="#br0" timeOffset="18487.34">15752 5559 2456 0,'-12'3'0'15,"2"-1"0"-15,2 2 0 0,2-1 0 0,1 0 0 0,5 0 0 0,0 0 0 0,1 1 0 0,14 0 916 0,5-1-440 0,5 1-393 16,0-1-83-16,5 1 0 0,-2-1 0 0,1 1 0 0,1-1 0 0,-1 0-5 16,-5 0-39-16,-1-1 40 15,-1-1-423-15,-5 2 232 0,-2-3 114 0,0 0-1070 0</inkml:trace>
  <inkml:trace contextRef="#ctx1" brushRef="#br0" timeOffset="24724.56">16936 5007 635 0,'-2'-9'0'0,"1"2"0"32,-3-3 0-32,3 3 0 0,-1-1 0 0,2-4 0 15,0 1 321-15,0 0-141 0,0-5-62 0,0 1 123 0,0-2-102 0,0 0-50 0,0-2-26 0,0-3-23 0,0-2 6 0,0 2-8 0,0 0-1 0,0 1-29 16,0-1 0-16,0 3 29 0,-4-2 45 0,-2 8-10 15,-2 2-35-15,-2 2 44 16,-2 4 0-16,-1 5-44 0,-2 0 9 0,1 0 30 16,-1 14-1-16,0 6-38 0,-3 4 0 0,3 7 7 78,2 4-7-78,3 3 1 0,2 4-1 0,4 1 84 0,2 3-42 0,2 8 10 15,0-6-15-15,0-1 1 0,6 7-38 0,5 2 32 0,2 2 0 0,-1 8-23 0,1-9-8 0,-1-1 4 0,-2-3-5 0,-4 0 0 0,1-5 0 0,-4 7-25 0,-1-15-9 0,-2-6 34 0,0-1 0 0,-2-3-23 0,-8-3 23 0,0 2 7 32,-1-12-63-32,-2-1 21 0,-1-5-1 0,-2-4-190 0,2-3 103 0,-5-1 47 15,5-3 25-15,0 0-187 0,-2-12 99 0,3-1 34 0,2-3 31 16,-3-6-516-16,9 0 263 0,2 0 126 16,3-1 64-16,0 3-390 15,0-2 227-15,8 0 103 0</inkml:trace>
  <inkml:trace contextRef="#ctx1" brushRef="#br0" timeOffset="25010.32">17149 5617 1371 0,'0'11'0'0,"0"4"0"0,0 2 0 0,0 3 0 0,0-1 0 0,-2 1 329 0,2-1-146 0,0 2-73 0,0-1-27 0,2-6 231 15,4 0-138-15,6-4-69 94,3-2-36-78,-1-2-77-16,4-2 8 0,-1-4 36 0,-1 0-176 0,1-7 87 0,-3-8 45 0,2-5-1 0,-4-3 53 0,-4 1-8 0,-5-5-1 0,0 1-99 0,-3 2-44 0,0-2 60 0,-4-2-74 0,-6 5 170 0,-2 3-47 0,-4 0-15 0,0 5-4 0,0 3 362 0,-5 1-140 0,2 4-95 0,-2 7 18 0,1 0-47 0,1 0 1 0,0 12-236 0,0-1 105 0,7 7 38 15,2 0 23-15,6-2-573 0,0 2 271 0,4-2 145 16,0 1 39-16,2-6-331 15,8-1 199-15</inkml:trace>
  <inkml:trace contextRef="#ctx1" brushRef="#br0" timeOffset="25390.73">17252 4580 1140 0,'-6'-12'0'0,"1"3"0"0,-2 0 0 0,4 4 0 0,2 2 0 0,1 2 0 0,0-2 438 16,0 3-200-16,0 0-92 0,1 5-59 0,7 9 241 0,-1 1-146 0,-1 9-73 15,1-2-36-15,0 6 50 16,-3 0-47-16,0 0-1 0,-3 2-91 0,0-3 27 16,-1 2-1-16,0 0-267 0,0-3 143 0,0-2 75 15,0-2 38-15,0-3-573 0,-1 1 288 0,0-3 73 31,-1-8 97-31</inkml:trace>
  <inkml:trace contextRef="#ctx1" brushRef="#br0" timeOffset="26261.32">17923 5313 754 0,'-3'0'0'0,"0"0"0"0,2 0 0 0,-3 0 0 0,3 0 192 0,-2 0-78 0,1 0-31 0,0-1-8 16,1-7 182 77,-1-1-110-93,1-3-56 0,-1-2 33 0,-2-3-35 0,1 0-10 0,-2-1-43 0,-1-3 0 0,-4 4 0 0,-2 0 0 0,-2 3 131 0,-3 4-70 0,-1 7-30 0,-3 3-1 0,-3 0 80 0,-2 15-46 0,4 9-37 0,0 3 1 0,5 9 38 0,5 0-33 0,4 3 0 0,2-2-24 0,6-1-9 0,0-2 0 0,14-6-27 0,4-1 27 0,3-7 0 16,2-1 9-16,2-11-280 0,0-6 135 0,-2-2 69 16,1 0 20-1,-3-10-283-15,2-7 123 0,-5-5 82 0,-1-5-2 0,-4-7-51 16,-1-4 41-16,0-1 33 0,0-8-70 0,-5 5 55 16,-2-4 24-16,-1-1 2 0,-2-3 21 0,0-4 0 15,-1-8-9-15,1 6 71 0,-2-4-31 0,0 5 0 16,0 2-31-16,0 11 105 0,0 2-61 0,-3 24-5 15,-3 9 0-15,4 7 299 0,-3 0-139 0,-1 19-83 16,0 8 121-16,3 5-68 0,-1 11-52 0,1 6 203 16,2 3-125-16,-1 6-61 15,0 10-22-15,2-9 151 0,0 1-96 0,0-1-47 0,0 1-25 0,0-2-9 47,4 5-5-47,4-16-9 0,1-6 0 0,3-7-420 0,-1-6 210 0,3-6 105 0,-1 1-244 0,-4-16 124 0,2-4 102 0,-2-3-639 16,-1 0 345-16,3-12 173 0,-2-5 77 15,-2-9-407-15</inkml:trace>
  <inkml:trace contextRef="#ctx1" brushRef="#br0" timeOffset="26469.73">18113 5203 1055 0,'3'-11'0'0,"0"1"0"0,1 1 0 0,2-2 0 0,2 2 0 0,1 4 0 0,0 1 418 16,3 2-190-16,1 2-97 0,2 0-47 0,3 0 276 15,1 8-166-15,-4 8-79 0,2 2-40 0,-1 4 146 16,-2 2-93-16,-1 5-36 0,-7-4-97 0,-4 5 0 15,-1-2 41-15,-1 2-74 16,0-3 37-16,-9 3 9 0,-3-6 28 0,-6-3-134 16,1-4 67-16,-5-2 34 0,-1-5-1 0,-2 1-237 0,4-10 121 0,1-1 15 15,2 0-310-15,3-1 179 16,5-10 96-16,0 0 41 0,9-6-352 0,1-4 205 16,0 0 102-16,8-2-138 0</inkml:trace>
  <inkml:trace contextRef="#ctx1" brushRef="#br0" timeOffset="26642.76">18374 5124 1314 0,'4'-13'0'0,"-1"5"0"0,-1 4 0 0,-1-2 0 0,1 4 0 0,-2-2 355 0,0 4-164 0,0 0-77 0,0 4 269 0,-3 8-174 0,-5 6-86 0,1 2-35 0,3 4 461 0,1 0-256 0,1 3-129 16,2-2-16-16,0 0-148 0,0 4 0 0,2-7 0 46,4 0 0-46,5 0-2 0,5-4-41 0,2-1-624 0,4 1 360 0,3-8 167 0,2-3 88 0,2-4-433 0,1-3 159 0,1 0 145 0</inkml:trace>
  <inkml:trace contextRef="#ctx1" brushRef="#br0" timeOffset="27285.4">19045 4865 987 0,'-5'-20'0'0,"1"0"0"0,1 1 0 0,1-2 0 0,-1-3 0 0,1 3 0 0,-1-2 278 0,1-1-120 0,-3-1-62 0,2 3 56 0,-4-5-49 0,1 7-38 0,-2 1-1 0,-3 5 34 0,0 3-31 0,-1 4 0 0,-3 1 78 0,3 6-60 0,-2 0-24 31,2 13 0-31,0 4 78 0,1 7-51 0,-3 5-18 31,4 1-8-31,4 3 114 0,0 2-70 0,1 3-35 0,-1 6 126 0,3 4-72 0,0-1-49 0,3 0 22 0,0 2-31 0,0 1 0 0,0 13-23 0,0-7-35 16,3 0 0-16,3 2 27 16,-3 2-32-16,0-3-21 0,-1 5 19 0,-2-11-8 0,0-7 27 0,0-2-53 15,-5-5 27-15,-7-3 5 0,1-1-10 0,-3-13 14 16,0-5 13-16,-2-6-33 0,4-3 49 0,-4-6-39 16,-1 0 16-16,4 0-185 15,1-1 87-15,1-9 42 0,-1-1 23 0,4 0-1 0,-2-1 23 0,3 0-1 16,4 3 1-16,0-1-17 0,-1 3 15 0,4-1-33 15,-1-1-3-15,1 3-61 32</inkml:trace>
  <inkml:trace contextRef="#ctx1" brushRef="#br0" timeOffset="27585.13">19034 5584 1027 0,'3'7'0'0,"2"4"0"0,0-1 0 0,1 2 0 0,0-1 0 0,0 0 0 0,4 1 551 0,0 1-249 0,2-4-138 0,-1 1-64 0,4-5 120 16,2-1-93-16,0-1-36 0,2-3-115 0,-5 0 30 16,3-3 0-16,-4-6 30 0,-4-3-203 0,2 0 110 15,-8-5 41-15,-3 3-12 16,0-1 31-16,0-2 0 0,-11 2 33 0,-3 1 14 16,-2-1-84-16,-2 3 37 0,-4 4-42 0,3 1 364 15,-3 3-152-15,-2-1-74 16,8 3 127-16,-3 1-96 0,4 1-47 0,4 0-145 0,1 0 48 0,-2 0 34 15,7 0-9-15,4 3-537 0,1 1 271 0,0 1 143 79,0-5 43-79,3 0-344 0,7 0 148 0,2 0 117 0</inkml:trace>
  <inkml:trace contextRef="#ctx1" brushRef="#br0" timeOffset="27820.08">19215 4478 1352 0,'5'-7'0'0,"-1"-1"0"0,7 1 0 0,-1 5 0 0,1 1 0 0,3 1 239 0,3 0-102 0,0 8-50 0,3 8 242 31,-4 2-152-31,1 5-70 0,-5 2-36 0,-1 4-47 0,0 7 21 0,-8-3-10 16,-1 0-264-16,-2-1 132 0,-3-1 66 0,-13-1 34 15,-1 2-129-15,-7-10 77 0,0-7 42 0,-1-1 97 16,-2-4-46-16,7-5-31 0,-3 0-53 0,8-4 406 15,5-1-188-15,2 0-83 0,5 0-37 16,3 0 161-16,0 0-70 0,15-4-62 0,9 2-56 0,4 1 4 16,4-2 1-16,4 2-415 15,6 1 217-15,-3 0 94 0,2 0 52 0,4 7-975 16</inkml:trace>
  <inkml:trace contextRef="#ctx1" brushRef="#br0" timeOffset="28311.36">19711 5027 1649 0,'-8'-9'0'0,"1"-1"0"0,2 6 0 0,4 2 0 0,1-2 0 0,0 2 0 0,6 1 0 0,9 1 189 0,4 0-76 0,3 0-38 0,1 1-8 16,-2 10-1-16,2-1-20 16,-5 2-8-16,-3 2-109 0,-3 2 54 0,-2 4 27 0,-5 3 0 0,-4 4-73 15,-1-1 45-15,-5 4 28 16,-11 1-25-16,-8-2 17 0,-5-1 0 0,-2 3-25 0,-4-10-4 0,1-2 12 15,0-8 23-15,1-3-85 16,2-3 34-16,7-5 1 0,10-2 51 0,7-15-339 16,7-8 154-16,7-3 74 0,14-7 22 0,10 1-340 15,4-2 192-15,3-1 95 0</inkml:trace>
  <inkml:trace contextRef="#ctx1" brushRef="#br0" timeOffset="28493.26">19969 4967 434 0,'13'-10'0'0,"-1"0"0"0,-9 5 0 0,-2 3 0 0,-1 2 255 0,0 0-108 0,-3 7-56 16,-9 9-17-16,-2 6 517 0,-1 4-277 0,1 4-138 15,1-1 407-15,4 3-272 32,-1 1-128-32,7-3 104 0,0-3-124 0,3 2-64 0,3-1-30 0,8-3-235 0,11 4 112 0,4-12 40 15,7-3 26-15,3-6-263 0,5-4 145 0,-2-4 71 16,6 0 46-16,-11 0-710 47,-1-10 250-47,-5-6 214 0,-3-1-471 0</inkml:trace>
  <inkml:trace contextRef="#ctx1" brushRef="#br0" timeOffset="28736.94">20217 4720 1071 0,'0'-14'0'0,"0"7"0"0,0 0 0 0,0 0 0 0,0 4 0 0,1-1 294 0,6 4-133 0,3 0-62 0,0 0-31 0,1 7 150 0,-1 4-91 0,-2 3-35 0,-1 2-9 0,-3 4-62 0,-3-2 17 0,-1 3-1 0,0 1-67 0,0 1 43 0,-5 0-9 0,-3-6 74 0,-3-1-41 0,3-2 1 15,0-3-1-15,-1 3 80 16,2-9-44-16,0 1-1 0,2-2-34 0,1-2 56 16,0-2-28-16,3 1 10 0,1-1-39 0,0 0-34 15,0 0 0-15,5 0 34 0,4 0 65 0,3 0-23 16,3 0-10-16,1 0-125 0,0 0 46 0,3 0 24 31,2 0 0-31,1 0-528 0,0 0 261 0,2 0 106 0,-2 0 73 0,3 0-746 0</inkml:trace>
  <inkml:trace contextRef="#ctx1" brushRef="#br0" timeOffset="28923.26">20585 4922 1543 0,'-7'3'0'0,"3"0"0"0,0-3 0 0,3 4 0 0,1 1 0 0,0-2 0 0,0 4 353 0,5-2-158 0,9 2-69 0,4 1 336 16,1-1-212-16,5-2-107 0,2 4-52 0,-1-2-171 15,1 1 69-15,-1-3 19 0,-4 4 0 0,2-4-632 16,-5 0 331-16,0 0 165 16,0-3-815-16</inkml:trace>
  <inkml:trace contextRef="#ctx1" brushRef="#br0" timeOffset="29213.82">20909 4766 1404 0,'0'-3'0'0,"-4"-1"0"0,-2-1 0 0,5 4 0 0,-2-1 0 0,1 0 0 0,2 1 0 0,0 1 620 16,0 0-282-16,0 0-155 0,0 9-73 0,0 5 337 109,0 6-205-109,0 8-102 0,-3 8 175 0,-3 7-183 0,-4 8-132 0,-3 8 0 0,1 17 0 0,-6 7 0 0,-1 16 0 0,-1-9 0 0,1-2 0 0,3-5 0 0,3-12 0 0,2-9 0 0,1-1 0 0,4-22 0 0,3-6 0 0,0-6 0 0,-1-8 0 0,2 3 0 0,0-14 0 0,2-5 0 0,-2-1 0 0,2-2 0 0,0 0 0 0,0 0 0 16,0 0 0-16,0 0 0 0,0-2 0 0,0 1 0 15,0-1 0-15,0 0 0 0,0 2 0 0,0-1 0 16,0 1-548-16,0-4 234 0,0 4 139 0,0-1 59 16,0-3-753-16</inkml:trace>
  <inkml:trace contextRef="#ctx1" brushRef="#br0" timeOffset="30668.25">21368 5078 1129 0,'-4'1'0'0,"-4"2"0"0,-3 2 0 0,5 0 0 0,1-1 0 0,0 3 0 0,5-1 0 0,0 3 355 0,0 1-150 0,2-2-88 0,10-2 228 15,7 2-154-15,3-4-77 0,5-3-39 0,2 2 16 16,1-3-10-16,-1 0-44 0,-1 0 0 0,0-3-132 16,-1-2 67-16,0-3 41 0,-5 1-83 0,-5-2 53 15,0-3 28-15,-5 1-193 0,-6 0 108 0,2-3 2 63,-8-1 41-63,0-2-99 0,-8 3 56 0,-6-1-6 0,-7-2 25 0,-1-2 88 0,-4 5-28 0,-3-1-10 0,1 3-28 0,-3 2 198 0,-2 5-91 0,-3 0-33 0,7 5 230 0,-1 0-118 15,3 13-69-15,1 8-8 0,4 9 92 16,-1 3-50-16,13 2-45 0,7 5 191 0,3 1-113 0,0 2-58 16,10 2-18-16,15-5 108 31,4-3-134-31,7-4-49 0,5-8 0 15,1-3 0-15,8-4 0 0,-7-11 0 0,1-3-262 0,1-4 81 0,-3-3 108 0,0-9-300 0,2-5 195 0,-13-3 37 16,-2-3 68-16,-2-3-625 0,-3-2 331 0,-1-2 165 16,2-2 73-16</inkml:trace>
  <inkml:trace contextRef="#ctx1" brushRef="#br0" timeOffset="30895.37">21857 4660 1909 0,'-4'-9'0'0,"2"0"0"16,2 4 0-16,0-2 0 0,2 2 0 0,11 1 0 0,3 2 0 0,5 2 0 0,2 0 240 0,2 2-102 0,-3 8 53 16,7 1-67-16,-5 4-49 0,-5 2 1 0,1 1-78 15,-6 0 39-15,-2 2 1 0,-2 3 8 0,-9-3-111 16,-1-1 50-16,0 1 27 0,-13 0-1 0,-5-2-70 16,-5-1 58-16,-4-6 14 0,-2-3-140 0,3-5 72 15,-2-1 37-15,0-1-349 16,5-1 162-16,5 0 91 0,3-6 25 0,6-6-147 0,2-4 99 0,7-4 40 15,0-3 35-15,12-3-425 0</inkml:trace>
  <inkml:trace contextRef="#ctx1" brushRef="#br0" timeOffset="31054.48">22158 4524 867 0,'0'0'0'0,"-1"0"0"0,-1 1 0 0,-1 5 0 0,0 1 376 0,-5 5-170 0,0 4-84 15,0 4-43-15,1 5 756 16,-1 1-403-16,3 1-198 0,5 1 269 0,0 0-233 0,0-2-263 0,11 2-7 15,3-7-42-15,8-3 34 16,0-1 0-16,3-6-672 0,3 1 359 0,3-5 189 16,-3-6 79-16,0-1-378 0,0 0 147 0,-5-3 146 15</inkml:trace>
  <inkml:trace contextRef="#ctx1" brushRef="#br0" timeOffset="31250.82">22444 4596 1694 0,'-8'-9'0'0,"1"6"0"94,-1-1 0-94,4 3 0 0,0-1 0 0,3 2 0 0,1 0 398 0,0 0-170 0,0 3 380 0,1 7-285 0,11-1-144 0,-4 3-70 0,4 2-229 0,2-2 87 0,-3 2 30 0,1-1 0 0,1 1-671 0,-2-4 355 0,0 2 178 0,0 0 99 0,1-4-412 0,-4-2 237 0</inkml:trace>
  <inkml:trace contextRef="#ctx1" brushRef="#br0" timeOffset="31381.2">22642 4489 2147 0,'-4'-11'0'0,"1"4"0"0,0 2 0 0,0 0 0 0,2 4 0 0,1 1 0 0,-3 0 0 0,1 3 0 0,2 12 385 0,0 8-174 16,-5 7-87-16,0 7 457 0,-4 11-262 0,-3 2-155 16,-1 4-164-16,-4 7 0 0,0 5 0 15,-5 0 0-15,-1 12 0 0,1-17-98 0,3-4-161 0,-1-1 147 31,2-8-466-31</inkml:trace>
  <inkml:trace contextRef="#ctx1" brushRef="#br0" timeOffset="32028.73">23139 5114 923 0,'-7'-12'0'0,"1"-3"0"0,1 1 0 0,-2-1 0 0,0-2 0 0,1 2 0 0,-2 0 0 0,0 2 316 0,-1 0-139 0,0 3-71 16,-2-2 96-16,-3 9-88 15,0 2-38-15,-2 1 65 0,-2 4-53 0,0 14-25 16,-5 8 8-16,7 5 22 16,-1 9-28-16,6 0 0 15,2 7-29-15,6-1 137 0,2 2-60 0,1-7-43 0,1-5 0 0,11-6-4 16,3-1 1-16,6-5-31 0,3-2-104 0,1-13 48 31,3-9 28-31,0 0-237 0,0-7 130 0,-1-13 67 0,2-5 17 0,-6-7-319 16,-1-2 143-16,-6-9 88 0,0-4 3 0,-3-1-72 0,-1-5 60 0,-2 0 42 15,-5 0 0-15,-2-3-18 0,-2-1 26 0,-1-4 1 16,0-8 74-16,0 14-19 0,0 3-1 0,-4 9 135 16,-4 11-81-16,-1 9-42 0,-1 8-9 0,3 15 400 15,0 0-182-15,0 15-108 0,0 11-12 0,4 4 133 16,0 9-71-16,3 1-65 0,0 2-27 0,0 5 215 16,5 0-122-16,3 1-61 0,2 6 176 0,0-10-122 15,-1-2-57-15,3 0-208 16,-1-1 76-16,0 0 37 0,3 2 9 0,-4-9-668 15,-1-7 349-15,-1-1 174 0,-2-2 50 0,0 0-456 16,-3-16 209-16</inkml:trace>
  <inkml:trace contextRef="#ctx1" brushRef="#br0" timeOffset="32181.21">23488 4900 2501 0,'0'0'0'0,"0"-2"0"0,0-1 0 0,0 0 0 0,0 2 0 0,1 1 0 0,2 0 0 0,2 0 0 0,1 9 0 0,3 2 294 0,1 3-121 0,-1 1-72 0,3 2-33 0,1 1 0 0,-2 0-32 16,4 0-1-16,0 0-1058 0,-2-3 525 0,-1-4 267 15</inkml:trace>
  <inkml:trace contextRef="#ctx1" brushRef="#br0" timeOffset="32405.44">23865 4705 1724 0,'0'0'0'0,"0"-3"0"0,-5 3 0 0,2 0 0 0,-4 0 0 0,-2 12 0 0,-1 8 441 0,-2 12-208 0,-3 11-98 0,-7 15 623 16,-3 12-361-16,-5 15-180 0,-7 19-191 0,3-5-26 0,-2 5 0 0,-2-2 0 0,1-6 0 0,4-8 0 0,-2 6 0 0,13-30 0 0,5-12 0 0,7-11 0 15,5-14 0-15,1-8 0 0,3-4 0 16,-1-13 0-16,2-2 0 0,0 0-572 15,0-2 270-15,0-4 124 0,0-5 63 0,0-1-353 16,0 0 216-16,2 0 108 0</inkml:trace>
  <inkml:trace contextRef="#ctx1" brushRef="#br0" timeOffset="37680.6">7134 6723 777 0,'-9'-10'0'0,"4"0"0"0,-1 2 0 0,-1-1 0 0,7 2 0 0,0-2 334 0,0 1-149 0,3-1-73 16,12 3-38-16,1-3 10 0,6 6-47 15,0 1 177-15,5 0-88 0,-4 2-45 16,3 0 0-16,3 5 189 94,-6 6-121-94,-2 3-56 0,-3 4-27 0,-2 5 42 0,-3 4-26 0,-7 3-9 0,-5 1-35 0,-1 4 37 0,0-1 0 0,-12 2 0 0,-2 5 10 0,-7-7-48 0,-3 2 0 0,-3-5-13 0,-2-3 13 0,2-5 1 0,-5 2 8 0,6-14-190 0,0-3 89 0,3-6 39 0,1-2 24 0,2-2-435 0,1-13 213 0,10-5 84 0,1-6 61 0,5-6-430 78,3-1 230-78,0-3 116 0,0 0-190 0,2 2 158 0,4 4 73 15,5 6 41-15,1 3 0 0,-2 3 33 0,5 1-8 0,-1 11 282 0,0 4-137 0,1 2-68 0,1 0-34 0,3 8 519 0,0 5-286 0,-1 4-76 0,1 0-87 0,3 4 554 0,0-1-292 0,-2 2-145 0,8 2-12 0,-8-1-72 16,1-3-31-16,-1 2-271 16,2 0 120-16,-2-4 60 0,3 3 39 0,-5-6-783 15,-3-2 402-15,0-5 194 0</inkml:trace>
  <inkml:trace contextRef="#ctx1" brushRef="#br0" timeOffset="37845.91">7488 6834 1240 0,'0'-7'0'0,"0"-3"0"0,0 3 0 0,0 0 0 0,5 2 0 0,6-1 0 0,4 0 612 0,3 2-287 0,3-1-135 16,1-1 268-16,1 5-210 0,1 0-105 0,5 0-330 15,-2-1 113-15,3 2 65 0,-5 0 18 16,-2 0-286 0,-2 0 157-16,-3 2 79 0,-2-1 39 0,-1 0-687 0,-7-1 359 0</inkml:trace>
  <inkml:trace contextRef="#ctx1" brushRef="#br0" timeOffset="38105.96">7673 6520 2149 0,'-11'-3'0'0,"5"3"0"0,2-2 0 0,0 2 0 0,0 0 0 0,4 2 0 0,0 10 0 0,0 5 0 0,4 3 0 0,7 4 0 0,2 6 0 0,-2 3 0 0,5 10 0 0,-3 1 0 0,-1 4 583 16,2 1-273-16,-4 2-136 0,-4-1-68 0,1 3-72 0,-5-9 3 0,-2-5 0 0,0-6-131 0,-2-1 65 15,-7-6 33-15,-2 1 10 0,1-15-59 0,-5-5 41 32,4-5 0-32,-2-2-62 0,-2 0 25 0,4-3 26 0,0-10-26 0,2-3-97 0,1-4 53 0,3 1 36 15,-1-2 5-15,6 3-48 16,0-2 31-16,0 2 0 0,0 1-74 0,9 1 51 0,-1-2 5 0,4 4 9 16,0 2-187-16,0-1 110 15,2 0 55-15,1-1-506 0</inkml:trace>
  <inkml:trace contextRef="#ctx1" brushRef="#br0" timeOffset="38278.32">8001 6699 1403 0,'0'4'0'16,"0"2"0"-16,0-2 0 0,-1 3 0 0,1 0 0 0,-2-1 0 0,2 1 707 0,0 3-336 0,0-3-167 15,3 2-83-15,5 0 15 16,3 2-41-16,0-4-398 0,0 0 169 0,4 0 86 0,-2-1 42 0,3-2-678 15,1 1 362-15,-2-5 171 16</inkml:trace>
  <inkml:trace contextRef="#ctx1" brushRef="#br0" timeOffset="38469.51">8219 6463 775 0,'0'0'0'0,"0"0"0"0,0 1 0 0,0-1 0 0,0 6 0 0,0-1 638 16,0 8-300-16,0 6-151 0,0 8 526 0,3 12-328 15,2 9-180-15,-2 10-83 0,-2 10-43 0,-1 7 0 16,0 2-43-16,-1 8 230 0,-7-12-158 0,-1-3-108 16,-2-7 0-16,1-5 0 0,-3-4 0 0,5 4 0 15,-1-18 0-15,4-1-404 16,3-7-68-16,0-11 241 0,2-3 130 0,0-9-106 16,0-9 98-16</inkml:trace>
  <inkml:trace contextRef="#ctx1" brushRef="#br0" timeOffset="38676.57">8586 6590 2153 0,'5'-17'0'0,"-2"7"0"0,0 3 0 0,0 3 0 0,-2 1 0 0,-1 0 0 0,0 3 0 0,0 0 0 0,-8 0 393 0,-4 12-179 0,-2 3-88 0,-2 2-544 0,0 2 223 0,0 3 115 0,-1 0-745 0,-2 4 415 0</inkml:trace>
  <inkml:trace contextRef="#ctx1" brushRef="#br0" timeOffset="38763.35">8349 6936 907 0,'0'2'0'0,"0"1"0"0,0 1 0 0,0-2 0 0,0 1 0 0,3-3 571 0,6 0-267 0,5 0-124 0,2 0 314 0,6 0-229 0,5-2-114 0,2-5-57 0,1 0-3 15,5-3-18-15,-5 2-10 0,-1-1-26 0,-2 1-336 16,-1 1 168-16,-3 0 84 15,0 0-698-15,-5 4 384 0,-8-2 195 0</inkml:trace>
  <inkml:trace contextRef="#ctx1" brushRef="#br0" timeOffset="39068.93">8558 6751 1698 0,'0'0'0'0,"-1"0"0"0,-2 0 0 0,0 1 0 0,2 6 0 0,1 3 0 0,0 3 324 0,0 5-143 16,7 4-73-16,1 5 436 0,5 6-245 0,-2 2-135 15,-2 4-64-15,0-1 6 0,-1 0-35 0,-2 7 7 16,-1-11-279-16,-1 0 117 0,-2-4 59 0,-2-1 30 16,0-5 1-16,0 2 38 0,0-10-9 0,-3-4-507 15,-5-7 254-15,2-3 127 0,0-2-139 16,-2 0-766-16,2-14 484 0,0-7 238 16,1-2 119-16,-1-4 3 0,-2 1 57 0,2-5 21 15,1 5 8-15,3 3 30 0,-4 3 0 0,3 4 379 16,1 2-189-16,-3 1-105 0,3 9-38 0,0 1 431 15,-1 0-188-15,-1 3-130 0,-1 4 14 0,-1 7 274 16,-2 8-192-16,-1 4-91 0,-1 1-47 0,-1 2 14 16,-1 3-29-16,0-1 8 15,-1-4-303-15,2-1 132 0,0-5 66 0,5-2-637 0,1-7 351 16</inkml:trace>
  <inkml:trace contextRef="#ctx1" brushRef="#br0" timeOffset="39219.64">8633 7063 1787 0,'5'3'0'0,"3"2"0"0,-1 1 0 0,1-1 0 0,2 1 0 0,-2 1 0 0,1-2 0 0,2 5 577 15,0-5-275-15,-4 2-134 0,4 0-69 0,-4-2-285 16,2 2 120-16,-2-2 46 16,-2-4-295-16,3 1 176 0,-4-2 87 0,1 0-850 0</inkml:trace>
  <inkml:trace contextRef="#ctx1" brushRef="#br0" timeOffset="39640.5">8789 6729 1178 0,'0'0'0'0,"0"0"0"0,0 0 0 0,0 0 0 0,0 0 0 0,0 0 0 0,2 0 511 0,0 0-237 0,-1 1-119 0,1 2-60 0,-1 0 99 0,4-1-70 0,-4 0-49 15,2 0-296-15,-2-2 129 16,1 3 64-16,-1-3-122 0,1 0 103 0,-1 0 36 0,-1 0 24 0,0 0-194 15,0-7 107-15,0-2-19 0,2 0 54 0,-2-2-6 16,1-3 19-16,2 1-51 0,1-2 41 0,2-2 349 16,2 2-177-16,1 1-68 15,3 0 346-15,1 4-171 0,2 3-108 0,1-1-28 16,3 4-26-16,-4 1-8 0,1 3-37 0,-4 0 0 31,3 7 0-31,-5 6 9 0,-4 3-8 0,-4 4-1 0,-2 1 0 0,0 1 0 0,-2 0 1 0,-9 2 8 16,-1-4-9-16,-3-3 0 47,0-3 55-47,-2-1-28 0,3-4 1 0,-3 0-205 0,5-6 78 0,-1-1 26 0,5-2 25 0,0 0-104 0,1 0 58 0,3 0 15 93,3-2 7-93,1-4-437 0,0 0 212 0,0-1 113 0,1 3 55 0,1 0 20 0</inkml:trace>
  <inkml:trace contextRef="#ctx1" brushRef="#br0" timeOffset="39730.16">8857 6943 2140 0,'-11'7'0'0,"7"-1"0"0,-3 0 0 0,2-1 0 0,2 5 0 0,1-3 0 0,-1 4 0 0,3 0 409 0,0-2-186 0,0 5-94 0,0-1 242 32,0 1-168-32,0 4-74 0,0-4-51 0,0 1-191 0,0-1 75 0,1 1 37 0,-1 0 0 0,0 1 46 0,0-5-9 0,0-3 1 15,0-4-1804-15</inkml:trace>
  <inkml:trace contextRef="#ctx1" brushRef="#br0" timeOffset="39885.06">8924 7037 1676 0,'0'5'0'0,"0"1"0"0,0 3 0 0,0-1 0 0,0 1 0 0,3 3 410 0,3-3-187 0,2 2-94 0,1 0 434 16,4 3-255-16,0-3-140 0,-1-1-66 0,3 1-322 15,-1-2 129-15,-1 0 63 0,2 0 42 0,-4-6-384 16,4 1 204-16,-6-4 100 15,0 0-912-15</inkml:trace>
  <inkml:trace contextRef="#ctx1" brushRef="#br0" timeOffset="40063.04">9220 6621 1349 0,'1'0'0'0,"3"1"0"0,-1-1 0 0,0 2 0 0,-2 0 0 0,1 1 749 0,0 1-357 0,-1 1-177 15,1 2-81-15,-2 5 304 0,0 1-201 0,0 3-101 16,-2 2-49-16,-3 5-17 16,-2-3-9-16,0 2-688 0,0-1 332 0,3-2 165 15,-2-1 83-15,3-2-893 0,-2-2 462 0</inkml:trace>
  <inkml:trace contextRef="#ctx1" brushRef="#br0" timeOffset="40241.69">9407 6544 1079 0,'6'0'0'0,"2"0"0"0,3 0 0 0,0 1 0 0,1 6 0 16,0-1 589-16,1 4-276 0,2 1-142 0,-2 0 43 0,4 5-82 15,-4-2-54-15,0 1-221 16,-3-1 89-16,-4 2 44 0,-1 1 1 0,-3 5-750 47,-2 1 377-47</inkml:trace>
  <inkml:trace contextRef="#ctx1" brushRef="#br0" timeOffset="40508.19">9372 6979 529 0,'-4'5'0'0,"-2"-1"0"0,5-1 0 0,1 0 0 0,0-3 0 0,0 1 454 16,7-1-214-16,7 0-102 0,6 0-51 0,1 0 393 15,3 0-222-15,5 4-102 0,-3 1-64 0,0 2 142 0,1 3-99 0,-1 4-49 16,3 1 1-16,-10 6-51 16,0-1 0-16,-9 4-152 0,-1 3 76 0,-7 1 37 15,-1 2 10-15,-1-6-153 16,-11-5 90-16,-2-3 46 0,-4-5 24 0,-1-5-562 31,-1-3 205-31,2-3 160 0,3-4 57 0,1-13-271 0,1-5 180 0,3-3 90 16,-2 0-34-16,7-2 67 0,0 4 29 0,1 2 285 31,0 3-127-31,1 3-56 0,-1-1-50 0,1 9 301 0,-2 4-161 0,-2 0-82 0,0 3-41 0,-2 6 785 0,-3 9-375 0,-3 9-167 16,0 2 263-16,-2 4-237 0,-2 3-119 0,0 1-59 15,-7 4-235-15,9-6 83 31,-5 0 46-31,1-3 24 0,2-4 0 0</inkml:trace>
  <inkml:trace contextRef="#ctx1" brushRef="#br0" timeOffset="41641.07">10323 6857 1303 0,'-14'-16'0'0,"4"4"0"0,3 5 0 0,5 0 0 0,2 1 0 0,0-3 0 0,9 1 227 16,7 2-99-16,8 4-46 0,2 0 273 0,5 2-159 16,-1 0-80-16,5 2 60 0,-3 7-74 0,-4 3-32 15,-2 5-1-15,-2 1-63 47,1 5 40-47,-13 2-9 0,-3 3 0 0,-5 3-10 0,-4 1 10 0,-4 3 0 0,-11 3 37 0,-6-4-37 0,-7-3 0 0,-4 1 0 0,-4-6-23 0,3-2 23 16,-3-3 9-16,7-10-9 0,3-4-2 0,4-5 1 93,3-2-2-93,6 0-597 0,1-12 273 0,12-6 144 0,0-10 52 0,8-2-286 0,12-7 158 0,6-1 93 0,7-4-454 0,1 1 278 0</inkml:trace>
  <inkml:trace contextRef="#ctx1" brushRef="#br0" timeOffset="41759.93">10708 6691 1826 0,'1'-12'0'0,"-1"8"0"0,0-1 0 0,0 2 0 0,0 3 0 0,0 0 0 0,-4 4 0 0,-7 13 221 0,1 8-92 0,-1 4-46 0,2 4 0 0,0 5-46 0,3 2 10 0,3-5 972 0,3 1-533 0,0-1-486 0,1 1 0 0,10-3 0 0,9 1 0 0,6-8 0 0,0-4 0 0,8-5 0 0,2-3 0 0,1-6 0 0,5 2-554 0,-3-10 191 0,-1 0 172 0,-3-2-840 15,-3-8 498-15</inkml:trace>
  <inkml:trace contextRef="#ctx1" brushRef="#br0" timeOffset="41941.9">11355 6297 2476 0,'0'-5'0'0,"-7"0"0"0,2 1 0 0,-2 3 0 0,-1-1 0 0,-1 2 0 0,-4 0 0 0,2 3 409 0,-5 9-185 0,-2 2-94 0,-2 5 51 0,-4 1-63 16,2 2-45-16,1-2 0 15,-1 1-36-15,3-1 0 0,1 1 1 0,-4-1-1096 0,8-4 542 0,2 1 274 16</inkml:trace>
  <inkml:trace contextRef="#ctx1" brushRef="#br0" timeOffset="42086.29">10980 6582 1462 0,'-1'0'0'16,"-1"0"0"-16,2 0 0 0,-1 3 0 0,1-3 0 0,0 2 0 16,1-1 0-16,13-1 582 0,7 0-272 0,3 0-128 0,8 0 190 0,0 0-167 0,4 0-85 0,0-1-41 0,5-1-379 0,-4-1 164 31,-4 2 87-31,-4 1 43 0,-2 0 0 0,-7 0 43 16</inkml:trace>
  <inkml:trace contextRef="#ctx1" brushRef="#br0" timeOffset="42257.07">11060 6795 883 0,'-16'0'0'0,"7"0"0"0,2 0 0 0,2 0 0 0,5 0 0 0,0 0 506 15,1 0-225-15,16 0-127 0,6 0 373 0,4 0-245 16,4 0-123-16,1 0-61 16,3 0 57-16,-3-2-64 0,-3 1-26 0,0-1-508 0,-3 0 241 0,0 0 119 46,1 2 70-46,-6-2-320 0,-5 2 185 0,-1 0 93 0,-5 0 46 0</inkml:trace>
  <inkml:trace contextRef="#ctx1" brushRef="#br0" timeOffset="42440.61">11286 6497 1203 0,'0'3'0'0,"-3"0"0"0,-1-1 0 0,-4 5 0 0,1 1 0 0,0 6 0 0,-2 1 553 0,-2 7-258 0,-3 4-129 15,-2 10 267-15,-4 5-198 0,-3 8-90 0,-3-1-58 0,-1 6-22 0,0-2-28 0,-2 0 0 0,2-2 0 0,-5 2-157 16,12-17 74-16,1-6 42 16,4-7-643-16,8-7 342 0,5-6 171 0,2-4-790 15</inkml:trace>
  <inkml:trace contextRef="#ctx1" brushRef="#br0" timeOffset="42654.84">11124 7003 1392 0,'3'4'0'0,"0"0"0"0,0 2 0 0,0 2 0 0,3 2 0 0,-4-3 0 0,0 4 0 0,1 2 520 0,0 1-241 16,0 3-112 15,0-1-69-31,1-1-42 0,-2-1-19 0,0 0 0 0,1-2 0 0,0 1-521 0,0-5 256 0,-1-4 133 0,1 0-261 0,-1-4 197 94,-1 0 97-94,-1 0-537 0</inkml:trace>
  <inkml:trace contextRef="#ctx1" brushRef="#br0" timeOffset="42783.5">11154 6988 1042 0,'0'-11'0'0,"1"-4"0"0,2 6 0 0,-2 1 0 0,4-1 0 0,0 5 0 0,1 1 137 0,4-2-40 0,2 3 326 0,1 2-193 0,4 0-97 0,0 0-48 0,2 7 264 0,2 5-147 0,-3 3-87 78,0 4-40-78,1 1 212 0,-2 6-125 0,-1 0-63 0,-1 4-21 0,-4-4 100 0,1 0-71 0,-5 2-35 0,1-2-78 0,-1 1 43 0,0-2-8 0,-4-3-29 0,-2-4 0 0,1-2 0 0,-1-5 0 0,2-2-919 0,-3-2 371 0,0-5 200 0,0-2 158 0,0 0-517 0</inkml:trace>
  <inkml:trace contextRef="#ctx1" brushRef="#br0" timeOffset="43073.79">11228 7110 1326 0,'-14'0'0'0,"3"0"0"0,3 0 0 0,2 0 0 0,0 0 0 0,3 0 0 0,3 0 328 0,0 0-145 0,1 0-74 0,9 0-89 0,2 0 16 0,5 0 8 0,-4 1-197 15,2 1 95-15,0-2 47 0,1 2 24 0,-4 0-531 0,-1 2 264 0,-1 2 129 16,-3-2 66-16,-3 1-312 16,0 1 167-16,-1-1 74 0,-2 2 52 0,-1-2 132 15,0-1-46-15,0 3 1 0,-1-2 286 0,-2 1-175 16,-4-1-73-16,3-2 315 0,-1 0-192 0,0 0-56 16,2 1-59-16,2 1 132 0,1-2-80 0,0 1-29 15,0 1 1-15,0-1-17 0,0 0-25 0,0 6 9 16,1-6-9-16,1 4-89 0,2-1 44 0,-1 1 1 15,0 1-161-15,-2-2 112 0,0 1 41 0,1 0-322 32,-2-5 170-32,0 3 57 0,0-2 50 0,0-2-162 31,1-2 92-31,1 0 47 0,3-4 23 0</inkml:trace>
  <inkml:trace contextRef="#ctx1" brushRef="#br0" timeOffset="43225.53">11750 6449 1060 0,'10'-24'0'16,"-3"8"0"-16,-2 7 0 0,-2 8 0 0,-3-1 0 0,0 2 0 0,-6 10 674 0,-7 11-319 0,-4 3-158 16,-1 5 154-16,-4 4-147 0,4-2-89 0,-1 2-39 15,0 0-100-15,0 1 30 0,-1 0 0 0,0 7-443 16,2-10 232-16,4 0 121 16,2-3 61-16,4-4-353 0,3-1 206 0,5-15 95 15,0-3-91-15</inkml:trace>
  <inkml:trace contextRef="#ctx1" brushRef="#br0" timeOffset="43362.82">11609 6778 1113 0,'1'0'0'0,"3"0"0"0,0 4 0 0,0 0 0 0,-2 5 0 0,3 3 0 0,1 4 559 31,2 6-253-31,-4 3-140 0,3 2-66 0,-2 5 135 0,-1 4-100 0,1-1-51 16,-2 5 28-16,1-6-43 0,-2-4-1 0,2-2-536 0,-2-4 251 0,1-6 127 16,1 0 71-16,0-11-761 0,0-6 397 0</inkml:trace>
  <inkml:trace contextRef="#ctx1" brushRef="#br0" timeOffset="43826.45">11890 6541 874 0,'5'-12'0'0,"-2"0"0"0,2 7 0 0,-2 1 0 0,0 4 0 0,-3 0 25 16,0 7 0-16,-4 7-22 0,-6 2 466 0,1 2-221 0,-4 0-105 0,2 1 22 15,-2 1-65-15,0-2-22 47,3-3-10-47,0-1-5 16,2-2-1-16,2-3-25 0,1-1-1 0,-3 2 51 0,7-5-50 0,1-1-1 0,0-4 0 0,1 0-9 0,13 0 9 0,0 0 10 0,5-5-86 0,3-6 39 0,0 3-1 0,1-4-295 15,0 1 156-15,2 0 65 0,-4 1 42 16,-1 1-538-16,-3 0 268 0,-2 2 133 0,-2 1 68 0,-2-1-296 16,-5 2 186-16,-4 1 88 46,-2 0 45-46,0 3-10 0,-3-4 37 0,-6 5 53 0,-6-2 0 0,1 2 0 0,-1 0 0 0,2 0 91 0,-1 0-82 0,3 2-31 0,2 4 8 0,0 4 405 0,2 4-210 16,3 1-39-16,1 3-73 0,2 8 484 16,1 1-263-16,0 7-126 0,0 8-65 0,0 4 318 15,1 7-190-15,0 9-86 0,4-6 55 0,0 1-80 16,-2-6-39-16,2 1-105 0,-5-7 32 0,4 0 10 16,-3-12 22-16,1-11-502 0,-1-3 252 0,-1-10 124 15,0-6 64-15,0-3-744 94,0-2 378-94,0-18 134 0</inkml:trace>
  <inkml:trace contextRef="#ctx1" brushRef="#br0" timeOffset="43876.14">11961 6854 1399 0,'3'-13'0'0,"1"4"0"0,1-1 0 0,7 1 0 0,-4 1 0 0,6 2 270 0,3-3-108 0,-3 5-67 0,4 0 210 0,0 3-134 0,0-2-68 0,-1 2-476 0,3 1 213 0,-6 0 94 0,2 0 51 0,-7 5-409 0,0 5 222 0</inkml:trace>
  <inkml:trace contextRef="#ctx1" brushRef="#br0" timeOffset="43999.26">12059 6938 1166 0,'-10'2'0'0,"2"1"0"0,1-1 0 0,2 0 0 0,2 1 0 0,3 0 0 0,0 0 0 0,0-1 143 16,0 2-53-16,7-2-27 15,6-1-116-15,3 1 44 0,-2-2 10 0,2 0 35 0,1 0-405 0,-2 0 198 16,2-2 99-16</inkml:trace>
  <inkml:trace contextRef="#ctx1" brushRef="#br0" timeOffset="44182.41">12492 6283 1196 0,'1'-9'0'0,"1"-2"0"0,-1 2 0 0,4 1 0 0,0 5 246 0,0-1-104 0,-1 2-53 16,1 2 497-16,1 0-265 15,-3 0-147-15,0 9-69 0,-1 4 110 0,-2 2-89 16,0 2-45-16,0 1-511 0,-3-3 229 0,-2 2 118 16,-2 1 60-16,0-2-802 15,1 1 412-15,0 2 204 0</inkml:trace>
  <inkml:trace contextRef="#ctx1" brushRef="#br0" timeOffset="44904.76">12380 6433 1007 0,'0'1'0'0,"0"-1"0"0,0 4 0 0,-2-2 0 0,0 0 0 0,1 1 0 0,1 0 271 0,0 1-117 0,0 1-58 0,0-3 37 0,1 3-39 16,3 0-34-16,6-4 1 0,-1 1-301 0,3-2 139 16,3 0 68-16,4 0-522 15,1-2 277-15,1-4 139 0,2-6 69 0,4-3-178 16,-1 0 124-16,4-3 36 0,-3 1 88 0,-4 3 0 16,-2 0 0-16,0 3 0 0,-4 1 0 0,-4 3 137 15,-6 4-105-15,-2 1-34 0,-5 2 462 0,0 0-243 16,-5 5-52-16,-11 9 304 15,-5 4-217-15,-3 1-108 0,-2 3-53 0,1 2-98 16,-3 5 10-16,3-2 33 0,0 0 0 0,-2 0-259 16,-1 1 129-16,0 2 65 0,-1 3-118 0,4-7 81 15,6-2 49-15,2 0-26 0,4-3 43 0,4-5-49 16,0 3-4-16,7-9 101 0,2-4-35 0,0-3-26 16,0 0-15-16,0-3 59 0,3 0-28 0,2 0 31 31,0-3-45-31,2-4-189 0,-1-2 94 0,-4-1 58 0,3-2-295 0,-3 1 153 0,1 0 77 0,-2-1 37 15,1 1 0-15,1-2 0 94,-1 1 30-94,0 3 157 0,1-2-74 0,1 1-37 0,2 3 0 0,0-2 379 0,5-1-217 0,0 2-76 0,1-1-59 0,2 2 419 0,2 2-210 0,4-1-76 0,4 0-55 0,0 4-39 0,-3 1 1 0,2 1-31 0,1 0-132 0,-4 0 67 0,2 3 41 0,-7 3-111 0,-2 3 67 0,-5 0 34 0,-5 1 1 0,-3 0-208 31,0 2 116-31,-2-3-5 0,-10 3 47 0,-5-1-156 0,-1-2 87 0,-3 0 15 32,2 0 4-32,-1-1 30 0,-1 0 0 0,2-1 30 0,0-2-113 0,-1 3 47 15,7-3 39-15,-1 2 2 0,4-3 26 0,1 3 0 16,4-2-1-16,-3 2 105 0,6 0-48 0,0-2-28 0,2 2 0 0,0 1 197 16,0-1-109-16,-2 2-45 31,2-1 186-31,-1-1-110 0,-1 3-53 0,1-3 8 0,-1 0-11 0,-1 1 5 0,1-3-6 0,-3 2-81 15,2-4 31-15,-2 3 4 0,1-6 29 0,2 5-153 0,-2-5 55 0,1 0 41 32,1 0-7-32,1 0 9 93,-1 0 0-93,0 0-12 0,2 0 192 0,0 0-79 0,0 0-40 0,0 0-1 0,2-5-26 0,6 0-8 0,2-1 40 0,3 0-57 0,0-2 44 0,2-1-6 0,1 1 21 0,4-3-157 0,-4 4 67 0,3-1 32 0,-3 1-12 0,-1 0-248 0,0 3 108 0,-1-2 71 0,-3 3-130 0,-3 2 91 0,-3 1 46 0,-4 0 23 16,-1 0-31-16,0 8 18 0,-1 3 9 0</inkml:trace>
  <inkml:trace contextRef="#ctx1" brushRef="#br0" timeOffset="45174.28">12360 7035 781 0,'0'13'0'0,"-4"5"0"0,1-4 0 0,1 1 0 0,-1-3 0 0,0 1 166 0,2-2-66 0,-2 3-22 0,3-7 181 16,-3-2-112-16,3 1-55 0,0-4-28 0,0 1-43 15,0-2 25-15,0-1-10 0,0 0-90 0,0 0 45 16,0-1 1-16,0-6 44 16,0-5-143-16,3-1 67 0,4-3 38 0,1-1-114 15,5 0 51-15,1 0 43 0,2-4-22 0,2 5-7 16,2 1 3-16,-1 2-1 0,3 1-1 0,1 2 83 16,4 1-14-16,-4 3-39 15,1 4 96-15,0 1-44 0,-3 1-14 0,-2 0 0 0,2 3 63 0,-4 7-39 16,-7 1-5-16,-1 0-37 31,-6 1 18-31,-1 2-6 0,-2-2 16 0,0-1-218 0,-5-2 95 0,-4-3 49 0,-5 0 18 0,0-4 0 16,-1-2-1-16,0 0 26 0,1 0-539 0</inkml:trace>
  <inkml:trace contextRef="#ctx1" brushRef="#br0" timeOffset="45309.84">12496 6920 744 0,'-7'-4'0'0,"2"-1"0"16,1 0 0-16,-1 1 0 0,3 2 0 0,1 2 398 0,1 0-186 0,0 16-87 0,0 4 154 0,0 3-121 0,3 7-61 0,3 5-21 15,0 0 264-15,2 1-152 0,1 1-76 0,-4 3-159 16,1-1 41-16,3 4 9 16,-4-8 33-16,2-1-578 0,-2-5 289 0,1-4 145 15,-2-2 72-15</inkml:trace>
  <inkml:trace contextRef="#ctx1" brushRef="#br0" timeOffset="45477.45">12953 6475 2433 0,'0'0'0'0,"2"-3"0"0,2 1 0 0,4-2 0 0,0 2 0 0,3 1-388 16,-3 1 176-16,1 0 89 0,0 0 44 0,1 6 26 16,-1 0 18-16,3 1 0 0,-1 1-510 0,5-2 254 15</inkml:trace>
  <inkml:trace contextRef="#ctx1" brushRef="#br0" timeOffset="45702.43">13344 6366 862 0,'0'0'0'0,"0"0"0"0,0 0 0 0,0 1 0 0,0 2 0 0,-7 4 0 0,-8 3 0 0,-6 3 37 0,-7 8-2 0,-7 3 0 0,-5 5 27 0,-10 4-18 0,3-2-9 0,-3-1 0 0,2-1-119 0,0-4 60 0,7-3 29 0,4-4 9 0,18-12 12 16,9-4 4-16,8-2 0 0,2 0 111 0,2-2-76 0,8-4 5 0,7-4 116 15,5 2-75-15,4 0-39 16,4 1 1-16,1-1 1 0,7-1 9 0,-4 3-48 16,2-1 0-16,3 1-108 0,-2 0 55 0,1-2 26 15,4 0 9-15,-8 3-335 0,-6 2 177 0,0-2 61 16,-3 0-480-16,-6 1 241 0</inkml:trace>
  <inkml:trace contextRef="#ctx1" brushRef="#br0" timeOffset="45930.24">13143 6291 1118 0,'-3'0'0'0,"3"2"0"0,0 3 0 0,0 6 0 0,0 6 128 0,2 7-49 0,2 13-16 16,5 4-8-16,-2 12 465 93,1 4-243-93,-2 2-121 0,-1 1 347 0,-2 4-226 0,0-15-125 0,-1-2-59 0,0-6-29 0,1-7 1 0,-3-4-30 0,0 1-723 0,0-17 357 0,0-4 183 0,0-5 92 0,0-5-716 0,0 0 343 0,0 0 201 0,0-18 59 0</inkml:trace>
  <inkml:trace contextRef="#ctx1" brushRef="#br0" timeOffset="46041.3">13165 6691 1289 0,'-9'-5'0'0,"1"1"0"0,0 4 0 0,0 0 0 0,-1 0 0 0,-2 0 0 0,0 4 0 0,-1 9 209 0,-2 1-86 31,0 3-45-31,0 4 115 0,-3-1-70 0,2 1-49 0,3-1-357 16,3-3 158-16,1-1 80 0,1-3 40 0,2-1-636 0</inkml:trace>
  <inkml:trace contextRef="#ctx1" brushRef="#br0" timeOffset="46152.4">13214 6762 798 0,'10'6'0'0,"3"0"0"0,4 2 0 0,0-4 0 0,-2 3 0 0,3-1 0 0,2-2 0 0,-2 2 364 0,3 0-156 0,-2-4-91 0,-4 1-41 0,1-1-309 0,-4-2 124 0,-1 0 62 0</inkml:trace>
  <inkml:trace contextRef="#ctx1" brushRef="#br0" timeOffset="46774.92">13204 6882 970 0,'0'6'0'0,"0"1"0"0,0 0 0 0,0 2 0 0,3 0 0 0,5 0 7 0,1 3-11 0,1 3-1 15,-1-1 0-15,2-2 373 0,0 6-159 16,-2-4-91-16,2 0-42 0,-3-2-122 16,0-2 40-16,-1-1 0 0,-1 3-139 0,-2-9 85 15,-1 1 47-15,0-2-97 0,0-2 65 0,-2 0 33 16,-1 0 6-16,0 0-143 16,0-6 74-16,0 1-3 0,0-1 32 0,-4 2 50 0,-2 2 8 0,-2 1-70 15,-1-2 24-15,-1 3 189 16,-2 0-88-16,-1 0-35 0,1 6 146 0,-4 0-75 0,4 3-49 0,-4-1 43 15,2 1-39-15,-3-1 12 16,6-1-6-16,-1 0-20 0,2-5-10 0,2 3 1 16,2-5-1-16,0 0-71 0,6 0 32 0,0-10-1 15,5-7 41-15,9-5-137 0,6-4 62 0,2-4 21 16,6-3-124-16,3-2 64 0,5-5 40 0,1-3-34 31,4-4 31-15,7-11-18-16,-3 2 44 0,4-3 0 0,-4-4-5 0,0-1-15 0,-6 4 12 0,3-4 37 0,-17 21 5 0,-5 8-40 0,-7 8 0 0,-4 12 265 15,-6 5-125-15,-3 8-52 16,0 2 384-16,-5 0-193 16,-7 13-112-16,1 4 183 0,-1 1-147 0,2 7-65 0,4-2-45 0,1 4 98 15,4 2-68-15,1 0-33 78,0 3 0-78,0 5 138 16,1-7-89-16,10 2-42 0,-4 1-73 0,4-1-2 0,-1 5 0 0,0 6 0 0,-1-4 0 0,-4-1 0 0,-4 3 0 0,2 4 0 0,-3-2 0 0,-3 10 0 0,-11-13 0 0,0 2 0 0,-3-6 0 0,0-3 0 0,-5 2 0 0,4-16 0 0,-1-4 0 0,0-8 0 0,2-1 0 0,-2-6 0 16,1 0 0-16,4-3-14 31,2-9-270-31,0-2 133 0,3-4 54 0,2-3-75 0,0 0 61 0,7-1 42 0,0 1 0 0,0 2 89 16,3 5-27-16,4 0 0 0,3 0-36 0,1 8 77 0,3 4-34 0,2 2 0 15,4 0-35-15,0 0 129 16,5 8-61-16,0 4-29 0,2 1 67 0,2 2-40 0,4-1 7 0,5 4-680 15,2 3 300-15,-3-4 160 16,0-2 69-16</inkml:trace>
  <inkml:trace contextRef="#ctx1" brushRef="#br0" timeOffset="46981.54">14420 7165 3406 0,'-24'0'0'0,"11"0"0"0,6 0 0 0,7 3 0 0,1-3 0 0,12 0-169 0,2-9 110 0,0-1 42 0,-3 0-1115 0,-3 2 559 0,-7-1 281 0</inkml:trace>
  <inkml:trace contextRef="#ctx1" brushRef="#br0" timeOffset="48259.36">16082 6596 1870 0,'-7'-23'0'0,"1"3"0"0,-3 1 0 0,1-1 0 0,0 6 0 0,-2 7 0 0,-1 0 0 0,0 3 0 0,-5 3 280 0,4 1-126 0,-4 5-58 0,4 12 160 0,-2 3-109 16,4 6-54-16,-2 3 221 0,8 2-142 0,2 5-68 15,2 4-32-15,0 3 141 0,0 3-87 0,5 8-92 16,4-5-34-16,0 6 0 0,2 2 0 0,1 4 0 15,-1 4 0-15,-1 10 0 16,-1-8 0-16,-3-4 0 0,-4 0 0 0,-1-3 0 31,-1-4 0-31,0 3 0 0,-3-18 0 0,-6-5 0 0,-4-7 0 0,-4-4 0 0,-1-7 0 0,-2-1 0 16,4-12 0-16,-3-5 0 16,2 0 0-16,-2-7 0 0,5-7 0 0,0-1 0 15,5-4 0-15,4-2 0 0,2-3-590 0,3-1 222 16,0-6 166-16,1-3-635 0,11 2 404 0,4 3 197 15,5 0 99-15</inkml:trace>
  <inkml:trace contextRef="#ctx1" brushRef="#br0" timeOffset="48506.99">16199 7318 2714 0,'8'9'-1'0,"0"0"0"0,1 7 1 0,-2 0 0 0,-2 5 0 0,2 1 0 0,-1 3 0 0,0 0 0 0,3 4 0 0,-1-5 0 0,3-2 274 0,1-2-118 0,3-4-59 0,3-1-20 0,-2-8 19 31,4-5-29-31,-1-2 0 0,0 0-246 0,-1-11 108 0,1-7 64 0,-7-1-204 16,-4-4 124-16,-3 0 62 0,-3-1 30 0,-2 0 0 16,0-1-2-16,-8 7-6 0,-5-1-145 0,-4 4 82 15,1-1 6-15,-4 5-1 0,0 1-22 0,3 5 369 16,-4 3-139-16,4 2-80 0,0 0 86 0,0 0-70 31,3 3 7-31,7 6-372 0,-1-2 160 0,4 1 71 16,4-2 45-16,0 3-675 0,0-5 305 0,5 0 177 0,9-4 64 0,0 0-538 0</inkml:trace>
  <inkml:trace contextRef="#ctx1" brushRef="#br0" timeOffset="48790.43">16436 6474 1530 0,'6'-26'0'0,"-2"6"0"0,6 1 0 0,4 5 0 0,2 0 0 0,0 8 0 0,0 5 304 0,3 1-134 0,-2 0-67 0,2 8 171 0,-7 7-123 0,1 1-58 0,-7 5-28 0,-1 2-62 0,-4 2-1 0,-1 5 44 16,-1-4-10-16,-14-1-99 0,-1 0 49 0,-5-2 26 15,1-1 29-15,-3 0 4 0,0-7-8 0,2-3 87 16,1 1-44-16,0-5-2 0,2-1-42 0,1-1 151 47,8-2-80-47,1-4-35 0,6 0 0 0,2 0-30 0,2 0-5 0,12-2 8 0,11-5-8 0,4-1-208 0,4-1 103 0,3 0 53 15,3 3-255-15,5-2 139 0,-4 2 76 0,4 3-946 16,-2-1 482-16</inkml:trace>
  <inkml:trace contextRef="#ctx1" brushRef="#br0" timeOffset="49109.74">16972 7007 1230 0,'-13'0'0'0,"-1"-3"0"0,3-2 0 0,3 0 0 0,-2-5 0 0,8 3 487 0,2-5-224 0,0 0-114 16,7-1-56-16,9-3 272 0,8 3-155 0,0 2-91 0,1 6-41 0,5-2 10 15,0 7-25-15</inkml:trace>
  <inkml:trace contextRef="#ctx1" brushRef="#br0" timeOffset="49146.65">17098 6888 3207 0,'31'0'-103'0,"-8"14"66"0,-1 4 36 0,-7 5-160 0,-1 4 99 0,-6 7 50 0,-3 2 33 0,-5 2-9 0,-2-1 25 0,-10 0-44 0,-7-2 0 0,-4-1 4 0,-4 3 1 0,0-10-48 0,-2-6 40 0,-2-3 247 0,0-7-115 0,1-3-48 0,-3-4 1 0,7-4-14 0,3 0 0 0,3-9-405 0,6-5 181 0,5-2 100 0,3-3 51 0,6 0-346 0,3-5 180 0,10 2 63 0,6-3 54 0,3-2-728 0</inkml:trace>
  <inkml:trace contextRef="#ctx1" brushRef="#br0" timeOffset="49286.83">17276 6877 1744 0,'0'-4'0'0,"0"-1"0"0,0 1 0 0,0 1 0 0,0 1 0 0,-1 2 0 0,-4 0 0 0,-3 11 0 0,-1 7 858 0,0 5-410 0,1 4-206 16,0 8 397-16,4-2-639 0,4 6 0 0,0-4 0 46,1 5 0-46,15 3 0 0,5-7 0 0,6-4 0 0,6 0 0 0,3-6 0 0,4-7 0 0,7-3 0 0,-7-12 0 0,0-4 0 0,-1 0 0 0,-4-10-760 16,-5-4 238-16,2-5 233 0,-16-1-538 0,0 1 395 16</inkml:trace>
  <inkml:trace contextRef="#ctx1" brushRef="#br0" timeOffset="50124.48">17532 6590 1836 0,'-7'-15'0'0,"5"4"0"0,0 2 0 0,2-5 0 0,0 5 0 0,0 0 0 0,2 3 0 0,8 1 0 0,3 0 0 0,4 2 231 0,-1 3-102 0,2 0-47 0,1 0 113 0,-2 4-80 0,1 8-39 0,0 2-1 16,-4 1-39-16,-4 4 0 16,-4 1 0-16,-5 3-74 0,-1-1 36 0,0 3 10 0,-3-4 28 0,-9-1-23 15,-5 1-1-15,-2-3 24 0,2-4 74 0,-3 3-28 16,1-8-13-16,0-1-34 0,2-2 102 0,3 0-50 16,3-5-26-16,-1 2 17 15,7-3-8-15,3 0-34 0,2 0 0 0,0 0-48 16,12 0 23-16,4-2 10 0,3 0 15 0,3-3-191 15,3 4 95-15,0-1 48 0,0 0 12 0,1 0-570 16,-4 2 244-16,1 0 152 94,-1 0-606-94,-1 0 371 0</inkml:trace>
  <inkml:trace contextRef="#ctx1" brushRef="#br0" timeOffset="50258.9">17995 6781 1905 0,'0'1'0'0,"0"3"0"0,0 0 0 0,0 1 0 0,0 3 0 0,0 1 0 0,0 2 370 0,6 2-158 0,5 0 171 16,3 2-173-16,0-1-88 0,3 3-43 0,1-3-204 16,2 1 88-16,-2-1 32 15,0-2 0-15,-1-3-242 16,-5 2 141-16,2-4 71 0,-1 2-721 0,-7-4 378 0,1-4 189 0,-3-1 93 15</inkml:trace>
  <inkml:trace contextRef="#ctx1" brushRef="#br0" timeOffset="50506.87">18318 6597 1010 0,'1'-7'0'0,"-1"2"0"0,3-1 0 0,-3 2 0 0,0 4 0 16,0 0 665-16,0 0-319 0,0 7-155 0,-3 14-79 0,-5 7 481 15,-3 8-279-15,-2 10-130 0,-3 9 127 0,-4 6-138 16,-4 14-141-16,-1 10-32 0,-3 8 0 0,-5 12 0 16,5-13 0-16,3-3 0 15,4-7 0 1,5-7 0-16,2-8 0 0,3-3 0 0,6-24 0 0,-1-9 0 0,2-5 0 0,-1-2 0 16,-1-6-8-16,-2 2-104 0,0-11-219 0,2-2 153 15,0-2 51-15,-1-1-183 0,2-4 137 0,1 2 61 16,-2-2 42-16,1 0-772 15</inkml:trace>
  <inkml:trace contextRef="#ctx1" brushRef="#br0" timeOffset="51228.22">18655 7069 1235 0,'0'0'0'0,"-5"0"0"0,5 0 0 0,0 0 0 0,0 0 0 0,1 0 0 0,11 2 0 0,6 1 376 0,3 3-174 0,6-3-83 0,2 0 176 0,3-3-129 0,0 0-64 0,4 0-17 15,-1 0-48-15,-4 0 1 0,0-4-1 0,-4-4-95 16,-1-4 47-16,-3-2 34 16,-9 1-9-16,-5-4-115 0,-6-1 70 0,-3 0 34 15,0-2 0-15,-4-4-16 0,-12 4-34 0,-4 1 33 16,0 1-61-16,-5 2 37 94,0 3-8-94,-5-2 186 0,2 10-76 0,0 2-34 0,-4 3 5 0,2 0 186 0,-1 12-95 0,-4 8-49 0,8 7-12 0,0 7 1 0,8 6-6 0,4 1 0 0,7 3 5 0,3 4 295 0,5-7-165 15,10-2-129-15,14 2-66 0,8-4 0 0,5-5 0 0,10 0 0 0,-2-14 0 0,3-3 0 0,-1-7 0 0,1-5 0 0,-1-3-101 0,5 0 28 0,-15-7 50 0,0-7-754 16,-6-8 338-16,-3 0 200 0,-4-2 101 0,1-3-570 31,-6 0 340-31,-5-1 165 0</inkml:trace>
  <inkml:trace contextRef="#ctx1" brushRef="#br0" timeOffset="51513.7">19182 6493 1438 0,'0'-11'0'0,"0"3"0"0,0 3 0 0,2-1 0 0,6 0 0 0,9 6 0 0,0 0 0 0,6 0 525 0,1 0-243 0,2 9-123 0,2 1-52 0,-6 4 145 0,-2 3-107 0,-4-1-54 0,-4 2-8 0,-6 2-1 0,-5 4-35 0,-1-3-45 0,-5 0 0 0,-15 2 35 0,-2-3 1 0,-5 1-129 16,-2-2 74-16,-2-8 22 0,2-2 0 0,0-3-251 16,1-2 138-16,3-4 18 0,0 0 54 0,11 0-464 15,2-2 231-15,5-9 116 16,7-7-333-16,0-5 225 0,9-1 102 0,10-2-125 16,5-3 123-16,2-3 62 46</inkml:trace>
  <inkml:trace contextRef="#ctx1" brushRef="#br0" timeOffset="51635.97">19397 6379 1172 0,'6'-12'0'0,"-1"8"0"0,-1-2 0 0,-2 5 0 0,0 1 0 0,-2 0 345 0,0 14-158 0,-6 2 266 0,-2 5-208 0,0 3-104 78,-1 2-51-78,4 1 515 0,1-3-289 0,2 0-139 0,2-1-70 0,0 0-14 0,0-1-93 0,6 4 0 0,10-7 0 0,0-1-14 0,5-2-154 0,2-3 102 0,4-3-812 0,4-1 467 0,-3-7 219 0,0-2-886 0</inkml:trace>
  <inkml:trace contextRef="#ctx1" brushRef="#br0" timeOffset="51785.56">19668 6438 868 0,'0'-1'0'0,"0"-5"0"0,-3 3 0 0,2 3-1 0,1-3 0 0,0 1 0 0,0 2 749 0,3 0-356 0,8 0-169 0,3 5-98 0,1 4 338 0,2-1-213 0,1 1-106 0,0 1-332 0,1 0 121 0,-3 2 48 0,-1-2-672 0,-2-1 363 0,-1 1 183 0,-2-2 91 0,2 1-771 0</inkml:trace>
  <inkml:trace contextRef="#ctx1" brushRef="#br0" timeOffset="51929.06">19938 6304 802 0,'-3'0'-1'0,"-2"0"1"16,1 0 0-16,-1 0 0 0,0 6 321 0,-1 10-133 0,1 3-80 0,-1 6-36 0,-5 9 580 0,2 7-308 0,-7 7-154 0,0 11 235 0,-2-2-199 0,-1 2-95 0,-4 2-48 0,3-2-23 0,1-1-1 0,-5 3-14 0,4-12-9 0,0-5-1 0</inkml:trace>
  <inkml:trace contextRef="#ctx1" brushRef="#br0" timeOffset="52539.37">20370 6895 773 0,'-19'-11'0'0,"2"2"0"0,-2 2 0 0,-4-3 0 0,5 5 0 0,0 1 0 0,-3 4 0 0,1 0 360 15,-1 0-161-15,-6 14-73 16,8 5 8-16,-1 6-50 0,4 6-23 0,1 1 65 0,5 7-45 0,1 0 9 16,9-5-54-16,0-1 57 0,8-6-28 0,8-1-1 47,5-7-28-47,4-2-45 0,-1-10 19 0,2-7-1 0,2 0 27 0,-1-4-107 0,-1-14 53 0,2-3 37 0,-5-8-293 0,-3-3 132 15,1-4 77-15,-2 0-136 0,-3-4 95 0,4-2 13 16,-8 0 39-16,2-1-102 0,-4-5 60 0,-4-3 29 15,3-9-8-15,-9 6 147 0,3-1-54 16,-3 4-27-16,0 2 0 0,0 6 182 0,-3 3-114 0,-5 22-40 16,1 11 394-16,-1 5-184 0,-3 2-111 0,3 19 134 15,2 6-98-15,1 10-64 16,2 4-27-16,3 8 233 0,0 2-130 0,0 5-65 16,8 9-23-16,1-9 202 15,2-1-122-15,-1 0-61 0,4-5-30 0,1 0-85 0,3 4 36 0,0-18-9 16,0-2-563-16,-2-7 295 0,3-9 147 0,-5-6-382 47,3-4 257-47,-6-6 53 0</inkml:trace>
  <inkml:trace contextRef="#ctx1" brushRef="#br0" timeOffset="52662.04">20698 6710 1280 0,'0'-4'0'0,"-1"1"0"0,1 2 0 0,0-2 0 0,0 3 0 0,0 0 0 0,3 0 707 0,5 11-335 0,7 0-169 0,-1 2-83 0,5 3 135 0,-2 0-101 0,2 0-63 0,1 1-461 0,-1 1 202 16,1-1 103-16,2 2-890 0,-5-4 466 0</inkml:trace>
  <inkml:trace contextRef="#ctx1" brushRef="#br0" timeOffset="52835.18">21069 6523 1138 0,'-5'-6'0'0,"-1"6"0"0,-1-2 0 0,0 2 0 0,-1 14 397 0,-3 15-180 0,-2 12-91 16,-4 17 708-16,-5 14-390 0,-6 16-209 0,-5 13-99 16,-3 12 268-16,-4 1-404 0,1-1 0 0,-4 6 0 47,10-25 0-47,-2-9 0 0,7-6 0 0,-2-7-713 0,2 4 164 0</inkml:trace>
  <inkml:trace contextRef="#ctx1" brushRef="#br0" timeOffset="58697.69">17625 7940 1332 0,'-20'-3'0'0,"-3"0"0"0,12 1 0 0,0 1 0 0,7 1 0 0,2 0 285 0,2 0-123 0,0 0 115 62,0 0-124-62,10 6-56 0,8 0-29 0,5 3 286 0,5 0-157 0,7 0-68 0,1-1-49 16,4-4 236-16,2 0-137 0,3-1-70 0,5-2 84 0,5-1-193 0,-10 0 0 0,2 0 0 0,-4 0 0 0,-1 0 0 0,-7 0 0 0,0 0 0 0,-14 0 0 0,-10 0 0 15,-5 0 0-15,-4 0 0 47,-2 0 0-47,0 0 0 0,0 0 0 0,-8 0 0 0,-2 0 0 0,0 0 0 0,2 0 0 0,1 0 0 0,3 0 0 0,4 0 0 0,0 0-593 0,12 0-108 16,15 0 320-16</inkml:trace>
  <inkml:trace contextRef="#ctx1" brushRef="#br0" timeOffset="59162.72">18944 7807 936 0,'-13'-4'0'0,"-2"1"0"0,1 0 0 0,-2 1 0 0,2 2 0 0,-4-2 491 32,6-1-231-32,-1 3-110 0,6 0-56 0,3 0 208 0,2 0-131 0,2 0-56 0,0 0 314 0,13 0-195 31,16 0-98-31,9-2 260 0,8-3-179 0,12 1-217 16,1 0 0-16,3-1 0 0,6 0 0 0,-1 1 0 0,2-1 0 0,8 1 0 15,-10 1 0-15,0-1 0 0,-9-1 0 0,-4 3 0 16,-7-1 0-16,-3 0 0 15,-21 3 0-15,-10-3 0 0,-6 3 0 0,-7 0 0 0,0-2 0 0,0 0 0 16,-7 1 0-16,-5-5-464 0,3-1 143 0,-3 0 141 16</inkml:trace>
  <inkml:trace contextRef="#ctx1" brushRef="#br0" timeOffset="72138.23">21779 6781 1462 0,'-23'-3'0'0,"6"0"0"0,2 2 0 16,5-2 0-16,6 2 0 0,1 1 0 0,0 0 0 0,3 0 479 0,3 0-219 0,12-1-111 0,4 0-55 0,6-1 164 15,4-3-100-15,-1 1-65 0,3-1-26 0,-1 3 178 16,0-3-102-16,2 0-53 0,1-1-89 0,-5 1-10 16,-1 0 48-16,-3 1-340 93,0-1 170-93,-1 0 85 0,4-2 53 0,-9 3-671 0,-4 0 290 0,-1 3 184 0,-5-1 13 0,-3 2 71 0</inkml:trace>
  <inkml:trace contextRef="#ctx1" brushRef="#br0" timeOffset="72277.61">21881 6936 1456 0,'-20'0'0'0,"4"5"0"0,-1 1 0 0,11-5 0 0,2 4 0 0,4-5 340 0,0 0-149 0,0 3-67 0,1-3 667 0,16 0-376 0,3 0-187 0,6-8 158 0,4 0-386 0,3-3 0 16,-2 2 0-16,0 0 0 0,-1 0 0 0,-2 2 0 62,-2 2 0-62,5-1 0 0,-9 3 0 0,2 0 0 0,-2 2 0 0,-2 1 0 0,-5 0-311 0,6 0 119 0,-10 1-424 0,-1 6 296 0,0 3 105 0,-2-3-663 0</inkml:trace>
  <inkml:trace contextRef="#ctx1" brushRef="#br0" timeOffset="72824.05">23321 6459 677 0,'-8'-22'0'0,"0"1"0"0,2-3 0 0,0 7 0 0,0 1 0 0,-1 2 303 0,1-2-132 0,-2 3-67 0,-2 1-24 0,3 3 199 0,-2 2-121 0,1 4-61 0,-1 0-29 0,-1 3 159 0,-3 0-86 0,3 0-56 0,-1 9 120 0,-3 4-84 0,1 7-41 0,0 6 146 0,0 6-85 0,2 2-57 0,3 2-23 0,2 5 74 0,3 3-49 15,3 1-24 1,-2 11 9 0,2-3 88-16,0-2-62 0,2 7-84 0,2 3-13 0,6 2 0 0,0 8 0 0,-1-13 0 0,-3 0 0 0,-1-4 0 0,1-2 0 0,-5-4 0 15,1 7 0-15,-2-17 0 0,0-1 0 0,-11-7 0 16,0-2 0-16,-6 2 0 0,1-15 0 0,-2-3 0 15,0-6 0-15,-2-3 0 16,2-3 0-16,-1 0-41 0,3-8-99 0,5-8 66 0,3 2-514 0,3-7 275 31,5 2 138-31,0-5 59 0,2 2 45 0,11-2-1 16,7 3 34-16,4-2 1 0,1 0 0 0</inkml:trace>
  <inkml:trace contextRef="#ctx1" brushRef="#br0" timeOffset="73065.98">23378 7187 1860 0,'2'8'0'0,"0"4"0"0,1 2 0 0,-2 3 0 0,1 3 0 0,0 7 0 0,-1-4 0 0,1 2 390 16,0 0-176-16,2 0-89 0,3-5-43 0,1 2 323 15,5-8-188-15,-1-4-90 0,5-5-62 0,-1-5 1 16,4 0-29-16,2 0-133 0,-5-12 62 0,2-7 35 16,-2-6 1-16,-2-2-115 0,-3-2 75 0,0-2 47 15,-9 5-9-15,-2 2-73 16,-1-1 8-16,0 2 38 0,-10 3-20 0,-1-1-3 0,-4 8-8 0,-1 1 39 15,-4 6 150-15,-1 3-72 0,-2 3-32 0,-3 0 9 16,5 0-30-16,2 4-6 0,1 3 24 0,5 1-402 16,-2-2 180-16,6 0 95 15,3-1 42-15,5-1-678 0,1-4 351 0,0 0 175 16</inkml:trace>
  <inkml:trace contextRef="#ctx1" brushRef="#br0" timeOffset="73364.17">23635 6186 1979 0,'2'-12'0'0,"3"2"0"0,4 3 0 0,1 2 0 0,5 3 0 0,-1 1 0 0,3 1 0 0,0 5 0 0,1 12 266 0,-3 3-115 0,1 5-56 0,-1 3-86 0,-5 1-9 15,-4 0 38-15,-3 0 0 0,-1 2-98 0,-2-4 49 16,0 1 34-16,-11-3-107 15,-6-4 61-15,-1-3 30 0,-3-3 1 0,0-6 114 16,-2 1-35-16,7-8-91 0,2 1 21 0,2-3 358 16,2 0-170-16,3 0-79 0,3 0 176 0,4 0-137 15,0 0-65-15,6-3-100 0,11 0 0 0,3 0 0 16,8-3 0-16,1 4 0 0,2-1 0 0,4-1 0 16,2 1 0-16,7 3-158 0,-5-3-114 0,1 1 155 15,3 2 78-15</inkml:trace>
  <inkml:trace contextRef="#ctx1" brushRef="#br0" timeOffset="74467.39">27429 6895 1191 0,'-7'-10'0'0,"-1"0"0"0,2-1 0 0,-2 1 0 0,2-1 0 0,0-3 169 0,-3-2-66 0,0-2-24 15,-2 1 124-15,1 1-83 94,-2-1-42-94,-2 0 81 0,0 4-61 0,-2-3-21 0,0 9-10 0,-1 3 11 0,-1 4-1 0,0 0-40 0,-2 11 10 0,5 14-10 16,0 8 0-16,1 8 0 0,2 2 101 0,5 6-50 0,1 4-16 0,6-7-10 0,0 0 27 0,0-4-27 0,3-4 1 0,7-4 55 0,5 3-31 0,-1-16-10 0,2-7-40 0,-1-1 30 0,3-11-30 0,-2-2 0 0,4 0 10 0,-2-9-37 15,-1-14 0-15,2-7 27 16,-3-5-208-16,2-6 103 16,2-5 63-16,-5-2 4 0,0-3-150 0,0-3 59 0,1-5 52 0,-2-4-202 15,5-12 107-15,-9 4 30 0,5-5 37 0,-6-5-49 16,2-1 41-16,0 0-1 0,-2 4 30 0,-7 25-13 16,0 17 23-16,-2 16 0 0,0 13 279 0,-2 7-140 15,-3 0-78-15,-1 16-23 16,-4 9 368-16,1 13-166 0,0 4-98 0,1 9 186 15,1 11-120-15,2-5-65 0,5 5-92 0,-2-2-14 16,2 7 0-16,0-1 0 0,0 10 0 0,0-12 0 0,0-1 0 16,2 1 0 15,6-5 0-31,2-2 0 0,1 1 0 0,1-16-39 0,1-9-260 0,0-4 135 0,0-5 91 0,2-6-469 0,2-2 244 0,-3-16 131 16,6 0 66-16,-1-12-702 0</inkml:trace>
  <inkml:trace contextRef="#ctx1" brushRef="#br0" timeOffset="74799.25">27812 6899 1599 0,'0'-4'0'0,"0"-1"0"0,-2 3 0 0,-1-2 0 0,3 2 0 0,0 1 0 0,0 1 0 0,0 0 674 0,3 0-318 0,7 0-160 0,6 1 216 0,3 2-178 0,0 2-103 0,3-3-47 0,2 1-76 0,3-3 0 0,-3 0 29 0,7 0-324 0,-6 0 157 15,3-7 84-15,-4-3 41 0,-2 2-148 0,-4-5 95 0,-2-3 57 16,-8 0-8-16,-7-2-298 0,-1-3 64 0,0 1 103 0,-7-4 92 0,-8-2 2 0,-3 5 9 0,-3 1 0 16,-4 3 163-16,-3 6-82 0,2 5-40 0,-7 5 301 15,6 1-139-15,-2 13-90 16,3 9-2-16,5 2 269 0,2 6-140 0,3 7-73 0,10 0-52 0,4 5 45 16,2-2-56-16,0 4-67 0,7-3 0 0,7 4 0 15,6-8 0-15,3-3 0 0,3-7 0 0,4-2 0 16,0-6 0-16,6 2 0 15,-2-16-23-15,-1-5-40 0,3 0 50 0,-3-5-734 16,6-12 322-16,-7-6 200 0,-3-2 84 0,-2-5-269 16,-1 0 187-16,1-5 93 0</inkml:trace>
  <inkml:trace contextRef="#ctx1" brushRef="#br0" timeOffset="75027.77">28278 6345 2293 0,'-17'-19'0'0,"10"8"0"0,4 5 0 0,3 1 0 0,0-1 0 0,0 3 0 0,7 0 0 0,12 2 0 0,1 1 313 0,7 0-138 16,-1 0-69-16,0 4 125 0,1 5-87 0,-4 3-59 31,-2 0-23-31,-1 2-81 0,-4 3 29 0,-2 3-1 0,-5 2-52 0,-8 2 35 0,-1-1 1 0,-5 3-146 16,-14 0 95-16,-2-3 48 0,-6 3 33 0,-2-5-243 15,-3-4 113-15,-2-4 6 16,2-1 43-16,-2-3-279 15,1-3 141-15,11-4 84 0,2-2 37 0,8 0-367 0,6-12 202 0,6-5 102 16,2-4-217-16</inkml:trace>
  <inkml:trace contextRef="#ctx1" brushRef="#br0" timeOffset="75189.47">28562 6241 2261 0,'0'-7'0'0,"0"2"0"0,0 0 0 0,-4 3 0 0,-6 2 0 0,0 0 0 0,-5 5 0 0,-2 11 275 0,-3 4-110 0,5 2-69 0,1 2 486 0,4 3-273 0,4 0-135 0,6 0-105 0,0 4-69 16,1-7 0-16,14 1 0 0,8-2 0 0,4-5-276 0,7-4 55 0,2 2 139 16,-1-12-688-16,-2-3 392 15,1-1 204-15,-4 0-415 0,-2-2 277 0</inkml:trace>
  <inkml:trace contextRef="#ctx1" brushRef="#br0" timeOffset="75333.64">28792 6259 1461 0,'-2'-7'0'0,"-3"1"0"0,1 3 0 0,1-1 0 0,3 2 0 0,0 2 425 0,0 0-194 0,0 9-97 0,2 2-48 0,5 0 362 16,1 4-210-16,1 0-101 0,0 1-49 0,-1-2-269 0,3 0 109 0,-2 1 64 0,1-2-745 0,0-4 396 0,1-1 196 0</inkml:trace>
  <inkml:trace contextRef="#ctx1" brushRef="#br0" timeOffset="75483.52">29024 6191 1328 0,'-5'-6'0'0,"0"2"0"0,-2 2 0 0,4 1 0 0,-1 1 0 0,0 1 908 15,0 15-436-15,-1 4-217 0,-1 8-100 0,-5 6 235 16,2 7-176-16,-5 4-89 0,-5 9-43 0,-2 9-80 16,-7 3-2-16,1-5 0 0,1-1 0 0,-5 0-198 15,2-5 98-15</inkml:trace>
  <inkml:trace contextRef="#ctx1" brushRef="#br0" timeOffset="81678.5">24616 6778 1085 0,'-12'-9'0'0,"2"1"0"0,0 1 0 0,1-2 0 0,-2 2 0 0,2-3 0 0,2 2 0 0,-1 1 467 0,6-2-215 0,0 4-108 0,2 0-54 0,0-4 322 16,0 3-192-16,14-2-92 0,5 0-46 0,6 2-22 0,4-1-1 0,5 2 218 0,1 4-125 0,2 1-57 0,1 0-30 0,-2 3-60 0,-2 8-1 0,2 5 42 0,-8 4-10 0,-4 2-169 0,-6 7 85 0,-7 1 42 0,-7 5 0 0,-2 4-36 0,-4-6-8 0,-15 1 34 78,-8-3 128-78,-8-1-51 0,-3-7-33 0,-5 2 157 0,3-10-86 0,-1-5-40 0,1-3-50 0,2-5-9 0,4 1 0 0,-2-3 0 0,11 0 0 0,5-3 0 0,6-4 0 0,6 0 0 0,3-3 0 0,3 3-409 0,5-6 146 0,15 2 131 0,6-1-743 0,5-3 420 15,5 0 200-15</inkml:trace>
  <inkml:trace contextRef="#ctx1" brushRef="#br0" timeOffset="81869.45">25205 6590 899 0,'-7'-9'0'0,"-2"3"0"0,-2-1 0 0,-1 3 0 0,-1 3 649 0,-5-1-297 0,1 2-162 0,2 2-77 0,-2 10 448 16,3 8-262-16,-3 2-131 0,2 5 99 0,6 3-120 15,2 2-55-15,4 2-28 0,3 0 66 0,0 1-130 16,9 2 0-16,8-6 0 16,8-1 0-16,1-3 0 0,6-3 0 0,0-5-388 0,4 3 148 15,-2-10 134-15,0-2 71 0,0-3-936 16,3-4 454-16</inkml:trace>
  <inkml:trace contextRef="#ctx1" brushRef="#br0" timeOffset="82228.03">25736 6600 1622 0,'-6'0'0'0,"4"0"0"0,-4-3 0 0,5 2 0 0,1 1 0 0,0 0 0 0,0 0 628 16,1 0-296-16,9 8-139 0,2 2 238 0,3 3-197 15,1 0-99-15,1 2-50 0,-1 0-166 0,3 3 67 16,-2-3 21-16,1 2-297 0,-1-1 163 0,-1 0 82 16,1 1 41-16,0 0-793 15,0-4 412-15</inkml:trace>
  <inkml:trace contextRef="#ctx1" brushRef="#br0" timeOffset="82488.98">26188 6484 1455 0,'2'-2'0'0,"-2"1"0"0,0-4 0 0,1 3 0 0,-1 0 0 0,0 2 0 0,0 0 823 0,0 9-398 15,0 10-194-15,-7 9 508 0,-7 7-481 0,-2 13-258 16,-7 11 0-16,-1 9 0 0,-10 14 0 15,-2 14 0-15,-6 3 0 0,-1 6 0 0,-3 4 0 0,10-21 0 16,3-10 0-16,4-8 0 0,9-13 0 16,4-7 0-16,3-2 0 0,5-19 0 0,4-4 0 0,1-2 0 15,-2-2 0-15,0-7 0 0,-1 3 0 0,3-8 0 16,0-3 0-16,2-5 0 0,1-1 0 0,0 0 0 16,0 0 0-16,0 0 0 15,0 0 0-15,0 0 0 0,1-4 0 0,9-5 0 16</inkml:trace>
  <inkml:trace contextRef="#ctx1" brushRef="#br0" timeOffset="96362.77">9678 8432 1548 0,'-20'-5'0'0,"4"4"0"0,3 0 0 0,1 1 0 0,9 0 0 0,3 0 0 0,0 0 683 0,0 0-322 0,3 0-152 0,13 0-91 0,4 0 388 0,5 0-234 0,4-4-117 31,1 0-76-31,4 1-79 0,-2-4 0 0,-3 3 0 0,2 1 0 0,1-2 0 0,-5 0 0 0,7 1 0 47,-10 2 0-47,-3 0 0 0,0-1 0 0,-4 3-362 0,-2 0 28 0,-1 3 92 0,-10 8 123 0,-2 3-88 0</inkml:trace>
  <inkml:trace contextRef="#ctx1" brushRef="#br0" timeOffset="96520.93">9784 8732 2831 0,'-14'6'0'0,"0"-1"0"16,4 1 0-16,3-1 0 0,2-2 0 0,-1 1 0 0,6-4 0 0,0 4 0 0,7-4 453 0,9 0-207 0,4 0-104 0,4 0 117 15,0 0-259-15,2 0 0 0,2 0 0 0,-2 0 0 16,2 0 0-16,3-1 0 15,-4 1 0-15,-1 0 0 0,-3 0-222 0,1 0 91 0,1 0-942 0,2 0 549 16</inkml:trace>
  <inkml:trace contextRef="#ctx1" brushRef="#br0" timeOffset="97193.61">10832 8603 1314 0,'-13'-2'0'0,"0"-3"0"0,2 0 0 0,2 0 0 0,-2-2 0 0,4 0 0 0,4 3 521 0,2-4-242 0,1 1-121 15,0-1-61-15,3-2 258 47,10 1-163-47,4 1-78 0,3 1-38 0,0 3 64 0,2-2-51 0,3 4-17 0,-3 2-3 16,0 0 0-16,0 0-32 0,-5 8 22 0,1 5-22 0,0 2 9 0,-6 3-9 0,-4 3-9 0,-3 6 9 0,-4 0 0 0,-1 6 0 16,0 1-6-16,-8-3-31 0,-4 4 0 15,-6-5 0-15,-4 5 0 0,-1-7 0 0,-3 4 0 16,0-9 0-16,-1-4 0 0,0-3 0 0,2-4 0 15,-6 1 0-15,9-9 0 0,2-4 0 16,2 0 0-16,3 0-128 0,3-4-8 0,4-4 70 0,8-3-544 16,0-4 287-16,3-5 143 0,14 3 71 0,4-7 36 15,4 0-9-15,3 0 45 0,4-5-1046 0</inkml:trace>
  <inkml:trace contextRef="#ctx1" brushRef="#br0" timeOffset="97371.39">11144 8445 1100 0,'3'-12'0'0,"-1"4"0"0,0 1 0 0,-2 6 0 0,0-2 0 0,0 3 0 0,-7 6 786 0,-6 10-375 0,-2 5-187 0,2 7 572 0,-6 2-371 0,3 2-236 0,0 2-189 0,2 3 0 0,4 0 0 0,1-2 0 0,6 9 0 0,3-10 0 0,2 0 0 0,11 1 0 0,8-7 0 0,4-2 0 16,5 1 0-16,-1-10 0 0,2-6-60 0,2-5-259 0,-5-2 150 15,3-4 97-15,1 0-129 0,-7-10 93 16,-5-8-39-16,0-4-932 0</inkml:trace>
  <inkml:trace contextRef="#ctx1" brushRef="#br0" timeOffset="97523.52">11355 8511 1603 0,'-1'0'0'0,"-5"-3"0"0,1-1 0 0,2 3 0 0,2 1 0 0,1 0 0 0,0 0 398 0,0 11-180 0,1 1-91 0,6 2 329 0,2 1-200 15,2 2-114-15,3-3-53 16,-1 1-338-16,0-1 142 0,0 2 73 0,4-2-696 15,-3-4 376-15,3-1 191 0,-4-2 97 0,4-3-724 16</inkml:trace>
  <inkml:trace contextRef="#ctx1" brushRef="#br0" timeOffset="97739.15">11607 8325 1286 0,'-1'-12'0'0,"-1"3"0"0,2 1 0 0,-1 5 0 0,1 0 0 0,0 3 0 0,0 5 755 0,0 14-358 0,0 7-181 0,0 8 215 0,0 10-187 0,0 6-109 0,-5 3-51 0,-3 9-24 0,-4 4-1 0,-2 9-24 0,-4 17 194 0,-1-7-229 0,-4 0 0 16,1-3 0-16,3-7 0 0,5-10 0 0,0-2 0 15,11-24 0-15,-4-10 0 0,5-8 0 0,1-6 0 16,1-8 0-16,-2-1 0 16,2-6 0-16,0 0-258 0,-2-1-214 0,1-8 217 15,1-5 100-15,0-2-717 16</inkml:trace>
  <inkml:trace contextRef="#ctx1" brushRef="#br0" timeOffset="98359.79">12126 8651 1670 0,'-5'6'0'0,"-4"1"0"0,4-4 0 0,3 8 0 0,2-4 0 0,0 1 0 0,0 2 242 0,7 1-93 0,5-1-61 15,7-2 118-15,3 0-85 0,2 1-42 16,3-4 0-16,1-1 22 0,-1-1-37 0,-1-3 1 15,-1 0-29-15,0 0-61 16,-3-3 30-16,0-5 10 0,-6-4-67 0,-7-4 44 0,-3 1 0 0,-2-6 45 16,-4 1-1-16,0-4 10 15,-2 2-18-15,-10 0-191 0,-3-2 72 0,-2 1 48 0,-3 3 23 0,-4-7-1 16,2 8 6-16,-4 4 11 16,-1 2-7-16,2 7 127 0,-4 3-54 0,0 3-29 15,2 1 14-15,2 20-42 0,2 10 27 0,3 8 200 16,2 7 154-16,6 5-166 0,10-2-97 0,2 1-54 15,3 2-69-15,19-1 0 94,6-4 0-94,9 6 0 0,1-19 0 0,5-5 0 0,1-6 0 0,4-5 0 0,2-3 0 0,-5-12 0 0,-2-3 0 0,-2 0 0 0,-3 0 0 0,-4-10 0 0,2-5-265 0,-10-4-147 0,-2-3 131 0,-5 0-622 0,-1-5 433 0,-3-1 216 0</inkml:trace>
  <inkml:trace contextRef="#ctx1" brushRef="#br0" timeOffset="98572.66">12599 8308 1173 0,'-6'-7'0'0,"1"1"0"0,4 1 0 0,1 1 0 0,0 1 234 0,1-1-90 0,11 3-58 0,7 0 617 0,0 1-332 16,3 0-168-16,2 0 127 0,0 1-138 0,-1 6-82 15,-2 1-37-15,-1 3-120 47,-4 3 42-47,-2 0-1 0,-3 6 52 0,-8 1-183 0,-3-1 86 0,0 4 44 0,-11-3 0 0,-7 2-24 0,-6 1 43 0,-3-8 0 0,-4-1-214 0,-3 0 44 16,2-4 74-16,0-5-360 0,0 1 191 0,7-7 113 15,7 0 52-15,5-2-418 0,6-9 234 0,7-7 119 16,0-6 48-16</inkml:trace>
  <inkml:trace contextRef="#ctx1" brushRef="#br0" timeOffset="98736.84">12843 8240 1005 0,'0'-1'0'0,"0"-1"0"0,0 1 0 0,0-2 0 0,0 3 0 0,0 0 905 0,0 0-435 0,0 10-216 0,-5-1-109 0,0 4 643 0,1 1-424 0,-1 3-364 0,5 2 0 0,0 1 0 15,0 0 0-15,3 3 0 16,5-4 0-16,7 2 0 0,3-3 0 0,3-1 0 16,3-2-42-16,5-3-31 0,-1-7 50 0,3-4-941 15,-4-1 485-15,1 0 126 0,-2-6 158 0</inkml:trace>
  <inkml:trace contextRef="#ctx1" brushRef="#br0" timeOffset="98886.7">13081 8179 2608 0,'-10'-5'0'0,"3"2"0"0,2 0 0 0,-1 0 0 0,6 3 0 0,0 0 0 0,0 0 0 0,1 3 471 0,7 3-217 16,5 5 99-16,-1-1-162 0,2-1-137 15,1 2-54-15,-3 2 0 0,2-2-3 0,0 2 6 16,-2-2-3-16,1-2-762 0,0 2 395 0,-5-1 201 15,5-2 111-15</inkml:trace>
  <inkml:trace contextRef="#ctx1" brushRef="#br0" timeOffset="99065.77">13299 8103 3119 0,'0'-1'0'0,"-5"-1"0"0,2 1 0 0,-2 1 0 0,2 0 0 0,2 0 0 0,-5 9 0 0,4 5 0 0,1 4 425 15,-1 6-194-15,-4 1-98 0,1 5-110 0,-2 11-23 0,-1-5 0 0,-2 6 0 0,-1 4 0 16,1-3 0-16,-3 3 0 0,1-1 0 0,2-12-242 16,5-3-66-16,-1-5 172 0,4-9-950 0,2-5 532 15</inkml:trace>
  <inkml:trace contextRef="#ctx1" brushRef="#br0" timeOffset="99452.92">13625 7831 1816 0,'-8'-13'0'0,"2"6"0"0,3 3 0 0,0 1 0 0,1 2 0 0,-1 1 0 0,1 0 701 0,1 12-336 0,0 9-165 94,-2 8-83-94,2 8 332 0,-2 8-207 0,0 11-201 0,-2 5-41 0,2 8 0 0,-2 13 0 0,2 14 0 0,0 10 0 16,0 17 0-16,0-13 0 0,1 1 0 0,2 2 0 0,-3-9 0 0,3-10 0 0,0 1 0 0,0-30 0 0,0-8 0 0,-4-7 0 0,1-3 0 0,-2-7 0 0,-1 1 0 0,1-20 0 0,-2-8 0 0,3-6 0 0,-1-6 0 0,2-1 0 0,0 0 0 15,0-1 0-15,1-8-49 16,2-4 0-16,0-4 25 0,0 0-29 0</inkml:trace>
  <inkml:trace contextRef="#ctx1" brushRef="#br0" timeOffset="100258.02">14393 9114 1093 0,'-10'0'0'0,"3"0"0"15,-4 0 0-15,3 0 0 0,2 0 0 0,-1 0 417 0,-3 5-190 0,3 8-96 16,0 4-37-16,3 3 149 0,0 2-104 0,4 2-50 16,0 5 236-16,0 0-144 0,4 2-62 0,7-6-47 15,6 0 121-15,-1-4-79 0,3-2-39 0,0-4-78 16,3-2 48-16,-2-7-8 0,-3-6 0 0,0 0-97 15,-3 0 49-15,0-13 23 0,1-3 10 0,-10-2-49 16,0-6 32-16,-4-1 0 0,-1-2-78 0,0 0 49 16,-4-4-8-16,-4 5 82 0,-6 2-21 15,0 1-25 17,0 4-21-32,-3-1 172 0,0 2-68 0,-2 7-39 0,3 4-8 0,-2 2 28 0,1 5-46 0,2 0-22 15,4 0 0-15,1 10-214 0,5 3 42 0,3 2 96 0,2 2-357 0,0-4 213 16,7 2 80-16,5-6 65 15</inkml:trace>
  <inkml:trace contextRef="#ctx1" brushRef="#br0" timeOffset="100714.88">14116 7854 1136 0,'-5'-18'0'0,"5"0"0"0,0 4 0 16,1 0 0-16,9 1 0 0,7 4 0 0,3 2 471 0,4 1-218 0,3 4-108 78,-1 1 154-78,6 1-122 0,-8 0-75 0,0 8-34 0,-5 7 0 0,-2 5-31 0,-5 3-1 0,-5 4-83 0,-4 0 37 0,-3 5 23 0,-10 0 1 0,-8-1-50 0,-3 4 45 0,-5-8-8 0,-2-2 35 0,0-1 93 0,0-5-46 0,0-4-16 0,-1-1 239 0,7-7-140 16,2-1-64-16,5-5-34 0,3-1 170 0,6 0-238 15,1 0 0-15,5-4 0 0,8-8 0 0,15 3 0 16,7-4 0-16,3 3 0 0,6-1 0 0,-2 3 0 16,3 0 0-16,-3 4 0 0,1 1 0 0,-5 1 0 15,6 0 0-15,-12 2 0 0,-2 0 0 0,-5 0 0 32,-5 0-962-32,-4 4 452 0,0 2 228 0</inkml:trace>
  <inkml:trace contextRef="#ctx0" brushRef="#br1" timeOffset="106742.99">23663 14052 0,'0'0'0,"0"0"16,0 0 30,0 0-46,0 0 0,0 0 0,0 0 0,0 0 16,0 0 0</inkml:trace>
  <inkml:trace contextRef="#ctx1" brushRef="#br1" timeOffset="106251.87">13553 9166 1692 0,'-4'-6'0'0,"-3"2"0"0,3 0 0 0,0 2 0 0,3 1 0 0,-1-1 0 0,2 0 0 0,0 2 0 0,0 0 237 0,2 0-100 0,7 0-49 0,2 0 167 15,5 0-109-15,1 0-44 0,-2 0-37 0,4 0 200 16,-2 2-114-16,3 6-56 0,-1-1-91 0,2 3 43 16,-5 0-10-16,2 1 1 0,1 4-384 0,-4-1 192 15,2 2 96-15,2 0-669 16,-7-2 323-16,-1 3 199 0,0-5 14 0</inkml:trace>
  <inkml:trace contextRef="#ctx1" brushRef="#br1" timeOffset="106451.97">13887 9008 1109 0,'0'-4'0'0,"0"-2"0"0,0 1 0 0,0 5 0 0,0 0 0 0,0 0 267 0,0 0-115 0,0 14-57 15,0 6 569-15,0 6-318 16,-3 7-154-16,-2 6-77 0,-2 5 268 0,-2 5-172 15,-3 8-78-15,-1 2-54 0,-1-1 0 0,2 3-41 0,1-3 0 16,-1-5-210-16,0 2 114 0,6-17 43 16,0-8 27-16,3-6-497 0,3-9 262 0,0-7 130 31,0-2-350-31,0-6 217 0,2-5 24 0,5-12 82 0,1-8-512 0</inkml:trace>
  <inkml:trace contextRef="#ctx1" brushRef="#br1" timeOffset="106610.71">13984 9222 2005 0,'0'-2'0'0,"0"-3"0"0,0 1 0 0,0 1 0 0,0 1 0 0,4 2 0 0,2-3 0 0,4 3 688 15,2 0-315-15,-1 0-173 0,1 0-81 0,6 0-106 47,1 0 1-47,-3 0 23 0,4 0-644 0,-2 0 317 0,0 3 164 0,-1 1-410 0,-2 4 273 0,-2 1 136 0</inkml:trace>
  <inkml:trace contextRef="#ctx1" brushRef="#br1" timeOffset="106780.92">14053 9402 1111 0,'-14'3'0'0,"5"-1"0"0,1 2 0 0,0-1 0 0,6-1 0 0,2 2 24 0,0-2 1 0,8 2-25 0,9-4 0 0,4 0 1266 0,2 0-618 0,4 0-305 0,-1 0-153 0,-1 0-127 0,2 0 0 0,1-3-16 0,-5 2-698 0,0-1 344 0,-4 1 172 0,1 1 86 0</inkml:trace>
  <inkml:trace contextRef="#ctx1" brushRef="#br1" timeOffset="107290.23">13425 7736 1330 0,'-9'-7'0'0,"3"2"0"0,-1-1 0 0,3 6 0 0,1-5 0 0,3 4 286 0,0 1-123 0,0 0-62 0,10 1-32 0,2 8 1 0,4 1-22 0,2 0-9 0,0 1 409 15,3 1-205-15,1 0-102 0,-2 1-52 0,3 0 39 16,-4-1-50-16,-1 2 1 15,0-3-458-15,-1 2 209 0,-1-1 104 0,1 2-600 16,-5-3 293-16,-1-2 191 0,-2-1-9 0,-1-4-409 16</inkml:trace>
  <inkml:trace contextRef="#ctx1" brushRef="#br1" timeOffset="107482.3">13762 7585 2728 0,'0'-2'0'0,"0"0"0"0,0-1 0 0,-2 2 0 0,1 1 0 0,-1 0 0 0,1 1 0 0,-2 11 0 0,1 6 0 0,-3 5 0 0,2 6 0 0,-3 7 0 0,-3 4 0 0,-2 7 414 16,-3 6-187-16,-2 13-23 0,2-10-88 0,-3 4-39 15,0-4 1-15,3-4-204 0,0-6 83 0,3 1 50 16,4-19-10-16,6-8-408 16,1-8 225-16,0-5 112 0,0-7 56 0,0 0-805 0,5-1 397 0,4-19 194 15,5-6-180-15</inkml:trace>
  <inkml:trace contextRef="#ctx1" brushRef="#br1" timeOffset="107634.65">13846 7770 1869 0,'2'-6'0'0,"-1"0"0"0,1 1 0 0,1 1 0 0,1 0 0 0,1 3 0 0,0-1 264 0,1 0-113 0,4 2-56 0,0 0 483 16,3 0-261-16,2 0-144 31,-4 0-67-31,4 0-230 0,1 0 81 0,1 0 41 0,-2 5 9 15,0-1-702-15,-4 2 367 0,0 3 183 0</inkml:trace>
  <inkml:trace contextRef="#ctx1" brushRef="#br1" timeOffset="107816.59">13879 7925 1891 0,'-10'0'0'0,"2"0"0"0,1 0 0 0,1 0 0 0,6 0 0 0,0 0 391 0,0 0-176 0,10 0-88 0,6 0-45 0,3 0 10 0,-2 0-53 0,5 0-1 0,-2 0 309 0,0 0-154 0,4 6-68 0,-4-3-48 0,-1 3-1003 0</inkml:trace>
  <inkml:trace contextRef="#ctx0" brushRef="#br0" timeOffset="115543.45">24531 14151 0,'0'0'0,"0"0"16,0 0 15,0 0-31,0 0 0,0 0 16,0 0-16,0 0 16</inkml:trace>
  <inkml:trace contextRef="#ctx1" brushRef="#br0" timeOffset="115130.57">14740 8743 1900 0,'-13'0'0'0,"1"0"0"0,3 0 0 0,0 0 0 0,7 0 0 0,2 0 0 0,0 0 0 0,2 0 0 0,13 0 0 0,4 0 666 0,8-3-315 0,2 3-156 16,4-1 274-16,3 1-216 0,2 0-156 0,-2 0-97 0,-1 0 0 0,-1 0 0 15,-1 0 0-15,1 0 0 0,3 4 0 0,-7 0 0 16,-6 2 0-16,-1-1 0 15,-3 2 0-15,-6-2 0 0,3 3 0 0,-11-6 0 0,-2 0 0 0,-3 1 0 16,-1-3 0-16,0 0-72 16,0 0-74-16,-6 0-807 93,-2-3 458-93</inkml:trace>
  <inkml:trace contextRef="#ctx1" brushRef="#br0" timeOffset="116490.25">15850 8470 954 0,'3'-2'0'0,"2"-4"0"0,-1 3 0 0,-1-3 0 0,0 1 0 0,2 0 0 0,-2-2 0 0,2-3 0 0,-2 1 241 0,0-3-101 0,2-3-50 16,-4-1 23-16,1-3-37 0,1-4 11 0,-1 2 15 15,-2-4-31-15,0-1-1 0,0 2-30 0,0-4 31 16,0 1 10-16,-2 2-41 0,-4 2 0 0,-2 2 40 15,-1 1 0-15,-1 1-40 16,-2-4 9-16,1 10 32 0,-1 1-41 0,2 4 0 0,-2 0 29 0,-2 7 1 16,2-1-21-16,-3 2-5 15,4 11-5-15,-1 9 1 16,0 8 0-16,0 7 34 0,0 8 9 0,4 5-43 16,4 8 0-16,0 8 125 0,1 3-62 0,3 4-32 0,0 11 10 0,0-6 20 15,7 0-30-15,4 2-1 0,1-2-21 0,1 7-43 16,-1-16-6-16,-3-3 0 0,-2-6 0 0,-4-3 0 15,0-4 0-15,-3 2 0 16,0-19 0-16,0-2 0 0,-5-5 0 0,-4-2 0 0,-3-4 0 0,-1 0 0 16,0-9 0-16,-1-7 0 0,1-4 0 0,-5-1 0 15,2 0-112-15,-2-6-56 16,4-11 83-16,0-2-512 0,4-4 279 0,2-2 139 16,3-4 69-16,3 0-231 15,2 4 156-15,0-4 72 0,9 5 37 0,4-2-478 0,5 1 257 0,1-1 119 16</inkml:trace>
  <inkml:trace contextRef="#ctx1" brushRef="#br0" timeOffset="116754.91">15904 9080 1251 0,'5'5'0'0,"0"1"0"0,0 2 0 0,0 2-2 0,0 4-1 0,1 2 0 0,-1 1 0 0,0 1 557 0,0 1-260 0,2 2 128 16,1-3-194-16,1 4-87 0,1-5-57 0,-1-3-14 15,4-4 1-15,0-1-34 47,3-3 1-47,3-6-37 0,-2 0-10 0,2-5 48 0,-1-11-1 0,-3-5-152 0,0-3 77 0,-2-2 47 16,-6 1-9-16,-3-2-81 0,-3 0 11 0,-1 2 45 0,0-6-41 0,0 8 32 15,-9 2-11-15,-2 4 142 0,-3 2-55 0,-2 5-25 0,-4 0 3 0,1 9 74 16,-1 1-38-16,-2 0 0 0,2 9-22 0,3 3-44 16,-3 3 55-16,7-2-24 0,1 1 35 0,2-2-262 15,5 2 112-15,1-3 54 0,1 2-551 0,3-8 285 16,0 0 111-16,1-3-407 0,9-2 280 0</inkml:trace>
  <inkml:trace contextRef="#ctx1" brushRef="#br0" timeOffset="117058.1">16075 8108 1564 0,'0'-24'0'0,"0"1"0"0,2 6 0 0,3 2 0 0,4 1 0 0,5 5 0 0,2 3 0 0,4 2 339 0,-1 4-150 0,4 0-75 15,4 0 318-15,-4 0-202 0,-1 10-95 0,1-1-121 16,-1 4 25-16,-3 0 0 16,-2 4 9-16,-5 0-246 0,-7 3 118 0,-3 4 59 0,-2 0 31 0,-2 5-109 15,-13-4 64-15,-3 2 36 16,-2-3-2-16,-2 0-7 0,2-3-61 0,-5 1 246 16,5-5-115-16,0-3-34 0,2-5-35 0,3 0 367 15,4-4-160-15,1 0-52 0,6-5-62 0,4 0 62 16,0 0-62-16,1 0-86 0,14 0 0 0,5-1 0 15,2-8 0-15,4 2 0 16,2-1 0-16,0 2 0 0,2 0-2 0,1 4-23 0,-6-1-285 0,0 1 135 16,-2 2 98-16,-2 0-905 15,-3 0 472-15,0 5 226 0</inkml:trace>
  <inkml:trace contextRef="#ctx1" brushRef="#br0" timeOffset="119326.42">16969 8740 1052 0,'-10'-4'0'0,"3"0"0"0,-1 1 0 0,3 0 0 0,2 3 0 0,3 0 0 0,0 0 0 0,0 10 0 0,0 0 274 16,5 0-118-16,7 2-58 0,4-2 221 0,0-3-140 15,3 5-60-15,1-4 56 0,-1-2-67 0,3-1-35 16,-1-1 0-16,1-1 89 0,2 0-52 0,-2-3-40 15,-2 0 0-15,0 0 14 0,0 0 0 0,-1 0-44 16,0 0 9-16,-4-5-40 16,-4-1 1-16,0-3 29 0,-3 0-60 0,-2 0 30 15,-1-5 9-15,-4 1-59 0,-1 1 39 0,0-3-8 16,0 0 46-16,-7-5-66 0,-1 0 33 0,-6 2-14 16,1 1 1-16,-2-2-53 0,-3 1 35 0,0 3-17 15,-2-3 50-15,1 9-52 16,-1 1 46-16,1 4-10 0,-1 2 42 0,-2 2-4 15,-3 0-33-15,3 15 128 0,-1 8-60 0,-1 2-26 0,1 5-1 16,3 4 73-16,-3 7-34 0,8-4-31 16,2 1 1-16,3 0 207 0,3 4-251 0,5-4 0 15,2 4 0-15,0-6 0 0,6-7 0 0,8-2 0 16,3-4 0-16,1-1 0 0,2 2 0 0,1-8 0 16,1-3 0-16,1-2 0 0,4-2 0 0,2-1 0 15,-1-3 0-15,0-5 0 94,4 0 0-94,-1 0 0 0,-2 0 0 0,4-3 0 0,-8-5 0 0,-3-2 0 0,-3-1 0 0,1 1-160 0,-6 3-610 0,3-4 356 0,-8 5 192 0,-2 1-613 0,-2 1 398 0</inkml:trace>
  <inkml:trace contextRef="#ctx1" brushRef="#br0" timeOffset="120114.35">17510 8325 1233 0,'-17'-15'0'0,"3"3"0"0,-1 0 0 0,7 5 0 0,3 0 0 0,2 6 0 0,1-3 0 0,2 2 446 0,0 0-193 0,5 2-111 47,8 0-52-47,5 0 126 0,2 2-88 0,-1 5-44 0,6 4 23 0,-5 1-39 0,-1 1 0 0,1 1-55 0,-5 2-1 0,5 3 38 16,-9-2-11-16,-1 2-81 0,-3 2 40 0,-4-2 1 16,-2 4 41-16,-1 3-36 15,-1-5 36-15,-13 2-11 0,-8 1 9 0,-3-5 34 0,-3 1 0 0,-5-2-60 16,4-5-17-16,-2-6 30 0,3-1 3 15,1-2-80-15,3-4 38 0,1 0 18 0,9 0 24 0,5-1-357 16,4-10 168-16,5 0 73 16,0-4 45-16,11-1-546 0,9-2 279 0,7-2 135 15,2-1 68-15,2-2-359 0,4 1 213 0,1-4 96 16,-5 5-136-16,2-4 146 0,-2 2 74 0,2 0 39 16,-2-2 34-16,2-1 0 0,-10 6 0 0,-3 2 0 15,-6 0 0-15,-5 7 0 16,-4 1 0-16,-3 1 268 0,-2 8-173 0,0-3-68 15,-2 4 603-15,-9 0-260 0,0 5-171 0,-1 7-39 0,-4 2 337 0,2 7-228 16,-1-2-115-16,2 6 251 0,-1 0-183 0,3 4-82 16,6-8-54-16,2 3 33 15,3-2-40-15,0-1 0 0,0 1-40 0,3 0-91 16,12-5 41-16,3-2 25 0,1-1 0 0,6-4-426 16,1-5 225-16,2 2 124 15,0-7-744-15,-1 0 393 0,-2 0 149 0,-2-4-426 0,1-8 316 0</inkml:trace>
  <inkml:trace contextRef="#ctx1" brushRef="#br0" timeOffset="120271.7">17975 8332 746 0,'-7'-5'0'0,"1"3"0"0,3-1 0 0,0 1 0 0,0 2 504 0,3 0-232 0,0 0-117 0,0 0-48 0,3 2 200 46,3 8-134-46,2-4-67 0,3 3 84 0,0 1-76 0,0-1-28 0,0 3-9 0,1-2-378 0,-2 2 170 0,2-1 85 0,-3-1-667 16,2 1 373-16,0-2 178 0</inkml:trace>
  <inkml:trace contextRef="#ctx1" brushRef="#br0" timeOffset="120572.12">18241 8260 1808 0,'0'0'0'0,"0"0"0"0,-3 0 0 0,0 0 0 0,0 0-2 0,-3 0-1 0,3 0 0 0,-1 0 230 0,0 7-100 0,2 7-45 0,-3 3 338 0,1 5-192 0,-5 4-95 0,4 6 58 16,-3 4-81-16,0 3-37 0,-3 7 1 0,2 2-54 15,-2-1 19-15,-3 6 9 0,4-10-10 0,1-2-7 16,-1-4 8-16,3-6-1 0,2-2 30 0,-2 0-20 16,6-15-9-16,0-4 19 0,1-2-58 0,0-6 0 15,0-2 0-15,0 2 0 0,0-2 0 0,0 0 0 16,0-2 0-16,0 0 0 31,0-1 0-31,0-2 0 0,0 4 0 0,0-2 0 0,0 0 0 0,0 3 0 0,0 0 0 0,0-3-21 16,0 1-27-16,0 2-746 0,0-1 377 0,0-2 190 15,0 3 94-15</inkml:trace>
  <inkml:trace contextRef="#ctx1" brushRef="#br0" timeOffset="122978.12">18578 8738 1134 0,'-4'-12'0'0,"-2"2"0"0,-2 1 0 0,2 0 0 0,2 1 0 0,0-3 0 0,3 4 0 0,1-4 350 16,0 1-155-16,0 1-70 0,0 0 188 0,5 1-138 16,7 3-69-16,2-1 76 0,5 0-72 0,-2 4-26 15,3-1-10-15,1 3-64 0,-1 0 1 0,1 4 27 16,-2 7-1-16,3-1-28 0,-5 7-9 16,-3 3 38-16,-3 3 0 0,-3 3-65 0,-5 6 32 0,-3 2 10 15,0 1 0-15,-6-3 20 16,-11 2-39-16,-2-2 133 0,-6-1-56 0,-6-1 7 15,0-7-59-15,-4-5 94 0,-3-5-35 0,2-2 0 16,0-8-43-16,-2 0-29 0,8-3-10 0,6-2 40 16,2-10-222-16,8-2 109 15,3-1 54-15,4 0-451 0,7 1 222 0,0-2 123 0,13-1 29 0,6 4-610 16,7-4 335-16,6-2 158 31,0 5 93-31</inkml:trace>
  <inkml:trace contextRef="#ctx1" brushRef="#br0" timeOffset="123151.75">18977 8599 1234 0,'0'-7'0'0,"0"1"0"0,-4 1 0 0,0 0 0 0,-3 1 0 0,-3 4 0 0,-3 0 616 15,-2 0-289-15,-1 14-145 0,-4 6 150 0,0 5-147 16,0 5-64-16,4 2-47 0,2 1 279 0,4 2-158 16,4 1-79-16,6 0 31 0,0 5-98 0,4-6-49 15,16-5 0-15,6 0-72 0,5-6-37 0,5-2 74 16,7-1 46-16,-2-11-646 15,1 0 336-15,0-6 169 0,-1-3-14 0,-1-1-722 16,2 0 405-16</inkml:trace>
  <inkml:trace contextRef="#ctx1" brushRef="#br0" timeOffset="123678.89">19620 8797 720 0,'-1'-12'0'0,"-6"0"0"0,4 0 0 0,0 1 0 0,0-1 0 0,0-2 272 0,-3 1-117 0,0-5-51 0,1 4-38 0,-2 0 168 15,-1-1-99-15,-3 2-50 16,1 1 80-16,-4 0-56 0,-1 5-40 0,2 4-1 31,-6 3 97-31,-1 0-64 0,-1 5-32 0,-2 14 60 0,3 5-51 0,3 4 1 0,0 6-43 0,4 2 139 16,4 0-70-16,4 2-25 0,5-4-9 0,0-2 45 93,2-6-39-93,12 3-1 0,0-5-39 0,6 1-20 0,1-10-9 0,5-4 28 0,0-2 1 0,1-6-1 0,0-3 0 16,3 0-123-16,-5-7 58 0,-4-10 32 0,4-4 0 0,-5-8-394 0,-3-1 196 0,-1-11 58 0,-4 2 64 0,-1-6-175 0,-5-1 106 0,-1-7 53 0,-2-6-35 0,2-13 35 0,-4 0 9 0,2-2 43 0,-1 2-37 0,-1 4 38 16,1 1-9-16,-1 29 228 0,1 10-110 0,-2 11-54 15,0 14-28-15,0 3 167 0,0 0-77 0,0 7-48 47,0 13 12-47,0 6 264 0,0 7-145 0,0 8-31 0,0 7 221 0,0-2-164 0,0 3-77 0,0 1 96 0,0 4-209 0,0-1 0 16,2 7 0-16,0-14 0 0,3 2 0 0,2-1 0 15,1-3 0-15,1-4 0 0,-1 6 0 0,4-12 0 16,-4-7 0-16,3-1-344 0,-3-9 19 0,5-5 165 16,-1-2-742-16,0-10 437 0,0-7 214 0,4-13-428 15</inkml:trace>
  <inkml:trace contextRef="#ctx1" brushRef="#br0" timeOffset="123834.69">20002 8561 1387 0,'0'0'0'0,"0"1"0"0,0 2 0 0,0-2 0 0,0 2 0 0,0 2 0 0,1 4 0 0,4-1 498 16,1 2-232-16,5 3-114 0,-1 0-58 0,2 2-134 16,4 2 47-16,-2-3-9 0,2 1 39 0,3-1-236 15,-3-2 118-15,3-2 59 0,-2 0-616 0,0-5 333 32</inkml:trace>
  <inkml:trace contextRef="#ctx1" brushRef="#br0" timeOffset="124097.1">20302 8425 2262 0,'0'-8'0'0,"0"1"0"0,0 0 0 0,0 1 0 0,0 2 0 0,0 1 0 0,0 3 0 0,0 0 0 0,-3 3 0 0,-1 11 0 0,-5 4 646 47,2 6-309-47,-2 7-151 0,-3 9-75 0,-3 6 212 0,-2 8-257 0,-2 9-66 0,-2 1 0 0,-4 12 0 0,-4 7 0 0,2 8 0 0,-4 2 0 0,-1 8 0 16,9-21 0-16,3-11 0 0,6-7 0 0,3-11 0 15,4-10 0-15,0 0 0 0,5-23 0 0,2-4 0 16,0-6 0-16,0-7 0 0,0-1 0 0,0 0 0 16,0 0 0-16,0-2 0 15,0-5 0-15,0-3 0 0,0 0 0 0,0-2 0 0,0 3 0 0,0-2 0 16,0 2 0-16,0-1 0 16,0 2 0-16,0-2-303 0,0 4-159 0,0 1 213 0</inkml:trace>
  <inkml:trace contextRef="#ctx1" brushRef="#br0" timeOffset="124916.3">25563 7672 1547 0,'-17'0'0'0,"-5"-2"0"0,11 2 0 0,3 0 0 0,4 0 0 0,4 0 0 0,0 0 284 31,0 0-113-31,15 0 488 0,6 1-310 0,10-1-155 0,5 0-78 0,7 0-39 0,8-1 11 0,-2-6-50 0,5 0 1 16,4 0 330-16,3 3-369 0,-2-1 0 15,11 3 0-15,-15 0 0 0,-8 2 0 0,-2 0 0 16,-11 0 0-16,-3 2 0 0,-6 0 0 0,-11 3 0 15,-9-4 0-15,-2-1 0 0,-3 0 0 0,0 0-688 16,3 0 262-16,-2 0 199 16,7-1 94-16</inkml:trace>
  <inkml:trace contextRef="#ctx1" brushRef="#br0" timeOffset="125337.95">27475 7616 939 0,'-27'0'0'0,"-6"0"0"0,10 0 0 0,1 0 0 0,4 0 124 0,2 0-43 0,5 0-1 0,3 0 528 16,8 0-290-16,0-2-140 31,19 2-71-31,15-6 435 0,14 0-252 0,20-1-118 0,10-1-72 0,8-1 292 0,7 1-392 0,8 2 0 16,3 0 0-16,17 1 0 0,-11 5 0 0,1 0 0 15,-4 0 0-15,-2 0 0 16,5 0 0-16,-32 3 0 0,-10-1 0 0,-12 3 0 16,-13-4 0-16,-11 0 0 0,-5 1 0 0,-19-2 0 0,-8 0 0 0,0 0 0 15,-3 0 0-15,-9 0 0 0,-1-2 0 0,2-6-8 16,-5-1-37-16,3-6-882 0,0 4 446 16,4-4 222-16</inkml:trace>
  <inkml:trace contextRef="#ctx1" brushRef="#br0" timeOffset="129349.36">20784 8647 1812 0,'-9'0'0'0,"-2"0"0"0,6 0 0 0,-1 0 0 0,-1 0 0 0,5 0 0 0,-3 0 211 16,5 0-91-16,0 0-41 0,0 0 503 0,2 0-272 0,10 0-129 0,4 0 259 16,2 0-244-16,3 0-196 31,2 0 0-31,2 0 0 0,-1 0 0 0,0 0 0 0,-2 0 0 0,0 0 0 0,-2 0-13 0,-3 0-38 16,3 0-847-16,-3 0 412 0,-5 3 248 0,2 1 14 15</inkml:trace>
  <inkml:trace contextRef="#ctx1" brushRef="#br0" timeOffset="129550.77">20837 8944 1326 0,'-9'6'0'0,"2"-2"0"0,3 3 0 0,0 0 0 0,4-1 0 0,0 1 32 16,4-1-1-16,12 0-31 0,5-1 0 0,5-1 0 15,4-1 0-15,0-1 0 0,4-1 0 0,-4-1 0 16,-2 0 0-16,1 0 0 0,-1 0 0 0,-1 0 0 47,1 0 0-47,-9 0 0 0,-2 0 1133 0,-5 0-549 0,-4 0-272 0,-1-1-972 0,-2-2 334 0,-5-3 33 0</inkml:trace>
  <inkml:trace contextRef="#ctx1" brushRef="#br0" timeOffset="133544.69">21864 8726 1957 0,'-6'-7'0'0,"2"-2"0"0,1-2 0 0,0-2 0 0,2 2 0 0,-1 0-3 0,2-4-1 0,0-1 122 15,0 3-42-15,0-8 62 0,3 5-56 0,2-2 0 16,0 1-45-16,3 0 87 31,1 1-43-31,-3-2 10 0,0 6-52 0,2-3 38 0,1 4-38 0,-3 1 0 0,2 4 0 0,2-5 55 16,0 8-9-16,2 1-46 31,1 2-35-31,2 0-1 0,3 5 46 0,-3 7-123 0,3 3 57 0,-2 5 28 0,1 4 0 0,-3 4-89 16,-1 2 50-16,-3 0 23 0,-4 3-5 0,-3 0-28 0,-3 0 8 0,0-1 1 15,0 7-9-15,-6-9 59 16,-9 2-43-16,-3-2 16 15,-3-3 142-15,-6-1-68 0,-2 0-31 0,5-7 101 0,-4-6-54 0,2-4-34 16,1-3 0-16,2-4 58 0,-1 1-21 0,8-3-9 16,4 0-20-16,4-3 25 0,3 0-83 0,3-4 0 15,1 4 0-15,1-2 0 0,0 2 0 0,10 0 0 16,7 2 0-16,3-1 0 0,2 0 0 0,1 1 0 16,3 0 0-16,3 0 0 15,-2 1 0-15,2-3 0 0,1 3 0 0,-3-2 0 0,0 2 0 0,-2 0 0 16,0 0 0-16,-2-4 0 31,2 4 0-15,-7-1 0-16,-3 1-1 0,-2 0-94 0,-1 0-663 0,-1-3 359 0,0 2 171 0,-4-2-527 0,1 1 357 0,-1-3 180 0</inkml:trace>
  <inkml:trace contextRef="#ctx1" brushRef="#br0" timeOffset="134126.19">22405 8645 1059 0,'-11'-1'0'0,"3"-4"0"0,2-1 0 0,-2 1 0 0,0 1 0 0,2-2 0 0,1-2 0 0,2 1 0 0,0-4 320 0,1 0-131 0,2-2-80 15,0 0-35-15,4-2 138 0,8-1-86 0,0-1-44 16,5-1 73-16,-1 2-63 0,4 4-27 0,-1 0 29 109,1 2-28-109,2 3 0 0,-1 2-17 0,-2 4-15 0,1 1 5 0,-2 0-1 0,-1 6 1 0,-1 6-1 0,2 5 11 0,-6 2-11 0,-2 2 17 0,-5 4-16 0,1 2-1 0,-4 1 1 0,-1 1-18 0,-1 0-9 0,0-3 26 0,-10 2-38 0,-3-1-1 0,-1-1 15 0,-6 1 7 0,-1-3 68 0,-5-3-30 0,1-1 0 0,-3-4-26 0,0 1 97 0,-6-2-36 16,9-6-10-16,-2-3-45 0,2-4-41 0,5-1 0 0,0-1 41 16,1 0-75-16,5 0 33 15,6-1-1-15,2-7-173 0,2 2 92 0,2-3 53 16,-1 3 12-16,3-3-154 31,0 4 65-31,0-1 51 0,0 2-10 0,5-2-405 0,2 1 208 0,1-1 118 0,3 4 54 0,1-1-418 0,-1 1 236 0,5-3 118 16,-1 0-319-16,2 3 224 0</inkml:trace>
  <inkml:trace contextRef="#ctx1" brushRef="#br0" timeOffset="134658.46">22919 8418 1003 0,'0'-11'0'0,"0"1"0"0,0 3 0 0,0 1 0 0,0-4 0 0,0 5 0 0,0 0 173 0,0-4-58 0,-2 3-43 0,1 3 202 15,-4 0-118-15,3-2-59 0,-1 3-29 0,-4-2 115 16,1 2-77-16,1-1-34 16,-2 1 0-16,-2 2-8 0,1 0 1 0,-3 0-17 0,2 0 20 0,-3 0 1 15,0 5-31-15,-1 1-20 0,-2 2 21 0,-1 2 8 16,0 2-8-16,2 0 27 0,-2 5-28 0,-1 2 1 15,1 0-1-15,-1 5 71 16,3-1-41-16,2 1 1 0,1 3-31 0,6-1 48 16,2 0 0-16,1 5-38 0,2-5 91 0,2 0-50 15,8 1-26-15,7-1 6 0,2-2-69 0,7 1 0 16,-1-5 0-16,1 1 0 0,0-4 0 0,4 0 0 16,1 1 0-16,-5-5 0 0,-1-2 0 0,1-3 0 15,-3 0 0-15,0-3 0 0,-1 2 0 0,-4-5 0 16,-3-2 0-16,-2 0 0 15,-4 0 0-15,-1 0-137 0,-1 0 38 0,-5-2 20 0,0 1 28 0</inkml:trace>
  <inkml:trace contextRef="#ctx1" brushRef="#br0" timeOffset="134698.35">23064 8910 3372 0,'0'-1'-117'0,"0"-2"38"0,0 1-9 0,0 1-151 0,0-1 101 0,-4 2 48 0,1 0 26 0,-1 0-483 0,1 0 244 0,0 0 137 0,2 0-197 0,1 0 172 0</inkml:trace>
  <inkml:trace contextRef="#ctx1" brushRef="#br0" timeOffset="135718.01">23160 8633 1022 0,'-5'0'0'0,"2"0"0"0,2 0 0 0,-1 0 0 0,2 0 0 0,0 4 0 0,0 1 403 15,2 0-187-15,4 2-90 0,7 0-45 0,2-2 188 16,3 4-116-16,2-3-49 0,1-1 1 0,1-1-35 16,2 1 0-16,-1-2-75 0,-1-2 41 0,6 2 10 15,-8-3-10-15,0 0-61 0,-1 0 31 0,-3 0-1 16,-1-6 32-16,-2-2-68 0,-4-2 29 0,0-2 0 31,-7 0 39-31,1-2-117 0,0-1 49 0,-3-3 7 0,0 2-51 0,0-1 33 16,-8 0-1-16,-4-2 30 78,1 2-12-78,-3-3 12 0,0 8 8 0,-1-1-12 0,-3 2 11 0,0 5-15 0,0 0 12 0,-5 6 43 0,3 0 3 0,-2 0-48 0,-2 15 4 0,-2 6 400 0,-3 5-179 0,5 6-81 0,1 4 173 0,2 1-134 0,6 4-68 0,4 0 99 0,0 3-203 0,11-5 0 15,0 2 0-15,8-5 0 0,11 0 0 0,6-4 0 16,3 2 0-16,3-11 0 0,1-3 0 0,3-3 0 16,2-6 0-16,-1-1 0 0,3 1 0 0,-6-9 0 15,-2-2-10-15,0 0-306 0,-4 0 163 0,0 0-625 16,1-7 362-16,-7-2 194 0,-2-2 93 0,-2-5-239 16,0 2 165-16,-2-3 83 0</inkml:trace>
  <inkml:trace contextRef="#ctx1" brushRef="#br0" timeOffset="136246.81">23556 8132 425 0,'-11'-17'0'0,"5"8"0"0,3 0 0 0,1 1 0 0,2-3 0 0,0 2 0 0,0-2 243 0,9 2-107 0,4 1-50 15,4-1 240-15,2 2-145 0,4 0-72 0,1 0 48 125,2 5-65-125,-2 1-28 0,1 1 1 0,1 0-94 0,-1 1 33 0,1 8 8 0,-7 2 25 0,-2 3-150 0,-3 1 75 0,-5 2 37 0,-4 3 1 0,-3 5 45 16,-2-2-8-16,-4 2-1 0,-11-1-233 0,-4 3 101 0,-2-3 16 0,-6 4 117 0,2-9-18 0,-5 1-30 0,1-5-17 0,0 0 244 0,-1-3-103 0,-3 2-54 0,8-7-14 0,3-2 265 0,1-5-125 0,6 0-75 0,5 0-36 0,-3 0 208 0,12 0-127 0,1 0-59 15,0 0-7-15,1-4-27 0,10 3 1 0,6 1-18 16,2-3 25-16,3 3-1 0,1 0-32 0,2 0-54 16,-1 0 27-16,2 0 9 0,-2 0 17 0,2 0-241 15,-3 3 121-15,-1-3 60 0,6 5 40 0,-8-5-619 16,0 1 292-16,-1-1 103 0,-2 3-147 0,-3-3 159 16,3 0 71-16,-7 0-406 15,-2 0 247-15,-2 0 124 16,1-3 62-16,-2-3-159 0,1-1 124 0</inkml:trace>
  <inkml:trace contextRef="#ctx1" brushRef="#br0" timeOffset="136945.2">23981 8099 1464 0,'-4'-10'0'0,"-1"2"0"0,-3-2 0 0,7 3 0 0,1 1 0 0,0 2 0 0,0 0-1 0,2 1 66 0,10 3 10 0,2-3-41 16,4 3 1-16,2 0 461 0,3 5-231 0,2 4-114 15,-2 0 31-15,2 2-77 0,-3 1-34 0,1 1-82 16,-3 4 24-16,-2-1 0 0,-2 6 33 0,-7-2-132 16,-2 3 61-16,-6 2 31 0,-1 3 1 0,-6-1 12 15,-9 7 25-15,-10-3-8 0,-3-3-39 0,-3 0 74 16,-5-4-41-16,3-2-14 0,-5-2 120 0,7-8-60 15,3-3-22-15,2-6-111 32,4-3 48-32,6 0 0 0,-2-2 69 0,16-6-484 0,2-6 215 0,0-3 110 0,8-2 44 0,11 1-663 15,1-3 331-15,4 2 180 0,-1 2 84 0</inkml:trace>
  <inkml:trace contextRef="#ctx1" brushRef="#br0" timeOffset="137326.97">24389 8081 600 0,'4'0'0'0,"-3"-3"0"0,1 3 0 0,-1-4 0 0,-1 3 0 0,2-3 0 0,-2 2 0 0,1-1 261 0,-1 0-112 0,0 0-46 0,0 1-38 0,0 0 149 0,0-2-89 0,0 1-44 0,0 3 0 0,0-4 91 0,0 2-72 0,-1 0-31 0,-4 0-1 0,-3 2 92 0,1 0-61 0,-2 0-22 15,-1 0 48-15,-2 0-43 0,1 0-1 0,-3 7 137 16,0 3-90-16,-3 1-37 0,4 2-8 0,-2 4 199 16,0 1-122-16,2 2-62 0,5 1-30 0,-3 4 23 15,7 0-91-15,3 2 0 0,1-1 0 0,0 2 0 16,8-2 0-16,7 1 0 15,3-4 0-15,6 0 0 0,1-5 0 0,1-3 0 0,3-3 0 16,1 2 0-16,-2-9 0 0,0-4 0 16,-3-1 0-16,-2 0 0 0,-3-1-48 0,1-6-620 15,-11-2 320-15,-2 1 155 0,-3-2 79 0,-4 1-541 16,-1-3 300-16</inkml:trace>
  <inkml:trace contextRef="#ctx1" brushRef="#br0" timeOffset="138852.26">24536 8806 2707 0,'-8'-1'0'16,"1"-2"0"-16,2 0 0 0,-1 3 0 0,4 0 0 0,2 0 0 0,0 0 0 0,8 7 0 0,6 2 0 0,6-3 0 0,1 2 0 0,3 0 0 0,4-2 324 0,0 1-142 0,2 0-63 0,0-3-45 0,-2 0-27 16,1 0-9-16,2 1 0 0,0-5 0 0,2 0-166 15,-6 3 78-15,-2-3 44 0,-5 0-139 0,0 0 92 16,-4 0 46-16,-3-3 9 0,-4 3-541 0,-2-6 200 16,-5-1 154-16,0 0-449 0,2-2 297 0</inkml:trace>
  <inkml:trace contextRef="#ctx1" brushRef="#br0" timeOffset="139246.82">25353 8553 1670 0,'-10'0'0'0,"1"0"0"0,0 0 0 0,1 4 0 0,-3 4 0 0,2 1 193 0,0 6-77 0,3 2-39 16,-2 4 502-16,2 6-271 0,4 4-125 15,2 0-77-15,0 2 273 0,1 3-171 0,11-5-96 16,7 0-112-16,5 3 0 0,1-11 0 0,6 0 0 16,0-6 0-16,0-5 0 0,6 0 0 0,-5-7 0 15,-2-5 0-15,2 0 0 0,-1-2 0 0,-1-13 0 16,1-2 0-16,-9-7 0 0,-2 0 0 0,-4-3 0 16,-3 0 0-16,-5-4 0 15,-2-2 0-15,-6 4 0 0,0 1 0 0,-7-2 0 0,-9 3 0 0,-4-1 0 16,-5-2 0-16,-4 10 0 15,-1 5 0-15,-5 4 0 0,-1 6 0 0,-2 3 0 110,-3 1 0-110,8 1 0 0,1 6 0 0,7 7 0 0,3 5 0 0,6 1 0 0,-2 3 0 0,15 0 0 0,3 3 0 0,0 1 0 0,1 0-686 0,14-1 106 0</inkml:trace>
  <inkml:trace contextRef="#ctx1" brushRef="#br0" timeOffset="141104.03">26271 8686 2071 0,'-12'-8'0'0,"8"3"0"0,1 4 0 0,0 0 0 0,3-3 0 0,0 3 0 0,3 0 0 0,9 0 0 0,7-2 0 0,0 1 512 16,10-3-237-16,2-2-107 15,2 2-70-15,0 0 94 0,0 0-76 0,1 0-209 0,2 0 66 0,3 3 43 16,-7 0-9-16,-1-1-474 0,-2 2 254 16,-2 1 126-16,-2 0 63 0,5 0-395 15,-9 0 125-15,-2 0 139 0</inkml:trace>
  <inkml:trace contextRef="#ctx1" brushRef="#br0" timeOffset="141430.28">27297 8126 1282 0,'-12'-20'0'0,"4"4"0"0,-5 7 0 0,-1-1 0 0,1 6 0 0,-1 2 550 0,-1 2-256 0,0 8-127 16,-4 8-65-16,2 7 275 0,0 4-175 0,4 4-81 94,-2 5-42-94,9 3 129 0,1 4-84 0,2 5-34 0,3-2-9 0,0 1-43 0,8 3 0 0,4 2 140 0,7 1-178 0,-1 8 0 0,-3-11 0 0,0-1 0 0,-4-2 0 0,-4 2 0 0,-4-3 0 0,-1 8 0 0,-2-13 0 0,0-3 0 0,-12 1 0 0,-5-6 0 0,-2 4 0 0,-3-13 0 15,1-4 0-15,-5-6 0 0,5-6 0 0,-3-4 0 16,-1 1-279-16,10-5 57 0,1-3 71 0,4-7-477 15,5-6 295-15,3-1 147 0,2-2 64 0,2-4-584 16,13 1 334-16</inkml:trace>
  <inkml:trace contextRef="#ctx1" brushRef="#br0" timeOffset="141676.1">27347 8918 845 0,'6'3'0'0,"-2"3"0"0,-1-1 0 0,4 3 0 0,-2 2 0 0,-1 1 625 47,0 4-284-47,4 1-156 0,-2-3 287 0,3 4-217 0,1 0-108 0,1-3-37 0,3 1-27 0,0-3-9 0,4-2-36 0,-2-6-67 0,2 1 34 0,1-5-1 16,0 0 44-16,-4-5-199 78,-4-9 95-78,0-3 47 0,-5-1 0 0,-4-2-66 0,0-3 66 0,-2 0-30 0,-2 1 17 0,-10 0-6 0,-3 0 26 0,-1 2 72 15,-2 1-40-15,-2 6-8 0,-2 2-31 0,2 4 173 0,-2 2-77 0,2 4-21 0,-2-3-22 0,8 4-25 0,3 0 9 0,0 0 32 0,4 6-25 0,3 0-398 0,4 3 188 0,0-1 87 16,2 1-553-16,5-3 290 0,8-2 157 0,2 0 68 16,2-4-411-16,-1 0 249 0</inkml:trace>
  <inkml:trace contextRef="#ctx1" brushRef="#br0" timeOffset="141975.7">27704 8041 2073 0,'0'-21'0'0,"-1"7"0"0,0 4 0 0,1 3 0 0,0 0 0 0,0 3 0 0,5 0 0 0,6 2 266 0,4 2-114 0,0 0-57 0,0 3 19 0,3 7-38 0,2 1 9 16,-4 1-47-16,0 3-91 0,-3 1 45 0,-3 3 1 15,-2 1 45-15,-3 4-224 16,-5-4 107-16,0 1 59 0,0 0-42 0,-10-4 49 15,-3-1-24-15,0 2 211 0,-2-5-106 0,4-5-32 32,-4-1-43-32,2-3 329 0,2 1-140 0,2-5-81 0,1 0-15 0,2 0 53 0,4 0-49 0,2 0-27 15,0-2 10-15,11-1-153 0,6-4 60 0,2 3 28 16,4-1-437-16,4 2 233 0,5-1 127 0,-2 3 48 16,3-3-816-16,2 4 399 15,4 0 200-15</inkml:trace>
  <inkml:trace contextRef="#ctx1" brushRef="#br0" timeOffset="142393.79">28390 8459 758 0,'-2'0'0'0,"-1"0"0"0,3-2 0 0,0 1 0 0,0 1 0 0,0 0 385 15,1 0-174-15,5 0-78 0,7 1-52 0,0 7 107 16,1 0-75-16,1 4-39 0,0 0 4 0,0 2-32 15,-5 1-9-15,1 1-31 0,-4 2 31 0,-3 1 0 16,-3 3-1-16,-1 2 75 0,0 0-42 0,-8-1 0 16,-9 0-32-16,-2 1 106 93,-6-5-52-93,-3 1-19 0,1-5-8 0,-3-3-78 0,1-3 26 0,-1-4 0 0,1-2-123 0,-4-3 84 0,10 0 27 0,4 0 0 0,2-3-475 0,7-5 217 0,4-3 128 0,5-4-470 0,1 0 286 0,7-1 138 0</inkml:trace>
  <inkml:trace contextRef="#ctx1" brushRef="#br0" timeOffset="142589.24">28607 8390 2060 0,'-7'-5'0'0,"-4"-2"0"0,0 2 0 0,-1 5 0 0,0 0 0 0,-4 0 0 0,-2 9 0 0,-2 6 0 0,-2 8 329 0,5 0-151 0,0 4 70 16,4 3-106-16,3 1-52 0,2 4-18 0,8-3 159 15,0 1-98-15,2-3-48 47,13 2-24-47,2-4-62 0,5 1 47 0,0-6-9 0,3-2-1 0,1-4-161 0,0-2 80 0,1-4 42 0,2 2-290 0,-6-9 156 0,-1-1 85 0,-1-3-276 0,-2 0 161 0,-2 0 20 16,2 0 54-16,-8-7-517 16,3-4 286-16,-4-2 144 0</inkml:trace>
  <inkml:trace contextRef="#ctx1" brushRef="#br0" timeOffset="143060.01">28902 8584 1295 0,'-9'0'0'0,"4"0"0"0,-1 0 0 0,-1 0 0 0,5 0 0 0,1 5 508 15,1 0-235-15,0 4-118 32,4-2-58-32,9 3 95 0,5-3-82 0,2-1-36 0,4 1-1 0,3 0-3 0,2-4-1 0,5 1-22 15,-6-4-73-15,3 0 32 0,-2 0 0 0,1 0-140 16,-3-3 86-16,1-6 52 0,-7-1-9 0,-3 0-161 15,-6-4 69-15,-3 2 59 16,-6-3-29-16,0-1-31 0,-3-1 7 0,-6 0 35 16,-9-4-24-16,-5 3 19 0,-3-1 12 0,-1-1 2 15,-4 6 67-15,1 2-29 0,-3 6 0 0,3 5 218 16,-4 1-109-16,1 0-66 0,3 12-6 0,2 9 269 16,5 5-128-16,1 3-77 0,7 5-11 0,5 0 178 15,7 0-115-15,0 1-53 0,2-1-27 0,15 0 16 16,3 0 1-16,6 4-34 0,2-12-46 0,3 2 0 15,8-3 37-15,0-4-264 16,3-8 132-16,7 1 75 0,-4-11 23 0,1-3-553 0,1 0 249 0,-2-9 147 16,-4-6 20-16,10-2-513 0,-15 0 309 0,3-3 150 15,-4-6 75-15</inkml:trace>
  <inkml:trace contextRef="#ctx1" brushRef="#br0" timeOffset="143306.04">29497 8165 1389 0,'-14'-12'0'0,"7"3"0"0,5 5 0 0,2 0 0 0,0 1 0 0,10 2 0 0,9 1 416 0,2 0-190 0,7 0-94 32,-1 4-39-32,-2 3 200 0,4 3-127 0,-4 1-66 0,-1-1-31 0,-2 4-50 0,1 2 27 0,-11-1-9 46,-1 6-56-46,-10 0 28 0,-1 1 0 0,0 2-142 0,-15 1 94 0,-7-3 33 0,-6-3 0 0,-7-2-148 0,0 0 91 0,-4-6-17 0,0-3 43 0,7-5-253 16,3-3 131-16,3 0 43 0,6-4 39 0,7-11-303 16,3-5 163-16,10-4 94 15,1-4-157-15</inkml:trace>
  <inkml:trace contextRef="#ctx1" brushRef="#br0" timeOffset="143480.94">29777 8017 901 0,'1'-2'0'0,"2"-4"0"0,-1 5 0 0,-2-1 0 0,0 2 0 0,0 0 36 0,0 0-36 0,-2 11 964 0,-4 4-468 0,2 0-229 0,1 7-116 0,3 1 408 0,0 2-262 0,0 2-120 0,3 0-94 0,9-1-83 0,2 3 0 0,5-1 0 0,7-3 0 0,1 3-399 0,2-10 164 0,1 0 136 0,2-7-732 0,-3-4 387 0,1-7 229 0,1 0-369 0</inkml:trace>
  <inkml:trace contextRef="#ctx1" brushRef="#br0" timeOffset="143621.76">30082 8053 1313 0,'-3'-4'0'0,"1"-2"0"0,2 2 0 0,0 2 0 0,0 2 0 0,0 0 362 0,5 0-163 0,6 6-72 0,2 4-50 0,-2 1 401 0,5 3-221 0,-2-3-110 0,-1 2-361 0,1 0 135 0,0 1 53 0,0-3 31 0,-3 2-708 0,2-5 367 0,-2 1 183 0,3-1-597 0</inkml:trace>
  <inkml:trace contextRef="#ctx1" brushRef="#br0" timeOffset="143773.13">30320 7967 1236 0,'0'-3'0'0,"-2"-4"0"0,-2 4 0 0,-2 3 0 0,3 0 0 0,-2 0 0 0,-2 13 411 16,-2 6-178-16,-1 6-103 0,0 5-47 0,-5 7 422 15,-2 4-235-15,-2 1-116 0,-2 10-50 0,-1-5-78 31,-1 3 11-31,-1-3 0 0,3-2-522 0,1-3 261 0,0 3 140 0,10-14-789 0,3-6 440 0,4-8 219 16</inkml:trace>
  <inkml:trace contextRef="#ctx1" brushRef="#br0" timeOffset="144290.23">30679 8560 1077 0,'-3'-9'0'0,"-2"1"0"0,0 0 0 0,-1-1 0 0,0 3 0 0,1-4 0 0,-4 3 0 0,2 1 141 0,-1-1-51 0,-1-1-28 15,0 2 252-15,-2-2-129 0,4 1-80 0,-4 2 180 16,2 0-124-16,-1 2-63 0,-1 0-30 0,-4 3 109 15,1 0-74-15,-2 8-34 16,-3 9 0-16,0 5 73 0,1 6-52 0,-4 5-19 0,5 3 42 0,1 0-38 16,3 3 0-16,0 0-39 15,6-2 80-15,-2 3-30 0,9-9-10 0,0-3-100 16,0-3 31-16,9-8-1 0,5-3 30 0,4-5-188 16,4-9 89-16,0 0 50 15,2-13 24-15,0-4-361 0,2-12 176 0,2-1 53 31,-7-3-274-31,0-2 180 0,1-2 89 0,-2-2 45 0,-1-5-66 0,6-6 46 16,-7 4 37-16,-3-8-94 0,2-5 60 0,-1-5 31 16,2-5 1-16,0-9-28 0,-4 12 34 0,-4 9-1 0,-1 10 25 15,-6 12 270-15,-1 11-135 0,-2 7-76 0,0 17 388 0,-7 0-191 16,-4 13-117-16,1 9-9 0,-6 5 154 0,4 8-77 16,2 4-67-16,-2 4 279 15,0 3-174-15,3 4-85 0,-2 7-36 16,4-10 54-16,-1 3-142 0,1-1 0 0,3-2 0 0,-2 0 0 15,0 9 0-15,5-17 0 0,-1 0-277 0,2-1 1 0,0-9 156 0,0-5 78 16,2 3-848-16,8-18 422 0,1-6 216 0,4-3-222 16</inkml:trace>
  <inkml:trace contextRef="#ctx1" brushRef="#br0" timeOffset="144490.65">30984 8388 1647 0,'4'-4'0'0,"0"-1"0"0,0 4 0 0,2 1 0 0,-1 0 0 0,1 0 0 0,0 4 0 0,1 4 0 0,-1 7 607 94,2-2-277-94,0 1-151 0,-2 2-207 16,-1 1 32-16,3-5 0 0,-1 3 32 0,-2 0 10 0,3-6-10 0,-2 1 0 0,2-1-937 0,1-4 445 0,1-2 223 0,4-3 109 0</inkml:trace>
  <inkml:trace contextRef="#ctx1" brushRef="#br0" timeOffset="144672.6">31329 8226 856 0,'7'-19'0'0,"1"4"0"0,-5 2 0 0,3 2 0 0,-4 8 0 0,-1 2 238 0,-1 1-101 0,0 0-51 16,0 6-24-16,-7 10 416 0,-6 9-225 0,-4 4-109 78,-5 9 344-78,-5 6-226 0,0 7-113 0,-8 5-48 0,1 0 178 0,0 2-121 0,-1 6-62 15,-8 7 15-15,3 4-78 0,-6 9-33 0,9-18 0 0,0 2 0 0,4-5 0 0,8-7 0 0,1-8 0 0,4-4 0 0,8-23 0 0,7-9 0 0,3-6-22 0,2-6-84 0,0 0 28 0,0 0 55 16,0-6-540-16,0-3 266 16,0-3 117-16,0 0-756 0,3-1 450 0</inkml:trace>
  <inkml:trace contextRef="#ctx1" brushRef="#br0" timeOffset="144821.48">31219 8992 983 0,'-14'0'0'0,"5"0"0"16,8 0 0-16,1 0 0 0,1 0 0 0,6 0 0 0,-2 1 0 0,-3-1 0 0,2 0-260 0</inkml:trace>
  <inkml:trace contextRef="#ctx1" brushRef="#br0" timeOffset="145985.57">27204 9402 1159 0,'-23'-3'0'0,"2"0"0"0,6 3 0 0,5 0 0 0,1 6 0 0,9 3 0 0,0-1 0 0,1 1 213 0,12 0-87 0,9 0-44 0,6 2 337 15,10-5-195-15,11-1-93 16,6-1-46-16,12 0 329 0,11-2-187 0,17-1-85 16,-1-1 91-16,21 0-97 0,22 0-49 0,23-3-25 31,17-4 129-31,30 2-191 0,-15 2 0 0,14 2 0 0,9-2 0 0,4 3 0 0,3 0 0 0,20 0 0 15,-38-7 0-15,1-3 0 16,-3-4 0-16,-2-1 0 0,-11 3 0 0,4 0 0 16,-49 7 0-16,-4 3 0 0,-9 0 0 0,-12 2 0 15,-7 0 0-15,-36 0 0 0,-7 0 0 0,-9 3 0 16,-14 2 0-16,-7-3 0 0,-8 4 0 0,-13-4 0 31,-7-2 0-31,-5 0 0 0,-5 0 0 0,-1 0 0 0,0 0 0 0,-13-2-87 0</inkml:trace>
  <inkml:trace contextRef="#ctx1" brushRef="#br0" timeOffset="154719.82">9720 10588 1687 0,'-2'-1'0'0,"-4"-6"0"0,5 4 0 0,1 3 0 0,0 0 0 0,1 0 0 0,12 3 0 0,6 4 180 0,1 0-76 0,2-2-33 0,4 2 213 0,3-2-123 0,0-2-62 0,5 6-21 0,-2-8-88 0,-2 4 1 0,3 0 47 16,-2-3-1-16,-4 2-145 0,3-1 82 0,-8-2 26 16,-4 2-527-16,-4 1 249 0</inkml:trace>
  <inkml:trace contextRef="#ctx1" brushRef="#br0" timeOffset="154977">9800 10899 1500 0,'-22'6'0'0,"8"3"0"0,1-4 0 0,5 2 0 0,8-2 0 0,0-1 0 0,0-3 572 16,11-1-267-16,8 0-125 0,4 0-76 0,4 0 344 16,2-1-205-16,2-3-103 0,3-1-52 0,2 0-316 15,-4 1 128-15,1 1 68 16,-1-2-769-16,0 4 419 0,-1 0 209 0,5-4-391 0</inkml:trace>
  <inkml:trace contextRef="#ctx1" brushRef="#br0" timeOffset="155309.29">10550 10822 1478 0,'-20'-8'0'0,"2"-1"0"0,2 1 0 0,0 0 0 0,6-8 0 0,-3-3 0 0,9 0 0 0,4-3 562 0,0-2-262 0,3 0-132 16,13-1-65-16,4-4 232 0,1 6-154 0,6 5-72 16,2 1 80-16,1 3-75 0,1 4-39 0,4 3 0 15,-6 4-9-15,-1 3-29 16,-2 0 1-16,-2 12-50 0,1 4 35 0,-11 7-10 15,-2 6 24-15,-7 2-143 0,-4 7 72 0,-1 0 36 16,0 3-101-16,-11-4 59 0,-7-2 0 0,-2 2 26 16,-4-2 80-16,1-3-31 0,-8 2-23 0,1-9 234 15,-4-6-234-15,2-2-12 0,0-8 0 16,2-6 0-16,1 3 0 0,10-6 0 0,5 0 0 0,6-4 0 31,4-1 0-31,4-4 0 0,0 3 0 0,7-1 0 31,15 3 0-31,7-3 0 0,3 3 0 0,4 1 0 0,3 1 0 0,-2 0 0 0,0 1 0 0,1 1 0 0,-1 0 0 0,3 0-120 16,4 0-289 0,-9 0 191-16,-1 0 90 0,0 0-325 15,-4 0 207-15,0 0 105 0</inkml:trace>
  <inkml:trace contextRef="#ctx1" brushRef="#br0" timeOffset="155572.7">11072 10647 2027 0,'-3'-4'0'0,"1"-3"0"0,2 1-1 0,0 2 1 0,0 2 0 0,5 1 0 0,10-4 0 0,5 5 0 0,4 0 604 0,4 0-284 0,5 0-141 31,2 6-71-31,2 5 134 0,-2 1-107 0,-3 2-49 0,-2 4-24 0,-5 3-74 16,-7 0 24-16,-2 5 10 0,-14-2-47 0,-2 5 31 16,-7 0 0-16,-15 2 31 0,-9-1 1 0,-3 1 8 15,-3-6-8-15,-3-4-46 31,0-5 0-31,1-2 25 0,5-5-21 0,-1-1-124 0,11-8 24 0,7 0 55 0,9-9-5 0,8-9 26 0,0-9-16 0,14-4 52 63,11-1-578-63,6-7-254 0,3 0 393 0,2 1 197 0</inkml:trace>
  <inkml:trace contextRef="#ctx1" brushRef="#br0" timeOffset="155693.51">11432 10587 736 0,'14'-18'-1'0,"3"0"0"0,-7 10-1 0,-7 2 1 0,-1 4 0 0,-2 2 686 0,0 0-325 0,-2 12-154 0,-6 6 328 0,-7 4-249 0,2 5-124 0,-2 3-62 0,2 3 663 0,-4 3-653 15,8-2-109-15,1-3 0 0,5 1 0 0,3 0 0 0,0 1 0 0,0 3 0 16,14-7 0-16,9 0 0 0,4-6 0 0,5-1 0 16,7-7-196-16,8-2 92 0,-5-11-884 0,2-2 451 15,-2-2 250-15,-3-10 125 16</inkml:trace>
  <inkml:trace contextRef="#ctx1" brushRef="#br0" timeOffset="156029.6">11778 10700 1689 0,'-1'0'0'0,"-6"0"0"0,1 0 0 0,2 0 0 0,4 0 0 0,0 0-2 0,0 1 319 0,6 4-142 0,8 1-62 0,4 0 418 0,5-2-249 0,3-1-123 15,2-1-61-15,3-2-41 0,2 0-12 0,-3 0-9 16,-1 0 1-16,2-3-1 0,-3-8 1 0,-1 1-1 16,-1-4-822-16,-10 2 406 15,-1 0 209-15,-10-3-138 0,-3-1 151 0,-2-1-7 16,-5-1 55-16,-14 1 55 0,-2 3 18 0,-5-1 1 15,-3 4-1-15,-1 3 180 0,-2 2-99 0,2 6-36 16,0 0 0-16,-1 7-44 0,3 9 0 0,2 3 426 16,0 5 239-16,9 6-278 0,7 0-158 0,5 5 82 109,5 1-120-109,0 3-59 0,6 2-20 0,14-4 157 0,5-1-233 0,5-3 0 0,3-1 0 0,4-3 0 0,1-9 0 0,3-6 0 0,0-2 0 0,1-9 0 0,3-3 0 0,1 0 0 0,-6-7-313 0,-4-10 9 0,-3-3 164 0,-4-2-757 0,-2-2 431 0,1 0 205 0,-11 0 117 0</inkml:trace>
  <inkml:trace contextRef="#ctx1" brushRef="#br0" timeOffset="156298.32">12193 10270 1620 0,'0'-7'0'0,"0"-3"0"0,4 1 0 0,3 5 0 0,6-2 0 0,2 1 0 0,5 5 214 15,2-3-89-15,6 3-35 0,-2 0 263 0,2 3-158 16,-1 7-80-16,-3-1-151 0,-3 2 36 0,-3 4 10 16,-11 0 26-16,-4 3-95 0,-3 1 47 0,-4 2 25 15,-12-2-1-15,-4 4-39 0,-2-6 28 0,-1-1-1 16,-4-1 160-16,2-1-62 16,0-4-54-16,2 5-13 0,8-11 279 0,2 1-137 0,4-2-69 0,4-1 28 46,5 1-48-46,0-3-14 0,5 0-10 0,17 0-67 0,3-3 1 0,8-2 34 0,1-4-28 0,2 0-115 0,2 1 49 0,-1-4 52 16,2 2-701-16,-5-2 359 0,4 1 115 0,-9-2 114 16,-5 5-686-16,-5-5 388 0</inkml:trace>
  <inkml:trace contextRef="#ctx1" brushRef="#br0" timeOffset="156537.64">12642 10176 1971 0,'-2'-6'0'0,"2"0"0"0,0 0 0 0,0 2 0 0,0 2 0 0,2 1 0 0,7 1 0 0,0 0 0 0,4 3 328 0,1 7-151 0,-2 2-70 0,5 5 251 16,-7 1-161-16,0 3-80 16,-2 3-32-16,-5 0 33 0,-1 0-41 0,-2 0 0 0,-3 3-40 0,-10-2-1 15,-4 2 9-15,-3-5-35 16,-6 0-202-16,2-6 114 0,1-3 57 0,1-5-399 0,1 0 217 16,6-8 45-1,6 0 80-15,3-6-617 63,6-11 330-63,1-5 164 0,13-5 74 0,9-3-399 0,5 1 245 0</inkml:trace>
  <inkml:trace contextRef="#ctx1" brushRef="#br0" timeOffset="156640.16">12861 10173 1806 0,'7'-9'0'0,"2"-3"0"0,-4 7 0 0,0 1 0 0,-4 1 0 0,-1 3 0 0,0 0 0 0,-6 7 0 0,-5 7 767 0,-2 1-366 0,1 6-182 0,1 0 462 0,0 3-624 0,6 2-57 0,2-4 0 0,3 3 0 0,0-1 0 0,0-3 0 16,3 8 0-16,13-7 0 0,1-1 0 0,5-2 0 0,6-5 0 0,3-3-196 0,5 0 104 15,-2-11 60-15,3 0-1297 0</inkml:trace>
  <inkml:trace contextRef="#ctx1" brushRef="#br0" timeOffset="159348.66">31288 7306 1281 0,'0'-12'0'0,"2"0"0"0,-1-2 0 0,1-2 0 0,0 2 0 0,0 0 0 0,-2 0 0 0,0-1 0 0,0 2 0 0,0-4 89 63,-2 6-11-63,-2-1-39 0,-1 1 0 0,-2 0 0 0,-1 1 0 0,1-1 9 0,1 5 107 0,-4 1-58 0,3 3-29 0,-4 2 55 0,3 0-42 0,-6 0 9 109,1 12-51-109,-2 11 38 0,3 5-38 0,-5 6 0 0,5 4 0 0,0 6 36 0,3-5-10 0,5 0-26 0,3-5 0 0,1 0 0 0,0-4 0 0,0 0 9 0,4-11-37 0,11-2 28 0,-1-5 0 0,4-6-29 0,1 0 10 0,3-6 19 0,1-6-1 0,1-12-61 0,3-6 28 0,-3-6 1 0,6-5 19 0,-5-4-240 0,-1-2 114 0,-1-3 46 16,-2-2-94-16,1-2 58 0,0-7 41 0,-9 3-2 16,1-1-160-16,-4-3 69 0,-3 0 52 0,-2-4-76 0,2-6 54 0,-6 18 42 15,-1 9 0-15,0 9 103 16,-8 13-36-16,1 10 0 0,-2 4-45 0,2 3 270 0,0 19-130 0,-4 8-64 15,6 9 309-15,-5 8-155 16,5 6-90-16,0 0-9 0,3 4 122 0,-1 0-56 0,1 4-54 16,0-1 91-16,0 10-64 0,2-13-45 0,0 3-1 0,0 1-133 15,0-1 48-15,0-3 1 0,8 4 58 0,0-17-520 16,2-4 255-16,2-7 109 0,4-10-603 0,-1-7 315 16,6-3 169-16,-2-10 98 0</inkml:trace>
  <inkml:trace contextRef="#ctx1" brushRef="#br0" timeOffset="159677.93">31749 7211 1460 0,'-5'-4'0'0,"5"1"0"16,0 3 0-16,0 0 0 0,2 0 4 0,10 0-28 0,1 7-1 0,1 2 632 0,4 0-284 16,0 2-132-16,0-3-82 0,0 1 212 15,2-3-141-15,1 1-70 0,-2-2-140 0,4-1 44 16,-3-1-9-16,-1-3 34 0,-2 0-1 0,1 0 1 15,-6 0 0-15,0-6-187 32,-2-5 89-32,-5-1 48 0,-5-1 26 0,0-3-392 0,0 2 192 0,-3-6 17 0,-12 5 77 0,-1 1-71 0,-3 0 62 0,-4 5 31 15,0 2-1-15,-6 4 21 16,3 3 11-16,-1 3-1 0,0 12 314 0,3 2-146 16,5 6-80-16,-3 2 149 0,11 2-80 0,5 5-60 15,6 0 11-15,0 2 238 0,2 0-136 0,11 3-43 47,6-5-49-47,6-5 42 0,5-3-41 0,-2-3 0 0,6-7-211 0,5 0 95 0,-5-10 33 0,-1-4 0 0,5 0-458 0,-2-1 244 0,0-11 86 0,4-7-693 16,-8-2 397-16,-2-3 195 0,-1-1 96 0</inkml:trace>
  <inkml:trace contextRef="#ctx1" brushRef="#br0" timeOffset="159908.03">32280 6846 1734 0,'-3'-17'0'0,"3"5"0"0,0 4 0 15,7 1 0-15,10 3 0 0,3 1 0 0,-3 3 0 0,0 0 0 0,-3 7 274 0,-1 6-117 0,1 4-49 0,-9 0 105 32,2 4-87-32,-6 4-43 0,-1 0 0 0,0 2-177 0,-10 1 77 0,-4-4 23 0,-4 0 0 0,-1-2-11 15,-3-4 1-15,0 1 43 0,-2-1-139 0,4-5 64 16,0-5 36-16,1-1 0 0,4-6-373 0,2-1 186 15,4 0 38-15,6-1-301 16,3-12 205-16,0-3 103 0,8-3 52 0,11-4-320 0</inkml:trace>
  <inkml:trace contextRef="#ctx1" brushRef="#br0" timeOffset="160083.2">32535 6784 1485 0,'0'-6'0'0,"-4"3"0"0,-2 2 0 0,-3-2 0 0,5 3 0 0,-2 0 0 0,-3 0 0 0,3 11 522 0,-1-1-240 0,0 5-113 15,4 0 148-15,2 0-138 0,1 5-71 0,0-2-34 16,0 2 0-16,1 1-25 0,7-3-10 0,3 1-76 16,4-2 38-16,-1 2 0 0,0-2 38 0,4 1-499 15,-1-5 245-15,0-3 127 0,-2-1 63 16,2-3-798-16,-4-3 392 0,4 1 187 0</inkml:trace>
  <inkml:trace contextRef="#ctx1" brushRef="#br0" timeOffset="160247.76">32691 6875 1427 0,'-7'-5'0'0,"-1"0"0"0,7 4 0 0,1 0 0 0,0 1 0 0,0 0 34 0,9 0 1 0,-1 7-35 0,3 0 590 0,2 1-266 0,-1 2-147 0,3 1-39 0,-2-1-49 0,-2 2-25 0,3-4 0 0,1 6-532 0,-4-5 249 0,0 2 129 0,0-4 65 0,-1 2-785 0,0-3 389 0</inkml:trace>
  <inkml:trace contextRef="#ctx1" brushRef="#br0" timeOffset="160384.95">32979 6817 1886 0,'0'-15'0'0,"0"1"0"0,0 4 0 0,0 3 0 0,4 2 0 0,-4 3 0 0,0 2 0 0,0 0 299 16,0 13-129-16,0 9-66 31,-10 4 321-31,0 6-197 0,-6 6-95 0,0 3 259 0,-4 7-176 0,-3 3-138 0,-2 3-78 0,4-4 0 0,-2 1 0 0,4 0 0 16,-1-3 0-16,2-1-559 0,3 0 265 0,8-12 162 15,1-6 85-15</inkml:trace>
  <inkml:trace contextRef="#ctx1" brushRef="#br0" timeOffset="166970.48">13559 10790 1580 0,'-18'-10'0'0,"2"3"0"0,-3 2 0 0,8 4 0 0,-2 1 0 0,1 0 0 0,0 0 0 0,4 0 312 16,-1 1-127-16,6 2-79 15,3 1-34-15,0 1 432 0,1 1-233 0,15 2-116 0,6 3-50 16,6-6 383-16,5 2-335 0,4 0-153 0,6-2 0 0,4-2 0 15,1-1 0-15,-5 0 0 16,3-2 0-16,-5 3 0 0,0-2 0 0,5 1 0 16,-12-1 0-16,-2 0 0 0,-6 4 0 0,-4-4 0 15,-8 0 0-15,1 1 0 0,-11-2 0 0,-4 0 0 16,0 0 0-16,0 0 0 16,-10 0-313-16,4 0-67 0,2 0 177 0,0-3-981 0</inkml:trace>
  <inkml:trace contextRef="#ctx1" brushRef="#br0" timeOffset="167656.56">14846 10764 2097 0,'-1'0'0'0,"-9"0"0"0,6 0 0 0,-2 0 0 0,1 0 0 0,2 0 0 0,1 0 0 0,-1 5 0 0,3 1 201 16,0-1-81-16,2 1 206 0,9 1-144 0,7-3-72 15,2 0-27-15,4-3-4 0,4-1 0 0,3 0-42 16,2 0 1-16,4-1-146 0,-4-7 69 0,0-5 38 109,-1 0-187-109,1-7 113 0,-3 0 57 0,1-6 36 0,-10 2-93 0,-5 0-13 0,-8-3 48 0,-5 1-55 0,-3 1 38 0,-3-6-21 0,-14 6 7 0,-6 2 178 0,-5 3-66 0,-4 3-35 0,-2 5-1 0,-3 5 211 0,1 7-110 0,0 4-31 0,0 17-36 0,2 7 160 0,1 8-86 0,-1 10-7 0,11-1 89 0,5 4-79 16,9 3-39-16,6-2 16 0,3-2-93 0,6 6 0 0,19-13 0 0,8-2 0 16,5-7 0-16,5-3 0 15,2-5 0-15,5-1 0 47,-5-10 0-47,-3-4 0 0,0-4 0 0,0-5-196 0,-3 0 104 0,3 0 33 0,-10-5-691 0,-4-8 361 0,-4-4 172 0,-2-1-232 0,-2-3 205 0,-1-4 94 0</inkml:trace>
  <inkml:trace contextRef="#ctx1" brushRef="#br0" timeOffset="167888.29">15523 10135 1470 0,'12'-8'0'0,"1"0"0"0,5 4 0 0,1 0 0 0,6 3 0 0,5-1 0 0,-2 2 0 0,-2 0 495 0,5 2-228 16,-6 7-114-16,0 5 78 0,2 4-88 0,-13 0-56 15,-3 6-25-15,-8 2-49 0,-3 5 1 0,-3 1 24 16,-15 7 10-16,-7-7-56 0,-6 1 1 0,-2-4 45 16,-3 0-64-16,-1-6 32 0,-3 3 9 0,5-12 23 15,6-4-363-15,1-3 173 0,5-5 41 0,7-2-462 16,-1 0 252-16,14-2 146 15,3-12 69-15,3-8-223 0</inkml:trace>
  <inkml:trace contextRef="#ctx1" brushRef="#br0" timeOffset="168045.33">15816 10084 1525 0,'-7'0'0'0,"1"0"0"0,-2 0 0 0,1 0 0 0,-1 2 0 0,-6 11 0 0,3 6 417 0,0 3-189 0,0 7-95 16,3 1 527-16,8 0-311 0,0 6-146 0,0-4-87 15,7-3-44-15,11 0 1 0,4-3-35 0,3 0-597 16,1-8 293-16,2-3 153 0,0-3 75 0,0-4-821 16,0-4 438-16,0-1 224 0</inkml:trace>
  <inkml:trace contextRef="#ctx1" brushRef="#br0" timeOffset="168202.1">16026 10117 1618 0,'0'0'0'0,"0"-2"0"0,0 0 0 0,0 0 0 0,1 1 0 0,3 1 0 0,2 0 326 0,4 0-143 16,0 7-73-16,3-1-101 15,0 4-11-15,2 1 40 0,2 1 0 0,-2-1-570 0,2 3 271 0,2-2 140 16,-3 1 65-16</inkml:trace>
  <inkml:trace contextRef="#ctx1" brushRef="#br0" timeOffset="168494.77">16358 9980 1703 0,'0'-3'0'0,"0"-3"0"0,0 3 0 0,0 0 0 0,-1 1 0 0,1 1 0 16,0 1 0-16,-2 0 0 0,0 1 508 0,-3 11-226 0,-1 6-127 0,0 5-58 0,-2 6 205 15,-3 10-132-15,-6 6-67 0,-1 9 41 0,-2 5-59 16,-6 13-23-16,-2 4 0 15,-1 7 9-15,-1-2 0 0,0 3-25 0,10-22 24 16,4-13-70-16,4-8 0 0,6-9 0 0,1-10 0 16,2 2 0-16,3-14 0 31,0-5 0-31,0-1 0 0,0-3 0 0,0-1 0 0,0 0 0 0,0 0 0 0,0 0 0 0,0 0 0 0,0 0 0 0,0-1 0 16,0 1 0-16,0-2-65 0,0 0-149 0,0 2 76 15,0 0 62-15,0 0-666 16,0 0 343-16,-3 0 185 0</inkml:trace>
  <inkml:trace contextRef="#ctx1" brushRef="#br0" timeOffset="169334.73">16720 9774 708 0,'-6'-11'0'0,"2"0"0"0,1 6 0 0,1 3 0 0,1 0 0 0,1 2 342 16,0 9-151-16,0 11-77 0,0 14-37 0,0 9 237 15,1 14-142-15,3 12-67 0,-3 12 65 0,-1 14-65 16,0 19-34-16,0 31 156 16,0-6-99-16,-6 6-45 0,-1 1 0 0,0-4-11 0,-1-6-1 0,2 1-23 15,1-40-9-15,2-14 62 16,1-11-31-16,1-10-1 0,1-3-30 0,0-3 139 15,0-19-75-15,0-10-32 0,0-4 80 0,0-8-122 16,-1-8-29-16,-1-3 0 16,2-4 0-16,-2 0 0 0,0-3 0 0,-2-6 0 0,-4-1 0 0,2-5 0 15,3 3 0-15,0 0-338 0,1 1 30 16,2-2 126-16,0 3 93 0,0-2-831 0,3 1 447 0</inkml:trace>
  <inkml:trace contextRef="#ctx1" brushRef="#br0" timeOffset="170563.44">17602 11136 1857 0,'0'0'0'0,"0"0"0"0,0 0 0 0,0 0 0 0,0 0 0 0,-1 0 0 0,-1 1 0 0,0 9 0 0,1 1 285 15,1 6-124-15,0 2-53 0,0 4 247 0,0 0-160 16,0 5-79-16,1 0 39 0,6 0-60 0,4 3-19 16,1-4-10-16,1-4 16 0,4-3 0 0,-2-3-45 31,2-5 0-31,2-1-36 0,0-8-9 0,-1-3 45 0,0 0-88 0,0-14 44 0,-2-7 0 0,0-4 53 16,-5-1-211-16,-4-4 96 31,-1-1 16-31,-4-1-142 0,-1-2 96 0,-1 1 26 0,0 4 9 0,-7 1-11 0,-6 0 6 0,-1 6 0 15,-4 3 3-15,-6-1 74 0,1 12-18 0,-1 4 0 16,0 4 56-16,-1 0-41 0,1 4 5 0,0 6-53 16,8 6-86-16,2 0 49 0,6 1 16 0,3-1-550 15,5 1 289-15,0 0 134 0</inkml:trace>
  <inkml:trace contextRef="#ctx1" brushRef="#br0" timeOffset="171280.64">17423 9874 907 0,'-9'-15'0'0,"0"3"0"0,2-3 0 0,4 5 0 0,1-1 0 16,2 0 107-16,0 0-35 0,2 1 0 0,6-3 244 31,6 4-145-31,2 4-66 0,2-2-34 0,5 7 124 0,0-2-78 0,3 2-31 0,-3 0-9 0,-1 0-20 16,-2 9-20-16,-1 5 1 0,-2 2-77 0,-4 3 48 15,-10 5-9-15,0 0 0 0,-3 3 37 0,-10 4 1 16,-10-2-1-16,-3 4 81 0,-4-6-46 0,-4-4 1 16,0-2-35-16,-1-1 196 0,-1-4-89 0,5-6-58 15,6-3-25-15,1-4 261 0,7-3-143 0,4 0-91 16,2 0-89-16,8 0 0 0,8-3 0 0,15-4 0 16,10-5 0-16,6-2 0 15,9 1 0-15,-4 2 0 0,4-1 0 0,-4 2 0 16,4 0 0-16,-4 2 0 15,5 0 0-15,-11 2 0 0,-4 4 0 0,0 0-386 0,-7 1-25 0,-1 1 143 16,4 0-676-16,-12 0 458 0</inkml:trace>
  <inkml:trace contextRef="#ctx1" brushRef="#br0" timeOffset="171427.43">18403 9945 2050 0,'-4'0'0'0,"-1"2"0"0,3-1 0 16,2 2 0-16,-1-1 0 0,1-1 0 0,-3 3 498 0,1 0-222 0,-1-3-124 0,-2 1-57 0,2-2 134 16,0 0-96-16,-1 0-48 0,0 0-968 0</inkml:trace>
  <inkml:trace contextRef="#ctx0" brushRef="#br0" timeOffset="172911.88">5332 15329 0,'0'0'0,"0"0"15,0 0 1,0 0-16</inkml:trace>
  <inkml:trace contextRef="#ctx0" brushRef="#br1" timeOffset="174960.17">26491 16780 0,'0'0'0,"0"0"16,0 0-16,0 0 15,0 0 1,0 0-16</inkml:trace>
  <inkml:trace contextRef="#ctx1" brushRef="#br1" timeOffset="174663.37">16821 11278 1477 0,'-2'-6'0'0,"2"-1"0"0,0 0 0 0,0 4 0 0,0-2 0 0,5 3 0 0,5 2 0 0,1 0 217 0,4 0-80 16,0 0-55-16,1 0 163 0,1 7-104 0,1 3-52 0,-2 0-26 0,1 0 23 0,-3 1-49 0,0-1-1 0,-3 2 1 0,-2-3-132 0,3 5 75 0,-5-5 24 0,-3 2-131 0,0-1 82 0,-1-1 41 0,-2 0-521 0,1 0 265 0,0-4 69 0,-2 0 85 0</inkml:trace>
  <inkml:trace contextRef="#ctx1" brushRef="#br1" timeOffset="174896.84">17149 11172 1260 0,'0'0'0'0,"-3"0"0"0,-2 0 0 16,2 5 0-16,-2-3 0 0,2 8 0 0,0-2 0 0,0 9 590 0,-3 3-268 0,1 4-147 16,-2 10 232-16,-3 4-186 0,0 4-91 0,-3 5-28 0,-2 5-24 0,3-4-8 93,1-4-34-93,2-2-201 0,-1-4 101 16,3-5 50-16,-1 1 35 0,5-17-9 0,1-5 25 0,0-6-1 0,2-6 1 0,0 0 0 0,0 0 9 0,2-10-9 0</inkml:trace>
  <inkml:trace contextRef="#ctx1" brushRef="#br1" timeOffset="174995.12">17201 11343 1302 0,'4'-2'0'0,"-1"0"0"0,2-2 0 0,-1 1 0 0,1 1 0 0,3-2 0 0,-2 2 239 0,0-1-102 16,1 0-49-16,0-1 3 0,3 3-27 0,-1-3 9 15,1 3-36-15,-1-1 0 0,-1 0 0 0,1 2 0 16,-3 0-1-16</inkml:trace>
  <inkml:trace contextRef="#ctx1" brushRef="#br1" timeOffset="175152.78">17221 11474 1936 0,'-10'2'0'0,"2"-2"0"0,1 2 0 0,-1-2 0 0,6 0 0 0,2 2 0 0,0 1 0 0,2-3 338 0,12 2-150 0,1-2 283 15,7 0-222-15,-2 0-106 0,2 0-53 0,3 0-360 16,-1 0 154-16,-1 0 85 0,-1 0 30 0,-2 0-320 15,-1 0 179-15,-2 0 89 0,0 0 45 0</inkml:trace>
  <inkml:trace contextRef="#ctx1" brushRef="#br1" timeOffset="175713.04">16755 9740 1511 0,'-11'-1'0'0,"2"-3"0"0,3 2 0 0,-3 0 0 0,7-1 0 0,0 3 0 0,2 0 185 0,0 0-74 0,2 0-38 0,5 0 253 16,8 5-150-16,2 2-61 0,3 0-43 0,-1 3 135 16,2-1-85-16,1 1-34 0,-3 0-9 0,0 1-160 0,-4-2 59 0,2 2 30 15,-1-3-426-15,0 2 236 16,-5 2 105-16,-1-3-281 0,0 0 191 0,-3 0 18 16,-1-2 73-16</inkml:trace>
  <inkml:trace contextRef="#ctx1" brushRef="#br1" timeOffset="175956.65">17032 9618 1494 0,'-2'0'0'0,"0"0"0"0,-2-2 0 0,1 2 0 0,0 0 0 0,0 0 0 0,-2 8 0 0,1 7 0 0,-1 5 583 0,0 8-274 0,-3 3-136 16,-2 9 163-16,-1 8-155 0,0 0-72 0,-3 8-129 109,1-3 28-109,0 0 1 0,0 6 36 0,2-16-178 0,5-5 85 0,0-6 42 0,3-5 0 0,3-7 43 16,0-2 8-16,0-12-8 0,0-4-1297 0,1-2 611 0</inkml:trace>
  <inkml:trace contextRef="#ctx1" brushRef="#br1" timeOffset="176054.47">17090 9734 1494 0,'1'-6'0'0,"1"0"0"0,-1-1 0 0,1 3 0 0,3-3 0 15,-3 4 326-15,5 1-144 0,-1-4-64 0,-1 5 121 16,1-1-101-16,0-1-51 0,3 3-26 0,-1 0-150 0,0 0 72 0,1 0 22 16,-2 3 0-16,1 4-686 15</inkml:trace>
  <inkml:trace contextRef="#ctx1" brushRef="#br1" timeOffset="176191.74">17071 9921 2241 0,'-11'1'0'0,"3"1"0"0,-2 1 0 0,6-1 0 0,3-1 0 0,1 1 0 0,0 0 0 0,5 0 372 0,8-2-158 0,3 0-94 0,3 0-5 16,2 0-39-16,-2 0 0 15,3 0-39-15,0 0-293 0,-3 0 142 0,-1 0 75 16</inkml:trace>
  <inkml:trace contextRef="#ctx0" brushRef="#br0" timeOffset="182691.69">27941 15962 0,'0'0'0</inkml:trace>
  <inkml:trace contextRef="#ctx1" brushRef="#br0" timeOffset="182271.31">18581 10369 1027 0,'-5'-9'0'0,"-1"6"0"0,3-2 0 0,-4 0 0 0,7 3 0 0,0 0 0 0,0 1 43 0,5-1-43 0,6 2 0 0,5-1 0 0,2-2 0 0,2 2 0 0,3-1 1115 0,-1 1-538 0,4-1-270 0,-1 0-126 0,-2 0 124 0,-2 1-133 0,2 0-68 0,-2-1-33 0,0 1-290 0,1-2 138 0,-7 3-724 0,-2 0 418 0,-4 0 212 0,-3 0 17 0</inkml:trace>
  <inkml:trace contextRef="#ctx1" brushRef="#br0" timeOffset="182451.79">18640 10653 2273 0,'-6'2'0'0,"-4"4"0"0,6-2 0 0,4 2 0 0,0-1 0 0,2 1 0 0,10-4 0 0,4 3 412 16,5-5-192-16,6 0-90 0,1 0 322 0,0 0-207 16,0 0-104-16,3 0-328 0,-6-3 107 0,-2-1 60 15,1-1 28-15,-4 0-701 0,-1 2 365 0,1 2 193 16,-5-2 81-16,-4 0-410 0</inkml:trace>
  <inkml:trace contextRef="#ctx1" brushRef="#br0" timeOffset="183288.32">19742 10493 1310 0,'-12'-13'0'0,"3"2"0"0,-1-1 0 0,3 2 0 0,1-2 0 0,0-1 0 0,5 2 235 16,1 0-98-16,0-3-50 16,0 2-25-16,0-2 231 0,7 2-132 0,5 0-61 0,6 1-32 0,-1 1 74 15,5 2-52-15,6 0-16 0,0 3 44 0,1 5-41 16,1 0 1-16,-1 0-85 0,0 0 0 0,3 5 54 16,-7 7-9-16,-5 7-46 0,-2 3 0 0,-7 3 45 15,-4 5 1-15,-5 5-132 0,-2-1 61 0,-8 1 11 16,-8 1 27-16,-4-1-131 15,-3-3 68-15,-2 5 9 0,-5-11 103 0,-1-2-30 16,1-3-16-16,-1-6 260 0,3 1-130 0,-1-1-57 16,7-8-25-16,8-4 277 0,1-3-149 0,7 0-184 109,3 0 0-109,3 0 0 0,0 0 0 0,6-2 0 0,11 1 0 0,4-3 0 0,2 1 0 0,7-1 0 0,-4 0 0 0,2-2 0 0,0 1 0 0,-2-1 0 0,3 0 0 0,-4-1 0 16,0 4 0-16,-2-3-612 0,-1-2-64 0,-3 1 319 0,4 1 150 0,-6-1-257 0,0-3 213 0</inkml:trace>
  <inkml:trace contextRef="#ctx1" brushRef="#br0" timeOffset="183508.48">20175 10349 1596 0,'0'-9'0'0,"1"1"0"0,4 0 0 0,3-2 0 0,3 3 0 0,4 4 0 0,4 0 339 16,3 2-151-16,3 1 237 0,4 0-185 0,-1 6-105 15,0 5-49-15,0 4 77 16,-3 1-63-16,-3 5-30 0,0 0 8 0,-11 3-111 16,-3 2 35-16,-7 3 1 0,-1-2 34 0,-1 3-39 15,-13 3 10-15,-5-5 30 0,-4-4-112 0,-5 0 57 16,-2-6 27-16,-1-2-227 0,-4 1 95 0,6-10 65 16,1-2-5-16,1-3-358 46,4-2 175-46,4 0 104 0,-1 0 42 0,12-11-333 0,7-7 197 0,1-3 99 0,3-5 49 0,14-4-198 0</inkml:trace>
  <inkml:trace contextRef="#ctx1" brushRef="#br0" timeOffset="183706.63">20541 10229 2139 0,'1'0'0'0,"-1"-3"0"0,0 3 0 0,0 0 0 0,0 0 0 0,0 6 0 0,-3 9 0 0,-7 3 0 0,0 7 248 0,1 3-105 0,-5 7 465 0,8 1-291 0,-1 0-139 0,4 4-70 0,3-2 82 16,0-2-190-16,5 2 0 0,11-9 0 0,5-7 0 31,6 0-34-31,2-7-1 0,4-4 37 0,5 2-629 0,-4-13 328 0,0 0 159 16,0 0-305-16,-3 0 224 0,-3-6-22 0,3-5-429 47,-11 0 322-47</inkml:trace>
  <inkml:trace contextRef="#ctx1" brushRef="#br0" timeOffset="184037.35">20923 10363 1036 0,'-6'0'0'0,"-1"2"0"0,2 2 0 0,2-4 0 0,3 5 0 0,0-2 463 0,0 3-213 0,11 0-107 0,4-2-43 0,6-1 293 0,3 1-178 0,4-3-89 0,0-1-9 0,3 0-40 16,-1 0 9-16,-1 0-141 0,-1 0 46 0,0 0 0 16,-4-3 47-16,-1-6-285 0,-1 1 152 0,-7-1 61 15,-2-3 36-15,-7 1-285 0,-3-2 151 0,-3 1-2 16,0-3 61-16,-5 0-79 15,-10 3 57-15,-6-5 29 0,-2 5 115 0,-3 0-44 16,-4 0-8-16,4 8 79 0,-4 1-57 0,2 3-28 16,0 0 0-16,3 10 374 0,-5 5-185 0,9 6-52 15,0 5-59-15,6 2 274 0,6 7-153 0,5 2-76 16,4 6-29-16,0-2 180 16,11 3-113-16,9-2-58 0,5 0 62 0,5-1-156 0,4 1 0 0,-2-13 0 15,0-6 0-15,1-6 0 0,-2-4 0 0,0-4-67 16,3-3 8-16,-10-6 44 15,-2 0 26-15,-2-6-617 0,-2-7 302 0,0-7 90 16,-1 0 92-16,-5-6-556 0,-2 1 320 0,2-4 160 16</inkml:trace>
  <inkml:trace contextRef="#ctx1" brushRef="#br0" timeOffset="184335.6">21348 9971 1532 0,'0'-8'0'0,"0"-1"0"0,2 6 0 0,1-3 0 0,6 2 0 0,0 2 0 0,4-1 0 0,4 3 420 16,-1 0-196-16,2 0-93 16,1 0-47-16,0 3-19 0,-1 5 0 0,1-1-19 15,-6 4-9-15,-5 4-109 0,1-1 55 0,-8 3 26 32,-1 0-98-32,-1 7 73 0,-15-4 21 0,-2 0 63 0,-3-1-1 0,-4 1-30 0,-1-2-24 0,-2 2 269 0,3-3-134 0,3-4-57 15,2-1-36-15,7-1 135 94,1-4-76-94,1 4-29 0,10-7-10 0,1 2 58 0,1-3-48 0,13-3-24 0,6 3-58 16,2-3-3-16,3 0 0 0,3 0-290 0,0 0 93 0,-1-3 117 0,0-2 59 0,3-3-767 0,-5-3 347 0,1-1 204 0,-2-2 95 0,-4-1-501 0,0 0 303 0,2-4 143 0</inkml:trace>
  <inkml:trace contextRef="#ctx1" brushRef="#br0" timeOffset="184531.2">21624 9969 942 0,'-3'-11'0'0,"-2"-2"0"0,5 4 0 0,0 3 0 0,0 0 0 0,0 3 292 0,3-3-118 0,11 4-74 16,-1 2-31-16,5 0 157 0,1 4-94 0,1 6-48 16,1 3 185-16,-2 3-121 0,0 5-55 0,-4-1 71 15,-3 6-63-15,-4-1-32 0,-4 8 9 0,-4-6-114 16,0 2 37-16,-9 0 0 0,-8-2 35 0,-3-1-126 16,-7 3 72-16,-2-7 22 15,-1-7 1-15,-3-1-77 0,4-6 45 0,1-4 32 0,0-1-435 0,12-3 211 47,4-7 60-47,7-10-380 0,5-3 251 0,0-3 126 0,12-7 53 0</inkml:trace>
  <inkml:trace contextRef="#ctx1" brushRef="#br0" timeOffset="184688.99">21845 9913 878 0,'0'-3'0'0,"0"0"0"0,0 2 0 0,0-1 0 0,0 1 0 0,0 1 653 46,-2 0-309-46,-5 7-154 0,-1 7-78 0,-1 3 605 0,2 4-331 0,0 2-181 0,3-1-84 0,1 4-42 0,3-2-1 0,0 3-41 0,1 0 94 0,8-3-131 16,6 0 0-16,4-5-32 0,1 2-184 0,7-2 145 16,-2-5 44-16,1-5-764 0,2 0 412 0,2-6 74 15,-2 2 146-15,1-2-654 0</inkml:trace>
  <inkml:trace contextRef="#ctx1" brushRef="#br0" timeOffset="184996.47">22225 10543 2058 0,'-6'0'0'0,"0"0"0"0,3-1 0 0,-1-2 0 0,4 1 0 0,0 0 0 0,0 2 0 0,13-1 898 0,7-2-431 0,4 1-207 0,7 1-12 0,5 1-248 16,3 0 0-16,1 0 0 16,8 0 0-16,-4 0 0 0,2 3 0 0,0 3 0 31,1 0 0-31,-7-2 0 0,4 3 0 0,-15-2-367 0,-8 0-9 0,-4 1 206 0</inkml:trace>
  <inkml:trace contextRef="#ctx1" brushRef="#br0" timeOffset="185979.41">23311 10342 940 0,'0'5'0'0,"0"3"0"0,0 0 0 0,0-2 0 0,0 2 0 0,0 1 0 0,3-2 271 15,4 1-107-15,3-2-69 0,3 0-29 0,0-4 255 16,3 1-142-16,4-1-71 0,1 0 64 0,1-2-73 15,0 0-31-15,-2 0 0 0,4-2-78 0,-4-5 23 16,2-2 10-16,-4-2-42 0,-2-1 28 0,-4 0 0 16,-1-2 28-16,-2-1-173 15,-1-3 95-15,-6 2 35 0,-2-1-1 0,0 1-172 0,0-4 94 16,-10 2 2-16,-5 0 22 0,-2 1-1 0,-5 3 43 0,-4 3-34 16,-1 0 220-16,-7 3-98 0,4 6-38 0,-3 2 246 15,-2 5-127-15,3 11-69 47,0 3-36-47,-3 9 178 0,10 1-84 0,4 3-52 0,6 6-25 0,8-2 222 0,7 5-124 0,0 1-52 0,12-6 59 0,16-1-167 0,8-2 0 0,5-2 0 16,7-7 0-16,2 1 0 0,-1-7 0 0,0-7-1 15,-1-3-181-15,-1-4 110 0,-3 0 54 0,4-2-315 16,-15-2 121-16,0 0 109 0,-5-6-39 0,-4-4-532 16,-3-2 319-16,1-2 150 0,-7-1-374 15,-7-2 271-15</inkml:trace>
  <inkml:trace contextRef="#ctx1" brushRef="#br0" timeOffset="186320.4">23727 9830 1979 0,'-3'-13'0'0,"3"-1"0"0,0 5 0 0,2 1 0 0,12 3 0 0,3-2 0 0,7 2 0 0,4 3 304 0,0 1-138 16,1 1-66-16,2 0-6 0,-3 6-30 0,-4 5 1 16,2 5-20-16,-12-1-152 0,-2 6 72 0,-8-4 36 15,-4 7-1-15,0 0-39 0,-5 3 47 0,-14-3-10 16,-1-2 41-16,-2-1-3 16,-4-1 0-16,-1-3 191 0,-1 0-104 0,2-5-51 0,4-3-47 0,4-2 322 15,2-1-156-15,6-2-78 16,-2-3-34-16,7-1-79 0,5 0 0 0,0 0 0 15,13 0 0-15,6 0 0 0,7 0 0 0,1-1 0 16,5-4 0-16,1-2 0 0,-3 2 0 0,4 0-311 16,1-2 17-16,-5 2 99 15,-2-2 98-15,-1 2-740 0,1-4 401 0,-3 1 200 0,3-3 91 0,-10 2-471 16</inkml:trace>
  <inkml:trace contextRef="#ctx1" brushRef="#br0" timeOffset="186539.44">24167 9811 756 0,'-3'-11'0'0,"-1"4"0"0,4 0 0 0,0 0 0 0,0 2 0 0,0 0 478 0,5 3-221 0,7 1-111 0,6 1-54 0,1 0 364 0,2 0-215 0,3 3-102 0,1 7-52 0,-2 1-25 0,1 5-1 0,-1 0 192 0,-6 0-77 0,-2 4-71 0,-4-2-34 0,-6 5-86 16,-3 0 26-16,-2 2 8 15,-5-7 17-15,-12 3-121 0,-5-3 61 0,-3-1 30 0,-3-2 0 0,-6-3-163 16,6-3 91-16,-3-4 1 0,4-2-338 0,2 0 168 15,1-3 105-15,5 0-143 16,8 0 124-16,3-6 56 0,8-4 29 0,0-2-417 0,9 0 222 0,10-4 103 16</inkml:trace>
  <inkml:trace contextRef="#ctx1" brushRef="#br0" timeOffset="186696.18">24449 9789 1141 0,'0'-8'0'0,"0"1"0"0,0-1 0 0,-4 2 0 0,-3 3 0 0,-1 2 0 0,-6 1 665 0,2 1-315 0,-6 11-157 0,3 5-79 0,-2 3 580 0,6 1-334 0,0 1-162 31,5 2 18-31,4 0-216 0,2 1 0 0,0 1 0 0,8-3 0 0,10-1 0 0,3-1 0 0,8-1-34 0,4 2-105 0,-1-9 83 0,3 0 46 0,0-6-1012 16</inkml:trace>
  <inkml:trace contextRef="#ctx1" brushRef="#br0" timeOffset="187478.89">24801 10355 1073 0,'-11'-3'0'0,"8"-1"0"0,-5 1 0 0,4 0 0 0,-1 1 0 0,2-2 0 0,1 3 128 32,2-1-46-32,0 2 342 0,0 0-194 0,10 0-97 0,7-1-40 0,10 1 341 0,6 0-199 0,8 0-99 0,4 0-50 0,1 0 183 0,8 0-107 0,-6 0-68 15,5 0-29-15,-3 0-39 0,-1 0 10 0,-3 3 0 16,1 1-83-16,-14 0 36 16,-5 0 24-16,-5-2-332 0,-8 2 177 0,-7 0 89 0,0-4 54 15,-8 3-656 110,0-3 315-125,-9 0 125 0,-7 0 89 0,-2 0-368 0,-1 0 220 0,0 0 124 0</inkml:trace>
  <inkml:trace contextRef="#ctx1" brushRef="#br0" timeOffset="187654.85">25095 10021 835 0,'-4'-10'0'0,"-2"5"0"0,0 0 0 0,3 0 0 0,1 3 0 0,0 1 475 0,1 0-210 0,1 1-119 0,0 2-55 0,0 14 352 16,0 5-203-16,0 8-93 0,1 3 208 0,1 5-159 93,1 9-81-93,3 1 58 0,-1 7-69 0,1 9-25 0,-5-4-8 0,2 3-44 0,-2 0 9 0,2-2 0 0,-3-4 0 0,0 1-46 0,0-17 19 0,0-8-1 0,0-6 28 0,1-9-46 0,-1-5 22 0,2-2 4 0,-2-10-169 0,0 0 87 0,0 0 46 0,0-5-641 0,0-3 320 0,0-6 126 16,0 2 87-16,1-5-398 0</inkml:trace>
  <inkml:trace contextRef="#ctx1" brushRef="#br0" timeOffset="188633.31">25747 9956 808 0,'0'-9'0'0,"0"-2"0"0,0 4 0 0,0-1 0 0,0 0 0 0,0 5 36 0,0 0 0 0,1 2 1 0,0 1 91 0,1 0-37 0,0 11-32 0,1 8 1 0,0 8 351 0,-1 6-187 0,-1 7-94 15,1 6 359-15,-2-1 69 0,0 4-261 0,0 0-130 0,0 2 97 0,0 3-128 0,0 9-136 0,-2-10 0 0,-1-1 0 0,-1-3 0 0,0-2 0 0,2-3 0 0,1 2 0 0,0-15 0 0,-1-4 0 0,1-5 0 16,1-8 0-16,0-3 0 0,-2 0 0 0,2-11 0 16,0 0 0-16,0 0 0 31,0-3 0-31,0-4 0 0,0 1-19 0,0-5-734 0,0-1 358 0,0 0 180 0,0 0 89 0,2 5-394 15</inkml:trace>
  <inkml:trace contextRef="#ctx1" brushRef="#br0" timeOffset="188805.81">25993 10742 2923 0,'0'1'0'0,"0"3"0"0,0-4 0 0,0 2 0 0,-3 2 0 0,1-3 0 0,1 2 0 0,-1-2 554 0,2 1-260 0,-1-1-134 0,1 2-160 0,0 0 0 0,0-3 0 16,0 1 0-16,0-1 0 0,0 1 0 0,0-1 0 15</inkml:trace>
  <inkml:trace contextRef="#ctx1" brushRef="#br0" timeOffset="191078.68">7153 11867 1004 0,'-10'-5'0'0,"5"-2"0"0,1 3 0 0,0 1 0 0,4 1 0 0,0 0 42 0,0 2-42 0,8 0 423 0,12 0-192 0,3 0-97 0,10 0-48 0,6 0 272 0,2 0-165 0,6 0-78 15,1 0-38-15,8 0 388 16,0 0-213-16,5 0-98 0,-7 0-62 0,-4 0-78 0,-4 0 0 0,-7-1 24 16,-3-3-480-16,-3 3 249 15,-17-1 111-15,-7 0-720 0,-6 1 395 0,-3-1 146 0,0 2 111 16,-17 0-206-16,-4 0 164 0</inkml:trace>
  <inkml:trace contextRef="#ctx1" brushRef="#br0" timeOffset="191271.67">7289 11890 1454 0,'-16'14'0'0,"4"0"0"15,8 5 0-15,4 4 0 0,0 1 0 0,1 5 0 0,14 2 0 0,1 4 0 0,2 1 587 0,1 9-275 0,0-2-137 16,-6 1 249-16,2 11-183 0,-7-7-106 0,-1 2-49 16,-6-1-127-16,-1-1 39 0,0-2 1 0,0 4-258 15,0-12 143-15,-8-5 78 0,2-5 38 0,0-6-206 16,-1-10 122-16,0 0 71 0,5-12-25 0,1-1-633 15,1-16 302-15,0-11 166 0,6-10-406 0</inkml:trace>
  <inkml:trace contextRef="#ctx1" brushRef="#br0" timeOffset="192104.91">7632 11969 2275 0,'-5'0'0'0,"-1"0"0"0,2 7 0 0,-3 2 0 0,0 5 0 0,1 4 0 0,1 4 0 0,0 0 348 0,2 5-156 0,-1-1-76 0,4 3 50 0,0 0-54 0,0-3-42 16,0-3 0-16,2 1-161 0,4-3 64 0,3-3 33 16,-3 0-330-16,1-7 176 15,-1-4 94-15,-2-2-402 0,-3-4 239 0,1-1 120 0,-2 0-34 0,0 0-196 16,-2-1 145-16,-5-9 72 16,-4-3 36-16,2-3-38 0,-3-3 27 0,5-1 10 15,-4-1 36-15,5-1 31 0,0 0 1 0,5 0-32 16,1 0 170-16,0 5-80 0,0 0-44 0,7 3-1 15,5 0 310-15,3 3-169 0,5-3-39 0,1 7 184 16,2 2-106-16,4 3-75 16,1 0-28-16,1 2-9 0,1 0 11 0,-3 2-47 0,-2 8 0 15,-1 1 1-15,-4 4 0 0,3 0 9 110,-11-1-85-95,-3 5 37-15,-7-2 1 0,-2 0 37 0,0 1-232 0,0 0 121 0,-11-3 17 0,-3-2-262 0,-4-2 136 0,-3-1 85 0,0-3 11 0,-2 2-14 0,3-8 38 0,-2 1-1 0,3 0-22 0,1-2-204 0,0 0 125 0,0 0 53 0,5 0 52 0,3-5 21 0,3-1-1 0,-1-1 1 0,4 0 204 0,1 1-112 0,3 1-41 0,0-2 346 0,0 2-189 0,7 1-96 0,5-2-2 0,1 0 176 16,3 0-111-16,1 2-40 0,2 1-30 0,-1-1-63 16,3 1 34-16,-2-1 9 0,-2 3-296 0,-2 0 144 15,2-2 71-15,-6 3-502 16,2 0 268-16,-3 0 81 0,-5 0 87 0,-5 5-202 0,0 2 151 0,0 0 75 15,0 1 39-15,-12 1 37 16,-4 0 0-16,2-1 0 0,-3 1 0 0,-1 0 35 0,-1-1-39 0,0 1-27 16,5-3 345-16,3 1-187 15,0-3-80-15,4 2 208 0,0-4-126 0,2 4 2 16,5-2-56-16,0-2 127 16,0 1-82-16,2-2-41 15,4 0 0-15,4 3-10 0,-1-4-31 0,3 2 0 0,-1-1 0 0,-3 4-35 16,4-4 44-16,-5 1-9 15,-2 2 9-15,-1-1-9 0,3-1 0 0,-6 4 0 0,0 3 9 0,1-3-9 0,-2 4 0 0,0 0 223 16,0 0-111-16,0 4-57 0,0-1-17 0,0 3 143 16,0-2-91-16,0 2-45 15,0 1 1-15,0 0 2 0,0 4-14 0,0-1-10 16,0-3-169-16,0-1 73 0,0 1 36 0,0-2-104 16,0 3 80-16,0-6 25 15,0-1 0-15,0 1-243 0,0-5 128 0,-2-2 21 0,-3 1 47 0,-5-5-204 16,2-1 109-16,-3 0 33 0,-3-1 34 0,3-5-79 15,-4-6 47-15,1 0 38 16,1-5 0-16,-2 3-1 0,-1-3 29 0,2 0 76 16,-3 0-48-16,5 5 9 0,-2 0-36 0,3 4 123 15,1 1-62-15,-1 5-31 0,0-2-9 0,5 4 279 16,-2 0-138-16,3 4-37 0,1 3-44 0,-1 5 0 16,2-2 19-16,3 4-7 0,0-1-569 0,0-1 261 15,5-1 127-15</inkml:trace>
  <inkml:trace contextRef="#ctx1" brushRef="#br0" timeOffset="192263.89">7947 12470 2263 0,'3'3'0'0,"2"0"0"0,0 4 0 0,1 0 0 0,-1 0 0 0,3 5 0 0,-3 0 0 0,2 0 306 0,-2 0-134 0,0 0-67 15,0-1-34-15,1 2-56 16,-2-1-9-16,0-1 32 0,-1-5-579 0,0 2 290 0,2-4 144 15,0-1-712-15,-1-3 398 0</inkml:trace>
  <inkml:trace contextRef="#ctx1" brushRef="#br0" timeOffset="192422.98">8189 12076 978 0,'12'-11'0'0,"3"1"0"0,6-1 0 0,-1 0 0 0,3 0 606 0,3-1-285 0,-2 1-141 0,4 2-72 0,3-2 191 15,-4 1-136-15,-1 3-63 0,-1 0-98 0,-2 0 35 16,-2 3 1-16,2 3 9 0,-9 1-628 0,-4 0 309 16,-4 0 155-16</inkml:trace>
  <inkml:trace contextRef="#ctx1" brushRef="#br0" timeOffset="192801.4">8224 12368 1342 0,'-6'15'0'0,"3"-1"0"0,1-2 0 0,2 1 0 0,0 0 0 0,0 1 0 0,2 0 0 0,4-1 253 0,3 0-107 0,-4-2-55 0,4-2-27 0,-3 3 0 15,2 0-17-15,-3-2 62 0,-1-3-35 0,-1 0-1 16,1-2-36-16,-3-2-184 0,1 3 101 0,-2-6 37 47,0 0 0-47,0 0-143 0,0-7 83 0,0-7 49 0,1-6-30 0,1-6-246 0,0-5 134 0,3-4 41 0,-1-10-38 0,3-5 61 94,2-9 22-94,-2-3-98 0,0-3 68 0,2-7 35 0,0-8 0 0,1-9 71 0,-1-9-8 0,2 16-29 0,-3 10-1 0,-1 16 1 0,-5 20 0 15,0 18 0-15,-2 7-9 0,0 11 1042 0,0 26-487 0,-2 18-201 0,-1 7-26 0,1 17-113 0,2-3-71 0,0 7 344 0,0 7-202 0,3 4-102 16,7-2-50-16,1 13 200 0,2-16-139 0,3-1-149 0,3-3 0 0,6-8 0 0,-3-5 0 0,6 4 0 15,-6-20 0-15,-2-11-193 0,1-6-9 0,-7-8 119 0,-1-6-612 0,-2-7 300 16,-8-7 191-16,-2 0-248 0,-1-16 207 0,0-6 104 16,0-10 52-16,0-9-469 0</inkml:trace>
  <inkml:trace contextRef="#ctx1" brushRef="#br0" timeOffset="192935.61">8589 11732 1666 0,'0'-18'0'0,"0"4"0"0,0 2 0 0,2 8 0 0,2 4 0 0,2 0 0 0,2 0 419 16,0 13-191-16,4 1-86 16,-3 4-58-16,3 1 80 0,0 4-63 0,2-2-32 0,2 1-715 0,2 3 351 15,0-3 161-15</inkml:trace>
  <inkml:trace contextRef="#ctx1" brushRef="#br0" timeOffset="193084.79">9034 12035 1364 0,'0'0'0'0,"1"0"0"0,0 0 0 0,0 0 0 0,1 0 201 0,1 0-83 0,2 0-41 16,2 0 0-16,3 0 595 0,1 0-310 0,3 0-168 0,0 0-79 15,2 0-337 1,2 0 129-16,-1 0 64 0,1 0-810 0,-4 0 420 0,-5 8 209 0,-3-1-492 16</inkml:trace>
  <inkml:trace contextRef="#ctx1" brushRef="#br0" timeOffset="193224.33">9040 12252 1455 0,'-13'9'0'0,"-1"0"0"0,4 0 0 0,2-1 0 0,2-2 0 0,3 1 0 0,3-3 302 0,2-4-133 0,13 0 434 0,6 0-284 0,3 0-142 16,8-2-62-16,0-3-121 15,-2-1 41-15,4-1 0 0,1 2 0 0,1-1-383 16,2 3 200-16,-5 2 87 31</inkml:trace>
  <inkml:trace contextRef="#ctx1" brushRef="#br0" timeOffset="193770.9">10243 11861 1253 0,'-6'-35'0'0,"3"3"0"0,-2-3 0 0,2 8 0 0,-5-2 0 0,-2 2 0 0,-1 1 0 0,-4 6 185 0,-5 3-64 0,0 9-47 0,-1 7 221 15,-2 1-128-15,-1 4-66 0,-6 17-22 0,5 5 166 16,2 9-104-16,2 7-52 16,4 9-26-16,6-1 210 0,1 10-108 0,9-3-69 0,1 1 74 0,0 2-67 15,1 1-33-15,6 1 138 47,5 13-175-47,0-15-33 0,3 1 0 0,0 1 0 0,-1-5 0 0,-4 1 0 0,-1 8 0 0,-6-17 0 0,-3-2 0 0,0-3 0 0,-4-5 0 0,-12-3 0 0,-4 3 0 0,1-15 0 16,-6-6 0-16,2-7 0 93,-2-4 0-93,2-6 0 0,-2-1 0 0,6 0 0 0,7-8 0 0,-1-7 0 0,9-2-293 0,2-8 75 0,2-3 83 16,2-3 47-16,15-1 26 0,5-3-1 0,6 3-1391 0</inkml:trace>
  <inkml:trace contextRef="#ctx1" brushRef="#br0" timeOffset="193967.14">10205 12565 2048 0,'9'7'0'0,"1"2"0"0,-1 7 0 0,-2-3 0 0,-1 4 0 0,-1 7 0 0,-2-3 0 0,3 0 401 0,-1 3-173 0,2-3-100 16,3-5 361-16,0 0-226 0,3-7-114 0,3-1-35 16,4-3-30-16,-2-5-57 0,2-1-27 0,2-13-45 15,-2-5-1-15,2-6 50 0,-5-3-8 0,-3 1-244 31,-6 0 143-31,0-4 71 16,-6 4 36-16,-2-2-184 0,0 5 14 0,-7 5 79 0,-4-1 26 0,-6 4-17 0,0 3 43 0,-6 1 188 0,2 10-90 0,-4 2-49 31,2 0-24-31,0 7 63 0,-1 7-37 0,5-2 7 0,2 3 29 0,8 0-179 16,1-3 82-16,2 2 26 0,4-2-642 0,-1 1 300 16,3-5 164-16,3-2 81 0</inkml:trace>
  <inkml:trace contextRef="#ctx1" brushRef="#br0" timeOffset="194146.96">10456 11549 1441 0,'0'-16'0'0,"0"5"0"0,0 3 0 0,0 3 0 0,0 3 0 0,1 2 0 0,5 15 870 0,-3 9-416 0,3 7-209 0,-4 3 311 0,1 7-251 0,-1 0-245 0,-1 3-60 47,3 2-276-47,-1-1 51 0,3 2 132 0,0 8-1269 0</inkml:trace>
  <inkml:trace contextRef="#ctx1" brushRef="#br0" timeOffset="195023.75">11334 11933 750 0,'-15'-10'0'0,"1"3"0"0,1 2 0 0,0 3 0 0,1 2 239 0,2 0-100 0,-3 2-50 16,2 10-26-16,1 8 298 0,-3 6-151 0,5 6-91 15,1 6 217-15,4 8-149 0,2 0-75 0,1 7 138 16,0 6-97-16,1-5-62 0,12 0-26 0,5-1 2 16,3-4 0-16,4-2-29 0,3 3 10 0,0-19-89 15,1-2 40-15,0-2 0 0,0-7 39 0,2 3-367 16,-5-11 179-16,0-6 94 15,-3-4-651-15,-1-2 340 0,2 0 139 0,-2-8-370 0,-4-12 285 16</inkml:trace>
  <inkml:trace contextRef="#ctx1" brushRef="#br0" timeOffset="195359.14">11571 12175 1029 0,'-5'0'0'0,"2"-2"0"0,-2 0 0 0,2-1 0 0,3-2 0 0,0 2 191 0,0 0-82 0,9 0-36 16,6-1 435-16,4 4-235 16,2 0-118-16,4 0-20 0,-3 0-53 0,0 0 0 15,0 12-45-15,-3 1-184 0,-1 3 92 0,-1 4 56 16,-9 4-10-16,-3 2-100 0,-5 2 73 0,0 1 37 16,-8 0 0-16,-11 7 18 0,-4-8-25 0,-5-4-1 15,-2-4 97-15,-1 0-42 0,0-5-64 0,0-1 335 16,7-5-151-16,2-6-76 0,7-1-12 0,4-2 277 15,5 0-160-15,1 0-70 0,5 0-49 0,2-3-14 16,12-3-64-16,9-2 0 0,3 1 0 0,4 3 0 16,1-1 0-16,2 0 0 15,-2 1 0-15,3 3 0 0,-1-1 0 0,-3 1-137 16,-2 1-50-16,0 0 64 0,-3 0 71 0,0 0-657 16,0 0 326-16,-5-2 178 0,-2 0 83 0,-1-3-514 15,-2-3 300-15,-3-3 149 0</inkml:trace>
  <inkml:trace contextRef="#ctx1" brushRef="#br0" timeOffset="195631.65">11972 12150 833 0,'-2'-3'0'0,"0"-1"0"0,2 0 0 0,0 1 0 0,0 0 0 0,0 2 480 16,8 1-222-16,6 0-110 31,5 0 325-31,1 7-218 0,5 4-99 0,-2-1 44 0,3 5-82 0,-5 2-40 0,0 6 0 0,-3 0-11 0,-3 6-21 0,-8-3-8 16,-5 3-1-16,-2 4-108 0,-3-3 54 0,-13 1 28 15,-7 2 8-15,-3-9-103 0,-3-3 61 0,-2-2 30 16,-2-6-213-16,4-6 84 16,-2 3 71-16,7-8-180 0,5-2 108 0,2-2 16 15,8-9 39-15,3-6-336 78,6-6 188-78,1-2 89 0,13-4 45 0,6-4-399 0,3-1 222 0</inkml:trace>
  <inkml:trace contextRef="#ctx1" brushRef="#br0" timeOffset="195735.13">12178 12123 678 0,'1'-9'0'0,"-1"4"0"0,1-3 0 0,-1 4 0 0,0 4 0 0,0 0 0 0,0 0 565 0,0 9-263 0,-1 6-124 0,-1 7-74 0,-1 3 480 0,3 4-274 0,0 2-136 15,0 2 261-15,4 3-190 16,5-1-108-16,6-1-264 0,2 0 83 0,4-1 40 0,3 1 0 0,6-1-278 16,0-9 155-16,2-3 82 0,2-4 41 0,-2-5-762 15,-1-7 397-15</inkml:trace>
  <inkml:trace contextRef="#ctx1" brushRef="#br0" timeOffset="196069.06">12547 12251 2103 0,'-4'0'0'0,"2"0"0"0,0 0 0 0,2 0 0 0,0 0 0 0,0 1 0 0,6 4 0 0,10-1 355 0,3 1-158 0,5-2-71 0,3-2 63 0,2-1-75 0,4 0-39 16,0 0 1-16,3 0-117 0,2-6 49 0,-7-4-10 0,-4 1 39 0,-3-6 1 0,-6 3-1 0,-4-2 1 16,-1-1-747-16,-12-1 367 0,-1 0 105 0,-2-1-114 15,-14 0 146-15,-3 3 84 0,-3-7 33 0,-1 5 76 0,-4 0 1 0,1 4-26 16,-1 5-1-16,-1 3 95 0,-2 3-57 0,6 1-14 16,-1 3 0-16,4 13 355 15,-1 6-145-15,6 6-108 0,1 4 505 0,9 3-282 31,6 1-136-31,0 5 222 0,5-2-180 0,11-1-90 0,4 3-35 0,4-10-10 0,5-1-45 0,5-5 1 16,0-6-29-16,2-2-320 16,3-5 169-16,-4-5 86 0,1-7 46 0,-4 0-279 0,-1-10 164 0,-2-8 81 15,3 0-803-15,-10-1 410 0,-2-3 200 0,-2-1-412 16</inkml:trace>
  <inkml:trace contextRef="#ctx1" brushRef="#br0" timeOffset="196360.09">12935 11794 1166 0,'-5'-5'0'0,"2"-1"0"0,3 2 0 0,0 0 0 0,3 1 0 0,12-1 546 15,5 4-259-15,2 0-124 0,3 0-63 0,4 0 129 16,-3 5-95-16,5 5-40 0,-4 0 25 0,-1 4-42 16,-3 0 1-16,-6 4-146 0,-6 3 53 0,0 1 35 15,-11 1-9-15,0 0-27 0,-12 1 27 0,-7 0 0 16,-5-1 27-16,-2 3 126 15,0-8-68-15,1-5-33 0,4-1 1 0,2-1 144 0,4-5-85 0,3 0-33 16,4-5 27-16,5-1-96 0,3 0-21 16,0 0 0-16,16 0 0 0,5 0 0 15,3-7 0-15,6-2 0 0,2 1-55 0,5-4 29 16,-1 0 32-16,5 0 9 0,-8-1 22 0,-1 2-14 31,-2 0-828-31,-4 2-260 0,-1-3 514 0,-1 0 247 0,-11-1-110 0</inkml:trace>
  <inkml:trace contextRef="#ctx1" brushRef="#br0" timeOffset="196551.85">13383 11780 1189 0,'0'-12'0'0,"0"4"0"0,0-1 0 0,0 5 0 0,0-1 0 0,0-1 0 0,3 5 0 0,8-2 388 0,5 3-175 0,0 0-88 0,4 3 50 16,0 5-60-16,-3 3-43 0,0 3-1 0,-3 1 126 16,0 4-80-16,-5 1-40 0,-4 4 10 0,-5-1-33 46,0 1-17-46,-4 1 0 0,-9-1 1 0,-6-2-70 0,-1 2 44 0,0-7-9 0,-3 0-209 0,-2-6 121 0,3 0 62 0,3-7-224 16,0-1 136-16,7-3 18 0,3 0 48 0,7-11-497 16,2-10 252-16,2-1 127 15,10-7 53-15,5-4-321 0</inkml:trace>
  <inkml:trace contextRef="#ctx1" brushRef="#br0" timeOffset="196700.3">13559 11681 1602 0,'2'-5'0'0,"1"-3"0"0,-2 2 0 0,1 5 0 0,-2-1 0 0,0 2 0 0,0 0 0 0,-6 9 0 0,-3 4 0 0,2 3 682 0,2 5-322 0,-2 0-161 0,4 3-81 0,1-1 416 16,2 5-239-16,0-3-154 0,0-2-141 0,5 2 0 16,7 2 0-16,5-4-460 0,4 4 191 0,4-6 148 15,3-1 80-15,3-3-396 0,0-2 237 0,1-1 119 16</inkml:trace>
  <inkml:trace contextRef="#ctx1" brushRef="#br0" timeOffset="196921.88">13721 12219 2864 0,'-1'0'0'0,"1"0"0"0,0 0 0 0,0 0 0 0,5 0 0 0,8 0 0 0,5 0 0 0,5 0 0 0,3 0 356 0,4 0-160 0,3 0-80 0,3 0-492 0,-2 2 206 0,5-2 112 0,-5 4 42 0,-3-1 26 0</inkml:trace>
  <inkml:trace contextRef="#ctx1" brushRef="#br0" timeOffset="197409.74">14536 12090 1749 0,'-18'7'0'0,"-1"2"0"0,10 0 0 0,7 5 0 0,2 0 0 0,2-3 0 0,11-2 0 0,5 1 0 0,5-4 0 0,5-3 243 0,2-3-103 0,1 0-51 0,2 0 91 16,1-5-62-16,-6-4-46 0,0-2 1 0,-3 1-106 15,-2-4 35-15,-7 2 0 0,4-3-89 0,-12 1 57 16,-5 1 33-16,-1-2 0 0,-2-1-31 15,-5 0 32-15,-6 0 10 16,-6 3-134-16,-4 0 67 0,-2 2-11 0,-3-2 31 0,-2 5 6 16,0 2 15-16,0 5-20 31,0 1 16-31,0 0 168 0,0 11-80 0,-4 6-32 0,9 7 190 0,1 6-99 0,4 9-56 0,5 1 90 0,8 5-66 0,3 4-15 16,4-4-9-16,17 0 154 0,14-2-95 0,7-6-50 15,5-4-23-15,10-1 23 0,-2-18-25 0,3-1-59 16,0-8 0-16,0-5-176 0,-3 0 62 0,2 0 84 15,-16-10-686-15,-5-4 335 16,-3-5 189-16,-3 0 38 0,-5-4-628 0,2-2 363 16</inkml:trace>
  <inkml:trace contextRef="#ctx1" brushRef="#br0" timeOffset="197693.95">15040 11768 987 0,'2'-14'0'0,"3"4"0"0,3 1 0 0,6 1 0 0,3 7 0 0,5 0 0 0,0 1 427 0,5 0-196 0,1 2-88 0,-4 10 115 0,-2 0-111 0,-3 5-55 0,-4 1-28 15,-3 3-62-15,-4 0 9 0,-8-1 25 0,0 1 45 16,-8-1-45-16,-8-2 0 0,-3 1 10 0,-2-3 57 16,-2-1-34-16,-2-4 1 0,4 0-34 0,2-5 197 46,-1 2-90-46,6-2-57 0,7-4 174 0,0 0-112 0,4 0-56 0,3-2-28 0,0 3-34 0,7-3-30 0,12 0 0 0,6 0 0 16,2 0 0-16,4 0 0 0,6-3 0 0,0-3-118 16,-2 0 32-16,1 1 61 0,-2-2 30 0,-3 1-821 15,6-3 345-15,-15 3 221 0,0-3-567 0</inkml:trace>
  <inkml:trace contextRef="#ctx1" brushRef="#br0" timeOffset="197964.38">15504 11727 731 0,'1'-5'0'0,"1"-2"0"0,1 3 0 0,2 1 0 16,3-2 0-16,2 4 455 0,1-1-214 0,5 2-102 0,0 0 302 0,1 2-203 0,-1 7-100 15,2 2-43-15,-5 3 189 0,-3 1-124 0,-5 6-62 16,-4 0-31-16,-1 2 23 0,0 2-18 0,-12-3-9 16,-3 1 10-16,-5-2-36 0,-4-2-1 0,0 2-174 15,0-6 83-15,1-4 46 0,3-3 22 0,2-1-528 110,4-5 238-110,1-1 152 0,9-1 8 0,4-1-608 0,0-16 344 0,14-1 172 0,4-5 87 0</inkml:trace>
  <inkml:trace contextRef="#ctx1" brushRef="#br0" timeOffset="198041.96">15707 11700 1904 0,'0'-7'0'0,"0"0"0"0,0 0 0 0,0 4 0 0,-2 3 0 0,-4 0 0 0,-4 0 0 0,-2 14 0 0,2 1 424 0,-1 6-199 0,5 1-94 0,-1 3 526 0,5 2-311 0,2-1-154 0,0 3-140 0,2-4-52 0,11 0 0 0,5 2 0 0,8-4-139 16,4 1-137-16,7 0 165 0,2-5 69 0,2-2-996 16,1-5 530-16</inkml:trace>
  <inkml:trace contextRef="#ctx1" brushRef="#br0" timeOffset="198336.53">15991 12341 1421 0,'0'-2'0'0,"0"-3"0"0,4-3 0 0,5 4 0 0,6 0 0 0,5 1 470 0,8-1-216 0,7 3-109 16,10-5-45-16,1 2 240 0,4 0-152 0,1 1-76 16,-3-1-105-16,0 1 1 0,1-2 38 0,-17 4-203 15,-6 0 97-15,-6 1 48 16,-5 0 25-16,-5 0-601 0,-3 0 312 0,-7 0 147 16,0 0 76-16,-11-6-719 0</inkml:trace>
  <inkml:trace contextRef="#ctx1" brushRef="#br0" timeOffset="198502.29">16325 12076 1233 0,'-11'-4'0'15,"5"3"0"-15,1-2 0 0,2 3 0 0,-2 0 0 0,4 4 0 0,1 9 0 0,0 4 568 0,0 7-266 0,0 5-132 0,0 3 430 0,1 3-273 16,4 4-149-16,-3 2 109 0,-1 0-124 0,1 1-64 16,-1-1-95-16,-1 5-39 0,0-10-1 0,0-6 36 15,0-1 0-15,0-5-671 16,0-8 354-16,0-1 185 0,0-10 81 0</inkml:trace>
  <inkml:trace contextRef="#ctx1" brushRef="#br0" timeOffset="198675.83">16571 12097 2288 0,'0'0'0'0,"0"0"0"0,0 0 0 0,2 0 0 0,-1 4 0 0,1 7 452 0,1 6-207 0,0 5-105 0,0 7 411 0,3 4-296 0,-1 4-255 16,0 2 0-16,0 0 0 0,-1-1 0 0,3 1 0 0,-2-9 0 0,-1-2-94 0,0-6-153 0,0-6 142 16,-1-2-830-16,0-5 473 0,-2-6 234 0</inkml:trace>
  <inkml:trace contextRef="#ctx1" brushRef="#br0" timeOffset="198853.9">16783 12008 2332 0,'11'-5'0'0,"4"3"0"0,5 0 0 0,-2 2 0 0,0 6 0 0,2 11 0 0,0 5 0 0,-3 9 715 16,5 3-330-16,-5 0-179 0,-6 5-85 0,-2 4 51 15,-5 2-172-15,-4 5 0 16,0 3 0-16,-16-5 0 0,-4-2 0 0,-4-2-190 0,-6-5-12 0,0-1 120 16,-5 1 67-16,1-10-773 0,3-3 365 0,-2-2 217 15</inkml:trace>
  <inkml:trace contextRef="#ctx1" brushRef="#br0" timeOffset="199480.62">17609 12408 1184 0,'0'-20'0'0,"-4"1"0"0,-2-3 0 0,3 4 0 0,0-1 0 0,-3 0 0 0,3-3 0 0,-2 4 104 16,-1-3-24-16,-1 6-9 0,-2 4 62 0,1 4-48 0,-3 5-24 15,-4 2 1-15,-4 8-74 0,0 11 20 0,-1 11 0 16,3 5 29-16,0 0-29 15,6 1-1-15,-1 3 39 0,9-7 36 0,3-3-45 16,0-4 1-16,1-4-39 0,8-2 38 0,4-2-16 16,2-10 11-16,4-4-106 0,4-3 48 0,4-5 22 15,2-13 11-15,-1-5-273 16,0-9 136-16,-5-2 59 0,1-4 37 0,-2-1-339 0,0-2 145 0,-8 0 100 16,-2-3 28-16,-4-2 32 0,-5 0 0 0,-1-1 240 15,-1-6-114-15,-1 7-43 0,0 6-25 0,-3 1 145 16,-5 8-86-16,-1 10-43 15,0 3-23-15,3 14 515 0,-2 4-194 0,0 4-139 16,3 14 181-16,1 9-154 0,2 8-68 0,2 5-48 16,0 6 219-16,0 5-129 0,3 4-65 0,4-2-31 15,2 10 8-15,-1-12-41 0,1-1 0 0,3-2 0 16,1-3 0-16,1-3 0 16,5 2 10-16,-4-15-10 0,-2-6 0 0,-1-5 0 0,-1-7 0 15</inkml:trace>
  <inkml:trace contextRef="#ctx1" brushRef="#br0" timeOffset="199694.21">17919 12213 2102 0,'12'-10'0'0,"1"-2"0"0,7 6 0 0,-3 3 0 0,3 3 0 0,2 0 0 0,-3 2 0 0,4 11 0 0,0 3 288 0,-5 4-131 0,-5 1-59 0,-1 4 168 0,-6 0-115 0,0 5-47 0,-6-3-39 0,0-1 62 0,-16 3-46 0,-3-4 1 0,-5 4 15 0,-4-2-21 0,-2-6-9 0,2-4-30 16,-2-1-84-16,4-3 42 0,0-3 0 0,1-3-355 0,9-2 194 0,2-5 102 16,6 0 30-16,5 0-686 15,3-12 320-15,0-5 172 0,15-7 101 0,6-1-521 16,7-4 306-16</inkml:trace>
  <inkml:trace contextRef="#ctx1" brushRef="#br0" timeOffset="199852.22">18211 12191 1435 0,'10'-14'0'0,"-1"0"0"0,-4 2 0 0,-1 7 0 16,-2-1 0-16,0 2 0 0,-2 4 0 0,0 0 749 0,-8 10-356 0,-4 7-178 0,0 7 225 0,3 7-192 0,0 2-111 0,3 3-49 16,4 3 138-16,2 1-226 15,0-2 0-15,2 4 0 0,13-5 0 0,4 1 0 16,7-9 0-16,7 1 0 31,5-6 0-31,8-6 0 0,-3-9 0 0,5-7-348 0,-3-2-138 0</inkml:trace>
  <inkml:trace contextRef="#ctx1" brushRef="#br0" timeOffset="208856.45">18870 12112 2199 0,'-9'0'0'0,"5"-3"0"0,-3 3 0 0,4-3 0 0,2 3 0 0,-1 0 0 0,2 0 0 0,0 0 332 0,0 3-148 16,8 0-73-16,3 2 316 0,6 1-199 0,1-3-96 0,5 2-48 0,-1-3 25 16,5 3-37-16,1-4-19 15,-3 3-111-15,2-4 33 0,-4 3 30 0,1-2 1 16,0 2-526-16,1-3 288 31,-7 4 130-31,-1 2-961 0,-6-3 480 0</inkml:trace>
  <inkml:trace contextRef="#ctx1" brushRef="#br0" timeOffset="209039.59">18928 12404 1572 0,'-12'0'0'0,"1"0"0"0,2 0 0 0,4 1 0 0,2-1 0 0,3 3 617 0,0-2-290 0,5 2-135 15,12-1 282-15,6 0-218 0,5-1-109 0,1 0-56 16,4 3 164-16,1-2-255 0,-2 0 0 0,-1 1 0 0,-2-2 0 0,1 2 0 0,-2 2 0 0,3-2-760 47,-6 0 314-47,-3 2 242 0</inkml:trace>
  <inkml:trace contextRef="#ctx1" brushRef="#br0" timeOffset="210005.97">19935 12123 1036 0,'-4'-14'0'0,"0"2"0"0,4 0 0 0,0 3 0 0,0 1 0 0,8-4 0 0,4 3 181 0,5-1-63 0,1 5 153 0,5-1-116 0,0 6-60 0,4 0-28 0,-1 0 95 16,3 0-53-16,-7 11-40 15,1 3-1-15,-6 3 40 0,0 5-36 0,-8 0 0 16,2 9-25-16,-10-3 21 0,-1-1-31 0,0 5 0 0,-13 0 11 0,-3-1-10 16,-3 4 8-16,-5-5 27 0,-2-3-35 0,-3-1-1 15,-5-4 0-15,-1-2 91 63,-1 0-37-63,4-8-9 0,1-6-44 0,1-3 145 0,2 0-72 0,3-3-37 0,3 0 9 0,8 0-31 0,8-3-52 0,3 1 0 0,3-1 0 0,0 0 0 0,11 3 0 0,10 0 0 0,5 0 0 0,8 5 0 62,5 4 0-62,1-1 0 0,10 0 0 0,-3-1 0 0,-2 0 0 0,2-4 0 0,-5 4 0 0,9 0 0 0,-15-3 0 0,-3 1 0 16,-8-4 0-16,-4 1 0 0,-8-2-126 0,-2 0-40 0,-10 0 69 0,-1 0 43 31,0 0 17-31,-6 0 0 0,-3-3-1 0,-3-6-149 0,1 2 79 0,3 0 35 0,-1-2 1 0,1 3-596 0,3-1 316 0,2 0 147 31</inkml:trace>
  <inkml:trace contextRef="#ctx1" brushRef="#br0" timeOffset="210969.38">21145 11797 1245 0,'0'-14'0'0,"0"-1"0"0,0 1 0 0,0-1 0 0,0 1 0 0,2-6 0 0,-2 1 0 0,1 3 0 0,-1-2 180 0,0-1-71 0,0 0 56 0,0 1-64 0,0-6-23 0,0 7-9 0,0-2 5 0,0 2-37 0,0-1 0 0,-3 2 0 0,-4-1 54 0,-2 5-9 0,-1 4-45 0,-2 2 0 0,-4 3 35 62,1 0 0-62,-4 3-26 0,-2 3 70 0,-1 9-39 0,2 5-1 0,0 7 117 0,-2 3-68 0,7 2-50 0,1 2 1 0,4 4 132 0,4 1-86 0,3 2-42 0,1 6 9 0,2-4 36 0,0 2-125 0,3-1 0 0,5 1 0 0,2 4 0 16,0 7 0-16,0-6 0 0,-1 0 0 0,-1-1 0 31,-2 0 0-31,-1-2 0 0,-3 6 0 0,-2-13 0 0,0 0 0 0,-7-4 0 0,-5-2 0 0,-5-4 0 63,-1 7 0-63,-2-12 0 0,1-6 0 0,-4 1 0 0,0-7 0 0,2 0 0 0,-3-3 0 0,5-5 0 15,3-2 0-15,1 0 0 0,5 0 0 0,1-3-487 0,2-6 149 0,5 0 155 0,2 1 73 0,0-4-530 32,2 0 301-32,8 3 151 0,4-3 67 0,2 2-506 0</inkml:trace>
  <inkml:trace contextRef="#ctx1" brushRef="#br0" timeOffset="211257.84">21140 12345 2432 0,'-2'6'0'16,"-3"4"0"-16,0 5 0 0,2-3 0 0,0 5 0 0,0 2 0 0,3 0 0 0,-2 6 0 0,2-3 222 0,0-1-93 0,7 0-45 0,4-3 184 0,3-4-116 0,4 2-48 0,1-5-39 0,0-5-106 0,2-5 39 0,0-1 0 0,0 0-164 0,2-1 110 94,-3-15 43-94,-2-1 24 0,-4-4-195 0,-1-1 110 0,-5-7 56 0,-1 2-87 0,-5 3 54 0,-2-3-44 0,0 1 38 0,-8 2 56 0,-6-1-32 0,0-1-28 0,-4 6 24 0,-1 5 240 0,-5 1-113 0,-2 4-41 0,0 6 52 0,-6-1-37 0,7 5-31 0,2 0 12 0,1 5-243 0,5 6 111 0,3 1 49 0,3 2-236 46,8-1 136-46,3-2 57 0,0 3 36 0,2-4-638 0,8-2 322 0</inkml:trace>
  <inkml:trace contextRef="#ctx1" brushRef="#br0" timeOffset="211498.52">21317 11425 1218 0,'0'-10'0'0,"-2"3"0"0,2 2 0 0,0 4 0 0,0 1 268 0,0 0-107 0,0 6-66 0,0 13-29 0,2 5 551 0,0 8-290 0,0 0-144 0,0 8 170 0,1-2-162 0,-1 2-77 0,-2 3-39 0,0-1-112 0,0-1 37 0,0 4 9 0,0-8-418 47,0-3 222-47,0-8 113 0,-2-2 55 0,2-6-650 0,0 1 293 0,0-15 186 0,0-4 2 0</inkml:trace>
  <inkml:trace contextRef="#ctx1" brushRef="#br0" timeOffset="213270.81">21778 11990 971 0,'0'-11'0'0,"-1"4"0"0,-1-1 0 0,1 2 0 0,1-1 0 0,0 3 0 0,0-3 0 0,0 4 0 0,5 1 314 0,8 2-138 0,3 0-70 32,2 0 162-32,6 5-105 0,-4 5-68 0,2 4 50 0,0 1-54 0,0 2-27 0,3 4 10 0,-8 1-34 0,-4 0-3 0,0 5 1 15,-8-3 0-15,-4 3-25 16,-1 2 34-16,0-2-9 0,-18-3-1 0,-2 2 25 31,-7-4 0-31,-6 2-24 0,-3-4-4 0,2-5 3 0,-3-2 1 0,2-5-142 16,3-2 64-16,1-4 36 0,-2-1-2 0,11-1-313 15,5 0 154-15,5-3 84 0,5-7 25 0,7-1-178 78,0-6 72-78,8-1 70 0,14-6-1 0,9-2-363 16,3-3 209-16,6-2 105 0,1-6-259 0,-5 2 186 0</inkml:trace>
  <inkml:trace contextRef="#ctx1" brushRef="#br0" timeOffset="213382.58">22037 11925 255 0,'17'-21'0'0,"-5"1"0"0,-2 5 0 0,-5 9 0 0,-4 4 256 0,2 2-99 0,-3 0-65 0,0 11-27 0,-11 9 465 0,0 6-246 0,-2 4-124 0,3 5 507 0,-1-2-320 16,0 1-154-16,3 1 290 0,4-3-222 0,2 1-112 0,0 6-117 0,2-10-32 47,2-1 0-47,12-2 0 0,6-2 0 0,7-3 0 0,6-1-52 0,1-10 36 0,3-4 26 0,4-3-618 0,-4-3 322 0,2 0 171 0,-9 0-801 0,-2-9 439 15,-7-1 220-15</inkml:trace>
  <inkml:trace contextRef="#ctx1" brushRef="#br0" timeOffset="213744.01">22344 12061 1369 0,'-6'0'0'0,"2"3"0"0,3 1 0 0,1 1 0 0,0 2 0 0,1-2 0 0,10 7 569 0,8-3-271 0,2 0-130 0,3 2-65 0,4-4 86 0,2 0-76 0,1 0-28 0,-3-3-82 0,2-1 34 0,-2-3 1 0,-2 0-229 0,-1 0 114 0,0-3 67 0,-8-5 19 0,-4-2-288 0,-3 0 159 0,-6-4 78 0,-3-3 17 0,-1 0-232 0,0 0 119 0,-8-1 21 0,-9 0 39 0,-1 1 96 156,-2 0-29-156,-4-3-8 0,-1 7 50 0,-1 2-34 0,0 7 0 0,0 1 218 0,-2 3-121 0,-2 0-37 0,5 13-34 0,2 6 338 0,3 9-169 0,3 4-48 0,3 4-54 0,5 5-12 0,9-1-9 0,0-1-31 0,3 2 204 0,14 0 5 16,4 2-95-16,5-10-62 0,5-3-25 0,4-6 1 0,1-5-28 0,0-6-220 0,5-1 119 0,-7-10 46 0,1-2 27 0,0 0-503 0,-2-5 258 0,-5-9 79 0,6-2 81 0,-10-4-659 0,-3 0 347 0,1-2 176 0,-3-2 86 0</inkml:trace>
  <inkml:trace contextRef="#ctx1" brushRef="#br0" timeOffset="214179.57">22727 11690 2165 0,'-15'-11'0'0,"7"5"0"0,3 3 0 0,3 1 0 0,2 1 0 0,0-2 0 0,10 3 0 16,8 0 257-16,5 0-110 0,1 0-56 0,0 8-1 0,4 4-27 0,-2 0 9 0,-5 4-35 0,-1 1 0 0,0 1 0 0,-6 3-1 47,-2 0 1-47,-1 4-301 0,-8-3 145 0,-3 3 78 0,0-2-28 0,-9 2 53 0,-11-4-28 0,-2 0 224 0,-3-6-107 0,-2-5-34 0,1-2-40 0,0-2 184 0,2-5-82 0,1 1-41 31,9-2 1-31,3 0 273 0,2 0-150 0,7 0-73 0,2 0-21 0,0-2-90 0,17-1 0 0,4 0 0 31,6 2 0-31,3 0 0 0,3-1 0 0,4 0-95 0,-4 2-50 0,1 0 92 0,1 0 44 0,-1 0-741 16,-3 0 330-16,5 0 183 31,-10-3 103-31,-2 0-260 0,-3-2 178 0,-2 1 90 0</inkml:trace>
  <inkml:trace contextRef="#ctx1" brushRef="#br0" timeOffset="214399.23">23134 11726 916 0,'5'-5'0'0,"-2"-1"0"0,9 2 0 0,-4 3 0 0,6-1 0 0,3 2 0 0,1 0 349 0,3 0-157 0,3 4-68 0,-2 9 200 31,0 1-143-31,-4 1-73 0,-2 4-35 0,-3 1 78 0,-3 3-48 0,-9-1-38 0,-1 1 0 0,-4 0-65 0,-12-2 37 0,-8 2 0 16,-2-1 9-16,0-6-34 0,-4-3 0 0,1-4 25 62,2-4-199-62,3-1 100 0,1-2 58 0,8-2-466 0,3-2 207 0,8-5 130 0,4-10 16 0,0-4-419 16,9-1 240-16,13-4 135 0</inkml:trace>
  <inkml:trace contextRef="#ctx1" brushRef="#br0" timeOffset="214546.74">23409 11652 1892 0,'0'-2'0'0,"0"-4"0"0,0 5 0 0,0 1 0 0,-3 0 0 0,-4 0 0 0,-4 7 0 0,0 5 0 0,-2 5 761 0,-2 4-363 0,4 1-180 0,-3 4 146 0,5-1-168 0,5 4-94 0,3-3-102 16,1 4 0-16,1-4 0 0,9 6 0 0,8-8-347 47,6 0 44-47,1-3 170 0,6-1 84 0,6 1-976 0,-5-7 515 0</inkml:trace>
  <inkml:trace contextRef="#ctx1" brushRef="#br0" timeOffset="-214573.43">23746 12037 1341 0,'-14'-11'0'0,"-3"2"0"0,6 2 0 0,-3 2 0 0,2 3 0 0,2-2 0 0,-2 2 270 0,-2 2-107 0,7 0-68 0,-2 4 182 0,1 11-120 0,0 4-60 0,1 7-31 0,-1 3 66 0,3 2-53 0,4 3 1 0,-2 2-44 0,3-2 0 0,0 0 1 0,0 3 8 0,1-11 131 0,6-2-70 0,5-6-35 0,0-2-93 16,4-8 29-16,0 1 9 0,0-9 21 0,4-3-279 0,-2-11 139 0,2-10 57 0,1-4 39 0,0-4-480 0,-2-3 237 0,-3-4 72 0,1 1 74 0,-4-3-223 0,2-5 145 0,-1-3 64 0,-4 4 19 0,0-7 31 0,-2-1 1 0,-3-2 30 0,-1-2 99 0,1-2-59 0,-3 16-15 0,-2 9 130 15,0 6-77-15,0 11-39 0,-7 5-8 0,-2 12 548 0,-1 3-275 0,0 20-72 0,2 8-92 0,1 3 414 0,1 11-231 0,2-1-130 0,1 5 253 0,3 4-186 63,0 0-185-63,0 3-38 0,0 7 0 0,0-10 0 0,1-2 0 0,5 2 0 0,2-5 0 0,2-2 0 0,2 3 0 0,-1-13-31 0,2-10-251 0,-1-6 160 0,0-10 78 0,1-8-1032 0,-2-2 511 0</inkml:trace>
  <inkml:trace contextRef="#ctx1" brushRef="#br0" timeOffset="-214374.52">24095 11984 1591 0,'5'-8'0'0,"4"1"0"0,-1 4 0 0,4 1 0 0,-2 2 0 0,5 0 0 0,-1 0 0 0,7 9 663 0,-4 3-317 0,1 6-156 0,1 1 124 0,-2 3-139 0,-2 2-69 16,0 0-26-16,-9 4 7 0,-4-2-25 0,-2 1 0 15,-4 3-26-15,-13-3-81 16,-5 2 49-16,-4-7-8 16,-3 1-140-16,-4-5 90 0,-1-1 46 0,-4-1-396 0,6-7 170 0,3-2 122 15,4-5-2-15,3 1-521 0,7-3 300 0,1 0 140 16,11-12 84-16</inkml:trace>
  <inkml:trace contextRef="#ctx1" brushRef="#br0" timeOffset="-214198.64">24415 11858 2735 0,'-3'0'0'0,"-5"0"0"15,0 0 0-15,-3 5 0 0,2 7 0 0,-2 2 0 0,-3 8 0 0,4 7 502 0,0 7-233 0,2 7-108 16,5 6 103-16,3 3-264 0,0-1 0 0,11-1 0 15,8-4 0-15,7 2 0 0,0-13 0 0,7-8 0 16,0-4 0-16,2-6 0 0,1-5 0 0,4 0-273 16,-7-10 32-16,-1-2 139 0</inkml:trace>
  <inkml:trace contextRef="#ctx1" brushRef="#br0" timeOffset="-213670.41">25076 12022 2197 0,'-1'-12'0'0,"1"7"0"0,0 1 0 0,1 2 0 0,11 2 0 0,6 0 0 0,6 0 0 0,1 9 0 0,9 0 870 0,5 3-416 0,2-1-209 0,5 0-80 0,4 3-165 0,-6-4 0 0,-4 0 0 0,-1-3 0 0,-7 1 0 0,-3-2 0 0,-1 0 0 0,-11-4 0 0,-7-2 0 0,-5 0 0 16,-3 0-322-16,-2 0-10 0,0 0 177 0,-5-2 89 0</inkml:trace>
  <inkml:trace contextRef="#ctx1" brushRef="#br0" timeOffset="-212298.68">26084 11975 1950 0,'12'1'0'0,"2"2"0"0,1-3 0 0,4 2 0 0,7-2 262 0,1 0-117 0,3 0-53 0,6 0 258 0,1-2-156 0,7-4-67 0,-5-1-154 0,0 1 33 0,2 1 0 0,-6 0 33 0,0 3-603 0,0 1 301 0,-13 1 142 0,-4 0 73 0</inkml:trace>
  <inkml:trace contextRef="#ctx1" brushRef="#br0" timeOffset="-212045.32">26216 12197 1064 0,'-20'1'0'0,"4"-1"0"0,4 6 0 0,7-4 0 0,5 1 0 0,0 3 0 0,7-3 489 0,14 1-227 15,5 2-103-15,2-4 182 0,2 4-152 0,-3 1-77 16,4 0-37-16,-4 0-152 0,2 3 66 0,-9-1 20 16,-3 1-1-16,-5 0-200 0,-5-1 115 0,-5 6 56 15,-2 0 39-15,-9-3 58 0,-14 4-39 0,-6-2-51 16,-6 0 136-16,-1-1-85 0,-1 0-27 16,4-4 281-16,5-2-135 0,7-1-59 15,2-4-37-15,8 0 211 0,3-1-108 0,8-1-67 16,2 0-30-16,17 0-74 0,7 0 0 0,5 0 54 15,4 0-190-15,2 0 90 0,3-1 46 0,-1-1-116 16,2 2 80-16,-1 0 50 0,-5-2-9 0,-5 2-467 16,-3 0 229-16,-4 0 62 15,-4 0 75-15,2 0-380 0,-15-1 229 0,0-2 109 16,-2 0 54-16,-4-5-386 0,0-5 220 0</inkml:trace>
  <inkml:trace contextRef="#ctx1" brushRef="#br0" timeOffset="-211848.08">26380 11501 1623 0,'-2'0'0'0,"-1"0"0"78,1 0 0-78,0 5 0 0,2 8 0 0,0 5 171 0,0 5-67 0,0 6-33 0,0 7 442 0,2 0-243 0,1 3-116 0,1 3-59 0,3-4-102 16,1 1 0-16,-1 3 53 0,2-10-635 0,-2-2 313 0,4-2 157 0,-2-3 77 0</inkml:trace>
  <inkml:trace contextRef="#ctx1" brushRef="#br0" timeOffset="-211550.52">26791 11983 1316 0,'14'1'0'0,"3"3"0"0,7 1 0 0,-3-2 0 0,2 0 0 0,2-1 0 0,0 0 0 0,4-2 590 0,4 0-267 0,-6 0-148 15,-1-10-71-15,1 1-34 0,-2-3 0 0,-3-3 62 16,3-5-199-16,-14 4 47 0,0-4 27 0,-8 3-200 16,-3-1 115-16,0 0 57 93,-6 0 38-93,-12 2-73 0,-3 5 43 0,-6 1 24 0,-1 2-108 0,-5 6-16 0,-1 2-11 0,0 0 51 0,4 7 225 0,-2 10-88 0,3 4-45 0,2 2 363 0,1 5-173 0,10 0-102 0,3 0-16 0,6 5 268 0,7 2-161 0,0 2-80 0,2 8-30 0,19-4 96 0,7 1-184 0,6-4 0 0,4-4 0 0,3-5 0 16,6-1 0-16,-7-12 0 0,0-7 0 0,2-5-148 16,-5-4 87-16,-1 0 50 0,2-9-669 0,-9-8 339 15,-1-4 98-15,-4-4-579 16,3-1 393-16</inkml:trace>
  <inkml:trace contextRef="#ctx1" brushRef="#br0" timeOffset="-211254.28">27278 11529 1564 0,'-9'-7'0'0,"1"0"0"0,4 1 0 0,4 3 0 0,0-2 0 0,3 2 0 0,14 2 138 0,2 0-51 0,5-1 438 16,1 2-249-16,3 0-120 0,-1 2-59 0,-2 6-39 16,0 0-22-16,-1 6 10 31,-6-2-9-31,-6 5-1 0,-6 0 1 0,-5 4 0 0,-1 0 0 0,-5 2 8 0,-12-4-8 0,-5 1 0 15,-7 0 0-15,2-5-1 0,-4 0 1 0,4 2 9 16,4-9-10-16,6 1-94 0,1-1 42 0,7-5-275 16,2-1 145-16,6 2 370 15,1-4-103-15,9 0 63 0,13 0-74 0,4 0-36 16,6-2-1-16,4-5-269 16,-3 1 112-16,3-1 61 0,1-1 29 0,1 0 1 0,-2 1 29 0,2-4-315 15,-9 2-752-15,-1 1 497 16,-6 0 249-16</inkml:trace>
  <inkml:trace contextRef="#ctx1" brushRef="#br0" timeOffset="-211058.41">27641 11496 1551 0,'-1'-7'0'0,"-2"1"0"0,3 1 0 0,0-1 0 0,0 5 0 0,7-2 0 0,8 0 0 0,3 3 0 0,3 0 448 16,2 6-205-16,-1 6-104 0,4 1-41 0,-5 3 27 0,-3 3-44 15,-3 4 0 1,-5 1-141-16,-7 2 48 0,-2 2 34 0,-1-1-67 0,-10-2 41 0,-10-4 0 15,-6 1 41-15,-4-5-97 0,-3 1 58 0,1-9 15 16,0-5-1-16,2-4-260 16,6 0 126-16,3 0 25 0,1-7 41 0,11-7-355 0,9-3 187 0,0-2 94 15,12-2-394-15,13 0 244 0</inkml:trace>
  <inkml:trace contextRef="#ctx1" brushRef="#br0" timeOffset="-210843.49">28022 11496 1336 0,'0'-4'0'0,"-2"2"0"0,-1 1 0 0,-4-1 0 0,-3 0 0 0,-1 2 0 0,-7 0 0 0,-1 5 670 0,-1 6-316 0,-1 3-159 0,1 2 148 16,3-1-157-16,3 4-75 0,6 0-37 0,3-2 146 31,5 3-92-31,0 2-36 0,10-4-32 0,11 0-288 0,6-4 133 0,3 1 65 0,5-4-672 0,5 2 379 78,-3-6 175-78,-1-3-757 0,-2-2 433 0</inkml:trace>
  <inkml:trace contextRef="#ctx1" brushRef="#br0" timeOffset="-210562.16">28262 11285 3310 0,'0'-7'0'0,"0"1"0"16,0 3 0-16,0 3 0 0,0 0 0 0,0 3 0 0,0 17 0 0,3 11 0 0,2 7 0 0,2 8 0 0,1 12 0 0,-2 7 478 93,0 10-335-93,1 10-143 0,-1 8 0 0,-1 1 0 0,-2 12 0 0,-1-17 0 0,-1-4 0 0,-1-3 0 0,0-4 0 0,0-10 0 0,-6 2-25 0,2-21-288 0,-3-13 174 0,0-8-609 0,3-10 311 0,-1-8 200 0,2-8 91 0,0-2-506 0,3-17 307 0</inkml:trace>
  <inkml:trace contextRef="#ctx1" brushRef="#br0" timeOffset="-210312.9">28467 12123 1977 0,'-1'0'0'0,"-1"0"0"0,-1 3 0 0,0 3 0 0,-1 5 0 0,3 3 0 0,1 2 0 0,0 6 445 16,0 1-204-16,8 2-102 0,5 1 250 0,6-6-181 16,2-4-85-16,4 1-43 0,2-7-89 0,5-7 0 15,3-3 55-15,-4 0-329 16,0-13 161 0,-1-4 79-16,-6-7 39 0,-5 0-261 0,-3-3 160 0,-10 3 66 0,-6 0-42 0,0-1 0 15,-6 0-23-15,-10 2 22 0,-6 4 139 0,-7 4-48 16,-7 8-22-16,-3 0-1 0,-1 7 323 0,-3 0-147 15,7 0-87-15,4 11 198 0,5 2-124 0,4-1-28 16,6 3-43-16,3 2-242 0,10 0 95 0,4-3 53 16,0-1 27-16,6-2-678 0,9-4 335 0,4 0 133 15,1-7-355-15</inkml:trace>
  <inkml:trace contextRef="#ctx1" brushRef="#br0" timeOffset="-210132.77">28676 11177 2061 0,'0'-12'0'0,"0"1"0"0,0 8 0 0,0 3 0 0,0 0 0 0,0 9 673 0,0 11-317 0,2 9-151 16,0 2-89-16,3 7-39 0,-3 3 0 0,0 5 192 15,-1 2-172-15,1 7-97 0,-1-1 0 0</inkml:trace>
  <inkml:trace contextRef="#ctx1" brushRef="#br0" timeOffset="-207542.68">29259 11804 1667 0,'-1'-2'0'0,"-4"-6"0"0,1 6 0 0,0-4 0 0,4 5 0 0,0-1 0 0,4-1 0 0,12 2 0 0,9 1 569 0,8 0-266 0,6-2-133 16,7 0 87-16,1 0-115 15,5 2-52-15,4 0-27 0,2 0 0 0,-2 0-27 16,3 0 10-16,-12 7-185 0,-8-1 88 0,-8 2 44 16,-2 0 0-16,-9-1-509 0,1 0 286 0,-18-2 106 31,-1-1 77-31,-2-3-721 0,0-1 366 0,-4 0 183 0</inkml:trace>
  <inkml:trace contextRef="#ctx1" brushRef="#br0" timeOffset="-207376.37">29684 11456 958 0,'-6'-2'0'0,"0"2"0"0,3 0 0 0,0 0 0 0,-1 6 223 0,2 12-85 0,2 8-54 0,0 6 532 0,0 4-290 0,0 10-144 0,0 3-73 0,0 10 251 0,0-5-166 0,0 0-79 0,0 1-39 0,0-4-205 0,0-1 83 0,0 0 50 0,0-10-496 0,0-5 264 0,0 0 132 0,0-8 66 0,0-6-291 0,0 3 119 16,3-13 106-16</inkml:trace>
  <inkml:trace contextRef="#ctx1" brushRef="#br0" timeOffset="-206556.47">30272 11354 1321 0,'0'-13'0'0,"0"-1"0"0,0 5 0 0,0 4 0 0,0 1 0 0,0 3 0 0,0 1 122 15,0 6-33-15,2 17 589 0,6 8-320 0,-1 13-160 16,0 7-80-16,0 5 392 0,-2 9-227 0,0-5-127 15,-1 7-60-15,-3 2-94 0,1 2-2 0,-2 0 0 16,0 8 0-16,0-16 0 0,-3-6-63 16,-6-3 15-16,2-1-312 0,-1-5 199 0,1 4 109 0,-1-19 40 15,1-7 24-15,0-13-89 0</inkml:trace>
  <inkml:trace contextRef="#ctx1" brushRef="#br0" timeOffset="-198868.33">8570 13687 2255 0,'0'-3'0'0,"-6"0"0"0,3 2 0 0,3-2 0 0,0 3 0 0,0 0 0 0,1 0 0 0,10 0 0 0,3 0 326 15,4 6-144-15,3-2-73 0,3 0-35 0,2-1 235 16,-1 1-141-16,0-2-65 31,-2-1-32-31,4 2-74 0,-1-1 41 0,1-2 9 0,-6 1-439 0,-3 0 216 0,0 2 106 0,-4 0-727 16,-3 1 368-16,-1 2 212 0,-7 2 10 0</inkml:trace>
  <inkml:trace contextRef="#ctx1" brushRef="#br0" timeOffset="-198678.53">8625 14021 1285 0,'-12'9'0'0,"-1"-3"0"0,7 5 0 0,3 1 0 0,3-2 376 0,0 0-174 0,4 0-83 0,16-3-40 0,2 2 684 16,6-6-362-16,8-3-173 15,-4 0 250-15,3 0-478 0,0 0 0 0,-3 0 0 0,-1-3 0 0,5-1 0 16,-10-1 0-16,-1 3 0 31,-2-1-88-31,-8 1 3 0,0 2 62 0,-2-3 39 0,-8 1-9 0,-4 2 31 0,-1 0 0 0,0 0 0 0,-3 0-223 0</inkml:trace>
  <inkml:trace contextRef="#ctx1" brushRef="#br0" timeOffset="-197354.14">10318 13724 628 0,'1'-8'0'0,"-1"-2"0"0,1 2 0 0,-1-1 0 0,1 1 0 0,-1-1 125 0,2-3-44 0,-2 0 10 0,0 0 0 0,0 0-27 16,0-3 0-16,0 0-26 0,0-2 43 0,0-2 9 15,0 2-52-15,0-2 22 0,0 2-22 0,0 0-1 16,-3-2 1-16,-2 0 45 16,0 4-46-16,-2 5 1 0,2-1 0 0,-3 3 64 0,0 4-32 0,-4 1 10 15,2 3-11-15,-4 0 1 0,1 9-32 0,1 8-1 16,-3 5 78-16,1 1-29 0,4 9-10 0,3 0 74 16,1 7-56-16,4 0-28 0,2 2 0 0,0 7 105 15,0-3-71-15,6-3-31 16,7 4 0-16,-2 3 28 0,3-1-29 0,1 7 8 15,-1-11-15-15,-3 1-23 0,0-3 0 0,-8 1 0 16,2 5 17-16,-3-10-17 0,-2-2 0 0,0-2 58 16,-10 0-96-16,-4-8 0 0,-3 8 0 0,0-14 0 15,0-3 0-15,-3-6 0 0,1-1 0 0,0-7 0 16,-3 1 0-16,8-4 0 16,2 0-485-16,1-6 184 0,3-5 145 0,4-2 44 15,0-7-288-15,4-1 185 31,2-7 89-31,9 2-561 0,7-6 325 0,3 1 162 0</inkml:trace>
  <inkml:trace contextRef="#ctx1" brushRef="#br0" timeOffset="-197128.94">10416 14132 1318 0,'5'11'0'0,"3"2"0"0,-3 2 0 0,-1 2 0 0,1 2 0 0,0 0 0 0,-1 4 0 0,0 5 0 0,1-5 588 0,0 1-276 0,2-3-136 16,2-1-70-16,2-2 132 0,3 0-90 0,0-9-60 15,0-4-146-15,3-3 48 16,0-2 24-16,0-2 0 0,-1-9-197 0,-1-10 106 15,-5-3 57-15,-2-5-54 0,-2 0 56 0,-4-2 28 16,-2-3 9-16,0 6-114 0,-8 0 50 0,-2 2-40 16,-7 1 34-16,3 1 186 0,-3 8-75 0,0 2-45 15,-2 5 186-15,0 4-90 0,1 3-53 0,-2 2 4 16,4 0-121-16,2 9 55 0,5 4 1 0,1 0-165 16,4 1 95-16,-3-2 61 0,7 2-7 15,0-2-604-15,0-4 298 0,8 2 112 16,3-6 88-16</inkml:trace>
  <inkml:trace contextRef="#ctx1" brushRef="#br0" timeOffset="-196882.81">10649 13271 1646 0,'0'0'0'0,"0"-2"0"0,0 1 0 0,0 1 0 0,0 0 0 0,1 1 0 0,1 13 75 0,-1 5-1 0,2 7-36 0,-1 4-1 0,2 1 391 0,-1 5-201 0,0 1-94 0,1 4 249 0,1 3-172 0,0 0-86 0,-3 6-1493 0</inkml:trace>
  <inkml:trace contextRef="#ctx1" brushRef="#br0" timeOffset="-196358.46">11183 13707 1165 0,'-9'-9'0'0,"1"0"0"0,1 3 0 0,2 0 0 0,3 4 0 0,1-1 153 16,1 1-61-16,1 0 257 0,11 2-155 0,6 0-78 15,2 4-40-15,1 8 124 47,0 4-86-47,2 2-38 0,-3 1 0 16,-2 3-98-16,-1 2 30 0,-3 1 10 0,-3 1 20 0,-8 4-56 0,-1 0 27 0,-2 0 1 0,-5 1 104 0,-14 3-29 0,-4-2-9 0,-6-6-38 0,-5-2 36 0,0-6 0 16,0-2-36-16,-4-2-32 0,8-11-9 0,1-3 41 15,4 0 0-15,9-2-362 16,4-10 174-16,4-7 90 0,8-1 38 0,8-4-649 0,16 0 320 0,5-5 139 15,5-1-398-15</inkml:trace>
  <inkml:trace contextRef="#ctx1" brushRef="#br0" timeOffset="-196177.89">11512 13601 1263 0,'-2'-13'0'0,"0"5"0"0,-4-1 0 0,0 4 0 0,-2 2 0 0,-2 3 348 0,1 0-155 0,-4 14 481 15,0 9-318-15,2 6-159 0,-3 2-70 0,8 7 139 16,0-3-115-16,3 5-56 0,3-2-29 0,0 0 129 15,1 5-195-15,13-6 0 0,8-5 0 0,6-1-43 16,2-5-102-16,4-2 92 0,7-2-601 0,-1-9 342 16,-1-1 175-16,-1-8-663 0,-1-3 381 0,0-1 190 15,1 0 86-15</inkml:trace>
  <inkml:trace contextRef="#ctx1" brushRef="#br0" timeOffset="-195784.03">12017 13770 739 0,'-7'-11'-1'0,"1"0"1"0,-3 2 0 0,1-2 0 0,2 1 0 0,-3 5 0 0,-1-2 495 0,2 2-228 0,-2 2-115 15,-3 1 113-15,2 2-118 32,-3 0-55-32,0 15 28 0,-1 4-42 0,-1 7 10 0,2 5-50 0,3 2 119 0,3 2-59 0,2 0-30 15,5-1-1-15,1 0 40 0,0-5-40 0,0-4 0 16,13-4-29-16,0-4-32 0,4-5-1 0,5 1 42 15,-3-13-224-15,5 0 107 16,-4-3 54-16,0-12 27 94,0-7-354-94,1-4 178 0,-5-4 53 0,-1-3 56 0,-2-1-32 0,-3-6 36 0,2-3-75 0,-3-5 37 0,-1 2 20 0,-2-2 0 0,-2-4 32 0,-3-1-170 0,0-7 86 0,1-4 32 0,-2 7 107 0,0 3-28 0,0 7 1 0,0 8 142 15,0 12-85-15,0 6-51 0,0 20 8 0,-2 1 375 0,-4 15-170 0,-1 12-99 0,2 8-17 0,1 7 244 0,0 4-155 0,2 2-71 0,2 4-37 0,-1 5 83 16,1 2-60-16,0 8-20 0,0-9 191 0,0 0-115 16,0 0-58-16,0-2-181 0,7-2 62 0,3 3 41 15,4-13-10-15,0-8-612 0,6-4 322 0,-1-5 160 16,0-7 65-16,3-2-839 16,-2-16 435-16,-1-2 212 0</inkml:trace>
  <inkml:trace contextRef="#ctx1" brushRef="#br0" timeOffset="-195474.3">12366 13834 868 0,'0'-5'-1'0,"3"1"0"0,-1 1 0 0,-1 2 1 0,0 0 0 0,2-1 255 0,4 2-99 0,1 0-64 15,2 0 607-15,3 0-331 0,3 0-165 0,4 3 271 16,3-3-209-16,-1 0-119 16,2 0-53-16,0 0-109 0,1 0 27 0,2-8-1 15,-1-4 38-15,-7-1-341 0,0-3 166 0,-7-1 82 31,-3-1 42-31,-4-1-199 0,-3-3 129 0,-2 3-3 0,-7 1 46 0,-11 2-112 0,-2 2 62 0,-2 2 214 16,-5 2-124-16,1 8-19 0,2 2 0 0,-4 0 333 16,6 7-169-16,-1 13-53 15,0 1-53-15,6 3 265 0,4 6-138 0,5 3-89 0,2 3-87 0,6 2 0 16,0 6 0-16,0-7 0 16,13 1 0-16,7 0 0 15,6-3 0-15,4 0 0 0,4-4 0 0,1-9 0 0,3-8 0 0,-2-3-128 16,6-5-126-16,-3-6 93 0,0 0 83 0,-7-8-619 15,-3-9 330-15,-2-6 165 0,-2 0 82 0,1-6-639 16</inkml:trace>
  <inkml:trace contextRef="#ctx1" brushRef="#br0" timeOffset="-195144.7">12787 13343 1403 0,'-4'-2'0'0,"-4"-3"0"0,8 0 0 0,0 4 0 0,0 0 0 0,12 1 234 0,3 0-99 0,2 0-40 16,3 0-33-16,4 0 357 16,0 7-190-16,-4 0-97 0,0 1-47 0,1 1-78 0,-4 2-9 0,-7-1 39 15,-1 4-132-15,-4-1 67 0,-5 4 32 0,0 1 85 32,-5-2-52-32,-12 0-1 0,-2 0 1 0,-3-4 63 0,-4 2-32 0,0-2 10 46,4-4-41-46,3 1 182 0,2-5-91 0,4-2-45 0,3 0-1 0,2 2 101 0,8-4-146 0,0 0-37 0,7 0 0 0,12 0 0 0,3 0 0 0,8-2 0 16,-1-2 0-16,5-1 0 16,-2 0 0-16,2 0-204 31,0 2 100-31,4-5 66 31,-7 4-25-31,-1-1-816 0,-4-2 421 0,1 2 210 0,-1-4 97 0</inkml:trace>
  <inkml:trace contextRef="#ctx1" brushRef="#br0" timeOffset="-194948.88">13171 13286 2007 0,'-1'-6'0'0,"1"4"0"0,0-1 0 0,0 0 0 0,1 2 0 0,9-1 0 0,4 2 0 0,0 0 327 0,3 6-145 0,0 2-73 0,2 6 136 0,-4 1-94 0,1 1-62 0,-7 2-27 0,-2-1 2 16,-6 4-27-16,-1 1 0 0,0 2 9 0,-9-2-99 15,-9-2 45-15,-5 1-1 0,-3-4-154 0,-2-2 99 16,-3 0 60-16,6-9-421 0,0-1 179 0,6-5 124 15,2 0-4-15,7 0-429 0,1-10 249 0,9-6 140 16,0-4 64-16,14-4-194 16</inkml:trace>
  <inkml:trace contextRef="#ctx1" brushRef="#br0" timeOffset="-194765.83">13414 13229 1074 0,'4'-7'0'0,"-1"2"0"0,-1-2 0 0,-2 5 0 0,0 2 0 0,0 0 73 0,-7 2-36 0,-3 11 9 0,-5 4 993 0,2 4-502 0,2 1-250 0,1 2-125 32,2 0 504-32,1 5-656 0,7-5-10 0,0 2 0 0,0-2 0 0,7 0 0 0,10-1 0 0,3-1 0 0,2-3 0 0,4-7 0 15,4 0 0-15,1-6-896 0,2 0 409 0,1-1 270 0</inkml:trace>
  <inkml:trace contextRef="#ctx1" brushRef="#br0" timeOffset="-194034.11">14016 13660 1402 0,'-11'-2'0'0,"2"-1"0"0,2 1 0 0,4 2 0 0,1 0 0 0,2 0 0 0,0 0 0 0,5 0 277 0,13 0-120 0,3 0-60 31,8 0-30-31,2 0 456 0,0 0-248 0,3 0-118 0,0 0 272 0,3 0-196 0,-1 0-98 0,5 2-40 15,-5 0-11-15,-2-1-84 0,-2-1 0 0,-3 1 0 16,-4 0 0-16,1 2 0 16,-11-3 0-16,-6 2 0 0,-6-2 0 0,-2 1 0 15,-1-1-2-15,0 0-83 0,0 0 41 0,-4 0 37 16,-5 0-557-16,-1 0 270 0,4 0 91 0,2 0 87 16</inkml:trace>
  <inkml:trace contextRef="#ctx1" brushRef="#br0" timeOffset="-189348.13">15075 13529 180 0,'-1'0'0'0,"-4"0"0"0,2 0 0 0,0 0 0 0,0 0 129 15,0 3-47-15,1-3-22 0,0 2-1 0,-1-2 74 16,2 0-53-16,-1 0 0 0,1 0 53 0,-1 0-48 15,2 0-25-15,-2 2 107 0,2-2-70 0,0 0-31 16,0 0 1-16,0 0 181 0,0 0-106 0,5 0-44 16,3 1-35-16,2-1 103 15,3 0-64-15,2 0-34 0,3 0 10 0,1 0 164 16,1 0-103-16,2 0-52 0,1 0 60 0,1 0-55 16,2 0-19-16,1-1-87 0,-1-1 26 0,1 2-1 15,-3 0 26-15,0-2-282 0,3 2 150 0,-7-3 61 16,-2 3 36-16,-4 0-604 0,-1 0 265 0,-2 0 161 15,0 0 9-15,-8 0-203 16,-1 0 167-16</inkml:trace>
  <inkml:trace contextRef="#ctx1" brushRef="#br0" timeOffset="-189001.77">15155 13739 1281 0,'-10'0'0'0,"4"1"0"0,0 1 0 0,0-1 0 0,1 2 0 0,5-1 0 0,0 0 239 0,0 2-102 0,8-2-50 0,4 1 309 15,6 0-171-15,2 0-99 0,1 2-45 0,4 1 48 16,-4-3-46-16,1 5-24 0,1 1 10 0,-6-2-174 16,-1 1 71-16,-2 3 35 15,-4 1-106-15,-2 3 71 0,-3 2 45 0,-5 0-198 16,0 2 112-16,-11 0 3 0,-7 1 44 0,-6 1-13 16,-4-4 3-16,-1-1-15 0,-2-1 1 0,-2-4 312 15,2 1-138-15,-2-2-70 0,6-6 399 0,7 1-199 16,3-4-112-16,4-1-33 15,6 0 120-15,1 0-86 0,6 0-62 0,0 0-79 0,13 0 0 0,6 0 0 16,7 1 0-16,3 4 0 16,2-5 0-16,2 3 0 0,1 1 0 0,0-2 0 15,2-1 0-15,1 2 0 0,-6-3 0 0,-1 3-57 16,-4-3-112-16,-1 0 41 0,-7 0-179 0,2 0 80 31,-11 0 101-31,-4-3-404 0,-1-1 247 0,-3-5 124 0,-1-7 61 0,0-2-464 16,-5-3 267-16</inkml:trace>
  <inkml:trace contextRef="#ctx1" brushRef="#br0" timeOffset="-188817.68">15280 12997 1372 0,'-3'0'0'0,"-1"0"0"0,3 0 0 0,-1 0 0 0,1 4 0 0,-1 3 472 0,2 3-208 47,0 3-120-47,0 5 186 0,0 3-147 0,0 7-74 0,2 2-28 0,4 1 16 0,-1 3-31 0,2 2 0 0,-1 0-31 0,-1 1-428 0,2 4 224 0,-3-6 97 16,-1-2-592-16,2 0 350 0,0-1 174 0,-2-5-15 15</inkml:trace>
  <inkml:trace contextRef="#ctx1" brushRef="#br0" timeOffset="-188265.96">15747 13600 1214 0,'0'1'0'0,"0"3"0"0,0-2 0 0,0 3 0 0,0-2 0 0,1 0 0 0,4 3 0 0,0-1 140 0,3 1-52 0,4 0-18 0,-1-1 140 0,4 2-87 0,3-2-43 0,0-3-12 16,4 3-32-16,2-4 8 0,-3-1-9 0,3 0-48 15,-4 0 24-15,0-3 1 0,0-5 23 0,1-1-21 16,-7-4-8-16,-3 2 29 16,-1-2-60-16,-3-2 30 0,-4 1-2 0,2-5 7 15,-5 4-25-15,0-5 33 0,0 2-20 0,-8-2 24 16,-4 1-10-16,-1-3 6 0,-1 4-5 0,-5 2 61 16,1 2-26-16,-1 2 0 0,-3 2-21 0,-3 2 48 15,2 6-22-15,-1 2 0 0,-1 0 67 0,1 8-43 47,-1 9-19-47,-2 5 9 0,8 7 77 0,1 3-54 0,5 3-27 0,1 2 178 0,7 4-103 0,0 4-42 0,5-6-35 0,0 2 70 16,7-2-131-16,10 0 0 0,3-5 0 0,5 7 0 15,0-15 0-15,3-4 0 0,3-3 0 0,0-2 0 16,5-2 0-16,-5-9 0 0,1-2 0 0,-1-4-144 16,-2 0 62-16,-1-4-794 0,4-6 411 0,-9-1 220 15,-3-3 104-15</inkml:trace>
  <inkml:trace contextRef="#ctx1" brushRef="#br0" timeOffset="-187477.38">16221 13130 1359 0,'-3'-12'0'0,"0"0"0"0,-1 4 0 0,4-3 0 0,0-1 0 0,0 3 0 0,0-2 0 0,4 2 190 0,5 4-77 16,6-2-38-16,0 1 100 0,3 3-74 0,2 0-33 15,-1 3 0-15,1 0 7 0,2 0-40 0,1 9 10 16,-4 1-9-16,-2 4-37 0,-4 0 0 0,-2 4 36 16,-2-1-71-16,-3 2 45 0,-4 1-9 0,-2 1 36 15,-3 1-34-15,-8-3 0 16,-5 3-2-16,-2-1 99 0,0-4-48 0,0-2 0 15,-1-3-41-15,-1-4 97 0,1-1-40 0,2 2 7 16,1-6-31-16,5-2 185 0,3 1-97 0,-1-2-47 16,3 0 106-16,6 0-82 31,0 0-36-31,2 0 0 0,10 0-63 0,5 0 0 0,5-2 35 0,3 1-93 0,1-1 43 0,0 2-1 0,0 0 42 0,0 0-70 16,4 0 44-16,-7 0-9 0,-3 0 36 0,-2 0-213 15,-3 0 68-15,-4 0 58 0,0 0-71 0,-5 0 57 16,-4 0 9-16,-1 0 63 31,-1 0-8-31,0 0-20 0,0 0-30 0,-6 0-222 0,-1-1 117 0</inkml:trace>
  <inkml:trace contextRef="#ctx1" brushRef="#br0" timeOffset="-187406.86">16542 13312 2648 0,'-7'-5'-68'0,"2"2"-691"0,-3-1 352 0</inkml:trace>
  <inkml:trace contextRef="#ctx1" brushRef="#br0" timeOffset="-183303.79">16917 13583 1562 0,'-17'0'0'0,"-2"0"0"0,5 1 0 0,-1 2 0 0,8 3 0 0,6 1 0 0,1-2 282 16,0 2-123-16,10 2-61 0,13-4-22 0,5 1 381 31,6-3-210-31,5-3-106 0,2 0 54 0,3 0-79 0,3 0-31 0,-8-2-87 0,-2-5 38 0,-1 3 1 16,-3-1-1-16,4 0-337 0,-13 0 163 0,-3-1 88 16,-5 5 43-16,-4-2-682 0,-4 1 349 0,-3 1 81 109,-5 0 122-109,0-1-468 0</inkml:trace>
  <inkml:trace contextRef="#ctx1" brushRef="#br0" timeOffset="-183211.7">17126 13314 1816 0,'-4'0'0'0,"0"0"0"0,0 0 0 0,1 0 0 0,2 3 0 0,1 10 0 0,0 9 0 0,0 4 342 0,3 6-154 0,3 8-75 0,2 9 181 0,-2 2-134 0,0 4-62 0,-3 3-30 0,1 0 10 0,-1-3 1 0,0 1-34 15,0-12-525-15,2-6 258 0,2-2 129 0,0-9 65 16,1-3-742-16,3 0 399 0</inkml:trace>
  <inkml:trace contextRef="#ctx1" brushRef="#br0" timeOffset="-183045.54">17635 13534 1203 0,'20'-12'0'0,"3"7"0"0,1 1 0 0,4 2 0 0,0 1 0 0,2-1 0 0,1-1 660 0,6 3-303 0,-5 0-165 0,0 0-78 0,1 0 180 31,-1 0-129-31,1 0-65 0,1 0-463 0,-7 0 195 0,-6 0 102 0,0 0-786 0,-5 5 417 16,-5-2 208-16</inkml:trace>
  <inkml:trace contextRef="#ctx1" brushRef="#br0" timeOffset="-182726.2">17697 13748 1468 0,'0'0'0'0,"0"0"0"0,0 0 0 0,0 0 0 0,7 0 0 15,8-1 0-15,6 0 0 0,5-2 190 0,4 2-77 0,5 1-39 0,4 0 9 0,-3 0-47 0,-2 0 0 0,-2 1-59 0,-6 8 30 0,-6 3-1 0,-4 3 39 0,-13 2-194 0,-3 1 92 0,-8 5 47 0,-17 2 22 0,-4 1 25 0,-7 3-38 0,-3-5 23 0,0-3 85 0,0-1-47 0,3-1-68 0,-1 1 358 47,9-6-168-47,6-2-79 16,6-6-19-16,5 0 225 0,7-6-136 0,2 2-60 0,2-2-43 0,12 0 44 0,12 0-40 0,4 0 1 0,3-2-39 0,5 2 14 0,-2-5-14 0,3 3 0 16,-1-3 0-16,2 5-84 15,-2-2 42-15,4 0 8 0,-10 1-327 0,-3 1 180 0,-3 0 58 0,-2 0-525 16,-6 0 261-16,1 0 148 0,-11 0 88 0,-3 1-373 15,-1 1 225-15,-2-2 114 0,0 0 57 0,0 0-294 16</inkml:trace>
  <inkml:trace contextRef="#ctx1" brushRef="#br0" timeOffset="-182250.98">17768 12993 1294 0,'-13'-18'0'0,"10"6"0"0,1 0 0 0,2 3 0 0,0 0 0 0,5-5 0 0,8 6 0 0,3 2 203 0,6-1-83 31,0 3-43-31,5 3 71 0,1-1-47 0,-3 2-38 0,3 0 1 0,-2 3-106 0,-4 8 38 0,0 0 1 16,0 1 48-16,-11 4-130 0,-5 0 61 0,-3 1 30 15,-3 1-11-15,-3 1-1 0,-10 1 50 0,-4-5-49 32,-2-1 141-32,-1 0-71 0,3-2-24 0,-2-3 87 0,2-3-47 0,5 0-27 0,2-2 1 0,3-2 151 15,2-2-85-15,4 2-43 0,1 1 9 0,0-3-83 16,12 0-1-16,7 0 33 16,4 1 8-16,3 0-8 0,6 6 9 0,-4 0-9 0,0 3-72 0,-3 1 37 15,-3 4-1-15,-4 1 1 16,-4 3 44-16,-8 2-20 0,-6 1 8 0,0-4 124 15,-15 5-63-15,-8-6-37 0,-5 3 6 0,-5-6 181 16,2-3-244-16,-4-4 0 94,1-1 0-94,0-4 0 0,1 0 0 0,6-2 0 0,4 0 0 0,6-6 0 0,1-4 0 0,7-2 0 0,1-1 0 0,8 0 0 0,0 2 0 0,5 1-1251 0</inkml:trace>
  <inkml:trace contextRef="#ctx1" brushRef="#br0" timeOffset="-179749.4">19241 13617 1475 0,'-10'-5'0'0,"0"5"0"0,4 0 0 0,3 0 0 0,3 0 0 0,0 0 0 0,0 0 0 0,5 3 517 0,9 0-244 0,4 1-117 16,3-2 168-16,5-1-143 0,0 0-72 0,3-1-26 16,-3 0-37-16,-1 0-8 0,1 0 0 0,-2 3-334 31,-1-3 167-31,1 3 93 0,-5 1 32 0,-1 3-756 0,-6 3 394 0</inkml:trace>
  <inkml:trace contextRef="#ctx1" brushRef="#br0" timeOffset="-179600.78">19327 13854 2767 0,'-14'0'0'0,"5"0"0"0,2 0 0 0,-1 0 0 0,8 1 0 0,0 2 0 0,5 3 0 0,8-2 0 0,8 1 416 15,2 1-179-15,2-2 88 0,1 0-143 0,2-1-178 16,2 1-4-16,-1-1-25 0,7 2-48 0,-6-2 50 15,1 1 31-15,0 1-951 16</inkml:trace>
  <inkml:trace contextRef="#ctx1" brushRef="#br0" timeOffset="-179103.91">20320 13735 1658 0,'-16'-13'0'0,"2"-1"0"16,5 4 0-16,2-1 0 0,0-1 0 0,7 2 0 0,0-2 0 0,4 5 255 0,10-3-109 0,5 3-54 0,6 3 182 0,-1 3-123 0,4 1-57 15,1 0-29-15,0 8 33 0,1 6-31 0,0 0 9 16,-5 6-39-16,-5 1-33 0,-4 6 1 0,-3 0 32 16,-6 5-90-16,-4 2 54 93,-3-1-9-93,-6-2 45 0,-11 1-44 0,-4-3 1 0,-5 1 38 0,-7 0-23 0,-1-11-10 0,-2-2-1 0,0-7-10 0,2-3-95 0,3-7 52 0,-2 0 32 0,11 0-7 0,8-7-128 0,5-12 73 0,8-4 39 0,1-3-504 0,9-4 247 0,13 2 138 0,7-4 64 0,6 0-421 0</inkml:trace>
  <inkml:trace contextRef="#ctx1" brushRef="#br0" timeOffset="-178885.82">20741 13534 1124 0,'3'-8'0'0,"-3"2"0"0,2 1 0 0,-2 3 0 0,0 2 0 0,0 0 348 0,-7 4-156 0,-7 11-68 0,-4 4 561 15,3 6-324-15,-4 4-162 0,4 5-82 0,-1 2 361 16,4 7-212-16,3-5-229 0,7 6-37 0,2-2 0 31,3-1 0-31,16 0 0 0,5 0 0 0,8-12 0 0,2-5 0 0,4-6-144 0,-1-2-87 0,5-9 134 78,0 2 76-78,-6-9-717 0,-2 0 357 0,-1-4 145 0,-6-8 99 0,-1-5-515 0,4 0 298 0</inkml:trace>
  <inkml:trace contextRef="#ctx1" brushRef="#br0" timeOffset="-178582.4">21097 13658 1508 0,'-11'2'0'0,"1"4"0"0,2 0 0 0,0 3 0 0,5 1 0 0,3-1 328 0,0 2-145 0,3 0-74 0,11 0 251 0,6 3-152 16,5-6-91-16,3-1 176 0,3-3-128 0,3-3-64 31,-2-1-33-31,6 0-118 0,-6 0 38 0,-3-5 25 0,1-7-1 0,-6-1-239 0,-4 0 132 0,2-4 75 16,-10 2-255-16,-7-1 149 0,-2 0 80 0,-3 2-144 15,0-6 89-15,-5 3-38 0,-9 1 56 0,-3 0 12 16,-3 2 1-16,-6 1 33 0,0 3 0 16,-4 4 68-16,1 4-29 0,-1 2 0 0,-1 4-39 0,2 12 289 15,-1 6-141-15,-1 4-48 0,9 6 353 0,3 2-178 16,7 4-107-16,7 1 237 16,5 2-165-16,0 6-74 0,11-6-51 0,12-1-20 15,5-2-58-15,3-6 0 0,5-4 0 0,5 0 0 16,-3-12 0-16,2-6 0 0,0-5 0 0,0-5 0 15,0 0-119-15,1-3 57 0,-9-11-706 0,-2-5 342 16,-4-2 206-16,-3-4-644 0,0-1 413 0,-1-4 198 16</inkml:trace>
  <inkml:trace contextRef="#ctx1" brushRef="#br0" timeOffset="-178293.96">21530 13271 1086 0,'-6'-6'0'0,"1"-3"0"0,5 4 0 0,0 2 0 0,0-1 0 0,7 0 0 0,8 3 474 0,3-4-210 0,2 5-119 16,1 0 106-16,2 0-107 31,-2 0-54-31,-1 3-223 0,-1 5 93 0,-3 3 34 0,-7 2 0 0,-4 1-135 0,-4 5 89 0,-1 1 44 16,-6 4 9-16,-10-5-5 0,-4 0 37 0,-1-2 0 15,-2 0-72-15,3-5 215 0,-1 5-129 0,3-10-24 16,3 0 354-16,4-2-178 15,-1-2-63-15,8 0 61 0,1 1-71 0,3-4-50 0,2 0 1 0,13 0 23 16,6 0-32-16,2 0 0 16,5-1-23-16,0-2-108 0,0-2 50 0,0 2 25 0,2 0-1 0,-2-3-498 15,1 1 244-15,-3-2 132 0,-3-1-777 0,0-1 426 16,-3-1 213-16</inkml:trace>
  <inkml:trace contextRef="#ctx1" brushRef="#br0" timeOffset="-178054.84">21892 13156 1303 0,'0'0'0'0,"0"-2"0"0,0-1 0 0,0 2 0 0,2-2 0 0,4 3 0 0,3 0 0 0,4 0 532 0,1 0-248 0,6 7-114 15,0 1-72-15,0 4 78 16,-1 0-69-16,1 1-36 0,-1 1 0 0,-6 3-55 16,-4 0-9-16,-4 1 29 0,-5 0-111 0,0 3 56 93,-14 1 27-93,-7-1-92 0,-5-3 56 0,-4-2 32 0,-1-1 0 0,-2-3 33 0,3-4-48 0,1 1 48 0,7-6-112 0,5-2-539 0,4-1 279 16,6 0 149-16,7-1 75 0,0-6-151 0,7-6 118 0</inkml:trace>
  <inkml:trace contextRef="#ctx1" brushRef="#br0" timeOffset="-177835.49">22184 13174 1576 0,'1'-7'0'0,"-1"2"0"0,0-3 0 0,0 5 0 0,0 2 0 0,-3-2 0 0,-6 3 208 0,-3 0-85 0,0 7 604 15,0 6-349-15,0 2-171 0,3 3-86 0,-1 0 164 16,6 4-116-16,4-1-71 0,0 1-59 0,2 1-226 16,7 0 97-16,8-1 63 0,5 2 41 0,3-6-726 15,4-1 374-15,3-2 188 94,0-6-319-94,3 0 120 0,1-2 154 16</inkml:trace>
  <inkml:trace contextRef="#ctx1" brushRef="#br0" timeOffset="-177698.91">22565 12992 817 0,'-3'-7'0'0,"0"2"0"0,0-1 0 0,1 3 0 0,1 3 0 0,-1 0 646 0,2 9-305 0,-3 15-152 0,2 12-67 0,0 11 569 16,0 9-328-16,-4 13-163 46,-1 8 309-46,0 9-456 0,1 15-53 0,0-9 0 0,0 3 0 0,0-3 0 0,-2-3 0 0,4-7 0 0,-2 2 0 0,1-23 0 0,2-7 0 0,0-11 0 16,2-2-188-16,0-7 86 0,0-5 79 0,0-17-828 16,0-7 408-16,0-5 203 0,2-7-635 0</inkml:trace>
  <inkml:trace contextRef="#ctx1" brushRef="#br0" timeOffset="-177435.56">22696 13864 2151 0,'-8'4'0'0,"3"4"0"0,2 3 0 0,2 2 0 0,-1-1 0 0,2 5 0 0,0-2 0 0,0 6 384 16,6-2-179-16,8-3-84 0,4 2-43 0,3-6 98 16,2-1-70-16,4-5-25 0,-2-6-228 0,3 0 92 15,-1 0 46-15,-2-12 23 16,1-5-354-16,-1-6 198 0,-11 0 84 0,-3-3-145 16,-7 1 70-16,-2-2 68 46,-2-1 34-46,0 1-47 0,-6 6 18 0,-8 1 0 0,-3 3 24 0,-3 3 265 0,-5 9-133 0,0-2-75 0,3 7-25 0,2 0 1 0,1 1 16 0,5 9 1 0,1 3 309 0,3-1-136 16,5 4-74-16,5-3-572 0,0 1 240 0,0-1 119 16,0-2 48-16,5-1-674 15,3-2 349-15,4-5 170 0</inkml:trace>
  <inkml:trace contextRef="#ctx1" brushRef="#br0" timeOffset="-177249.52">22942 12998 2058 0,'0'-6'0'0,"0"-1"0"0,2 2 0 0,-1 3 0 0,2 2 0 0,0 0 430 0,2 8-196 0,0 10-91 0,-1 3 357 16,0 5-233-16,-2 4-115 16,0 3-58-16,0 0-271 0,-1 4 115 0,-1-3 45 15,0 2-394-15,0-4 223 0,0-1 112 0,-3-1 56 16</inkml:trace>
  <inkml:trace contextRef="#ctx1" brushRef="#br0" timeOffset="-176782.8">23321 13666 2371 0,'-8'-8'0'0,"2"3"0"0,1-2 0 0,5 2 0 0,0 5 0 0,12 0 0 0,9 0 0 0,8 0 289 0,4 2-118 0,3 4-72 0,0 2 403 0,2-2-232 0,5-1-118 0,-4 3-75 0,3-1-77 16,-8-1 0-16,-3-1 0 15,-7 1-175-15,-2-2 20 0,-2-1 104 0,-12 1-647 16,-5-2 366-16,-3-2 185 0,0 0 92 0,0 0-451 16,0 0 226-16</inkml:trace>
  <inkml:trace contextRef="#ctx1" brushRef="#br0" timeOffset="-175203.59">24384 13371 652 0,'0'-17'0'0,"0"-1"0"0,0-2 0 0,0 4 0 0,0-1 0 0,0-1 125 0,0 0-43 0,0 0-1 16,0-4-34-16,0 6 86 0,-2-1-48 0,-1 2-24 16,-2 2 1-16,-1 0 3 0,3 1 10 0,-3 2-38 15,-2 5 75-15,3 3-37 0,-3-1 0 0,-2 3 27 16,0 0-38-16,-1 9 1 0,-2 9-27 15,1 8 90-15,-2 6-45 0,-1 9 9 0,7 1-54 16,-1 6 183-16,5 4-92 0,3 0-45 16,1 2-1-16,0 5 64 0,0-10-59 0,9-3-26 15,3 5 52-15,3-6-38 0,3 0 0 0,1 5-105 16,-3-16 29-16,-1-1 0 0,-4-3 37 0,-3-6-121 16,-5 3 60-16,-1 0 41 0,-2-9-10 0,-3 2-32 31,-12-6 13-31,-3 0 0 15,-1-3 6-15,-6 3-13 0,3-7-16 0,-2 0 1 0,4-5-261 0,0 1 140 0,4-3 55 0,1 0-411 0,7 0 242 0,3-3 116 16,5-6 57-16,0-7-425 0,4-2 241 0,10-3 112 16</inkml:trace>
  <inkml:trace contextRef="#ctx1" brushRef="#br0" timeOffset="-174897.86">24483 13921 1057 0,'9'5'0'0,"0"4"0"0,1 0 0 0,-1 2 0 0,-2 5 0 0,1 2 0 0,-4-1 0 0,4-2 570 0,-3 2-267 0,-1-1-133 15,2-1-66-15,3 0 194 16,-1-5-136-16,4-3-62 16,-1-3-38-16,3-4-1 0,1 0-14 0,1 0-192 0,0-14 91 0,0-5 45 15,-3-3 1-15,1-3-207 0,-6-3 135 0,-2 1 54 16,-4-2 32-16,-2 2-164 0,0 0 82 0,-11 2-27 31,-3-3 37-31,-2 8 164 0,-7 2-63 0,1 5-31 0,-3 6 189 0,-2 3-99 0,-1 2-57 16,4 2 43 78,2 0-40-94,4 9 16 0,2 0-1 0,3-1-183 0,1 3 80 15,6 0 51-15,5-2 0 0,1 3 48 0,0-4-20 0,3-1-12 0,8-3-681 0</inkml:trace>
  <inkml:trace contextRef="#ctx1" brushRef="#br0" timeOffset="-174735.64">24759 12853 741 0,'-5'0'0'0,"1"0"0"0,1-1 0 0,-1 1 0 0,1 0 0 0,2 7 651 0,-4 10-306 0,4 3-145 0,0 6-85 0,1 1 334 0,0 4-205 0,0 3-104 62,0 3-341-62,0 5 128 0,1-1 51 0,6-1-568 0,-2-1 313 0,-2 2 158 0,-1-2 78 0,2 2-361 0</inkml:trace>
  <inkml:trace contextRef="#ctx1" brushRef="#br0" timeOffset="-173963.18">25072 13576 1317 0,'0'0'0'0,"0"1"0"0,0-1 0 0,2 5 0 0,1-3 0 0,8 1 0 0,0 3 273 0,7-4-119 0,6 3-58 0,4-4 143 16,3 3-101-16,5-4-41 0,-4 0-35 0,1 0-78 16,0-4 26-16,-4-3 1 0,-6-4 26 0,4-1-126 15,-11-5 59-15,-5 3 33 0,-9-1-85 0,0-2 59 16,-2 0 31-16,-6-2 1 0,-12 5-27 0,-4-1-6 15,-5 1-1-15,-4 3 137 0,-2 3-54 0,-5 0-32 16,8 7 0-16,-1 1 225 16,-3 0-115-16,6 12-39 0,-1 4-35 0,3 6 224 15,6 3-129-15,6 4-60 0,9 6 150 0,5 1-105 16,0 0-55-16,11 10-87 0,9-8 0 0,11 1 0 31,6-2 0-31,3-6 0 0,5-5 0 0,6 0 0 0,-4-10 0 0,0-8-107 0,1-4-94 0,-3-4 120 16,-2 0 59-16,1-7-710 0,-12-8 353 0,-3-5 166 31,-4-3 88-31,-1-2-534 0</inkml:trace>
  <inkml:trace contextRef="#ctx1" brushRef="#br0" timeOffset="-173686">25574 13212 1433 0,'-6'-11'0'0,"1"3"0"0,1 4 0 0,4-1 0 0,0 3 0 0,2-1 100 0,11 0-36 0,6 3 1 0,1 0-28 0,-1 3 0 0,3 6 0 0,2 0 10 0,-4 2 238 0,-5 3-124 0,0 1-62 0,-2 2-185 0,-6 1 62 0,-4 5 39 0,-3-4-8 15,0 3 113-15,-10-3-41 0,-7 1 0 0,-1 0 254 16,-3 1-139-16,0-7-83 0,2 3-36 0,1-6 134 16,4-2-86-16,2 0-43 0,2-1 9 0,7-1 73 15,3-4-162-15,0 2 0 0,10-4 0 0,13-1 0 16,5 0 0-16,1 0 0 0,5 0-122 0,2-7-75 15,4-1 117-15,-1-1-708 16,4-3 343-16,-7 2 212 0,-2-1 82 0,-3 1-222 16,-6-2 169-16,-4 1 83 0,1-4 32 0,-13 1-371 15,-5-2 211-15,-3-3 106 0</inkml:trace>
  <inkml:trace contextRef="#ctx1" brushRef="#br0" timeOffset="-173500.8">25990 13230 944 0,'-6'-17'0'0,"-1"4"0"0,3-1 0 0,2 4 0 0,2 3 0 0,0 3 0 0,0 3 311 0,7-1-137 0,8 2-60 16,0 0-42-16,3 7 117 0,2 6-76 0,-2 2-38 15,0 0 173-15,2 3-97 0,-7 3-61 0,2-1 115 16,-7 2-84-16,-3 2-42 16,-4 2 0-16,-1 3 4 0,-1-2-10 0,-12-4-37 15,-6-1 1-15,-2-2-104 16,-3-3 52-16,-7 1 35 0,3-9-9 0,-1-4-153 0,2-5 90 0,2 0 44 16,5 0-516-16,0-8 261 31,13-6 80-31,4-8 82 0,3-3-479 0,5-5 272 0,12-3 135 0</inkml:trace>
  <inkml:trace contextRef="#ctx1" brushRef="#br0" timeOffset="-173357.08">26200 13151 725 0,'16'-11'0'0,"-5"3"0"0,1 1 0 0,-4 3 0 0,-3 1 0 0,-4 3 0 0,-1 0 629 0,0 3-296 0,-6 8-148 0,-5 4 603 0,0 0-381 0,-4 5-184 0,4-1-93 0,0 3 272 16,0 0-293-16,3 1-109 15,5-2 0-15,1-1 0 0,2 1 0 0,0 3 0 16,5-1-253-16,12 1 103 0,4-4 88 0,7-1 50 0,5-1-898 0,7-1 342 15</inkml:trace>
  <inkml:trace contextRef="#ctx1" brushRef="#br0" timeOffset="-172938.74">26682 13660 1847 0,'-8'-11'0'0,"-1"-2"0"0,2 3 0 0,4-1 0 0,-1-3 0 0,1 4 0 0,2-4 0 0,-2 0 0 0,3 3 173 0,-1 1-69 16,1 2-91-16,-2 3 23 0,-1 2-1 16,-4 2 10-16,0 1-83 0,-5 9 37 0,-1 8-1 15,1 6 38-15,-4 4 76 0,1 7-29 0,6-3-9 16,1 4-39-16,3-4 125 0,4 1-62 0,1-6-32 16,0 4-12-16,0-9-19 15,10-4 1-15,3-3 0 0,4-6-97 0,5-5 48 0,4-3 34 0,-1-4-340 16,-1-17 173-16,2-6 73 0,-3-4 47 0,-1-7-435 15,0-3 211-15,-5-3 87 16,-2 0 63-16,-5-4-44 0,1-3 54 0,-3-6 19 16,-4 2 120-16,-2 0-42 0,-1-3 0 0,1 0-42 15,-1 4 60-15,-1-3-39 0,0 21 9 0,0 13 221 16,0 9-125-16,-6 10-32 16,-2 4-42-16,-1 6 526 0,2 19-261 0,1 9-108 0,2 5-70 0,-2 6 200 46,2 4-134-46,0 7-59 16,2-6 135-16,1 1-105 0,1-2-53 0,0 1-26 0,0-3-79 0,0 7 35 0,0-12-8 0,0-1-163 0,1 0 94 0,3-7 47 0,5-3 24 0,-2 1-684 16,0-16 285-16,2-5 193 15,1-5 94-15,2-6-738 0</inkml:trace>
  <inkml:trace contextRef="#ctx1" brushRef="#br0" timeOffset="-172752.73">27046 13522 2836 0,'9'-11'0'0,"4"5"0"0,1 1 0 0,5-1 0 0,-2 5 0 0,5 1 0 0,-4 0 0 0,3 0 0 0,-1 10 0 0,0 5 0 0,-2 1 212 0,-2 2-80 0,-5 1-52 0,-6 4 55 16,-3 0-49-16,-2 3-25 0,-9 1-1 0,-8 3-53 0,-9-5-9 0,-6 2 38 0,-5-3-1 0,-4-4-99 0,-2 1 59 0,3-9 15 0,3 0-395 0,2-4 210 0,7-3 43 0,4-4 73 15,3-1-691-15,15 0 362 0,6-11 176 0,2-11-486 16</inkml:trace>
  <inkml:trace contextRef="#ctx1" brushRef="#br0" timeOffset="-172582.52">27367 13331 2121 0,'0'0'0'0,"0"-1"0"0,0 0 0 0,0 1 0 0,0 0 0 0,-7 7 0 0,-3 11 0 0,-4 6 684 16,-2 8-324-16,4 5-162 0,0 4-81 0,4 5 334 15,4 8-451-15,4-6 0 16,1-1 0-16,17-2 0 0,9-7 0 0,10-4 0 0,7-2-83 0,6-13-182 47,4-9 150-47,10-5-1222 0</inkml:trace>
  <inkml:trace contextRef="#ctx1" brushRef="#br0" timeOffset="-172130.43">27833 13534 1381 0,'-10'-5'0'0,"2"1"0"0,3 1 0 0,3 3 0 0,2 0 0 0,2 0 519 15,8 0-241-15,13 7-120 0,2-2 503 0,5 2-311 32,7-2-148-32,3-1-55 0,-1-3-55 0,3 2-27 0,1-1 0 0,0-2-368 0,6 2 179 0,-9-2 77 15,-3 0 42-15,-4 0-837 0,2 0 440 0</inkml:trace>
  <inkml:trace contextRef="#ctx1" brushRef="#br0" timeOffset="-171935.05">28494 13488 2476 0,'-1'0'0'0,"1"0"0"0,0 0 0 0,0 0 0 0,4 0 0 0,11 0 0 0,7 0 0 0,9 0 376 0,6 0-170 0,6 0-84 0,9 0-6 0,7 0-30 0,-2 0-9 0,1 0-40 0,-4 0-482 0,-2 0 241 0,-5 0 120 0,-2 0 70 0,-14 0-878 0</inkml:trace>
  <inkml:trace contextRef="#ctx1" brushRef="#br0" timeOffset="-171690.46">28664 13676 1646 0,'-14'0'0'0,"0"0"0"0,8 0 0 0,1 0 0 0,5 0 0 0,0 0 0 0,12 5 0 0,9 1 333 0,4-1-148 0,4 3-74 0,0 0 65 94,-2 2-74-94,-1 2-33 0,-6 1 1 0,0 0-105 0,-5 3 36 0,1 2 9 0,-12 0 27 0,-4-1 0 0,-1 5 0 0,-18-1 1 0,-6 1-160 0,-7 2 90 0,-2-7 29 0,1-2 142 0,1-3-61 0,5-5-1 0,5 0-104 0,2-2 258 0,13-5-101 0,4 0-46 0,3 0-23 0,8 0-50 0,15 0 1 0,8-1 34 0,5-5-9 0,5 1-39 47,1-2 39-47,0 2 0 0,3-1-382 0,4 0 201 0,-10 6 67 0,-1-5-578 0,-2 2 289 0,-5 1 167 0,-8 0 70 0,-1-1-394 0,-13 3 248 0,-5-6 118 15,-4-2 61-15</inkml:trace>
  <inkml:trace contextRef="#ctx1" brushRef="#br0" timeOffset="-171522">28916 12995 2224 0,'0'0'0'0,"0"0"0"0,-1-2 0 0,-2 2 0 0,2 4 0 0,-1 10 0 0,-2 8 0 0,0 3 265 0,-2 7-114 0,0 4-48 0,3 0 28 16,-2 3-48-16,3 5-23 0,2-3 0 0,0 1-647 16,0 1 320-16,2-12 148 0,9 0-409 15</inkml:trace>
  <inkml:trace contextRef="#ctx1" brushRef="#br0" timeOffset="-171223.18">29340 13513 1549 0,'16'0'0'0,"-1"0"0"0,3 0 0 0,4 0 0 0,-1 0 0 0,4 0 0 0,1 0 0 0,-5 0 480 0,2-2-221 0,-2-4-112 15,2 0-54-15,-2-5-35 0,1 0-12 0,-8-2-9 16,-2-1-244-16,-2-3 122 15,-7 0 61-15,-1-3 40 0,-2 2-82 0,-11 0 51 16,-6 1 26-16,-8 2-113 0,0-1 63 0,-6 4-13 16,3 8 28-16,-6 4 76 0,1 0-33 0,2 8-42 15,-2 10-1-15,-1 6 242 0,9 2-110 0,5 3-35 16,4 4-34-16,4 2 284 0,6 4-143 0,4 7-62 16,2-3 20-16,8-1-50 31,15-1-26-31,5-3-122 0,9-4 48 0,4-2 34 0,0-11-9 0,3-9-429 0,-3-7 227 0,1-5 90 15,0 0 64-15,1-8-11 0,-10-10 29 0,-3-2-67 16</inkml:trace>
  <inkml:trace contextRef="#ctx1" brushRef="#br0" timeOffset="-170844.54">29762 12968 1294 0,'3'-17'0'0,"0"5"0"0,4 3 0 0,5 5 0 0,2 0 34 0,1 1-46 32,0 3 2-32,2 0 379 0,-2 7-166 0,0 6-84 0,-3 2-32 0,-1 2 14 0,-6 4-33 0,-5 1 1 0,0-1-163 0,0 4 66 15,-5 2 41-15,-9-8-9 0,-4 0 54 0,1-1-22 16,1-3 1-16,0-2 159 0,-1 0-70 0,3-6-50 16,3-1 1-16,4-4 41 0,1 0-41 0,3-2 1 15,3 4-33-15,3-4 91 0,9 0-49 0,9 0-26 16,8 0-69-16,3-5 44 15,4 2 10-15,0-1-10 0,2 4-603 0,2-2 301 0,0 2 129 0</inkml:trace>
  <inkml:trace contextRef="#ctx1" brushRef="#br0" timeOffset="-170771.19">30084 13191 2510 0,'42'0'-71'0,"-13"2"40"0</inkml:trace>
  <inkml:trace contextRef="#ctx1" brushRef="#br0" timeOffset="-170684.91">30035 13447 1202 0,'-9'4'0'0,"4"-3"0"0,0 5 0 0,4-3 0 0,1 2 0 0,0-1 0 0,4 2 453 0,12-1-208 0,7-2-105 0,9 1 486 0,4-4-294 0,8 3-140 0,-2-3-81 0,3 0-147 0,-1 0 36 0,2 0 1 0,-4 0-553 0,4 0 304 0,-16-3 138 0,-1 3 72 0,-8-4-637 0,-4-1 336 0,-4 1 169 0,-10-5-3 0</inkml:trace>
  <inkml:trace contextRef="#ctx1" brushRef="#br0" timeOffset="-170593.32">30391 13181 1829 0,'0'0'0'0,"-2"0"0"0,-1 0 0 0,2 3 0 0,0 9 0 0,-1 7 0 0,2 6 0 0,-3 6 269 0,0 7-121 0,-1 7-56 0,-2 3 536 0,2 5-295 0,-2 2-149 0,-3 6-68 0,5-17-44 0,-2 0-1 0,5-3-34 0,1-8-604 0,0-2 302 0,0 1 159 0,1-17 67 0,9-1-390 0,5-8 233 0</inkml:trace>
  <inkml:trace contextRef="#ctx1" brushRef="#br0" timeOffset="-170467.7">30774 13414 2714 0,'7'-12'0'0,"0"3"0"0,8-3 0 0,4 8 0 0,4-1 0 0,5 2 0 0,1-1 0 0,3 2 0 0,4 2 0 0,-3 0 344 0,0 0-154 0,3 0-77 0,-3 0-132 16,5 0 37-16,-8 4-10 15,0 0 28-15,-1-3-743 0,-2 5 371 0,-3 0 186 16,-4-1-360-16,-13-1 269 0</inkml:trace>
  <inkml:trace contextRef="#ctx1" brushRef="#br0" timeOffset="-170183.25">30947 13574 1879 0,'-3'-6'0'0,"2"2"0"0,1 3 0 0,0 1 0 0,11 0 0 0,1 0 0 0,6 0 0 0,3 0 236 0,5 8-100 0,-1-3-50 0,0 4 126 32,6 1-79-32,-8 2-53 0,-2 3 0 0,-1-1-157 0,-7 3 57 0,-6 2 27 0,-4 3-149 0,-3 0 84 15,-19-1 47-15,-8 1 24 0,-2-2-34 0,-5 1 29 16,-4 0 8-16,5-8-43 0,0 0 43 0,4-2-51 31,4-3 1-31,5-3 276 0,3 0-117 0,7-5-55 0,8 0-32 0,2 0 157 0,2 0-81 16,18 0-33-16,6 0 1 0,6 0-9 0,4 0-38 15,3-3 1-15,2 2-374 0,6 1 196 16,-5-1 85-16,-2 1-242 0,0-3 157 0,0 3 47 16,-5-2 50-16,3 2-547 0,-16-2 283 0,-5 0 136 15,-6-2 69-15,-8-2-396 0</inkml:trace>
  <inkml:trace contextRef="#ctx1" brushRef="#br0" timeOffset="-169850.44">31032 12599 1178 0,'8'-20'0'0,"6"5"0"0,6 8 0 0,3 6 0 0,6-4 0 0,-6 5 0 0,-1 0-31 0,-5 6-1 0,2 5 1 0,-4 4 352 0,1 0-134 16,-8 2-80-16,-6 1-122 0,-2 0 25 0,0 5-1 15,-7-4 27-15,-9 4-46 16,-4-2 16-16,-3-5 0 0,-1 2 25 0,0-3-22 16,2-2 16-16,-2 1 7 0,7-4 88 0</inkml:trace>
  <inkml:trace contextRef="#ctx1" brushRef="#br0" timeOffset="-169767.48">31056 12833 2035 0,'-8'5'48'15,"2"4"-21"-15,2 1 72 0,4-3-37 0,4 0 3 0,13 0 83 0,9 3-56 0,4 0-29 0,6 3 10 0,0 1-63 0,-1-2 26 0,-2 5-1 0,-2 0 1 0,-10-1-36 0,-1 5 44 0,-14-3-8 0,-6 2 41 0,-9-3-1 0,-16-1-40 0,-13-2 0 0,-8 1 146 0,0-7-77 0,-5-2-35 0,1-5-105 0,1-1 36 0,2 0-1 0,-3 0 44 0,16-2-690 0,8-13 322 0,9 2 166 0,9-3 64 0,8-3-488 0</inkml:trace>
  <inkml:trace contextRef="#ctx1" brushRef="#br0" timeOffset="-168835.19">9424 15045 1110 0,'-22'0'0'0,"7"-1"0"0,5-2 0 0,2 0 0 0,5 2 0 0,3 0 0 0,0-1 340 0,12 2-156 0,10 0-72 0,6 0-37 0,5 0 186 94,2 2-111-94,3 0-46 0,-5 1-38 0,0 0 190 0,-3-2-108 0,-1 1-56 0,-1-2-47 0,-1 2 3 0,-6-1-10 0,-3 0-407 0,-3-1 203 0,-3 3 103 0,-6 0 50 0,-1 1-657 16,-5-2 299-16,0 5 184 0</inkml:trace>
  <inkml:trace contextRef="#ctx1" brushRef="#br0" timeOffset="-168620.12">9354 15308 1711 0,'-18'3'0'0,"4"-2"0"0,2 4 0 0,7-2 0 0,5 0 0 0,0 1 141 16,0 1-52-16,13 0-26 0,8-1 758 0,2-1-397 15,5 2-193-15,3-4 220 0,5 0-451 0,-4 2 0 16,4-3 0-16,-5 0 0 94,1 1 0-94,-5-1 0 0,4 0 0 0,-6 0-207 0,5 2-111 0,-11 0 172 0,0 2 92 0,-5 1-398 0,-2 3 176 0</inkml:trace>
  <inkml:trace contextRef="#ctx1" brushRef="#br0" timeOffset="-165960.62">10653 15138 1330 0,'0'6'0'0,"0"1"0"0,0 0 0 0,0-2 0 0,0 2 0 0,7 2 232 0,2-2-86 0,6-1-58 0,5-1 0 0,0-1 231 0,4-1-139 0,7-3-70 0,-1 3-24 0,0-3 70 16,-1 0-57-16,1 0-29 0,-4-3-67 0,4-2 11 16,-11-4 27-16,-1-1-138 0,-1-1 67 0,-7-3 35 15,-1 2 0-15,-1-5-123 16,-7 2 65-16,-1-1 43 0,0 1-24 0,-5-2-58 0,-7 3 14 0,1-3 36 16,-6 5-27-16,-3 3 17 15,-3 1 7-15,-4 5 20 0,1 0 144 0,-5 3-73 16,4 0-29-16,-4 14 236 0,4 4-118 0,-2 4-66 15,4 7-14-15,-3 4 254 0,12 4-129 0,0 3-69 16,7 4-36-16,9 4 95 16,0-1-66-16,9 3-43 0,14-9-61 0,9-4 0 0,3-6 0 0,7-6 0 15,0-5 0-15,6-3 0 0,-5-10 0 0,-2-6 0 16,1-1 0-16,-1 0 0 0,-4-8 0 16,3-4-530-16,-12-5 194 0,-2-2 163 15,-4-3 23-15,-1-3-565 0,-5-1 338 0,4-3 157 16,-8 0 95-16,-2-1-227 0</inkml:trace>
  <inkml:trace contextRef="#ctx1" brushRef="#br0" timeOffset="-165697.12">11197 14739 1504 0,'0'-14'0'0,"0"2"0"0,0 1 0 0,0 2 0 0,0 2 0 0,5 0 0 0,7 2 312 0,4 2-136 0,0-1-57 0,2 2 150 0,1 2-114 0,-2 0-58 0,2 3-28 0,-2 8-143 0,2 1 67 0,-7 4 19 0,-3 2-90 0,-4 1 59 47,-5 5 30-47,0-2-1 0,-2 3-53 0,-11-3 37 0,-3-1 0 0,-4-4 167 0,1 0-76 0,-3-4-27 0,2 2-89 0,1-5 385 16,2-3-160-16,4-1-81 0,0-4-25 0,3 1 235 0,0-1-238 0,8-2-85 16,2 0 0-16,0 0 0 31,7-2 0-31,11-3 0 0,2-1 0 0,5-1 0 0,1 2 0 0,-1-1 0 0,4 0 0 0,-3 4 0 15,2-4 0-15,-5 5-549 0,0-2 203 0,-4 3 105 16,1-2 105-16,-3 2-664 0,4 0 370 0</inkml:trace>
  <inkml:trace contextRef="#ctx1" brushRef="#br0" timeOffset="-163487.89">11727 15186 2110 0,'-8'-4'0'0,"2"2"0"0,-1 1 0 0,2-1 0 0,5 2 0 0,0 0 0 0,0 0 0 0,2 3 0 0,8 4 306 32,6-1-124-32,4 2 193 15,1-2-167-15,6 0-85 0,1-1-42 0,0 0 69 0,9 0-45 0,-9 0-38 0,3-4 0 0,-1 2 11 16,1 0 0-16,0-2-77 0,2 1-1 0,-8 0 0 16,-3-2 0-16,-6 0 0 0,-4 0-82 0,-2 0 39 15,-3 0 51-15,-5 0-168 0,-2 0 95 0,0-2 16 16,-5-4 33-16,-6-2-404 0,2 0 157 0,1 3 119 15</inkml:trace>
  <inkml:trace contextRef="#ctx1" brushRef="#br0" timeOffset="-161874.42">12719 15008 1865 0,'-5'-4'0'0,"-1"3"0"0,-1-2 0 0,2 0 0 0,-3 3 0 0,2 0 0 0,-5 0 0 0,3 11 0 0,1 6 337 16,-1 8-149-16,0 5-76 0,3 5 90 0,4 4-74 16,1-1-49-16,1-1 0 0,15-1 135 0,3-1-88 15,7-5-44-15,4-2 55 0,1-11-54 0,3-6 0 16,-2-7-45-16,3-4 15 15,-1 0-15-15,2-7 10 0,-9-13-11 0,-4-6-112 16,-4 0 56-16,-5-6 28 0,-6-2-157 0,-2-1 95 0,-6 2 39 0,0 0-93 94,-8 2 61-94,-8 1 1 0,-6 1 24 0,-2-5-50 0,-5 11 31 0,-5 1-6 0,0 2 0 0,-3 5 109 0,3 3-41 0,-6 0-17 0,9 9-28 0,0 3 159 0,4 3-72 0,1 14-24 0,1 6-358 0,13 5 158 0,5 6 76 0,7-1 45 0,0 4-436 0</inkml:trace>
  <inkml:trace contextRef="#ctx1" brushRef="#br0" timeOffset="-160722.39">13390 15057 2490 0,'0'2'0'0,"0"0"0"0,0 0 0 0,0 1 0 0,4 0 0 0,5-1 0 0,2 0 192 0,8 0-77 0,3 0-38 0,5-2 195 0,4 0-116 0,5 0-50 16,1 0-37-16,-3 0 9 0,1 0 1 0,-5 0-40 31,-2 0 0-31,0 0-121 0,-12 0 55 0,-3 0 33 31,-7 2-208-31,-3-2 120 0,0 0 71 0,-3 0-236 0,0 0 132 0,-8 0 28 0,-4 0 43 0,1 0-315 0,0 0 152 0,1 0 80 16,3 0 44-16</inkml:trace>
  <inkml:trace contextRef="#ctx1" brushRef="#br0" timeOffset="-160017.37">14312 14979 1806 0,'-14'-7'0'0,"6"2"0"0,2 4 0 0,0 0 0 15,4-1 0-15,1 2 0 0,1 0 0 0,0 0 185 16,1 0-72-16,15 3 370 0,1 3-221 0,6-2-112 0,4-1 101 0,1 0-111 47,1-1-50-47,4-2 30 0,0 0-40 0,2 0 0 0,3 0-30 0,-4 0-306 0,-1 0 148 0,1 0 74 0,-3 0 37 16,-3-5-604-16,0 2 331 0,-10 2 75 15,-3-1 104-15,-6 1-795 0</inkml:trace>
  <inkml:trace contextRef="#ctx1" brushRef="#br0" timeOffset="-159707.06">14411 15121 776 0,'-18'1'0'0,"2"2"0"0,4-1 0 0,2 3 0 0,4-3 322 0,6 0-146 0,0 0-69 0,2 3 97 16,11-3-83-16,6 3-40 0,1-1 10 0,4 0 177 31,1 0-115-31,1 3-56 15,-4-1-28-15,2 5-10 0,-5-2-20 0,-7 3 1 0,0 1 0 0,-4 1-146 0,-8 3 72 0,0 5 47 0,0-2-18 0,-17 1-1 0,-8-1 46 0,-5 1 35 16,-2-3 0-16,-3 1-75 0,1-7 31 0,0-1 121 31,5-6-61-31,6-1-16 0,5-4-49 0,1 0 237 0,11 0-120 0,6 0-53 0,0 0-27 0,13-4 23 16,8-1-24-16,7-2 9 0,6-1-88 0,3 3 28 16,1 0-1-16,3-1-179 0,-1 4 103 15,4-1 62-15,-9 0 16 0,0 2-144 0,-2-1 81 0,-4 2 4 16,-2 0 32-16,-1 0-426 0,-9 0 174 0,-8 0 114 15,-1 2 56-15,-6-1-309 16,0 2 183-16,-2-3 82 0,0 0-295 0,0 0 199 16,-7-6 98-16</inkml:trace>
  <inkml:trace contextRef="#ctx1" brushRef="#br0" timeOffset="-159477.79">14564 14376 1213 0,'-6'-11'0'0,"-2"2"0"0,7 7 0 0,1 2 0 0,0 0 0 0,0 11 0 0,0 7 620 0,3 6-281 15,4 3-155-15,0 0 265 0,-1 2-205 0,0 3-103 0,1 1-148 16,1 5 56-16,-4-4-11 0,1 1 1 0,-2 3-368 16,0-1 184-16,-1-4 92 0,0 4 55 0,-1-10-182 15,0-3 109-15,2-7 54 0,-3-2-13 0,0-4 28 31,0-1-206-31</inkml:trace>
  <inkml:trace contextRef="#ctx1" brushRef="#br0" timeOffset="-158255.02">15229 14919 551 0,'-2'0'0'0,"-4"0"0"16,2 1 0-16,0-1 0 0,0 0 0 0,2 2 135 0,-2 1-53 0,1-3 0 0,1 4-44 0,2 0 62 62,0 1-31-62,0 2 9 0,0 2 85 0,5-1-62 0,6 0-31 0,6 1-1 0,1-1 71 0,5-1-42 0,0-1-34 16,4-3 8-16,-1-2 0 0,-1-1-34 0,1 0 0 0,1 0-35 16,-5 0-9-16,-2-7 44 0,-3-3 0 0,-1-4-38 0,-4-3-1 0,-2-1 49 0,-4-1-171 0,-5-3 78 0,2 0 16 0,-3 1 28 31,-3-1-214-31,-11 2 108 0,-1 1 28 0,-7 4-2 0,-1 3 20 0,-5 3-1 0,-5 6 2 0,0 3 147 47,-1 0-62-47,-1 12-26 0,-1 9-10 0,1 7 107 0,-2 6-59 0,9 7-26 0,4 2 335 0,5 6-167 0,10-2-55 0,7 1 231 15,2 4-150-15,10-12-87 0,18-2-41 0,8-8 144 16,6-2-92-16,4-9-45 0,9 0 9 0,-7-14-139 16,4-5 42-16,-3 0 0 78,0-3 42-78,-2-8-386 0,1-7 203 0,-12 1 86 0,-8-2-272 0,0-3 130 0,-5-3 104 0,-1 2 52 0,1-6-726 0</inkml:trace>
  <inkml:trace contextRef="#ctx1" brushRef="#br0" timeOffset="-157906.77">15719 14449 2139 0,'0'-7'0'0,"0"-1"0"0,0-1 0 0,0 6 0 0,1 1 0 0,7 0 0 0,4 2 0 0,1 0 0 0,1 0 0 0,2 7 0 0,-2 5 0 47,0 0 93-47,-2 5-27 0,1 3-59 0,-7 1-9 0,-3-1 40 0,-3 3 0 0,0-1-65 0,0 1 33 0,-9 1 9 0,-5-5 23 0,1 2 137 0,-4-5-69 0,3 0-34 15,-3-3 1-15,4 1 165 16,1-6-105-16,4-4-47 0,2 3 38 0,4-5-43 0,2 0 0 0,0 1-36 0,2-3-8 0</inkml:trace>
  <inkml:trace contextRef="#ctx1" brushRef="#br0" timeOffset="-157810.64">15735 14744 3700 0,'18'0'38'0,"4"-3"-250"0,2-4 125 0,4-1 72 0,-2 0 22 0,0 1-677 0,1-1 337 0,-1 0 111 0,-2 2 103 0,1-4-624 0</inkml:trace>
  <inkml:trace contextRef="#ctx1" brushRef="#br0" timeOffset="-157729.58">16016 14468 1811 0,'0'-5'0'0,"0"1"0"0,2 2 0 0,1-1 0 0,3 0 0 0,2 3 0 16,3 0 0-16,2 0 271 0,2 10-116 0,1 1-59 0,2 5 75 0,-3 0-66 0,0 5-24 0,-6-3-9 0,-2 6-5 0,-4-4-29 0,-3 6 0 0,0-2 9 0,-6 0-76 0,-10-2 34 0,-6-2-1 15,-1-1-122 1,-2-4 78-16,-1 2 48 0,3-10-353 0,2-2 187 0,2-3 49 0,5-2 59 0,3 0-263 0,5-2 106 0,6-10 90 0,0-5 39 0,12-4-416 0,7 1 228 0</inkml:trace>
  <inkml:trace contextRef="#ctx1" brushRef="#br0" timeOffset="-157636.28">16244 14495 1130 0,'0'-7'0'15,"0"-1"0"-15,0 3 0 0,0 2 0 0,0 2 0 0,-1 1 77 0,-4 0-39 0,-2 0 0 0,-3 9 10 0,5 4-11 0,0 1 1 0,2 4 0 0,2-2 734 0,1 4-367 0,0-3-174 0,0 1-63 0,8 0-65 0,5-2-33 32,3 1 0-32,4-3-649 0,5 0 318 0,0-4 144 0,5-2 78 0,4-3-397 0</inkml:trace>
  <inkml:trace contextRef="#ctx1" brushRef="#br0" timeOffset="-157437">16604 14330 1871 0,'0'0'0'0,"0"0"0"0,-2 0 0 0,2 3 0 0,0 9 0 0,0 8 0 0,0 10 768 15,0 9-371-15,0 10-179 0,0 12-90 0,0 13 351 31,0 6-409-31,0 14-70 0,0-11 0 0,0 3 0 0,-1-4 0 0,-4-7 0 32,2-6 0-32,1 6 0 0,2-23 0 0,0-1-291 0,0-4-8 0,2-2 169 0,1-10 83 0,5 1-794 15,0-23 369-15,2-9 218 0,3-4 108 0</inkml:trace>
  <inkml:trace contextRef="#ctx1" brushRef="#br0" timeOffset="-157071.08">16850 15175 1604 0,'-1'0'0'0,"-1"0"0"0,0 0 0 0,1 0 0 0,-1 5 0 0,2 10 0 0,0 3 682 0,0 2-323 0,2 4-161 0,7 1 108 0,5 1-126 0,2-4-76 0,2-2-17 47,3-2-26-31,2-4 1-16,5-5-16 0,-3-5-241 0,1-4 115 0,-1-4 59 0,-3-12 29 0,0-4-286 0,-4-5 167 0,-8-1 69 0,-5-2 40 0,-4 0-206 0,-1 1 99 0,-1-1-28 0,-11-2 118 0,-3 8-18 15,-4 2 0-15,-3 2 158 47,-1 6-80-47,-2 7-39 0,-3-1-9 0,8 6-18 0,0 0-11 0,4 3 64 110,4 5-26-110,4 4-99 0,2-2 44 0,6 2 24 0,0-3 28 0,1 1-572 0,7-3 268 0,4-4 134 15</inkml:trace>
  <inkml:trace contextRef="#ctx1" brushRef="#br0" timeOffset="-156958.02">17049 14428 1320 0,'1'-20'0'0,"1"9"0"0,0 3 0 0,2 5 0 0,1 0 0 0,2 3 734 0,0 6-340 0,-2 10-183 0,-1 7-87 0,0 3 422 15,-1 6-254-15,-2 1-128 0,1 6-288 0,0-4 75 0,-2 1 44 0,1 0-968 0,-1-1 505 0,2 4 261 63,-2-5 118-63</inkml:trace>
  <inkml:trace contextRef="#ctx1" brushRef="#br0" timeOffset="-156409.92">17283 14975 1095 0,'-21'-3'0'0,"5"-3"0"0,4 3 0 0,8 2 0 0,-1 1 0 0,5 0 454 0,3 0-208 0,10 3-104 0,7 4 203 0,4-3-153 0,4 4-68 0,3-4-49 94,2-1 219-94,4 1-128 0,-3-3-65 0,2 0-230 0,3 2 92 0,-6-1 33 0,-1-2-1 0,0 1-650 0,-1 0 346 0,1-1 173 0</inkml:trace>
  <inkml:trace contextRef="#ctx1" brushRef="#br0" timeOffset="-156265.11">18124 14899 1784 0,'17'0'0'0,"-1"0"0"0,6 0 0 0,3 0 0 0,4 0 0 0,4 0 0 0,4 2 0 0,-1-2 79 0,2 0-1 0,0 0-41 0,2 0 658 0,-1 0-329 0,2 0-155 0,-9 0-91 0,-7 0-773 0,-3-2 345 0,-7 2 173 47,-7 0-856-47</inkml:trace>
  <inkml:trace contextRef="#ctx1" brushRef="#br0" timeOffset="-155982.98">18176 15083 1263 0,'-18'0'0'0,"6"3"0"0,3-1 0 0,4 0 0 15,5 2 0-15,2-1 0 0,13 2 370 0,7-3-166 0,2 3-84 0,7 1 123 0,-2 0-107 0,1 0-50 16,-2 3-24-16,-2 0 11 16,-2 1-1-16,-1 3-25 0,-7-2-10 0,-6 2-72 0,-5 4 36 0,-5 1 0 31,0 3 60-31,-17-1-24 0,-9-1 0 0,-7 2 144 0,-5-2-72 0,-1-2-36 94,-1 2 9-94,6-6 68 0,1-1-57 15,7-3-28-15,7-4 0 0,5-1-28 0,3-1 9 0,11-3-9 0,1 0 0 0,15 0 104 0,12 0-141 0,7 0 0 0,6 0 0 0,0 0 0 0,5 0 0 0,0 0 0 0,-1 0-304 0,0 0 85 0,7 0 126 0,-13 0-286 0,-5-1 181 0,-6-1 31 0,-5 2 65 0,-8 0-393 0,-2 0 220 0,-11 0 124 31,-2-2 57-31,-5-2-346 0,-10-6 202 0</inkml:trace>
  <inkml:trace contextRef="#ctx1" brushRef="#br0" timeOffset="-155740.52">18388 14279 2301 0,'-5'-9'0'0,"-1"1"0"0,3 1 0 0,1 7 0 0,2 0 0 0,0 17 0 0,-1 5 0 0,1 5 454 0,0 5-214 0,0 2-101 0,0 4-52 0,0 0-24 0,3 3 0 0,6 7-18 0,0-3-874 0,2 5 432 0</inkml:trace>
  <inkml:trace contextRef="#ctx1" brushRef="#br0" timeOffset="-155196.78">18914 15020 1485 0,'0'0'0'0,"0"2"0"0,2 1 0 0,4 1 0 0,3 3 0 0,1-2 0 0,4 1 0 0,3 1 0 0,5-2 316 0,1-1-131 0,4-1-78 15,-1-3-36-15,4 0-34 0,-2 0 1 0,-2-5-1 0,1-5-30 0,-6 0-10 47,-5-4 40-47,-5 1-166 0,-2-1 84 0,-6-2 41 0,-1-2 9 0,-2 4-176 0,-6-1 99 0,-11 3 2 0,-7-2 40 0,-1 4-73 63,-6 1 40-63,-4 7-6 0,-1 2 106 0,-4 0-36 0,1 11-1 0,-1 8-34 0,-2 4 101 0,9 1-37 0,4 6-24 0,4 5 306 31,8 3-152-31,3 7-49 0,14-6-49 0,4 6 293 0,20-3-159 0,8 1-79 0,7-4-40 0,10 3 87 0,-5-15-68 0,8-4-29 47,-1-6-273-47,1-8 122 0,-2-3 61 0,6-3-210 0,-15-3 130 0,-1-5 71 0,-6-8 34 0,-4-7-749 0,-4-2 362 0,0-5 130 0</inkml:trace>
  <inkml:trace contextRef="#ctx1" brushRef="#br0" timeOffset="-154935.99">19380 14572 1826 0,'5'-17'0'0,"4"10"0"0,1 3 0 0,8 3 0 0,1 1 0 0,2 0 0 0,5 5 0 0,-3 2 235 0,-1 8-100 0,1 2-49 0,-2-2-38 0,-4 3-12 0,3 5 10 0,-12-4-9 0,-4 1-1 0,-4 1 1 0,0-2 0 15,-11 0-136-15,-4 2 56 0,-8-5 36 0,-1-4-1 0,-1-1 243 0,2-3-100 0,-2 4-40 0,9-8 170 0,5-3-114 0,3-1-58 0,1 0-28 0,7 0-60 0,0 0 9 0,3 0 23 0,17-1-1 0,8-9-46 0,7 0 24 0,6 0-1 0,5 1 33 0,2-2-601 0,0 4 267 0,2 1 157 0,-2 3-832 0</inkml:trace>
  <inkml:trace contextRef="#ctx1" brushRef="#br0" timeOffset="-154755.52">19841 15003 1470 0,'-6'0'0'0,"3"1"0"0,2 3 0 0,1-4 0 0,0 6 0 0,9 0 0 0,10-1 301 0,4-1-133 0,10 1-66 0,6-2-23 0,2 1 147 0,3-2-95 0,4-2-48 0,-2 0-357 0,0 0 154 0,-2 0 88 0,-13 0-665 16,-6-2 341-16,-8-1 172 0</inkml:trace>
  <inkml:trace contextRef="#ctx1" brushRef="#br0" timeOffset="-154533.09">20120 14782 1656 0,'-6'7'0'0,"4"4"0"0,0 5 0 0,0 9 0 0,-1 9 0 0,1 4 0 0,1 10 416 0,-1 2-189 0,1 5-96 0,-1 1 597 0,-1 8-336 0,3-13-183 0,0-4-119 16,0-2-27-16,0-4-44 78,0-2-19-78,6 2-567 16,0-12 257-16,2-6 173 0,1-6 87 0,0-6-1006 0</inkml:trace>
  <inkml:trace contextRef="#ctx1" brushRef="#br0" timeOffset="-154383.33">20581 15116 2299 0,'17'-1'0'0,"1"-5"0"0,8 1 0 0,0 4 0 0,6-2 0 0,2 0 0 0,2 3 0 0,4-2 0 0,6-2 530 0,-7 1-251 0,1 1-122 0,-1-4-61 0,-3 3-306 0,-2-3 123 0,2 4 70 0,-12-1 21 0,-6 0-695 0,-7 3 363 0,-8 0 182 0,-1 0-310 0,-2 6 234 0,-18 4 119 0</inkml:trace>
  <inkml:trace contextRef="#ctx1" brushRef="#br0" timeOffset="-154155.7">20749 15211 1037 0,'-10'5'0'0,"4"-5"0"0,0 4 0 0,6 1 0 0,0-1 0 0,0 4 182 0,6-2-72 0,7 1 85 31,5 1-79-31,7 2-40 0,-1 4 8 0,-1-3 14 0,0 0-32 0,-2 3 1 32,-2 2-31-32,-3 0-121 0,-3 2 70 0,-8 0 20 0,-3 2 1 0,-2 0-31 0,-11 3 31 0,-8-4-1 15,-5 4 113-15,-1-6-47 0,-2-3 1 0,0-3 55 31,3 1-47-31,3-3-35 0,1 0-13 0,8-5 270 0,4-2-133 0,7-1-67 32,1-1-33-32,7 0 92 0,14 0-54 0,7 0-40 0,8 0 19 0,4 0-143 15,2-3 46 1,1-2 23-16,6 0-602 0,-6 0 308 0,0 1 159 0,-4-1-731 16,-1 0 409-16,-5 0 205 0,0-2 93 0</inkml:trace>
  <inkml:trace contextRef="#ctx1" brushRef="#br0" timeOffset="-153624.9">20739 14466 971 0,'0'-3'0'0,"0"-6"0"0,-2 3 0 0,2 0 0 0,0 3 235 0,2 1-98 0,10 1-51 0,4-1-24 0,4 2 169 0,3 0-102 0,1 0-46 0,3 3 80 0,2 5-63 0,-2 1-31 0,5 3 9 0,-8 0-176 0,-4 0 67 0,-6 5 34 0,-3-4-130 0,-5 4 82 0,-5 1 51 0,-1-1-10 0,-11-2 16 0,-8 2-26 0,-5-2 41 0,-4 2-34 0,-2-8 84 32,2 1-68-32,0 0-6 0,5-3 248 0,4-3-117 0,2 3-41 0,8-4-40 15,4 2 103-15,5-1-60 0,0-1-30 0,17 2 1 16,8 0 9-16,6 2-39 31,4 0-1-31,-1 1-143 0,3 4 71 0,-5 3 37 0,2 2 9 0,-12-1-82 0,-2 3 41 0,-8 1 30 16,-9-1-14-16,-3 1 43 0,-6 2-53 0,-16-8 34 0,-6 1 196 0,-6-5-96 15,1-2-50-15,-4-5-16 16,0 0-12-16,7-3-8 0,2 0 19 0,3 0-624 94,6-10 293-94,5-1 145 0,2-3 74 0</inkml:trace>
  <inkml:trace contextRef="#ctx1" brushRef="#br0" timeOffset="-153155.66">21714 14853 1416 0,'-1'0'0'0,"-1"-5"0"0,1 2 0 0,1-2 0 0,0 2 0 0,1 0 0 0,11 2 0 0,4 1 560 0,6 0-262 0,4 0-121 0,2 0-18 0,4 0-61 0,2 0-31 47,1 0 0-47,1 0-271 0,3 0 129 0,-6 0 51 0,-7 0 31 0</inkml:trace>
  <inkml:trace contextRef="#ctx1" brushRef="#br0" timeOffset="-153013.04">21815 15090 1640 0,'-10'1'0'0,"0"3"0"0,6-2 0 0,4 5 0 0,0 0 0 0,1 2 547 0,10-3-255 0,9 4-118 0,5-3 580 0,5 0-358 0,6-3-268 0,0 0-128 0,0-1 0 0,4-1 0 0,-6 1 0 15,0-3 0-15,1 0-95 0,-4 0-211 0,-1 0 172 0</inkml:trace>
  <inkml:trace contextRef="#ctx1" brushRef="#br0" timeOffset="-148489.62">23102 14875 1791 0,'-7'5'0'0,"-3"-2"0"0,4 6 0 0,0 4 0 0,4 1 0 0,2 3 0 0,0-1 0 0,2-1 0 0,10 2 0 0,10-4 383 0,3-2-178 0,5-1-83 0,6-6-43 0,2-1 67 0,6-3-45 0,-6 0-36 0,-2 0-1 0,0-5-70 0,-1-7 0 0,-5-2 44 0,-1-1-121 0,-10-2 56 0,-4 0 32 0,-6 0-71 31,-2 0 51-31,-5-2 27 0,0-1 8 0,-2 5-169 0,-7-1 79 0,-9 1 5 16,-5 4 31-16,-5 1-24 0,-3 2 40 0,-4 6-25 0,-2 2 23 0,-2 0 186 15,-2 14-89-15,4 6-41 16,-5 0 262-16,11 6-134 0,0 3-73 0,8 4 124 0,6 2-89 0,7 1-42 16,2 6 10-16,6-4 46 15,14 0-71-15,12 2-69 0,9-5 0 0,5-2 0 16,7 3 0-16,0-13 0 0,1-5 0 0,1-6 0 16,-1-3 0-16,1-7 0 0,1-2-537 0,-9 0 243 15,-8-2 148-15,-2-10-497 0,-4-3 302 0,-4-2 152 16,5-2 66-16,-11-2-204 0,-1-2 145 0,1-1 72 15</inkml:trace>
  <inkml:trace contextRef="#ctx1" brushRef="#br0" timeOffset="-148175.02">23781 14488 1932 0,'-8'-16'0'0,"8"7"0"0,0 3 0 0,0-2 0 0,0 4 0 0,8 1 0 0,9-2 0 0,0 5 0 0,5 0 287 0,1 0-125 0,0 0-62 15,2 10-31-15,0 0 9 0,-3 2-41 0,-4 2 44 16,-4 3-1-16,0-1-42 16,-7 2-1-16,-2 2-134 0,-5-2 62 0,-2-1 36 0,-12 1 1 0,-5-2 137 15,-2-2-50-15,-3 1-17 16,0-5-9-16,0 0-26 0,0-3-81 0,4-3 636 16,5-1-381-16,-1 2-211 78,7-5 0-78,1 0 0 0,6 0 0 0,2 0 0 0,0 0 0 0,13 0 0 0,7 0 0 0,6 0 0 0,4 0 0 0,-1-2 0 15,4-1 0-15,0 2 0 0,-3-1-356 0,1 2 22 0,-4 0 94 0,0 0-541 0,-3 0 371 0,1 0 177 0,-4 0 103 0,-6 3-526 16</inkml:trace>
  <inkml:trace contextRef="#ctx1" brushRef="#br0" timeOffset="-147975.62">24170 14943 1065 0,'-12'5'0'0,"3"2"0"0,-1 1 0 0,5 2 0 0,5-1 0 0,0-3 719 0,0 2-342 47,5-1-170-47,13-2 447 0,2 1-300 0,7-5-164 0,1 2-77 0,2-3-36 0,0 0-1 0,4 0-40 0,-1 0 9 0,-6 0-505 46,2-3 248-46,-4 0 124 0,-2-1-271 0,-3 4 198 0,1-5 107 0,-5 4 41 16,-4-1-837-16,-5-1 407 0</inkml:trace>
  <inkml:trace contextRef="#ctx1" brushRef="#br0" timeOffset="-147789.68">24719 14892 2478 0,'0'0'0'0,"1"2"0"0,5-2 0 0,0 2 0 0,5 1 0 0,5-1 0 0,4 1 0 0,8 1 0 0,7 1 321 0,8-2-134 0,1 0-80 16,2 0-5-16,-1 0-34 0,1 0 1 0,-1-2-24 0,-9-1-9 0,-2 1 0 47,-9-1 0-47,-2 0-1262 16,-7 2 624-16</inkml:trace>
  <inkml:trace contextRef="#ctx1" brushRef="#br0" timeOffset="-147503.89">24879 15066 1780 0,'-20'4'0'0,"4"-1"0"0,4 4 0 0,9-1 0 0,3 2 0 16,0-2 0-16,11 2 0 0,7 0 0 0,1 1 254 0,4-1-113 0,3 0-52 0,1 1-27 0,-2-1 0 0,-2 3-26 0,1 0-22 0,-8-1-10 0,-2 1 32 0,-4-2 0 0,-3 2-205 0,-6 1 103 0,-1 3 59 0,-8-1 18 0,-12 0-4 0,-8-2 29 0,-4 3-37 0,2-4 29 0,-5 2 238 0,6-6-124 0,2 2-87 0,6-3 291 0,5-4-156 15,4 1-76-15,2 0 8 0,10-3-47 0,0 1 0 0,10-1-39 0,10 1-35 32,8-1 35-32,3 2 9 0,1-2-9 0,3 2-274 15,-1-2 137-15,2 0 68 0,-3 0-452 0,2 0 225 16,-5 0 132-16,-5 0 3 0,-5 0-376 0,-2 0 233 0,-1 0 107 0,-11 0-88 31,-2 0 107-31,-4-4 53 0,0-1 27 0,-5-5-240 0,-5-4 124 0</inkml:trace>
  <inkml:trace contextRef="#ctx1" brushRef="#br0" timeOffset="-147317.08">25060 14350 1846 0,'-3'-11'0'0,"-4"5"0"0,6 6 0 0,1 0 0 0,0 12 0 0,0 5 427 0,0 7-195 0,0 5-88 0,0 3-59 0,0 1-23 0,0 6-1 16,1-3-24-16,1 6 94 62,1 5-38-62,-1-8-32 0,4-2-1 0,-3 2-723 0,0-5 341 0,-1-2 171 0</inkml:trace>
  <inkml:trace contextRef="#ctx1" brushRef="#br0" timeOffset="-146912.97">25504 14905 1687 0,'6'6'0'0,"1"-4"0"0,3 4 0 0,2 0 0 0,4-1 0 0,0-2 0 0,2 0 0 0,2-2 309 0,3-1-137 0,6 0-59 0,-1-1 41 0,0-10-59 0,0-1-30 0,-1-2 0 16,-2-2-309-16,-1 0 149 0,-8-2 61 0,-6 2-179 16,0-1 125-16,-8 1 61 0,-2-1 32 0,0-2-57 31,-12 5-33-31,-4-2 40 15,-7 4-26-15,-1 1 83 0,-1 7-81 0,-6 0 25 0,3 4 337 0,-2 0-157 0,1 15-60 0,1 4-44 16,3 5 365-16,0 4-176 0,9 2-81 0,4 2 178 78,6 4-141-78,2 2-71 0,4 3-35 0,0 4 20 0,11-6-31 0,10 1-1 0,7-5-23 16,0-5-64-16,6-5 32 0,2 2 9 0,-3-11-381 0,-1-5 201 0,3-8 102 0,-2-3 50 0,-2 0-701 0,5-10 341 0,-9-8 140 0,-5-4-424 0,2-3 312 0</inkml:trace>
  <inkml:trace contextRef="#ctx1" brushRef="#br0" timeOffset="-146706.87">25976 14407 2098 0,'0'-6'0'0,"1"-4"0"0,3 5 0 0,5-2 0 0,5 2 0 0,-1 2 0 0,3 1 0 16,2 2 0-16,0 0 258 0,1 4-111 0,1 6-55 0,-1 2 49 0,-6 3-57 0,-4 3-24 0,-7 1-88 0,1 0 32 0,-3 3 1 0,-7-2 40 0,-8 1-59 0,-3-2 25 0,-1-4 0 0,-1-2 25 0,0-2 102 0,0 3-42 0,8-7-34 0,1-4 99 0,3 0-62 0,0-1-31 0,7 0 0 0,1-1-24 0,0-1-8 0,10 0 1 0,9 0-1 0,5 0 0 0,4 0 0 46,6-1 10-46,-1-1-447 0,3 0 218 0,-1 1 95 0,-3 1 59 0,0 0-993 32,1 0 483-32</inkml:trace>
  <inkml:trace contextRef="#ctx1" brushRef="#br0" timeOffset="-146554.08">26220 14849 2356 0,'0'0'0'0,"0"0"0"0,0 2 0 0,0 0 0 0,5-1 0 0,5 6 0 0,2-5 0 0,7 3 297 0,7 2-122 0,2-2-75 0,7-1 263 0,1 2-164 0,4-2-81 0,-1-1-42 0,3 1-721 0,-5 2 336 0,-6 0 172 0</inkml:trace>
  <inkml:trace contextRef="#ctx1" brushRef="#br0" timeOffset="-146085.1">26714 14966 2536 0,'0'0'0'0,"0"-1"0"0,2-2 0 0,6 2 0 0,6-2 0 0,5 3 0 0,6 0 0 0,11 0 0 0,4 0 0 0,7 0 0 0,1 3 232 0,1-1-98 0,-1 0-49 0,0-1-149 0,-6 0 50 0,0 2 35 0,-14-3-10 0,-6 2 26 0,-8 1 0 16,-8 1-1-16,-6-1-1445 0</inkml:trace>
  <inkml:trace contextRef="#ctx1" brushRef="#br0" timeOffset="-145893.6">26853 15148 1119 0,'0'-3'0'0,"0"-4"0"0,0 7 0 0,6-2 0 0,10 0 0 0,6 2 246 0,4 0-104 0,6 0-44 62,3 2-35-62,3 5 152 0,-3 4-90 0,-2 1-43 0,-5 1-11 0,-5 1-25 0,-8 2-9 0,-10-2-58 0,-5 4 29 0,0-1 0 0,-17 1 28 0,-6 2 62 0,-6-2-36 0,-6-3 0 0,-2-1-25 0,3 0 164 0,0-3-83 0,6 0-31 0,6-2-9 0,8-5 162 0,3 1-101 0,7-2-52 0,4-3-13 0,2 2 8 94,22-2-45-94,7 0-1 0,11 0-37 0,6-2-1 0,2-1 39 0,3-3-491 0,-1-1 241 0,-3 2 124 0,-1-1 64 0,-6 1-724 0,-5 2 356 0,1-1 169 0,-15 1 98 0,-7 2-417 0,-8-1 252 0,-6 1 128 0</inkml:trace>
  <inkml:trace contextRef="#ctx1" brushRef="#br0" timeOffset="-145345.31">27033 14380 1452 0,'-2'-9'0'0,"-4"-3"0"0,1 3 0 0,2 4 0 0,0-1 0 0,3 2 0 0,-1 2 0 0,1 2 0 0,0 0 0 0,0 12 807 0,0 5-384 0,1 0-194 0,5 5-96 0,-3 2-17 0,-1-2-44 0,1 0 0 0,-2 4-35 16,1-2-160-16,0 0 80 0,-1 3 49 0,1-2-553 0,0-2 291 0,0 2 147 0,0 0-676 0,-1 0 344 0,1 2 193 0</inkml:trace>
  <inkml:trace contextRef="#ctx1" brushRef="#br0" timeOffset="-144897.77">27419 14804 1425 0,'6'5'0'0,"3"2"0"0,1 2 0 0,1-1 0 0,6 2 0 0,3 0 189 141,8 0-67-141,-3-3-47 0,6-2 472 0,4-2-254 0,1-3-129 0,1 0 16 0,4 0-63 0,-7-6-44 0,-1-5-1 0,-7-2-35 0,0-2 0 0,-6 1 0 0,0-1 8 0,-13 0-269 0,-6 1 131 0,-1 1 64 0,0-1 34 0,-14 0-273 0,-5-2 87 0,-5 5 96 0,-4 0 27 0,-3 1-1 0,-5 6-14 0,0 1 0 0,-4 3 25 0,6 0 11 0,0 12 0 0,3 4 741 0,3 3-315 0,2 3-177 0,4 4-69 0,10 1 110 15,7 6-176-15,5 5-77 32,2 1 0-32,18 2 0 0,7 7 0 0,5-10 0 0,7-1 0 0,5-4 0 0,0-7 0 0,-1-2-52 0,6-3-148 0,-8-13 106 15,-2-5 63-15,-7-3-762 16,-1 0 378-16,-5-10 190 0,0-4 84 0,-7-4-516 156,-5-3 309-156</inkml:trace>
  <inkml:trace contextRef="#ctx1" brushRef="#br0" timeOffset="-144777.85">28096 14422 1601 0,'7'-14'0'0,"2"7"0"0,5 1 0 0,4 2 0 0,2 3 0 0,2 1 0 0,-5 0 146 0,2 4-55 0,-2 6-27 0,-1 3 212 16,-5 1-120-16,0 4-51 0,-10-1-39 0,-1 3-81 0,0 1 25 0,-16-3 1 0,-4 1 2 0,-2 4 32 0,0-7-9 0,-1 1 0 0,-1-4 160 0,5-2-80 0,1-1-40 0,2 0 51 0,4-4-50 0,9-2 0 0,1-1-41 0,2 1 18 0,3-3-18 0,14-1 9 16,8 0-9-16,8 0-222 15,4-1 110-15,4-5 57 0,3 1-742 0,5-1 361 16,-6 3 197-16,-3-1 50 0,-2 3-667 0,-2 1 391 16</inkml:trace>
  <inkml:trace contextRef="#ctx1" brushRef="#br0" timeOffset="-144599.66">28386 14795 1296 0,'-3'0'0'0,"3"0"0"0,0 0 0 0,0 0 0 0,10 3 30 0,10 3-41 0,6-1-1 0,6 1 0 0,7 1-2 0,5-3 2 16,4 2 1-16,4-4 785 0,-1 1-368 0,-5-3-185 16,1 0-84-16,-13 0-445 0,-9 0 173 0,-7 0 85 15,-8 0-485-15,-9 0 269 0,-1 0 135 0,-13 0 68 16,-9-3 32-16,-2-2-71 0,-3-8 42 0,3 1-420 15,2-6 213-15,5-6 120 16</inkml:trace>
  <inkml:trace contextRef="#ctx1" brushRef="#br0" timeOffset="-144466.02">28715 14493 2309 0,'0'-13'0'0,"0"1"0"0,0 2 0 0,0 6 0 0,-1 1 0 0,-1 3 0 0,0 3 0 0,-1 14 0 0,-1 7 0 0,0 6 0 0,0 10 0 0,-1 6 705 0,-2 5-334 0,0 7-168 0,-3 5 129 0,4-1-321 0,-1 1-11 0,-1 5 0 0,3 0-132 0,-1-1-90 0,-3 9 139 0,6-18-813 0,3 0 465 0,-2-6 234 16</inkml:trace>
  <inkml:trace contextRef="#ctx1" brushRef="#br0" timeOffset="-143865.25">29202 14990 1616 0,'9'-11'0'0,"-1"4"0"0,5 0 0 0,4 5 0 0,1 2 0 0,3 0 0 0,1 2 187 0,1 5-75 15,4-3-29-15,0 4 94 0,0-2-71 0,2-2-34 78,-1-1 0-78,1 2-447 0,3-3 213 0,-9 2 94 0</inkml:trace>
  <inkml:trace contextRef="#ctx1" brushRef="#br0" timeOffset="-143632.77">29200 15162 1023 0,'-21'0'0'0,"10"0"0"0,6 0 0 0,5 0 0 0,0 0 0 0,5 0 0 0,13 4 559 0,5-1-261 0,6 0-130 16,5 2 48-16,0 0-90 0,4 0-35 0,-7 1-9 0,-1 2-87 16,-7 1 0-16,0-1 42 0,-6 3 0 0,-2 5-158 15,-14 1 74-15,-1 0 42 0,-14 4 29 0,-15 2 13 16,-7 1 0-16,-7 2 9 0,2-7 228 0,2 1-118 15,4-6-60-15,4 1 108 16,11-6-83-16,0 2-33 0,16-9-9 0,4 0 39 16,3-2-40-16,19 0-1 0,12 0-40 0,7-2-101 15,2-6 46-15,4 0 27 0,0-1-624 0,1 3 326 16,-1-2 163-16,7-1 50 0,-13 6-738 0,-5-5 389 47,-4 4 193-47,-7-1-267 0,-6-2 231 0,-5-2 106 0</inkml:trace>
  <inkml:trace contextRef="#ctx1" brushRef="#br0" timeOffset="-143451.65">29539 14437 1779 0,'-10'-12'0'0,"0"-3"0"0,6 9 0 0,0 3 0 0,0 3 0 0,3 9 0 0,-3 9 0 0,1 8 0 0,-2 6 79 0,0 2-1 0,2 7-41 0,1-2 94 0,1 6-38 0,1-4-32 0,0 3-1 0,3-4-402 0,10-1 190 0</inkml:trace>
  <inkml:trace contextRef="#ctx1" brushRef="#br0" timeOffset="-143304.45">29842 14929 1910 0,'7'-1'0'0,"6"-2"0"0,6 3 0 0,6 0 0 0,7 0 0 0,3 0 0 0,3 0 676 0,3 0-319 0,3 0-160 0,0 0-14 16,8 0-63-16,-13 0-47 0,0 0 1 0,-4-3-606 0,-3 1 285 0,-4-2 142 16,-1 1 80-16,-13-5-365 15,-5 4 213-15,-7-3 107 0,-2-3-780 0</inkml:trace>
  <inkml:trace contextRef="#ctx1" brushRef="#br0" timeOffset="-143158.04">30156 14650 1150 0,'-2'0'0'0,"-2"0"0"0,3 0 0 0,1 9 0 0,0 6 0 0,0 6 0 0,0 6 568 0,3 8-265 16,5 5-133-16,-1 8 446 0,0-3-294 0,-4 3-143 15,1 1-71-15,-2-2-128 0,0-4 28 0,-2 5 10 16,0-15 19-16,0-4-788 0,1-5 394 0,1-2 197 16</inkml:trace>
  <inkml:trace contextRef="#ctx1" brushRef="#br0" timeOffset="-142976.02">30639 14933 2529 0,'26'-17'0'0,"4"8"0"0,14 6 0 0,3 0 0 0,9 3 0 0,-13-2 0 0,0 2 0 0,-1 0 0 0,-5 0 360 0,-1 0-162 0,2 0-72 0,-9 0-49 0,-4 0-462 15,1 0 211-15,-7 0 105 31,-3 2-879-15,-4 4 446-16,-11 0 238 0</inkml:trace>
  <inkml:trace contextRef="#ctx1" brushRef="#br0" timeOffset="-142728.27">30758 15062 1464 0,'-13'0'0'0,"7"0"0"0,6 0 0 0,0 0 0 0,2 4-205 0,6 3 85 47,10 3 33-47,-1-3 514 0,4 3-195 0,-1 1-98 0,2 0-49 0,-2 1 52 0,2 4-41 0,-8-3-35 0,1 3 0 0,-6 0-127 15,-5 2 52-15,-4 2 24 0,0 4-21 0,-17-5 19 0,-8 1 0 16,-3 2 28-16,-6-3 192 0,-3 2-96 16,1 0-39-16,6-9 41 0,1-1-49 0,10-1-25 15,3-5 1-15,9 1 147 0,7-3-77 0,0-3-51 32,18 0-1-32,9 0 8 0,6 0-25 0,5-2 0 0,4-2-378 0,-2-1 171 15,2 2 91-15,-1-5 45 0,-2 2-558 0,0-1 258 0,1 0 99 0,-13 2-146 16,-2-1 161-16,-11 1 78 15,-3-2 41-15,-6 0-339 0,-2-4 180 0</inkml:trace>
  <inkml:trace contextRef="#ctx1" brushRef="#br0" timeOffset="-142391.27">30761 14333 1547 0,'-9'-13'0'0,"4"0"0"0,5 7 0 0,0 5 0 0,8-1 0 0,9 2 0 0,2 0 0 0,3 0 270 16,-2 3-120-16,2 5-57 0,-2 3-28 0,0-1-1 15,-3 2-27-15,2 2 10 0,-9 1-135 0,-4 0 62 16,-2 0 32-16,-4 2 0 0,0 1-18 0,-10 0 34 16,-4-4-10-16,-5-2 150 0,4 3-65 0,-2-6-31 15,2 1-25-15,-1 1 121 0,7-4-86 0,0 0 0 110,6-2-27-110,3 3 57 0,0 1-34 0,4-2 9 0,12 1-77 0,4 3 1 0,-1-2 32 0,3 3 0 0,0-1 1 0,-3 6 8 0,-4-3-9 0,-6 1-214 0,-6 2 106 0,-3-1 55 0,0 1-38 0,-17 2-122 0,-8-3 32 0,-5-2 68 0,-5 0-29 0,-1-2 234 0,-3-2-78 0,3-1-36 0,8-2-164 0,3-2 68 15,9-4 41-15,3-1 0 0,11 0-612 0</inkml:trace>
  <inkml:trace contextRef="#ctx1" brushRef="#br0" timeOffset="-142214.4">31303 14715 1488 0,'14'-8'0'0,"-2"4"0"0,8 3 0 0,3-1 0 0,4 2 0 0,0 0 301 15,7 0-124-15,-2 0-75 0,2 0 421 0,-1 0-243 16,3 0-123-16,-1 2-60 15,3 0-224-15,-8 2 76 0,-4 1 44 0,-4 0-799 16,-6 2 401-16,-7 1 202 0,0 0 100 0</inkml:trace>
  <inkml:trace contextRef="#ctx1" brushRef="#br0" timeOffset="-142082.64">31471 14925 1572 0,'-11'0'0'0,"6"0"0"0,1 0 0 0,4 3 0 0,0 1 0 0,5 1 0 0,12 1 0 0,5-2 0 0,0 1 490 15,11-2-217-15,-1 0-124 0,4 0-59 0,3-2-27 16,2-1 0-16,5 0-18 0,-7 0-498 0,-1 0 244 16,-6 0 123-16</inkml:trace>
  <inkml:trace contextRef="#ctx1" brushRef="#br0" timeOffset="-141693.96">31981 14720 1681 0,'2'-12'0'0,"1"2"0"0,1 3 0 0,5-1 0 0,6 1 0 0,6 2 0 0,2 2 0 0,6 2 402 0,1 1-183 0,6 0-91 15,2 7 223-15,6 5-149 0,-6 4-87 0,-4 2-39 47,-1 4-46-47,-2 2 6 0,-10 0 0 0,0 5-140 0,-17-3 65 0,-4 1 38 0,-8 2 0 0,-21-1-81 0,-5 1 59 0,-9 3 39 0,-2-8-10 0,-4-1-104 16,3-1 63-16,-3-2-38 0,7-5 112 0,-4 2-83 15,13-6-6-15,7-1 29 0,6-6 319 0,9-2-148 16,3 1-61-16,8-3-43 0,9 0 282 0,14 0-147 16,10 0-108-16,5 0-73 0,9 0 0 0,3 0 0 15,3 0 0-15,3-3 0 16,3 1 0-16,0-1 0 0,7-1-110 0,-10 1-83 15,-2 2 116-15,-10-2 56 0,-5 2-646 0,-7 0 316 16,-6 1 145-16,-16 0-297 16,-8 0 234-16,-2 0 116 0,-15 0 59 0,-8 0-12 0,0 0 26 0,-9 0 9 15</inkml:trace>
  <inkml:trace contextRef="#ctx1" brushRef="#br0" timeOffset="-141069.79">32787 15103 0 0,'-44'-17'0'0,"10"17"0"0</inkml:trace>
  <inkml:trace contextRef="#ctx1" brushRef="#br0" timeOffset="-131851.27">12243 4405 2158 0,'-2'0'0'0,"-7"0"0"0,2 0 0 0,3 0 0 0,-1 0 0 0,1 2 0 0,2 2 0 0,2 2 0 0,0 1 0 0,0 3 312 0,0-2-138 0,6 3-67 0,2-1 31 0,2 4-41 0,-1-3-34 0,2 1 0 0,-2-1-349 0,1 2 162 0,0-1 81 0,0 1 50 0,-4-1-700 0,-1 2 365 0,-2-2 183 0</inkml:trace>
  <inkml:trace contextRef="#ctx1" brushRef="#br0" timeOffset="-131745.87">12208 4696 1199 0,'-4'4'0'0,"-2"1"0"0,2 0 0 0,1 0 0 0,1 0 0 0,2 0 0 0,0 0 233 0,4-1-97 0,5-1-50 0,5 3-97 16,0 0 34-16,0 2-9 15,3-1 24-15,-1 3-632 0,0 1 292 0</inkml:trace>
  <inkml:trace contextRef="#ctx1" brushRef="#br0" timeOffset="-131619.22">12280 5070 859 0,'-17'21'0'0,"0"2"0"0,7-8 0 0,3 0 0 0,0-4 0 0,6-1 576 15,-1-8-269-15,2 4-126 0,0-6-79 0,5 0 278 16,9-3-173-16,4-9-87 0,0-5-1 0,5-3-32 16,-1-1-10-16,1-4-266 15,1 0 113-15,0 1 56 16,-2-2 28-16,5-3-655 0,-8 7 337 0,1-2 173 0</inkml:trace>
  <inkml:trace contextRef="#ctx1" brushRef="#br0" timeOffset="-131465.27">12492 4625 1595 0,'-14'-4'0'0,"4"2"0"0,7-1 0 0,-4 0 0 0,4 3 0 0,3-2 0 0,0 1 0 0,1-1 0 0,11-2 545 0,5-1-255 0,2 2-126 15,1 0 167-15,3 0-137 0,-2-1-84 0,1 2-430 16,-1 2 179-16,0 0 89 0,-1 0 45 0,-1 0-284 15,-2 0 160-15,-2 0 84 0,-2 0 43 0,-2 0-741 16,2 2 368-16</inkml:trace>
  <inkml:trace contextRef="#ctx1" brushRef="#br0" timeOffset="-130810.72">12626 4393 1695 0,'-7'-2'0'0,"-1"-1"0"0,0 3 0 0,5 0 0 0,2 0 0 0,1 0 0 0,0 12 0 0,0 1 0 0,1 4 0 0,3 2 206 0,1 2-84 0,1 1-61 0,-2 4 1 0,-2 5-25 16,0 0 10-16,-2-1-71 16,0 0 31-16,0-4 0 0,-11 0 30 0,-1-1-30 15,-3-1 9-15,-2-8 21 0,3-6 0 0,-3-2 149 16,4-2-74-16,1-3-38 0,4-2 246 0,2-1-146 16,4 0-69-16,2 0-1 0,0-4-34 0,10-6 1 15,8 0-24-15,3-2-135 0,5 0 63 0,2 1 31 16,-3 0 0-16,3 1-165 0,2 0 108 0,-7 3 39 31,-2 3 25-31,0-2-698 16,-5 6 279-16,1-3 190 0,-1 2-463 0,-7 1 326 0,-3 0 158 0,-6 0-169 0,0 0 164 0,0 7 72 15,-3 0 47-15,-6-2 81 0,-5 2 0 0,1-1 0 16,-4 2 0-16,3-2 57 0,0-1-65 0,3 2-1 16,2-2-28-16,-2 1 426 0,3 2-231 0,0 0-107 15,1 3 414-15,1 0-222 0,-1 3-64 0,1-2 84 16,0 5-112-16,-7 2-48 0,4-1-38 0,-2 2 155 15,-4 3-92-15,-4-2-45 0,2 1 0 0,-4 2 225 16,2-7-140-16,3-2-66 0,1-1-32 16,3-6 158-16,4-4-95 0,2 2-38 31,6-6 148-31,0 0-243 0,5 0 0 0,12 0 0 0,8-1 0 0,4-4 0 16,4-2 0-16,2 2 0 0,2-4 0 0,-1 3 0 15,-1-1 0-15,3-2-682 0,-4 4 252 0,-6-1 216 16,-1 2 24-16,-4-4-322 47,-3 2 238-47,-1-2 109 0,-8-1-448 0,-7-1 289 0,-1 0 143 15,-3-2-11-15,-3 2 96 0</inkml:trace>
  <inkml:trace contextRef="#ctx1" brushRef="#br0" timeOffset="-130703.64">12914 4886 0 0,'-12'-9'0'0,"-1"-1"253"15,-2 4-163-15,0 1-64 0,4 2-32 0,-1 0 596 0,5 1-309 0,-1 2-160 0,5 0-69 0,3 5-44 0,0 3 175 0,0 5 214 0,0 2-185 0,6 2-88 0,5 2-43 0,-2 1 390 0,5 2-207 0,-3 2-119 0,0-4-54 0,1 1-423 0,-1 1 184 0,0-3 92 0,3 1 56 0,-4-4-704 0,-3-7 364 0,1-1 99 0,-3-6 118 0</inkml:trace>
  <inkml:trace contextRef="#ctx1" brushRef="#br0" timeOffset="-130619.6">12975 4891 1382 0,'3'0'0'0,"-2"0"0"0,1 0 0 0,1 0 0 0,-1-2 0 0,4 2 0 0,5-1 0 0,1 1 0 0,4-2 0 0,6 2 750 0,4-2-348 0,-2 2-187 0,4 0-88 0,-1 0-282 0,2 0 96 0,1 0 49 0,1 0 32 0,-5 0-735 0,-2 0 375 0</inkml:trace>
  <inkml:trace contextRef="#ctx1" brushRef="#br0" timeOffset="-130533.7">13416 4596 1362 0,'5'-10'0'0,"-1"4"-1"0,4-2 1 0,2 3 0 0,-1-1 0 0,3 5 0 0,1 0 235 0,1 1-99 0,3 0-6 0,0 0-51 0,-1 4 0 16,2 5-42-16,-2 3-482 0</inkml:trace>
  <inkml:trace contextRef="#ctx1" brushRef="#br0" timeOffset="-130420">13603 4813 2153 0,'-11'8'0'16,"5"1"0"-16,-2 2 0 0,8 1 0 0,0-4 0 0,0-2 0 0,0 1 0 0,0-1 0 0,9-2 270 0,1-4-121 0,1 0-56 47</inkml:trace>
  <inkml:trace contextRef="#ctx1" brushRef="#br1" timeOffset="-125828.4">9346 15997 1927 0,'-14'-5'0'0,"5"1"0"0,1 2 0 0,3-1 0 0,2 1 0 0,1 2 0 0,2 0 0 0,0 0 625 0,0 0-294 0,0 0-146 110,2 0 89-110,4 0-108 0,4 5-69 0,-2-3-14 0,3 2 0 0,-2 1-45 0,0 0 0 0,0-1-142 0,-1 2 66 0,-3-1 38 0,0 1 0 0,-2 0-411 0,0 1 224 0,1 1 122 0,-3-5 47 0,1 5-909 0,-2-2 445 0,0 1 222 0</inkml:trace>
  <inkml:trace contextRef="#ctx1" brushRef="#br1" timeOffset="-125716.55">9318 16165 1459 0,'-8'3'0'0,"3"1"0"0,0 1 0 0,1 0 0 0,1-1 0 16,2 1 0-16,1-2 236 0,0 1-104 0,0 0-47 0,0 2-44 0,6-2-3 0,3 2 0 0,0 1-262 0,1 4 126 0,0-1 68 0</inkml:trace>
  <inkml:trace contextRef="#ctx1" brushRef="#br1" timeOffset="-125577.45">9308 16595 988 0,'-15'9'0'0,"1"4"0"0,2-3 0 0,4-1 0 0,3-4 0 0,2 0 0 0,1-3 730 0,2 1-336 0,0-3-174 0,2 0-95 0,7 0 313 0,4-7-199 0,4-7-101 0,3-4-54 0,-1-1-9 0,1-3-37 0,3-1-633 0,2-3 316 0,-3-1 159 16,2-1 88-16,-3 2-816 0,0 1 420 0,-1-1 209 16</inkml:trace>
  <inkml:trace contextRef="#ctx1" brushRef="#br1" timeOffset="-125423.86">9583 16092 1641 0,'-9'-6'0'0,"-1"-3"0"0,7 7 0 0,0-3 0 0,3 3 0 0,0-1 0 0,0 1 405 0,1-3-174 0,12 2-101 0,3-1-47 0,3 2 474 15,2-1-260-15,0 1-130 16,3-1 77-16,-2 2-108 0,1-1-96 0,3 2-40 16,-2 0-313-16,3-2 130 0,-4 2 106 0,-2 0-715 15,0 0 415-15,-4 0 208 16,-3 0 18-16,2 0-670 0</inkml:trace>
  <inkml:trace contextRef="#ctx1" brushRef="#br1" timeOffset="-124935.34">9784 15837 808 0,'-10'0'0'0,"3"3"0"0,1 2 0 0,-1 0 0 0,6 2 0 0,1 4 357 16,0 0-159-16,0 8-71 0,0-1 414 0,0 3-251 15,0 3-126-15,1 2-17 0,1 2-55 0,-2 3-17 16,0-2-10-16,0-2-190 0,-3-2 81 0,-6 1 41 16,-3-2 1-16,-5-3 7 0,-1-4-8 0,2-3 41 15,-3-3 0-15,3-5 29 0,0-2 0 0,1 0-70 16,7-4 255-16,3 0-132 15,2 0-45-15,3 0 168 0,0 0-102 0,3 0-43 16,14 0-34-16,0-2-25 0,5-1-39 0,4-1 0 16,1 1 0-16,2 1 0 0,-2-2 0 0,-1 0 0 15,-1 2 0-15,-2-1-335 0,-2 1 96 0,2 2 98 16,-7-3-321-16,0 1 162 0,-7 2 131 0,0 0 63 16,-1 0-511-16,-7 0 294 0,-1 0 143 0,0 0-213 15,0 0 177-15,-8 0 90 0,-2 0 34 0,0-1-43 16,-4 0 67-16,3-2 39 15,-1 1 29-15,3 1 133 0,-1 1-114 0,-2 0-24 16,5 0 169-16,-2 3-101 0,1 7-51 0,-1 2 363 16,0 3-200-16,2 2-11 0,-5 1-76 0,3 6 237 15,-4 2-143-15,-1 2-72 0,-2 4-27 0,-1-3 183 16,0 1-114-16,0-3-57 0,-2-2-29 0,3-2 243 16,-2 0-127-16,7-11-76 31,5-2 273-31,2-5-170 0,1-3-86 0,3-2 33 0,0 3-156 0,5-3 0 0,11 0 0 0,4 0 0 62,1-3 0-62,2 1 0 0,5-3 0 0,-2 0 0 0,2 0 0 0,0 2 0 0,-3-2 0 0,0 1-792 0,5-2 366 0,-8 0 135 0,0 2-574 0,-1-1 414 0,-3-1 206 0,0-1-107 0</inkml:trace>
  <inkml:trace contextRef="#ctx1" brushRef="#br1" timeOffset="-124775.55">9994 16428 1561 0,'-6'-5'0'0,"1"2"0"0,0-1 0 0,2 0 0 0,-1 3 0 0,-1 1 0 16,4 0 0-16,1 0 283 0,0 4-122 0,0 5 158 0,0 7-145 0,3 2-68 0,4 3-34 0,1 3 298 0,1 0-166 0,-2 3-74 31,5-2-50-31,-5 2-194 0,1-2 76 0,2 2 38 0,0-7 0 0,-1 4-570 16,0-7 299-16,1-3 155 0,-1-4-759 0</inkml:trace>
  <inkml:trace contextRef="#ctx1" brushRef="#br1" timeOffset="-124545.8">10236 16187 1295 0,'1'-5'0'0,"4"0"0"0,-3 3 0 0,5-2 0 0,-1 1 0 0,4 1 359 15,3 1-160-15,0-2-71 141,4 3-50-141,-1 0 369 0,4 0-205 0,-1 0-102 0,3 0-51 0,1 8-457 0,0-1 198 0,-7 0 103 0</inkml:trace>
  <inkml:trace contextRef="#ctx1" brushRef="#br1" timeOffset="-124452.05">10338 16449 1597 0,'-12'2'0'0,"5"-1"0"0,0 0 0 0,4 2 0 0,1 0 0 15,2-2 0-15,0 1 0 0,8-2 484 0,6 3-214 0,5-3-121 0,1 0-56 0,1 0-75 0,4 0 19 0,-1 0 1 0,3 0 8 0,-2 0-585 0,-2 0 287 0</inkml:trace>
  <inkml:trace contextRef="#ctx1" brushRef="#br1" timeOffset="-124337.43">10828 16166 721 0,'1'0'0'0,"2"0"0"0,2-4 0 0,-3 2 0 0,1 0 319 15,2 1-141-15,-2-2-70 0,4 3-251 0,-2 0 82 16</inkml:trace>
  <inkml:trace contextRef="#ctx1" brushRef="#br1" timeOffset="-124242.61">10851 16400 2042 0,'-9'6'0'0,"-1"6"0"0,6-4 0 0,0 0 0 0,3 1 0 0,1-3 0 0,0-2 0 0,0 3 401 0,1-2-186 0,7-5-33 0,2 4-72 0,3-1-37 16,-3 1 0-16,3-1-1096 0</inkml:trace>
  <inkml:trace contextRef="#ctx1" brushRef="#br1" timeOffset="-123764.79">11913 15945 1918 0,'-15'-3'0'0,"0"-5"0"0,7 1 0 0,5 5 0 0,3-3 0 0,5 5 0 0,18 0 0 0,6 0 280 16,6 0-121-16,8 0-60 0,3 5 398 0,0-3-233 15,1 2-114-15,5-2-135 0,-2-1 23 0,2 2-1 16,6-3 10-16,-12 0-245 16,-4 0 118-16,-8 0 59 0,-8 3 29 0,-8-1-749 0,-3 1 389 0,-15-1 189 15</inkml:trace>
  <inkml:trace contextRef="#ctx1" brushRef="#br1" timeOffset="-123532.33">12007 15981 816 0,'-15'12'0'0,"4"5"0"0,3 5 0 0,5 4 0 0,2 10 0 0,1-1 499 0,0 4-230 0,3 4-116 0,6 3 428 16,-1 8-273-16,-2 8-125 15,-3-11-78-15,0 4 38 16,0-1-53-16,0-1-16 0,-3-3-11 0,0 4-245 94,0-11 104-94,-9-2 58 0,1 1-416 0,0-2 236 0,-2-8 119 0,0-1-515 0,2-17 251 0,3-8 167 0,3-6 8 0,2-10-294 0</inkml:trace>
  <inkml:trace contextRef="#ctx1" brushRef="#br1" timeOffset="-122769.2">12296 16123 1398 0,'0'0'0'0,"0"0"0"0,0 0 0 0,0 0 0 0,0 4 0 0,0 0 0 0,0 4 324 16,0 3-147-16,-4 4-71 0,0 0 357 0,-1 6-213 16,2 3-106-16,-3 1-44 0,1 2-166 0,2-2 51 15,0 0 27-15,0-3-298 16,0 2 171-16,0-10 72 0,1 1 40 0,-2-6-271 0,2-2 155 0,-1-4 78 16,1-3-40-16,1 0-198 31,1-3 89-31,0-11 77 0,0-6 26 0,0-1 25 0,1-1-9 0,4 0 33 0,5 3 52 0,-2-3-26 15,5 1 0-15,2 4 236 0,0-1-140 0,3 5-55 16,1 2-34-16,0 0 321 0,7 3-156 0,-3 6-79 31,5-3 6-31,-1 5 22 0,-2 0-37 0,-3 8 10 0,0 6-100 0,-4 1 28 0,-2 1 9 0,-6 2-125 16,-5 0 71-16,-3 2 37 0,-2-1 0 0,0-2-222 31,-11 2 120-31,-3-4 22 0,-3-3 39 0,0 0-251 0,-3-3 129 0,1-1 46 16,-2-1 30-16,5-6-102 0,-2-1 75 0,1 0 37 15,3 0 10-15,0 0 28 0,-2-1-10 0,6-6 191 16,2 2-90-16,1-2-46 0,4 2 0 0,2-1 491 16,-1 0-263-16,2 1-87 0,2-2-77 15,10-1 321-15,5 1-178 0,1 0-88 0,3 0-36 0,3 1-138 16,-2 0 42-16,0 1 1 0,2 2-477 0,-2 1 269 16,-3 0 119-16,-2 2 66 31,0 0-303-31,-6 0 116 0,-2 3 108 0,-2 7-412 0,-6 1 245 0,-1 1 120 0,-3 0 76 0,-8 0 38 15,-6 3 39-15,2-1 0 0,-5-2 0 0,-1-3 41 16,2 1-38-16,2-2-41 0,0-1 410 0,0 0-230 31,6-2-85-31,2-2-32 0,3-2 213 0,2 1-43 0,4-2-89 0,0 0 133 0,0 0-106 0,6 0-48 16,5 0-23-16,2-2-60 16,2-2 0-16,-2 0 45 0,-2 1-10 0,1-1-151 0,-2 3 75 0,-2-1 39 31,-1 0-67-31,-1 2 50 0,-1 0 21 0,-3 0 165 0,0 5-74 0,0 6-52 15,-2 0 0-15,0 3 141 0,0 3-84 16,0 2-36-16,0-1 0 0,0 5 302 0,0-4-164 0,0 10-73 16,0-9-51-16,0 3 147 0,0 0-95 0,0-1-45 93,2-3-140-93,3 3 56 0,-4-6-10 0,2-1 47 0,-1-2-246 0,-2-2 122 0,0-2 62 0,0 1-82 0,-6-7 48 0,-3-1 44 0,-3-2 0 0,-2 0-268 0,3 0 134 0,-7-5-3 0,4-6 52 0,-3-2 29 0,1 0 0 16,-1-4 32-16,-1-1 42 0,4-1-17 0,0 2 1 0,1 1 121 0,3 3-73 0,1 1-36 47,-3 1-13-47,5 4 140 0,1 5-53 0,1 0-44 0,-4 2 11 0,4 0 129 0,-2 9-51 0,2 4-52 0,0 4 9 0,-1 0-130 0,5 2 55 0,-1-1 0 0,1 2-562 0,1-3 280 16,0 0 125-16,7-4 76 15,5-2-686-15</inkml:trace>
  <inkml:trace contextRef="#ctx1" brushRef="#br1" timeOffset="-122643.02">12593 16654 1183 0,'6'4'0'0,"-1"-1"0"0,2 4 0 0,1-1 0 0,0 5 0 0,-1 0 512 0,1 0-237 0,1 1-119 16,0 2-59-16,-1-2 34 16,3 4-37-16,-2-3-33 0,-1-3 0 0,3 0-391 15,-2-5 184-15,-1-1-675 0</inkml:trace>
  <inkml:trace contextRef="#ctx1" brushRef="#br1" timeOffset="-122453.15">13006 16208 1637 0,'16'-10'0'0,"-2"3"0"0,4 2 0 0,4-1 0 0,3 3 0 0,-1 1 0 0,7-2 641 0,-3 3-306 0,2-1-149 0,-1 0-75 0,1 2 38 0,-1 0-56 0,2 0-18 0,-7 0-438 0,-3 0 200 0,-5 0 100 0,-2 4-909 0,-8 3 481 0</inkml:trace>
  <inkml:trace contextRef="#ctx1" brushRef="#br1" timeOffset="-122072.9">13054 16479 1001 0,'-6'8'0'0,"0"4"0"0,5-3 0 0,1 1 0 0,0 2 0 0,0-1 0 0,1 2 0 0,5-1 471 31,0 3-221-31,2-1-107 0,0 3-53 0,-3 1 231 0,-1-2-142 0,-3 6-62 31,0-4 24-31,-1-2-52 0,0 1-26 0,0-3 22 0,-2-3-24 0,-2 0 10 0,0-5-34 0,0-6-103 0,3 0 51 0,1-4 27 16,0-13 9-16,0-7-369 16,4-9 193-16,7-5 67 0,2-5 58 0,0-5-578 15,2-6 277-15,-1-1 151 0,-2-3-78 0,-2-2 111 16,0-4 55-16,-3-8-69 0,-1-8 53 0,-5 7 40 15,1 5 0-15,-2 9 188 0,0 10-79 0,0 14-39 47,-2 8-9-47,-4 21 548 0,1 6-289 0,0 10-138 0,1 15-75 0,2 11 71 16,2 10-61-16,0 5 140 0,2 7 806 0,7 5-479 0,2 7-239 0,5 2-13 0,-1 7-264 0,-1-10 0 16,2-1 0-16,3-1 0 0,1-4 0 0,-3-4 0 15,5 1 0-15,-6-17 0 0,-1-8 0 0,-4-4-66 16,0-4 49-16,-7-4-535 15,1-4 292-15,-2-17 46 0,-3-2-480 0,0-6 329 0,0-18 163 0,0-8-121 16,0-11 133-16,0-3 81 16,2-10 36-16</inkml:trace>
  <inkml:trace contextRef="#ctx1" brushRef="#br1" timeOffset="-121967.14">13425 15879 1636 0,'0'-29'0'0,"0"8"0"0,0 4 0 0,2 5 0 0,0 9 0 0,-1 3 0 0,2 0 0 0,3 7 533 0,1 8-248 0,2 3-114 0,3 2-72 0,-1 2 96 0,5 0-78 0,-1 0-41 0,2 0 1 0,4 3-651 16,-1-3 301-16,2-2 156 0</inkml:trace>
  <inkml:trace contextRef="#ctx1" brushRef="#br1" timeOffset="-121808.74">13832 16175 1881 0,'1'0'0'0,"-1"0"0"0,2 0 0 0,3 0 0 0,3 0 0 0,4 0 0 0,2-3 573 0,8 2-268 0,6 0-126 16,3-3-75-16,3 3 456 0,2-2-262 0,2 1-267 16,0-1-31-16,1 0-244 0,-8 3 17 0,-4 0 132 15,-6 0-1050-15,-6 0 572 0</inkml:trace>
  <inkml:trace contextRef="#ctx1" brushRef="#br1" timeOffset="-121673.56">13899 16445 2159 0,'-5'0'0'0,"0"0"0"0,1 3 0 0,3 0 0 0,1-2 0 0,0 3 0 0,10-1 0 0,8 0 789 0,6 2-368 0,3 0-197 0,2 2-94 0,3-3-77 0,1 4-16 0,-1 1-1 16,6-1-844-16,-3 2 418 0</inkml:trace>
  <inkml:trace contextRef="#ctx1" brushRef="#br1" timeOffset="-121087.6">15136 16032 1041 0,'-12'-32'0'0,"0"1"0"0,-1 4 0 0,2 2 0 0,-8-4 0 0,4 6 0 0,-5 0 265 0,1 1-114 0,-5 3-57 16,-1 4 51-16,-1-1-44 0,3 9-38 0,0 3 78 15,2 4-53-15,2 0-25 0,2 6-1 0,0 11 72 16,9 5-53-16,3 5-1 0,5 10-43 0,0 10 167 15,0 3-83-15,10 14-34 16,4-7 146-16,0 2-98 0,4 4-49 0,-3-2-25 0,-2 2 16 0,3 11 10 16,-6-11-50-16,-3-1-40 0,-4 2-1 0,-1-5 41 31,-2-4-1-31,-3 10-72 0,-11-19 31 0,-5-2 0 0,-4-5 42 16,-4-6-82-16,-1-6 40 0,-2-3 8 0,3-17-238 0,2-6 104 15,3-1 67-15,3-3 9 0,2-11-441 0,12-3 230 31,5-8 115-31,0-4-228 0,2-4 172 0,16-6 85 0,7-5 33 0,2 5-554 0,-2 1 303 0</inkml:trace>
  <inkml:trace contextRef="#ctx1" brushRef="#br1" timeOffset="-120848.96">15049 16595 816 0,'12'11'0'0,"-4"0"0"0,3 3 0 0,-3 9 0 0,0 1 157 0,1 3-60 0,-1 6-21 0,0-3 560 0,1-2-299 0,3-1-151 15,3-4-74-15,1-3 342 0,5-3-199 16,-2-12-114-16,4-5-109 0,0 0 5 0,-1-5-1 0,0-14 1 47,0-5-232-47,-8-5 112 0,-4-1 59 0,-5 1-98 0,-3-1 79 0,-2 2 40 47,0-1 9-47,-10 5 27 0,-7 5-76 0,0 1 23 0,-2 0-77 0,-1 6 232 0,-1 1-95 0,2 6-25 0,-1 3 74 0,2 2-45 0,1 0 0 0,3 3-318 0,2 3 145 0,5 1 67 0,3 2 43 0,4-1-699 62,0 1 341-62,0-3 170 0,6-3 77 0</inkml:trace>
  <inkml:trace contextRef="#ctx1" brushRef="#br1" timeOffset="-120592.91">15256 15748 1481 0,'0'-32'0'0,"0"3"0"0,1 3 0 0,9 5 0 0,6-3 0 0,4 13 293 0,2 8-129 0,1 0-63 0,1 3 281 0,0 12-172 0,1 3-79 15,-8 9-51-15,-4 2 0 16,-5 5-1-16,-5 6-43 0,-3-2 1 0,0 6-37 16,-5-5-8-16,-9-4 44 0,-3 0 1 0,-2-5-29 0,-1-1 0 0,-3 1 38 15,3-11 112-15,-1-3-60 16,3-6-32-16,3-3 165 0,2-3-98 0,1 2-89 16,6-3-44-16,4 0 0 0,2-3 0 0,0-4 0 15,8 0 0-15,10-3 0 0,5 5 0 0,2-1 0 16,1 2 0-16,4 2 0 15,1 2 0-15,0 0 0 0,-1 0 0 0,-2 0-245 0,-2 8 86 0,1-1-966 16,-2 2 544-16</inkml:trace>
  <inkml:trace contextRef="#ctx1" brushRef="#br1" timeOffset="-119539.52">16186 16410 750 0,'-1'-10'0'0,"-1"-3"0"0,1 2 0 0,-2-2 0 0,-1-1 0 0,0-3 0 0,0 1 188 16,-3 0-75-16,1 0-38 16,-2 1 0-16,-2 0 21 0,-2 1-20 0,-1 3-10 0,-2 2-28 0,-1 7 119 15,-1 2-60-15,-2 0-29 32,-2 7 99-32,1 14-70 0,1 10-29 0,0 4 80 0,2 6-55 0,4 6-28 0,1 4 9 0,6-8 27 15,5-2-31-15,1-5-1 0,0-5-32 0,7-4-10 16,9-2 20-16,4-16-9 15,2-6-1-15,4-3-73 0,2-3 37 0,0-16 0 16,4-6-78-16,-6-8 52 0,-1 1 21 0,0-9 0 0,-3-2-347 0,3-6 177 16,-5 1 57-16,-3 0-182 15,0-4 122-15,-6 1 70 0,0-1 35 0,-2-7 53 16,-7 11-18-16,-2 0-1 0,0-2 1 0,0 2 37 16,-5 8 1-16,0-1-48 0,-1 21 165 0,-1 10-77 15,0 8-40-15,1 2 400 16,1 15-182-16,-1 11-112 0,3 8-7 0,2 7 281 0,1 4-173 0,0 2-84 15,0 5-44-15,4 3 129 0,2-6-91 0,1-4-40 16,0 3 0-16,0-1 9 0,2-3-24 16,-1 8 8-16,0-13-187 0,1-3 77 0,-1-4 38 0,1-2-565 15,1-5 301-15,1 4 160 0,-4-17 13 0,3-7-786 16,0-5 420-16,1-1 211 16</inkml:trace>
  <inkml:trace contextRef="#ctx1" brushRef="#br1" timeOffset="-119321.93">16462 16229 1488 0,'0'-14'0'0,"0"1"0"0,0 6 0 0,2 3 0 0,0 2 0 0,-1 0 0 0,5 2 0 0,2 0 576 0,0 11-274 0,4 2-132 0,-1 1-67 0,3 3 70 0,3 1-58 0,0 0-44 0,-1-1-193 0,1 0 80 0,-1 0 40 0,2-2-671 0,1-1 365 0,-1-5 168 0,0-3 89 0</inkml:trace>
  <inkml:trace contextRef="#ctx1" brushRef="#br1" timeOffset="-119205.81">16817 16049 1206 0,'-3'-5'0'0,"0"1"0"0,0 2 0 0,0 2 0 0,-1 0 0 0,-4 13 0 0,0 11 578 0,-2 7-270 0,-4 13-135 0,-1 7-68 0,-4 8 428 31,-4 17-238-31,1-2-133 0,-6 7 158 0,0 0-141 0,0-4-107 0,3-6-72 0,-2 0 0 0,11-19 0 0,0-8 0 0,4-4-474 0,4-8 224 0,1-4 143 15,1-3 82-15,6-15-839 32,0-7 428-32,0-3 121 0</inkml:trace>
  <inkml:trace contextRef="#ctx1" brushRef="#br1" timeOffset="-118813.64">17551 16075 1894 0,'2'-31'0'0,"-2"-1"0"0,1 3 0 0,-1-2 0 0,0-6 0 0,0 8 0 0,0-4 0 0,0 5 0 0,0 7 260 0,-3 0-113 0,-4 3 300 0,1 11-210 0,-4 5-101 0,0 2-50 0,-4 6 119 15,-2 14-85-15,-5 5-33 0,4 10-9 0,-2 5 156 16,5 5-234-16,-2 9 0 0,6 1 0 0,0 11 0 15,4-8 0-15,4 2 0 16,-1 4 0-16,3 1 0 0,0-2 0 0,0 14 0 0,0-14 0 0,0-3 0 16,0 0 0-16,0-6 0 93,-3-6 0-93,-5 10 0 0,-1-22 0 0,-5-3 0 0,-2-5 0 0,-4-4 0 0,0-7 0 16,-5 0 0-16,4-14 0 0,0-3 0 0,1 0 0 0,2-3 0 0,0-7 0 0,0 0 0 0,6-1-41 0,3-2-66 0,1-1 35 0,4-3-718 0,4 0 378 0,0 1 178 0,0 1 105 0,8 3-315 0,7 0 205 0</inkml:trace>
  <inkml:trace contextRef="#ctx1" brushRef="#br1" timeOffset="-118507.77">17707 16686 1389 0,'-7'8'0'0,"3"2"0"0,1 2 0 0,3 3 0 0,-2 3 0 0,2-4 135 32,0 4-50-32,5-3-24 0,6 0 315 0,4-2-169 0,3 0-77 0,0-4-71 0,2-4-23 0,1-4 0 0,-1-1 0 0,1 0-67 46,2-5 42-46,-3-9-9 0,-2-4 34 0,-3-3-76 0,-3-1 37 0,-3-1 1 0,-1-2 47 0,-6 3 15 0,-2-1-24 0,0 2 0 16,-7 1 105-16,-5 2-57 0,-4 0-21 0,0 9 191 0,-4 2-110 0,-3 4-53 16,-2 3-28-16,-1 0 17 0,4 6-43 0,2 7-1 15,1 0 0-15,5 2-212 0,4 0 106 0,0 1 62 16,7 0 18-16,3-3-251 16,0 1 139-16,1-2 22 15,8-4-776-15,4 1 401 0,0-6 214 0</inkml:trace>
  <inkml:trace contextRef="#ctx1" brushRef="#br1" timeOffset="-118106.91">18045 15640 2555 0,'0'-12'0'0,"-3"2"0"0,1 3 0 0,1 1 0 0,-1 6 0 0,2 0 0 0,0 0 365 0,0 17-165 0,0 10 306 0,0 4-235 0,0 9-237 16,0 8-34-16,0 2 0 0,-1 0 0 0,-3 2 0 31,3 3 0-31,1-1-244 62,0 8-98-62,0-14 185 0</inkml:trace>
  <inkml:trace contextRef="#ctx1" brushRef="#br1" timeOffset="-116857">18423 16257 599 0,'-4'-3'0'0,"-3"1"0"0,1 0 0 0,2-2 0 0,-3 1 0 0,4 2 0 0,-1-1 112 93,2 2-38-93,0-3 0 0,1 2 34 0,-4-2-26 0,5 2-10 16,0-1-31-16,0 1-5 0,0-1 1 0,0 0 0 0,0 2 96 0,0-5-52 0,3 3-1 0,-1-4-43 0,-1 2 0 0,1-2 0 0,-1-2 9 0,3 0-10 0,-3-1 165 0,1 2-82 0,1-1-41 0,-1-4 44 0,1 3-34 0,1 1-8 0,2-1-50 0,1 4 7 0,2-2 0 0,2 0 0 0,5 2 1 0,2 4-1 0,-1-1 0 0,5 2 0 0,1 0-53 0,0 5 26 0,5 6 10 0,-5 6 17 0,-2 3-76 16,-3 7 37-16,-1 0 2 0,-7 5-38 0,2 5 26 15,-11-2-4-15,-1 2 63 16,0 2-33-16,-15-2-6 0,-5 0 4 0,-4 0 65 16,-3-8-34-16,-4-4 0 0,-1-3-29 0,0-4 155 15,0-3-71-15,-4-2-16 0,11-8-11 0,-1-3-60 16,4-2 0-16,3 0 25 0,2-2-200 0,6-7 94 15,5 0 50-15,4-5-446 16,2 2 221-16,0-5 120 0,7-3 25 0,8 2-475 16,5-2 269-16,4-3 135 0,2 1 67 0,4-3-166 0,3-4 108 0,-2 5 67 15,0 0 29-15,1-3-192 16,0 0 130-16,2-1 63 0,5-3 38 0,-10 6 27 16,-1-2 0-16,-4 6 126 15,-5 1-99-15,-6 3-32 0,-1 0-10 0,-9 7 404 0,-3 6-206 0,0 2-108 16,0 1 19-16,-10 1 234 31,0 3-92-31,-1 14-104 0,-2 7-48 0,-3 8 280 0,4 5-164 0,0 5-81 0,2 5 320 0,5-3-205 16,2 1-99-16,3-2 179 0,0 0-139 0,3-4-69 15,12 5-25-15,6-10-291 0,7-8 123 0,4-5 62 16,5-3 31-16,3-11-252 0,4 0 151 0,-6-7 61 16,-2-2 36-16,-1-10-752 46,-5-5 290-46,-5-2 215 0</inkml:trace>
  <inkml:trace contextRef="#ctx1" brushRef="#br1" timeOffset="-116615.16">19077 15913 1472 0,'-4'-10'0'0,"1"-2"0"15,2 7 0-15,1 1 0 0,0 1 0 0,3 3 0 0,7 0 0 0,1 0 352 0,1 9-163 0,0 4-75 0,0 2-39 0,-4 2 14 16,1 1-27-16,-2 1 10 0,-5 1-74 0,0 2-1 15,-2-3 41-15,0 3 96 0,-9-5-48 0,-4 4-16 16,1-7-8-16,-3 0 231 0,-3-2-128 0,1-2-64 16,1-1-32-16,-1-1 257 15,6-4-159-15,2-1-167 0,2-3 0 0,2 0 0 16,5 0 0-16,0 0 0 0,3 0 0 0,15 0 0 16,6-3 0-16,0-5 0 0,7 4-50 0,1-1 14 15,-4-1 32-15,2 3-841 0,1 0 412 0,-3 1 162 31,2 1 117-31,-1 0-635 0</inkml:trace>
  <inkml:trace contextRef="#ctx1" brushRef="#br1" timeOffset="-116186.45">19533 16095 1327 0,'-6'-4'0'0,"3"-1"0"0,-2 1 0 0,4 1 0 0,0-1 0 0,0 4 0 0,1-3 0 0,0 3 384 0,0 0-174 0,0 0-87 0,2 5-43 0,5 5 212 16,0 0-118-16,0 4-74 0,1-2-84 0,0 3 20 109,0 0 1-109,2 3-460 0,-2-3 226 0,2 1 116 0,0 0 59 0,1-4 30 0,-1 3-1 0,2 0 39 0,-1-4-9 0,0-1-32 0</inkml:trace>
  <inkml:trace contextRef="#ctx1" brushRef="#br1" timeOffset="-115895.56">19799 16005 1131 0,'0'-10'0'0,"0"2"0"0,0-3 0 0,0 4 0 0,0 0 0 0,0 2 0 0,0-1 526 0,0 2-245 0,0-1-113 0,0 3-71 0,0 2 141 0,0-3-101 0,0 3-50 0,0 0-25 0,0 0 77 31,0 0-55-31,0 7-24 0,0 5 76 0,0 2-50 0,0 6-24 0,0 2 37 16,-4 7-36-16,-6 5 1 16,-2 4-28-16,-4 9 72 0,-4 4-36 0,-3 11 10 0,-1 1-46 0,-6 7 29 15,-2 7-53-15,-2 3-12 0,1-3 0 0,2 2 0 16,10-19 0-16,3-10 0 0,7-3-33 0,0-11-36 15,4 5 47-15,6-20-166 63,1-5 88-63,-1-4 53 16,-1-3 1-16,0-2-2 15,-1-3-2-15,2-4 5 0,-1 0-17 0,1 0 36 0,-1 0-32 0,2-3 24 0,0-2-24 0,0-5-220 0,2-2 120 0,9-4 61 0,7-2-695 0</inkml:trace>
  <inkml:trace contextRef="#ctx1" brushRef="#br1" timeOffset="-115415.27">20063 16448 1903 0,'-8'0'0'0,"4"0"0"0,0 0 0 0,1 0 0 0,0 0 0 0,1 1 0 0,2 2 0 0,0 1 0 0,0 2 252 0,5 1-108 0,10 0-54 0,3 0 92 16,4 1-77-16,4-2-35 0,1 0 1 0,5-3-133 15,-1-3 49-15,1 0 33 16,0 0-9-16,-2 0-81 0,-2 0 53 0,-3-11 27 0,-1 2-35 0,0-3 39 31,-8-2-8-31,-4 3-98 0,-3-4 55 0,-4 2-18 0,-3-2 28 0,-2-4-20 16,0 5 39-16,-8-6-11 0,-6 3 8 0,-2-2 38 0,-4 0-1 15,-2-2-26-15,3 4 30 0,-2 2 4 16,-3 6-35-16,0 2 6 0,0 5 79 0,-3 2-33 16,4 0-1-16,0 15 175 0,1 4-100 0,3 7-39 15,3 6-29-15,3 5 208 0,7 0-118 0,5 3-56 16,1 3-28-16,0-2 108 15,8 1-171-15,8 6 0 0,6-10 0 0,3-4 0 0,4-2 0 0,2-6 0 47,5-5 0-47,3 0-18 0,-4-13-39 0,2-4-237 0,-1-4 164 0,-3 0 38 0,2-12 55 0,1-5-653 0,-6-2 331 0,-4-4 162 16,-1-1 81-16,0-2-520 0,1-6 292 0</inkml:trace>
  <inkml:trace contextRef="#ctx1" brushRef="#br1" timeOffset="-115119.77">20695 16008 1701 0,'-7'-10'0'0,"2"2"0"0,3 1 0 0,2 5 0 0,0-3 0 0,4 2 331 0,9 2-152 0,5 1-71 0,2 0 148 0,3 3-110 0,0 5-56 0,1 4-18 0,-2-1-60 16,-2 5 0-16,-1 2 23 0,-5 3 1 0,-2 0-151 15,-3 6 84-15,-7-3 29 16,-2 1-83-16,-8 1 60 0,-9 1 31 0,-6-2-1 125,-8 2 84-125,-2-6-34 0,-5-3-1 0,-2-3-36 0,3-1-2 0,1-6-21 0,-2-1 19 0,9-7-121 0,7 0 67 0,8-1 25 0,5-8 1 0,9-8 66 0,0-4 3 0,13-4-6 0,14-2 16 0,2-4-1291 0</inkml:trace>
  <inkml:trace contextRef="#ctx1" brushRef="#br1" timeOffset="-115008.67">20948 15906 2474 0,'0'-8'0'0,"1"-2"0"0,-1 5 0 0,0 1 0 0,0 4 0 0,-1 0 0 0,-10 3 0 0,2 10 0 0,-2 5 406 0,-1 6-185 0,3 1-93 0,2 5 306 0,2 2-199 0,2 2-202 0,3-4-33 0,0 1 0 16,6-2 0-16,6 0 0 0,6-4 0 0,6 3 0 0,0-8 0 0,1-4 0 16,0-4-705-1,4-4 323-15,-2-4 209 0,4-1 113 0</inkml:trace>
  <inkml:trace contextRef="#ctx1" brushRef="#br1" timeOffset="-114794.72">21166 16034 1635 0,'-8'0'0'0,"3"0"0"0,0 0 0 0,2 0 0 0,-1 0 0 0,4 0 0 0,0 7 633 0,0-1-298 0,7 3-151 0,6 0-73 0,2 3-8 0,0-2-38 0,3 2 0 0,-1-2-275 0,1-3 122 0,-1 1 62 0,2 4-676 0,-5-9 362 0,0 3 185 0,-2-3 93 0</inkml:trace>
  <inkml:trace contextRef="#ctx1" brushRef="#br1" timeOffset="-114691.59">21395 15904 1424 0,'1'-11'0'0,"0"0"0"0,0 3 0 0,2 0 0 0,-1 4 0 0,-1-1 0 0,1 5 0 0,-2 0 0 0,0 9 685 0,0 13-325 0,0 6-163 0,-9 10-71 0,-4 3 282 15,-1 5-186-15,-5 5-94 0,0 4-55 0,-5 2 0 16,-6 12-28-16,0-5-617 16,1 1 303-16,1 0 153 0,3-1 75 0</inkml:trace>
  <inkml:trace contextRef="#ctx1" brushRef="#br1" timeOffset="-114071.1">21743 16552 930 0,'-4'-17'0'0,"-4"0"0"0,1 3 0 0,1-1 0 0,-2-4 0 0,1 5 0 0,1 3 347 15,-3-1-156-15,1 3-77 0,0 3 287 0,-1 3-173 0,-2 3-101 0,-2 3 34 16,-2 17-63-16,-1 9-31 16,-2 8 1-16,2 7 31 0,2 3-36 0,4-2 1 15,3 1-28-15,4-1 150 0,3-4-74 0,0 3-29 16,0-13-10-16,1-2 36 0,13-10-36 0,2-3-1 16,3-10-149-16,6-5 66 15,-2-1 19-15,2-20 0 0,-3-8-246 0,4-7 137 0,1-6 68 0,-6-4-531 16,-2-2 254-16,0-4 142 15,-1-2 39-15,-3-3-79 0,2-6 76 0,-8 5 53 0,-1-5 0 16,-3-1-19-16,1-3 31 0,-4 0 0 16,5-6 75-16,-5 16-18 0,-1 6 0 0,1 9 131 15,-2 14-78-15,0 11-40 94,0 7-9-94,-2 9 355 0,-4 9-157 0,0 20-102 0,-2 7 4 0,3 7 157 0,0 10-71 0,4 1-76 0,1 4-35 0,0 5 1 0,0 2-34 0,0 0 0 0,0 10 719 0,0-16-556 16,0-2-199-16,1-1 0 0,8-5 0 0,1-5 0 0,0 2 0 0,-1-16-427 0,0-8 111 0,-1-5 176 0,-2-7 89 0,1-7-873 0,2-2 433 0,-5-3 232 0,3-10 111 0</inkml:trace>
  <inkml:trace contextRef="#ctx1" brushRef="#br1" timeOffset="-113846.58">22102 16363 2143 0,'4'-18'0'0,"6"9"0"0,-1 0 0 0,6 4 0 0,0 5 0 0,3-3 0 0,0 3 0 0,4 6 287 0,3 5-125 0,-3 4 266 16,4 3-196-16,1 3-88 16,-6 0-59-16,-5 2-92 0,-2 2 1 0,-6 2 42 15,-6-2 0-15,-2 5-249 0,0-5 119 0,-18 4 66 78,-8-4 32-78,-7 0-51 0,-7-2 41 0,-6-1 10 0,4-7-62 0,-1-4 42 0,3-3-70 0,2-3-84 0,7-3 46 0,-2 0 41 0,12-2 6 0,8-2-136 0,6-7 89 0,7-6 43 0,0-2 1 0,15-3-380 0,11-2 216 16,5-2 104-16,8 0 52 0</inkml:trace>
  <inkml:trace contextRef="#ctx1" brushRef="#br1" timeOffset="-113667.89">22553 16202 1242 0,'1'-11'0'0,"1"-1"0"0,-2 5 0 0,0 6 0 0,0 1 0 0,-9 0 691 15,-4 11-327-15,-4 8-155 0,-2 5 402 0,3 5-288 31,-1 7-144-31,5 1-71 0,6 3 96 0,3 3-204 0,3-4 0 0,1 3 0 16,16-2 0-16,10 0 0 0,7-5 0 0,8 0 0 16,5-11 0-16,3-8 0 31,7-5 0-31,0-6-259 0,11 0-117 0,-16-5 132 0</inkml:trace>
  <inkml:trace contextRef="#ctx1" brushRef="#br1" timeOffset="-110055.89">23834 16148 1059 0,'0'-10'0'0,"0"2"0"0,0 0 0 0,0-1 0 0,6 1 0 0,3 0 160 0,0 2-62 16,3-2-30-16,6 4 220 0,2 0-125 0,4 1-53 16,-3 1-41-16,4 2 51 15,-2 0-41-15,-2 9 0 0,0 6-41 0,-3 3 44 0,-6 6-45 0,-6 2 1 16,-5 3-20-16,-1 7 19 15,0 6 10-15,-10-3 25 0,-7-1 1 0,-2 3-36 16,-6 0 0-16,-1-2-41 0,-4 5 10 0,3-15 31 16,0-3 1-16,2-6-238 0,2-8 106 0,3-4 61 15,-1-3-184-15,10-5 111 16,3-16 37-16,5-8 35 0,3-7-472 0,0-6 235 0,0-7 107 0,7 5 68 16,7 1 29-16,-2 5 0 15,-1 3 30-15,4 5-1 0,-2 2-8 0,-3 9 8 16,5 9 1-16,-1 3-1 0,1 2 1 0,-1 4-1 15,3 11-9-15,-2 10 10 0,2 3 0 0,-1 2 1093 16,0 3-269-16,-1 0-374 0,5 1-179 0,-1-6-272 16,-2-2 37-16,2-1 1 0,1-4 37 0,-1-7-637 15,3 1 328-15,-5-13 150 0,1-2 80 0</inkml:trace>
  <inkml:trace contextRef="#ctx1" brushRef="#br1" timeOffset="-109830.9">24204 16191 1486 0,'0'-9'0'0,"0"4"0"0,0-2 0 0,0-1 0 0,8 3 0 0,9-4 0 0,5 6 69 16,6-3 0-16,4 3-32 0,5 3 623 0,8-3-302 0,-8 3-165 0,4 0-195 0,-4 0-1 0,2 0 41 0,-7 3-1 0,3-1-602 0,-13-1 296 0,-4 1 154 0,-5 0 76 0,-6 0-704 0,-6-2 363 0</inkml:trace>
  <inkml:trace contextRef="#ctx1" brushRef="#br1" timeOffset="-109619.74">24488 15913 370 0,'-9'-7'0'0,"1"0"0"0,0 6 0 0,3 0 0 0,3 1 0 0,2 0 466 0,0 14-214 0,2 8-107 0,5 3 291 0,5 10-190 0,2 1-109 0,-2 5 80 16,2 5-90-16,-1 3-45 0,-1 5 1 0,1 8 63 46,-8-9-58-46,1 0-26 0,-5-2 1 0,-1-6-72 0,0-5 1 0,-5 3 55 0,-5-16-10 0,-6-9-45 32,0-5-1-32,-3-8 47 0,-2-5-46 0,1 0 10 0,0-5 36 0,0-13-63 0,4-5 30 0,-2-1-18 0,3-4 0 0,3-3-128 15,3 1 65-15,5 0 39 0,4 0 1 0,0 0-159 16,0 1 73-16,2 7 54 47,9 3 3-47,4 2-101 0,4 1 65 0,0 5 27 0,7-3-314 0,-1 7 180 0,6 4 85 0,-2 1-450 0</inkml:trace>
  <inkml:trace contextRef="#ctx1" brushRef="#br1" timeOffset="-109390.89">24865 16139 1533 0,'0'0'0'0,"0"0"0"0,1-1 0 0,6-1 0 0,5 2 0 0,1 0 0 0,5 0 0 0,5 2 392 0,0 8-182 15,5 4-87-15,0 1-41 0,-2 2-1 0,-3 4-44 16,1 4 9-16,-10 1-155 16,-8 1 73-16,-4 2 36 0,-2 5 0 0,-11-3-15 15,-12 3 35-15,-2-7-9 16,-5-6 25-16,-3-1-106 0,0-5 11 0,1-4 41 0,1 1-386 0,5-11 195 16,7-1 62-16,4 0-375 0,7-4 243 0</inkml:trace>
  <inkml:trace contextRef="#ctx1" brushRef="#br1" timeOffset="-109205.25">25167 16072 1919 0,'0'0'0'0,"0"3"0"0,0-3 0 0,0 4 0 0,-3 3 0 0,-4 6 0 0,-1 4 0 0,-2 8 566 16,1 9-269-16,1 4-130 0,1 6 570 0,7 7-492 0,0-1-245 0,3 2 0 46,16-10 0-46,5-3 0 0,4-7 0 0,1-3 0 0,5-9 0 0,5 3 0 0,-3-16-17 0,1-5-775 0,0-2 414 0,-3-2 207 32,-1-11 29-32,0-4-871 0</inkml:trace>
  <inkml:trace contextRef="#ctx1" brushRef="#br1" timeOffset="-109073.08">25708 15901 2553 0,'-10'-6'0'0,"1"2"0"0,1 1 0 0,1 3 0 0,0 0 0 0,-3 5 0 0,0 8 0 0,-5 4 318 0,4 2-131 0,-2 2-80 0,0 2-465 0,1-1 197 0,0-1 99 0,0 5 58 0,2-6-971 0</inkml:trace>
  <inkml:trace contextRef="#ctx1" brushRef="#br1" timeOffset="-108847.12">25421 16195 2137 0,'0'0'0'0,"-1"0"0"0,1-1 0 0,0-2 0 0,1 3 0 0,12 0 0 0,4 0 0 0,6 0 0 0,4 0 283 0,7 0-114 0,4 0-70 0,2 0 14 0,-1 3-38 31,2-3 0-31,-2 0-270 0,1 0 124 0,-12 0 50 0,-5 0 29 0,-6 0-655 78,-3 0 342-78,-7 0 171 0</inkml:trace>
  <inkml:trace contextRef="#ctx1" brushRef="#br1" timeOffset="-108627.04">25654 16095 1790 0,'-5'0'0'0,"0"0"0"0,0 0 0 0,-2 2 0 0,7 3 0 0,0 4 0 0,0 4 0 0,0 6 0 0,2 8 338 0,9 5-142 0,1 9 389 0,0 7-274 0,-3 5-137 0,1 3-68 0,-1 6 110 0,-5-9-94 0,0-2-43 0,-3-6-65 0,1-7-89 0,-2-2 23 0,0-2 54 0,0-15-10 0,0-5-503 31,0-8 273-31,-3-3 138 0,-2-3-712 0,-2-3 333 0,4-15 193 0,1-6 124 0,0-6-375 0,-3-2 250 15,1-7 125-15</inkml:trace>
  <inkml:trace contextRef="#ctx1" brushRef="#br1" timeOffset="-108512.37">25644 16382 1203 0,'-5'-4'0'0,"-2"2"0"0,2 1 0 0,-1 1 0 0,-2 0 0 0,-4 5 0 0,0 10 0 0,0 2 0 0,-2 5 366 0,0 2-165 0,-3 1-82 0,-2 5-45 0,3-2-10 0,-1-3-28 0,3-1 1 0,3-3-209 0,2-8 104 0,3 0 61 0</inkml:trace>
  <inkml:trace contextRef="#ctx1" brushRef="#br1" timeOffset="-108416.64">25734 16400 2471 0,'8'6'0'0,"1"4"0"0,2 0 0 0,-1 4 0 0,2-1 0 0,-3 3 0 0,1-2 0 0,-2 3 328 0,1 0-145 0,-1 1-65 0,-2-4-325 0,-1-2 121 0,-1-1 62 0,-1-2 30 0,2-4-861 0,-2-5 418 0,2 0 215 16</inkml:trace>
  <inkml:trace contextRef="#ctx1" brushRef="#br1" timeOffset="-108162.36">25995 16111 953 0,'0'5'0'0,"0"3"0"0,-2 1 0 0,1 3 0 0,-1 0 0 0,0 1 588 0,1-1-276 0,-1 4-129 0,1-3 8 0,1-2-78 0,-3 0-38 0,1-2 0 0,2-1-347 31,-2-1 164-31,1-3 68 0,-1-2 38 0,1-2-127 0,-1 0 83 0,-1-9 41 0,3-3-228 0,0-5 117 47,0-2 59-47,6-3 30 0,4 3-13 0,1-1 11 0,4-1-49 0,-1 8 386 0,3-1-174 0,-2 4-83 0,2 3-16 0,2 2 310 16,0 0-132-16,-2 5-97 0,-2 0-8 0,0 0 41 0,-5 12-56 0,-1 5-20 78,-7 0 87-78,-2 5-62 0,0 2-31 0,-10 0-84 0,-5-1 27 0,-4 1 9 0,-1-3 18 0,1-4-385 0,-2 2 193 0,-1-5 96 16,4 1 47-16,-2 3-901 0,4-4 442 0</inkml:trace>
  <inkml:trace contextRef="#ctx1" brushRef="#br1" timeOffset="-108048.17">26056 16431 926 0,'0'10'0'0,"0"5"0"0,-4-4 0 0,-2 4 0 0,-1 2 0 0,0-1 600 0,-2 4-282 15,-1 1-131 1,1-1 253-16,0-1-201 0,1-1-101 0,0-1-173 0,5-2 36 0,0 1 10 0,3-9 26 0,0-2-771 0,0-5 385 0</inkml:trace>
  <inkml:trace contextRef="#ctx1" brushRef="#br1" timeOffset="-107908.28">26183 16508 1148 0,'1'3'0'0,"3"3"0"0,-2 0 0 0,2 2 0 0,1 2 0 0,1 3 710 0,-1-1-341 0,4 3-166 0,-2-1-84 0,0 3 308 0,1 0-186 0,-2-5-107 0,0 2-428 0,-1-3 165 0,1 0 83 0,-2-5-373 0,4-2 236 0,-3-4 106 16</inkml:trace>
  <inkml:trace contextRef="#ctx1" brushRef="#br1" timeOffset="-107688.1">26616 16005 2403 0,'7'-2'0'0,"-2"-1"0"0,0 1 0 0,3 1 0 0,-2-1 0 0,-3 2 0 0,-2 0 0 0,-1 13 412 15,0 2-188-15,-3 6-94 0,-7 3-38 0,-4 0 39 0,-2 0-48 0,0 3-23 47,3-4-1-47,-3 2-462 0,0-3 228 0,3-3 101 0,6-2-871 0,-2-6 473 0</inkml:trace>
  <inkml:trace contextRef="#ctx1" brushRef="#br1" timeOffset="-107546.3">26828 15997 2204 0,'15'1'0'0,"2"4"0"0,4 2 0 0,-3 3 0 0,0 2 0 0,0 5 0 0,1-1 810 0,0 2-387 0,0 4-184 0,-5-4-107 0,-4-2-32 0,-1 2-77 0,-5-3-23 0,-2 0 0 0,0 0-477 0,-2-4 178 0,-2 1 167 0</inkml:trace>
  <inkml:trace contextRef="#ctx1" brushRef="#br1" timeOffset="-107267.16">26742 16349 2225 0,'0'0'0'0,"0"0"0"0,0 0 0 0,2 0 0 0,-1 0 0 0,6 3 0 0,2 3 0 0,2 3 0 0,1 0 362 0,4 7-163 0,0 0-82 0,1 4-46 0,-1 4-35 31,2 3 9-31,-4 0-9 0,-1 2-209 0,-6-1 104 0,-3-1 53 0,-4 0 26 0,0 1-129 16,-6-8 73-16,-7-4 42 15,-4-3-404-15,-1-5 212 0,1-3 44 0,1-5-411 0,2 0 269 0,7-13 128 0,1-9 66 0,3-4-237 31,3-1 151-31,0-3 65 0,0 6 48 0,3 4 198 32,-2 5-80-32,2 3-41 0,-1 2-9 0,-2 8 260 0,0 2-145 0,-5 5-73 0,-12 12 793 0,-4 9-420 0,-8 6-115 0,-3 6 596 15,-7 8-428-15,-7 3-213 16,-3 6-108-16,-3-3-141 0,-2 3-1 0,13-14 0 31,8-7 0-31,10-9-1032 0</inkml:trace>
  <inkml:trace contextRef="#ctx1" brushRef="#br1" timeOffset="-105653.39">27762 16131 2450 0,'9'10'0'0,"-1"2"0"0,3 1 0 0,0 3 0 0,1 0 0 0,0-2 0 0,-1 3 103 0,2 0-33 0,-2 3 1 0,3 4-92 0,0-4 25 0,-6-1 0 0,3 1 35 0,-2-2-266 0,-1-1 123 0,-1 1 68 0,-1-9 25 0,1 0-711 0,-3-6 341 0</inkml:trace>
  <inkml:trace contextRef="#ctx1" brushRef="#br1" timeOffset="-105494.95">28101 16047 922 0,'-2'0'0'0,"-2"0"0"0,-1 0 0 0,0 9 0 0,1 3 0 0,-2 7 588 0,-4 7-275 0,-3 11-126 0,0 11 398 16,-6 8-274-16,-2 12-137 0,-3 5-68 0,1 2 218 16,-1 7-133-16,3-15-81 47,2-3-36-47,0-4-73 0,3-7 0 0,-1-3 37 0,-1 2-329 0,7-14 159 0,1-1 85 0,1-6 42 0,3-4-527 0,3-5 285 31,2-1 69-31,1-11-647 0,0-7 393 0,9-3 196 0</inkml:trace>
  <inkml:trace contextRef="#ctx1" brushRef="#br1" timeOffset="-105302.33">28687 16012 1613 0,'2'-20'0'0,"1"3"0"0,-2 7 0 0,-1 1 0 0,0 5 0 0,0 1 0 0,-6 1 0 0,-5 2 459 0,-5 0-211 0,-4 2-96 0,2 7-257 0,-2 5 72 0,-1 2 35 0,-2 4-1 0,-5 1-733 63,7 1 364-63</inkml:trace>
  <inkml:trace contextRef="#ctx1" brushRef="#br1" timeOffset="-105080.81">28366 16260 1132 0,'0'0'0'0,"0"0"0"0,0 0 0 0,0-3 0 0,0 2 0 16,5 1 0-16,7 0 0 0,5 0 671 0,4-2-316 0,7 2-150 0,3-2 170 0,1 0-169 0,5 1-85 0,2-2-41 0,0 2-135 0,3-1 56 0,-11 1-9 0,3 1-714 0,-10 0 380 0,-4 0 189 0</inkml:trace>
  <inkml:trace contextRef="#ctx1" brushRef="#br1" timeOffset="-104961.79">28438 16434 1320 0,'-14'-1'0'0,"3"1"0"0,3 0 0 0,5 0 0 0,3 0 0 0,0 0 0 0,6 0 519 78,10 0-241-78,7 0-111 0,3 0 274 0,6-2-202 0,1-1-101 0,-2-1-50 0,4 0-187 0,1-1 78 0,-6 1 24 0,-2-1-280 0,-4 1 157 0,0 1 79 0,0-3 48 0,-10 3-647 0,-4 0 338 0,-4 0 87 0,-4-3 112 0</inkml:trace>
  <inkml:trace contextRef="#ctx1" brushRef="#br1" timeOffset="-104859.83">28687 16116 1317 0,'0'3'0'0,"0"-3"0"0,0 0 0 0,0 5 0 0,0 7 0 0,-6-1 0 0,1 8 0 0,-7 10 253 0,-1 8-109 0,-8 9-52 0,-7 10 362 0,0 2-213 0,-8 2-102 0,-2-1 41 0,-4 1-72 0,3-7-35 47,-3 1 10-47,14-19-155 0,5-8 54 0,7-5 28 0,6-10 0 0,8-2-548 0,2-6 297 0,2-4 134 0</inkml:trace>
  <inkml:trace contextRef="#ctx1" brushRef="#br1" timeOffset="-104425.74">28559 16607 1347 0,'0'4'0'0,"0"0"0"0,0 1 0 0,0 5 0 0,0 1 0 0,0 6 0 0,0-2 0 0,0 4 385 0,-1 2-174 0,1-1-87 0,0 2-96 15,0-3 10-15,0 3 8 0,0-7-8 0,0-2-177 16,0-2 88-16,0-3 45 94,0-4-1-94,0-2-534 0,1-2 273 0,1 0 135 0,1-9 69 0,-2-3 34 0,0-5-115 0,2-3 55 0,0-3-52 0,-1-1 52 0,-1-4 27 0,1 2-180 0,-1-3 122 0,2 2 37 0,1 4 84 0,-1 2 336 0,4 3-206 0,0 4-84 0,3 3-37 0,0-1 266 0,2 10-69 0,1 2-97 62,3 0 273-62,1 16-172 0,1 7-86 0,2 9-34 0,-3 2 144 0,-1 5-99 0,-1-2-48 0</inkml:trace>
  <inkml:trace contextRef="#ctx1" brushRef="#br1" timeOffset="-104282.52">28780 16752 2370 0,'14'39'-2'0,"-1"-2"49"0,-6-6-10 0,0-3-283 0,-1-4 141 0,-3-6 71 0,-1-3 36 0,-2-1-184 0,0-9 69 0,0-5 69 0,-8 0-513 0,-3-2 261 0,2-8 126 0,-5-2 57 0,0-5-203 0</inkml:trace>
  <inkml:trace contextRef="#ctx1" brushRef="#br1" timeOffset="-104159.11">28658 16686 994 0,'-2'-1'0'0,"-3"-1"0"0,4 0 0 0,-2 0 0 0,0 2 0 0,3 0 0 0,0 0 76 0,0 2 1 0,0 4-40 0,1 4 56 0,1 0-18 0,4 2-10 0,-3 0-28 0,-1 1-3 0,-1 1 3 0,-1 2 0 15,0 1 10-15,0 0 12 0,-3-2-22 0,-6 2 0 0,2-5 10 0,0 2-10 0,-1-1 10 0,3-5-61 0,2-1 25 0,0-3 0 0,3-4 27 0,0 0-268 0,0 0 124 0,6-4 49 0,8-9 36 0,3-4-484 0</inkml:trace>
  <inkml:trace contextRef="#ctx1" brushRef="#br1" timeOffset="-104049.02">29222 15988 1160 0,'0'-7'0'0,"-3"5"0"0,-5 2 0 0,0 0 0 0,0 11 63 0,-7 11 0 0,-2 10-42 0,-5 10 430 0,-5 8-197 0,-2 0-114 78,-3 9-50-78,-2 1 90 0,0 2-71 0,0 0-27 0,11-17-9 0,6-6-326 0,7-7 145 0,4-6 73 0,6-7-659 0,0 1 353 0</inkml:trace>
  <inkml:trace contextRef="#ctx1" brushRef="#br1" timeOffset="-103920.4">29062 16433 1759 0,'0'3'0'0,"0"2"0"0,0 3 0 0,0 8 0 0,0 2 0 0,0 7 0 0,-1 8 193 0,0 4-78 0,-3 4-39 0,1 3 279 0,-1-3-164 0,3-1-76 0,-1-5-39 0,2-2-184 125,0-5 72-125,0-4 46 0,0-14-9 0,9-7-559 0,1-3 297 0,6-7 148 16,1-14-709-16</inkml:trace>
  <inkml:trace contextRef="#ctx1" brushRef="#br1" timeOffset="-103611.2">29471 16123 756 0,'0'0'0'0,"0"0"0"0,0 1 0 0,-1 5 0 0,-5 3 0 0,-3 2 0 0,-3 9 365 0,-5 1-168 0,-1 7-80 0,-3 3-40 0,-2 0 344 0,-5 4-183 0,9-7-105 63,3-5 113-63,3-5-105 0,5-6-51 0,3-5-27 0,5 0-12 0,0-7-13 0,10 0-1 0,9-1 34 0,8-10-33 0,1-3-1 0,4-1 10 0,0 1-296 0,-1 1 143 0,-1-1 71 0,1 2 37 0,-3 0-214 62,4 2 75-62,-8 2 71 0,-2 4-515 0,-6 2 273 0,-2-1 134 0,-7 3 69 0,-2 0-300 0,-5 0 189 0,0 5 89 0,-12 3-43 0,-4 1 67 0,-3 1 32 0,-3-3-8 0,0 2 244 0,3 1-110 0,-1-2-45 0,0 1-1 0,4 3 162 0,-1 1-113 0</inkml:trace>
  <inkml:trace contextRef="#ctx1" brushRef="#br1" timeOffset="-103478.96">29467 16393 504 0,'-10'18'-12'0,"3"5"631"0,1 3-232 0,5 5-182 0,-2 9 498 0,3 3-337 0,0 3-164 0,0 2 104 0,0 3-5 0,3-2-133 0,1 3-55 78,-1-12-299-78,1-2 111 0,-1-7 57 0,-1-2 27 0,2-9-280 0,-3 1 163 0,0-13 68 0,1-8-890 0,-1 0 474 0,1-5 125 0</inkml:trace>
  <inkml:trace contextRef="#ctx1" brushRef="#br1" timeOffset="-103379.23">29509 16527 1897 0,'0'-12'0'0,"0"5"0"0,2 3 0 0,9 0 0 0,2 3 0 0,-2-1 0 0,6 2 0 0,-1 0 0 0,0 0 107 0,0 0-34 0,1 3-1 0,-3 3-35 0,2 1-655 0,-2 2 304 0,-2-1 150 16</inkml:trace>
  <inkml:trace contextRef="#ctx1" brushRef="#br1" timeOffset="-103281.31">29553 16683 1062 0,'-12'2'0'0,"0"-2"0"0,5 2 0 0,0 1 0 0,7-1 0 0,0 0 0 0,0 0 0 0,8-2 318 0,5 0-140 0,4 0-62 0,2 0 135 0,4-2-107 0,3-7-54 0,3-3-26 0,-1 0-430 0,6-4 207 0,-3-2 92 0,-2 1-699 0,2-7 365 0</inkml:trace>
  <inkml:trace contextRef="#ctx1" brushRef="#br1" timeOffset="-103191.45">30183 15795 1524 0,'-2'-4'0'0,"0"-1"0"0,-1 2 0 0,3 3 0 0,0 0 27 0,-2 3 0 32,2 8-30-32,-5 4 408 0,-3 4-175 0,1 0-102 0,-1 1-46 0,-2 1-90 0,1 1-1 0,-1-1 45 0,3 1 9 0,-1-5-732 0,2 0 341 0</inkml:trace>
  <inkml:trace contextRef="#ctx1" brushRef="#br1" timeOffset="-102542.64">30177 15961 1102 0,'0'0'0'0,"0"-3"0"0,2 1 0 0,5-3 0 0,4 1 0 0,2-1 25 0,2 0-1 0,-2 2-24 0,2 0-196 0,1-1 461 0,-4 2-120 16,-4 2-55-16,-1 0 152 0,-2 0-103 0,-3 0-52 31,-2 8-16-31,-2 1-151 0,-12 6 59 0,-4 1 28 0,-6 3-68 0,-5 1 49 16,1 2 33-16,-4 0-9 0,2-1-46 0,-2 1 36 0,0-2-1 15,-1 4 59-15,5-5-30 0,4-1-18 16,2 0-38-16,5-3 104 0,5 1-35 0,4-2 4 16,5-5-6-16,3-1 77 0,0-2-29 0,6-3-28 15,3 1-35-15,3 1 19 16,-3-2-9-16,2-3 0 0,-3 0-167 0,2 0 82 0,-4 0 40 15,1 0-216-15,-1 0 108 0,-4 0 62 0,3 0 7 0,0-3-47 94,0-1 17-94,0-1 25 0,-1-3-19 0,1 1-26 0,3-2 30 0,-1 4 0 0,2-5 92 0,-1 2-40 0,5-1 10 0,-3 4-30 0,4-1 158 0,1 2-76 0,1-3-27 0,0 5 66 0,-2 0-37 0,0 1-28 0,2 1 4 0,-3 0 5 0,-1 0-3 0,3 0-20 0,-8 5 39 0,1 2-107 16,-4 1 42-16,-2 1-1 31,-2 1-54-31,0 2 38 0,0 0 10 0,-13-4 0 0,1 4-99 0,-3 0 56 0,-2-3 14 0,-3 2-164 16,2-2 90-16,-1-2 47 0,0 1 22 0,2-2-77 15,0 0 51-15,-2 1 16 16,8-2 10-16,-1-2 48 0,0 3 1 0,3-1-24 0,3-1 191 0,-4 2-104 16,6-1-39-16,2 1-24 0,1 0 319 0,-1-1-162 31,0 2-54-31,2-1 156 0,0-2-90 0,0 2-63 0,0-1-12 0,0-2-129 0,2 2 50 0,1-3-9 15,-1-1 43-15,3-1-140 0,0 0 70 0,0 0 34 16,0 0-312-16,-3 0 162 0,1-1 44 0,0-3 54 16,0-1-227-16,-1-1 122 15,-1-1 48-15,2 2 103 0,-2 1-31 0,0-1 0 16,1 0 0-16,-2 0 182 0,1 3-100 0,1-1-36 16,-1 1-24-16,2 0 145 109,-2 0-60-109,3 2-46 0,-1 0-3 0,-2 0 0 0,0 0 9 0,1 0 0 0,-1 2-284 0,1 4 127 0,-1 0 70 0</inkml:trace>
  <inkml:trace contextRef="#ctx1" brushRef="#br1" timeOffset="-102234.36">29967 16517 1400 0,'-10'5'0'0,"-3"1"0"0,6 1 0 0,0 0 0 0,2 3 0 0,3-3 0 0,-2 0 0 0,3 3 0 0,1-3 0 0,0 0 182 0,0 1-72 0,0-4-38 0,1 1 2 0,5 0 9 0,0-4-47 0,3-1 0 0,1 0-123 0,-1 0 62 0,2 0 39 0,2-3-91 0,0-9 57 15,2 3 27-15,0-4 1 0,5 0-199 0,3-1 73 16,-2 3 64-16,0 1 0 0,2 0 0 0,-1 3 5 16,1 2-1-16,3 2 119 15,-6 0-43-15,-1 3-25 0,-2 0 0 0,-4 6 103 0,0 6-56 0,-2 3-12 16,-6 0 3-16,-3 3-6 16,-2-1 0-16,-2 0 5 0,-8 0-65 0,-1-3 18 15,-4-4 26-15,0-3-234 0,0-4 110 0,1-3 41 16,-1 0 31-16,1 0-344 0,3-3 177 0,0-8 78 47,0-2 44-47,4 0-70 0,-1-3 58 0,-2-1 18 0,4-2 127 0,-3 2-44 0,4 2-1 0,0-1-44 0,2 4 159 0,-3-1-88 15,5 3-32-15,-1 3 603 0,2 3-307 0,0 4-99 0,0 0-94 16,0 9 394 0,0 8-237-16,0 9-113 0,2 2-57 0,-1 3 172 0,5 3-115 0,-3 2-47 15,2 1-165-15,-1-1 49 0,2 0 25 0,1 0-1 16,-2-4-597-16,4 4 320 0,-1-12 146 0,3-2-319 15,-1-5 227-15</inkml:trace>
  <inkml:trace contextRef="#ctx1" brushRef="#br1" timeOffset="-102059.36">30656 16072 1362 0,'0'-16'0'0,"1"7"0"16,13 9 0-16,6 0 0 0,-3 0 0 0,-4 4 0 0,-3 3 0 0,0 3 87 0,-2-1-61 0,3 1-40 0,-2-2-69 0,2 2 24 0,0-3-1 15,4-3 24-15</inkml:trace>
  <inkml:trace contextRef="#ctx1" brushRef="#br1" timeOffset="-101857.03">31020 16047 881 0,'-7'0'0'0,"-7"2"0"0,1 4 0 0,-3 0 0 0,-3 3 0 0,-7 3 0 0,-6 5-146 0,-10 3 46 0,1 0 36 0,-5 6 198 0,-3 0-71 0,0-2-37 0,-1 1 1 78,-2-2 33-78,12-5-28 0,9-6 0 0,5-4 116 16,10-4-66-16,5 1-27 0,11-5-5 0,0 0 63 0,4 0-45 0,13 0 1 0,3-2-11 0,8-4 68 0,2 4-50 0,5-3 1 0,4 1 8 0,5-1-24 0,1 0 0 0,5 1-16 0,-4-2-268 0,-4 1 129 0,-1-1 66 0,-1 2-514 15,-2 0 256-15,2-2 141 0</inkml:trace>
  <inkml:trace contextRef="#ctx1" brushRef="#br1" timeOffset="-101636.95">30859 15882 2208 0,'0'0'0'0,"-4"0"0"0,0 1 0 0,4 15 0 0,0 8 0 0,0 9 0 0,0 4 0 0,0 11 0 0,-2 6 408 0,0 11-176 15,1-7-103-15,-1-2 92 0,0-3-93 0,0-4-46 32,-1-4-22-32,2-1-162 0,-2-18 64 0,3-4 38 0,-1-5-569 0,1-6 303 15,0-5 151-15,0-4 85 0,0-2-849 0</inkml:trace>
  <inkml:trace contextRef="#ctx1" brushRef="#br1" timeOffset="-101474.83">30786 16304 1612 0,'-32'0'0'0,"10"7"0"0,6 4 0 0,2 4 0 0,1 4 0 0,0-2 0 0,-6 7 0 0,7-5 0 0,-1-1 0 0,1 0 283 0,4-3-123 16,4-2-62-16,1 1-21 0,3-9-700 0,0-1 301 0</inkml:trace>
  <inkml:trace contextRef="#ctx1" brushRef="#br1" timeOffset="-101372.95">30921 16418 1443 0,'1'0'0'0,"2"0"0"0,4 2 0 0,2 1 0 0,4 0 0 0,3 2 0 0,-2-2 0 0,0 3-48 0,-2-1 42 0,-3-1 0 0,1 0-350 0,-4 2 159 0</inkml:trace>
  <inkml:trace contextRef="#ctx1" brushRef="#br1" timeOffset="-100882.28">30880 16511 996 0,'-13'7'0'0,"7"5"0"0,-3 3 0 0,8 1 0 0,1 1 0 0,0 3 0 0,0-3 0 0,0-1 191 16,0-1-88-16,0 0-44 0,1-2 184 0,6 0-95 16,-4-6-60-16,-1 1-222 0,1-8 85 0,-1 2 42 15,2-2 1-15,-1 0-62 16,-1 0 43-16,1-2 25 0,-1-10 0 0,3 1-141 0,0-2 74 0,0-2 28 15,-1 0-2-15,2-4-141 16,4 0 81-16,-1-1 2 0,1-4-68 0,5-3 56 16,-3-1 42-16,5-2 0 15,1-3-73-15,2-4 53 0,4-6 26 0,7-12-7 0,-1 0 8 0,3-4 35 16,1 2 27-16,-2 2 64 16,-6 9-69-16,-1 0-8 0,-12 20 444 0,-9 9-226 0,-4 8-114 0,0 5-26 15,-4 4 332-15,-11 0-150 0,-2 10-111 0,-3 7-49 16,4 2 114-16,-1 5-83 15,1 2-41-15,-1 4 37 0,7-1-43 0,3 1-1 0,1 1-34 0,3 3 125 16,3 1-62-16,0 5-22 16,0-6-10-16,1 2 17 0,12 0-24 0,4 1 0 0,3 6-108 15,2-9 38-15,1 0 23 0,1-2 0 16,-4 0-197-16,-4-2 111 0,-4 6 49 0,-8-9-215 16,-4 2 106-16,-2-2 65 46,-17-3-1-46,-5-5-56 0,-4-2 6 0,-5-5 46 0,0-9-3 0,1-1 84 0,-1-2 1 0,3 0-45 0,0-9 85 0,6-8-38 0,5-3-23 0,3-1-1 16,4-3 104-16,4 4-58 0,0-2-15 0,8 7 365 16,0 3-174-16,0 3-97 0,12 4-23 0,2 3 90 15,8 1-58-15,2 1-47 0,6 5 155 0,5 11-96 47,7 2-48-47,4 3-25 0,9 2-114 0,-8 1 41 0,6-1 24 0,4 2-637 0,-1 2 331 0,-3-2 166 0,5 1 77 0,-13-8-889 0,-4-1 453 0</inkml:trace>
  <inkml:trace contextRef="#ctx1" brushRef="#br1" timeOffset="-100755.98">32051 16808 2817 0,'-16'-14'0'0,"6"8"0"0,5 5 0 0,5 1 0 0,6 0 0 0,4 0 0 0,5 1 0 0,-6 2 0 0,1 0 0 0,-5-3-95 0,-2 0 64 0</inkml:trace>
  <inkml:trace contextRef="#ctx1" brushRef="#br1" timeOffset="-95211.17">18828 17474 1119 0,'0'-12'0'0,"0"4"0"0,0-1 0 0,0-4 0 0,0 4 0 0,0-3 0 0,0-1 92 0,0-3-26 32,0-1 0-32,0-1 131 0,0-1-84 0,0-2-37 0,1 2 1 0,3-1-38 0,-2-3-1 0,1-2 11 15,-2 3-10-15,-1 3 67 0,0-4-34 0,0 5 0 16,0 0 84-16,-4-1-49 0,-4 5-38 0,-1 6 144 16,-1-1-87-16,-2 4-43 15,-2 3-1-15,-2 1 6 0,2 1-11 0,0 8-38 0,0 8 0 0,0 6 53 16,5 3-26-16,-4 7 9 0,6 2-36 15,1 5 113-15,2 2-56 0,1 4-28 16,3 3-25-16,-2 6-43 0,2-4 0 0,0 0 0 16,0 2 0-16,0 3 0 0,5 1 0 0,3 4 0 15,1-11 0-15,-2-1 0 0,2-1 0 0,-1-4 0 16,-2-5 0-16,-2 8 0 0,-2-14 0 0,-2-3 0 16,0 0 0-16,-14-3 0 15,-2 1 0-15,-5 0 0 0,-4-9 0 0,-1-4 0 0,-4-5 0 0,0-2 0 16,2-4 0-16,-6-1 0 0,12-2 0 0,0 0 0 31,4-2 0-31,5-6 0 0,3 0 0 0,1-3 0 31,9-1 0-31,0-2 0 0,1 1-39 0,15-2-136 0,6-1-699 0,2 1 423 16,5 2 206-16,3 2-620 94</inkml:trace>
  <inkml:trace contextRef="#ctx1" brushRef="#br1" timeOffset="-95012.6">19044 18003 2191 0,'-11'10'0'0,"1"4"0"0,0 3 0 0,-2 5 0 0,5 0 0 0,-2 5 0 0,5-6 0 0,4-1 0 0,0-1 338 31,1-4-149-31,14 0-76 0,1-1 38 0,2-10-61 16,2-1-26-16,1-3-166 0,2 0 70 0,-2-1 36 0,3-8 8 0,-7-8-148 0,-1 0 87 0,-4-2 44 47,-2-3 0-47,-3 0 14 0,-4-7 25 0,-3 5-1 0,0-2 16 0,-4 2-1 0,-10-1-84 0,-2 3 1 15,-2 1 289-15,-1 4-123 0,0 3-43 0,-4 6 71 0,0 1-54 0,-2 7-33 0,1-3 10 0,4 3-201 0,1 3 79 0,4 6 39 0,2 1 0 0,4 6-476 16,4-1 243-16,5 0 124 0,0-3-363 0,2 0 225 16,9-2 63-16,3-3 63 15,2-7-512-15</inkml:trace>
  <inkml:trace contextRef="#ctx1" brushRef="#br1" timeOffset="-94807.89">19189 17052 2148 0,'0'-9'0'0,"0"-1"0"0,0 1 0 0,0 4 0 0,0 5 0 0,0-1 0 0,1 1 332 63,1 1-147-63,2 11-65 0,1 2 152 0,-2 6-120 0,0 5-57 0,-1 0-3 0,-1 7-26 0,-1 2 9 0,0 0-36 0,0 2-354 0,0 0 176 0,-1 0 90 0,-3 2 43 0,0 5-644 0,-1-7 339 0,1 0 102 15,4-3-662-15</inkml:trace>
  <inkml:trace contextRef="#ctx1" brushRef="#br1" timeOffset="-94513.91">19565 17556 2284 0,'-8'-3'0'0,"3"-1"0"0,1-4 0 0,4 6 0 0,0 0 0 0,2 2 0 0,11 0 0 0,5 0 237 0,7 7-90 0,3 10-60 15,3-1 37-15,0 4-43 0,1 2-1 0,-1 4-90 16,1 3 32-16,-5 2-9 0,-5 0 24 0,-8 4-103 15,-6 1 52-15,-7 1 25 16,-1 2 9-16,-11-7-26 0,-12-2 42 0,-7-3 1 0,-2-7 100 0,-3-4-54 16,-5-1-15-16,8-11-73 0,0-4-51 0,2 0 37 15,4 0 0-15,4-7-387 0,2-9 206 0,12-2 102 32,5-6 51-32,3-1-340 0,9-1 182 0,11-3 66 0,4-4 22 0,4 6-507 0,1-2 293 15</inkml:trace>
  <inkml:trace contextRef="#ctx1" brushRef="#br1" timeOffset="-94353.59">19963 17567 1120 0,'12'-17'0'0,"-2"8"0"0,-3 4 0 0,-4 1 0 0,-1 3 0 0,-1 1 0 0,-1 0 0 0,0 1 526 0,-6 14-244 0,-4 5-123 15,0 4 498-15,1 7-301 0,0 0-164 0,4 3-78 16,3 2 294-16,2-2-291 0,0 3-117 0,0 3 0 16,10-4 0-16,7-2 0 15,4-1 0-15,6-2 0 0,0-5-15 0,7 0-2 0,-4-12 23 0,4-6-696 16,-3-6 326-16,-2-2 194 0,-2 0-728 0,1-10 421 15,-6-6 224-15</inkml:trace>
  <inkml:trace contextRef="#ctx1" brushRef="#br1" timeOffset="-93984.5">20246 17273 1513 0,'-12'-11'0'0,"1"0"0"0,5 4 0 0,3 1 0 0,3 0 0 0,0 5 272 0,1 1-117 0,11 0-60 0,6 0 348 0,-1 1-194 0,3 8-110 0,-1 3-52 0,-3 0-71 0,-1 5 21 0,-3 0 0 0,1 3-50 0,-8-3 21 0,-1 2 0 0,-2 0 29 63,-2 1-118-63,0-1 59 0,-8 3 39 0,-6-5 59 0,-3-3-1 0,-2-4-38 0,-2 0-5 0,2-3 170 0,-1-1-85 0,4-4-47 0,2-1-22 0,3-1 96 15,2 0-53-15,4 0-49 0,4 0-42 0,1 0 0 0,4-1 0 0,13-5 0 16,5 4 0-16,3-3 0 16,5 1 0-16,0 1 0 0,-1 0-42 0,0 1-3 15,3 0 41-15,-1 2-754 31,3 0 330-31,-7 0 181 0,-1 0 106 0,-2 4-590 0,0 2 347 0</inkml:trace>
  <inkml:trace contextRef="#ctx1" brushRef="#br1" timeOffset="-93827.25">20659 17539 1624 0,'-6'0'0'0,"2"0"0"0,0 2 0 0,3 1 0 0,1 6 0 0,0-1 0 0,1 1 421 0,12 6-182 0,2-1-106 0,4 3 513 0,3 0-304 0,0 3-152 0,1 1-77 0,2-1-114 15,-7-1 15-15,1-1-1 0,-3 0 24 0,-2-1-701 16,-1-2 350-16,0 2 185 0,-5-8-822 0,-1-3 471 16,-1-2 235-16</inkml:trace>
  <inkml:trace contextRef="#ctx1" brushRef="#br1" timeOffset="-93675.77">21024 17466 1200 0,'1'-12'0'0,"1"5"0"0,0 3 0 0,-1 3 0 0,1 1 0 0,-2 0 706 0,0 12-325 0,0 13-177 0,-7 8 331 0,-5 11-249 0,-2 6-125 16,-5 6-61-16,-2 10 258 0,-1 1-358 0,-5 8 0 16,-2 3 0-16,-1 6 0 0,0-6 0 0,1 11 0 15,6-22-463-15,3-3 87 16,4 1 207-16,-1-4 103 0</inkml:trace>
  <inkml:trace contextRef="#ctx1" brushRef="#br1" timeOffset="-93113.38">21331 17838 1579 0,'-3'0'0'0,"-5"-3"0"0,3 2 0 0,4-2 0 0,1 3 0 0,0 0 0 0,1 0 0 0,12 0 232 0,2 3-97 0,4 0-49 0,3-2-24 0,3-1 76 0,0 0-55 0,-3 0-1 15,2 0-261-15,-5 0 108 0,1-1 54 0,1-6 37 16,-10 1-238-16,0-3 128 0,-4 1 64 0,-6-4-79 16,-1 3 1-16,0-5 47 15,-10 1-10-15,-7 2 171 0,-5-1-84 0,-3 0-24 16,-3 4-33-16,-4-2 129 0,3 8-45 0,-1-1-34 15,3 3 292-15,-2 0-146 0,6 10-37 0,-3 9 212 16,7 3-153-16,8 7-72 0,6 3-36 0,5 4 178 94,0 1-107-94,3 3-44 0,16-7-36 0,8-3 0 0,4-1 0 15,8-7-27-15,2-8 1 0,5-1 9 0,-4-11-10 0,-1-2 1 0,0 0-651 0,-1-15 326 0,-1-6 134 0,3-4-768 0,-11-4 446 0,-3 2 219 0</inkml:trace>
  <inkml:trace contextRef="#ctx1" brushRef="#br1" timeOffset="-92868.58">21823 17435 1082 0,'0'-10'0'0,"2"0"0"0,-1 3 0 0,7 3 0 0,3 2 0 0,0 2 531 16,3 0-247-16,5 4-124 0,1 8-51 0,-3 2 329 0,0 6-200 0,-2 1-100 15,-3 1-20-15,-4 5-40 0,-4 4 9 0,-4-4-50 16,0 1-103-16,-9 2 51 15,-8-3 27-15,-5 2-155 0,-8 1 100 0,-1-8 36 16,-4-2-1-16,3-5-221 0,1-3 133 0,3-7-8 16,3 0 60-16,7-5-396 0,9-5 201 0,9-12 101 78,0-9-414-78,12-2 258 0,11-9 118 0</inkml:trace>
  <inkml:trace contextRef="#ctx1" brushRef="#br1" timeOffset="-92748">22069 17340 1404 0,'7'-19'0'0,"-2"10"0"0,-1 2 0 0,-3 4 0 0,0 0 0 0,-1 3 351 0,0 0-148 0,0 6-87 0,-2 5 366 0,-4 4-221 0,3 2-113 0,1 2 527 0,2 3-384 0,0-3-291 0,0 3 0 15,3 2 0-15,7-4 0 0,5 4 0 0,2 0 0 0,2-5 0 16,3 1-100-16,3-3-12 16,3-3-940-16,0-2 522 0,5-1 283 0</inkml:trace>
  <inkml:trace contextRef="#ctx1" brushRef="#br1" timeOffset="-92604.36">22378 17343 932 0,'0'-5'0'0,"0"0"0"0,0 3 0 0,0 1 0 0,0 1 0 0,0 0 739 0,2 1-352 0,4 8-165 15,2 2-98-15,3 0 351 0,-3 1-219 0,5 1-110 0,-2 1-490 0,1-2 200 16,-2 1 85-16,1-2-735 15,0 1 404-15,-1-5 202 0,2-1 101 0,3 1-354 0</inkml:trace>
  <inkml:trace contextRef="#ctx1" brushRef="#br1" timeOffset="-92470.8">22651 17254 982 0,'1'-13'0'0,"1"3"0"0,0 1 0 0,-1 2 0 0,-1 7 0 0,0 0 577 0,0 0-274 0,-8 14-134 15,-3 10-66-15,-4 6 292 0,-2 8-179 0,-3 6-81 16,-1 6-54-16,-1 1 277 0,-1 3-160 0,0-1-82 15,-2-2-573-15,2 6 256 0,3-14 114 0,2-1-950 16,1-8 537-16</inkml:trace>
  <inkml:trace contextRef="#ctx1" brushRef="#br1" timeOffset="-91871.15">23076 17803 1228 0,'-12'-20'0'0,"5"3"0"0,-3 6 0 0,5-2 0 94,-3 1 0-94,-3-3 0 0,2 5 0 0,-2 3 312 0,-4 3-138 0,2 4-69 15,-3 0-34-15,-3 4 87 0,3 13-65 0,-4 6-28 0,4 5 0 0,-1 8-29 0,1 3 0 0,5 6 10 0,1-5 107 0,8-4-59 0,2 3-28 0,0-6-5 0,0-3-24 0,1 1 8 0,11-14-8 0,3-6-214 0,0-7 106 0,3-4 54 0,2 0 27 0,3-15-349 0,-4-7 172 0,1-4 60 16,-3-5-207-16,-1-2 130 0,2-5 74 0,-2-4 28 0,-5 4-3 0,0-4 24 78,0-3 0-78,-3-4 64 0,5-7-1 0,-2-10-47 0,2 6 8 0,-4-5 162 0,1 3-81 0,-1 9-40 0,-5 9-1 0,-1 6 318 0,-1 24-167 0,-2 13-45 0,0 1 353 0,-6 17-208 0,-5 10-108 0,3 7-47 0,2 5 111 0,1 2-88 16,-1 5-42-16,3 4 228 0,0 0-135 0,-1 9-60 15,4-11-42-15,0 0 9 16,0-1-67-16,0-2-13 0,0-1 0 0,4 5-174 31,2-13 30-15,2-3 90-16,1-1-626 0,-1-4 312 0,1-7 187 0,-1-3 18 0,0-12-580 0,0-6 354 0,0-2 176 0,2-15-89 0</inkml:trace>
  <inkml:trace contextRef="#ctx1" brushRef="#br1" timeOffset="-91692.2">23354 17718 1554 0,'15'-14'0'0,"-4"6"0"0,4 3 0 0,-1 4 0 0,2 1 0 0,-2 0 0 0,3 8 185 0,-5 7-79 16,3 5-34-16,-4 2 410 0,-3 4-222 0,-3 4-112 0,0 0-47 0,-5 2 126 15,0-1-96-15,-8 2-47 16,-10-1-105-16,-4 2 28 15,-8 0 10-15,-1-7 19 0,-5-6-169 0,-1-5 85 16,-2-2 42-16,2-6-373 0,-1-2 199 0,10-6 100 0,5 0 53 0,7-5-255 16,6-12 132-16,6-7 8 0,4-3 44 0,6-9-476 15</inkml:trace>
  <inkml:trace contextRef="#ctx1" brushRef="#br1" timeOffset="-91528.17">23665 17577 2668 0,'0'0'0'0,"-5"0"0"0,-1 3 0 0,0 5 0 0,-5 6 0 0,-5 8 0 0,2 6 0 0,-1 7 0 0,2 8 956 0,3 5-649 16,3 3-307-16,7 6 0 0,0-6 0 0,8-3 0 15,16-5 0-15,4-2 0 0,10-9 0 0,11 1 0 16,-1-16 0-16,7-5 0 16,5-6-37-16,3-2-41 0</inkml:trace>
  <inkml:trace contextRef="#ctx1" brushRef="#br1" timeOffset="-90851.69">19557 18291 1790 0,'-10'-5'0'0,"0"1"0"0,3 3 0 0,1-1 0 0,0 0 0 0,2 2 0 0,4 0 0 0,0 0 326 0,0 0-145 0,2 0 163 0,9 4-153 0,7 1-69 0,5-2-48 0,3 2 456 0,9-2-247 0,1-1-193 0,3 0-90 0,7 1 0 0,-5-3 0 0,0 2 0 0,4-2 0 0,-3 2 0 0,2-2 0 0,1 4 0 0,-11-1 0 0,-4 1 0 0,-5 0 0 0,-5 0 0 0,-7-1 0 0,-1-1 0 0,-11-1 0 0,-1-1 0 0,0 0 0 0,-10 0 0 16,0 0 0-16,-1-1 0 0,-1-4 0 0,-1 0 0 0,3 2 0 0,2-1-149 15,0 3-228-15,2 1 161 16</inkml:trace>
  <inkml:trace contextRef="#ctx1" brushRef="#br1" timeOffset="-89715.79">21362 18417 1667 0,'0'0'0'0,"2"-2"0"0,2 2 0 0,9 0 0 0,10 0 0 0,9 0 0 0,14 0 524 0,12 0-243 0,15 0-121 0,16-3 419 0,15-2-261 0,-3-1-145 0,2 2 56 0,3 0-229 0,-4 4 0 0,-7 0 0 0,3 8 0 0,-28 3 0 0,-10 6 0 0,-6-1 0 0,-8-1 0 0,-7-2 0 0,5-2 0 0,-20-10 0 0,-3-1 0 0,-6 0 0 0,-7-1-19 31,-4-7-546-31,-4-2 219 0,0 0 129 0,-7-2-891 0</inkml:trace>
  <inkml:trace contextRef="#ctx1" brushRef="#br1" timeOffset="-58286.7">24739 17473 1522 0,'-7'0'0'0,"3"-2"0"0,-1-3 0 0,5 5 0 0,0 0 0 0,0 0 298 0,11 0-130 0,7 0-65 16,6 0-23-16,6 0 368 0,4 0-205 0,5 0-102 15,1 0 39-15,5 1-71 0,7 1-26 0,-4-2-10 16,-2 2 1-16,-2-2-37 0,-4 0 1 0,-2 0-190 15,-1 0 105-15,-9 0 37 16,-8 0 24-16,-9 0-440 0,1 0 232 0,-9 2 74 0,-1-1 77 0,-2 1-688 31,0 1 347-31,-10 2 174 0,-5 1-338 0</inkml:trace>
  <inkml:trace contextRef="#ctx1" brushRef="#br1" timeOffset="-57884.76">24772 17724 1662 0,'-5'16'0'0,"1"3"0"0,3 5 0 0,1 6 0 0,0-3 0 0,0 1 0 0,0 0 0 0,5 2 668 15,0-4-315-15,2 3-149 0,1-6-88 0,-3-1-160 32,2-4 40-32,1-2 1 0,-1-1-498 0,0 0 278 0,-2-7 126 0,-1-5 67 31,0-1-333-31,-3-2 189 0,1 0 94 0,-2-5-500 0,0-12 276 0,0-2 133 0,0-8 67 0,-6 0-73 15,-1-7 84-15,-2-3 38 0,1 2 55 0,2-1 24 0,1 4-38 0,-1 1 4 16,5 6 354-16,1-4-218 0,0 10-78 0,0 0 504 16,1 4-280-16,12 5-87 0,5-2-82 0,6 3 176 15,4 6-125-15,5 1-59 16,7 2-28-16,4 0 268 0,1 2-149 0,3 3-64 16,-4 2-48-16,-5 0 53 0,0 1-44 0,-5-3-1 15,3 2-111-15,-12-2 28 31,-3 4 1-31,-2-1 37 0,-4 0-17 0,-2 3 18 0,-3 2 9 0,-3 3 28 0,-2-1-38 0,-3 2 0 0,-2 2 1 16,0 3-43-16,-1 2 10 0,0-2-7 0,0 2 9 0,0-1-333 16,-2 2 166-16,-3-4 76 15,-2 4-534-15,0-7 295 0,-1-2 143 0,-1-2-382 0,0-4 263 0,-2-5 130 16,-6 3 57-16</inkml:trace>
  <inkml:trace contextRef="#ctx1" brushRef="#br1" timeOffset="-57731.59">25015 17498 1208 0,'-8'1'0'0,"1"1"0"0,1 6 0 0,0 3 0 0,4 6 0 0,0 2 0 0,2 8 640 0,0 2-302 0,0 7-150 0,0 2-66 16,0-1-46-16,0 1-1 0,0-1 191 0,0 2-404 0,0-4 88 15,0 0 53-15,0-9-627 0,-2-4 321 0,0-3 161 16,1-8 80-16,-3-4-336 0,3-1 184 0</inkml:trace>
  <inkml:trace contextRef="#ctx1" brushRef="#br1" timeOffset="-57615.07">24993 17829 918 0,'1'0'0'0,"-1"-2"0"0,2 2 0 0,1 0 0 0,-2 0 0 0,0 0 487 0,0 0-230 0,4 0-109 16,-1 0-56-16,1 7 119 0,-1-1-87 0,3 2-34 15,-1 0-159-15,-1 1 53 0,3-1 27 0,-2 2-552 16,-1-3 289-16,5-1 154 0,-2-3 63 0</inkml:trace>
  <inkml:trace contextRef="#ctx1" brushRef="#br1" timeOffset="-57445.57">25181 17602 998 0,'0'0'0'0,"0"0"0"0,0 2 0 0,0 2 0 0,0 3 0 0,0 4 0 0,0 3 79 0,-3 8-42 0,-3 3 1 0,0 4-1 0,-3 4 468 0,-1 4-234 0,0 1-107 0,3-6-230 0,0-2 51 0,-1-2 26 0,6-6-561 0,-1-5 293 0,-1-1 157 0</inkml:trace>
  <inkml:trace contextRef="#ctx1" brushRef="#br1" timeOffset="-57332.32">25144 17861 1540 0,'3'0'0'0,"-1"-3"0"0,2 1 0 0,-2 2 0 0,2 0 0 0,1 0 0 0,0 0 0 0,-1 0 0 0,4 0 329 0,0 5-145 0,0-1-74 16,0 3-27-16,1-1-233 0,2 1 94 0,0-2 47 15,-1 1 23-15,2 0-614 0,2-2 321 0</inkml:trace>
  <inkml:trace contextRef="#ctx1" brushRef="#br1" timeOffset="-57198.3">25569 17466 1586 0,'2'-4'0'0,"0"0"0"0,-1 2 0 0,1 0 0 0,-1 0 0 0,3-1 0 0,0 3 0 0,-1 0 426 0,2 0-195 0,-3 3-96 0,4 5-50 0,-1 3-390 16,0 4 180-16,-1 4 76 0</inkml:trace>
  <inkml:trace contextRef="#ctx1" brushRef="#br1" timeOffset="-56706.62">25608 18013 1360 0,'-2'0'0'0,"-2"0"0"0,-2 0 0 0,4 0 0 0,2 0 0 0,0-5 0 0,0-5 214 0,0-5-89 0,8-6-34 0,9-5-10 0,3-8-124 0,2-2 41 0,5-6-1 15,1-1 40-15,3-8-447 0,-3 1 207 0,1-1 103 16,1-1-358-16,-2-3 210 31,-1 6 106-31,1-5-4 0,-11 19 60 16,-2 6 19-16,-6 12 67 0,-3 9 34 0,-5 6-37 0,-1 2-28 31,0 0 31-31,-4 12 272 0,-6 3-173 0,-4 7-69 0,0 0 364 0,-1 2-170 0,3 0-51 0,-1-4-77 0,2 4 93 16,0 0-76-16,3-3-38 0,-3 1 15 0,6-6-10 0,2 0-43 15,2-4 0-15,1 1 5 0,0-4-4 0,0 0 8 32,4-4-9-32,12-5 29 0,3 0-29 0,5-2 0 0,2-8 41 0,4 0 10 0,-1 0-51 0,3 1 0 46,-2-2-149-46,-1 5 75 0,-1 0 37 16,-1 5-263-16,-8 1 131 0,-4 0 72 0,-6 0 21 0,-4 12 24 0,-3 4-15 0,-2 2 0 0,-4 1-14 0,-9 0-493 0,-6-2 250 0,0 3 125 0,-3-3-97 0,1-4 115 16,-2-4 53-16,2-4 27 15,1-3 1-15,4-2 26 0,-2 0-9 0,5 0 298 16,4 0-163-16,2 0-64 0,3-5-30 0,1 0 471 16,-2 2-221-16,5 0-126 0,0 3-5 0,0 0 151 15,0 4-96-15,0 10-66 0,0 5 234 0,0 3-154 16,-4 3-74-16,-4 7-35 15,0 1 81-15,-4 1-59 0,0 4-20 0,0-4-315 0,1-5 138 16,0-2 69-16,2 0 34 0,-1-4-660 0,4-1 328 0,3-14 174 16</inkml:trace>
  <inkml:trace contextRef="#ctx1" brushRef="#br1" timeOffset="-56558.52">25945 17921 1216 0,'3'-2'0'0,"1"0"0"0,1-1 0 0,2 2 0 0,0-1 0 0,1 2 573 0,3 0-267 0,0 0-135 15,3 0 112-15,3 0-128 0,-3 8-59 0,0 0-29 16,2 2-97-16,3 3 43 16,-4-1-9-16,2 0-543 0,-3-3 288 0,-1 0 144 0,1 2 72 0,2-5-652 15,-6 0 348-15</inkml:trace>
  <inkml:trace contextRef="#ctx1" brushRef="#br1" timeOffset="-56379.18">26453 17456 1717 0,'0'0'0'0,"0"2"0"0,0 0 0 0,0 0 0 0,0 7 0 0,-3 3 367 0,-4 6-155 0,-2 1-92 0,-4 8 373 0,1 4-228 0,-2 3-113 0,-2-1-58 0,0 3-268 0,6-6 102 0,1-3 54 0,5-8 28 0,3 0-743 0,1-8 386 0,0-3 201 0,1-8-763 0</inkml:trace>
  <inkml:trace contextRef="#ctx1" brushRef="#br1" timeOffset="-56218.63">26579 17462 1030 0,'19'-15'0'0,"1"0"0"0,1 6 0 0,5-1 0 0,-6 5 0 0,1 3 256 0,-2 2-110 0,1 0-54 0,1 0 246 0,-5 0-155 16,0 2-73-16,-4 5-101 0,-1 1 28 0,-2 3 0 15,0 2 10-15,-8 0-598 47,-1 3 295-47</inkml:trace>
  <inkml:trace contextRef="#ctx1" brushRef="#br1" timeOffset="-55860.96">26592 17748 1297 0,'0'0'0'0,"2"0"0"0,-1 1 0 0,2-1 0 0,0 3 0 0,4-1 0 0,3 3 242 0,0 0-102 0,6 3-52 0,2 1 226 0,0 4-144 0,1 1-67 0,-2 5-2 0,0 0-32 0,-5 3-1 0,1 4-22 0,-6-1-53 47,-6 1-1-47,-1 1 44 0,0-1 1 0,-3-1-162 0,-12 1 90 0,3-8 31 0,-3-2-427 0,0-4 228 0,-1-6 112 0,6-2-18 93,-4-4-420-77,6 0 250-16,4-15 121 0,-2-6-186 0,5-6 154 0,1-2 76 0,0-3 30 0,0 6 84 0,0 2 0 0,0 2 0 0,0 6 0 0,0 2 171 0,0 3-132 0,-1 8-33 0,-7 0 489 0,-3 3-265 0,-4 11-87 0,-3 10-86 0,-3 4 538 0,1 6-279 0,-2 2-139 0,-2 2-17 0,4-1-62 0,-4 0-21 109,9-5-10-109,4-4-213 0,5-7 91 0,6-2 46 0,0-8 0 0</inkml:trace>
  <inkml:trace contextRef="#ctx1" brushRef="#br1" timeOffset="-55625.72">27289 17269 1835 0,'0'-7'0'0,"0"1"0"0,0 3 0 0,2 1 0 0,-2 2 457 47,0 0-210-47,0 7-105 0,0 5-53 0,-6 4 134 0,1 2-99 0,-4 2-43 0,0 3-323 0,0-1 139 0,-2 3 70 0,1 1 43 0,-1-3-753 0,-4 0 361 16,3-1 179-16,-1-1-278 0,-3-3 222 0,1-1 103 47,6-5 64-47,-1-4 57 0,3-4-1 0,0-2-1 0,-1 1-9 0,7-3 125 0,1 0-58 0,0 0-29 0,0-6 427 0,7 0-228 31,6-2-123-31,2-1-47 0,5 2 558 0,-1 1-279 0,3 1-94 0,4-2 71 0,1 3-112 0,-4 1-68 16,-2-1-31-16,1 1-207 0,0 0 89 0,-5 2 44 15,6-1 9-15,-9 2-577 0,-2 0 306 0,-4 0 153 16,-2 0-360-16,-3 3 236 0</inkml:trace>
  <inkml:trace contextRef="#ctx1" brushRef="#br1" timeOffset="-55495.97">27216 17598 1978 0,'-14'1'0'0,"5"2"0"0,1 1 0 0,4-1 0 0,0 3 0 0,3 0 0 0,-1 1 0 0,2-2 0 0,0 2 0 0,2 1 0 0,4 0 0 0,2-1 0 0,3 1 0 0,-2-5 0 0,3 3-1 0,-1-5-506 0,5-1 259 0,-3 0 130 0,5 0 67 0</inkml:trace>
  <inkml:trace contextRef="#ctx1" brushRef="#br1" timeOffset="-55309.7">27431 17592 1124 0,'-7'5'0'0,"-2"-1"0"0,2 3 0 0,-4 0 0 0,0 2 0 0,-5 5 0 0,-5 1 0 0,-3 3 0 0,-1 1 77 0,2 2-41 0,-2-4 1 0,-1 3 377 0,2-2-179 0,7-5-104 0,0-2-47 0,7-3 35 0,2-3-42 0,5-1 1 0,2 1 84 0,1-4-68 0,0-1-28 0,11 2-1 0,0-2 46 0,6 0-37 0,-1 0 9 0,2 0-47 0,-2 0-97 0,2 0 49 0,-2 0 24 31,0 0-350-31,2-2 193 0,-2 1 85 0,-3 0 19 0,-2-2-307 0,-1 2 133 0,-1 1 100 0</inkml:trace>
  <inkml:trace contextRef="#ctx1" brushRef="#br1" timeOffset="-55065.27">27204 17991 1494 0,'-11'7'0'0,"0"3"0"0,-3 0 0 0,8 0 0 0,-6 2 0 0,5-3 0 0,1 1 0 0,0-2 0 0,2 0 217 16,4-2-94-16,0-6-44 0,0 2-51 0,0-2 8 47,1 0-1-47,6 0-32 0,5-2-10 0,3-8 43 0,0 3 1 0,2 0-1 0,2 1 10 0,0 0-10 0,-2 1-86 0,-2 5-87 0,1-3 86 0,-3 1 15 15,2 2-130-15,-6 0 83 32,-1 0 11-32,-1 0 30 0,-2 0-95 0,-2 2 49 0,0 1 18 0,-3 2-210 0,0-1 122 0,0-2 60 15,-7-2 31-15</inkml:trace>
  <inkml:trace contextRef="#ctx1" brushRef="#br1" timeOffset="-54658.37">27552 17517 1747 0,'10'-9'0'0,"3"0"0"0,-1 3 0 0,4 1 0 0,-1 1 0 0,1 1 0 0,-5 3 181 0,3 0-72 0,-1 0-37 78,-1 0 75-78,0 2-56 0,2 5-18 0,-6 2-309 0,-3 1 136 0,1 1 68 0,-3 5 35 0,-3 1-207 0,0 0 112 0,0 3 52 0,-12-1 27 0,-4 1-1 0,-1-1 28 0,2 0 0 0,-3 1-76 0,4-6 6 15,-1 0-24-15,5-5 405 0,1 2-172 0,1-1-88 16,5-6-13-16,0 1 83 0,3 0-33 0,0-3-37 31,8 0 5-31,3 1-142 0,2-3 50 0,3 0 29 0,-2 0 0 0,-2 0-106 0,1 0 68 0,-2 0 43 0,-3 0-273 0,-3 0 134 32,-4 0 24-32,-1 5 49 0,0-4-19 0,-6 3-6 0,-8-2 12 0,-3-1 220 15,0-1-97-15,-3 0-45 0,1 0-5 0,-1 0 258 0,4 0-125 0,1-1-72 16,2-3-6-16,2 2 205 15,1 1-80-15,-1-1-68 0,5 2 266 0,3 2-174 16,0 13-87-16,3 7-43 0,0 11 200 0,0 12-280 16,0 10 0-16,0 10 0 0,0 10 0 0,0 8 0 15,0 9 0-15,-2 15 0 0,-3-11 0 0,0 0 0 32,0-7 0-32,3-9-41 0,2-13-165 0,0-2 123 0</inkml:trace>
  <inkml:trace contextRef="#ctx1" brushRef="#br1" timeOffset="-54228.12">28347 17484 1617 0,'-15'-6'0'0,"0"-3"0"0,-2 6 0 0,5 3 0 0,-2 0 0 0,-1 0 0 0,-3 10 0 0,-3 0 207 0,1 3-89 0,1 3-41 16,-2-2-273-16,0 1 113 0,-1 5 55 0,-3-1-688 15,8-1 343-15</inkml:trace>
  <inkml:trace contextRef="#ctx1" brushRef="#br1" timeOffset="-54091.37">27864 17819 1701 0,'-17'5'0'0,"5"0"0"0,2 3 0 0,8 0 0 0,2-1 0 0,0-1 0 0,10-2 0 0,10 0 217 0,3 0-81 0,11-4-54 0,6 0 528 16,4 0-286-16,7-2-144 0,-1-5 0 0,2 1-156 15,-3-1 13-15,-4 3 0 16,1-3-758-16,-7 1 379 0,-8 2 190 0,4 1-818 0,-16 1 477 0</inkml:trace>
  <inkml:trace contextRef="#ctx1" brushRef="#br1" timeOffset="-53933.41">28079 17657 1432 0,'-7'0'0'0,"1"0"0"0,3 0 0 0,1 5 0 0,2 7 0 0,0 10 0 0,0 6 0 0,4 7 398 0,3 9-181 0,5 8-90 0,-1 7-35 0,-3-5 344 0,-3-2-199 0,1-3-100 0,-3-2-212 0,-1-5 57 0,-1-1 37 0,-1-10-586 0,0-6 302 0,0-6 152 31,-1-4 75-31,-6-3-742 0,0-5 331 0</inkml:trace>
  <inkml:trace contextRef="#ctx1" brushRef="#br1" timeOffset="-53756.55">28050 18023 1206 0,'-10'0'0'0,"-3"1"0"15,0 8 0-15,3 3 0 0,-3 5 0 0,0 2 530 16,-2 7-246-16,-3 3-123 0,-3 4 132 0,2-3-133 0,3-3-61 0,1-1-31 31,1-5-108-31,7-5 39 0,-2-2 9 0,8-11-635 0,1-3 333 0,1 0 165 63</inkml:trace>
  <inkml:trace contextRef="#ctx1" brushRef="#br1" timeOffset="-53651.42">28105 18016 917 0,'1'0'0'0,"3"0"0"0,0 2 0 0,1 0 0 16,0 4 583-16,3 1-263 0,0 0-149 0,2 1-69 0,0 1 351 0,0 1-211 0,1-1-94 15,3 0-62-15,-4-1-165 0,3-2 57 0,0 2 29 0,-2-7-702 0,6-1 375 16</inkml:trace>
  <inkml:trace contextRef="#ctx1" brushRef="#br1" timeOffset="-53270.41">28369 17745 1353 0,'0'-9'0'0,"0"1"0"0,0 4 0 0,0 2 0 0,0 0 0 0,0 0 0 0,0 2 0 0,2 0 654 0,0 0-313 0,5 0-151 15,-1 6-77-15,0 1-11 0,2 0-33 0,-2 0 10 16,0 0-420-16,1-4 190 16,0 3 93-16,-2-1 48 0,-1-2-202 0,3 0 134 0,-3-1 53 0,-1-2-345 15,-3 0 186-15,4 0 14 0,-3 0 71 0,2-2-42 16,-2-4 56-16,-1-6 25 0,3-2-1 0,-2-4 91 15,1-5-33-15,3-2-9 16,0-1 144-16,6 0-84 0,2-2-43 0,1 4 0 16,3 3 344-16,2-1-154 0,-1 10-97 0,1 5 175 15,-2 4-122-15,-1 3-41 0,-3 0-36 0,0 10 244 16,-7 7-146-16,-5 4-67 16,-1 3-34-16,0 0 229 0,-14 3-122 0,-1-3-75 0,-5 1-33 0,-1-3 59 15,-1-1-46-15,-1-3 0 0,-3 1-83 0,4-5-8 16,5-4 24-16,-1-2-58 0,4-4 29 0,2-3 25 109,0-1 9-109,8 0-226 0,3-1 121 0,1-11 36 0,0 0 38 0,8-2-50 0,4 1 38 0,2 4-77 0,3 3-1200 0,-1 1 632 0</inkml:trace>
  <inkml:trace contextRef="#ctx1" brushRef="#br1" timeOffset="-53154.11">28453 17972 2189 0,'-11'2'0'0,"1"1"0"0,0 1 0 0,3 1 0 0,2 1 0 0,1 2 0 0,1-2 411 0,2 3-187 16,-1 0-85-16,2 2 232 0,0-1-168 0,0 4-83 15,0-4-42-15,0 2-170 0,0 2 73 0,0-2 24 16,2-4-805-16,-1 0 418 16,2-2 210-16</inkml:trace>
  <inkml:trace contextRef="#ctx1" brushRef="#br1" timeOffset="-53021.86">28585 18003 2020 0,'0'0'0'0,"0"0"0"0,0 1 0 0,0 3 0 0,0 1 0 0,0 2 0 0,1 0 0 0,7 3 312 0,0 4-128 0,5-3-78 0,-1 3-12 16,3 0-29-16,2-3 0 31,0 0-28-31,2 1-485 0,0-5 238 0,1-5 124 0</inkml:trace>
  <inkml:trace contextRef="#ctx1" brushRef="#br1" timeOffset="-52849.75">28985 17561 2598 0,'-7'0'0'0,"3"0"0"0,1 12 0 0,2 0 0 0,1 5 0 0,0 3-6 46,0 6 0-46,0 0 42 0,-2-1 1 0,-1 4 71 16,-1-5-40-16,1 0 0 0,-1-2-212 0,1-7 91 0,1 1 44 0,1-1 9 0,0-10-738 0,1-2 382 0</inkml:trace>
  <inkml:trace contextRef="#ctx1" brushRef="#br1" timeOffset="-52663.85">29267 17404 1876 0,'6'2'0'0,"5"5"0"0,-2 3 0 16,2 2 0-16,5 2 0 0,-3 3 0 0,4 0 0 0,3 2 0 0,-5 1 330 0,-2-1-148 0,-2 1-72 0,-2 2-131 0,-4-3 29 0,-2 5 8 0,-3-5 21 0,0-4-562 0,-14 2 279 15,-2-3 140-15,-7 0-631 0,-4 3 341 0,-7-8 185 32</inkml:trace>
  <inkml:trace contextRef="#ctx1" brushRef="#br1" timeOffset="-52434.99">29136 17755 1338 0,'0'0'0'0,"0"0"0"0,0 0 0 0,0 0 0 0,0 0 0 0,3 6 0 0,10-1 0 0,3 7 185 0,5 0-79 0,-1 3-35 0,5 4 0 0,0 2-35 16,3 4 0-16,-1 2 170 0,-6 0-149 16,-5 1-21-16,-5-1 0 0,-6 2-147 0,-5 3 83 31,0-10 27-31,-18-1 0 0,-3-3-46 0,-6-3 41 16,-1-4 0-16,-4 1-231 0,6-10 121 0,1-2 12 0,-1 0 48 0,6-1-207 0,3-12 113 0,1-2 48 15,9-2 37-15,3-2-20 0,2 5 25 0,2 1-1 16,0 4 289-1,0 1-142-15,0 2-56 0,0 4-33 0,0 2 178 0,-4 2-86 16,-5 9-58-16,-1 6 445 0,-4-2-229 0,-1 8-74 16,-4-3-68-16,2 2-106 0,-1 0 37 0,0-3 9 15,7-2-8-15,0-7-577 0</inkml:trace>
  <inkml:trace contextRef="#ctx1" brushRef="#br1" timeOffset="-52224.3">29594 18173 0 0,'-17'0'0'0,"9"0"0"0,8 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0" timeString="2023-01-06T00:36:42.28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3-01-06T00:36:47.546"/>
    </inkml:context>
  </inkml:definitions>
  <inkml:trace contextRef="#ctx0" brushRef="#br0">28574 7875 0,'0'0'0,"0"0"0,0 0 0,0 0 0,0 0 15,0 0-15,0 0 16,0 0 15,0 0-31,0 0 0,0 0 63</inkml:trace>
  <inkml:trace contextRef="#ctx0" brushRef="#br0" timeOffset="4231.71">29107 7899 0,'0'0'0,"0"0"15,0 0 1,0 0-16,0 0 15,0 0-15,0 0 16,0 0 0,0 0-16,0 0 15,0 0 1,0 0-16,0 0 16,0 0-1,0 0 32,0 0-47,0 0 0,0 0 0</inkml:trace>
  <inkml:trace contextRef="#ctx0" brushRef="#br0" timeOffset="4496.93">29107 7899 0,'0'0'0,"0"0"0,0 0 0,0 0 0,0 0 0,0 0 0,0 0 0,0 0 16,0 0 0,0 0-16,0 0 15,0 0 1,0 0 0,0 0-16,-260-111 0,235 111 15,1 0 16,-14-24-31,26-1 0,0-25 16,12 13-16</inkml:trace>
  <inkml:trace contextRef="#ctx1" brushRef="#br0">19293 1763 605 0,'0'0'0'0,"-5"0"0"0,2 0 0 16,0-3 0-16,0 1 0 0,1-1 0 0,1-1 94 0,-1 1-28 0,2-1 0 0,-1 1-18 0,1 0 124 15,0-1-66-15,0 1-35 16,0-2 1-16,0 0 83 0,1-2-48 0,2 1-40 16,2 0 105-16,1-3-66 0,3 1-35 0,1 0 94 15,-1-2-55-15,2 2-40 16,0 2 0-16,0-2 21 0,3 5-26 0,0-3 0 15,3 2-17-15,-3 2 81 0,5 2-46 0,-1 0 1 0,1 2-45 0,3 8 53 16,3 2-18-16,-3 3-8 0,0 3-18 0,-2 2-10 16,-3 1 1-16,-1 3-2 15,-4 4 11-15,-6 1-9 0,-4 0-1 0,-2 4 0 16,-9 3 1-16,-9-1-1 0,-7 8 10 0,-4-7 119 16,-4-2-82-16,-1-2-85 0,-1-3 0 0,2-5 0 15,-3 3 0-15,6-13 0 0,4-4 0 0,2-5 0 16,4-5 0-16,4 0 0 0,1 0 0 0,8-8 0 15,6-4 0-15,1-4-419 0,0-4 140 0,0 1 129 16,11 0 28-16,4-2-215 16,2 3 149-16,4 1 75 0,-2 1 36 0,5-5-510 15,-3 8 278-15,3 0 136 0</inkml:trace>
  <inkml:trace contextRef="#ctx1" brushRef="#br0" timeOffset="324.18">19875 1677 859 0,'4'-11'0'0,"-3"-1"0"0,1 2 0 0,1-4 0 0,-1 3 0 0,-1 2 0 0,-1-3 0 0,0 2 197 0,0 0-80 0,0 1 209 15,-8 2-150-15,-1 1-70 0,-7 3-35 0,1 3 209 16,-6 0-121-16,-2 2-52 0,-3 13-40 0,-2 6 243 15,-3 3-136-15,3 8-68 0,2 1-34 0,-2 6 122 16,10-2-82-16,1-1-38 0,12 0 235 0,2 0-194 16,3-4-115-16,2 4 0 15,16-9 0-15,7-3 0 0,6-1 0 0,3-3 0 16,4 2 0-16,-5-10 0 0,4-2 0 0,-1 1-60 16,-4-3-167-16,-2 0 133 0,3 4 40 0,-10-8-434 15,-2-3 229-15,-1-1 81 0,-2 0-414 0,0 0 277 16,0-3 129-16,-5-7-372 15</inkml:trace>
  <inkml:trace contextRef="#ctx1" brushRef="#br0" timeOffset="494.37">20086 1721 2579 0,'-9'0'0'0,"1"0"0"0,3-2 0 0,0 2 0 0,5-2 0 0,0 2 0 15,0 0 0-15,8 0 0 0,9 0 0 0,1 0 0 0,3 0 366 0,4 0-164 0,-1 0-82 0,2 0-131 0,-1 0 25 16,3 0 9-16,-3 0 15 0,-2 0-1 0,0 0 1 16,-3 0 0-16,0 0-1389 15</inkml:trace>
  <inkml:trace contextRef="#ctx1" brushRef="#br0" timeOffset="684.74">20152 1909 2304 0,'-16'4'0'0,"7"0"0"0,2 0 0 0,4 2 0 0,3-3 0 0,0 1 0 0,5-1 0 0,11-1 0 0,5 0 331 0,4-2-147 0,3 0-74 0,-1 0-35 0,1 0 8 0,0 0-45 0,-5 0-194 47,1 0 97-47,-4 0 49 0,3 1 23 0,-1-1-706 0,-5 0 360 0</inkml:trace>
  <inkml:trace contextRef="#ctx1" brushRef="#br0" timeOffset="1124.76">19123 2010 696 0,'-13'-12'0'0,"-2"-1"0"0,4 6 0 0,-4 2 0 0,-1 3 0 0,-4 2 0 0,-4 0 444 0,-3 11-193 0,4 7-112 16,-3 3 185-16,1 4-142 0,0 2-73 0,3 2-35 16,-1 4 54-16,7-6-50 0,4-1 0 0,3 3-53 15,6-4 13-15,3-3 0 0,0 5 10 0,8-11-10 16,8 1 0-16,6-5 0 0,1-2-1 0,1 1-82 15,4 0 51-15,-5-2-9 0,1-2 90 0,-8 3-24 16,3 0-25-16,-4 4-5 0,0 3 161 0,-7 0-82 16,-3 3-38-16,-2 4 1 0,0 1-37 15,-3 2 0 1,0 7 9-16,0-2 324 0,-6 5-371 0,-1-2 0 0,1 0 0 0,1 3 0 16,2 4 0-16,3-7 0 0,0-1 0 0,0 1 0 31,0 1 0-31,3 3 0 0,5 2 0 15,0-3 0-15,1 1 0 0,-1 2 0 0,-2 1 0 0,-2 1 0 0,-1 5 0 0,-3-8 0 0,0-2 0 0,0-1 0 16,0-1 0-16,-3-3-283 16,-1 4 48-16,3-13 103 0,1-3-233 0,0-4 164 15,1-8 81-15,11 2 32 0</inkml:trace>
  <inkml:trace contextRef="#ctx1" brushRef="#br0" timeOffset="1668.73">20700 1621 1211 0,'0'-8'0'0,"-2"3"0"0,-1-1 0 0,3 5 0 0,-2 1 0 0,2 0 0 0,0 0 381 0,0 11-172 16,2 4-86-16,3 7-43 0,1 6 9 0,2 2-52 16,-1 1 0-16,1 4 22 0,-1 0-23 0</inkml:trace>
  <inkml:trace contextRef="#ctx1" brushRef="#br0" timeOffset="1702.79">20742 1845 2299 0,'9'41'46'0,"-3"-6"-121"0,-1 0 56 0,0-2 28 0,-2-3-67 0,-1-3 48 0,-1-1 32 0,1-9-9 0,-2-5 153 0,0-8-86 0,0-3-27 0,0-1 149 0,-6 0-80 0,1-11-52 0,0-9 0 0,3-7 189 0,1-2-110 0,1-5-57 0,0-4-18 0,0 1 19 0,5 2-28 0,4-2 0 0,5 1-72 0,2 3 44 0,2-5 9 0,0 9-10 0,5 0-153 0,-1 5 77 0,4 2 39 0,-1 7-428 0,2-2 231 0,-4 10 74 0,0 3 65 0,1 4-333 0,-4 0 180 0,5 0 66 0,-8 11 60 0</inkml:trace>
  <inkml:trace contextRef="#ctx1" brushRef="#br0" timeOffset="2542.66">21456 1731 1588 0,'0'-12'0'0,"-2"3"0"0,-1 0 0 0,0-5 0 0,-2 3 0 0,2-2 0 0,2 3 0 0,-3-1 0 0,3-1 0 0,-2 0 188 16,1 2-80-16,-1 3-36 0,-2 0 14 0,-1 1-25 0,0 4 1 0,-6 0 11 47,2 2-9-47,-7 7-27 0,-3 12-1 0,-2 3 79 0,-3 6-39 0,0 5 9 0,3 2-49 0,3 3 77 0,4-2-38 0,2 2-1 0,6-2 126 0,1 3-73 15,6-8-50-15,0-6 1 0,9-1-73 0,10-6 32 16,1-5-1-16,9-2-143 16,0-9 66-16,3-2 40 0,-1 0-1 0,1-9 38 15,3-7 9-15,-5-2-9 0,-2-2 1 0,-2-1-543 0,-1-2 206 0,-3-2 141 16,2-1-51-16,-9 4 91 16,-2 3 42-16,-5 2-1 0,-5 4 137 0,-1 2-48 0,1 1-33 0,-3 7 10 15,-3 1-24-15,-7 2-1 0,-3 0 1 0,-3 13 606 16,2 1-256-16,1 3-153 0,1 2-26 0,5 1 33 15,2-1-65-15,1 1-34 0,1 1-58 0,3-6-9 16,0 2 34-16,9-3 10 0,1-2-198 16,7-2 94-16,1 0 57 0,2-8-253 15,1-2 135-15,4 0 34 0,-1-1 44 0,1-7-169 16,2-7 64-16,-7 0 40 0,0-3 35 0,-1 0-24 16,-4-4 29-16,-1 3 1 0,-1-5 49 0,-7 5-21 15,-3-2 1-15,-3 2 66 0,0-3-34 16,0 3 1-16,-9-2-43 0,-4 6 190 0,-5 3-88 0,-1 5-26 15,-1 0-28-15,-2 4 272 16,-3 2-134-16,2 1-42 0,1 0-42 0,2 0 165 16,5 6-93-16,0 1-45 0,2-2 33 0,5 1-44 15,3 0 0-15,5 1-36 0,0-2-62 0,5 1 39 16,9-3-8-16,5 0-133 31,5-3 81-31,4 0 42 0,2 0 0 0,1 0-329 0,3-3 169 0,-1-5 52 0,2-2 54 0,-1-2-227 0,1 2 125 0,3-5 53 16,-10 3 56-16,-4 3 16 15,-2-1 0-15,-6 3 0 0,-8 2 97 0,2 0-57 0,-8 3-16 0,-2 2 286 16,-2 0-156-16,-11 0-59 0,-3 9-45 16,-4 2 464-16,0 2-231 0,1-1-72 15,0 1-69-15,2 1 99 0,5-2-85 0,0 1-32 16,6-2-81-16,2-3 1 0,4 4-2 0,0-3-6 16,0-1 0-16,9 2 0 0,5-3 0 0,5-2-230 31,0 0 127-31,4-1 59 0,0 1 37 0,-1 1-268 0,3-2 134 0,-6 1 14 15,-1 0 50-15,-4-1 10 0,0 6 1 0,-3-3 20 16,-8 4 106-16,-3-2-48 0,0 3-24 0,-3 1 119 0,-9 0-71 16,-5 2-31-16,-2-3 7 0,-1-1 21 15,-2 0-24-15,-1 1 15 0,2-2-1 0,-3-1 2 16,5-2 1-16,6-2 11 0,-1-2 1 0,4-1-791 16,6-2 358-16,-1 0 170 0,5 0-450 0,0-5 319 15</inkml:trace>
  <inkml:trace contextRef="#ctx1" brushRef="#br0" timeOffset="2910.3">22306 1736 2186 0,'0'-2'0'0,"0"-1"0"0,0 0 0 0,0 0 0 0,0-1 0 0,0 2 0 0,0 2 0 0,-3 0 0 0,-3 0 0 0,-2 7 0 0,2 8 0 0,-2 4 406 0,2 3-175 0,0 5-103 0,1-1 58 0,4 6-75 0,1-1-38 0,0-2-67 0,0 3 39 0,6-3-9 0,8-3 0 0,2-1-116 0,4-4 58 0,3-4 29 0,3-2 9 0,2-11-27 0,2-4 24 0,2 0 0 0,1-9-1 0,0-11-198 0,3-3 68 0,-8-5 59 16,-4 0-189-16,-1-4 113 0,-4 0 32 0,-5-1-26 16,-2-6 37-16,-9 8 33 0,-3-4 0 0,0-2 24 15,-17 2-2-15,-3-1 1 0,-7 0-9 0,-4 9 45 16,-4 10 1-16,-1 3-37 0,-4 7 0 0,-2 3 246 15,5 4-99-15,1 5-69 0,5 8 449 0,8 6-237 16,1 1-82-16,5 3 304 16,12 0-281-16,5 2-195 0,0-1 0 0,1 0 0 15,12 2 0-15,1-1 0 0,5-4 0 0,0-2 0 16,2-1 0-16,1-1 0 0,3-3 0 0,3 3-92 16,-3-9-78-16,1-1 103 0</inkml:trace>
  <inkml:trace contextRef="#ctx1" brushRef="#br0" timeOffset="3476.64">19522 2959 962 0,'0'9'0'0,"0"3"0"0,2-1 0 0,-1 0 0 0,4-1 0 0,2 2 470 0,0-1-217 0,1 6-98 15,1-3-64-15,2 1-26 0,0 0 1 0,0-1-29 16,1-1-242-16,1 3 130 15,-3-3 51-15,0-3-212 0,-1-1 126 0,0-2 63 16,-2-4 31-16,1-1-504 0,-2-2 247 0</inkml:trace>
  <inkml:trace contextRef="#ctx1" brushRef="#br0" timeOffset="3732.23">19819 2784 1353 0,'0'-9'0'0,"2"1"0"15,0 3 0-15,-2 3 0 0,1 2 0 0,0 0 0 0,0 9 0 0,2 10 0 0,-1 6 0 0,-2 11 528 0,0 5-245 0</inkml:trace>
  <inkml:trace contextRef="#ctx1" brushRef="#br0" timeOffset="3772.77">19831 2939 2323 0,'0'57'400'0,"-8"6"-172"0,-3 0-101 0,-2 6 23 0,-1 2-57 0,-4 2-28 0,3-5 0 0,-2 6-52 0,5-17 23 0,-2-6 1 16,3-6 0-16,1-5-273 0,1-7 136 0,2-2 78 0,7-16-170 0,-2-8-164 0,2-4 117 0,0-3 119 0,0 0-553 0,0-3 309 0,2-15 169 0</inkml:trace>
  <inkml:trace contextRef="#ctx1" brushRef="#br0" timeOffset="3827.62">20033 3098 1894 0,'13'-11'0'0,"2"4"0"0,5-2 0 0,-2 4 0 0,2 2 0 0,0 2 0 0,2-2 0 0,1 1 364 0,2 1-155 0,-7 1-90 0,2 0-24 0,0 0-29 0,-2 0 0 0,-2 3-29 0,1 4-564 0,-5-1 277 0,-2 4 144 0,-4 2-774 15</inkml:trace>
  <inkml:trace contextRef="#ctx1" brushRef="#br0" timeOffset="3984.39">20087 3323 1005 0,'-10'0'0'0,"0"3"0"0,2-2 0 0,2 1 0 0,6 2 541 0,0-2-252 0,2-2-126 0,10 3-64 0,10-3 418 16,3 0-232-16,4 0-128 0,3-3-49 15,0-1-35-15,0-1-1 0,0-1-35 0,2 0-477 0,-4 1 233 16,1 0 122-16,1 0-725 16,-3 1 411-16</inkml:trace>
  <inkml:trace contextRef="#ctx1" brushRef="#br0" timeOffset="4282.79">20717 2939 1777 0,'9'0'0'0,"-4"0"0"0,3 0 0 0,-1 0 0 0,3 7 0 0,-2 3 0 0,3 7 0 0,-2 2 277 0,2 4-120 0,-2 7-61 0,2 2 100 0,-4 1-81 0,0 9-30 16,-2-6-9-16,-3 0-190 0,-2-2 75 0,0-3 37 16,0 0 0-16,0-4-89 15,-7-10 58-15,-1-2 35 16,2-9 12-16,-1-3 22 0,-1-3 0 0,1 0-43 0,3-3 83 0,-1-13-67 15,3-3-3-15,2-8 126 0,0 1-58 0,0-4-18 16,2 0-3-16,9 0-7 0,0 1-15 0,3-1 23 16,0-1-18-16,6-4-79 0,-1 8 36 0,0 0-1 15,2 3-321-15,3 0 164 0,2 4 88 0,1-1 21 16,-3 11-262-16,3 3 114 0,0 6 87 0,-1 1-565 16</inkml:trace>
  <inkml:trace contextRef="#ctx1" brushRef="#br0" timeOffset="4608.97">21427 3024 1087 0,'0'-6'0'0,"-1"-3"0"0,-2 2 0 0,0-1 0 0,-5-1 0 0,3 1 0 0,-1-1 139 16,-2-2-42-16,-2 4-36 0,0 1 200 0,-1 1-113 15,-4 3-56-15,0-1 24 0,-3 3-32 0,0 0-8 16,0 5-40-16,-1 6 117 0,4 2-58 15,2 4-29-15,1 0 8 0,7 0 54 0,3-1-46 16,2 0-24-16,0 1-73 0,7-3 25 16,4 5 9-16,3-5 16 0,4 1-170 0,1-1 86 15,0-1 42-15,0 4-209 0,1-1 108 0,-3-1 58 16,-5-1 32-16,-2 3-86 31,2-3 48-31,-7 3-12 0,-3 1-30 0,-2-2 105 0,0 0-17 0,-2-1-26 0,-15-1 238 0,3 0-113 16,-9 0-56-16,2-6 67 0,-3-1-43 0,1-4-29 15,-2-3 7-15,1 0-328 32,5 0 154-32,5-2 70 0,3-6 44 0,2-6-269 0,6 1 131 0,3-4 68 0</inkml:trace>
  <inkml:trace contextRef="#ctx1" brushRef="#br0" timeOffset="4806.88">21579 3107 1720 0,'8'3'0'0,"1"1"0"0,-2 0 0 0,1 1 0 0,-3 2 0 0,2 2 0 0,-4 0 0 0,4 5 345 94,-4-1-158-94,-1 0-77 0,-1 1 318 0,1 3-196 0,-2-2-99 0,0 4-39 0,0-2-34 0,0-2 0 0,0-3-24 0,0 0-772 0,0 0 386 0,0-2 202 0,0-6 87 0,0-1-283 0,0-3 133 0,-2 0 114 0,2-3-560 0</inkml:trace>
  <inkml:trace contextRef="#ctx1" brushRef="#br0" timeOffset="5511.98">21654 2810 1444 0,'0'3'0'16,"0"-3"0"-16,0 5 0 0,0 2 0 0,1 0 0 0,2 8 0 0,3 1 0 0,1 9 193 0,-1 1-78 0,0 6-40 0,3 4-2 0,-1 3-28 0,-1-1-9 16,-3-1-1-16,-1-3-111 0,1 0 55 0,-3-5 29 15,-1 7-331-15,0-13 172 0,0-2 90 0,-1-2 45 16,-4-5-249-16,0-4 131 0,0 0 1 0,2-9 94 15,0-1 3-15,1 0 1 16,2-1-1-16,0-9 265 0,0-3-141 0,2-2-57 16,3-1-34-16,3-3 277 0,1 0-136 0,3 2-68 15,-2-7 96-15,4 9-46 0,-3-1-43 0,1 0 1 16,1 4 45-16,-3 1-43 31,4-2 8-31,-4 10 90 0,-1 1-72 0,2 1-34 0,-3 1-1 0,0 5 152 0,1 8-85 0,-2 7-55 0,-2 7-24 0,0 1 33 16,0 4-28-16,-1 1 1 0,4 1-67 0,-2-4 14 15,0-1 1-15,3-5 23 16,0-5-305-16,3-1 153 0,1-7 84 0,-1-5-393 16,1-6 212-16,1 0 59 0,-1-8 69 0,2-8-271 15,1-6 152-15,-4-2 88 0,-1-4 40 0,0-1-115 16,-1-2 77-16,3-6 31 0,-6 4 1 0,5-3 23 16,-4 1 0-16,1-1 23 0,0 5 47 0,1-1-33 15,-6 13 9-15,-1 8 313 0,-1 4-168 0,-1 6-83 16,-1 1-43-16,0 0 468 31,0 15-232-31,0 5-59 0,0 4-75 0,-1 2 233 0,-1 2-153 0,2 7-66 0,0-2 86 0,0-2-86 16,0 2-43-16,0 0 0 0,0 1-2 0,4 0 9 15,8-7-50-15,-1-1-12 0,2-3 12 0,5-3 0 16,2-5 0-16,4-1-142 0,-1-11 67 0,4-3 37 16,-2 0 0-16,4-9-249 15,0-11 137-15,3-3 32 0,-8 0-303 0,0-4 155 0,-2-1 99 0,0-4-112 16,-6-2 104-16,4-7 42 15,-10 7 36-15,1-7-58 0,-4 0 42 0,-5-3 0 16,-1-2 42-16,2-5-47 0,-3 12 10 0,-3 1 36 16,-7 5 0-16,-5 5 83 0,-2 5-42 0,-3-2-9 15,-4 12 241-15,-1 4-137 0,-4 4-68 0,-2 1-16 16,-4 4 232-16,-8 0-99 0,3 0-71 0,-3 9 34 16,1 8-41-16,2 2 1 0,7 1 1 0,-1 4 68 15,19-2-58-15,3 4-23 31,7-2 0-31,5 4-24 0,0 3 8 0,7-6-8 0,11 0 208 0,7-3-105 0,3 2-51 0,5-6-95 16,7 4 8-16,2-11 35 0,2-4-1 0,-1-2-111 16,3-2 55-16,-5-3 29 15,7 0 8-15,-12 0-469 0,-2-8 191 0,-7-3 131 16,-1-2-1-16,-6 1 56 0</inkml:trace>
  <inkml:trace contextRef="#ctx1" brushRef="#br0" timeOffset="15282.9">23997 2006 1516 0,'-16'-17'0'0,"-1"2"0"16,10 9 0-16,-1 1 0 0,7 4 0 0,1-2 0 0,0 3 0 0,0 0 398 0,12 0-185 0,8 0-87 15,1 7-43-15,6 3 62 0,0 3-53 0,1 4-17 16,0 1-10-16,-3 1-57 0,-3 1 0 0,1 2 31 16,-4 2 19-16,-2 2-10 0,-3-1-9 0,-5-1 108 15,-6 2-54-15,-1 0-27 0,-2 2 9 0,-5-4 18 16,-11-3-27-16,-4-3-1 94,-2-3-26-94,-3-2-26 0,-3-2 10 0,5-7 16 0,-3-2 0 0,5-2 0 0,-1 0-1 0,4-2-93 0,0-5-432 0,8-5 251 0,3-4 97 0,7 0-566 0,0-2 333 0,3-3 167 0,15-3 73 0,8 0-410 0,4-3 252 0</inkml:trace>
  <inkml:trace contextRef="#ctx1" brushRef="#br0" timeOffset="15443.42">24424 1923 1894 0,'2'-9'0'15,"-1"2"0"-15,2 3 0 0,-3 0 0 0,0 3 0 0,0 1 0 0,-5 3 0 0,-7 13 0 0,-1 4 610 0,-5 6-276 0,2 1-152 0,-2 5 111 0,2 1-127 0,4 1-64 0,2 0-31 0,2 0 148 0,7-4-159 16,1-2-60-16,1-1 0 0,17-7 0 0,5 1 0 16,4-3 0-16,3-8-212 0,5-2 53 0,-1-5 98 15,1-1 50-15,0-2-724 16,5 0 354-16,-8 0 126 0,-1-5 107 0,-1-7-528 0</inkml:trace>
  <inkml:trace contextRef="#ctx1" brushRef="#br0" timeOffset="15615.64">24716 1941 1502 0,'-9'0'0'0,"-1"-2"0"0,4 0 0 0,1 0 0 0,2 1 0 0,3 1 0 0,0 0 631 16,6 0-297-16,9 0-148 47,3 0-73-47,3-2 258 0,1 2-171 0,0 0-81 0,-1 0-40 0,2 0-411 0,0 0 185 0,2 0 102 0,-6 0-775 0,1 0 429 0,-4 2 214 0</inkml:trace>
  <inkml:trace contextRef="#ctx1" brushRef="#br0" timeOffset="15783.17">24743 2114 842 0,'-20'4'0'0,"3"-1"0"0,4 2 0 0,1 2 0 0,8-3 0 0,4-2 604 0,0 3-283 0,2-1-142 0,12-1-70 0,6 1 527 0,4-4-304 0,1 5-147 0,2-4-73 0,-1 0 25 15,6 1-40-15,-6 1-35 0,0-3-601 0,-2 3 289 16,-1-1 144-16,2 2-283 16,0-1 224-16,-5-1 96 0,-1 1 54 0</inkml:trace>
  <inkml:trace contextRef="#ctx1" brushRef="#br0" timeOffset="16771.68">25203 1962 1038 0,'-9'-15'0'0,"4"3"0"0,2 4 0 0,1 2 0 0,2 3 0 0,0 2 0 0,9 1 0 0,4 0 358 0,4 6-160 0,3 5-70 0,-2 2 84 0,0 3-87 0,-2 3-43 0,1 1-27 0,-4 0-17 0,0 6 9 0,-6-4-9 0,-2 4-24 0,-4 1-1 0,-1 0 25 0,0 0 0 0,-9 5 37 16,-8-6-10-16,-2 0-27 31,-5-2 0-31,-2-2-32 0,-1-4 32 0,0 0 9 0,3-10-222 0,1-2 100 0,5-6 40 0,4 0 29 16,4-2-440-16,3-10 204 0,7-7 98 0,5-5-211 15,15-6 159-15,8-1 79 0,3-5 40 0,5 0-301 16,-1 0 175-16</inkml:trace>
  <inkml:trace contextRef="#ctx1" brushRef="#br0" timeOffset="16919.28">25437 1982 1731 0,'9'-16'0'0,"2"5"0"0,-7 2 0 0,-1 2 0 0,-3 5 0 0,0 0 0 0,0 2 0 0,-7 6 0 0,-8 8 319 0,2 7-141 0,-3 5-70 0,2 2 233 0,-2 2-156 0,6-1-74 16,0 0-37-16,1 1 341 16,5-2-188-16,-1 4-86 0,5-8-82 0,0 0-21 15,9 0-34-15,10-4-4 0,6-3-363 0,6 0 174 16,1-9 109-16,4-5-601 0,3-3 313 0,1 0 190 16,3-2-17-16,-8-10-222 0,0-5 190 0,-3-4 94 15</inkml:trace>
  <inkml:trace contextRef="#ctx1" brushRef="#br0" timeOffset="17117.33">25777 1819 1718 0,'-12'-2'0'0,"-4"1"0"0,6 1 0 0,-1 0 0 0,-1 10 0 0,1 5 0 0,-1 8 0 0,2 4 328 0,1 5-150 0,5 4-70 0,1 5 242 15,3 2-156-15,0 1-78 0,3 2-30 0,12-9-55 16,3-4 7-16,3-3 0 0,3-4-1 0,5-8-171 15,2 3 96-15,0-12 32 16,-2-4-462-16,3-1 253 0,-1-4 126 0,-3 0-573 0,6-2 261 0,-8-11 187 16,-2-5 87-16</inkml:trace>
  <inkml:trace contextRef="#ctx1" brushRef="#br0" timeOffset="17426.43">26033 1809 2441 0,'-9'0'0'0,"0"0"0"0,4 0 0 0,0 5 0 0,1 4 0 0,4 0 0 0,0 6 0 0,0 2 0 0,9 5 0 0,1 5 0 0,3 2 0 0,2 5 249 0,-3 0-105 0,0 2-54 0,0-1-207 0,-1 0 77 0,-1 4 49 16,-4-10-10-16,-2-1-164 93,-1-5 101-93,-2-2 51 0,-1-7 25 0,0 0-64 0,0-10 35 0,0-1 0 0,-8-3-38 0,1-3 27 0,-2-9-73 0,1-5 363 0,3-3-133 0,2-6-60 0,-1 1-35 0,4-2 48 0,0-1-32 0,0-3 19 0,1 2-8 16,8 2-119-16,1 0 45 0,3-2 18 0,3 4 31 0,-2-5-240 0,-1 8 109 0,4 2 38 0,-1 0-139 0,0 5 68 0,1 2 57 0,-1 2-384 16,-3 4 213-16,-1 6 102 0,-2-2 51 15,0 3-360-15,-4 0 205 0</inkml:trace>
  <inkml:trace contextRef="#ctx1" brushRef="#br0" timeOffset="18118.48">26337 2155 739 0,'0'0'0'0,"0"0"0"0,0 0 0 0,0 0 0 0,0 0 478 16,0 0-226-16,2 0-106 0,-1 2-55 0,0 2 288 31,0 2-171-31,1-1-75 0,2 4-52 0,-2 1 38 0,-1 0-40 0,1 2-1 0,-2 3-71 0,0 1-10 0,0 2 41 0,-2 1-174 15,-5 1 87-15,-1 0 44 16,-4 0 9-16,3-4-349 0,-4 1 190 0,3-5 96 16,-1-2-28-16,1-4-506 0,0-2 261 0,4-4 152 15</inkml:trace>
  <inkml:trace contextRef="#ctx1" brushRef="#br0" timeOffset="18448.16">26554 1978 2037 0,'-3'10'0'0,"-3"2"0"0,1 5 0 0,-2 5 0 0,1 1 0 0,0 4 0 0,-2 5 0 0,2 2 367 0,3 2-164 0,2 0-74 0,1-7 248 15,0-4-169-15,4-4-86 0,10-4-42 0,1-5-111 16,5-2 43-16,3-10-8 0,-1 0 33 0,3-2-259 16,-1-15 130-16,1-3 65 0,3-2-110 0,-7-5 82 31,-3-3 47-31,-2 1-269 0,-2-3 140 0,-4 1-13 0,-1-5 54 0,-8 4-33 0,-1 1 46 0,0-1-1 109,-7-2 46-109,-1 0 23 0,-6 8 8 0,-5 3-30 0,-3 4-1 0,-1 7 227 0,-2 5-113 0,-3 2-56 0,1 5-22 0,3 3 20 0,1 9 0 0,5 6 600 0,3 0-292 0,0 1-129 0,8 1-84 0,4 0 0 0,3 1-37 0,0-4-1 0,7 1-37 16,4 0-268-16,2-5 128 0,4-2 71 0,0 1-623 0,-1-5 316 0,5-1 174 0,1-1 30 0,-5-3-627 0,3-2 362 0,-1 0 180 0</inkml:trace>
  <inkml:trace contextRef="#ctx1" brushRef="#br0" timeOffset="18618.66">26805 1810 1585 0,'-1'-13'0'0,"-2"0"0"0,0 5 0 0,3 1 0 0,-1 1 0 0,1 3 0 0,0 1 207 0,1 2-74 46,6 0-53-46,8 5 560 0,-1 9-301 0,1 6-151 0,3 6-75 0,1 3 367 0,-6 3-314 0,3 7-166 0,-6 4 0 0,-2 7 0 0,-7 1 0 0,0 8 0 16,-1-6 0-16,-5 3 0 0,-11 2 0 0,-4-3-349 16,-5 1 166-16,-5 6 120 0,2-18 46 0</inkml:trace>
  <inkml:trace contextRef="#ctx1" brushRef="#br0" timeOffset="19303.04">24223 2895 1254 0,'0'5'0'0,"0"0"0"0,0 4 0 0,0-1 0 0,0 4 0 0,5 3 0 0,2 1 0 0,4 3 148 16,0-1-55-16,3 1-26 0,0 3 0 0,2-2-28 0,-2 4 9 0,-1-4-185 16,2-2 88-16,-2 2 44 0,-1-3-1 0,0-1-437 15,1-1 225-15</inkml:trace>
  <inkml:trace contextRef="#ctx1" brushRef="#br0" timeOffset="19594.59">24564 2839 1195 0,'0'-2'0'0,"-2"-1"0"0,-1 1 0 0,0 2 0 0,-1 0 0 0,0 2 0 0,-2 13 390 0,0 6-165 0,0 9-98 0,-3 8-44 0,-1 8 198 0,0 8-120 0,0 8-61 0,-4 13-21 0,5-6-9 0,-1-1-30 0,-1-1 39 0,5-4-151 0,-2 4 66 0,1-19 18 0,1-3-100 0,-1-6 62 0,-1-3 32 16,0-5 0-16,-2-1-216 0,3-14 116 0,1-5-4 16,-1-5 53-16,3-3-342 0,0-3 177 0,1 0 59 15,1-3-218-15,2-14 164 0,0-3 83 0</inkml:trace>
  <inkml:trace contextRef="#ctx1" brushRef="#br0" timeOffset="19733.23">24752 3178 1315 0,'5'0'0'0,"0"0"0"0,1 0 0 0,2 0 0 0,-1 0 0 0,0 0 0 0,4 0 0 0,-2 0 64 0,4 0 0 0,-1 0-15 0,1 0-11 0,2 1 0 0,-2 1 0 0,2 0 0 16,-3 0 0-16,4 4 10 0,-5-1-10 0</inkml:trace>
  <inkml:trace contextRef="#ctx1" brushRef="#br0" timeOffset="19894.18">24720 3410 1311 0,'-11'0'0'0,"3"3"0"0,-2 0 0 0,6-3 0 0,3 2 0 0,1-2 0 0,0 0 0 0,11 0 271 0,6 0-106 0,9 0-68 0,4-2 42 0,1-4-50 16,3-2-25-16,-2 1-482 0,6 3 239 0,-5-2 103 31,-2 1 58-31,-1 0-581 0</inkml:trace>
  <inkml:trace contextRef="#ctx1" brushRef="#br0" timeOffset="20163.2">25287 3072 1444 0,'0'0'0'0,"0"0"0"0,0 0 0 0,0 0 0 0,0 0 0 0,4 4 0 0,3 0 279 0,3 0-121 0,0 3-60 0,6 0 143 16,-3 4-101-16,4 1-43 0,0-2-34 0,1 4-218 15,-2 0 96-15,1 0 57 0,-3 1 15 0,1-1-434 16,-3-2 225-16,-4 0 116 16,4-4-210-16,-7 0 47 0,2-4 115 0</inkml:trace>
  <inkml:trace contextRef="#ctx1" brushRef="#br0" timeOffset="20368.43">25573 2957 1287 0,'-2'-1'0'0,"0"0"0"0,-1 1 0 0,0 0 0 0,1 0 0 0,-2 1 0 0,2 11 0 0,0 7 580 16,-1 3-272-16,0 8-136 0,-4 7-67 0,2 8 319 0,-3 4-198 0,-2 7-95 46,-3 6 46-46,0 2-70 0,-4 2-35 0,1 7-83 0,0-13 20 0,4-4 0 0,0-4 28 0,4-8-506 0,1-5 253 0,3-1 135 16,3-16 55-16,1-7-639 0,0-4 327 0,0-5 89 16,1-6 97-16,3 0-351 0,3-6 233 0</inkml:trace>
  <inkml:trace contextRef="#ctx1" brushRef="#br0" timeOffset="20682.93">25785 3128 2243 0,'-10'-5'0'0,"1"3"0"0,-2 2 0 0,1 0 0 0,1 7 0 0,-3 11 0 0,-2 7 0 0,5 4 0 0,-3 5 0 0,4 0 555 0,5 2-259 0,3 4-129 0,0 0 58 0,3-2-93 0,9 3-39 0,5-11-269 0,5-1 106 0,1-5 54 16,2-2 26-16,0-6-259 0,6-1 152 0,-4-8 62 0,0-6 36 0,-2-1-640 125,-2 0 221-125,0-5 195 0,3-9 53 0,-8-4-403 0</inkml:trace>
  <inkml:trace contextRef="#ctx1" brushRef="#br0" timeOffset="20872.2">26017 3116 1606 0,'0'0'0'0,"0"1"0"0,-2 0 0 0,-1 3 0 0,1 2 0 0,0 5 0 0,2 2 227 0,0 6-95 0,0 3-48 0,0 9 190 0,7-3-123 0,1 5-57 0,1-1-29 0,-4 3-39 16,4-3 11-16,-3 2 9 0,-2-6-9 0,3-6-100 0,-6 1 49 0,1-9 26 15,0-2-69-15,-2 0 57 0,0-10 13 0,0-2 67 32,-2-2 0-32,-4-10-43 0,2-7-57 0,1-8 127 0,2 1-56 0,1-3 0 31,0-6-29-31,0 4 1 0,3-2 28 0,8-2-17 0,-1 6 32 0,4 2-67 0,1 1 43 0,-1 1-5 15,5 5-112-15,4-4 64 0,-1 10 14 0,0 4-431 16,2 3 204-16,2 5 112 16,-3 2 30-16,1 0-631 0,-4 2 343 0,-1 8 166 15</inkml:trace>
  <inkml:trace contextRef="#ctx1" brushRef="#br0" timeOffset="21038.19">26356 3434 1603 0,'-6'8'0'0,"0"-3"0"0,2 4 0 0,1 1 0 0,-1-2 0 0,-1 3 0 0,1 2 0 0,2-6 360 16,-1 5-162-16,-2 0 150 0,-1-1-155 0,0-2-78 31,1 2-30-31,0-1-186 0,-2-5 69 0,3 2 34 0,-1-4 1 0,1 0-508 0,0-3 280 0,4 0 127 16,0 0 67-16,0-7-736 0</inkml:trace>
  <inkml:trace contextRef="#ctx1" brushRef="#br0" timeOffset="21367.16">26590 3285 1857 0,'0'3'0'0,"0"1"0"0,-3 0 0 0,-4 4 0 0,0 2 0 0,2 2 0 0,-1 5 0 0,-2 2 337 0,3 6-150 0,-2 4-65 0,5 0 356 16,2-3-220-16,0 3-110 0,0-3-56 0,11-3 6 15,1 1-22-15,4-12-8 0,0-1-31 0,5-7-201 16,1-2 101-16,-3-2 50 31,6 0-88-31,-5-14 64 0,-3-1 37 0,2-9-256 0,-5 0 145 0,2-2-11 0,-6-2 62 0,-4-1-205 16,-2 0 115-16,-1-3 56 0,-3 1 28 0,0-7-56 15,-3 8 48-15,-8-4-1 0,-3 6 55 0,-5 1-17 16,-1 9 0-16,-2-2-9 16,0 11 333-16,-1 8-162 0,1 1-81 0,3 0 231 0,1 7-145 0,2 5-40 15,5 3-45-15,7 2 365 0,2 1-186 0,2-1-93 16,0 2-48-16,5-1 67 15,8-2-61-15,3-4-86 0,3 1-139 0,1-5 57 16,-1 1 57-16,4-2 40 0,-1-2-684 0,-2-5 323 16,3 0 183-16,0 0-460 0,1 0 292 0</inkml:trace>
  <inkml:trace contextRef="#ctx1" brushRef="#br0" timeOffset="21578.05">26993 3080 1281 0,'3'0'0'0,"-2"0"0"0,6 0 0 0,-2 0 0 0,0 0 0 0,4 1 0 0,2 9 729 0,3 8-350 0,1 3-172 109,-1 5 534-109,0 6-353 0,2 8-182 0,-6-1-206 0,-6 6 0 0,-4 0 0 0,0 4 0 0,-10-1 0 0,-5 3 0 0,-8-5 0 0,-2-2 0 0,-6-1-116 0,0-4-241 0,-5-3 197 0,-5 3 108 0</inkml:trace>
  <inkml:trace contextRef="#ctx1" brushRef="#br0" timeOffset="37511.26">8346 3703 1211 0,'-12'-15'0'0,"1"3"0"0,4 3 0 0,5 6 0 0,2 1 0 0,0-1 418 0,0 3-190 0,2 0-85 15,7 3-57-15,2 5 251 16,3 2-149-16,2 2-75 15,-1 2-37-15,2 3-43 0,-2-2 5 0,0 3 0 0,-1 0-316 0,1 0 158 16,-5 1 79-16,3 4-214 0,-4-1 141 0,-2 0 77 31,-3 2 37-31,-1-1-753 0,-1 2 357 0,-2-1 170 16</inkml:trace>
  <inkml:trace contextRef="#ctx1" brushRef="#br0" timeOffset="37673.37">8301 4025 827 0,'-21'-1'0'0,"1"0"0"0,-2-2 0 0,12 3 0 0,1 0 0 0,6 0 0 0,2 0 452 0,1 0-197 0,0 0-113 15,13 0-52-15,9 3 349 79,3-3-201-79,8 0-99 0,6 0-41 0,2 0 317 0,1-7-188 0,0-3-95 0,0 4-25 0,-2-1-35 0,0-1 10 0,-8 5-469 0,-1-2 213 0,-3 4 106 0,-1-1 53 0,-6 0-290 0,2 2 182 0,-11 0 76 0,-6 2 42 0,-3 5-822 15,-3 3 394-15,0 1 197 0,-8 3 90 0</inkml:trace>
  <inkml:trace contextRef="#ctx1" brushRef="#br0" timeOffset="37823.83">8469 4042 710 0,'-12'1'0'15,"-1"3"0"-15,2 1 0 0,0 2 0 0,3 0 0 0,0 3 0 0,5 2 472 0,1 0-216 0,-1 2-110 16,3 2 335-16,0 0-222 0,0 1-100 0,5-2-180 16,0 2 31-16,1-3-1 0,2 3 29 0,1-2-189 0,0 1 104 0,-4-3 38 15,2-2 0-15,1-2-477 16,-2 0 261-16,0-4 131 0,1-1-33 0,0-4-481 15</inkml:trace>
  <inkml:trace contextRef="#ctx1" brushRef="#br0" timeOffset="37969.97">8534 4107 836 0,'0'-7'0'0,"0"2"0"0,0 1 0 0,1-2 0 0,1 4 0 0,-2-2 0 0,2 2 0 0,0 1 400 0,3 1-180 0,-1 0-91 0,1 0 367 0,-1 0-219 0,1 7-124 0,0-2-35 0,0 2-41 0,-1 3 1 16,-1-1-40-16,2 1-382 0,-4 0 186 0,3-1 98 15,-2 2 50-15,-2-2 23 0,0 3 1 0,0-2 34 16,0 0-319-16</inkml:trace>
  <inkml:trace contextRef="#ctx1" brushRef="#br0" timeOffset="38133.62">8275 4224 1756 0,'-15'2'0'0,"5"2"0"0,-2 0 0 0,5 1 0 0,-3 3 0 0,7 0 0 0,0-3 0 0,1 2 318 0,2 0-140 0,0-2-70 0,0 2 66 16,0-3-72-16,2 2-33 16,2-2 1-16,5 1-423 0,-2-2 196 0,6 2 107 0,-3-1 39 0,3-3-293 15,4-1 172-15,3 0 84 0</inkml:trace>
  <inkml:trace contextRef="#ctx1" brushRef="#br0" timeOffset="38557.83">8682 4127 1166 0,'2'0'0'0,"-1"0"0"0,4 0 0 0,-4 0 0 0,1 0 0 0,3 0 0 0,-4 0 105 0,2 0-34 0,1 3 1 15,-2 4-34-15,0 2-333 110,-2 1 156-110,2 2 73 0,-2 3 38 0,0 0-389 0,0 3 189 0,-6 0 94 0,-5 3 39 0,0-2 45 0,-2-1 50 0,-5 1 30 0,-1-2-39 0,2 0-12 0,-5-1 21 0,6-4 395 0,1-1-236 0,2-2-99 0,3-2-49 0,4-2 525 0,-1 2-248 0,7-1-101 0,0 0-74 0,2 0 155 0,9 2-114 0,3 3-58 0,0 3 21 0,-1 0-44 0,0 1 0 0,-1 5-69 15,-2-1 35-15,-2 5-1 16,-3 1 10-16,-2-4-168 0,-2 3 79 0,-1-3 40 0,0-3-1 16,-8 0-148-16,-3 0 102 0,-7-6-3 0,0-7 36 0,-3 0-289 15,0-5 144-15,-2 0 26 16,4-7-9-16,-2-12 48 0,4-2 28 0,0-5-44 15,2-2 36-15,1-1-9 0,8 4 45 0,5 1 96 16,1 5-48-16,0 2 1 0,0 6-49 16,2-2 427-16,12 8-205 0,-1 4-79 0,4 1-61 0,5 0 487 15,2 6-246-15,2 8-111 16,0 5 106-16,0-1-120 0,1 3-61 0,2-1-77 0,0 1 17 0,5 1 10 16,-4-3-10-16,3 1-529 0,0-2 265 15,1-1 132-15,0-4 66 0,5-1-854 16</inkml:trace>
  <inkml:trace contextRef="#ctx1" brushRef="#br0" timeOffset="38735.87">9176 3993 1668 0,'0'-5'0'0,"-1"1"0"0,-1 2 0 0,-1 2 0 0,2 0 0 0,1 0 0 0,0 6 250 0,0 2-106 0,0 5-53 15,0 1-27-15,0-1-109 0,0 1 36 0,1 1 1 32,2-4 45-32,0 1-706 0,2 0 315 0</inkml:trace>
  <inkml:trace contextRef="#ctx1" brushRef="#br0" timeOffset="38951.89">9137 3814 1048 0,'0'-22'0'0,"0"6"0"0,5 2 0 0,6-1 0 0,2 2 0 0,5 2 0 0,6-3 149 0,2 5-60 0,5 5-26 0,-1-1 0 0,6 1-25 0,-1 1 0 0,4 0 10 0,-6 2 150 16,-4 1-80-16,-1 0-40 0,-7 1 0 0,-2 9-7 15,0 3 9-15,-12 3-42 0,-2-1 94 0,-4 6-48 16,-1 2 1-16,0 0 22 0,0 5-26 0,-4-4-9 16,-3 0-34-16,3 2-232 46,-2-2 116-46,3 0 58 0,-1 3 39 0,3-4-271 0,-1-2 124 0,2-2 77 0,0-2-720 0</inkml:trace>
  <inkml:trace contextRef="#ctx1" brushRef="#br0" timeOffset="39111.62">9225 3917 1240 0,'-10'0'0'0,"0"-4"0"0,8 3 0 0,2-1 0 0,0 2 0 0,9 0 401 0,7 0-181 0,3-1-82 15,1 1-55-15,1 0-73 0,4 0-1 0,-2 0 29 16,2 0-240-16,1 0 129 0,-5 0 51 0,-1 0 30 16,-2 0-650-16</inkml:trace>
  <inkml:trace contextRef="#ctx1" brushRef="#br0" timeOffset="39263.64">9305 4006 976 0,'-15'0'0'0,"5"3"0"0,1-2 0 0,6-1 0 0,2 3 0 0,1-3 0 0,0 0 321 15,4 0-146-15,12 0-69 0,2 0-34 0,3 0 56 16,2-3-46-16,0-1 11 0,-2 0-55 0,-1 1-386 16,0 0 193-16,-4 3 97 31,-1 0-258-31</inkml:trace>
  <inkml:trace contextRef="#ctx1" brushRef="#br0" timeOffset="39447.71">9013 4189 738 0,'-16'0'0'0,"3"0"0"0,8 3 0 0,4-3 0 0,1 0 0 0,1 0 380 0,12 0-162 0,14 0-94 0,8-3-43 0,7-3 341 0,6-3-192 0,6-2-96 0,7-2-13 0,-5 2-46 0,3-1 0 0,4 1-37 0,-4 2-86 0,-3 2 43 0,-1 2 9 0,-19 2-329 0,-6 3 181 0,-9 0 91 16,-8 11 46-16,-8-1-597 0,-2 2 300 0,-3 2 65 15</inkml:trace>
  <inkml:trace contextRef="#ctx1" brushRef="#br0" timeOffset="39595">9231 4313 1127 0,'-3'10'0'0,"-1"-2"0"0,-2 3 0 0,6 1 0 0,0 0 0 0,0-1 0 0,0 0 127 0,0 1-35 0,3-1-10 0,4-2-120 15,-1 1 38-15,0 1 0 0,1-2 38 0,-3 2-424 16</inkml:trace>
  <inkml:trace contextRef="#ctx1" brushRef="#br0" timeOffset="39879.28">9203 4342 1106 0,'5'-4'0'0,"-1"-3"0"0,5 1 0 0,1 1 0 0,6-1 0 0,3 0 0 0,7-1 0 0,8 2 0 0,1 1 0 0,4 1 138 0,2 1-50 0,-2 2-25 0,-3 0-39 0,3 0 23 0,-13 6-9 0,-7 5-222 0,-5-1 111 0,-6 6 55 47,-7-4 29-47,-1 7-116 0,-1-6 67 0,-16 1 38 0,0 1-32 0,-7-5-257 0,1 1 142 0,-4 0 18 0,1-4-70 0,-1-3 80 0,2 2 41 0,-3-5 7 16,3 0 38-16,-3 1 33 0,9-2 0 15,4 0 20-15,1 0-40 0,2 0 20 16,5-2 0-16,-1 1 102 0,8-6-84 0,0 2-28 15,5-2 18-15,6 0 395 0,6 0-166 0,1 0-106 16,2 2 85-16,1 0-90 0,0-1-43 0,2 2-148 16,-2-1 61-16,-1 1 16 0,-4 3 0 0,0-3-423 15,-3 2 221-15</inkml:trace>
  <inkml:trace contextRef="#ctx1" brushRef="#br0" timeOffset="40017.99">9346 4483 589 0,'-7'0'0'0,"-3"0"0"0,4 0 0 0,1 0 0 0,3 0 227 0,2 0-95 0,0 0-46 0,6 0-1 0,7 0-2 16,3 0 9-16,1-3-54 0,2 3-159 0,-1-2 80 15,0 2 39-15,0 0-484 0,-1 0 230 0</inkml:trace>
  <inkml:trace contextRef="#ctx1" brushRef="#br0" timeOffset="40173.17">9372 4561 828 0,'-12'2'0'0,"-2"1"0"0,4-2 0 0,1 0 0 0,4 2 0 0,-2-2 185 0,5-1-79 16,2 0-33-16,0 0 103 0,3 0-69 0,8 0-35 16,4-1 10-16,1-2-179 31,0 1 68-31,1-4 33 0,0 3 0 0,-1 1-148 0,1-3 101 0,-1 3 35 31,-6-1-514-31</inkml:trace>
  <inkml:trace contextRef="#ctx1" brushRef="#br0" timeOffset="40444.98">9443 4305 1033 0,'-4'1'0'0,"4"1"0"0,-1 1 0 0,1 3 0 0,-1 0 0 0,0 4 0 0,-2 3 0 0,2 4 0 0,-3 4 228 0,0 2-95 0,-1 5-48 16,-3 0-23-16,1 5 6 0,-4-5-31 0,1 0 1 15,-1-3 37-15,0-3 0 0,2-2-37 0,0 2 52 16,2-8-10-16,3-5-42 0,4-2 0 0,0 0 55 15,0-4-27-15,4 1 9 0,11-4-37 0,3 0 38 16,3 0 1-16,5 0-39 94,1-1-1-94,5-5-177 0,-4 2 84 0,4-2 47 0,0 0-430 0,1 1 213 0,0 0 117 0,4-1 29 0,-9 1 38 0,0-3-33 0</inkml:trace>
  <inkml:trace contextRef="#ctx1" brushRef="#br0" timeOffset="40814.94">10022 3872 1268 0,'-4'0'0'0,"-2"3"0"0,-1 0 0 0,0 8 0 0,0 4 0 0,-4 7 0 0,2 5 321 16,-5 13-143-16,0 3-69 0,-3 9 125 0,-3 2-98 16,-1 5-40-16,4-10-259 0,1-3 100 0,2-5 50 0,2-7 26 0,5-5-197 15,0-4 120-15,7-15 46 47,0-7 28-47,0-3-479 0,2-2 247 0,8-14 6 0,1-4 97 0,2-4-226 0,1 1 153 0,1 3 78 0,-2 1 110 0,-1 6 0 0,3 1-43 0,-6 5 382 16,1 6-187-16,-2-1-93 15,-3 2-46-15,-1 7 192 0,-1 7-129 0,-3 6-4 0,0 6-45 0,0 4 381 16,-9 2-184-16,0 2-90 16,1 4-38-16,0-6-193 31,2-2 69-31,-1-1 35 0,2-7-420 0,2-4 227 0,1 1 123 0,1-12-366 0,1-7 182 0,0 0 113 0,0-3 58 0,0-12-5 15,0-5-8-15,3-2 92 0,2-3 1 0,-1-2 52 16,5 2-63-16,-1-3-9 0,1 6-1 0,2 1 369 16,4-1-212-16,1 1-86 0,4 1 508 0,4-1-262 15,2 1-99-15,4 3 104 16,3 1-132-16,3 2-66 0,2-1-33 0,1-1-154 0,-7 8 56 0,-3 2 32 16,-1-1 1-16,-3 4-187 15,-6 1 109-15,-1-1 65 0,-11 1 18 0,-5 2-560 16,-2 0 219-16,0-1 163 0</inkml:trace>
  <inkml:trace contextRef="#ctx1" brushRef="#br0" timeOffset="40988.85">10200 4084 1444 0,'-10'-5'0'0,"2"3"0"0,-1 1 0 0,6 1 0 0,2 0 0 0,1 8 0 0,0 11 0 0,1 5 0 0,6 6 248 0,5 5-109 16,1 6 313-16,2 5-207 0,2 5-103 15,2 3-53-15,1 5 68 0,0-10-65 0,2-3-27 16,-3 0 0-16,2-7-295 0,-1-7 133 0,1 4 76 15,-3-17 23-15,-2-7-215 0,-3-5 125 0,0-6 61 16,-3-1-500-16,0 0 265 0,-7-13 41 0,-2-8-301 16,1-2 243-16,-2-8 120 0</inkml:trace>
  <inkml:trace contextRef="#ctx1" brushRef="#br0" timeOffset="41114.73">10382 3988 1597 0,'-4'-11'0'0,"3"4"0"0,1 1 0 0,0 1 0 0,0 5 0 0,2 0 0 0,8 2 0 0,2 8 0 0,1 1 87 0,2 3-16 0,-1 0-10 0,4 1-23 0,0 1-546 16,0 0 250-16,4-2 125 0</inkml:trace>
  <inkml:trace contextRef="#ctx1" brushRef="#br0" timeOffset="41249.29">10641 4185 1289 0,'0'2'0'0,"0"0"0"0,0 1 0 0,0-3 0 0,0 3 0 0,0-1 0 0,0-1 0 0,6-1 116 15,5 0-39-15,3 0 174 0,3 0-107 0,5 0-53 16,4-3-18-16,-1-4-218 0,2 2 91 0,3 0 46 16,-2-2 0-16,1 3-517 15,-4 0 270-15</inkml:trace>
  <inkml:trace contextRef="#ctx1" brushRef="#br0" timeOffset="41534.97">10780 3916 1306 0,'-5'0'0'0,"0"0"0"0,2 2 0 0,1 6 0 0,2 7 0 0,0 8 210 0,2 6-86 0,6 10 148 0,3 8-118 0,3 13-49 0,-3-2-38 0,2 2 219 15,0 1-125-15,-5 0-61 16,2-4-32-16,-3 7-98 0,-2-16 29 0,1-4 0 109,-3-5 38-109,-3-4-206 0,0-5 103 0,0 3 61 0,0-16-203 0,0-5 121 0,-9-7 62 0,-1-5-35 0,-2 0 37 0,-1 0-82 0,1-10 48 0,0-6 16 0,1-4 6 0,0-4-20 0,2-2 15 0,-1-4 133 0,5 3-58 0,2-1-20 0,0 1 0 0,3 3 30 0,0 0-29 0,0-3 8 32,0 7-37-32,6 2 25 0,2 0-9 0,3 1-332 0,1-2 158 0,3-2 71 0,1 6 44 0,2-2-227 0,2-4 123 0,3 0 62 0</inkml:trace>
  <inkml:trace contextRef="#ctx1" brushRef="#br0" timeOffset="42157.03">11152 3802 890 0,'0'-4'0'0,"-1"-1"0"0,-6 0 0 0,2 4 0 0,-1-1 0 0,0 2 0 16,-3 0 0-16,-1 6 128 0,1 3-36 0,-2 5-10 0,0 3-88 0,2 2 43 0,-2-2-1 0,2 2-111 0,-1 0 65 0,4-6 19 15,3 0 0-15,2-3-18 0,1-1 0 0,0-6 41 31,1 2 9-31,14-5-62 0,3 0 0 0,6-1 1 0,1-10-7 0,3 0 39 0,4 0-23 0,-2 0 15 16,-4 2-27-16,-2 2 27 0,-3 2 7 0,-2 0-71 16,1 4 33-16,-11 1 0 0,-2 0 30 0,-6 0 12 15,-1 7-17-15,-6 9 1 47,-11 0-10-47,-4 4 45 0,-4-1-11 0,-4 8-26 0,1-1 75 0,0 0 72 0,1 5-60 0,7-7-39 0,3 1 241 0,4 0-127 0,3-2-51 0,5-2-19 16,3 3-17-16,2-7-9 0,0-3-26 0,7-1-203 15,3-3 102-15,0-1 50 0,-1-1 34 0,2-5-179 16,-5-1 94-16,-1-2 51 0,1 0-12 0,-6 0-443 16,2 0 171-16,-2-3 137 15,0-7-80-15,0 1 103 0,-8-5 50 0,0 0 34 16,0 0 17-16,-3-3 0 0,4 3 0 0,0-3 182 0,1 3-91 16,3-3-55-16,3 5 10 0,0-1 279 15,0 2-135-15,5 1-88 0,9-1 127 0,1 2-90 16,2 2 4-16,8 2-40 0,0 2 64 0,3 1-46 15,1 1-24-15,4 1-94 16,-6 0 30-16,1 0 1 0,-4 9 40 0,-6 0-219 0,-5 6 109 16,-4 1 65 15,-9 2 6-31,0 4-264 0,-17 2 111 0,-6-4 76 0,-5 3-3 0,-5 2 28 0,-3-5-35 0,-3 0 18 0,-3-2-8 0,-2-2 42 16,4-1 0-16,-5-1 306 0,9-4-145 0,6-5-77 15,7-2-24-15,9-3 370 16,5 0-173-16,5 0-101 0,4 0-13 0,13-1 118 0,10-4-94 0,5-3-46 15,9 1 36-15,4 0-33 0,-2 1-9 0,4 3-41 16,0-2-50 0,-3 2 25-16,1-1 0 0,4 0-164 0,-9 3 90 0,-3-1 49 0,-4 2 24 0,-4 0-422 15,-5 0 209-15,-2 0 59 16,-12 2 68-16,-6 3-414 0,0 0 226 0,-13-3 113 16,-4 1 48-16</inkml:trace>
  <inkml:trace contextRef="#ctx1" brushRef="#br0" timeOffset="42298.93">11295 4112 1510 0,'0'-3'0'0,"0"1"0"15,0 2 0-15,1 0 0 0,0 0 0 0,1 5 0 0,-1 8 0 0,-1 10 190 0,0 7-79 0,0 5-29 0,-9 7 271 16,-6 7-160-16,-4 1-80 0,-3 3-39 0,-2-1-94 16,0 0 37-16,3-11-10 0,-1-6 28 0,2-1-471 15,3-3 236-15,0-1 118 0</inkml:trace>
  <inkml:trace contextRef="#ctx1" brushRef="#br0" timeOffset="42442.4">11342 4552 2307 0,'5'3'0'0,"2"2"0"0,5 3 0 0,8 3 0 0,6 0 0 0,8 1 0 0,2-1 60 0,5 4-1 0,-1-2-23 0,-4-2 0 0,-1 3-172 0,0-2 94 0,-7 1 35 16,-3-4 0-16,0-1-405 0</inkml:trace>
  <inkml:trace contextRef="#ctx1" brushRef="#br0" timeOffset="42567.33">12194 4789 0 0,'-12'0'0'0,"1"-7"0"0,6 0 0 0,5-4 0 0,0-7 0 0</inkml:trace>
  <inkml:trace contextRef="#ctx1" brushRef="#br0" timeOffset="48167.04">13388 4306 1553 0,'-8'-7'0'0,"-1"-2"0"0,1 1 0 0,3 4 0 0,2-2 0 0,3 1 0 0,0 1 0 0,5-3 152 0,15 1-56 16,8-3-29-16,7 2 340 0,5-3-174 0,2 4-102 16,0 4-46-16,-1 1 99 0,2 1-72 0,-4 0-37 15,2 3 24-15,-12 13-35 0,-5 5 0 0,-6 2-25 16,-8 5 6-16,-9 5-6 31,-1 7 10-31,-1-5 24 0,-18 1-33 0,-3 0-1 0,-6-4 0 0,-6 0 140 16,-5 2-112-16,4-11-67 0,-3-5 0 0,2-6 0 0,0-3 0 0,2-4 0 15,0-4 0-15,10-1 0 16,5-6 0-16,11-12 0 0,8-6-578 0,0-3 213 0,12-8 144 0,19 2-348 16,6-1 265-16,10-3 133 15</inkml:trace>
  <inkml:trace contextRef="#ctx1" brushRef="#br0" timeOffset="48331.68">14007 4055 1537 0,'0'-10'0'0,"-2"3"0"0,-3 4 0 0,-3 1 0 0,-3 2 0 0,-4 0 0 0,-3 14 440 32,-2 10-206-32,-1 0-96 0,-1 11-50 0,3 1 523 0,2 3-286 0,3 3-133 0,8-2 72 0,5-2-162 0,1 3-102 0,7-4 0 0,14-4 0 0,6 2-39 15,5-10 22-15,3-5-651 31,3-2 354-31,1-3 177 0,-3-4 88 0,5 1-397 0,-9-4 102 0,-1-4 157 0,-3-4 43 0</inkml:trace>
  <inkml:trace contextRef="#ctx1" brushRef="#br0" timeOffset="48485.62">14265 4414 1157 0,'0'-1'0'0,"-1"0"-1"15,-1 0 1-15,0-2 0 0,-1 3 0 0,2 0 235 0,-4 0-99 0,4 5-38 0,-1 7 530 0,-3 5-295 0,2 2-147 0,-1 6-74 16,-2 1 100-16,-4 5-77 0,2-2-53 0,0 3-345 15,-1 1 150-15,-3-3 76 16,-3-1 48-16,3-8-626 0,0-4 327 0,1-5 164 16,0-9 81-16,5-3-383 0</inkml:trace>
  <inkml:trace contextRef="#ctx1" brushRef="#br0" timeOffset="48637.7">14377 4223 2441 0,'6'0'0'0,"2"0"0"0,0 0 0 0,3 0 0 0,-3 0 0 0,0 1 0 0,2 5 0 0,1 2 408 0,-1 0-189 0,2 2-91 0,-1 0-184 16,0 2 47-16,3 0 1 0,0 3 56 0,0-3-746 15,0-1 368-15,2-1 185 0,-2-2 91 0,2-5-470 16</inkml:trace>
  <inkml:trace contextRef="#ctx1" brushRef="#br0" timeOffset="48832.33">14705 4025 2336 0,'0'-12'0'0,"0"1"0"0,0 5 0 0,0 1 0 0,1 3 0 0,2 2 0 0,-3 20 0 0,0 9 310 0,0 14-135 0,-12 13-69 93,-4 14 836-93,-6 7-880 0,-3 10-62 0,-6 20 0 0,-5 14 0 0,-9 21 0 0,8-18 0 0,-1-3 0 0,4 0 0 0,0-3 0 0</inkml:trace>
  <inkml:trace contextRef="#ctx1" brushRef="#br0" timeOffset="49786.88">20081 4171 1590 0,'-4'-14'0'0,"1"3"0"0,1 2 0 0,1 4 0 0,-1 0 0 0,2 5 0 0,0 0 0 0,0 3 0 0,0 15 0 0,2 5 0 0,1 5 202 0,6 7-88 0,-5 5 61 47,1 0-69-47,0 3-34 0,0-3 0 0,1 5-22 0,3-7-12 0,-1-5 0 0,3 2 0 0,4-8-67 0,1-3 34 0,6-4 9 16,-2-11 24-16,2-9-133 0,1 0 66 0,1-10 34 15,0-9-71-15,-4-9 11 16,-4-7 36-16,1-4-174 0,-2-2 93 0,-5-1 27 0,6-5 26 0,-8 5-83 16,0-1 50-16,-1 3 9 62,-2 5 0-62,-2 6 140 0,-1 1-62 0,-1 18-21 0,-1 7 0 0,0 3 284 0,0 5-143 0,0 19-59 16,-3 2 138-16,0 5-80 0,0 2-57 0,3 0 245 0,0 1-138 0,0 0-69 0,5 0-26 0,1-5-67 47,3-3 24-47,2-1 0 0,2-1-1 0,2-3-440 0,1 1 230 0,1-10 100 0,0-2 56 0,2-2-732 0,-1-4 362 0,0-4 148 0</inkml:trace>
  <inkml:trace contextRef="#ctx1" brushRef="#br0" timeOffset="49931.58">20789 4449 956 0,'0'3'0'0,"0"-1"0"0,0 4 0 0,0 0 0 0,0-1 164 0,0 4-63 0,0 3-22 0,-2 3 494 0,-3-2-268 0,-2 5-133 0,-1 1-68 0,0 4 9 0,0-4-42 0,-1 3-1 0,1-2-32 0,1-4-432 0,1 0 216 0,-1-1 117 15,4-7-687-15,-1-4 374 16</inkml:trace>
  <inkml:trace contextRef="#ctx1" brushRef="#br0" timeOffset="50170.05">20974 4213 924 0,'2'0'0'0,"4"0"0"15,-1 3 0-15,2 4 0 0,0 3 0 0,-1 3 664 0,1 7-317 0,1 6-155 63,0 5-77-63,-2 5 246 0,2 5-161 0,-1 4-72 0,-1-4-51 0,-2-3-39 0,1-3-1 0,-2-7 20 0,2-5-20 0,1-3 11 0,0-13-11 0,2-7 80 0,3 0-40 0,4-19 0 0,3-12-39 0,7-7 226 15,-2-7-168-15,5-5-96 0,0-4 0 0,3-7 0 16,4-3 0-16,4-7 0 0,-5 4-893 0</inkml:trace>
  <inkml:trace contextRef="#ctx1" brushRef="#br0" timeOffset="60687.25">23208 6329 1084 0,'-5'-5'0'0,"0"2"0"0,3 0 0 0,1 1 0 0,-3 1 0 0,4 0 0 0,-1-3 0 0,1 3 0 0,0 1 135 0,0 0-48 0,0 0-25 0,0 0 122 0,0 0-63 0,0 0-46 16,3 0 0-16,2 0 19 78,3 0-28-78,-1 0 1 0,3 0-20 0,-2 0 109 0,4 0-59 0,-3 0-29 0,4 0 77 0,0 0-53 0,0 0-17 0,3 0-10 0,-2 0-27 0,0 1 1 0,2 3-1 0,4-3 10 0,-1 0-10 0,1 1 0 0,3 1 0 0,-1-3 143 0,0 1-71 0,5 1-27 16,-4 0-9-16,4 0 24 0,0-1-30 0,1-1 0 15,-2 2-4-15,7-2 9 16,-5 0-35-16,2 0-36 0,-2 0-2 0,0 0 0 0,2 0 0 16,7 0 0-16,-9-2 0 0,1 1 0 15,0-1 0-15,0 2 0 0,1 0 0 0,5 0 0 16,-8 0 0-16,0 0 0 0,4 0 0 0,-1 0 0 31,-1 3 0-31,6 2 0 0,-8-1 0 0,2 0 0 0,1 0 0 0,0 0 0 16,3-1 0-16,6 0 0 0,-8-3 0 0,3 0 0 0,1 0 0 0,-1 0 0 15,0 0 0-15,6 0 0 0,-8 0 0 0,0 0 0 16,0 0 0-16,0 0 0 0,-1 0 0 0,5 0 0 16,-7 0 0-16,2 0 0 31,0 0 0-31,-2 3 0 0,3 1 0 0,1 0 0 0,-2-1 0 0,-4 1 0 16,5-1 0-16,-3 1 0 31,2 1 0-31,5-2 0 0,-3 0 0 0,-3 0 0 0,5 1 0 0,1-2 0 0,0 1 0 0,5 0 0 0,-5-1 0 0,2 0 0 15,0 0 0-15,1 1 0 0,6-3 0 0,-6 0 0 16,2 0 0-16,0 0 0 0,0 0 0 16,1 0 0-1,8 0 0-15,-9 0 0 0,2 0 0 0,-1 0 0 0,5 0 0 0,-3 0 0 0,8 0 0 0,-8 0 0 32,0 0 0-32,4 0 0 0,0 0 0 0,4 0 0 0,4 0 0 0,-7 0 0 0,5 0 0 0,-2 0 0 31,2 0 0-31,0 0 0 15,9 0 0-15,-9 0 0 0,-1-3 0 0,3 1 0 0,1 0 0 0,5 0 0 0,8-1 0 0,-11 0 0 16,1 2 0-16,0 0 0 0,0-1 0 0,1 0 0 0,10 0 0 0,-14 1 0 16,4-1 0-16,0 1 0 0,1-1 0 0,-1 1 0 15,9-1 0-15,-12 0 0 16,2 1 0-16,0-1 0 0,5 0 0 0,-1 2 0 16,12-2 0-16,-15 1 0 0,-1 1 0 0,5 0 0 15,-1-1 0-15,0-2 0 0,12 3 0 0,-11 0 0 16,1-3 0-16,-2 3 0 0,3 0 0 0,-3-1 0 15,10 1 0-15,-16 0 0 0,2-3 0 0,0 3 0 16,2 0 0-16,-3 0 0 0,7 0 0 0,-12 0 0 16,-2 0 0-16,2 0 0 15,0 0 0-15,9 0 0 0,-13 0 0 0,5 0 0 16,-1 0 0-16,1 0 0 0,1 0 0 0,5 0 0 109,-14 0 0-109,4-1 0 0,-2 1 0 0,0 0 0 0,2 0 0 0,7 0 0 0,-14 0 0 0,4 0 0 0,0 0 0 0,-5 0 0 0,4 0 0 0,3 0 0 0,-8 0 0 0,-1 0 0 0,3 0 0 0,0 0 0 0,4 0 0 0,5 0 0 0,-10 0 0 0,0 0 0 0,1 0 0 0,0-3 0 0,0 3 0 0,6-2 0 16,-11 1 0-16,1 1 0 0,2-3 0 0,0 3 0 0,2 0 0 0,9-3 0 16,-12 3 0-16,0 0 0 0,4 0 0 0,-4-2 0 15,1 2 0-15,8-2 0 16,-11 2 0-16,1 0 0 0,1 0 0 0,-2 0 0 0,2 0 0 0,7 0 0 15,-15 0 0-15,4 0 0 0,-2 0 0 0,-2 0 0 16,-3 0 0-16,6 4 0 16,-7-1 0-16,0 0 0 15,0 0 0-15,0 1 0 0,3 0 0 0,4 2 0 0,-9-2 0 0,5 0 0 16,-1 1 0-16,-1-1 0 16,7 3 0-16,-10-3 0 0,1 2 0 0,-5-2 0 15,2 1 0-15,-1 1 0 0,0 0 0 0,-5-3 0 16,-2 3 0-16,-1-2 0 0,-3 0 0 0,2 3 0 0,0-2 0 0,-5-3 0 15,1 2 0-15,-5-1 0 16,3 1 0-16,-3-4 0 0,0 4 0 0,-5-4 0 0,3 1 0 0,-2-1 0 16,-1 0 0-16,-1 0 0 0,0 0 0 0,0 0 0 78,0 0 0-78,0 0 0 0,0 0 0 0,0-1 0 0,-3-4 0 0,-2-5 0 0,-2 3 0 0,-7-4 0 0,1 3 0 0,-7-2-380 0,-9 3 149 0</inkml:trace>
  <inkml:trace contextRef="#ctx1" brushRef="#br0" timeOffset="68596.58">20889 6812 1307 0,'0'-13'0'0,"0"4"0"0,0 1 0 0,0 1 0 0,0 0 0 0,0-4 0 0,0-1 0 0,-2 1 0 0,2-2 0 0,-2 1 0 0,1-3 469 0,-2 0-216 0,2-3-98 16,-2 2-63-16,0 2-4 0,-3-1-26 0,2-1 1 16,-3 4-33-16,-1-1 18 0,0 1-10 0,-4 4 26 15,1-1-26-15,-3 4 0 16,2 2 0-16,-5-1 38 0,4 4-38 0,-3 0 0 16,3 0 1-16,0 7 23 31,-1 5 0-31,0 6-14 0,3 4 29 0,5 2-39 0,3 6 0 0,0 2 1 0,3 4 31 0,0 6 9 0,3-1-41 0,6-2 28 15,3 5-1-15,0 3-27 0,-1 0 0 0,2 7 10 16,0-6-10-16,-2-1 0 0,-3-1 0 0,-5 1-84 16,2-1 42-16,-4 2 10 0,-1-7-20 0,0-4 20 15,-6-8-1-15,-4 0 8 0,-3-5 0 0,-2 0 0 16,0-12 9-16,1-7-49 0,-3-3 45 0,1-2-8 16,-3 0 6-16,2-2-177 0,0-9 83 0,4-6 36 15,0-1 1-15,1-6-377 16,2-7 190-16,7-3 84 0,3-8-467 0,0-4 287 15,3-3 143-15,12-2 72 16,5-7-436-16,3 9 258 0,3 2 125 0,4-4-111 0</inkml:trace>
  <inkml:trace contextRef="#ctx1" brushRef="#br0" timeOffset="68807.67">21025 6653 1678 0,'11'-20'0'0,"-1"1"0"0,1 5 0 0,-7 4 0 0,3-2 0 0,-6 9 0 0,-1 1 0 0,0 2 0 0,0 0 200 0,-3 0-81 0,-6 9-31 0,-4 6 338 0,1 9-193 0,-5 2-98 0,4 4-49 0,-4 4 262 0,3 6-145 0,-1-5-88 0,5 2 117 0,1-2-164 0,4 2-68 0,1-4 0 0,0 6 0 0,4-9 0 0,2 2 0 0,9-2 0 0,4-1-103 0,4-2 61 0,0 4 49 0,1-8-244 0,-1 0 107 0,-4 2 78 0,-2 3-45 0,-6-1-606 0,0 9 324 0,-7-2 174 15,0-1-436-15,-5 1 301 0,-10 0 151 0,-2-2 76 0</inkml:trace>
  <inkml:trace contextRef="#ctx1" brushRef="#br0" timeOffset="68961.17">20810 7636 1235 0,'-8'7'0'0,"6"2"0"0,-1-4 0 0,-1 5 0 0,3 0 0 0,1 2 0 0,0-1 410 0,0 4-186 0,0 2-93 0,0 3 429 0,0 3-261 0,1 5-120 0,1-4-76 0,1 2 32 31,0 0-48-16,0-1-24-15,-1 2-1 0,2-4-412 0,-1-5 189 0,-1-1 100 0,0-8 49 0,-1-1 25 0,1-5 0 0,-2-1-631 0,0-2-437 0</inkml:trace>
  <inkml:trace contextRef="#ctx1" brushRef="#br0" timeOffset="69146.09">20775 7667 1094 0,'2'-11'0'0,"2"-2"0"0,2 3 0 0,2 0 0 0,5 1 0 0,4 3 0 0,0 4 528 0,5 2-246 0,1 0-123 0,0 10 294 15,2 7-208-15,-4 6-96 16,-2 3-61-16,-6 4 102 0,-2 4-77 0,-6 2-38 15,-4 1-1-15,-1 3-66 0,0-9-9 0,-4 4 37 16,-12-6-147-16,-1-1 73 0,-5-4 37 0,-3-1 10 16,-1-9-210-16,-1-7 119 0,1-3 57 0,1-4-421 15,-3 0 177-15,6 0 126 0,4-7 5 0,3-11-380 16,7-3 240-16,5-8 120 0</inkml:trace>
  <inkml:trace contextRef="#ctx1" brushRef="#br0" timeOffset="69412.14">21602 6686 1408 0,'1'-24'0'0,"1"3"0"0,-2 9 0 0,0 7 0 0,0-2 0 0,-3 7 0 0,-9 3 0 0,4 13 573 15,-4 6-267-15,1 8-135 0,-2 6-57 16,2 4 322-16,3 6-199 0,0 5-100 0,3 2 16 0,1 3-58 31,-2 9-19-31,5-9-72 0,1 5 34 0,0 3-1 0,0-3 1 0,1 2-277 0,7 4 148 0,-4-14 60 16,1-6 34-1,0-1-509-15,-4-10 265 0,1-5 54 0,-2 1 89 0,0-19-461 0,-2-4 260 0,-6-9 132 16,-3 0-276-16,-5-10 203 0,3-11 92 16,-4-8-83-16,-2-3 96 0</inkml:trace>
  <inkml:trace contextRef="#ctx1" brushRef="#br0" timeOffset="69570.28">21252 7100 1513 0,'0'-12'0'0,"-2"-2"0"0,2 5 0 0,0 0 0 0,5 3 0 0,12 1 0 0,5 5 160 0,4-3-62 15,5 1-29-15,6 1 383 0,1 1-211 0,3 0-102 16,4 0-51-16,-2 0-285 0,2 0 117 0,6 0 68 0,-8-2 20 0,-2 0-627 47,-4-2 325-47,-3-2 164 0</inkml:trace>
  <inkml:trace contextRef="#ctx1" brushRef="#br0" timeOffset="69681.5">21914 6917 1857 0,'-10'0'0'0,"-4"0"0"0,2 0 0 0,1 3 0 0,0 5 0 0,0 0 0 0,-1 6 0 0,1 3 361 15,4 0-167-15,2 5 208 0,3 0-182 0,2 0-91 47,0 2-46-47,0 5-104 0,4-5 25 0,6-4-1 0,1-2 35 0,3 0-626 0,-3-2 313 0,6-4 166 0,-5-5 69 0,1-4-809 16</inkml:trace>
  <inkml:trace contextRef="#ctx1" brushRef="#br0" timeOffset="69872.59">22018 7062 2170 0,'8'-9'0'0,"-3"3"0"0,4-1 0 0,-1 2 0 0,2 2 0 0,-1 3-1 0,3 0 1 0,0 0 0 0,-1 10 0 0,0 4 0 0,0 1 231 0,-5 2-96 0,-1 2-50 0,-3 3-24 0,-2 1 1 0,0 3-15 0,0-2-109 0,-11-2 49 0,-2-1 26 0,-1-1 0 0,-3-3-70 0,-3-3 57 0,-2-2-9 0,0-3 46 0,2-6-295 0,0 0 82 0,1-3 94 16,2 0-366-16,6-6 210 0,5-9 100 0,4-5-278 16,2-4 190-16,2-5 94 0,7-3 38 0,8 0-177 15</inkml:trace>
  <inkml:trace contextRef="#ctx1" brushRef="#br0" timeOffset="70035.35">22149 6973 1510 0,'11'-6'0'0,"-2"-2"0"0,-1 5-1 0,-1 3 1 0,-1 0 0 0,-5 0-1 0,1 6 1 0,-2 7 321 0,0 4-142 0,0 2-62 0,0 2 404 15,0 0-241-15,0 0-122 16,0-2-60-16,3-1-74 0,2 3 22 0,7-6-8 0,-2 1-1 0,6-4-208 16,2 0 104-16,3-2 61 0,0-7-634 0,4-1 338 15,0-2 169-15,-1 0-759 32</inkml:trace>
  <inkml:trace contextRef="#ctx1" brushRef="#br0" timeOffset="70156.1">22521 7066 1666 0,'0'0'-2'0,"0"0"1"0,0 0 0 0,0 0 1 0,0 0-1 0,0 5 0 0,0-2 308 0,0 5-125 16,0-1-78-16,0 4 388 16,0 4-228-16,-4 4-113 0,-5 1-57 0,4 4-71 15,-5 0-10-15,2-2 24 0,-5 0 0 0,5 0-234 16,-3-5 117-16,2 0 68 0,1-8-733 0,1-3 391 16,3-5 196-16</inkml:trace>
  <inkml:trace contextRef="#ctx1" brushRef="#br0" timeOffset="70300.06">22554 7040 1393 0,'3'0'0'0,"0"0"0"0,2 0 0 15,1 0 0-15,2 0 0 0,-2 2-2 0,2 1 643 16,3 0-304-16,-2 1-151 16,1 1-75-16,5-3-96 0,-2 4-9 0,0 0 29 0,0-3 0 0,0 1-605 0,2 1 311 0,-4-2 144 0,1-1-361 0</inkml:trace>
  <inkml:trace contextRef="#ctx1" brushRef="#br0" timeOffset="70466.39">22794 6914 1313 0,'0'-3'0'0,"0"3"0"0,0 0 0 0,0 0 0 0,0 0 0 0,0 0 193 0,0 9-83 0,0 7-37 0,-3 6 557 16,-2 6-297-16,-5 4-148 0,3 9-65 0,-4 3 153 15,-3 2-118-15,2 4-59 0,-4 0-30 0,4-3-215 16,-4 4 102-16,4-15 37 0,4-2-584 0,-1-6 316 15,2-7 157-15,3-4-300 0,-1-2 233 0,4-14-12 16</inkml:trace>
  <inkml:trace contextRef="#ctx1" brushRef="#br0" timeOffset="70644.14">22909 6793 1152 0,'20'0'0'0,"-2"0"0"0,-2 5 0 0,2 6 0 0,-1 7 0 0,-1 4 0 0,1 6 511 0,-8 6-242 0,-3 2-116 0,-2 3 205 0,-3 4-162 0,-1 2-79 0,-4 1-183 16,-7-9 47-16,-6-2 27 0,-1-3 1 0,0-4-180 15,0-4 104-15,-2-1 61 16,4-14 16-16,6-1-661 0,0-8 328 0</inkml:trace>
  <inkml:trace contextRef="#ctx1" brushRef="#br0" timeOffset="71059.1">23409 7078 872 0,'0'-12'0'0,"-3"-1"0"0,-3 2 0 0,-1 0 0 0,0 1 0 0,-2-2 344 0,-1 2-154 0,-4 0-68 0,4 3-49 0,-2 2 85 0,-1 5-61 0,0 0-31 0,-2 0 0 0,-3 14 63 0,4 6-52 0,0 4 1 0,2 4 11 0,3 4-27 0,3 1 0 0,0 4 43 0,6-3-39 0,0-4 0 0,0 0-31 0,2-2 0 0,3 1 9 0,8-10-9 0,2-2 0 0,4-8-223 0,1-4 111 0,3-5 57 15,2 0 31-15,-4-9-381 0,3-13 159 0,-2-5 103 16,-3-2-279-16,1-4 175 16,0-3 80-16,-7-4-34 0,1-1 66 0,-3-2 32 15,-4-3 0-15,3-3 20 0,-4-10 4 0,-3 4 9 16,-2 0 0-16,-1 2-34 0,0 5 34 0,0 9 0 15,-1 4 101-15,-7 23-46 0,-2 6-28 0,3 6 0 16,-2 4 481-16,4 15-242 0,-1 8-80 0,5 3 352 16,-1 6-235-16,2 5-116 0,0 1-58 0,0 3 146 15,0 6-93-15,6-8-61 0,-1 1-25 16,3-3-116-16,0 0 44 0,2-2 24 0,2 7 8 16,0-13-166-1,3-1 90-15,-3-3 45 0,4-1 23 0,-3-4-1 0,4-1 32 0,-5-10-1279 16</inkml:trace>
  <inkml:trace contextRef="#ctx1" brushRef="#br0" timeOffset="71638.77">23901 6975 969 0,'-5'-11'0'0,"2"3"0"0,-2-1 0 0,5 7 0 0,0 0 0 0,2 0 0 0,9 2 0 0,-2 0 525 0,5 4-235 0,0 7-131 0,-4 0 33 0,3 1-77 15,-2 4-39-15,-2 0-1 0,-1 5-109 0,-4-1 30 16,-3-1 0-16,-1 5-20 0,0-2 31 0,-5 2-1 0,-7 3 40 0,-5-5-116 16,-2 1 53-16,-5-1 27 0,-3-4 0 0,2-1-218 31,-3-2 111-31,3-9 7 0,6-4-252 0,5-2 138 15,6-2 85-15,7-17 35 0,1-4-359 0,5-5 207 0</inkml:trace>
  <inkml:trace contextRef="#ctx1" brushRef="#br0" timeOffset="71737.57">24106 6918 1895 0,'2'-2'0'0,"-1"0"0"0,1-1 0 0,-2 3 0 0,0 0 0 0,0 5 0 0,-5 8 0 0,-6 3 0 0,-4 6 293 0,4 3-128 0,-5 4-55 0,4-3 70 0,4 4-72 0,-1 0-36 15,8 2 1-15,1-2-67 0,0 1 9 0,16-7 21 0,6-2-500 0,6-3 251 16,2-7 124 0,8 2-631-16,-2-9 326 0,3-5 197 0</inkml:trace>
  <inkml:trace contextRef="#ctx1" brushRef="#br0" timeOffset="72078.74">24455 6982 883 0,'-17'-17'0'0,"1"5"0"0,-4 4 0 0,0 6 0 0,-6 2 0 0,2 2 0 0,2 15 421 0,-1 5-192 0,3 3-97 0,4 5-47 0,-2 2-15 16,14-4-10-16,3 2-23 0,1-2 292 0,1 1-146 0,16-4-74 0,1 4-26 0,5-10-89 0,1-3 43 0,3-6-1 0,1-2-215 0,-1-8 107 0,2 0 64 0,-6 0 18 0,1-11-314 0,-2-10 145 0,-3-2 91 0,-1-4-12 0,2-2-172 0,-6-1 61 0,-1-7 79 0,-4-1-137 0,-1-4 106 0,-2-4 53 0,4-7 18 0,-7-1 9 0,0-5 1 47,-1-3 25-47,-2 0 77 15,0 7-39-15,0-1-8 0,0 24-30 0,0 10 391 0,-5 16-195 0,-2 6-98 0,-2 0-16 0,2 18 418 0,-1 14-188 0,4 7-121 0,0 6 136 0,3 6-126 47,1 6-55-47,0-2-41 0,0-3 274 0,0 0-153 0,1 1-76 0,3-6-39 0,4 6 10 0,0-14-47 0,2-3-1 0,0-6-607 0,3-6 304 0,0-6 151 16,0 1 86-16,1-14-351 0,-4-5 135 0</inkml:trace>
  <inkml:trace contextRef="#ctx1" brushRef="#br0" timeOffset="72216.09">24768 6920 1600 0,'-3'0'0'0,"0"0"0"0,1 0 0 0,1 0-1 0,1 4 1 0,0 6 278 0,0 1-112 0,0 2-69 0,3 4 146 0,7 0-103 0,6 2-52 0,2 2-101 16,3 3 34-16,0-6-10 15,2-1 25-15,2-2-582 0,0-1 291 0,0-6 146 0,3-2 81 0</inkml:trace>
  <inkml:trace contextRef="#ctx1" brushRef="#br0" timeOffset="72349.73">25149 6685 1823 0,'0'0'0'0,"0"0"0"0,0 0 0 0,0 9 0 0,-2 20 0 0,-12 19 0 0,-9 27 0 0,-10 20 415 0,-6 23-189 0,-5 16-95 0,-8 20 249 16,1-17-179-16,-3 2-84 0,-4 3-43 0,-1 0-750 0</inkml:trace>
  <inkml:trace contextRef="#ctx1" brushRef="#br0" timeOffset="85535.73">6505 11433 1310 0,'-18'-6'0'0,"1"5"0"0,1 0 0 0,1 1 0 0,1-2 0 0,-1 2 0 0,4-1 0 0,4 1 212 0,-1 0-96 0,5-3-34 0,1 3 312 15,1 0-168-15,1-1-99 0,0 1-44 0,5-2 172 16,8 1-109-16,5-1-53 16,2 1-18-16,5-1 204 0,2 2-121 0,3 0-59 0,3 0 68 0,3 0-64 15,5 0-97-15,0 3-6 16,4 0 0-16,4-1 0 0,3-2 0 0,8 0 0 15,16 0 0-15,-2-6 0 0,8-6 0 0,7-3 0 16,0-3 0-16,4 1 0 0,12-1 0 0,-26 7 0 16,1 1 0-16,-8 3 0 15,-4 4 0-15,0 2 0 0,5-2 0 0,-14 3 0 0,-1 0 0 0,-2 0 0 16,-5 0 0-16,-2 0 0 0,5 0 0 0,-18 0 0 16,-6 0 0-16,1 0 0 15,-7 0 0-15,-5 0 0 0,1 0 0 0,-12 0 0 16,-4 0 0-16,-2-1 0 94,-2 1 0-94,0 0 0 0,0 0 0 0,0-4 0 0,-6 1 0 0,0-2 0 0,0-3 0 0,-3 1 0 0,2 3 0 0,2 0 0 0,-3 3 0 0,3 1 0 0,2 0 0 0</inkml:trace>
  <inkml:trace contextRef="#ctx1" brushRef="#br0" timeOffset="86382.42">10396 12414 735 0,'-21'-2'0'0,"3"-2"0"0,2 0 0 0,3 2 0 0,6 0 248 0,5 2-104 0,2 0-54 16,0 0-25-16,0 0 286 0,0 0-147 0,9 0-87 15,6 0 102-15,4 0-90 0,4 2-45 0,6 0 0 16,2-1 221-16,1 2-138 0,4-3-64 0,3 1 187 16,2 1-126-16,1-1-63 15,11-1-21-15,-5 2 171 0,5-2-251 0,8 0 0 0,5 0 0 0,6 0 0 47,12 0 0-47,-9-3 0 0,1-3 0 0,0 1 0 0,0-2 0 0,-5-1 0 0,12 3 0 0,-14-2 0 0,1 0 0 0,1 0 0 16,-2 3 0-16,6-1 0 0,-14 1 0 0,-4 3 0 15,4-1 0-15,-2 0 0 16,-1 2 0-16,9-2 0 0,-13 2 0 0,1 0 0 16,-1-2 0-16,-1 0 0 0,0-1 0 0,8-1 0 0,-8 1 0 0,5-2 0 15,1 0 0 1,2 0 0-16,-1 0 0 0,4 4 0 0,-9-1 0 0,0 0 0 16,-2 0 0-16,4 1 0 0,2 0 0 0,13-2 0 15,-16 1 0-15,2 0 0 0,-1 0 0 0,-1 1 0 16,0-1 0-16,7-1 0 0,-12 3 0 15,1 0 0-15,5 0 0 0,-5 0 0 0,1 3 0 0,6 0 0 16,-15 1 0-16,-1-2 0 0,2 2 0 16,-2-3 0-16,1-1 0 0,4 2 0 0,-8-2 0 15,-1 0 0-15,0 0 0 0,-2 0 0 16,-3 0 0-16,4 0 0 0,-12 0 0 0,-4 0 0 16,0 0 0-16,-5 0 0 15,-1 0 0-15,1 2 0 16,-8 0 0-16,-1-2 0 0,0 1 0 0,-4-1 0 0,-2 0 0 0,1 0 0 0,-1 0 0 0,-2 0 0 15,0 0 0-15,0 0 0 0,0 0 0 0,0 0 0 16,0 0 0-16,0 0 0 16,-2 0 0-16,-3 0 0 0,3 0 0 0,-6-1 0 15,3-3 0-15,-3 2 0 0,0 1-331 0</inkml:trace>
  <inkml:trace contextRef="#ctx1" brushRef="#br0" timeOffset="88109.33">9464 6711 1415 0,'0'-2'0'0,"0"-1"0"0,0 0 0 0,0 2 0 0,2-2 0 0,-1 3 0 0,5 0 0 0,-3 0 499 16,0 7-232-16,1 5-115 0,1 3-58 0,-4 4 68 15,1 6-68-15,-2 1-29 0,0 5-19 0,-2-1-10 16,-7 3 0-16,-4 4-127 15,3-4 60-15,-6-3 33 0,2 1 0 0,-2-6-345 0,2 2 198 0,-1-9 77 16,4-6 50-16,2-5-702 0,2-7 342 0</inkml:trace>
  <inkml:trace contextRef="#ctx1" brushRef="#br0" timeOffset="88303.54">9718 6770 2340 0,'5'5'0'0,"-4"2"0"0,1 1 0 0,0 4 0 0,-2 1 0 0,0 6 0 0,0 1 0 16,-4 7 433-16,-8 6-190 0,-2 0 63 0,-3 4-135 0,-2 2-67 0,0-3-34 0,-1 3 58 16,-1 2-36-16,2-10-48 15,0 1-44-15,1-5-375 0,4-2 168 0,1-4 122 16,1-3 70-16,8-12-753 31,4-6 402-31,0 0 96 0</inkml:trace>
  <inkml:trace contextRef="#ctx1" brushRef="#br0" timeOffset="88438.3">9745 7040 2550 0,'1'5'0'0,"1"-2"0"0,0 5 0 0,1-1 0 0,-2 4 0 0,1 4 0 0,0 3 0 0,1 4 424 0,-1 3-195 0,-2 3-96 0,0 6 76 16,0-5-92-16,0 2-40 0,0-1 0 0,0-3-162 16,0 0 60-16,0-1 40 0,0-9-642 0,0-5 331 15,0-3 167-15,0-8 82 0,2-1-742 0,6-1 304 16,-1-17 176-16</inkml:trace>
  <inkml:trace contextRef="#ctx1" brushRef="#br0" timeOffset="88674.89">9865 6841 1811 0,'3'-13'0'0,"3"0"0"0,5 3 0 0,1 0 0 0,1 1 0 0,7 0 0 0,5 1 0 0,3-2 787 0,2 2-380 0,3 2-185 15,-1 1-93-15,0-1 54 16,-1 2-74-16,3 3-27 0,-9 1-10 0,0 0-410 0,-6 0 187 0,-1 7 94 109,-7 2-812-109,1 3 462 0,-10 1 216 0</inkml:trace>
  <inkml:trace contextRef="#ctx1" brushRef="#br0" timeOffset="88739.55">9965 6992 1587 0,'-18'7'0'0,"8"-2"0"0,3-2 0 0,4 1 0 0,3-1 0 0,0-3 0 0,6 0 0 0,10 0 464 0,6 0-214 0,1-3-107 0,1-2-53 0,2-2-16 0,2-3 10 0,-3 3-48 0,-3 0 0 0,0-1-440 0,-2 3 219 0,-3-1 111 0,3 3-665 0,-9 0 373 16,-2 1 188-16</inkml:trace>
  <inkml:trace contextRef="#ctx1" brushRef="#br0" timeOffset="88923.05">10133 6992 991 0,'-12'7'0'0,"1"1"0"0,-1-1 0 0,1 3 0 0,2-2 0 0,3 0 0 0,2 2 131 15,0 2-47-15,4 3-24 0,0 3 418 0,0 0-225 16,6 5-109-16,4 2 315 0,4 4-211 0,-1 1-106 15,1 7-44-15,-1-5 192 0,-1-1-126 0,-2 1-64 16,-1-1-32-16,-4-3-15 16,0 2-7-16,-3-7-10 0,-2-4 0 0,0-3-32 0,-10-1 0 0,-5-5 32 15,-3-1-84-15,-3-6 38 16,-3-3 23-16,-4 0-344 0,3-4 166 0,0-9 97 16,-3-4-9-16,10-2-585 0,3-6 313 0,5-4 156 15,5-8 79-15</inkml:trace>
  <inkml:trace contextRef="#ctx1" brushRef="#br0" timeOffset="89590.42">10405 6829 2259 0,'-11'0'0'0,"1"-2"0"0,1-2 0 0,5 3 0 0,2-1 0 0,2-1 0 0,0 3 0 0,10-2 260 0,7-3-103 0,3 0-65 0,4-1 105 0,1 0-80 0,2 1-41 0,0 1 9 0,-3-2-50 0,0 5 0 0,-2-2 1 16,-4 0-484-16,0 3 232 0,0 0 140 0,-8 0 50 15,-1 3 32-15,-6 7-1 0,-3 4 30 0,0 1-114 16,-3 6 49-16,-12 3-273 16,-5 2 135-16,-2 4 65 0,-3 1 35 0,-3 1-1 15,-2 5 25-15,1-4 9 0,1-2-1 0,3-2 1 16,2-2 0-16,7-4 1200 15,-1 1-556-15,10-12-292 0,5-3-220 0,2-1-31 0,0-7-13 0,4-1-131 16,11 2 59-16,4-2 23 0,1 0-1 0,1-2-10 16,2-2 1-16,2 1-4 15,1 1 3-15,-4 0-42 0,-5 2 30 0,2 0-14 16,-5 2-3-16,0 9 41 0,-1 4-25 0,-7 3 11 16,-3 4 89-16,-3 4-39 0,0 3 0 0,-1-2 41 15,-8 5-45-15,-6-7-37 0,0 0 0 0,-4-4 0 16,2-1 0-16,-3-3 0 0,-4 0 0 0,5-10-82 15,-1-2-41-15,0-5 66 16,1 0-447-16,1 0 236 0,-1-5 99 0,3-10 72 47,6-1-219-47,-3-3 141 0,8-2 70 0,-1 3 55 0,0 0 6 0,6 6 9 0,0 0-1 0,0 6 351 0,0-1-175 0,1 2-97 0,6 1-35 0,2 3 216 16,6 1-129-16,-2 0-66 0,2 0 468 0,1 0-223 15,3 0-119-15,-3 4-259 0,2 0 70 0,1-1 34 16,-1 1 1-16,3-2-751 15,-3 0 389-15,-1 1 197 0,2-3 70 0,-5 0-869 16</inkml:trace>
  <inkml:trace contextRef="#ctx1" brushRef="#br0" timeOffset="89756.23">10702 7190 2667 0,'0'-4'0'0,"0"-1"0"0,0 2 0 0,0-1 0 0,0 0 0 0,0 3 0 0,0 0 0 0,0 1 0 0,0 0 0 0,0 0 0 0,0 0 0 0,2 6 217 0,-1 2-95 0,3 0-44 0,-1 2-498 0,2 0 228 0,0 0 114 0,0-2-768 0,1-1 435 0</inkml:trace>
  <inkml:trace contextRef="#ctx1" brushRef="#br0" timeOffset="89958">10876 6711 2403 0,'0'-16'0'0,"2"6"0"0,1 2 0 0,0 2 0 0,1 5 0 16,1 1 0-16,0 0 0 0,0 16 290 0,-1 9-127 0,4 6-64 0,-2 9 560 16,-1 7-342-16,2 9-317 0,-3 0 0 0,1 6 0 0,1 1 0 15,0 7 0-15,2 1 0 16,1 4 0-16,-1-12 0 0,1-2 0 0,-4-7 0 16,0-7 0-16,0-6 0 0,-3-2 0 0,-2-18 0 15,0-6 0-15,-4-7 0 0,-6-6 0 0,-2-2 0 16,-4 0 0-16,3-4-96 0,-2-7-207 0,3-3 124 15,-2 0 71-15,3-3-806 0</inkml:trace>
  <inkml:trace contextRef="#ctx1" brushRef="#br0" timeOffset="90374.05">11227 6953 1843 0,'-16'0'0'16,"8"0"0"-16,6 0 0 0,2 0 0 0,1 0 0 0,17 0 299 0,4 0-123 0,12 0-73 0,7-3 403 0,4-4-234 0,7-2-118 15,-1-1-59-15,9 0 51 0,-9-2-59 0,0 2-25 16,-3 2 0-16,-4 1-290 0,-7 3 132 0,-4 1 76 16,-14 3-672-16,-11 0 365 15,-7 0 182-15,-1 11-836 0</inkml:trace>
  <inkml:trace contextRef="#ctx1" brushRef="#br0" timeOffset="90745.27">11358 7204 1321 0,'-13'6'0'0,"4"-3"0"0,4 1 0 0,4 0 0 0,1-1 0 0,0 1 0 0,1-1 0 0,13 2 320 0,0 0-141 0,5 2-72 15,-2 2-34-15,0 2 167 0,1 3-92 0,-5 3-60 0,-3 1-117 16,-1 1 33 15,-2 3 1-31,-6 3 32 0,0 1-94 0,-1-3 42 0,0-1 26 0,-6 2 49 0,-3-7-23 0,-1-5 0 0,3 2 9 0,0-10-38 16,1-4-10-16,5 0-1 0,1-11-12 0,0-13-87 15,1-2 56-15,8-11 27 16,5-1-448-16,0-9 226 0,2-4 102 0,1-5-353 16,-1-10 219-16,-1 3 122 0,-5-6 57 0,-1-6-65 15,0-9 61-15</inkml:trace>
  <inkml:trace contextRef="#ctx1" brushRef="#br0" timeOffset="90800.13">11564 6795 252 0,'6'-89'-77'0,"-5"21"297"0,1 11-128 0,-2 17-65 16,0 11-32-16,0 7 245 0,-7 20-135 0,4 2-70 0,-3 12 663 0,1 10-344 0,4 8-89 0,1 8 218 0,0 5-227 0,1 6-110 0,10 16-55 0,4 5 316 0,3 10-186 0,8 12-100 0,-4-12-121 0,2 0 0 0,5 2 0 0,-1 0 0 0,4-4 0 0,2 2 0 0,-8-26 0 0,-1-7 0 0,-2-8 0 0,-5-5 0 0,-3-9 0 0,-2-5 0 0,-10-14-78 0,0-6-11 0,-3 0 58 0,0-6-514 0,-6-13 227 0,0-9 131 0,-4-4 78 0,2-9-487 0,-1-8 279 0,2-6 140 15,-3-8 70-15</inkml:trace>
  <inkml:trace contextRef="#ctx1" brushRef="#br0" timeOffset="90925.33">11772 6553 1370 0,'0'-12'0'15,"-3"3"0"-15,1 0 0 0,2 3 0 0,0 6 0 0,0-3 776 0,0 3-374 0,9 0-182 16,0 1 582-16,3 9-441 0,0 3-361 0,4 2 0 16,-4 2 0-16,4 3 0 0,-4 4 0 0,1 2-176 15,2 4-206-15,2 4 219 0</inkml:trace>
  <inkml:trace contextRef="#ctx1" brushRef="#br0" timeOffset="91088.88">12557 7086 3106 0,'2'-9'0'0,"3"1"0"0,-2 5 0 0,0 2 0 0,-2 1 0 0,-1 0 0 0,0 4 618 0,0 1-411 0,-1-1-207 15,-2 1 0-15,0-2-154 0,0 0-101 0</inkml:trace>
  <inkml:trace contextRef="#ctx1" brushRef="#br0" timeOffset="97657.02">10492 9764 775 0,'0'-1'0'0,"-2"-2"0"0,-1 1 0 0,1 1 0 0,1-1 0 0,-1-1 132 0,0 3-47 0,2-3 1 0,-1 1 40 0,-1 0-33 0,1 0-11 0,1-1-42 0,-2 3 58 0,2 0-29 0,-1-1 0 0,1-3-20 0,0 4 56 0,0 0-33 0,0 0 1 0,0 0 10 0,0 0 0 16,0 0-34-16,0 0 54 15,1 0-31-15,2 0-1 0,4 0-31 0,2 0 59 16,-1 0-10-16,2-1-50 94,0 0 1-94,1-1 27 0,0-1-27 0,3 3 10 0,-2-2-11 0,0 1 1 0,1-1 0 0,0 1 0 0,1 1-1 0,0-3 11 0,0 3-10 0,-3 0-18 0,2 0 18 0,0 0-1 0,-2 0 1 0,4 0-32 0,-3 0-16 0,1 0 45 0,-2 0-14 0,3 0-14 0,-3 0 20 0,4-1 11 0,-3 1-13 0,-1-2 6 15,-2 2-3-15,3 0 0 0,-2 0-33 0,5 0 39 16,-7 0-9-16,3 0-46 0,-2 0 45 0,1 0 2 16,-2 0-3-16,4 0-54 0,-3 0 21 0,0 0-1 15,-2 0 24-15,3 0-43 0,-4 0-5 0,3 0 50 16,-1 0-43-16,-1 0 37 0,1 0-11 0,-1 0 8 16,-1 0-37-16,3 0 36 0,-3 0-14 15,1 0 29-15,1 0-23 0,-1 0 4 0,-1 0-3 0,4 0 19 16,-4 0-16-16,2 0 2 15,-1 0-2-15,2 0 28 0,-3 0-25 0,4 0 3 16,-2 0-4-16,0 0 16 0,0 0-14 0,3 0 0 16,-2 0-14-16,-1 0 17 0,2 0-3 0,-3 0-48 15,1 0 46-15,0 0 0 16,2 0 1-16,-3 0-39 0,-1 0 35 0,0 0 1 0,2 0-4 0,-2 0 19 47,1 0-19-47,-2 0-2 0,-1 0 3 0,2 0 4 0,-3 0-5 0,3 0 1 0,-1 0 0 0,-2 2 2 0,2-1-1 0,2 2-3 15,-3-3 5-15,0 1-2 0,4 1 3 0,-3-1-10 16,1-1 8-16,3 2-1 16,-4-2 0-16,2 0-7 0,2 3 7 0,0-1-3 0,0-2 2 0,-1 1 5 15,2-1-4-15,-1 1-1 0,3 3 16 0,-2-4-15 16,-1 1 0-16,1-1 1 16,2 0-1-16,-3 0 1 0,4 0-1 0,-1 0-4 0,-4 0 4 0,4 0 1 15,-2 0 0-15,1 0-8 0,1 0 8 0,-3 0 0 16,1 0-7-16,1 0 5 15,-4 0 1-15,1 0-1 0,2 0 0 0,-2 0 0 16,-2 0 0-16,-2 0 4 0,1 0-3 0,0 0-1 16,1 0 0-16,-2 0 0 0,-2 0 0 0,1 0 1 15,0 0-1-15,-2 0-1 0,0 0 2 0,-1 0-1 16,0 0 1-16,0 0-3 0,0 0 2 0,0 0 1 16,0 0-17-16,0 0 15 0,0 0 1 0,0 0-31 15,0 0 30-15,0 0-2 16,0 0 2-16,-1 0-139 0,0 0 65 0,-2 0 27 15,2 0 1-15,1-1-423 0,-2-5 220 0,0 1 105 79,1 3-690-79</inkml:trace>
  <inkml:trace contextRef="#ctx1" brushRef="#br0" timeOffset="98502.12">12760 9772 760 0,'-11'-3'0'0,"0"-2"0"0,-1 1 0 0,4 1 0 0,-2 2 0 0,3 0 75 0,2 1 0 0,-1 0-37 0,3 0 175 0,1 0-88 0,-1 0-33 0,3 0-11 0,0 0-43 0,0 0 1 0,0 0-1 0,0 0 274 0,2 0-127 0,4 2-78 0,3-1-35 0,4-1 147 0,1 2-90 0,3-2-46 0,3 0 10 0,0 0 34 0,4 0-44 0,0 0-1 0,0 0-8 0,4 0-26 15,-3 0-10-15,0 0 0 0,0 0-32 0,-2-2 32 16,-1 2 0-16,5 0-25 0,-6 0 25 0,1 0 0 47,-3 0 0-47,-1 0-41 0,0 0 0 0,4 0 51 0,-7 0-10 0,-1 0-41 0,1 0 1 0,-3 0 32 0,0 0-11 0,5 0 11 15,-6 0-5-15,0 0-22 0,0 0 21 0,-2 0-1 16,3 0 1-16,-2 0-32 0,-1 0-6 0,-1-1 34 16,0 1 2-16,-2-1-50 0,2 0 1 0,3 1 45 15,-5 0-2-15,2 0-36 0,0 0-1 0,1 0 23 16,-1 0-15-16,1 0 17 0,2 0 2 0,-3 0-7 16,1 0 2-16,2 0 0 0,-1 0 2 0,1 0-14 15,-1 0 13-15,1 0 1 16,0 0 0-16,1 0-13 0,-2 0 13 0,5 0-1 15,-5 0 1-15,1 0-12 0,1 0 10 0,-2 0-2 16,-1 0-18-16,3 0 19 0,-4 0 0 0,0 0-2 16,-1 0-5-16,0 0 5 0,-2 0 1 0,1 0-22 15,-2 0 21-15,-2 0-2 16,0 0 2-16,0 0 8 0,-1 0-8 0,1 0-3 0,0 0 2 0,-2 0 13 16,0 0-12-16,2 0-1 15,-2 0 12-15,0 0-10 0,0 0-1 0,0 0 3 16,0 0-20-16,0 0 18 0,0 0 0 0,0 0-40 0,0 0 39 15,0 0-2-15,0 0 2 0,0 0-71 16,0 0 32-16,0 0-6 0,0 0 38 0,0 0-162 16,0-3 75-16,0 3 28 0,-2-3-624 0,-2-1 333 15,-1 2 160-15</inkml:trace>
  <inkml:trace contextRef="#ctx1" brushRef="#br0" timeOffset="100028.4">10580 12017 1137 0,'0'0'0'0,"0"0"0"0,0 0 0 0,0 0 0 0,0 0 0 0,0 0 0 0,0 0 0 0,0 0 120 0,0 0-31 0,0 0 71 0,0 0-60 0,1 0-31 0,1 0 1 0,4 0 33 0,-4 0-22 0,4 0-10 16,2 0-31-16,-2 0 37 0,2 0-38 0,1 0 0 0,4 0 10 0,-2 0 14 16,1 0-23-1,-1 2-1-15,0-2 12 0,4 0-12 0,-4 3 11 0,1 0-21 0,-2-2 10 0,1-1 0 47,-1 0 1-47,0 3-35 0,2-1 44 0,-5-1-9 0,4-1-1 0,-3 1-26 0,0 1 19 0,0 0 5 0,1 0 2 0,0-2-32 16,-2 1-5-16,0 2 31 0,1-3-38 0,0 1 0 15,1-1 35-15,0 3-11 0,0-3 5 0,0 1 1 16,0 1-5-16,0-2 22 16,4 0-13-16,1 0-5 0,-2 0-1 0,5 0 28 15,-1 0-25-15,4 0-1 0,5 0 9 0,-4-2-47 0,4 1 2 0,-1-2 35 16,1 3-57-16,0-1 27 16,2-2-2-16,-4 3-22 0,0 0 41 0,-1 0 3 15,-3 0-9-15,1 0 48 0,3 0-42 0,-8 0-1 16,2 0-7-16,-3 3 51 0,1-2-43 0,0-1 0 15,1 0 8-15,-5 0-10 0,3 0 11 0,-3 0-6 16,-1 0-32-16,6 0 37 0,-7 0 0 0,1 0-40 16,-2 0 0-16,0 0 34 0,0 0-7 0,3 0-20 15,-5 0-7-15,-1 0 28 0,-1 0-8 0,2 0-17 16,-4 0 18-16,4 0 3 0,-4 0-5 0,-1 0 6 16,1 0-6-16,-1 0 3 15,-1 0 32-15,2 0-1 0,-2 0-28 0,0 0 53 16,0 0-23-16,0 0-1 0,0 0-19 0,0 0 27 15,0-1-28-15,0-2 7 32,0 2-6-32,0-1-31 0,0 0 2 0,0 0 37 0,0 1-7 0,0 0-86 0,0-1 41 0,0-1-1 0,0 3-39 0,0-1 29 15,0-2-1-15,0 0-308 16,0 0 162-16,0 1 81 0,0-2 19 0,0 2-632 16,0-1 346-16</inkml:trace>
  <inkml:trace contextRef="#ctx1" brushRef="#br0" timeOffset="100696.49">12707 11972 1054 0,'-11'-4'0'0,"2"0"0"0,1 2 0 0,0-2 0 0,2 3 0 0,1-1 0 0,-1-1 0 0,3 2 0 0,0 1 152 15,3 0-57-15,0 0 162 32,0 0-110-32,0 0-45 0,3 0-38 0,8 0 0 0,4 0-27 0,-1 0 0 0,7 0 0 0,0 0 261 0,0-1-135 0,2 1-63 15,2-2-32-15,0 1 113 0,0 1-72 0,3-3-27 16,0 3 85-16,0 0-64 16,2-1-34-16,2 1 52 0,3 0-42 0,7-1 9 0,-5 1-51 0,2-2-4 15,4 2 4-15,-3 0-1 47,0 0 1-47,7 0 26 0,-10 0-49 0,-2 2-14 0,-3 3 0 0,0 0 0 0,-4 3 0 0,3 0 0 0,-9-3 0 0,-4 1 0 0,-4-1 0 0,-1-1 0 16,-3-1 0-16,2-1 0 0,-6-2 0 0,0 0 0 15,-3 0 0-15,-2 0 0 16,1 0 0-16,1 0 0 0,-1 0 0 0,-2 0 0 16,0-2 0-16,0 1 0 0,0-4 0 0,0 4 0 31,0 0 0-31,0-1 0 0,0 0 0 0,0 2-742 0,0-3 242 0,0 3 222 15</inkml:trace>
  <inkml:trace contextRef="#ctx1" brushRef="#br0" timeOffset="106216.68">6415 11487 748 0,'0'0'0'0,"0"0"0"0,0 0 0 0,0 0 0 0,0 0 0 0,0 0 286 63,0 0-124-63,0 0-62 0,0 2 49 0,0-2-46 0,0 0-36 0,0 0 127 0,0 1-78 16,3-1-39-16,6 2 0 0,-2-2 85 0,2 0-66 0,0 0-30 0,3 0 1 0,-2 0 61 0,3 0-46 0,2 0 11 0,-2 0-55 0,1 0 38 0,3 0-1 0,0 0-37 15,-2 0 26-15,1 0 9 0,1 0-35 0,-1 0 13 16,3 0-12-16,-1-2-1 0,0 1 0 0,5-3 19 0,-3-3-19 0,1 3 0 31,0-2 1-31,2-1-12 31,-1 0 11-31,5 1 10 0,-5 0-10 0,4 0-41 0,-4 0 0 0,0 1 40 16,1-1-36-16,6 0 3 0,-7 3 28 0,2-2-42 0,-2 2 39 0,1-1-10 0,1 2 8 0,3-2-13 31,-2-2 10-31,-1 3-7 0,-1-1 5 0,2 0 1 0,0 0-2 0,5 0-8 0,-7 1-13 0,3 0 0 63,-2-1 0-63,-1 2 0 0,1 1 0 0,5-1 0 0,-10 0 0 0,1 2 0 0,2 0 0 0,-3 0 0 0,1 0 0 15,3 0 0-15,-5 0 0 0,0 0 0 0,0 2 0 0,2 1 0 0,3-3 0 0,-6 2 0 0,3-2 0 0,1 0 0 0,-2 0 0 0,1 0 0 32,6-2 0-32,-8-3 0 0,1-2 0 0,0-1 0 0,0 3 0 0,-1-1 0 0,4 1 0 0,-5 0 0 15,-1 2 0-15,0 1 0 16,2 1 0-16,-2-1 0 0,6 2 0 0,-5 0 0 31,-1 0 0-31,2 0 0 0,-1 0 0 0,2 3 0 31,2 1 0-31,-3-3 0 0,0 3 0 0,1-4 0 0,-2 1 0 0,3-1 0 0,3 0 0 0,-5 0 0 0,0 0 0 0,0 0 0 16,0 0 0-16,-3 0 0 0,5 0 0 0,-3 0 0 62,-3 0 0-62,3 0 0 0,-3 2 0 0,0 0 0 0,4 1 0 0,-5-2 0 0,0 2 0 0,-2-1 0 0,3 1 0 16,-2-1 0-16,2 0 0 0,-2 0 0 0,0 0 0 0,-1-1 0 0,-1-1 0 0,1 0 0 0,2 0 0 0,-5 0 0 0,3 0 0 0,-3 0 0 16,-1 0 0-16,-2 0 0 0,4 0 0 0,-3 0 0 15,-4 0 0-15,1 0 0 0,-1 0 0 0,-1 0 0 16,1 0 0-16,-2 0 0 78,0 0 0-78,0 0 0 0,0 0 0 0,0 0 0 0,0 0 0 0,0 0 0 0,-5 0 0 0,2 0 0 0,-1 0 0 0,-4-5 0 0,2-2-499 0,2 1 116 0,-5-5 173 0</inkml:trace>
  <inkml:trace contextRef="#ctx1" brushRef="#br0" timeOffset="110234.87">12373 9405 839 0,'5'-6'0'0,"0"-1"0"0,-2 0 0 0,2 0 0 0,1 0 0 0,0 1 0 0,-2 4 0 0,0-1 0 0,-1 0 115 0,0 2-39 0,0-1 11 0,1 1 113 16,-2 1-81-16,0 0-40 0,-2 0 0 0,2 0 133 16,0 0-78-16,-2 3-52 0,0 5 0 0,0 3 118 15,0 1-81-15,-6 6-40 16,-4 5 34-16,-2 2-43 0,-1 7 1 0,-3 3-32 0,-4 6 83 0,-2 6-42 15,-6 8 10-15,-1 5-17 16,-6 10 0-16,-5 8-35 0,-7 13 1 0,-2 4 28 16,-7 9-19-16,11-18-9 15,0-7 0-15,4-5 39 0,3-7-39 0,5-10 0 0,0 4 6 0,10-20-6 16,7-6 0-16,-1-3-55 0,6-4 28 16,3-7 0-16,-4 1 36 0,7-8-103 0,2-3 43 0,1-6 15 15,-1-2 0-15,2 0-172 0,1-3 89 0,-2 0 33 16,2 0 27-16,-1 0-313 0,-1-6 155 0,-1-4 51 15,3-3-449-15,0-4 268 16,0-2 135-16,0-4-186 0,1 0 161 0,10-11 69 16,-3 3 50-16</inkml:trace>
  <inkml:trace contextRef="#ctx1" brushRef="#br0" timeOffset="110500.03">12442 9446 1370 0,'0'-15'0'0,"3"4"0"0,-1-4 0 0,1 6 0 0,0-1 0 0,-1 2 0 0,1 2 0 0,-2 2 0 0,2 0 387 0,-3 3-180 0,0 1-83 0,0 0-43 0,0 0 73 0,-9 5-57 0,-4 9-20 0,-1 3-74 0,-3 4 36 16,-6 4 0-16,0 2-90 0,-4 4 55 0,3 1-10 47,-5-3 44-47,0 4-129 0,-1-4 65 0,3-2 32 0,-4 3 10 0,11-9-456 0,4-6 220 0,5-3 60 0,5-8 71 0,6-4-485 15</inkml:trace>
  <inkml:trace contextRef="#ctx1" brushRef="#br0" timeOffset="110707.46">12453 9440 2259 0,'2'0'0'0,"-1"0"0"0,1 0 0 0,-1 0 0 0,2 0 0 0,0 0 0 0,-2 0 0 0,0 0 0 0,0 0 322 0,3 0-146 0,-1 3-69 0,2 4-132 0,0 0 32 0,-1 3-1 0,3 1 43 0,1 2-289 0,-3 2 139 0,1 2 70 0,-1 2 35 0</inkml:trace>
  <inkml:trace contextRef="#ctx1" brushRef="#br0" timeOffset="111183">11690 10418 1097 0,'0'-5'0'0,"-2"3"0"0,0 1 0 0,-1-2 0 0,2 2 0 0,-2 1 0 0,3 0 0 0,0 9 151 0,0 6-57 0,0 7-28 0,0 4 74 16,0 6-42-16,2 1-35 0,-1 3 0 0,2 5-56 15,-2 0-1-15,1-1 31 16,0 6 10-16,-2-12 30 0,0-1-40 0,0-5 1 16,0-3 49-16,0-7-24 0,0-1 9 0,0-10 98 15,0-5-66-15,0-2-34 0,0 0 1 0,1-2 96 16,11-10-56-16,4-10-41 0,4-4 0 0,5-7-95 16,6-5 31-16,2-5 0 0,11-6 41 0,1-1-656 15,4-4 320-15,6-2 135 0</inkml:trace>
  <inkml:trace contextRef="#ctx1" brushRef="#br0" timeOffset="113083.03">14958 6897 1997 0,'0'-9'0'0,"-6"2"0"0,-1 1 0 0,4 1 0 0,-1 5 0 0,1-2 0 0,0 2 0 0,0 0 0 0,3 0 0 0,0 9 266 0,0 6-115 16,0 2-56-16,0 2 88 0,3 6-64 0,4-1-44 31,2 6-1-31,1 5 39 0,0 5-38 0,-1 5 1 0,2 11-4 0,-3 6-10 0,0 9-24 0,-2 8 0 16,0 8 11-16,-3 3-11 0,-1 12 9 0,-2-15 30 15,0 1-39-15,0-6 0 16,0-10 0-16,0-4 38 0,-3 1 9 0,1-23-74 16,1-8-11-16,-1-5 0 0,2-7 0 0,0 5 0 0,0-13 0 0,0-6 0 46,0-4 0-46,0-3 0 0,0-5 0 0,0 0 0 0,0 0 0 0,0-2-429 0,-4-9 102 0,4-6 129 0,0-6 91 0</inkml:trace>
  <inkml:trace contextRef="#ctx1" brushRef="#br0" timeOffset="113653.01">15438 6649 686 0,'-15'-9'0'0,"4"4"0"0,-2-3 0 0,6 5 0 0,4 1 0 0,1 1 260 15,2 0-112-15,0 1-55 0,2 0-19 0,9 0 27 16,7 0-31-16,2 4-1 0,1 7-32 0,4-2 131 16,4 5-56-16,-5 2-42 0,0 1 2 0,0 1-34 15,-2 2-1-15,-2 2-68 0,0 4 44 0,-7 0-10 16,-5 5 34-16,-5 0-36 16,-3 6 36-16,0-1 0 15,-15 5 10-15,-5-9 43 0,-4 2-29 0,-3-10 1 0,0-4-53 0,2-5 58 0,-4-2 1 0,5-10-36 47,1-3 45-47,6 0 0 0,0-10-40 0,6-7-44 0,-1-2 9 0,8 1 35 0,4-3 0 0,0 3-64 0,0 0 32 0,4 1 9 16,6 2 24-16,1 4-243 0,0 2 103 0,2 0 60 15,-1 3 11-15,4-4-208 0,-2 5 94 0,1-1 66 16,1 2-502-16,1-1 272 0,0-2 136 0</inkml:trace>
  <inkml:trace contextRef="#ctx1" brushRef="#br0" timeOffset="113871.82">15727 6702 1178 0,'-2'-8'0'0,"-1"-1"0"0,3 1 0 0,0-1 0 0,0 4 0 0,3 0 0 0,4 4 0 0,6-1 490 94,0 2-227-94,4 0-103 0,-1 0-66 0,1 7 185 0,-2 2-121 0,2 5-60 0,-4 0-31 0,1 3 10 0,-5 1-40 0,-4 0 0 0,-2 4-71 0,-3-1 36 0,0 1 0 0,0 1-70 0,-11-2 49 0,-4-4 27 0,-3 4 1 0,-2-4-165 0,-3-4 83 0,-1 3 9 0,-1-8 37 0,4-2-38 0,1-1 31 0,2-4-41 0,3-1 31 0,2 0-636 16,8-6 327-16,5-10 157 0,0-3-133 0</inkml:trace>
  <inkml:trace contextRef="#ctx1" brushRef="#br0" timeOffset="114044.99">15987 6590 1312 0,'3'-5'0'0,"0"2"0"0,0 2 0 0,-1 1 0 0,-1 0 0 0,-1 0 340 0,0 9-143 0,0 1 198 0,0 6-179 0,0 1-89 0,-1-1-45 0,-1 2 298 0,2 3-162 0,0-3-95 16,0 0-43-16,2 0-73 15,7 2 30-15,5-4 1 0,2 5 8 0,4-7-436 0,0 0 214 0,2-4 106 16,2 2-595-16,-1-4 315 16,0 3 187-16,-6-6-347 15,-1 0 237-15</inkml:trace>
  <inkml:trace contextRef="#ctx1" brushRef="#br0" timeOffset="114271.12">15468 7106 1323 0,'-23'0'0'0,"9"0"0"0,3 0 0 0,6 1 0 0,5 2 0 0,0-2 305 0,5-1-124 0,18 0 424 16,10 0-284-16,9-1-142 0,9-9-71 0,10-1 124 15,-2 0-102-15,4-1-47 0,-1 2 1 0,5-1-15 16,-1 3 1-16,6 0-23 0,-16 4-10 0,-4 2-278 16,-8 0 140-16,-7 2 68 0,-7 0-424 0,-4 0 256 31,-15 3 89-31,-8 4-603 0,-1-1 341 0,-2 2 160 0,-5-1 88 0,-7 0-203 0</inkml:trace>
  <inkml:trace contextRef="#ctx1" brushRef="#br0" timeOffset="114553.88">15641 7204 1686 0,'-3'0'0'0,"3"0"0"0,0 0 0 0,0 0 0 0,0 0 0 0,5 0 0 0,8 0 0 0,5 0 0 0,4 3 0 0,1 6 213 31,0-1-93-31,-1 4-68 0,0 5-15 0,-2 0 1 0,-4 4-1 0,-1 4-78 0,-10 1 34 0,-5 3 1 0,0 0 43 16,-14 3-25-16,-6-3 1 0,-6 2 33 15,-3-4-9-15,-2-10 61 0,-2 0-31 0,0-5 0 16,-1-2 15-16,5-7-50 0,2-3-17 0,4 0 42 16,3-1 7-16,7-6-28 0,-1 0 16 0,12-3 20 15,2 3 0-15,0-3-34 0,0 2-1 0,10-1-54 16,4-3 36-16,5 4-9 0,2-1 27 0,3 1-354 16,3-1 151-16,0 0 90 0,5-3-624 15,-3 2 335-15,2-3 164 0</inkml:trace>
  <inkml:trace contextRef="#ctx1" brushRef="#br0" timeOffset="114894.03">16063 7221 1237 0,'0'0'0'0,"-4"3"0"0,-1 2 0 0,0 4 0 0,0 2 0 0,-2 5 0 0,4 1 509 0,0 1-235 0,3 5-119 0,0-3-59 0,0 3 56 0,0 2-48 0,6-5-38 0,4-2 0 0,5-4-108 16,0 0 40-16,3-6 0 15,2-2-248-15,0-4 139 0,-3-2 74 0,2 0-205 0,-2-9 137 0,2-6 69 16,-2-5-34-16,-2 0-106 0,-4-3 72 0,3-2 23 16,-4 2-1-16,-1 2 180 0,2-2-77 0,-5 8-24 15,-1 4 0-15,-2 2 355 0,-1 4-184 0,1 0-59 16,-2 5 111-16,-1 0-64 16,0 16-64-16,0 1 231 0,0 7-142 0,0 2-63 109,0 0-45-109,0 2-63 0,3 1 1 0,3-2 26 0,2-1 0 0,5 1-515 0,1-3 252 0,4-7 132 0,1-3 66 0,4-4 32 0,2-6 0 0</inkml:trace>
  <inkml:trace contextRef="#ctx1" brushRef="#br0" timeOffset="115298.26">17086 6596 1658 0,'0'-11'0'0,"0"-1"0"0,0 2 0 0,0 0 0 0,7 1 0 0,6 2 0 0,3 2 0 0,4 2 0 0,3 3 0 0,1 0 187 0,3 5-67 0,-4 10-45 16,0 4 42-16,-5 3-39 0,-1 2-1 0,-6 3-96 16,-2 6 37-16,-6-5-9 15,-3 0 28-15,-3 3-28 16,-9-4 1-16,-4 0 26 0,-6 1 10 0,-4-7 7 0,-4-4-16 0,-1-3-1 15,0-5 1-15,0-4 121 0,-1-3-52 0,4-2-39 16,5 0 0-16,3-7-30 0,4-7 0 0,5-1 136 16,2-3-58-16,9-2-44 0,0 5-1 0,3-4-56 15,13 4 0-15,2 1 23 0,3-1 9 0,2 6-168 16,3 1 80-16,-2 2 39 16,1 3-546-16,0-1 276 0,4 3 100 0,-4 0 83 0,2 1-19 15,-1 0 43-15</inkml:trace>
  <inkml:trace contextRef="#ctx1" brushRef="#br0" timeOffset="115447.42">17434 6614 1580 0,'-3'0'0'0,"0"-3"0"0,0 1 0 0,-1-1 0 16,3 1 0-16,1 1 0 0,0 1 0 0,0 0 455 0,0 0-210 0,1 4-94 0,4 3-62 0,3 1-104 15,1 3 26-15,1-4 0 0,-1 3-432 0,3 1 238 16,-1-4 105-16,1 2 57 0,0-4 30 0,-1 1-1 15</inkml:trace>
  <inkml:trace contextRef="#ctx1" brushRef="#br0" timeOffset="115593.33">17657 6553 566 0,'4'-9'0'0,"-4"2"0"0,2-1 0 0,0 2 0 0,-1 3 0 0,-1 3 0 0,0 0 477 0,0 0-219 0,0 14-111 0,-5 1 321 16,-3 4-220-16,1 6-106 15,-1-1-52-15,0 6 7 0,-2 0-30 0,2 4 10 16,1-5-41-16,-1 2-365 0,-1 0 183 0,3 1 91 31,-2-3-244-31,0 3 176 0,-1-5 76 0,0-4 42 0</inkml:trace>
  <inkml:trace contextRef="#ctx1" brushRef="#br0" timeOffset="115812.55">16925 7069 1264 0,'-11'0'0'0,"5"-3"0"0,4 2 0 16,2-1 0-16,10 1 0 0,13 1 569 0,7-3-266 0,10 3-133 0,9-2 362 0,3-2-253 16,7 1-121-16,11 0-60 0,4-2-31 0,3 2 0 15,4-1-21-15,-19 1 23 0,-8 2 0 0,-6-1-33 16,-9 2 1-16,-8 0-746 0,-1 0 383 0,-18 3 176 16,-7 4 94-16,-5-1-730 15,0 2 375-15,-16 2 184 0,-4 1-261 0,-5-2 230 16,-5-3 110-16</inkml:trace>
  <inkml:trace contextRef="#ctx1" brushRef="#br0" timeOffset="116085.88">17178 7146 1046 0,'0'0'0'0,"-1"0"0"16,1 0 0-16,0 1 0 0,0 4 0 0,5 2 0 0,4 2 459 0,5 1-211 0,-2 4-105 0,4 4-53 0,-2 3 197 0,1 1-130 0,-3 2-60 0,-3 3-30 0,-2 2-55 0,-3 2 0 0,-3 0 34 0,-1-2-95 0,-3-1 43 0,-13-2-1 0,-1-3 44 0,-3-3-60 0,-6 1 40 0,2-10-10 0,0-6 10 16,-2 0 20-16,1-5-36 0,4 0 1 0,-4-5 48 15,9-7-35-15,4-2-18 0,2 1 15 0,6-2 111 16,2 1-51-16,2 2-10 16,0 2 67-16,4-1-40 0,6 3-26 0,7 0-121 0,-1-1 47 15,4 1 34-15,2 2-10 0,-2 1-167 16,4-1 92-16,-1-1 41 0,2 2 25 0,1-1-722 15,-4-1 315-15,1-4 183 0,4 5 91 0</inkml:trace>
  <inkml:trace contextRef="#ctx1" brushRef="#br0" timeOffset="116360.94">17488 7259 785 0,'1'0'0'0,"0"-1"0"0,1 1 0 0,-1 0 0 0,1 0 276 0,-2 0-123 0,0 5-59 0,0 4-28 0,0 6 536 0,0 4-283 0,0-1-132 0,0 5 233 0,0 1-192 16,0 0-95-16,2-2-49 0,5 2-100 0,1-7 22 15,3-2-1-15,1-5-267 0,2-3 149 0,1-7 75 16,5 0 47-16,-3 0-142 0,0-15 84 0,2-6 44 16,-3-4-6-16,-1-1-294 0,2-6 60 0,-8 6 109 15,1-1 134-15,-2 5-1 0,-3 2-34 0,0 5 0 16,-2 0-9-16,-1 7 9 0,-2 6 1 0,0 2 436 16,0 2-160-16,-2 13-124 15,1 4 20-15,-1 5 504 0,2 3-302 0,0 0-151 16,0 2-169-16,3 1-18 0,7 2 0 0,4-7 0 15,0-1 0-15,4-3 0 0,3-2 0 0,2-7 0 16,5-1 0-16,0-11 0 16,-1 0 0-16,2-3-1033 0</inkml:trace>
  <inkml:trace contextRef="#ctx1" brushRef="#br0" timeOffset="116747.74">18292 6638 945 0,'0'-5'0'0,"0"-2"0"0,-1 3 0 0,-3-2 0 0,2 2 0 0,0 3 543 0,1-1-254 0,-1 0-126 46,2 1-63-46,0 1 154 16,0 0-114-16,0 0-51 0,0 5 182 0,0 6-118 0,0 5-57 0,2 1-21 0,-1 5 152 0,3 5-95 0,1 7-47 0,-2 3 159 0,2 8-119 0,-2 8-125 0,1 3 0 0,-1 12 0 0,-2 9 0 0,1 12 0 16,-2 6 0-16,0 15 0 0,0-10 0 0,0 2 0 15,-3 0 0-15,0 1 0 47,-1-3 0-47,3 8 0 0,1-24 0 0,0-1 0 0,0-5 0 0,6-5 0 0,2 0 0 0,1 10 0 0,-1-12 0 0,2-3 0 0,0-3 0 0,0-12 0 16,-2-6 0-16,2 1 0 0,-3-24 0 0,0 0 0 15,-2-7 0-15,-2-10 0 0,-1-2 0 0,-1-2 0 16,-1-3 0-16,0 0 0 0,0-9 0 0,-4-7-599 16,-6-4 158-16,1-4 193 15</inkml:trace>
  <inkml:trace contextRef="#ctx1" brushRef="#br0" timeOffset="117486.73">15568 8119 473 0,'0'-16'0'0,"0"3"0"0,0 1 0 0,0 1 0 0,0 2 138 0,4-2-51 16,8-1-16-16,4 3-9 0,5 3 244 0,1 3-140 0,4 1-64 15,4 2 174-15,3 0-111 16,-4 8-68-16,-1 8-31 0,-3 6 0 0,-3 2-30 15,-5 4 0-15,-3 6 100 0,-11-4-55 0,-3 1-22 16,0 4 0-16,-6-6 18 0,-10 7-32 0,-2-9-9 16,-6-1 0-16,-2-5 26 0,-4-3-26 0,0-4 1 15,-2-2 8-15,5-9-9 0,1-3 0 0,1 0 0 16,4-2 0-16,3-7 0 16,-1-6 10-16,11-2 75 0,5-3-42 0,3 0 0 15,0-4-43-15,8 1-131 0,6-2 75 0,5 5 24 16,1 2-1-16,2-3-124 0,1 5 60 0,-1-1 42 47,6 0-539-47,-3 5 271 0,1-1 97 0,1 2-521 0,0 1 338 0</inkml:trace>
  <inkml:trace contextRef="#ctx1" brushRef="#br0" timeOffset="117697.13">15957 8074 1493 0,'0'-1'0'0,"0"-5"0"0,2 0 0 0,1 3 0 0,2-1 0 0,3 0 0 0,1 1 0 0,0 0 0 0,1 2 401 0,3-1-173 0,-2 2-101 0,1 0-45 0,0 0 54 0,-3 6-51 0,0 5-24 0,-3 2-22 0,-2 1-3 16,-3 1 0-16,-1 2-56 0,0 2 28 0,-1-2 9 15,-8-2 19-15,-2-1-159 16,-2 0 79-16,-2-4 40 0,0-1 0 0,-3 0-290 16,4-4 149-16,-3-3 35 31,5-2 50-31,-1 0-332 0,6 0 178 0,-2-3 80 0,9-10-279 0,0-3 189 0,2-4 93 0,9-1-90 0,6-4 92 0</inkml:trace>
  <inkml:trace contextRef="#ctx1" brushRef="#br0" timeOffset="117848.82">16177 7954 1249 0,'6'-4'0'0,"-1"-1"0"0,0 3 0 0,-1-1 0 0,-1 3 0 0,-1 0 0 0,-2 0 280 0,0 7-122 0,0 4 210 16,0 3-166-16,-2 0-74 16,-1 2-51-16,0-1 359 0,3 0-200 0,0 0-100 15,0-1-50-15,0 3 40 0,8-3-49 0,3 0 0 16,3 0-41-16,3-1-247 0,3 2 124 0,5-2 70 15,-3-2-561-15,3-1 306 0,-2 0 155 0,-1-1 41 16,-3 1 50-16,1-2-126 0</inkml:trace>
  <inkml:trace contextRef="#ctx1" brushRef="#br0" timeOffset="118086.74">15556 8520 1406 0,'-13'0'0'0,"7"0"0"0,4 0 0 0,2 0 0 0,2-2 0 0,17 0 0 0,9 0 569 0,9-4-270 0,9-1-132 0,6 0 83 0,7-2-106 0,3 0-55 16,10-2-17-16,-6 2 70 0,-4 4-54 0,-4-1-25 0,-5 5-1 0,-10 0-360 0,2 1 177 0,-20 0 73 0,-6 0-472 0,-5 6 277 0,-8 1 108 0,-4 2-613 0,-1-1 346 0,-1 1 188 15</inkml:trace>
  <inkml:trace contextRef="#ctx1" brushRef="#br0" timeOffset="118354.39">15811 8584 989 0,'-2'2'0'0,"1"1"0"0,1-3 0 0,0 3 0 0,0 3 0 0,1-1 0 0,10 2 187 0,-1 3-80 0,5 2-35 15,-2 1 90-15,2 3-63 0,-2 1-31 0,1 1-123 16,-5 2 41-16,-4 0 25 0,-3 1 0 0,-2 0-67 16,0-2 46-16,-12 4 32 15,-6-5-9 1,-3-3-5-16,-4-3 0 0,-4-3 28 0,1-2-40 0,-2 1 77 0,5-8-64 0,2 0 4 16,1 0 164-16,3 0-78 0,7-3-31 0,0-2 189 15,7-2-114-15,5 4-54 0,0-4-26 0,0 3 25 16,9-6-25-16,8 4 8 0,2 0-35 0,1-1-183 15,5 2 91-15,0-1 46 0,0 1-211 16,4-1 137-16,-5 2 56 0,1-2 32 16,0 1-797-16</inkml:trace>
  <inkml:trace contextRef="#ctx1" brushRef="#br0" timeOffset="118575.08">16075 8672 1442 0,'0'0'0'0,"0"0"0"0,0 0 0 0,0 0 0 0,0 0 0 0,2 6 0 0,1-1 0 0,2 8 435 0,1 2-200 0,2 6-90 16,1 3-59-16,1 5 93 31,-1-3-71-31,2 3-36 0,-2 5 8 0,-1-10-9 0,-1-4-35 0,0 1 1 0,-2-9 23 0,-2 0 0 16,0-4-15-16,0-6 52 0,0-2-31 0,1-5 0 0,0-14-29 0,4-7 35 16,0-4 10-16,1-1-46 15,5-5 0-15,0 0-303 0,6-1 151 0,4-3 71 16,4-6 48-16,1 11-742 0,6-3 358 0,2 4 141 15</inkml:trace>
  <inkml:trace contextRef="#ctx1" brushRef="#br0" timeOffset="119083.02">17300 8071 916 0,'-3'-10'0'0,"1"2"0"0,1 2 0 0,1-2 0 0,0 4 0 0,0 1 331 0,6-1-139 0,3 2-83 16,5 2-36-16,0 0-1 0,2 6-36 16,0 3-1-16,1 4 251 0,-3 4-130 0,-2 2-60 15,-4 6-30-15,-2 0-58 0,-4 3 0 0,-2 3 36 16,0-1-93-16,-7 1 42 0,-8-1 0 0,-4 2 43 15,-6 1 0-15,-4 0 8 0,2-7-8 0,-1-7 89 16,2-1-53-16,-1-7 0 0,7-5-60 0,-3-1 82 16,10-5-33-16,4-3-1 93,7-11-6-93,2-4-40 0,2-6 22 0,12-2 8 0,5 2-8 0,1 0-1 0,3-1 1 0,2 5 0 0,-3-3-1 0,4 3 10 0,-2 4-10 0,-4-1-480 0,2 4 186 0,-2 3 130 0,0 0-1 0,1 2-1013 0</inkml:trace>
  <inkml:trace contextRef="#ctx1" brushRef="#br0" timeOffset="119368.76">17646 8006 876 0,'0'0'0'0,"0"0"0"0,0 0 0 0,0-3 0 0,0 2 561 16,0 1-262-16,0 0-132 0,0 0-56 0,0 0 453 0,0 0-263 0,7 4-133 46,3 3-66-46,-1 0 70 0,5 5-58 0,-1-5-44 0,2 3 0 0,-2 2-33 0,1-2-1 0,0 0-675 0,-1 1 346 0,-1-1 161 0,-3-1 83 0,-1-1-702 16,1-3 315-16,-2 4 150 0,0-6 130 0,-2-3-315 31</inkml:trace>
  <inkml:trace contextRef="#ctx1" brushRef="#br0" timeOffset="119513.35">17855 7961 1762 0,'0'-4'0'0,"0"-1"0"0,0 0 0 0,0 1 0 0,0 1 0 0,0 1 0 0,0 2 0 0,0 0 0 0,0 7 0 0,0 5 0 0,-2 5 554 15,-1 2-264-15,-2 5-126 0,-1 2 111 0,-3 4-120 16,1-1-59-16,-2 5-20 16,0-5-10-16,1 3-30 0,-1 2 0 0,-1-4-661 0,2-1 331 0,-2 6 174 15,-1-11 73-15,2 0-826 0</inkml:trace>
  <inkml:trace contextRef="#ctx1" brushRef="#br0" timeOffset="119756.31">17083 8584 1698 0,'-12'0'0'0,"3"0"0"0,2 0 0 0,6-1 0 0,1-5 0 0,0 1 0 0,11-2 0 0,14-1 510 0,7-1-238 0,8-1-117 0,11-2-51 0,2 2 243 0,6 1-155 0,6-1-78 0,7 2 14 0,4-1-46 0,6 2-14 0,-14 2-9 15,-6 2-224-15,-6-1 100 32,-9 0 51-32,-4 3-176 0,0-2 123 0,-17 3 47 0,-7-2 27 0,-5 2 1 0,-6 0 28 0,-5 0-41 0,-1 0 7 0,-2 0-799 15,-15 0 381-15</inkml:trace>
  <inkml:trace contextRef="#ctx1" brushRef="#br0" timeOffset="120134.72">17434 8592 1428 0,'-3'0'0'0,"1"2"0"0,2 0 0 0,0 1 0 0,0 1 0 0,2 0 0 0,9 4 0 0,0 1 297 0,3 4-121 0,3 0-75 15,-3 2-32-15,1 1-43 16,-3 2 10-16,3 3 0 0,-6 2 9 0,-4-1-98 16,-3 1 45-16,-2 3 0 15,-2-2-29-15,-12 6 46 0,-6-7-9 0,-5-1 94 0,-3 0-29 0,-2-1 0 16,-2-3-55-16,-4 1 27 0,4-5-52 0,4-6-1 15,2-4-11-15,5-1 332 0,5-3-135 0,0 0-58 16,10 0-42-16,4-3 114 0,2-4-73 16,0-3-38-16,2 1 8 0,7-3-14 0,5 2-8 0,3 0-23 15,2-1-1-15,3 0 1 16,-1-1 0-16,4 0-291 0,-6 1 141 0,2 5 75 16,0-3 33-16,-2 0-296 0,0 3 121 0,2-4 91 93,-4 3-16-93,-3 3-612 0,2-4 341 0,-1 2 171 0</inkml:trace>
  <inkml:trace contextRef="#ctx1" brushRef="#br0" timeOffset="120283.65">17674 8702 2276 0,'2'0'0'0,"-1"0"0"0,0 0 0 0,1 0 0 0,1 0 0 0,-1 0 0 0,-1 0 0 0,1 5 0 0,1 7 0 0,0 3 0 0,2 5 0 0,0 5 138 0,1 2-56 0,1 4-22 0,1 1-1 0,-1 0 354 16,1-1-189-16,2 0-85 15,-5-8-56-15,3-4 22 0,-2-2-35 0,0-5 0 0,0-3 79 16,-3-7-86-16,2-2-63 0,-1 0 0 0,5-14 0 0,0-9 0 16,2-4 0-16,3-4 0 15,1-6 0-15,4-2 0 0,3-6 0 0,3 1 0 16,3-9-25-16,0 11-45 0,0-3 54 0,0 3-573 16,-1 4 244-16</inkml:trace>
  <inkml:trace contextRef="#ctx1" brushRef="#br0" timeOffset="121066.14">14998 8196 467 0,'0'-4'0'0,"0"1"0"0,0 0 0 16,0-1 0-16,0 1 0 0,0 1 101 0,0-1-33 0,0 1 1 0,0 1 89 0,0 0-61 15,-2 1-21-15,2 0-9 0,0 0 44 16,0 0-37-16,0 2 0 0,0 7 61 16,0 1-41-16,0 5-33 0,-2 3 0 0,2 5 124 15,0 8-75-15,-1 6-36 0,1 12 8 0,-2 5 42 16,2 13-44-16,-1 10 0 0,1 12-44 0,-2 10 95 15,0 12-39-15,1-18-32 0,-1-8-64 0,1-10 0 16,1-15 41-16,-3-9-36 0,1-3 44 0,2-24-8 16,0-8-1-16,-3-7 0 0,3-2 1 0,0-7-1 15,0 3 9-15,0-3 25 16,0 0-42-16,0-3 6 0,0 1-28 0,0-3-12 16,0 4 3-16,0-4 32 0,0 4-154 0,0-2 74 15,0 1 37-15,0-3 0 0,0 0 29 0,0 0 6 16,0 3-46-16</inkml:trace>
  <inkml:trace contextRef="#ctx1" brushRef="#br0" timeOffset="138455.9">9436 16077 2730 0,'-8'5'0'0,"3"-1"0"0,1-2-2 0,1 2 2 0,3-1 0 0,0-1 0 0,1 1 0 0,15 1 0 0,11-2 0 0,8 3 501 0,6-3-236 0,11 1-112 16,10-3 131-16,12 3-284 16,14-3 0-16,21 0 0 0,-4 0 0 0,5 0 0 15,2 0 0-15,-5 0 0 0,-9-3 0 0,6 3 0 16,-33-5 0-16,-8 0 0 0,-9 4 0 0,-11 0 0 16,-7 1 0-16,-3 0 0 0,-14 0 0 0,-10 0 0 15,-1 0 0-15,-7 0 0 0,-1 0 0 0,0 0-556 16,0 0 204-16,0-2 154 15,-9-6 77-15,0 0-341 0,0-3 210 0</inkml:trace>
  <inkml:trace contextRef="#ctx1" brushRef="#br0" timeOffset="139190.09">9791 14486 1044 0,'-7'-18'0'0,"5"4"0"0,-4-3 0 0,1 2 0 0,1-2 0 0,-2 1 0 0,-4-4 0 0,3 4 170 15,-2 1-66-15,-1 1-33 0,0 2 181 0,0 0-97 0,-3 6-63 0,2 6 118 16,-1 0-86-16,-2 0-42 0,-1 13-1 0,-2 8 37 16,5 7-44-16,-2 6 0 93,3 6-36-93,3 2 78 0,2 3-38 0,-2 5 9 0,8-8-5 0,0-1 1 0,0-2-45 0,2-3 1 0,6-2 0 0,4 2 9 0,2-12-9 16,3-6-8-16,-1-2 8 0,2-8 0 0,0-5-1 0,-2 1-97 0,-4-4 44 0,2-7 27 0,-2-17-1 0,-1-1-171 0,-1-9 90 0,0-7 28 0,1-1-270 0,-3-6 136 31,-1-3 78-31,0-2 14 16,1-2-88-16,-1-8 55 0,-6-3 44 0,0-4-104 0,-1-7 70 0,0-1 33 0,0-2 1 0,-1 1-24 0,-2 24 34 0,-4 14 0 0,1 17 24 0,2 15 224 31,-1 9-112-15,-2 0-65-16,3 20 367 0,1 14-181 0,-3 7-108 0,2 2-11 0,3 8-41 0,1 7 49 0,0-4-37 0,0 3 491 0,0 1-250 0,0 0-123 15,0-3-63-15,0 9 98 0,1-14-152 0,3-2-47 16,5-6 0-16,0-1-10 0,2 6-77 0,2-14 58 16,-3-6-581-16,4 0 309 0,0-7 166 0,-1-5 23 15,-1-6-727-15,-1-9 405 0,0-1 197 0,-3-21-158 16,1-7 178-16</inkml:trace>
  <inkml:trace contextRef="#ctx1" brushRef="#br0" timeOffset="139395.87">9949 14408 1505 0,'6'-13'0'0,"-3"4"0"0,4-1 0 0,3 3 0 0,-5 5 0 0,3 2 0 0,2 0 0 0,3 2 194 0,-3 9-78 0,3 4-30 0,-1 2 366 16,-3 1-207-16,2 6-103 0,-5 0-52 0,-1 5 216 15,0 1-124-15,-5 1-76 0,0-2-23 0,0 3 0 16,-8-2-44-16,-6 0 0 0,-2 1-48 0,-4-9 19 15,-1-2-1-15,-2-2-270 16,0-5 149-16,-1-2 76 0,-2-3 47 0,9-8-283 16,1 0 148-16,5-3 11 0,6-9 59 0,2-7-636 15,3-8 316-15,3-4 172 0,10 2-361 0,9-5 263 16,2 0 130-16,-1 0-58 0</inkml:trace>
  <inkml:trace contextRef="#ctx1" brushRef="#br0" timeOffset="139893.85">10107 14428 342 0,'15'-18'0'0,"4"-2"0"0,-8 10 0 0,-2 5 0 0,-3 3 0 0,-4 0-1 0,-1 2 473 15,-1 0-223-15,0 9-106 0,-1 6 499 0,-7 7-304 0,-3 0-150 0,3 7 499 16,-1-2-331-16,3 3-159 16,-2 0-80-16,5 2 84 0,1 0-201 0,2 4 0 15,0-6 0-15,2-2 0 0,9 1 0 0,4-3 0 16,5 1 0-16,5 0 0 0,1-12-60 0,3-4-38 16,1-6-633-16,1-5 380 15,0 0 72-15,4-10-458 0,-8-8 355 0,-5-3 171 0,0-5 87 0,-5-1-189 16,-2-2 138-16,-2-2 59 62,-6 1 43-62,-5-2 36 0,0 0-2 0,-2 2 1 0,0 0 0 0,-6-3 135 0,-7 9-62 16,1 5-37-16,-4 5 485 0,1 6-261 0,-3 6-130 0,-2 2-74 0,5 0 698 0,-1 17-338 0,2 7-171 0,2 5 278 0,-1 1-223 0,2 5-103 16,6-3-65-16,0 1 160 0,3 2-108 0,2-3-54 0,0 1-28 0,0-2-64 15,4-6 0-15,9-3 0 16,1-4 0-16,3-6 0 0,3-6 0 0,-1-3 0 0,1-3-179 0,0-8 90 15,-1-13 63-15,2-7-360 16,-6-5 157-16,2-6 109 0,-4 0-10 0,-3-2-240 16,-2-3 166-16,-1-2 83 0,0-5 32 0,-4 1-127 15,-1-7 89-15,-2-7 44 0,0-1-1 0,0-1 0 16,0-6 36-16,0 19 10 0,0 12 90 0,-2 15-45 16,-1 11 0-16,-1 12 372 0,-1 3-219 0,2 8-94 15,0 22-52-15,1 8 544 0,0 7-266 0,2 8-133 16,0 10-21-16,0-3 112 0,0 1-105 0,0 2-54 15,0-1 214-15,0-5-305 16,3 8 0-16,4-12 0 0,5-7 0 0,-1-5 0 16,4 0 0-16,2-10-484 0,4 1 184 0,-5-16 164 15,4-12 87-15,-4-4-905 0,2-7 459 0,-1-14 228 16</inkml:trace>
  <inkml:trace contextRef="#ctx1" brushRef="#br0" timeOffset="140056.62">10804 14439 983 0,'0'3'0'0,"0"-3"0"0,0 5 0 0,0-4 0 0,2 5 0 0,0-3 681 0,2-1-322 0,2 5-160 0,2-2 80 0,3 1-120 0,0 0-51 0,3 0-40 0,0 2 0 0,3-1-30 0,-4 0 0 0,4 1-954 0,-3-2 464 0,2-4 233 0</inkml:trace>
  <inkml:trace contextRef="#ctx1" brushRef="#br0" timeOffset="140167.87">11097 14127 1852 0,'3'-15'0'0,"0"8"0"0,0 3 0 0,-1 3 0 0,0 1 0 0,-2 16 0 0,0 14 0 0,0 14 0 0,-11 16 1202 15,-8 14-582-15,-4 12-363 0,-5 18-257 0,-8 32 0 16,0 9 0-16,2 22 0 16,-1 12 0-16,4 3 0 0,0-7 0 0,-2 11 0 15,5-34-170-15</inkml:trace>
  <inkml:trace contextRef="#ctx1" brushRef="#br0" timeOffset="148642.88">5954 16298 1931 0,'0'0'0'0,"0"0"0"0,0-3 0 0,0 2 0 0,0 0 0 0,-2-1 0 0,2 2 0 0,0-1 212 0,0-2-91 0,0 3-42 16,0-1 59-16,0 1-50 0,0-2-25 0,0 1 158 15,0 1-96-15,0-2-43 16,0 2 0-16,2-3 98 0,1 2-71 0,4-2-25 16,0 3-10-16,1-1 99 0,3 1-67 0,4 0-43 15,-2 0-63-15,5 0 0 31,4 0 0-31,3 0 0 0,3 0 0 0,5 0 0 0,6 4 0 0,6 0 0 0,1-1 0 0,2 0 0 0,2 0 0 0,3 0 0 16,0-3 0-16,6 1 0 0,-6-1 0 0,-3 0 0 16,0 0 0-16,1 0 0 15,1 1 0-15,6 2 0 0,-9-1 0 0,2-1 0 16,3-1 0-16,0 0 0 0,1 0 0 0,11 0 0 16,-12 0 0-16,2-6 0 0,0 1 0 0,3-2 0 15,-3 1 0-15,7-2 0 0,-16 5 0 0,2 0 0 16,-1 0 0-16,-3 0 0 0,-3 3 0 0,6 0 0 15,-12 0 0-15,0 0 0 0,0 0 0 0,0 0 0 16,3 3 0-16,-7-3 0 94,-2 1 0-94,0-1 0 0,1 0 0 0,-2 0 0 15,5 0 0-15,-8 0 0 0,-2 0 0 0,2 0 0 0,-4 0 0 0,1-1 0 0,2-2 0 0,-7 3 0 0,-2 0 0 0,1 0 0 0,-1 0 0 0,0 0 0 0,-1 0 0 0,-3 0 0 0,0 0 0 0,-3 0 0 0,2 4 0 0,-2-2 0 0,1 1 0 0,-2-3 0 0,1 3 0 0,-3-3 0 0,0 2 0 0,2-2 0 16,-1 2 0-16,-2-2 0 0,1 1 0 0,-3-1 0 16,1 0 0-16,-1 3 0 0,3-3 0 0,-5 0 0 15,2 0 0-15,-2 0 0 0,1 0 0 0,-2 0 0 16,0 0 0-16,0 0 0 16,0 0 0-16,0 0 0 0,0 0 0 0,0 0 0 15,0 0 0-15,0 0 0 0,0 0 0 0,0 0 0 16,-3-4 0-16,-3-3 0 0,-1 2 0 0,1 0 0 15,-4 1-173-15,1 1-377 63,-2 0 256-63</inkml:trace>
  <inkml:trace contextRef="#ctx1" brushRef="#br0" timeOffset="150096.13">13942 16440 2148 0,'-9'0'0'0,"3"0"0"0,1 0 0 0,-5 0 0 0,2 0 0 0,3 0 0 0,0 0 0 0,0 0 0 0,1 0 283 0,3 0-122 0,0 0-51 16,1 0 87-16,0 0-78 0,1 0-41 0,9 0 73 15,3 0-56-15,5 0-18 16,1 0-10-16,6 0 140 0,0 0-83 0,5 0-43 16,-1 0-48-16,7 0-33 0,-1 0 0 0,-1 0 0 15,4-2 0-15,2 0 0 0,2 0 0 0,9 2 0 16,-6 0 0-16,1 0 0 0,1 0 0 0,2 0 0 15,1 0 0-15,6-1 0 0,-8-1 0 0,0 0 0 16,1-3 0-16,2 1 0 16,1-1 0-16,7-2 0 0,-14 1 0 0,0-1 0 0,-1 2 0 0,-1 0 0 15,1 2 0-15,1-1 0 16,-9 2 0-16,-2 1 0 0,3-1 0 0,-3 2 0 94,2 0 0-94,5 0 0 0,-6 0 0 0,-3 0 0 0,4 0 0 0,0 0 0 0,1 0 0 0,9 0 0 0,-9 2 0 0,3-2 0 0,1 0 0 0,1 0 0 0,5 0 0 0,6 0 0 0,-11 0 0 15,2 0 0-15,-1 0 0 0,2 0 0 0,4 0 0 0,-9 0 0 0,1 0 0 0,-1 0 0 0,1 0 0 0,2 0 0 16,6 0 0-16,-4 0 0 0,-1 0 0 0,2 0 0 0,1 1 0 0,3 1 0 16,8-2 0-16,-10 0 0 15,3 2 0-15,1-2 0 0,2 0 0 0,1 0 0 0,11 2 0 0,-12 0 0 16,2-1 0-16,1 1 0 0,1-2 0 0,-1 5 0 15,9-2 0-15,-11 2 0 16,2-1 0-16,4 0 0 0,-1-1 0 0,4 1 0 16,8 1 0-16,-11-4 0 62,0-1 0-62,4 0 0 0,3 0 0 0,3 0 0 0,10 0 0 0,-14 0 0 0,1 0 0 0,1 0 0 0,1 0 0 0,2 0 0 0,10 0 0 0,-13 0 0 0,3 0 0 0,-1 0 0 16,3 0 0-16,-4 0 0 0,14 0 0 0,-14 0 0 0,1 0 0 0,3 0 0 15,1 3 0-15,-1-1 0 0,10 0 0 0,-15-2 0 16,6 1 0-16,0-1 0 0,2 0 0 0,-2 0 0 16,8 2 0-16,-14-2 0 0,-3 0 0 0,4 2 0 15,1-2 0-15,1 1 0 0,7 1 0 0,-17 0 0 16,2 0 0-16,0-1 0 0,2 1 0 0,10 0 0 16,-12-2 0-16,0 0 0 15,1 0 0-15,3 3 0 0,-2-2 0 0,9 1 0 0,-13-1 0 0,1 0 0 16,5 2 0-16,-4 0 0 0,-2 0 0 0,5 0 0 15,-14 2 0-15,-5 1 0 0,2-2 0 0,-4 2 0 16,2-1 0-16,2 1 0 0,-12 0 0 0,-3-3 0 16,-4 2 0-16,-3 1 0 0,-2-3 0 0,2 0 0 15,-12 1 0-15,1-3 0 16,-4 1 0-16,-3-2 0 0,-3 1 0 0,4-1 0 16,-8 0 0-16,0 0 0 31,-2 0 0-31,0 0 0 0,3 0 0 0,-2 0 0 0,-2 0 0 0,0 0 0 0,0 0 0 0,0 0 0 0,0 0 0 0,0 0 0 15,0 0 0-15,0 0 0 0,0 0 0 0,0 0 0 16,0 0 0-16,1 0 0 0,1 0 0 0,-1 0 0 16,1 0 0-16,0 0 0 15,-2 0 0-15,1 0 0 0,1 0 0 0,-2 0 0 16,1 0 0-16,-1 2 0 0,0-2 0 0,1 0 0 16,-1 0 0-16,0 0 0 0,3 2 0 0,-3-2 0 15,0 0 0-15,0 0 0 0,1 2 0 0,-1-2 0 16,0 0 0-16,0 0 0 0,0 0 0 0,0 0 0 15,0 1-152-15,0-1-3 0,0 2 58 0,-5-1-980 16</inkml:trace>
  <inkml:trace contextRef="#ctx1" brushRef="#br0" timeOffset="157402.54">4212 17612 3615 0,'0'0'0'0,"0"0"0"16,0 0 0-16,0 0 0 0,4 0 0 0,6 0 0 0,8 0 0 0,4 4 0 0,5 1 0 0,8 3 0 0,5 1 0 0,6-2 0 0,-4 1 0 0,-1 1 0 0,2-2 316 0,-4-2-316 0,1-2 0 0,4 0 0 15,-12-2 0-15,2-1 0 0,-2 0 0 0,-2 0 0 16,0 0 0-16,4-2 0 0,-10-3 0 0,-5 0 0 16,-1-1 0-16,-3 3 0 0,-5 3 0 0,0-3 0 15,-8 2 0-15,-2-2 0 0,0 3-129 0,0 0-4 16,0 0 44-16,-2 0-615 0,1 3 335 0,-1 6 163 16</inkml:trace>
  <inkml:trace contextRef="#ctx1" brushRef="#br0" timeOffset="158093.06">12468 17550 1668 0,'-28'-11'0'0,"4"1"0"0,15 8 0 0,6 2 0 0,3 0 0 0,3 5 0 0,12 4 232 0,10 6-87 0,4-3-58 0,10 3 409 15,8-4-228-15,6 1-115 16,3-2-57-16,9-2 208 0,-5-4-137 0,5-3-64 31,5-1-32-31,4 0 1 0,1-1-3 0,7-8-69 0,-17-2-13 0,-3 1 0 0,-9 0 26 0,-7 2-260 16,-7 1 143-16,0 2 81 0,-20 2 26 0,-6 2-608 15,-5 1 257-15,-3 0 169 16,-2 0 5-16</inkml:trace>
  <inkml:trace contextRef="#ctx1" brushRef="#br0" timeOffset="161030.71">5506 17616 728 0,'-1'0'0'0,"-5"0"0"0,3 0 0 0,-2 0 0 0,4 0 0 0,1 0 0 0,0 0 0 0,0 0 285 0,1 3-123 0,4 0-52 15,5 4 40-15,3 0-56 0,0 2-27 0,1-2-30 16,1 3 1-16,1 2 11 0,-4 1-10 0,3-1-8 16,-5 2 7-16,0 3 1 0,-1-1 0 0,0 2 41 15,-7 1-9-15,-1 3-32 94,-1 0 0-78,0 0 116-16,-11 2-58 0,-6 0-19 0,0-2-10 0,-5-4-29 0,-4 0-1 0,2-5 1 0,-7 2 10 0,5-9-11 0,1-1 1 0,0-5 43 0,3 0-43 0,2 0-1 0,4 0 11 0,7-2-431 0,3-4 202 0,6-3 77 0,0-1 59 0,6-4-495 0,10 2 245 0,6-3 119 0,4-2-141 0</inkml:trace>
  <inkml:trace contextRef="#ctx1" brushRef="#br0" timeOffset="161219.26">5816 17565 1319 0,'-8'2'0'0,"-2"4"0"0,1-2 0 0,-3 4 0 0,3 4 0 0,0 0 0 0,-2 7 603 0,2 1-282 0,1 4-141 16,0 2-61-16,5 0 283 0,1 2-182 0,2-1-91 16,0 1-44-16,5-4 21 15,7 6-23-15,3-12-11 16,5 0-292-16,3-2 129 0,1-3 65 15,1-6-224-15,4 5 153 0,-4-9 64 0,2 1 35 0,-1-4-790 0,-3 0 386 0,4 0 127 16,1 0 108-16</inkml:trace>
  <inkml:trace contextRef="#ctx1" brushRef="#br0" timeOffset="161389.19">6156 17817 1412 0,'0'2'0'0,"-3"-1"0"0,0 1 0 0,1 0 0 0,-2 3 0 0,3 0 0 0,-2 1 0 0,2 2 0 0,-3 2 549 0,2 2-259 0,-1 3-126 15,-2 2 138-15,3 0-131 16,-3 2-66-16,-3 3-194 0,3-3 59 0,0 2 34 47,-3-1 1-47,1-5-195 0,2 1 114 0,-1-1 68 0,1-7 18 0,4-3-619 0,-1-5 319 0</inkml:trace>
  <inkml:trace contextRef="#ctx1" brushRef="#br0" timeOffset="161541.56">6272 17660 2468 0,'0'3'0'0,"0"1"0"0,0 0 0 0,2-1 0 0,0 2 0 0,3-1 0 0,1 3 0 0,2 1 0 0,1 0 273 0,2 2-117 15,0-2-58-15,3 3-323 0,-1-1 132 0,3 0 76 16,-4 1 23-16,2-1-297 0,-1-3 165 0,-3 3 83 16,4-3 50-16,-3-2-772 15</inkml:trace>
  <inkml:trace contextRef="#ctx1" brushRef="#br0" timeOffset="161806.42">6566 17498 2032 0,'0'-3'0'15,"0"-1"0"-15,0 3 0 0,0-1 0 0,0 0 0 0,0 2 0 0,0 0 380 0,0 0-171 0,2 13-85 0,-2 8 572 0,0 9-319 0,0 8-264 0,0 7-113 0,-3 8 0 0,-4 9 0 0,-5 7 0 16,-2 10 0-16,0-13 0 0,2-1 0 0,1-7 0 0,2-7 0 0,1-6 0 0,1-1 0 0,6-16 0 0,1-7 0 0,0-1 0 0,0-8 0 0,0 1 0 16,0 0-185-16,0-7 76 0,0 0-35 0,0-3 106 15,0-1-2-15,0-2-1 0,0 3-9 16,0-3 72-16,0 0-31 0,0 0-1 16,-2 0-54-16,2 0 25 0,0 0-9 0,0 0-331 15,0 0 170-15,0-3 86 0,0-2 42 0</inkml:trace>
  <inkml:trace contextRef="#ctx1" brushRef="#br0" timeOffset="162950.31">13992 17458 1148 0,'0'0'0'0,"0"0"0"0,-3 0 0 0,0 0 0 0,0 0 0 0,1 8 0 0,2 7 0 0,0 6 414 0,0 6-187 0,0 2-94 16,2 7-37-16,7-1 251 0,4 3-154 0,1-1-77 16,0-3 41-16,3-1-59 0,-1-1-20 0,-1-8-9 15,0-6 2-15,0-5-1 0,-1-3-32 0,1-6-64 16,0-3 42-16,-2-1-10 0,0-7 32 0,1-11-101 16,1-6 50-16,-2-7 26 15,1-5 9-15,-1 1-222 0,-1-6 111 0,-3 2 19 16,4-2-37-16,-5 1 26 31,1-1 33-31,-4 12-13 0,-2 4 96 0,-1 6-21 0,-1 6-39 0,-1 7 282 0,0 3-135 0,0 3-60 0,-1 12-35 0,-4 11 263 16,0 7-134-16,0 0-41 0,2 6-33 0,3-1 104 15,0 0-168-15,0-1-18 16,0 0 0-16,0-1 0 16,2 1 0-16,6-6 0 0,1-4 0 0,2-2 0 0,0-2 0 0,1-2-321 15,2-1 89-15,-3-8 82 16,3-2 79-16,-1-2-699 0,0-3 366 0,0-2 182 15,3 0 82-15</inkml:trace>
  <inkml:trace contextRef="#ctx1" brushRef="#br0" timeOffset="163149.42">14683 17706 2093 0,'-2'5'0'0,"-1"0"0"0,0 3-2 0,0 3 1 0,1 2-1 0,-2 3 1 0,0 3 536 0,1 3-249 0,-1 2-123 0,0 2-53 0,-1-3-40 0,0 1 0 0,2-5-32 0,-1 1 204 0,2-4-102 0,-2 1-41 0,1-8-35 0,3-3-782 0,-2-1 379 0,2-5 188 0,0 0-892 0,0-5 493 0</inkml:trace>
  <inkml:trace contextRef="#ctx1" brushRef="#br0" timeOffset="163333.29">14838 17508 1804 0,'7'0'0'0,"-2"0"0"16,1 0 0-16,1 0 0 0,0 4 0 0,1 11 0 0,1 7 445 0,-2 6-208 0,0 3-99 0,-1 6-50 0,1 8 461 16,-2 0-255-16,0 3-118 0,0-7-74 0,0-4-4 15,0-8-98-15,-1-4 0 0,2-2 0 0,0-13 0 16,1-8 0-16,-3-2 0 16,3-2 0-16,2-19 0 0,0-7 0 0,1-6 0 15,2-7 0-15,1-2 0 0,3-2 0 16,2-1 0-16,4-8 0 0,-1 9-10 0,-2 1-49 0,4 2-688 15,1 3 354-15,1 1 178 0</inkml:trace>
  <inkml:trace contextRef="#ctx1" brushRef="#br0" timeOffset="164399.78">14048 16533 2026 0,'-4'-9'0'0,"-2"2"0"0,3 1 0 0,1 3 0 0,1 1 0 0,-1 2 0 0,2 0 0 0,-2 0 0 0,2 0 285 0,-1 0-123 0,-1 5-62 0,-3 1 108 16,3 4-85-16,-8 3-33 31,2 1-9-31,-1-2-42 0,-5 5-1 0,1 4 1 0,-3-1 0 0,-4 2-138 0,4-2 65 0,-2-1 36 16,1-2-549-16,1 0 292 0,1-3 119 0,1 2-777 0</inkml:trace>
  <inkml:trace contextRef="#ctx1" brushRef="#br0" timeOffset="164597.21">13846 16731 1590 0,'-5'0'0'0,"1"-2"0"0,0 0 0 0,3 2 0 0,1 0 0 0,0 0 0 0,0 0 715 15,0 0-328-15,1 0-180 0,7 0-83 0,2 4-33 16,2 1-26-16,1-3 0 0,4 3-17 0,-2-3-209 16,2 2 99-16,2-1 51 0,1-2-667 0,0 1 358 62,3 0 190-62,-3-2-671 0,0 0 381 0,-1 0 191 0,1 0 95 0</inkml:trace>
  <inkml:trace contextRef="#ctx1" brushRef="#br0" timeOffset="164791.01">14150 16720 792 0,'3'-4'0'0,"-1"2"0"0,1-3 0 0,1 1 0 0,-2 3 0 0,-1-1 0 0,-1 2 0 0,0 0 140 0,0 0-41 0,-3 0 147 0,-6 5-103 0,-2 4-54 0,-4 4-25 0,-1 2 23 0,-6 3-15 0,0-1-10 16,-1 3-24-16,-3 1 26 31,-3-1-25-31,1-1-1 0,-8 5 10 0,5-7 55 0,0 0-33 0,3-5 1 0,2 0 33 0,2-2-23 0,10-5-10 0,5-3 143 15,6-1-88-15,3-1-43 16,3 0-1-16,16-1 29 16,5-9-41-16,8-2 0 0,2 0-31 0,3 0-86 0,3 0 43 0,3-1 9 15,-7 2 34-15,0 1-273 0,-3 1 136 0,-1 3 69 16,-2-1-248-16,5 0 112 0,-13 5 84 0,-3 0-547 16,-5 1 294-16,-3 1 148 0,-5 0 74 0,-3 0-393 15</inkml:trace>
  <inkml:trace contextRef="#ctx1" brushRef="#br0" timeOffset="165091.94">14014 16661 2068 0,'-9'0'0'0,"4"0"0"0,-1 4 0 0,3 1 0 0,1 2 0 0,1 3 0 0,1 5 0 0,0 2 0 0,0 4 0 0,6 4 0 0,0 4 254 0,2 5-98 15,2-2-64-15,-4 3-86 0,2-1 33 0,-2-2-1 16,1-1 1-16,0 2-343 0,-2-10 167 0,-2-4 88 15,0 0 43-15,-2-6-478 16,1-4 257-16,-1-2 54 0,-1-7 88 0,0 0-395 0,0-1 221 0,0-12 111 16,-4-2-46-16,-1-5 102 15,-1 2 38-15,1-1 54 0,-3 1 0 0,4 1 0 16,-3 0 0-16,3 6 154 0,-1 3-115 0,-2 1-39 16,2 4 1-16,-2 1 437 0,1 0-233 0,0 2-39 15,-1 0 258-15,-3 4-194 0,2 6-95 0,-2 2-49 16,-1 1-112-16,1-1 28 15,2 4-1-15,-1-2-389 0,1-1 213 0,1-2 107 0,3 2 63 0,1-5-274 16</inkml:trace>
  <inkml:trace contextRef="#ctx1" brushRef="#br0" timeOffset="165246.53">14081 16959 1693 0,'7'0'0'0,"2"2"0"0,0 2 0 0,0-2 0 0,-2 4 0 0,4-3 0 0,-2 4 0 0,4-3 0 0,-3 3 0 0,0 0 0 0,-1-1 2 0,2 1 36 0,-3-2 1 0,1 5-616 0,-4-5 286 0</inkml:trace>
  <inkml:trace contextRef="#ctx1" brushRef="#br0" timeOffset="165544.63">13928 17137 1144 0,'-5'12'0'0,"-2"-3"0"0,3 2 0 0,0 3 0 0,3 0 0 0,-2 1 0 0,2 0 277 0,1-1-124 0,0-1-57 16,0-2 125-16,0 1-92 16,0-2-45-16,0 0 10 0,1-3-271 0,0-4 108 15,1 2 54-15,-1-4-320 0,1-1 183 0,1 0 98 16,-1 0 38-16,-1-1-264 0,5-12 137 0,-3-3 69 16,4 1-39-16,-1-5-9 0,2 3 47 0,2-2-1 15,2 4 111-15,1-2-37 0,0 2 1 0,1-1-47 16,2 7 234-16,-2 2-111 0,4 1-57 0,-2 3 233 15,0 1-109-15,2 2-73 0,-2 0 5 0,-1 0-32 16,-2 10 38-16,-1 3-29 0,-1 0 61 0,-1 3-27 16,-7 0-7-16,1-2-40 15,-4 2 0-15,0-4 1 0,0 1-1 0,0 0 10 16,-10-6-10-16,1 1 0 0,-3-2 0 0,0-3 0 16,1 1-833-16,-3-3 379 0,3-1 162 0,-3 0-81 15</inkml:trace>
  <inkml:trace contextRef="#ctx1" brushRef="#br0" timeOffset="165775.12">14045 17241 1035 0,'-1'0'0'0,"-1"-2"0"0,-1 1 0 0,2-1 0 0,0 0 0 0,-1 0 0 0,2 1 0 0,0 1 0 0,0-2 151 0,0 2-62 0,0 0-26 0,0 0-65 0,2-2 39 0,3 2 0 0,1 0 9 0,2-3-321 0,-3 1 156 0,1 1 79 0,3 0-330 0,-4-2 182 16,2 1 90-16,-4-1-8 0,1 1 44 0,-2 0-34 15,0-2 30-15,0 3 152 0,0-2-73 0,-2 2-21 47,0 0 1-47,0 1 320 0,0 0-175 0,-2 0-67 0,-3 2-57 0,0 6 380 0,0-1-186 0,0 5-47 0,1-1-59 0,-1-2-33 31,0 2 11-31,4 1-129 0,-1-2 44 0,2-2 0 0,0 1 43 0,0-4-385 0,0-1 202 0,2-3 85 32,5-1 49-32</inkml:trace>
  <inkml:trace contextRef="#ctx1" brushRef="#br0" timeOffset="166057.69">14332 16731 964 0,'2'-11'0'15,"1"2"0"-15,4 0 0 0,0-1 0 0,2 3 0 0,5-5 180 0,2 4-76 0,2 1 56 16,3-3-61-16,4 3-31 0,1 2 0 0,4-2-54 16,-4 2-10-16,-4 5 34 0,-3 0 0 0,-2 0-41 15,-5 0 1-15,2 7 49 0,-11 6-9 0,-1 1 78 16,-2 5-39-16,0 0 0 0,0 5 213 0,-3 5-117 15,-2-1-72-15,0 1 10 0,1 5-36 0,2-3 0 16,2 5-37-16,0 5-73 0,0-5 31 0,0-1 1 16,0 3 41-16,2-1-291 15,0-4 145-15,2 5 82 0,-1-8 28 0,-1-4-379 16,-1-2 191-16,-1-4 37 0,0-3-196 0,0-2 144 16,-6-10 86-16,0-5-165 0,-3 0 121 0,-3 0 61 15,0-10 30-15,-4-7-209 16,1-2 125-16</inkml:trace>
  <inkml:trace contextRef="#ctx1" brushRef="#br0" timeOffset="166277.48">14376 16939 805 0,'-8'0'0'0,"3"0"0"0,-1 0 0 0,3 0 0 0,3 0 250 0,0 0-106 0,0 1-53 32,3 3-27-32,7 2 15 0,3-2-32 0,-2 3-9 0,5-2 0 0,-3 3-343 0,-2 1 160 0,1-2 79 15,-3 5-443-15,-2-2 240 94,-3 0 119-94,-1 1 75 0,-2 3 38 0,-1-1 37 0,0 4 0 0,0-7 0 0,-4 4 0 0,-4-1 0 0,-1-3 0 0,-1-1 438 0,-2 2-255 0,4-6-103 0,0-2-15 0,2-3 194 0,0 0-59 0,6 0-87 0,0-7 49 0,0-7-67 0,6-6-28 0,8-1-335 0,2-6 153 0,6-2 77 16,3-3 47-16,1 0-510 0</inkml:trace>
  <inkml:trace contextRef="#ctx1" brushRef="#br0" timeOffset="166551.46">14747 16661 759 0,'0'-7'0'0,"0"-1"0"0,0 2 0 16,0-3 0-16,0 2 0 0,0 2 220 0,3-1-92 0,3 0-44 0,3-3 144 15,2 4-86-15,3-2-56 0,5 2-25 0,0 0 10 16,1 1 0-16,3 3-33 0,2 1-20 0,-6 0 20 16,1 0 0-16,-1 5 0 0,-3 5-3 0,-1 2 12 15,-6 2-9-15,-2 5 163 0,-4 4-81 0,-2 2-41 16,-1 5 0-16,0 6 159 0,0 0-105 0,0 3-47 15,-4 3-24-15,-1 3-152 0,2-1 63 0,0 9 43 16,1-10-173-16,2 0 97 31,0-2 49-31,0 0-437 0,0-1 231 0,0 4 82 0,0-12 69 0,0-1-323 0,0-3 176 0,0-4 87 16,0-6 44-16,-9-1-58 0,1-11 55 0,-1-6 0 16,-4 0 46-16,2-4-95 0,-3-10 48 0,-1-4 14 15,2-7-56-15,-2-5 45 0</inkml:trace>
  <inkml:trace contextRef="#ctx1" brushRef="#br0" timeOffset="166682.82">14748 16874 1329 0,'-9'-8'0'0,"1"1"0"0,5 4 0 0,-2-1 0 0,5 4 0 0,0 0 170 0,2 0-66 0,4 0 0 0,6 7-33 0,1 0 9 0,2-2-42 0,0 5-296 0,0 0 142 0,-2-1 71 0,-2 2 36 0</inkml:trace>
  <inkml:trace contextRef="#ctx1" brushRef="#br0" timeOffset="166790.91">14789 17117 1262 0,'-11'0'0'0,"3"3"0"0,-1-3 0 0,-1 0 0 0,7 0 0 0,2 0 0 0,1-7-1 0,0-7 0 0,6-2 230 16,8-7-87-16,8-3-57 0,3-2-346 16,4-5 149-16,2-4 75 0,2-1 37 15</inkml:trace>
  <inkml:trace contextRef="#ctx1" brushRef="#br0" timeOffset="166904.16">15166 16590 914 0,'-5'5'0'0,"1"-2"0"0,0 1 0 0,1 4 0 0,-2-5 0 0,2 4 0 0,2 0 95 32,-1 0-30-32,1 3 1 0,1 0-19 0,0-1-368 0</inkml:trace>
  <inkml:trace contextRef="#ctx1" brushRef="#br0" timeOffset="167141.62">15112 16939 1143 0,'-6'1'0'0,"-1"0"0"0,5 1 0 0,1 1 0 0,1-1 0 0,0 1 0 0,0 2 0 0,1 0 0 0,8 4 37 0,1-2 0 0,-1 6 1 0,2 3-247 16,-2 3 107-16,1 4 54 0,-4 1 26 0,0 3-7 15,-3 2-1-15,-1 1 28 0,-2 2 0 0,0 2 179 16,0-7-87-16,0-3-43 15,-2 0 301-15,-1-7-162 0,2-5-78 0,-1 1 77 16,2-9-79-16,0-4-34 0,0 0 0 0,5-12-239 16,7-8 102-16,7-3 61 0,0-5 16 0,3-3-273 31,2-3 149-31</inkml:trace>
  <inkml:trace contextRef="#ctx1" brushRef="#br0" timeOffset="167323.57">15438 16637 1168 0,'0'-1'0'0,"0"-5"0"0,0 0 0 0,0 4 0 0,0 0 0 0,3 1 0 0,4 1 151 0,-1 0-57 0,0 0 170 0,3 5-118 0,-2 7-55 0,-3 0-26 0,0 3-1 0,-3 3-26 0,-1 3 8 0,0 1-8 0,-8 3-276 0,-5 0 138 0,-5-1 69 0,-2 2 43 0,-3-3-203 0,1-2 109 0,-3-3 56 0,0-4-561 0</inkml:trace>
  <inkml:trace contextRef="#ctx1" brushRef="#br0" timeOffset="167430.95">15277 16733 1701 0,'4'-7'0'0,"5"1"0"0,-1 2 0 0,2 4 0 0,2 0 0 0,2 0 0 0,5 0 150 0,4 6-48 0,0 5 408 16,2 5-236-16,5 0-119 0,0 4-58 0,1-2-85 16,6 3 34-16,-7-2-9 0,0-2 0 0,-2 0-708 15,-1 0 355-15,-5-3 176 0,1 2 98 0</inkml:trace>
  <inkml:trace contextRef="#ctx1" brushRef="#br0" timeOffset="167592.68">15438 16966 1392 0,'0'0'0'0,"0"0"0"0,0 0 0 0,0 1 0 0,0 2 0 0,3 1 34 0,7 0 1 0,3 1-35 0,2-1 0 0,1 1 97 0,3 1-35 0,0-2 8 0,-6 1-42 0</inkml:trace>
  <inkml:trace contextRef="#ctx1" brushRef="#br0" timeOffset="167734.07">15404 17173 1630 0,'-1'0'0'0,"-6"0"0"0,4 0 0 0,3 0 0 0,0 0 0 0,0 0 0 0,2 0 0 0,7 0 157 0,5 0-61 0,2 0-30 15,4 0 48-15,1 0-43 0,-2 0-1 0,0-1-34 16,1-2-496-16,-5 0 248 0,3-1 132 16,-5-2 54-16</inkml:trace>
  <inkml:trace contextRef="#ctx1" brushRef="#br0" timeOffset="167893.77">15526 16895 1910 0,'-5'3'0'0,"0"0"0"0,4 8 0 0,0 1 0 0,0 8 0 0,1 6 0 0,0 6 0 0,0 6 272 0,0 5-118 0,1 5-50 0,0-6 97 16,0 0-83-16,1-1-41 0,0-7 0 0,-1-3-125 15,1 1 50-15,-1-13-8 0,1-4-519 0,1-3 281 16,-3-5 139-16,1-1 71 0</inkml:trace>
  <inkml:trace contextRef="#ctx1" brushRef="#br0" timeOffset="168042.69">15850 17018 1790 0,'26'-16'0'0,"10"4"0"0,-3 3 0 0,3 2 0 0,1 0 0 0,0 1 307 0,-1 1-136 15,3 0-59-15,-6 0 52 0,-3 0-65 0,-2 0-31 16,-2-2 0-16,-2 2-191 0,0 0 89 0,-11 1 30 16,-1 1-716-16,-5 2 360 0,-6-2 180 0</inkml:trace>
  <inkml:trace contextRef="#ctx1" brushRef="#br0" timeOffset="168367.02">16004 16981 1060 0,'-5'11'0'0,"-1"4"0"0,1 3 0 0,1 4 0 0,-6 4 0 0,1 0 0 0,0 3 320 0,-4 4-142 0,1-4-71 0,-3 1-35 0,0 3 59 15,1-13-51-15,5-1-1 16,-1-5-81-16,6-4 1 0,-2-7 37 0,4-3 9 0,2 0-93 0,0-3 42 15,8-11 0-15,4-1-66 16,5 0 54-16,1 1 36 0,-1 7-9 0,-2 0-14 0,1 4-1 16,-4 1 24-16,2 2-55 0,-3 0 78 15,-3 0-15-15,-5 9-20 0,-1 5-1 0,-2 3 27 110,0 1 10-110,-3 1-30 0,-8 3 31 0,-6-5-28 0,1 2 15 0,-3-4-167 0,2-5 77 0,-2-1 35 0,4-6-3 0,-1-3 39 0,4-3-23 0,1-10 20 0,5-10-34 0,1-4-766 0,5-8 383 0,0-5 186 0</inkml:trace>
  <inkml:trace contextRef="#ctx1" brushRef="#br0" timeOffset="168602.06">15971 16755 1598 0,'13'-29'0'0,"-7"12"0"0,2 10 0 0,1 7 0 0,2 0 0 0,-2 14 0 0,4 10 349 0,-1 10-162 0,1 7-75 0,4 6-38 0,-1 8 0 0,4 1-38 0,3 7 370 0,-2-5-176 0,3-3-97 16,1-1-48-16,2-3-228 0,2 1 98 0,-4-13 37 0,-3-7-1 0,2-3-358 15,-5-7 202-15,-2-3 100 0,-2-5 60 0,-7-9-691 16,-3-5 333-16,-2 0 148 0,-2 0-295 0,-1-17 236 16,0-4 110-16,0-5 69 15,0-5-3-15,0-2 36 0,0 1 62 0,0 1 0 16,0 0 0-16,-3 7 0 0,0 4 0 0,0 6 428 16,-2 1-250-16,-3 5-107 0,-2-1-63 0,-2 9 773 15,-2 0-382-15,-3 8-141 47,-3 8 318-47,-2 3-270 0,-3 3-126 0,-1 2-77 0,-1 1-191 0,1 0 61 0,-2-1 32 0,3-5-335 0,-2 1 192 0,7-9 82 0,2-4 46 0</inkml:trace>
  <inkml:trace contextRef="#ctx1" brushRef="#br0" timeOffset="168734.92">16362 16779 2958 0,'10'0'0'16,"2"0"0"-16,4 0 0 0,-1 0 0 0,0 5 0 0,0 5 0 0,-2 7 0 0,0 4 391 0,-3-1-182 0,0 5-88 0,-2 1-599 0,2 2 257 16,-2-1 127-16</inkml:trace>
  <inkml:trace contextRef="#ctx1" brushRef="#br0" timeOffset="168847.9">16889 17343 0 0,'-4'0'0'0,"-3"4"0"0,4-3 0 0</inkml:trace>
  <inkml:trace contextRef="#ctx1" brushRef="#br0" timeOffset="176201.39">23007 16990 749 0,'-13'11'0'0,"-1"0"0"0,2-1 0 0,-1 4 0 0,5-2 0 0,1 0 0 0,3-2 123 0,-2-1-42 0,5-5 0 16,1 3-33-16,0-3 191 47,0-2-101-47,3 1-49 0,9 3-26 0,-1-3 0 0,3 2-15 0,1-1-10 0,2-1 0 0,1 2 0 0,2 1 1 0,-2-2-1 16,4 1 10-16,-3 2-10 0,1-2 0 0,1 1 0 0,-1 0 0 0,2-1 1 0,7 5 776 0,-5-3-208 31,4-2-285-31,1 3-287 0,4-1-35 0,0 2 0 15,7-2 0-15,-7 2 0 0,5-2 0 0,-1 0 0 0,3 1 0 0,7-3 0 16,-9 2 0-16,2-3 0 16,0 0 0-16,4-2 0 93,0 2 0-93,8-3 0 0,-9 1 0 0,2-1 0 0,-2 2 0 0,0-2 0 0,3 0 0 0,6-1 0 0,-10 0 0 0,0 0 0 0,1 0 0 0,0 0 0 0,6 0 0 0,6 0 0 0,-10-1 0 0,2-3 0 0,-3 0 0 16,0 0 0-16,-1 1 0 0,10 0 0 0,-13 2 0 0,0-2 0 0,4-1 0 0,0 1 0 0,3 1 0 0,8 0 0 0,-7-1 0 0,0-1 0 0,0 1 0 0,0 0 0 31,2 1 0-31,5-1 0 0,-10 1 0 0,2 0 0 16,1 1 0-16,2-1 0 0,-1 0 0 0,10 2 0 0,-10 0 0 0,-3-3 0 16,5 3 0-16,-4 0 0 0,1 0 0 0,8 0 0 15,-11 0 0-15,2 0 0 16,4 0 0-16,1 0 0 0,-1 0 0 0,10 0 0 0,-14 0 0 0,3 0 0 15,-2 0 0-15,5 0 0 32,-3 0 0-32,11 0 0 0,-10 0 0 0,1 0 0 0,3 0 0 0,-1 0 0 0,2 0 0 0,6 0 0 0,-12 0 0 0,1 0 0 15,4 0 0-15,3 0 0 16,11 0 0-16,-14 0 0 0,4 0 0 0,-1 0 0 16,1 0 0-16,0 0 0 0,7 0 0 0,-10 0 0 15,2 0 0-15,4 0 0 31,-1 0 0-15,-1 0 0-16,6 0 0 0,-11 0 0 0,0 3 0 0,3-3 0 0,1 0 0 0,1 0 0 0,13 0 0 0,-13 0 0 31,3 0 0-31,-1 0 0 0,1 0 0 0,-2 0 0 0,11 0 0 0,-11 0 0 0,0 0 0 0,4-3 0 32,-2 1 0-32,-2 2 0 0,9-1 0 0,-16 1 0 0,2-1 0 0,2 1 0 0,1-3 0 0,5 1 0 15,8 2 0-15,-13-3 0 0,2-1 0 0,-1-1 0 31,-1 1 0-31,4 0 0 0,6-1 0 0,-9 3 0 0,0 0 0 0,2 2 0 0,-3-3 0 16,-3 3 0-16,8 0 0 0,-17 0 0 0,3 0 0 0,0 0 0 0,1 0 0 0,3 3 0 16,3-1 0-16,-12 0 0 0,-1 1 0 0,-3-1 0 15,-3 1 0-15,-4-2 0 16,1 3 0-16,-9-3 0 0,-3 3 0 0,-4-2 0 31,0 0 0-31,-4-2 0 0,1 0 0 0,-8 0 0 0,-3 0 0 0,-2 0 0 0,1 0 0 0,-2 0 0 16,-2-4 0-16,0-6 0 0,0-2 0 0,-2 0 0 15,-8 3-137-15</inkml:trace>
  <inkml:trace contextRef="#ctx1" brushRef="#br0" timeOffset="183512.22">22280 13296 1165 0,'-5'-10'0'0,"0"4"0"0,2 1 0 0,3 1 0 0,0-1 0 0,0 4 0 0,3-1 0 0,10 0 408 0,3 2-185 0,6 0-84 0,1 0 105 16,2 5-104-16,0 5-50 15,4 2-27-15,1 4 43 0,6 4-25 0,0 4-9 16,-2 3-35-16,3 4 89 0,0 3-44 0,1 2 0 16,3 3-3-16,-9-3-41 31,0 1-1-31,-3 0 0 0,-2-2-51 0,-5 1 26 0,2 0 9 0,-11-9-50 0,-5-3 33 0,-1-2 0 0,-4-5 33 0,-1-2-39 15,-2-1 8-15,0-7-6 16,0-7-14-16,0 0-78 0,-2 0 37 0,-5 0 33 16,1 0-314-16,-2 0 163 0,0-7 61 0,-1-2 46 15,-1-1-556-15,1 0 293 0,-2-1 136 0,0 1-385 16</inkml:trace>
  <inkml:trace contextRef="#ctx1" brushRef="#br0" timeOffset="183728.51">22573 13718 900 0,'-14'0'0'0,"3"0"0"0,3 0 0 0,0 0 0 0,3 0 0 0,4 4 442 78,0 3-192-78,1-1-112 0,2 5-50 0,14-1 216 0,5 1-134 0,7 5-57 0,3-3 360 0,8-1-218 0,3 1-109 0,0 0 45 0,0 0-77 0,3 2-29 0,-7-4-9 0,-1 3-180 0,-5-1 71 0,-1 1 35 0,-4-2 0 0,-2 3-235 16,-9-2 131-1,-9-2 69-15,-2-1 36 0,-3-6-185 0,-2-1 51 0,0 1 79 0,-6-4-515 0,-4 0 264 16,-1-9 133-16,0-6 67 0,0-6-462 0</inkml:trace>
  <inkml:trace contextRef="#ctx1" brushRef="#br0" timeOffset="183906.63">22998 13532 1366 0,'0'0'0'0,"0"0"0"0,0 2 0 15,0 0 0-15,0 4 0 0,0 3 0 0,0 6 758 0,0 3-366 0,0 7-177 16,0 7-88-16,0 3 280 0,-2 3-184 0,0 7-84 16,0-6-72-16,0 0 0 0,2-4-30 0,0-4-431 47,0-3 215-47,0-1 118 0,0-10 45 0,0-6-627 0,0-5 340 0,0-4 131 0,0-2 98 0</inkml:trace>
  <inkml:trace contextRef="#ctx1" brushRef="#br0" timeOffset="184919.96">21141 12383 983 0,'-8'0'0'0,"3"0"0"0,1 0 0 0,0 0 0 15,1 0 0-15,2 0 0 0,-3 0 0 0,4 0 275 0,0 2-119 0,0 4-59 0,0 3 20 0,2 0-31 16,0 3-8-16,-1 0-41 0,1 5 1 0,-1 1-1 16,-1 3 1-16,0 3 23 0,-4 1-23 0,-8 2-1 15,-3 1 1-15,-3 1 124 16,-2 0-62-16,1 0-22 0,0-5-9 0,1-5 189 0,2-2-110 0,3-4-56 15,1-3 176-15,3-1-106 16,5-6-67-16,3-3-15 0,1 0 1 0,0 0-44 16,3 0 1-16,9-3-51 0,4-1 21 0,1-5-1 15,2 1 31-15,1 3-233 0,-3-3 116 0,5 1 68 32,-3 2 20-32,-2 1-659 0,0-1 322 0,0 2 102 0,0 1-520 0,2-4 345 15,-2 2 186-15,-3-1-139 0</inkml:trace>
  <inkml:trace contextRef="#ctx1" brushRef="#br0" timeOffset="185159.99">21267 12560 1292 0,'0'0'0'0,"0"-1"0"0,0 1 0 0,0 0 0 0,0 0 0 0,0 0 0 0,0 0 0 0,0 0 0 0,0 9 0 0,0 2 416 16,0 3-193-16,0 3-93 0,0 4-47 0,0 4 84 16,-6 1-65-16,-2 4-22 125,-1-2-10-125,-2 0 7 0,-3-1 1 0,-2-1-41 0,-1-2 93 0,2-7-51 0,-1-4 0 0,2-5 100 0,2-2-70 0,3-4-36 0,1 0 9 0,3-2-45 0,3 0 1 0,2-2-1 0,0-9 1 0,4 1 35 0,9-1 9 0,1-1-44 0,5-2-1 0,-2 4-220 0,3-1 110 0,0 3 55 0,1-2-578 0,-1 3 298 0,0 2 149 0,-4 0-692 0,3 3 401 0,-4 2 202 0</inkml:trace>
  <inkml:trace contextRef="#ctx1" brushRef="#br0" timeOffset="185299.07">21230 13009 1703 0,'-27'19'0'0,"8"-1"0"0,2-4 0 0,3 3 0 0,1-2 0 0,2-3 0 0,4-1 0 0,5-5 516 0,2-4-240 0,0-2-119 15,2 0-60-15,5 0 44 0,5 0-43 0,3-1-35 16,4-7 0-16,0-6-65 0,1 1 0 0,2-5 39 16,1 0-603-16,-2 1 296 0,0-1 154 0,-2-1-705 15,2-1 357-15</inkml:trace>
  <inkml:trace contextRef="#ctx1" brushRef="#br0" timeOffset="185881.49">21600 12337 1346 0,'0'0'0'0,"0"-3"0"0,0 1 0 0,0-2 0 0,0 2 0 0,0 2 0 0,0 0 0 0,0 0 289 15,0 3-125-15,-1 9-55 0,-5 2-32 0,0 4-1 16,-2 3-39-16,-2 2-68 31,-2 1 34-31,-1 3 9 0,-1-4 26 0,0 1-27 0,1-4 0 0,0 1 27 0,3-6-1 0,0 0 8 16,5-5-8-16,2-2 0 0,3-5-24 0,0-2-41 15,3-1 3-15,7 0 4 0,7 0 28 0,3-3 12 16,2-5 17-16,-1-1-15 16,3 2 28-16,-1 1-19 0,-4 2 23 0,-1 0-27 0,0 1-6 0,-4 1 5 15,-2 2-58-15,0 0-130 47,-5 0 83-47,-6 6 42 0,-1 6-238 0,0 1 221 0,0 1-1 16,-9 4 31-16,-5-3 186 0,-2 3-83 0,-2-1-31 0,0 1 157 0,3-2-83 0,-3 4-26 0,5-8-38 0,1 0 88 15,2-1-55-15,4-3-26 0,1-1 1 0,2 1-118 0,3-4 41 0,0-1 25 63,3-2-26-63,7 1 25 0,2-2 10 0,2 0 15 0,1 0-102 0,-2 0 32 0,0 2 30 0,2 0-81 0,-2 1 50 0,-3-1 1 0,0 3 1 0,-4 2-12 0,-2-2 1 0,3 2 23 15,-6 3 10-15,1 0-91 32,-2-1 43-32,0 0 0 0,-2-1-273 0,-6 0 143 0,3-1 67 0,-2-2 42 0,-1-1-164 0,1-4 104 15,-2 0 50-15,4 0-339 0,-2 0 185 0,-1-6 108 0,4-4 49 0,-1 1-67 16,2-2 77-16,-2 0 37 0,1 3 39 0,-1 1 0 16,-1 2 0-16,0 2 0 15,3 0 310-15,-2 1-192 0,0 2-87 0,-1 0-30 16,2 0 497-16,0 0-208 0,0 8-138 0,0 1 120 15,0 1-107-15,3 0-69 16,-2 2-29-16,3 0 9 0,0 0 0 0,0-1-39 0,0 2 10 0,0-1-436 31,0-4 213-31,0 1 107 0,3-1-555 0</inkml:trace>
  <inkml:trace contextRef="#ctx1" brushRef="#br0" timeOffset="186046.05">21531 12827 729 0,'-10'0'0'0,"-1"2"0"0,-1 2 0 0,4 1 0 0,2 4 0 0,1 8 467 0,-1-1-214 16,6 9-108-16,0 3 170 0,0-1-143 0,0 3-67 16,7 2-34-16,3-3 183 0,1 1-109 0,4-1-44 15,-1-6-37-15,2-5-216 0,0-4 95 0,2-3 47 16,1-1-450-16,1-3 259 16,-1-7 114-16,-2 0 62 0,2-11-600 0,-1-7 298 15,0-3 150-15,2-7-196 0</inkml:trace>
  <inkml:trace contextRef="#ctx1" brushRef="#br0" timeOffset="186337.8">21878 12738 1154 0,'11'-18'0'0,"3"0"0"0,-5 11 0 0,1 2 0 0,-2 3 0 0,2 2 0 0,-2 0 0 0,2 9 0 0,-2 3 79 0,-1 2-42 0,1 3 1 0,-2 1 397 0,-2-1-199 0,1 5-89 0,-3-1-60 0,-2 1 51 0,0 2-51 0,-7-2-24 0,-2 1-103 0,-3 4 49 0,-5-6-10 0,0 0 38 0,-3 1-202 0,-2-3 102 0,-3 1 49 0,-1-1-436 15,5-8 197-15,-2-1 125 0,3-2 9 0,4-5-316 16,0-1 190-16,8-2 108 0,4-10 49 0,4-12-67 16,0-3 58-16,0-2 30 15,6-3-23-15,6 3 90 0,1 4 0 0,-1 4 0 0,2 3 272 0,-1 3-174 16,4 1-77-16,-5 8-24 0,4-1-1 0,-2 5-33 31,3 0-1-31,-1 0 795 0,5 11-279 0,-3 2-225 16,-1 4-107-16,2-1 441 0,-1 4-275 0,-1-2-137 15,3-1-324-15,-5-1 89 0,0 1 48 0,-3-5 25 0,1-2-719 0,-1-2 371 16</inkml:trace>
  <inkml:trace contextRef="#ctx1" brushRef="#br0" timeOffset="186491.82">22096 12757 918 0,'0'-7'0'0,"2"3"0"0,-1-2 0 0,5 0 0 0,2 1 391 0,4 2-168 0,1 0-97 15,4 2-44-15,1-1 154 0,5 2-99 0,0 0-50 16,4 0-208-16,-4 0 74 16,-1 0 42-16,0 0-611 0,-2 0 309 0,-1 2 155 0</inkml:trace>
  <inkml:trace contextRef="#ctx1" brushRef="#br0" timeOffset="186771.32">22232 12492 1039 0,'-5'-2'0'0,"3"1"0"0,-2-2 0 0,4 3 0 0,0 3 0 0,0 14 0 0,0 9 0 0,4 6 365 0,4 5-164 0,-1 9-73 0,2 0-20 0,-1 4-35 15,0 1 0-15,1-3-36 0,-4-4-37 0,2 4 9 47,-4-14 28-47,1-4-116 0,-3-6 59 0,-1 0 28 0,0-10 1 0,-3 5-25 0,-5-11 21 0,-3-8-2 0,-3 0 34 0,2 0 13 31,-5 0-31-31,1 0-38 0,0-12 150 0,3 0-57 0,2 0-28 0,-1 0 13 0,6-2-33 0,-3 0 29 16,7 1-26-16,2 0-113 0,0-1 57 0,8-3 15 16,4 0 45-16,7-2-476 0,-1 1 222 0,2-2 93 15,5 2 61-15,-1-4-553 16</inkml:trace>
  <inkml:trace contextRef="#ctx1" brushRef="#br0" timeOffset="186931.16">22604 12516 1513 0,'-6'0'0'0,"0"-1"-1"0,-1-1 0 0,3 2 0 0,-3 0 0 0,-2 0 1 0,1 8-1 0,-3 4 259 0,-1 5-116 0,-1 8-53 0,-4 5-5 0,2 4-24 0,-5 2 0 0,-2 6-15 0,3-2-301 0,2-3 146 0,2-2 73 0,5-7 36 0,4-6-549 0</inkml:trace>
  <inkml:trace contextRef="#ctx1" brushRef="#br0" timeOffset="187055.82">22521 12779 1904 0,'0'7'0'0,"2"1"0"0,-2 3 0 0,2 2 0 0,-1 4 0 0,0 2 0 0,-1 5 0 0,1 3 362 0,1 5-162 0,-2 2-82 16,0 4 210-16,0-1-150 0,0-1-70 0,0-2-306 0,0-3 118 0,0-2 58 16,0 0 39-16,0-13-299 15,0-7 159-15,0-5 80 0,0-4 40 0,0 0-778 0</inkml:trace>
  <inkml:trace contextRef="#ctx1" brushRef="#br0" timeOffset="187244.66">22581 12717 1981 0,'5'-8'0'0,"4"-3"0"0,0 3 0 0,5 2 0 0,3 0 0 0,2-1 0 0,4 4 0 0,5-2 0 0,-1 3 288 0,0-1-125 0,2 2-63 0,-3 1-31 0,-2 0-1 0,4 0-22 0,-10 0-9 0,-2 0-631 0,-3 4 315 0,-2-1 158 0,-5 1 79 0,3 0-256 0,-8-1 163 15</inkml:trace>
  <inkml:trace contextRef="#ctx1" brushRef="#br0" timeOffset="187683.41">22908 12455 1282 0,'0'0'0'0,"0"0"0"0,-4 0 0 0,0 0 0 0,0 0 0 0,-3 5 0 0,-1 8 210 0,-2 5-86 0,-1 7-44 0,-2 6 281 15,-4 8-162-15,-3 5-72 0,1 0-50 0,-1 2 146 16,0-1-94-16,5-4-45 0,3 0-24 0,1 0 36 16,6-11-33-16,5-6-1 0,0 0-54 0,0-4-1 15,0 2 40-15,5-8-10 16,1 3-201-16,0-4 100 0,1 2 51 0,-4-1-295 0,0-1 139 0,-2-1 48 16,0-3 60-16,-1-1-283 0,0-3 153 0,0-3 77 15,0 1 29-15,0-3-84 0,0 0 66 0,0-1 33 16,0-10-38-16,0-6 35 15,0 0-9-15,0-4-9 0,0-2 27 0,0-1 0 16,3 0 27-16,2 0 54 16,5-2-36-16,-2 6 9 0,2 0-27 0,2-1 286 0,-2 5-143 0,2 1-57 15,2-2-48-15,-4 8 406 0,4 3-198 0,-2 3-61 16,0 1 45-16,2 2-79 0,0 0-29 0,-3 13 130 16,0 5-89-16,-4 6-45 0,3 3 0 0,-4 3 149 15,0 5-88-15,-1-1-57 0,0-2-25 16,1 2-60-16,-4-3 0 0,4 1 36 15,-1 4 10-15,-1-12-361 0,-1-3 176 0,0-1 88 16,1-3-561-16,-2-7 280 94,0 2 157-94,-2-9-233 0,0-3 186 0,0 0 92 0,-6 0 47 0,-3-10-309 0,-3-4 168 0</inkml:trace>
  <inkml:trace contextRef="#ctx1" brushRef="#br0" timeOffset="188014.82">22800 12918 1116 0,'-8'-3'0'0,"0"-1"0"0,0 2 0 0,3 1 0 0,2-2 0 0,1 3 0 0,0 0 0 0,2 3 264 0,0 4-113 0,0 0-48 0,2-1-38 0,3 5 13 0,0-3-41 0,2 2-1 0,-2-1-76 0,1 0 48 15,-4-1-10-15,4 1-91 0,-3-1 65 0,0-1 32 16,-1 1 1-16,2-1 41 0,-3 0-10 0,0-2-36 16,1 2 32-16,0-2-127 0,2 0 53 0,-3 2-38 15,2-2 39-15,1 1 86 16,-3 0-23-16,1 0-2 0,2 0 44 0,1 0-25 15,-2 1 12-15,0 1-63 0,-1 0 22 0,-1 1 11 16,0 0-8-16,0 4-28 0,-1-4 2 0,0 0 28 16,0 2 4-16,0 1-101 0,-1-1 40 0,-5 2 25 15,-4-3-24-15,-1 0 7 16,-5-1 14-16,1-2 14 0,-3 1 121 0,-1-1-60 0,0-2-29 0,-1-4 237 16,4 2-119-16,-3 0-64 0,3-3-17 0,1 1 132 15,3 1-77-15,5-2-40 0,0 0-1 16,2 0 157-16,5 2-90 0,0-2-58 0,5 3-24 15,10 2 124-15,11-4-74 0,5 2-38 16,8-3 32-16,6 0-39 31,4 0-18-31,6 0-244 0,1 0 108 0,4-3 61 0,7-3 41 0,-7 3-836 0,-3 3 385 0,1-2 215 0,-5 2 49 16,-6 0-351-16</inkml:trace>
  <inkml:trace contextRef="#ctx1" brushRef="#br0" timeOffset="188155.24">23802 13193 3502 0,'-1'0'0'0,"-2"0"0"0,0 0 0 0,3 0 0 0,0 0 0 0,0 0 0 0,0 0 0 0,0-2 0 0,4 0 336 0,1 1-243 0,2-3-93 0,1-1-482 0,2 0 152 0</inkml:trace>
  <inkml:trace contextRef="#ctx1" brushRef="#br0" timeOffset="196973.63">26434 12264 1891 0,'-13'-19'0'0,"4"7"0"0,3 4 0 0,2 2 0 0,1 3 0 0,3 2 0 94,-1 1 0-94,1 0 249 0,0 11-106 0,2 8 140 0,9 3-122 0,-1 7-62 0,4 3-22 0,1 1 212 0,-2 3-125 0,-1 2-64 0,0 3-31 0,-4 4 79 0,0 8-46 0,-4-5-37 15,-2 4 0-15,0 0-108 0,-2 3 41 0,0 4 8 0,-5-13-277 0,-4 1 154 0,0-9 78 0,-1-2-196 0,3-9 134 0,-1-1 4 47,3-16 52-47,3-8-562 0,2-2 284 0,0-3 143 0,0-20 71 0,0-4-433 0,3-9 256 0</inkml:trace>
  <inkml:trace contextRef="#ctx1" brushRef="#br0" timeOffset="197329.41">26545 12516 1627 0,'0'-12'0'0,"0"2"0"0,0 2 0 0,2 2 0 0,4-2 0 0,4 4 0 0,2 1 0 0,8 1 0 0,6 1 807 0,1-1-384 0,8 2-184 0,0 0 271 0,1 0-237 0,1 0-221 0,-4 0-59 0,2 0-29 0,3 3 46 0,-7-1-9 0,-2 1-229 16,-2-1 133-16,-2 0 66 0,-5-1 33 15,1-1-622 1,-6 2 302-16,-10-2 172 0,1 0-541 0,-5 0 324 0,-1 0 162 0,0 0 71 0,-4 0-22 0,-6 0 56 15,-5 0 29-15,0-2 232 16,-2-1-102-16,-2 0-60 16,4 1-17-16,-2 2 511 0,2 0-269 0,-1 0-133 0,1 5-69 0,4 4 331 31,0 1-86-31,4 2-122 16,0 3-32-16,3 4 370 0,0 5-217 0,4 0-121 46,0 3 96-46,0 8-247 0,2 2 0 0,4 4 0 0,5 7 0 0,0-3 0 0,0-2 0 0,-1-2 0 0,-1-2 0 0,-1-1 0 0,-3 1 0 0,-3-9 0 0,-2-6 0 0,0-2 0 0,-14-4 0 0,-1-3 0 32,-7 0 0-32,0-9 0 78,-2-6 0-78,-5 0 0 0,-1 0 0 0,-3-9-225 0,-3-3-30 0,7-5 113 0,-1-2 53 0,7-4-508 0,1-4 280 0,5-5 139 0,3-7 61 0,11 1-239 0,3 1 159 0,0-2 80 15</inkml:trace>
  <inkml:trace contextRef="#ctx1" brushRef="#br0" timeOffset="197576.25">27221 12239 1871 0,'2'-14'0'0,"1"2"0"0,1 3 0 0,1-3 0 0,0 4 0 0,-3 3 0 0,2 1 0 0,2 2 688 0,-1 1-325 0,-1 1-153 0,3 0-91 0,-1 3 283 0,2 13-183 0,-1 2-160 31,1 9-59-31,-2 6 0 0,0 3 0 0,-2 10 0 0,-3 3 0 0,-1 6 0 16,0 6 0-16,0 9 0 0,0-5 0 0,-6 0 0 0,-2 3 0 0,2 0 0 0,0-5 0 0,0 2 0 31,4-16 0-31,-1-3 0 0,0-10 0 0,2-4 0 0,1-8 0 0,0 2 0 0,0-19 0 0,0-7 0 62,0 0 0-62,0 0-98 0,-4-9-16 0,0-6-589 0,1-3 338 0,2-2 163 0,0-3 83 0</inkml:trace>
  <inkml:trace contextRef="#ctx1" brushRef="#br0" timeOffset="199372.3">27879 12627 1505 0,'0'0'0'0,"-3"-5"0"0,-1 1 0 0,3 1 0 0,-2-4 0 0,-1 0 0 0,0-1 176 0,0-2-69 0,0-1-25 0,-2-1-9 0,0 2-35 16,1-2 0-16,-3 1 57 0,-2 5-29 0,0-4 10 0,-1 7-38 0,-6 3 97 0,1 0-49 0,-4 13-23 0,0 11-1 0,-4 6 128 0,4 5-81 0,0 6-35 0,4 3 88 0,1-1-62 0,7 0-30 0,0 3 9 0,8-9 11 0,0-3-26 0,6-6 0 0,10-7-45 0,4-5 19 0,6-8 10 0,1-8-9 0,4 0-104 0,0-17 52 0,-1-7 26 0,6-3 9 0,-8-2-217 0,-3-7 85 0,-3-1 65 16,-1-5-266-16,-2-1 149 15,0-5 38-15,-5 5 53 0,-6-3-87 0,0-3 59 47,-3-5 31-47,-1-1 1 0,-3-11-9 0,-1 9 37 0,0 2 1 0,0 4-21 0,0 9 21 0,-5 12-1 31,-5 2-9-31,3 21 206 0,-2 7-98 0,-2 0-49 0,2 12 410 0,-1 12-212 0,-1 5-74 0,4 8-65 0,1 4 351 0,0 7-191 0,3 4-95 0,1 5-50 47,0 8-85-47,2-7 0 0,0 1 0 0,0-1 0 0,2-1 0 0,5 1 0 0,4 6 0 0,2-16 0 0,1-6 0 0,-1-6 0 0,5-3 0 0,-1-10 0 16,-1-1 0-16,-2-15-70 0,-3-7-161 0,1 0 115 16,-1-17-6-16,3-7-154 15,1-6 110-15,-2-6 68 0,-1-4 30 0,1-3-150 31,0-3 90-31,-1 0 45 0,2-3-10 0,-7 10 29 0,5 4 1 0,-8 11 25 0,0 2 206 0,-2 9-103 16,-1 5-61-16,-1 8-17 0,0 0 413 0,0 17-218 16,-3 9-58-16,-2 3 342 0,0 2-181 0,2 2-132 15,0 0-153-15,3-2 0 16,0 1 0-16,0-2 0 0,0-2 0 0,3-8 0 16,6 1 0-16,1-7 0 0,3-2 0 0,2-4 0 0,0-8 0 0,3 0 0 15,-1-5 0-15,0-12 0 16,-1-5 0-16,2-2-151 31,-3-3 4-31,-2-2 68 0,-2-1-17 0,2-1-19 0,-1 1 35 0,-3-2-9 0,-1 8 51 0,-3 0 19 0,-2 7-19 0,0 2 0 16,-2 8 171-16,0 0-94 0,-1 7-35 0,0 0-15 15,0 8 293-15,0 10-125 0,-2 5-79 0,-1 3 130 16,2 0-208-16,1-1 0 16,0 4 0-16,0-4 0 0,0 0 0 0,6 2 0 0,3-5 0 0,3-3-146 46,2 0-74-46,2-4 98 0,4-3-285 0,2 5 142 47,-1-9 120-47,2-3-466 0,5-2 287 0,-3-3 142 0,4 0 72 0,3 0-453 0,-6-1 267 0</inkml:trace>
  <inkml:trace contextRef="#ctx1" brushRef="#br0" timeOffset="199822.07">28915 12704 1280 0,'4'-26'-1'0,"-1"-1"1"0,-1 3-1 0,-2-7 1 0,0 9 0 0,0-1 0 0,-8 5 0 0,-1 6 0 0,-2-1 530 0,0 2-231 0,-3 11-135 0,-1 0-63 0,-1 0 318 0,-3 14-190 0,2 8-95 0,-6 5 171 0,10 4-138 0,-1 5-65 0,5 1-31 0,1 1 33 0,6-2-76 16,1 5-28-16,1-9 0 0,0-3 0 0,3-1 0 47,6-5 0-47,1-2-23 0,4 3-54 0,0-13 52 0,2-2 32 0,1-8-427 0,3-1 217 0,-1-1 48 15,1-13-222-15,-3-9 173 0,-1-3 83 0,0-5 41 0,-3-4-72 0,0-5 55 16,1-6 20-16,-2-2-117 78,-3-3 78-78,1-5 38 0,1-7 1 0,-1-7-4 0,2-10-9 0,0 12 52 0,-7 9-1 0,1 8 35 0,-5 10 0 0,-1 13-34 0,0 8 418 0,0 18-204 0,-9 2-107 0,-3 11 528 0,1 14-290 0,-2 6-110 0,4 4-72 0,0 5 161 31,4 3-124-31,-2 5-62 0,3 2-31 0,-2 2 226 0,3 9-295 0,-1-11 0 0,3-1 0 0,-1 3 0 0,2-1 0 0,0-2 0 0,0 5 0 0,0-12 0 31,2-6 0-31,4-3 0 0,2-10-372 0,3 6 53 16,0-20 91-16,1-6-282 0,4-3 236 0,2-2 117 109,1-13 60-109,2-9-545 0,-1-3 307 0</inkml:trace>
  <inkml:trace contextRef="#ctx1" brushRef="#br0" timeOffset="200033.65">29258 12475 1041 0,'4'-15'-1'0,"-1"1"0"0,0 7 1 0,1 0-1 0,-2 1 309 0,1 6-140 0,4 0-66 0,-3 13-33 0,0 6 679 15,-1 6-357-15,5 8-168 0,-3 1 341 0,-1 2-264 0,-1 5-280 0,2-2-20 0,-1 0 0 0,1 2 0 0,-1-8 0 0,3 0 0 16,-3-5 0-16,1-4 0 0,-1-4 0 0,3 1 0 0,-3-14 0 0,0-3 0 0,3-4 0 0,0-1 0 0,2-13 0 0,4-4 0 16,-3-6 0-16,4-2 0 15,4-6 0-15,0 1 0 0,2-5 0 0,7-5 0 16,0 4 0-16,-2-1 0 0,4-1 0 0,-2-2 0 15,4 4 0-15,-1-6 0 0,-6 11 0 0,-5 3 0 0,0 5 0 16,-7 4 0-16,-4 4 0 0,1-1 0 16,-8 10 0-16,-1 4 0 0,0 3 0 0,0 0 0 15,-1 0 0-15,-5 0 0 0,-2 0 0 0,2 5-302 16,0 5-51-16,0 0 158 0,0 2 69 0,3 0-812 16,1 2 450-16</inkml:trace>
  <inkml:trace contextRef="#ctx1" brushRef="#br0" timeOffset="200193.8">29998 12759 3798 0,'0'0'0'0,"-2"0"0"0,0 0 0 0,1 0 0 0,-3 0 0 0,1 0 0 0,-1 0 0 0,1 0 0 0,-2 0-142 0,4 2 89 0,-2-2 45 16,2 2-1262-16</inkml:trace>
  <inkml:trace contextRef="#ctx1" brushRef="#br0" timeOffset="-9485.74">23472 16905 983 0,'-13'-5'0'0,"1"-1"0"0,-1 0 0 0,4 4 0 0,-2-1 0 0,0-3 0 0,3 5 0 0,1-4 0 0,2 4 0 0,0 0 304 0,4 0-132 0,-3-1-56 16,4 0 176-16,0 2-126 0,0 0-63 0,0 0 103 15,0 0-84-15,0 0-31 16,0 0-9-16,2 0 65 0,3 0-54 0,1 0-27 31,1 0 1-31,3 0 34 0,-1 0-36 0,4 0 0 0,0 0-25 0,4 0 119 0,0 0-60 0,5 2-20 16,1-2 101-16,3 2-71 0,4-2-85 0,3 0-24 16,2 0 0-16,8 0 0 0,2 0 0 0,2 0 0 15,7 0 0-15,2 0 0 16,-1-2 0-16,5 2 0 0,-9 0 0 0,-3 0 0 0,1 0 0 0,-3 8 0 15,4 1 0-15,7 2 0 16,-8 0 0-16,6 2 0 0,7 0 0 0,3-1 0 0,4-1 0 16,16 0 0-16,-5-9 0 0,7 1 0 15,10-3 0-15,2 0 0 0,17-3 0 0,-21-5 0 16,5-3 0-16,3 2 0 0,1-1 0 0,-5 0 0 16,6 3 0-16,-24 2 0 0,-2 3 0 0,1 0 0 15,-4 2 0-15,-1 0 0 0,6 0 0 0,-20 8 0 16,2-1 0-1,1 2 0-15,1-3 0 0,0 2 0 0,2-1 0 0,-13-4 0 0,-2 0 0 0,-5-1 0 16,2-2 0-16,-5 0 0 16,6 0 0-16,-13 0 0 0,-2 0 0 0,1 0 0 15,-3 0 0-15,-3 0 0 0,0-2 0 0,-10 2 0 16,-1-1 0-16,-5-1 0 0,-3 1 0 0,0-1 0 16,-2 0 0-16,-3 0 0 93,-4-1 0-93,-1 1 0 0,-1-4 0 0,0 0 0 0,0-3 0 0,0 2 0 0,-7-4-103 0,-4 5-216 0,-5 3 136 0</inkml:trace>
  <inkml:trace contextRef="#ctx1" brushRef="#br0" timeOffset="687.34">27469 16369 842 0,'-15'-6'0'0,"3"-5"0"0,4 5 0 0,2 3 0 0,-3-3 0 0,6 1 0 0,1 0 128 15,-1 3-34-15,3-1-10 0,0 3 172 0,0-3-109 0,0 1-54 0,0 2-26 32,4-1 127-32,6 1-82 0,0 0-36 0,0 0 139 0,0 0-88 0,4 0-44 15,-3 0 10-15,0 0 104 0,1 0-79 0,-2 0-39 16,3 0-1-16,0 0 22 0,0 0-20 0,0 0-10 15,1 0 69-15,-2 0-50 0,3 0-24 0,0-1-1 16,4 1 17-16,-3 0-41 0,2 0-1 0,1 0 4 16,1 0-5-16,0 0-38 15,4 0 0-15,-2 0 0 0,2 0 0 16,1 0 0-16,0 0 0 0,0 0 0 0,7 1 0 0,-5 2 0 16,5 0 0-16,3 1 0 0,1 1 0 0,9 0 0 15,-4 0 0-15,3-2 0 0,1-1 0 0,1 3 0 16,1-4 0-16,4 3 0 0,-5-2 0 0,-4 3 0 15,-1-5 0-15,1 2 0 0,-3 0 0 0,9 0 0 16,-14-1 0-16,0 2 0 109,-1-3 0-109,-2 0 0 0,-2 0 0 16,6 0 0-16,-11 0 0 0,4 0 0 0,-3 0 0 0,1 0 0 0,3 0 0 0,6-3 0 0,-8 2 0 0,3-3 0 0,2 2 0 0,0 0 0 0,3-1 0 0,2 1 0 0,-7-1 0 0,2 2 0 0,0 1 0 0,-4 0 0 0,5 0 0 0,-1 0 0 0,-4 0 0 0,-2 0 0 0,3 0 0 0,-4 0 0 0,3 1 0 0,3 4 0 0,-3 0 0 0,-2-1 0 63,3-1 0-63,-1 0 0 0,3 2 0 0,6-1 0 0,-10-1 0 0,5 2 0 0,-4-2 0 0,2 1 0 0,-3 1 0 0,7-1 0 0,-10 0 0 0,2 1 0 0,-3 0 0 0,0-2 0 0,-2 2 0 0,4 0 0 15,-6 0 0-15,0-2 0 78,-2 1 0-78,-1-1 0 0,1 0 0 0,2-1 0 0,-8 1 0 0,-1 0 0 0,-3-2 0 0,2 1 0 0,-2 1 0 0,-3-3 0 0,0 2 0 0,-1-2 0 0,-1 0 0 0,-2 2 0 0,2-2 0 0,-2 0 0 0,0 0 0 0,0 0 0 0,0 0 0 0,0 0 0 0,0 0 0 16,0 0 0-16,0 0 0 0,0 0 0 16,-2 0 0-16,-2 0 0 0,1 0 0 0,-3 0 0 15,-1 0-142-15,-3 3-233 0</inkml:trace>
  <inkml:trace contextRef="#ctx1" brushRef="#br0" timeOffset="2252.05">23518 17029 697 0,'-15'-3'0'0,"1"-4"0"0,2 3 0 0,1 0 0 0,3-3 0 0,-1 4 0 0,6-3 118 0,-1 3-39 0,3 1 0 0,-1-1-39 0,2-1 185 0,0 2-97 0,0-1-44 0,0 2 0 0,5 0 65 0,4 1-54 0,0-2-17 0,1 2 157 0,2 0-98 0,1 0-48 0,0 0 45 0,0 0-47 0,2 4 10 0,0 1-56 0,-1-1 102 0,2-1-51 0,1 2-25 15,0-1-1-15,3-1 71 16,-3 1-53-16,2-3 0 15,0 0-43-15,1 2 87 0,2-2-43 0,4 1 10 0,-4-2-3 0,3 0-26 0,0 0 1 0,4 0-59 16,3 0-8-16,-4 0 0 0,-1 0 0 0,3-2 0 16,0-2 0-16,-1 2 0 0,6-3 0 0,-7 3 0 15,1 1 0-15,0-2 0 16,3 2 0-16,-2-1 0 0,5 2 0 0,-5 0 0 16,1 0 0-16,1 0 0 0,-1 0 0 0,-1 0 0 15,5 0 0-15,-7 0 0 0,0 0 0 0,-1 0 0 16,-2 0 0-16,1 0 0 0,5 0 0 0,-9 0 0 15,2 2 0-15,4 2 0 0,-2-4 0 0,2 1 0 16,7 1 0-16,-3-2 0 16,1 0 0-16,4 0 0 0,4 0 0 0,-2 0 0 0,8 0 0 0,-8 0 0 15,-2 0 0-15,1 0 0 16,1 0 0-16,-3 0 0 0,4 0 0 0,-6 0 0 16,-3 0 0-16,2 0 0 0,3 0 0 0,1 0 0 15,4 0 0-15,-5 0 0 0,3 0 0 0,-3 0 0 16,2 0 0-16,0-2 0 0,5 1 0 15,-7-3 0 1,-2 0 0-16,2 1 0 0,-2 0 0 0,1 2 0 0,8-4 0 0,-7 3 0 0,-3 0 0 16,5-2 0-1,0 4 0-15,-2-4 0 0,4 3 0 0,-8-1 0 16,-2 0 0-16,2 0 0 0,-1 1 0 0,5-1 0 16,-8 0 0-16,0 2 0 0,0 0 0 15,-1 0 0-15,2 0 0 0,2 0 0 0,-6 0 0 0,0 0 0 0,-1 0 0 0,-1 2 0 16,0 1 0-16,4 1 0 0,-7-2 0 15,-2 0 0-15,1 1 0 0,-1 0 0 16,-1 0 0-16,3-2 0 0,-6 0 0 0,-1 2 0 16,0-1 0-16,-1-1 0 15,-3 2 0-15,3-3 0 0,-5 3 0 0,-1-3 0 0,0 0 0 16,-3 2 0-16,-2-2 0 0,2 0 0 16,-2 0 0-16,-1 0 0 0,0 0 0 0,0 0 0 0,0 0 0 0,0 0 0 15,0 0 0-15,0 0 0 0,0 0 0 0,0 0 0 16,-1 0 0-16,0 0 0 15,1 0 0-15,-2 0 0 0,2 0 0 0,0 0 0 0,-1 0 0 0,-1 0 0 16,1 0 0-16,-2 0 0 0,-4 2 0 0,1 3-396 16,0 2 117-16</inkml:trace>
  <inkml:trace contextRef="#ctx1" brushRef="#br0" timeOffset="8067.35">31542 16395 815 0,'-10'-13'0'0,"-3"1"0"0,6 3 0 0,-3-1 0 0,0-2 0 0,1 4 0 16,3 2 0-16,0 0 184 0,1 2-69 0,-3 1-35 0,3 2 101 0,0 1-74 47,-2 0-31-47,3 11-6 0,-3 4-25 0,-1 6 0 0,1 6 11 0,0 3 11 0,1 0-22 0,3 2 0 0,-2-1 0 0,3-1 43 0,-2 2-32 0,4-9-11 15,0-3 26-15,0-3-25 0,3-2-1 0,3-2 0 16,3-6-33-16,5-6-12 0,1-1 45 0,3-5-45 109,2-15-1-109,-1-6 41 0,4-6 12 0,-2-4-147 0,-3-5 63 0,1-5 20 0,-1-2 1 0,-2-1 7 0,3-9 32 0,-9 2-46 0,-1-4-154 0,-4-6 74 0,-2 1 47 0,-2-10 4 0,-1 20-68 0,0 10 36 0,-1 10 30 0,-9 16 81 0,1 9 1 0,2 7-75 0,-2 5 16 0,1 20 249 0,0 10-116 0,1 7-46 16,5 4-32-16,-1 8 269 0,3-3-140 0,0 1-44 15,0 2 29-15,1-2-37 0,5 3-30 0,3 5 11 16,-2-10-89-16,4-1 1 16,1-5 46-16,2 1-229 0,-1-5 114 0,4 5 69 0,-5-13 18 0,4-7-412 15,-5-3 201-15,-1-7 67 0,3-2 61 0,-2-3-444 16,-4-7 238-16,-2 0 114 0,3-11-253 0,-1-7 183 16,-3-6 92-16,1-5-73 0,-4 0 87 0,2-1 39 31,-2-3 26-31,-1 2 57 0,0 4 0 0,0-4 0 0,0 9 0 0,0 5 14 0,0 0-28 0,-1 7 14 15,-3 1 0-15,2 1 360 16,-1 6-225-16,3 2-47 0,0 0 376 0,0 5-179 16,0 7-124-16,0 0-27 15,5 5 24-15,3-4-56 0,4 3-29 0,1-2-245 0,1 1 108 0,2 0 65 16,-2-3-11-16,0-1-442 31,1-1 248-31</inkml:trace>
  <inkml:trace contextRef="#ctx1" brushRef="#br0" timeOffset="8235.94">31979 16212 1931 0,'0'-6'0'0,"-4"2"0"0,-1 3 0 0,4 1 0 0,-4 0 0 0,2 11 0 0,-1 10 0 0,0 7 0 0,-5 6 285 0,3 8-120 0,-1 6-61 0,-3 10 92 16,-3 10-65-16,0-5-48 15,-4 4-1-15,2 1-53 0,-2-3 16 0,4-6-3 16,-4 3-180-16,6-18 83 0,6-7 47 0,1-6 1 15,2-7-409-15,2-7 229 0,0 0 89 0,0-15-588 0,2-2 295 16,2 0 173-16,1-4 87 0</inkml:trace>
  <inkml:trace contextRef="#ctx1" brushRef="#br0" timeOffset="8392.15">32048 16400 1399 0,'0'-10'0'0,"-2"5"0"0,2 0 0 0,0 1 0 0,0 3 0 0,2-1 0 0,1 2 0 0,4 0 438 32,2 0-197-32,2 0-99 0,2 0-153 0,3 0 12 0,-3 3 43 0,3 3-1 0,-2-1-529 0,2 5 259 15,-1-1 130-15,-1 5-598 0</inkml:trace>
  <inkml:trace contextRef="#ctx1" brushRef="#br0" timeOffset="8544.29">32081 16619 1287 0,'-11'1'0'0,"3"1"0"0,-1 0 0 0,7 1 0 0,1-1 0 0,1 0 0 16,0 1 389-16,0-1-172 0,3 0-76 0,6-2 1 0,6 0-49 0,0 0 0 0,4 0-49 0,0 0-285 0,3 0 153 0,-2 0 60 0,-1-1-620 0,1 0 325 0,0-4 162 0</inkml:trace>
  <inkml:trace contextRef="#ctx1" brushRef="#br0" timeOffset="8987.99">32554 16046 685 0,'-7'-17'0'0,"-4"0"0"0,4 5 0 0,0 2 0 0,-2 1 0 0,2 3 0 0,-2 3 282 0,-2 1-105 0,2 2-69 15,2 3 85-15,-3 11-72 16,5 4-36-16,0 6 1 0,-1 0 7 0,3 2-11 16,3 0-33-16,0 2 51 0,0 1-51 0,0-4 1 125,0 6 11-125,2-9-72 0,5-2 0 0,0-2 61 0,5-3 0 0,-2-4-191 0,2 2 108 0,1-8 16 0,-2-5 0 0,3 0-6 0,-1 0 57 0,-1-17-46 0,2-1-226 0,-2-3 77 0,-3-5 77 0,2-6-114 0,-3 1 85 0,-3-5-13 0,5-3 35 0,-5 1-135 0,-3-3 89 0,1-1 44 0,-1-8-1 0,0 1 148 0,0-6-64 0,-2 12 12 0,0 9 298 0,0 9-159 31,0 9-86-31,-4 7-22 0,-1 9 365 0,1 0-170 0,-1 17-103 0,-2 12-6 0,4 4-41 0,0 8 32 0,3-2 0 0,-2 5 289 16,2-2-175-16,0 0-88 0,0 0-42 0,0 4-22 15,0-10-22-15,2-2-1 0,1-2-304 0,7-1 153 16,-1-6 75-16,1 8 51 15,1-15-547-15,0-2 245 0,-1-4 149 0,4-5-324 16,-2-4 212-16,1-3 31 0,-1 0 86 0</inkml:trace>
  <inkml:trace contextRef="#ctx1" brushRef="#br0" timeOffset="9116.92">32780 16044 1117 0,'-4'0'0'0,"-2"-3"0"0,0 2 0 0,4 1 0 16,2 0 265-16,0 0-108 0,0 0-54 0,0 1 0 0,0 4 101 15,0 4-84-15,5-1-35 0,4-1-376 0,-4 3 165 16,4 1 81-16,1 0 51 16,-3-2-759-16</inkml:trace>
  <inkml:trace contextRef="#ctx1" brushRef="#br0" timeOffset="9443.16">32960 15997 1418 0,'0'-2'0'0,"0"-3"0"0,0 2 0 0,0-1 0 0,0 2 0 0,0 2 0 0,-3 0 0 0,-1 0 266 0,-2 11-108 0,-3 7-55 16,-1 3 13-16,-5 6-3 63,0 3-32-63,-4 4 1 0,-2 2-316 0,1 0 142 0,-5 6 83 0,2-7 23 0,-3-1-387 0,2 0 209 0,-1-4 105 0,-3-4-329 0,-2 0 130 0,4-9 119 0,1-6-6 0,-1-4 23 0,-2-3 36 0,5-2 1 15,-7 1 23-15,6-3 63 0,4 0 0 0,1 0-50 16,1 0 350-16,3 0-175 0,3 2-101 15,6-2-30 1,6 0 699-16,0 0-340 0,0 2-109 0,13-1 292 0,7 1-231 16,5-2-134-16,7 0-62 0,8 0 312 47,4-2-187-47,3-6-92 0,4-2-35 15,-7 1-38-15,0 0-70 0,-2-1 0 0,0 2-73 0,-2 2-13 0,4 0 80 0,-15 1 22 0,0 3-567 0,-8 0 300 0,-6 2 138 0,-6 0-743 0,0 2 356 0,-9 9 231 0,-3 2 110 0</inkml:trace>
  <inkml:trace contextRef="#ctx1" brushRef="#br0" timeOffset="9756.27">32516 16615 1403 0,'-8'16'0'0,"-1"1"0"0,3 5 0 0,5 0 0 0,0 5 0 0,1 1 0 0,0 4 180 0,0-3-72 0,0 0 0 0,0 2 192 0,0-4-126 0,0 2-62 0,0 0-10 94,0-8-52-94,0-1-1 0,0-6 1 0,0-3-154 0,0-1 76 0,0-3 52 0,0-7-13 0,-2 0-119 0,-1 0 78 0,-3-2 41 0,0-7-218 0,-1-2 91 0,-3-5 62 0,0-1-13 0,-4-1-13 0,-1-1 0 0,0 2 0 0,-4-2-9 0,0 9 55 0,2-1-16 0,-3 7 13 0,-2 2 211 16,3 2-101-16,-4 0-51 15,4 14 6-15,3 3 318 0,2 7-170 0,3 3-67 16,4 0 204-16,-1 2-106 0,8-1-86 0,0-3-31 15,6-3-50-15,7-2 10 0,5-2-1 0,3-3-302 16,2-7 145-16,3-5 79 0,1-3 39 0,2 0-627 16,-1-2 314-16,5-7 109 0,-8-6 95 0</inkml:trace>
  <inkml:trace contextRef="#ctx1" brushRef="#br0" timeOffset="9967.35">32562 16820 2357 0,'0'-8'0'15,"0"4"0"-15,0-3 0 0,2 2 0 0,5 3 0 0,3-1 0 0,1 0 0 0,3 3 0 0,1 0 0 0,-1 0 0 0,1 6 0 0,1 5 0 0,0-1 0 0,-6 3 185 0,1 3-68 0,-8 0-34 0,2 3-155 0,-5 2 73 0,0-2-13 0,-6 2 62 0,-7-3-122 0,-3 0 55 0,-3-2 33 0,-3 0-206 0,-2-5 105 0,2-4 11 0,0-2 41 0,2-2-278 0,2-3 144 16,0 0 36-16,7 0-106 15,4 0 83-15,6-9 52 0,1-4 0 0,1-1-303 0</inkml:trace>
  <inkml:trace contextRef="#ctx1" brushRef="#br0" timeOffset="10133.15">32770 16772 3143 0,'2'-5'0'0,"0"0"0"16,-2 4 0-16,2-2 0 0,-2 2 0 0,0 1 0 0,0 0 0 0,0 1 0 0,0 11 0 0,0 2 0 0,-2 0 0 0,0 4 0 0,0 1 0 0,2 0 0 0,0-2 0 0,0 4 0 0,4-2 0 0,3-1 97 0,7-1-13 0,1 0-465 0,4-4 215 0,4-2 108 0,1-3 54 0,7-1-266 16,-3-5 133-16,3-2 89 0,-1 0-91 0</inkml:trace>
  <inkml:trace contextRef="#ctx1" brushRef="#br0" timeOffset="10300.1">33054 16565 1344 0,'-20'0'0'0,"8"0"0"0,3 0 0 0,6 0 0 0,0 0 0 0,3 0 401 0,0 1-163 16,0 4-101-16,0-2 120 0,3 2-105 0,5-1-50 15,1 2-1-15,1 0-357 0,2-1 146 0,2 1 80 16,0-2 40-16,0-2-369 0,3-1 194 0</inkml:trace>
  <inkml:trace contextRef="#ctx1" brushRef="#br0" timeOffset="10644.29">33421 16116 1844 0,'0'0'0'16,"-3"0"0"-16,0 0 0 31,1 3 0-31,2 8 0 0,-2 6 0 0,-1 6 0 0,-1 8 532 0,0 8-241 0,1 4-121 0,-1 8-61 0,1 2 151 0,-1 8-92 0,0-12-66 0,3 1-28 0,-1-4-24 0,2-5-1 0,-2-3 1 15,0-1-88-15,2-13 38 0,0-4 0 0,-1-5-129 16,1-4 90-16,0-6 44 0,-1-2 12 0,1-3-220 78,-2 0 114-78,-1-8 2 0,-3-3 47 0,1-5-163 0,0 0 86 0,-3-4 25 0,1 1-11 0,0 1 16 0,-2 2 0 0,0 2 11 0,-3 2-44 0,3 5 70 0,-3 4 1 0,-2 3 121 0,2 0-60 0,-1 7-1 0,-5 5-73 0,8 8 360 16,1 1-162-16,1 5-64 0,1-1-47 0,4 2 312 15,1 2-157-15,2-5-40 0,0-2-146 0,8-2 73 47,4-1-19-47,2-6 6 0,3 0-174 0,0-6 81 0,3-7 44 0,2 0-626 0,3-1 314 0,-1-10 122 0,2-6 91 0,-1 0-731 0</inkml:trace>
  <inkml:trace contextRef="#ctx1" brushRef="#br0" timeOffset="10851.24">33495 16602 1120 0,'0'-7'0'0,"-3"1"0"0,3 3 0 0,0 0 0 0,0 3 0 0,0 0 0 0,0 0 0 0,1 0 694 0,8 0-328 0,-3 10-158 16,-1 1 222-16,3 2-190 0,-2 0-95 0,-1 3-9 15,-2 1-50-15,1 1 1 16,-4 3-37-16,0-3-98 0,0 5 49 0,-4 1 12 0,-6-3 37 0,-3 0-171 16,-3 2 86-16,-1-4 42 15,-5-1 0-15,-1 0-298 0,4-7 159 0,-1-6 12 16,4-3-400-16,3-2 203 0,4 0 136 0,6-7 39 15,3-8-379-15,2-6 236 0,15-1 117 0,3-3-134 16</inkml:trace>
  <inkml:trace contextRef="#ctx1" brushRef="#br0" timeOffset="10990.17">33656 16607 2220 0,'6'-9'0'0,"-2"0"0"0,-1 3 0 0,-1 4 0 0,0 0 0 0,-2 2 0 0,-2 0 0 0,-10 4 0 0,-4 8 0 0,-2 3 213 0,3-1-89 0,2 2-36 0,-1 2 497 0,2 1-268 16,5-2-133-16,0 3 16 0,2-1-200 0,5 0 0 0,0 3 0 0,5-2 0 0,11-2 0 0,5 5 0 0,8-6 0 0,4 0-797 0</inkml:trace>
  <inkml:trace contextRef="#ctx1" brushRef="#br0" timeOffset="11854.86">31319 17642 258 0,'-6'-14'0'0,"-1"-2"0"0,6 3 0 0,-2 2 0 0,1 1 0 0,1 0 0 0,1 0 145 16,-4-1-47-16,2 3-36 0,-1 0 97 0,-1 1-59 15,2 0-28-15,-3 2-1 0,-1 1 153 0,4 2-97 16,1 1-43-16,1-2 117 0,0 3-80 0,1 0-40 16,18 0 11-16,8 7 168 15,12 1-109-15,16 2-54 0,12-1-27 0,17-4 345 0,27 3-175 0,12-7-104 16,17 2 123-16,14-3-108 0,7 0-54 0,20 0-17 31,-33 0-91-31,-5 0 54 0,-8 0-1 0,-4 0-177 0,-12 0 89 0,5 3 55 16,-36-1-11-16,-7 1 3 15,-5 1 1-15,-9-1 40 0,-4-1-3 0,5-2 53 0,-19 0-125 0,-4 0 53 16,-4 0-3-16</inkml:trace>
  <inkml:trace contextRef="#ctx1" brushRef="#br0" timeOffset="12010.8">33846 17531 0 0,'-10'-11'0'0,"2"3"0"0,-3 1 0 0,3-3 0 0,-5 5 0 0,7 3 0 0</inkml:trace>
  <inkml:trace contextRef="#ctx1" brushRef="#br0" timeOffset="14969.57">28561 17776 851 0,'-13'-4'0'0,"3"-2"0"0,-2 1 0 0,2-1 0 0,1 3 0 0,2-1 0 0,-2-4 0 0,3 3 0 0,-2-3 175 0,2-1-73 0,4-1-29 0,-3 0-1 0,3-1 3 0,-2-2 10 0,3 1-43 0,-2 0-42 0,2 0 0 0,-1 0 42 0,0 2-1 0,0 0-14 15,-1 3 15-15,0 2-1 0,-3 2-44 0,2 2 45 16,-5 1-1-16,0 4 11 0,1 14-53 0,-4 3 1 15,2 8 12-15,0 3 65 0,2 4-5 0,-3 3-34 16,7-6-4-16,3 0-7 0,-1-2 9 0,2-3-1 16,0-2 5-16,2 2-32 0,3-14-6 0,7 1 33 15,2-7-80-15,1-4 38 0,5-4-5 0,3-3 47 16,0-14-59-16,-1-7 1 16,1-6 28-16,0-2-93 31,1-6 43-31,-2-4 29 0,-2 0-23 0,-1-6-83 0,-2-2 52 0,-1-5 31 0,-2-6-16 0,1-12-16 0,-10 7 19 0,-1-1 0 15,-4 3-67-15,0 9 44 0,-2 13 7 0,-7 7-10 16,-2 23 111-16,2 11-36 0,-1 1-9 0,-1 12 214 16,0 10-111-16,3 7-51 0,-2 5-28 0,4 7 290 15,2 5-134-15,-1-1-79 0,5 5-10 16,-1 5 102-16,1-12-75 0,0 1-32 0,0 0-61 0,0-3 28 16,1-2 1-16,8 7 10 15,-2-12-238-15,6-2 114 0,-1-2 57 0,0-4-461 16,4 2 243-16,-4-8 83 0,3-6 72 0,0-4-417 15,2-6 226-15,-5-4 114 0</inkml:trace>
  <inkml:trace contextRef="#ctx1" brushRef="#br0" timeOffset="15165.51">28787 17656 773 0,'0'-11'0'0,"0"4"0"0,0 2 0 0,0 3 0 0,3 0 0 0,4 2 337 15,1 0-148-15,3 0-74 94,2 10 134-94,-1 1-104 0,3 2-41 0,-2 4-11 0,0 1-95 0,-3 2 44 0,0 2-1 0,-3-1 1 0,-1 5 10 0,-5-5-11 0,-1 2 1 0,0 1-219 0,-4-3 109 0,-7 0 55 0,-4 1 37 0,-2-5-189 0,-1-5 94 0,0-1 2 0,-1-3-232 0,5-6 124 0,-2 1 73 0,6-3 16 0,4-3-121 0,4-11 84 16,2-5 42-16</inkml:trace>
  <inkml:trace contextRef="#ctx1" brushRef="#br0" timeOffset="15663.44">28968 17612 1346 0,'0'-4'0'0,"0"-2"0"0,0 5 0 0,-1 1 0 0,-3 0 0 0,-1 3 0 0,-2 9 0 0,1 5 174 0,-1 7-67 0,0 0-32 0,4 6 311 15,2-1-172-15,1 3-75 16,0-2-55-16,0 2-18 0,5-4-25 0,10 3 1 16,3-5-322-16,4 0 171 0,5-9 70 0,1 0 41 15,2-7-428-15,0-5 220 16,4-3 119-16,0-2-265 0,-8 0 170 0,0-7-5 0,-4-10 73 0,-4-3-180 15,-5-1 126-15,2-3 53 0,-11 0 42 0,-3-3 29 16,1 1 44-16,0-2 0 0,-2 0 0 0,0-4 0 16,0 8 0-16,-5 0 0 15,-2 7 210-15,-3 2-147 0,0 5-52 0,-2 3 420 0,1 4-183 0,-2 3-116 16,1 0-3-16,1 14 74 16,-1 1-80-16,-1 4-31 0,5 2-10 0,0 3 129 15,1 0-84-15,0 3-43 63,2-2-2-63,1 1 10 0,3-5-50 0,1-1-1 0,0-2-144 0,0-1 72 0,7-4 36 0,2-1-173 0,4-6 100 0,-2-5 55 0,5-1 6 0,0 0-92 0,1-9 20 0,0-8 46 0,-1-5-41 0,-1-3-146 0,-2-3 63 15,0-4 61 17,2-2-89-32,-5-2 77 15,2-1 33-15,-4-5 0 0,1-2-44 0,1-10 39 0,-1-6-10 0,-3 9 17 0,-4 1-1 0,-2 11 33 0,0 10-1 0,0 12 293 0,-5 4-156 0,-4 13-64 16,0 10-35-16,-2 14 163 0,2 5-70 0,0 8-57 15,3 4 466-15,3-2-240 0,0 2-70 0,1 0-73 16,1 0 159-16,1-2-117 0,0 7-47 0,0-12-120 47,0 1 0-47,1-3 52 0,6 0-1 0,1-1-389 0,5 1 205 0,0-7 87 0,1-2 49 0,1-2-244 0,1-6 93 0,0-4 88 0</inkml:trace>
  <inkml:trace contextRef="#ctx1" brushRef="#br0" timeOffset="15815.27">29536 17680 1687 0,'-1'-1'0'0,"-2"-4"0"0,0 3 0 0,3 1 0 0,0-1 0 0,0 2 0 0,0 0 0 0,0 0 0 0,0 8 215 0,0 2-87 0,4 1-43 0,2 2-277 16,0 3 127-16,4-3 47 0,-3 2 31 0,2-1-591 15,0-2 283-15,3 2 139 0</inkml:trace>
  <inkml:trace contextRef="#ctx1" brushRef="#br0" timeOffset="15980.19">29748 17604 1889 0,'0'-2'0'0,"0"-1"0"0,-3 2 0 0,-3 1 0 0,0 0 0 0,0 4 0 0,-7 13 0 0,0 6 0 0,-2 7 0 0,-5 6 285 0,-2 5-121 0,-1 5-62 0,-6 7 59 0,3-2-66 0,1 2-26 16,2-2 0-16,2-2-251 0,1-6 112 0,4 4 66 15,5-16-539-15,5-7 292 16,5-7 146-16,1-6 64 0</inkml:trace>
  <inkml:trace contextRef="#ctx1" brushRef="#br0" timeOffset="16444.35">29881 17817 1490 0,'-11'-14'0'0,"3"1"0"0,3 4 0 0,5 7 0 0,0 1 0 0,3 1 192 0,7-2-65 15,4 2-47-15,3 0 217 0,0 0-128 0,0 0-63 16,3 0-32-16,-1 2 158 0,0 1-101 0,-3 3-44 16,1 1-286-16,0-1 121 0,-2 5 60 0,4-2 41 15,-8 1-676-15,-2 4 341 16,0-2 170-16</inkml:trace>
  <inkml:trace contextRef="#ctx1" brushRef="#br0" timeOffset="16613.52">29863 18020 1261 0,'-21'0'0'0,"8"0"0"0,4 0 0 0,5 0 0 0,4 0 0 0,0 3 149 0,0-2-44 0,2 2-36 0,9-2 452 62,2-1-240-62,5 4-119 0,3-4-60 0,2 0 55 0,1 0-62 0,3 0-1 0,0 0-288 0,-3 0 118 0,4 0 59 0,-1-4 40 0,-4 4-598 0,-1 0 308 0,-1 0 155 0,-1 0-665 0</inkml:trace>
  <inkml:trace contextRef="#ctx1" brushRef="#br0" timeOffset="16835.74">30322 17568 1457 0,'0'-12'0'0,"0"9"0"0,0 3 0 0,0 0 0 0,0 11 0 0,0 6 137 0,0 6-38 0,0 6-9 16,1 3-48-16,-1 4-1 0,0 5 1 0,0 3 674 16,0 7-327-16,0-3-179 15,0 3-84-15,0-1-69 0,0-1-15 0,0-1-1 16,-1 3 12-16,-1-16-272 0,0-5 131 0,2-6 65 16,0-6-134-16,0-6 100 0,0 0 60 0,0-11-496 15,0-1 241-15,0 0 43 16,0-1 85-16,0-8-332 0,2-2 197 0,0-4 113 0,2-3 53 0</inkml:trace>
  <inkml:trace contextRef="#ctx1" brushRef="#br0" timeOffset="17636.78">30428 17740 1484 0,'-7'-9'0'0,"1"2"0"0,2 5 0 0,2-2 0 0,1-1 0 0,1 3 0 0,0 2 0 0,10-3 0 15,6 1 546-15,3 1-252 0,5-3-115 0,0 2 158 0,5-3-147 0,1 2-74 47,3 1-37-47,-2-1 3 0,4-2 11 0,-2 4-51 0,-1-2-129 0,-5 0 65 16,2 3 32-16,-6 0 0 0,1 0-306 0,-9 0 164 0,-6 0 87 0,-1 0 44 0,-6 0 11 0,-2 0 1 16,0 0-111-16,-9 5 55 0,-4 2-142 0,-6-2 86 15,-1 2-141-15,-2 0 100 0,-2-1 39 0,4-1 10 16,1 1 50-16,2-1 0 0,4-1-443 0,-1 1 221 94,-1-1 347-94,8 4-57 0,-3-4-33 0,5 3-1 0,1 0-33 0,1 5 0 0,1 0 31 0,2 3 916 0,0 4-431 0,0 2-216 0,2 6-108 0,4 3 43 0,0-1-81 0,0 2-35 0,-1 3-28 0,-1-2-7 0,-2 2 0 0,-1 3 11 15,-1-9-120-15,0 1 55 0,-4-3 27 0,-6-3-118 0,-3-3 73 0,-4 2 47 78,0-9-11-78,-1-6-268 0,-1-3 110 0,0-2 80 0,3-2-7 0,1 0-358 0,2-3 202 0,3-11 97 0,5-2-125 0,3-2 111 0,2-7 54 0</inkml:trace>
  <inkml:trace contextRef="#ctx1" brushRef="#br0" timeOffset="17808.39">30903 17544 1532 0,'2'0'0'0,"1"-3"0"0,3 3 0 0,0 0 0 0,-1 0 0 0,2 3 0 0,-2 11 486 0,1 9-222 0,-2 5-112 32,5 8-56-32,-5 5 420 0,-1 1-243 0,-2 9-116 0,1 4-31 0,-1 5-43 15,-1 1 1-15,0 8-33 16,0-10-142-16,0-2 66 0,-4-3 34 0,0-7-469 0,-1-4 251 0,-2-2 135 16,6-14 52-16,-1-7-627 0,2-6 318 0,0-3 78 15,0 0 95-15</inkml:trace>
  <inkml:trace contextRef="#ctx1" brushRef="#br0" timeOffset="18298.16">31542 18059 1277 0,'0'-19'0'0,"-1"3"0"0,-2 0 0 0,1 2 0 0,1-1 0 0,-2-2 0 0,-2 3 0 0,-1 3 0 0,-1-2 0 0,0 6 229 15,-3 3-94-15,0 2-47 32,-1 2 2-32,-4 3-50 0,0 12 11 0,3 6-11 0,-5 8 72 0,1 0-36 0,3 5 0 0,4 0 37 15,-4 5-26-15,9-7-11 0,3-2-35 0,1-5 69 16,0 3-35-16,0-6 1 0,0 0-26 0,5-7-94 31,7-5 42-31,2-6 1 0,2-4-189 0,2 0 116 0,6-9 56 0,-4-11 23 31,2-6-356-31,0-3 176 0,-2-3 51 0,-1-2-175 16,1-7 117-16,-2 4 75 0,-3-3 33 0,0-4 1 0,-3-2 32 0,4-9-9 0,-8 3 9 0,1 0-34 16,-2 1 0-16,2 3 34 15,-6 6 112-15,0 3-66 0,-3 19-18 0,0 12 0 16,0 7 436-16,-3 1-224 0,-3 13-72 0,-4 9 245 16,1 11-148-16,-1 5-93 0,0 7-39 0,0 3 91 0,1 3-72 15,-2 7-25-15,3-7-10 0,0-2 230 0,4 0-133 110,-2-2-67-110,4-1-41 0,2 2-14 0,0-9-11 0,0-6 1 0,6-3-403 0,4-10 201 0,3-2 101 0,3-3 61 0,-1-12-11 0,0-3 50 0,1 0 1 0,3-8-1346 0,-2-9 632 0,2-5 307 0,-1-4 167 0</inkml:trace>
  <inkml:trace contextRef="#ctx1" brushRef="#br0" timeOffset="18506.27">31830 17998 1370 0,'0'-15'0'0,"0"4"0"0,0-1 0 0,0 7 0 0,0 5 0 0,0 0 0 0,0 4 410 0,0 11-185 0,0 5-82 0,0 6-57 0,0-1 179 0,0 4-112 0,0-2-56 32,0-1 143-32,0 3-89 0,3-7-61 0,0-1 1 0,2-5-51 0,0 0 0 0,2-4 1 0,1 0-257 31,3-7 123-31,-1-5 67 0,5 0 33 0,-3-8-278 0,3-9 158 0,-1-4 71 31,-1-3-41-31,-3-2-101 0,1 3 22 0,-4 1 68 0,3 2 2 0,-6 6 52 0,-1 4-1 0,-2 2 1 0,1 3 261 0,-1 3-130 16,1 2-76-16,-2 4 299 15,0 8-160-15,0 7-80 0,0 2-2 0,0 3-82 0,3 0 73 16,0 0 19-16,3 0-42 16,-1 0-541-16,4-2 258 0,-1-1 130 0,7 1-348 0,-1-8 187 0</inkml:trace>
  <inkml:trace contextRef="#ctx1" brushRef="#br0" timeOffset="18879.53">32301 18092 1380 0,'-4'-25'0'0,"1"6"0"0,-1 3 0 0,1-1 0 0,0 8 0 0,-2 6 0 0,-1 3 0 0,-3 0 0 0,2 8 464 0,-3 9-201 0,3 7-117 0,-1 3-52 0,4 2 229 0,1 4-142 0,2-1-70 0,-2 3 87 0,3-5-84 0,0-3-37 16,0-1 0-16,4-3-72 0,3 1 11 0,2-6 24 0,1-5-264 15,3-2 132-15,0-6 66 16,3-5 33-16,-2 0-333 0,3-4 175 0,-1-15 26 0,1-5 67 0,-3-4-354 15,0-5 186-15,0-3 82 0,0-3-118 0,-4 0 110 16,0-5 56-16,1-6 28 16,0-1-34-16,3-12 20 0,-4 10 11 0,0-1 58 0,-2 6 0 0,-2 9-28 15,-3 9 1-15,-1 5 327 16,-1 18-159-16,-1 7-84 0,0 0-42 0,0 16 464 47,-5 7-232-47,-2 5-55 0,2 8 257 0,1 0-198 0,-2 5-98 0,-1 4-50 0,4-1 63 0,-2 8-46 0,0-12-38 0,2 1-64 0,-1-1 36 0,4 0-1 15,0-2 1-15,-2 3-413 16,2-7 202-16,0-8 105 0,0-1 53 0,0-4-712 16,0-6 356-16,2 2 96 0,5-14-378 0</inkml:trace>
  <inkml:trace contextRef="#ctx1" brushRef="#br0" timeOffset="19132.36">32728 17974 2447 0,'0'-9'0'0,"0"4"0"0,0 4 0 0,2 1 0 0,3 3 0 0,-3 16 0 0,1 6 0 0,-2 4 219 0,-1 7-90 0,0 3-33 0,0-2 353 31,0 0-204-31,-1-2-103 0,-2 1-50 0,1-3 20 0,2 1-112 0,0-7 0 16,0-7 0-16,0-4 0 0,0-6 0 0,5-4 0 16,0-6 0-16,6 0 0 0,0-15 0 0,6-8-12 15,3-8 5-15,5-4 1 0,4-7-10 0,3 1-15 16,1-4-7-16,2 3 1 0,1-2-6 0,0 5-208 15,5-4 98-15,-6 10 68 47,-7 6-561-47,1 5 303 0,-4 5 151 0</inkml:trace>
  <inkml:trace contextRef="#ctx1" brushRef="#br0" timeOffset="19653.79">30244 18436 1006 0,'-18'0'0'0,"0"0"0"0,0 1 0 0,2 2 0 0,2 2 0 0,0 1 0 0,8-1 0 0,4 1 385 15,2 1-172-15,11 0-87 0,14 2-33 0,11-4 439 0,9-3-247 0,11-2-122 0,5 0 150 0,5 0-137 0,8-2-58 0,-10-6-45 0,5 2 250 0,1-1-198 16,-1 0-125-16,-4 1 0 0,7 4 0 0,-23 0 0 15,-6 2 0-15,-8 0 0 16,-9 0-75-16,-7 2 49 16,-2 4 43-16,-15-3-393 31,-2 3 204-31,0-5 19 0,-7 2-569 0,-4 0 341 0,1 3 161 0</inkml:trace>
  <inkml:trace contextRef="#ctx1" brushRef="#br0" timeOffset="21257.66">10561 12082 925 0,'-11'-14'0'0,"-1"1"0"0,7 6 0 0,3 3 0 0,1 3 0 0,1-2 0 0,0 3 0 0,0 0 0 0,0 0 274 0,0 0-116 0,5 0-58 16,10 4 209-16,4 6-133 16,5-3-57-16,4 3 187 0,6-1-132 0,5-1-66 15,8 1-34-15,4 0 184 0,7 0-98 0,4-1-65 16,5-2-26-16,6-2 32 0,5 2-29 0,-1-2 0 16,11 0-20-16,-19-1 35 0,-3 2-46 0,-8 0 1 15,-6-5-54-15,-8 3 26 0,-1 2 11 0,-20-2 17 16,-8-1-52-16,-6 2 1 0,-6-2 51 0,-3-1 7 31,0 1-31-31,-2-2-18 0,-11 0 0 0,-5 0 0 0,-4 0 0 0,-7 0 0 16,-6 0 0-16,0 0 0 0,-6 0 0 0,1 0 0 15,-7 0 0-15,-1 0 0 0,-10-2 0 0,6 1 0 16,-3-3 0-16,-3-3 0 16,-9 1 0-16,-2-5-43 0,-16 3 3 0,10 3 5 0,0-1-21 0,6 3 91 15,7 0-48-15,9 3-13 16,5 0-29-16,21 0 288 0,13 3-233 0,10-1 0 0,4-1 0 0,0 0 0 15,1-1 0-15,16 3 0 16,5-1 0-16,9 0 0 0,9 1 0 0,6-3 0 16,5 0 0-16,5 0 0 0,5 0 0 0,5-3 0 15,2-5 0-15,15-1 0 0,-13 3 0 0,6-2 0 16,-1 1 0-16,-2 1 0 0,-2 0 0 0,4 4 0 31,-23-1 0-31,-7 3 0 16,-9 0 0-16,-8 6 0 0,-10 4 0 0,-3-2 0 0,-15-2 0 0,0 0 0 0,-9-4 0 0,-11 4 0 0,-7-3 0 0,-5 3 0 15,-4-5 0-15,-4 3 0 16,-3-4 0-16,-4 4 0 0,1 0 0 0,-10 2 0 16,8-1 0-16,-5 1 0 0,0-1 0 0,-5 1 0 15,-3-3-1-15,-10 2-15 0,13-1-16 0,1-4 3 16,12 1-10-16,8-1 156 0,16 0-117 16,3 0 0-16,18 0 0 0,4 0 0 0,21 5 0 0,14-4 0 15,12-1 0-15,9 0 0 0,7 0 0 0,9 0 0 16,4-14 0-16,4-2 0 0,-2-5 0 0,12-3 0 15,-18 2 0-15,2 0 0 0,-4 1 0 0,-3 7 0 16,-7 3-115 0,3 10-112-1,-22 1 64-15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0:40:55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20207 6203 1236 0,'-3'0'0'0,"-4"4"0"0,4-2 0 0,-2 2 0 0,3-2 0 0,-1 0 0 0,0 1 97 0,1-1-19 0,1 0-9 0,1 1 85 0,0-1-58 0,0 1-28 16,3 0 0-16,5 1 93 0,7-2-65 0,3 0-29 15,3-1 84-15,6 1-56 0,4-2-29 0,5 0 11 16,1 3 51-16,7-2-44 0,4-1 0 0,11 0-13 78,8 0 1-78,13 0-24 0,-1-4-9 0,6-5 34 0,5-2 1 0,4-2-35 0,14-4 9 0,-14 2-27 0,-2-2 18 0,-2 5 0 0,-2 0 21 0,-5 4-21 0,7 1 10 0,-17 4-10 0,-5 1 38 0,2 1-38 0,-1-2 0 0,-3 3 22 16,10 0-12-16,-14-3-10 0,2 3-37 0,3-2-2 15,2 0 0-15,-1-3 0 0,10-3 0 0,-17 3 0 16,1-4 0-16,0 2 0 0,2-1 0 0,-1 1 0 16,4-3 0-16,-16 8 0 0,-3-1 0 0,-1-1 0 15,-3 2 0-15,-3 1 0 0,5-3 0 0,-12 4 0 16,-1-1 0-16,3 1 0 0,-3-3 0 0,-1 3 0 16,2-2 0-16,-9 2 0 0,-1 0 0 0,-4 0 0 15,-3 0 0-15,0 0 0 0,-1 0 0 16,-5 0 0-16,-2 0 0 0,-1 0 0 15,-1 0 0-15,1 2 0 0,-1 2 0 0,-4-4 0 16,2 2 0-16,-2 0 0 16,0-1 0-16,-1-1 0 0,-1 2 0 0,2-2 0 0,-3 0 0 0,0 0 0 15,0 0 0-15,0 0-9 0,0 0-38 0,0 0 0 16,0 0-287-16,0 0 153 0,-6 0 57 0,1 0-557 16,-2-2 327-16,1-1 158 15,2 0 80-15,-5-6-559 16,7 1 318-16,-3-4 151 0</inkml:trace>
  <inkml:trace contextRef="#ctx0" brushRef="#br0" timeOffset="191.24">23544 5809 1298 0,'7'-6'0'0,"0"-1"0"0,4 1 0 0,2 0 0 0,2 6 0 0,2-2 0 0,4 2 0 0,2 0 0 0,3 0 408 0,0 9-189 0,1 4 346 0,2 4-264 0,-2 1-134 0,1 4-67 0,0 0-24 0,-9 1-9 0,-1 0-33 0,-2 2 0 0,-4 0 316 0,-5-2-158 32,-2 3-72-32,-5-4-120 0,0-4 0 0,-9 1 0 0,-7-1 0 0,-7-1-73 0,-4 3 54 0,-2-5 24 0,-5 2-1 15,-5 2-623-15,-3-1 317 0,-4 0 85 0</inkml:trace>
  <inkml:trace contextRef="#ctx0" brushRef="#br0" timeOffset="2023.87">21022 3925 548 0,'-2'-7'0'0,"-3"2"0"0,3 1 0 0,1-1 0 0,-3 1 0 0,3 1 0 0,-1 1 291 0,1 2-127 0,-1 0-62 0,2 0 168 16,-1 0-105-16,-1 4-68 0,2 6 86 0,0 2-72 0,0 4-36 0,0 4 1 0,0 4 52 0,0 5-49 0,0 4 0 0,0 7-40 0,2 4 89 0,-1 7-45 0,1 16 10 16,-1-1-53-16,1 16 30 15,-2 8 1-15,0 13-32 0,0 11 45 0,0 12 9 0,0-15-54 0,0-2 17 47,0-1-16-47,0-3-1 0,0-1 0 0,0 7 2 0,0-21-1 0,0-5-1 0,0 2 0 0,1-6-34 0,1 2 1 0,0 9 43 31,0-17-10-31,-1 1 16 0,4 3-16 0,-1 3 1 0,-3 3 39 0,1 8 11 0,-2-19-52 0,0-3-33 16,0-2 1-16,0-3-6 0,0-1 0 0,0 0 0 16,0-17 0-16,0-6 0 31,0-3 0-31,0-7 0 0,0-3 0 0,0 0 0 0,0-11 0 0,2-5 0 0,-2-3 0 0,0-6 0 0,0-1-171 0,0-1 32 31,0-2 69-31,0 0-291 31,-4 0 164-31,-6-2 82 0,3-5 12 0,0-4-348 0,-4-1 206 0,3-4 104 0,1-6 51 0,0-4-444 0,-1-7 238 0,3-2 134 0</inkml:trace>
  <inkml:trace contextRef="#ctx0" brushRef="#br0" timeOffset="2258.48">21138 3505 1308 0,'-9'0'0'0,"-1"0"0"0,0 4 0 0,3 13 0 0,-4 8 0 0,0 9 102 0,-3 11-32 0,-8 7 10 0,-2 5 309 0,-2 2-175 0,-3 1-88 0,-1-2-44 0,2-10 1 0,1 5-35 0,8-20-9 16,6-6-1-16,1-4-458 0,5-9 230 0,0-3 123 15</inkml:trace>
  <inkml:trace contextRef="#ctx0" brushRef="#br0" timeOffset="2415.87">21036 3762 1467 0,'-2'5'0'0,"0"-1"0"0,2 4 0 0,0 4 0 0,0-1 0 0,0 1 0 0,4 5 672 0,4-2-321 0,2 5-156 16,2-2-209-16,5 0 27 0,0 1 0 0,5 5 36 16</inkml:trace>
  <inkml:trace contextRef="#ctx0" brushRef="#br0" timeOffset="3509.76">25546 5986 676 0,'-11'0'0'0,"6"1"0"0,-1 1 0 0,0-1 0 0,1 1 0 0,2-2 341 0,0 5-139 0,3-4-86 0,0 1-39 0,0 0-2 0,2 0-36 0,7 1-1 0,5-1 206 0,6 1-108 0,2-2-48 0,6-1 73 0,4 3-60 0,5-3-29 0,8 0 9 0,-2 0 25 0,3 0-33 0,11 0 0 0,3 0-32 0,5-3 28 0,11 2 9 0,-7-2-37 0,4 1 0 0,3-1 4 0,2-1-4 0,4 1 0 0,17-4 47 0,-13 0-47 0,2-3 0 15,6-4 0 17,3 1-45-32,5-2-1 0,15-2 56 0,-20 3-86 0,2 0 31 0,0 2-1 0,5 0 24 0,0 4-26 0,9-1-10 0,-25 3 41 15,-1-1-21-15,-2 3-27 0,1 0-14 0,1 0 50 16,5-2-14-16,-23 1 9 0,5 0-8 0,-4 0 7 15,1-3 38-15,2 1 1 16,2-2-32-16,-19 4 40 0,-5 1-39 0,-6 0-2 16,-6 1 7-16,0-1-23 0,-15 2 24 0,-5 2-4 15,-2 0 9-15,-5 0-37 0,-4 0 2 0,-1 0 30 0,-5 0-46 0,-2 0-1 32,0 0 34-32,0 0 4 0,0 0-62 0,-3 0 29 0,-4-1-13 0,-2-1-298 15,-1 1 154-15,0 0 81 0,-2-4 28 0,-2 3-566 16,4-1 303-16,0-4 147 0,3 0 72 0,2-3-249 15</inkml:trace>
  <inkml:trace contextRef="#ctx0" brushRef="#br0" timeOffset="3747.95">28937 5454 805 0,'-5'0'0'0,"4"0"0"0,1 0 0 0,0 0 0 0,0 0 0 0,3 0 504 0,11 0-222 16,4 4-126-16,4 5 344 0,7 6-230 0,3-2-115 15,4 3-58-15,8 5 93 0,-6-3-80 16,1 3-35-16,-4 2 0 0,-2 0-66 78,-6-1 1-78,-2 7 39 0,-18-2-131 0,-5-1 61 0,-2 2 30 16,-23 2 0-16,-9 2-92 0,-10 4 72 0,-4-9 20 0,-9 4-246 0,-2-4 92 0,-1 2 76 0,-7 2-11 0,4-7-626 0,-2 3 333 0</inkml:trace>
  <inkml:trace contextRef="#ctx0" brushRef="#br0" timeOffset="4343.78">26624 3517 950 0,'-6'0'0'0,"-2"0"0"0,2 0 0 0,1 0 0 0,4 12 0 0,-3 5 0 0,4 3 178 0,0 9-69 0,0 8 227 15,0 8-153-15,0 5-71 16,0 8-36-16,1 7 88 0,3 5-62 0,1 12-21 0,-3-3-10 0,0 7 144 31,0 4-88-31,-2 7-43 0,0 3 0 0,0 18 71 0,0-15-62 0,0 13-27 0,0 9 11 0,-4 3-1 16,-1 10-36-16,-2 16 11 0,3-28-11 16,1-2 0 77,-1 4-11-93,4 3-2 0,0 3 0 0,0 15 8 0,0-23-10 0,0 2 0 0,0-2 1 0,0-5-1 0,0-5 0 0,0 9 10 0,0-25-10 0,5-5-283 0,1-4-35 0,1-9 142 0,0 4 65 0,-5-24 38 0,2-6-14 0,-2-3 24 0,0-9-6 0,-2-6 6 0,0-4 15 0,0-17 7 0,0-5-13 0,0-7 11 0,-2-5-1 0,-4 0 1 32,0-5-118-32,-3-13-295 0,2-15 197 0,-1-13 99 0</inkml:trace>
  <inkml:trace contextRef="#ctx0" brushRef="#br0" timeOffset="4622.81">26660 3543 1308 0,'-16'-5'0'0,"-4"4"0"0,-2 1 0 0,3 11 0 0,-1 16 0 0,-1 5 0 0,-4 4 0 0,-2 8 254 16,-10 7-97-16,6-4-63 16,4 2-27-16,3-5-164 0,6-1 68 0,2 0 46 15,10-14-11-15,6-2-473 63,0-5 249-63</inkml:trace>
  <inkml:trace contextRef="#ctx0" brushRef="#br0" timeOffset="4763.79">26533 3720 1534 0,'7'-8'0'0,"0"-4"0"0,5 5 0 0,1 2 0 0,7 4 0 0,4-2 0 0,4 3 308 0,5 0-133 0,0 12-67 0,11 5 91 0,-3 2-85 0,3 5-36 62,6 5-2-62,4 3-678 31,5 7 320-31</inkml:trace>
  <inkml:trace contextRef="#ctx0" brushRef="#br0" timeOffset="5215.89">26205 6342 538 0,'-17'0'0'0,"-5"0"0"0,5 3 0 0,3 8 0 0,3 6 0 16,-2 5 0-16,6 8 331 0,-1 8-136 0,8-1-83 0,0 4-36 0,3 0 271 16,9-2-154-16,7-5-77 0,1-1 143 0,3-10-115 31,4-7-53-31,0-7 6 0,1-5-30 0,-2-4 1 0,1 0-19 0,-4-2-42 0,-4-13 0 0,-1-5 32 15,-7-4 1-15,1-5-27 0,-8 0-10 0,-4-4 37 16,0-2-110-16,-8-1 55 16,-6 1 24-16,-3-2 11 0,-2 8-201 0,-1 2 97 31,-2 4 24-31,2 2-144 0,-3 5 85 0,-2 1 47 0,7 10 11 0,5 5-324 0,5 0 173 0,8 13 86 16,0 10 44-16</inkml:trace>
  <inkml:trace contextRef="#ctx0" brushRef="#br0" timeOffset="5638.78">29344 5989 1555 0,'2'-14'0'0,"0"2"0"0,0 3 0 0,7 4 0 0,0 1 0 0,3 1 0 0,2 3 0 0,3 0 196 0,0 0-83 16,3 9-37-16,0 3 65 31,1 5-51-31,-1 1-25 0,3 5 9 0,-10-5-95 0,2 6 29 0,-10 0 1 0,-1 2 0 0,-4 1-1 16,0 1 41-1,-9-1-9-15,-12-2 51 0,-5 1-25 0,-7-4-1 0,-3 1 39 0,-3 0-23 0,2-11-9 0,2 0-33 0,5-5-334 32,2-4 161-32,9-3 78 0,1 0 48 0,16-6-692 0,2-14 339 0,15-4 141 46</inkml:trace>
  <inkml:trace contextRef="#ctx0" brushRef="#br0" timeOffset="5755.46">29663 5963 2090 0,'6'-9'0'0,"-3"1"0"0,1 1 0 0,-3 4 0 0,-1 1 0 0,0 2 0 0,0 0 0 0,-8 8 424 0,-3 6-184 0,1 5-105 0,-1-2 479 0,5 10-288 47,2-3-224-47,1 4-102 0,3 0 0 0,0 1 0 0,13 0 0 0,7-1 0 0,5 2 0 0,9 1 0 0,7-3 0 0,8-5-260 16,5-4-86-16,4-4 192 0,4-5-1122 0</inkml:trace>
  <inkml:trace contextRef="#ctx0" brushRef="#br0" timeOffset="6288.3">25518 3456 905 0,'2'-6'0'0,"2"-2"0"0,1 8 0 0,1-3 0 0,5 3 181 0,-1 0-72 0,3 3-36 0,4 7 484 0,1 6-265 0,2 0-127 0,1 2-64 0,1 2 162 0,0-1-113 15,5 4-47-15,-6 1-132 0,3-3 33 0,-4 2 0 16,0 1 33-16,0 0-410 0,-1 4 214 0,-6-5 93 15,-3 0 52-15,-1-3-637 0,-2-2 284 0,-2 0 93 16,0-11-102-16</inkml:trace>
  <inkml:trace contextRef="#ctx0" brushRef="#br0" timeOffset="6445.58">25996 3477 1071 0,'3'-15'0'0,"-1"3"0"0,1-2 0 0,-2 8 0 0,1 3 0 0,-1 1 0 0,-1 0 0 15,0 2 713-15,0 4-329 0,0 14-178 0,0 8 556 0,-11 8-362 0,-1 7-182 0,-5 10-89 0,-3 11-81 0,-5-3-48 0,0 6 0 0,-3 4 0 0,-2 7 0 0,1 5 0 0,-1 8 0 0,10-16-668 0,3-5 148 0,5-6 280 0</inkml:trace>
  <inkml:trace contextRef="#ctx0" brushRef="#br0" timeOffset="13120.4">23727 6522 1558 0,'-3'0'0'0,"-1"0"0"0,1 0 0 0,1 0 0 0,1 0 0 0,1 1 0 0,-2 5 0 0,2 2 0 0,0 4 0 0,0 0 0 0,0 5 0 0,0 4 259 0,4 2-116 0,6 2-53 0,-2 3 273 16,1 1-163-16,4 1-82 31,1 2-31-31,1-6 42 0,1-3-46 0,2-4 0 0,0-1-92 0,3-7 46 0,3-4 9 0,-4-7-98 0,2 0 44 0,-1-12 0 32,-1-10 45-32,-1-4-134 0,2-6 68 0,-5 1 27 15,-3-1-11-15,0-4-53 0,1 6 17 0,-3 1 29 0,0-3-18 0,-1 10-19 0,-3 5 8 0,1 2-1 16,-2 9 181-16,-1 1-71 15,2 4-38-15,-4 1 289 0,1 12-143 0,-1 10-76 16,-2 4-21-16,0 6 278 16,3 4-308-16,-2 2-41 0,1 2 0 0,3 2 0 0,-1 0 0 0,4-2 0 15,-1 3 0-15,6-14 0 0,-2 0 0 0,3-9 0 16,2-4-194-16,2-8-108 47,2-1 135-47,-3-7-947 0,1-1 539 0</inkml:trace>
  <inkml:trace contextRef="#ctx0" brushRef="#br0" timeOffset="13831.54">20602 6545 853 0,'-14'-7'0'0,"0"3"0"0,1 2 0 0,4 2 0 0,1 0 0 0,2 0 0 0,-2 9 0 0,5 3 273 0,-3 5-109 0,4 3-68 125,2 4-30-125,0 3 175 0,0 3-102 0,0 2-51 0,0 5-16 0,2-6-10 0,4 0-25 0,6-4 0 0,1-2 0 0,4-4 0 0,0-6 9 0,5-8 159 0,0-7-83 0,3 0-43 0,1-9 0 0,-1-9 20 0,5-7-21 0,-9-3-10 0,0-5-54 0,-4-1-1 0,-2-5 24 0,-4-1 10 0,-6 7-10 0,-3 1 0 0,-2 1 0 0,-2 2-123 16,-11 3 54-16,-7 2 39 0,-4 9-26 0,-6 6 58 0,-3 7-23 0,-4 2 5 0,4 2-16 0,-3 12 23 0,6 3-21 0,4 3 9 15,4 6-6-15,6 0-155 0,4 2 75 16,4 0 41-16,8-6-723 0,2 0 358 0</inkml:trace>
  <inkml:trace contextRef="#ctx0" brushRef="#br0" timeOffset="14558.48">20181 3531 1356 0,'-2'-9'0'0,"-1"3"0"0,2 0 0 0,1 1 0 16,0 5 0-16,0 0 0 0,0 0 216 0,0 0-94 0,6 8-41 15,2 8 216-15,6 1-128 0,-3 7-66 0,2 1 36 0,2 1-56 0,-3 2 1 16,1 0-45-16,1-2 53 15,0 2-27-15,-2 0 10 0,-2-4-36 0,2-1 69 16,-4-2-35-16,-3-7 1 31,3-1-35-31,-3-1 112 0,-3-8-60 0,-1-4-27 0,1 0 233 0,0-7-223 0,1-14-74 0,5-7 0 0,-1-3 0 0,6-10 0 16,0-1 0-16,2-3 0 47,5-1 0-47,2-4 0 0,-3 8 0 0,0 3 0 0,1 3 0 0,-3 7 0 0,-3 4 0 0,1 1 0 0,-5 15 0 0,-6 4 0 0,-2 2 0 0,0 3 0 62,-2 0 0-62,0 0-334 0,0 3 48 0,0 2 123 0,0 1 63 0,0-3-367 0,1 3 214 0</inkml:trace>
  <inkml:trace contextRef="#ctx0" brushRef="#br0" timeOffset="18738.04">22106 3869 981 0,'-4'0'0'0,"0"0"0"16,-3 0 0-16,2 0 0 0,0 0 0 0,-3-2 0 0,2 1 0 0,1-2 0 0,0 3 96 0,-4-3-28 0,3 2 27 16,-2-2-18-16,0 1-10 31,-3 0-27-31,2 1 42 0,-5 1 1 0,1 0-43 0,-3 0 9 0,-2 3 27 0,-2 6 0 0,-2 6-37 0,-4 2 1 0,-3 5 86 15,-5 6-33-15,-1 3-10 0,-1 6 33 0,0 2-38 16,-2 4 1-16,-3 2 15 16,1 7-18-16,7-5-9 0,2 0-27 0,5-3 2 0,2 2-2 0,4-2-1 15,-2 7 11-15,10-9-23 0,1 4 12 0,3-1 1 16,2 3 0-16,1 2-8 0,-1 7 17 0,5-10-9 16,-1 2-14-16,-1 0 13 15,3-1 1-15,0 2 36 0,0 3-26 0,0-6-11 16,0-1 0-16,0 2 12 0,3 3-12 0,3-2 1 15,0 6 9-15,4-11 18 16,1-3 1-16,4-3-29 0,5-1 1 0,1-3-10 16,3 0-30-16,3-10 0 0,2-2 0 0,4-4 0 0,3 0 0 0,6-2 0 15,7 2 0-15,-4-9 0 16,-1 1 0-16,5 0 0 0,-2 0 0 0,9 4 0 16,-11-7 0-16,-1 4 0 0,1-2 0 0,-4 0 0 15,4 3 0-15,5-1 0 0,-12-5 0 0,5 1 0 16,-1-3 0-16,3-3 0 15,-2-1 0-15,9 0 0 0,-10 0 0 0,3-4 0 0,-3-8 0 0,2-1 0 16,3-4 0-16,5 0 0 0,-12-3 0 0,3-1 0 16,-1-1 0-16,-3-2 0 0,-1-2 0 0,5-2 0 15,-12 5 0-15,1-1 0 0,-3-3 0 16,-1 1 0-16,-1 0 0 0,1-6 0 0,-8 7 0 0,0-2 0 16,-2-1 0-16,0 0 0 15,-1-3 0-15,2-7 0 0,-4 6 0 0,-3-2 0 16,4-2 0-16,-3-4 0 31,0 0 0-31,1-5 0 0,-2 6 0 0,-2 3 0 0,0-5 0 0,-1 4 0 0,-2-2 0 0,2-7 0 0,-3 10 0 0,-1 2 0 16,-2 0 0-16,-1-1 0 0,0 2 0 0,-1-5 0 15,-1 9 0-15,0 2 0 32,0-4 0-32,0 3 0 0,-5-2 0 0,-1-2 0 0,-2 3 0 0,-1 0 0 0,-1-2 0 0,0-3 0 15,-3 1 0-15</inkml:trace>
  <inkml:trace contextRef="#ctx0" brushRef="#br0" timeOffset="18842.79">23373 4239 3931 0,'-10'-32'0'15,"-4"3"0"-15,0-1 0 0,0 0 0 0,-4-3 0 0,2 12 0 0,-2-2 0 0,0 2 0 0,-2 1-38 0,0 1 8 0,-4-1 7 0,2 5 37 0,-2 0-35 0,3 2-11 0,-4 0 69 0,-3-3-29 0,0 2-4 0,1-2 8 0,1 2 0 0,-2-3-13 0,-2-1-11 0,1 1 44 0,-4-2-2 0,5 4-24 0,-2 5-10 0,0 0 10 0,1 3-6 0,-2 2 0 0,-6 1 0 0,7 2 0 0,-1 1 0 0,-3 1 0 0,1 0 0 0,-3 0 0 0,-9 5 0 0,10 4 0 16,-4 2 0-16,-3 0 0 16,2-2 0-16,-2 2 0 0,-11 4 0 0,15-6 0 0,-2 1 0 0,2 0 0 0,0-2 0 15,6 2 0-15,-5 2 0 0,10-4-66 0,1 0-19 0,3 1 25 16,1 3-394-16,4 1 206 0,-2 4 95 0,11 0-739 16,1 6 427-16</inkml:trace>
  <inkml:trace contextRef="#ctx0" brushRef="#br0" timeOffset="25544.29">27329 4085 361 0,'-8'-1'0'0,"4"0"0"0,0-1 0 0,-5 0 0 15,6 0 0-15,1 1 0 0,0 1 0 0,1 0 64 0,1 0 1 0,-2 0-30 0,2 0 1 0,0 0-8 16,0 0 1-16,0 0 0 0,0 0-1 0,0 3 8 0,0 3-8 16,2 0 1-16,-1 1-1 0,2 0 1 15,-2 1-1-15,2 2 8 0,2-3-8 0</inkml:trace>
  <inkml:trace contextRef="#ctx0" brushRef="#br0" timeOffset="25757.13">27311 4140 982 0,'3'11'30'0,"0"1"1"0,-1 0-36 0,0 5 154 0,2-2-75 0,1-1 2 0,-2 4-37 0,2 1 0 0,0 2-39 0,1 5 43 0,0-3-6 0,-1 3-16 0,5 1 14 0,-3 0-3 0,4 6 10 0,-4-4-12 0,4-2 3 0,-1 1-3 0,3 2 3 0,-1-3 3 0,-1 4 5 0,4-4-9 0,-5-3-18 0,4 3 20 0,1-1-2 0,0 3 4 0,1 5 4 0,0-7-9 0,-1-1 1 0,2 1-34 16,-1-1 0-16,3-1 30 0,2 4 9 0,-2-6 19 16,1 0-27-16,3-1-2 0,-1 2 1 0,5-6-31 15,2 5 38-15,-2-5-9 0,1-5-39 0,0 4 38 16,0-3 1-16,0 1-43 0,4 0 47 15,-3-4-10-15,-2 2 3 0</inkml:trace>
  <inkml:trace contextRef="#ctx0" brushRef="#br0" timeOffset="26550.51">28036 5200 2454 0,'27'13'22'0,"0"-2"-3"0,6 3 7 0,-9-4-19 0,4-1 13 0,-3-4-6 0,2 2-8 0,1 0 11 0,5 0 5 0,-6-6-4 0,4 1 22 0,-1-2-21 0,2 0 0 0,-1 0-39 0,3 0 43 0,-4-5-4 0,-3-2 0 0,4 1-36 0,-4-1-1 0,3 0 31 0,3 1 5 0,-8 0-44 16,-2 5 37-16,3-5-3 0,-3 3 7 0,0-2-7 0,4-1 5 0,-8 2-13 0,4-2 29 0,-3-2-22 16,-4 1 1-16,3-4 2 0,5-1-15 15,-11-2 16-15,3-1-2 0,-1 0-3 0,-1-3 4 0,-1-2 3 0,-3 2-4 0,0-3-44 0,-1 1 43 0,-2-4-4 16,0 4 4-16,2-5-38 0,-5 5 35 0,-1 2-4 16,3-3-14-16,-3 1 13 0,0 1 2 0,1-3-34 15,-1 3 6-15,1 0 4 47,-3-1 3-47,1-1-15 0,0 3 19 0,-1-8 0 0,-1 5 2 0,0 0-5 0,0-2 10 0,0-2 2 0,0-1-29 0,-1-3 30 0,-3 3-1 0,-1 1 2 16,-2-2 15-16,1 0-15 0,-1 0-2 0,0-5 0 15,-1 4 22-15,-1-1-19 16,1 0 0-16,-1 0-22 0,-1-4 22 0,-1-6-2 16,2 7 3-16,-3-1-12 0,-1 1 11 0,2 0 0 0,-1 2 34 0,-1-5-35 31,2 9 1-31,-2 1 0 0,0 3 49 0,2-1 1 0,-3 2-46 0,0-3 54 47,1 10-23-47,-1-2-1 0,1 2-17 0,0-1 10 0,-1 2-10 0,-3-6 1 31,2 4 9-31,-1 3-41 0,1-3 38 0,-2-2-6 0,2 3-48 0,-5-2 2 0,4 3 39 0,-1 1 3 0,0-1-53 0,1 1 0 0,-2-2 38 0,-3-1 8 16,4 3-31-16,-1 1 26 0,0 0-9 0,0-1 38 0,-3-2-33 0,4 3 2 31,-1 0-2-31,2 1 42 0,-3-2-37 0,1 3-1 0,-5-3 6 0,3 2-5 0,3 3 4 0,-3-3-3 15,0 3-1-15,1-1 2 16,-4-3 4-16,2 5-29 0,2-1-2 0,-1 2 26 16,0 1-2-16,1-1-26 0,-5-1-4 0,4 3 28 78,1 3-4-78,-1-3 18 0,0 0-18 0,1 3 2 0,-4 0 19 0,3 0-19 0,1 0-2 0,-2 0 2 0,1 0-2 0,-1 0 1 0,-5 0 2 0,6 0 52 0,0 0-21 0,-1 0 0 78,1 0-19-78,3 0-35 0,-5 0 33 0,4 0-3 0,3 0 2 16,1 0-19-16,0 0 16 0,-2 6 0 0,1-4-1 0,4 2-5 0,-1-3 5 0,2 3-10 0,-2-1 22 0,1 1-13 0,-2 0-3 0,2 0 6 0,0 0-3 0,-1 0 0 0,0 0 0 0,0 4-8 0,-3-2 8 0,1 0 2 0,2 2-1 0,-3 2-3 0,2-2 2 0,-1 4-1 46,-2-1 12-46,3 0-12 0,-1 1 2 0,2-1-2 0,1 0 14 0,-4 1-12 0,3-1-1 0,0-2 48 0,0 3-45 0,2-3 2 0,-2 2-2 0,-3 0 6 16,5 1-5-16,0-3 6 0,3 4-5 0,-1-3 34 31,-1-1-32-31,-1 4 5 0,3-2-38 0,2-1 34 0,-1-1-1 0,0 2 0 0,3 2-9 0,-1 3 9 16,2-3-1-16,1 1 4 0,1 4-5 0,0 0 0 16,0 3 0-16,0 3 57 0,1-2-28 0,5 0 0 62,1 0-26-62,2 2 35 0,-4-1-31 0,4 4 10 0,-2-7-78 0,-1-1 36 0,1-2-1 0,-2 0 36 0,1-4-336 0,-1 1 151 0,0-4 81 0,-1-5-231 0,0 1 145 0,3-5 47 16,1-1 44-16,4 0-459 0,0 0 257 0</inkml:trace>
  <inkml:trace contextRef="#ctx0" brushRef="#br0" timeOffset="30213.79">19195 1369 1098 0,'0'-6'0'16,"0"-1"0"-16,0 2 0 0,-3 0 0 0,3 3 0 0,-2-3 0 0,1 5 0 0,1-2 0 0,-2 2 343 0,2 0-143 0,-2 0-85 31,1 4 100-31,-1 7-88 0,-1 3-45 0,-2 5 12 0,-2 1-19 0,-1 4-9 0,-3 3-29 0,-4 5 1 0,-2 3 0 0,-6 4 9 16,2 0-9-16,-6 2 152 16,-2 4-76-16,-2-1-39 0,-2 1 1 0,-5 5 67 15,7-12-57-15,3-6-25 0,2-5 117 0,7-8-71 16,5-6-34-16,0 0 26 0,10-13-35 0,4 0-12 62,0 0-52-62,0 0 0 0,2-3 0 0,8 0 0 0,2-3 0 0,7 2 0 0,2-1 0 0,2 0 0 0,5 0 0 0,3 0 0 0,4 3 0 0,1-4 0 0,2 3 0 0,1-1 0 0,2 1 0 0,5-1 0 16,-4 3 0-16,-2-1 0 0,-1 2 0 0,-1 0 0 16,-3 0 0-16,1 0 0 15,-11 0 0-15,-6 0 0 0,-5 0 0 0,-6 0 0 0,-3 0 0 0,-3 0 0 16,-2-4 0-16,0-3 0 15,-9-5 0-15,-3-5 0 0,-1 0 0 0,-1-3 0 63,-1-1 0-63,-1-2 0 0,1-3 0 0,-2 0 0 0,2-3 0 0,-1-3 0 0,3 3 0 0,3 0 0 0,-2 2 0 0,4 2 0 0,0 0 0 0,-1-1 0 0,3 8 0 16,2-1 0-16,2 4 0 0,-1 3 0 0,-1 4 0 0,3-3 0 0,-1 5 0 0,2 5 0 15,0-2 0-15,0 3 0 16,0 0 0-16,0 0 0 0,0 0 0 0,0 0 0 31,0 3 0-31,0 1 0 0,0-1 0 0,2 2-743 0,-1 1 280 0,7 0 213 63,0-1-683-63</inkml:trace>
  <inkml:trace contextRef="#ctx0" brushRef="#br0" timeOffset="30763">19631 1521 805 0,'-12'0'0'0,"4"0"0"0,-2 0 0 0,0 0 0 0,2 0 0 15,0 0 256-15,0 5-109 0,1 6-55 0,-1 2-26 0,1 4 9 0,1 2-37 0,3 3 483 0,3 0-241 0,0 4-121 0,0-1-60 0,1 6 55 0,12-9-63 0,5 2-26 0,3-5 0 0,4 0 1 0,3-5-1 0,2 2-17 0,-1-10-10 0,0-3-33 0,0 0 0 0,-3-3 33 0,-1 0-8 0,0 0 18 0,-5-4-10 0,-3-7-42 0,-4-3-1 0,-3-3 43 0,-3 1 1 0,-1-4-121 0,-4 0 51 16,-2 1 17-16,-2-1 0 0,-10-1-138 0,-2-1 80 0,-4-5 29 47,-1 2-1-47,-3 3-97 0,-5-5 64 0,1 0 15 0,-4 3-7 0,-3-1 11 0,5 4 29 0,0 5 139 0,3 3-68 0,2 5-40 15,3 1 0-15,2 0 292 79,9 7-149-79,6 0-58 0,3 0-44 0,0 2 209 0,14 5-109 0,5-2-30 0,6-1-42 0,3 0 80 0,3-2-149 0,3-2-2 15,2 0 0-15,-5 0 0 0,1 0 0 0,-1 0 0 0,-2-2 0 0,1-2 0 0,-1 0 0 0,-7-1-75 0,-2-2-55 0,-5 2 45 0,1 2 50 0,-6-3-494 0,1 3 240 0,-8 1 116 16,0-1 68-16,-2 3-441 0,-1 0 254 0,0 0 127 15,0 0-494-15</inkml:trace>
  <inkml:trace contextRef="#ctx0" brushRef="#br0" timeOffset="31036.64">20256 974 2082 0,'0'-5'0'0,"-2"-4"0"0,2 5 0 0,-1 0 0 0,-1-2 0 0,1 0 0 0,1 4 506 0,-3 1-234 0,3-1-117 0,0 2-58 0,0 0 384 16,0 0-226-16,-1 5-172 0,0 11-83 0,-2 2 0 62,-2 6 0-62,-5 5 0 0,5 0 0 0,-5 5 0 0,2 2 0 0,-4 0 0 0,3-1 0 0,-5 7 0 0,6-6 0 0,-3 2 0 0,0-2-36 0,2 0-39 0,1-2-16 0</inkml:trace>
  <inkml:trace contextRef="#ctx0" brushRef="#br0" timeOffset="33264.58">20289 4602 1061 0,'-10'-3'0'0,"1"0"0"0,0-1 0 0,2-1 0 0,0 4 0 0,3-1 0 0,1 0 0 0,2 0 0 0,1 2 0 0,0 0 124 15,0 0-41-15,1-1 80 0,9-1-66 0,5 0-29 16,1-1 0-16,2 3 51 0,3 0-39 0,1 0 9 15,-2 0-49-15,3 0 40 0,-4 0 1 0,1 0-41 16,-1 0 0-16,4 0 32 0,-1 0-32 0,0 0 0 16,0 0 7-16,4 0-7 0,2 0 0 0,8 0-5 15,0 0 4-15,4-1 1 32,4-2 0-32,6-2 13 0,4 1-13 0,10-3 9 0,-5 3-9 0,4-3-26 0,5 2 0 0,3-2 26 15,8 2 3-15,-12 1-42 0,0 0 30 0,3 0 5 16,-3 1-47-16,0-2-1 0,10 2 45 0,-12 2-50 15,-1-2 41-15,-1 2 3 16,2 0-7-16,-1-2-44 0,8 0 47 0,-12 0-1 0,0 0-9 0,3 0 29 16,4 0-24-16,-3-2-2 0,8 4 0 0,-15 0 3 15,1 1-5-15,1 0 0 0,3 0 40 0,1 0 0 16,10 0-29-16,-14 2 56 0,3 4-29 0,-3-1 7 16,2 1-34-16,-3 0-15 15,8 0 29-15,-12 0-5 0,2-4-6 16,3 1-47-16,0-2-1 0,-2-1 46 0,8 0 8 15,-13 0-69-15,0 0 28 0,-1 0-9 0,0 0 6 0,2-1-12 16,6 0 41-16,-14-3-48 0,0 1 1 0,-4 0 26 16,-2-1 7-16,-3 3-24 0,2 0 23 0,-12-2-7 15,-3 3 5-15,-3 0-42 0,-5 0 41 0,0 0-4 16,-1 0 4-16,-6 0-69 0,-2 0 33 0,-3 0-4 31,-2 0-29-31,1 0 25 0,-2 0-1 0,0 0-218 0,0 0 118 0,-5 0 43 16,-6 0 35-16,-4 0-436 0,-3 0 236 0,-1 0 114 15,-5 0 58-15</inkml:trace>
  <inkml:trace contextRef="#ctx0" brushRef="#br0" timeOffset="33710.54">19969 5259 842 0,'-14'0'0'0,"2"0"0"0,4 0 0 0,3 0 0 0,2 0 0 0,3-2 0 0,0 2 0 0,3 0 112 0,10 0-37 0,7 0 0 15,2 0-37-15</inkml:trace>
  <inkml:trace contextRef="#ctx0" brushRef="#br0" timeOffset="33894.87">20013 5257 1331 0,'33'0'123'0,"4"0"-48"0,0-3 1 0,4 3 66 0,5-5-52 0,1 1-26 0,14-3 84 0,-2 1-60 0,5-5-24 0,8 3-1 0,3-2-25 0,4 1 0 0,10-1 10 0,-14 5 27 0,2-1 0 0,0 3-37 0,2 0 1 0,-2 2 14 0,13 0-6 0,-17-2-9 0,-1 3 1 0,3 0 11 0,-4 0-12 0,0 0 0 0,16 0 10 0,-18 0-10 0,3 0 1 0,0 0-10 0,3 0 10 0,-3 0-1 0,9 0 9 0,-15 0-15 0,5 0 6 16,2 4 1-16,0 0-1 0,1-1-22 0,11 0 28 0,-17-2-7 0,4 4-4 0,2-3-25 0,0-1 25 0,2 3 2 0,6-1-41 0,-13-3-8 0,-3 4 41 0,6-4-65 15,0 0 28-15,1 3 1 16,11-3 30-16,-16 0-50 0,1 0 18 0,-2 0 0 16,1 0 12-16,-1 0 19 0,7 0-17 0,-15 0 2 15,-3 0-12-15,-4 0 0 0,-2 0 4 0,-6-3 5 0,4 3-60 0,-17 0 28 32,-3 0-3-32,-3-2-113 0,-6 0 66 0,1 1 33 0,-15-3-7 0,-3 1-240 15,-2 1 122-15,0-4 70 31,-9-3 18-31,-9 0-462 0,-3-3 260 0,-5 1 123 0</inkml:trace>
  <inkml:trace contextRef="#ctx0" brushRef="#br0" timeOffset="34606.93">22102 3395 799 0,'-4'-10'0'0,"-3"0"0"0,3 4 0 0,2 0 0 0,-2 2 0 0,2 0 0 0,0 4 0 0,1-3 0 0,1 3 169 0,-2 0-66 0,2 0-32 15,0 10 0-15,0 3 73 0,0 5-43 0,0 2-36 32,0 3 98-32,0 5-63 0,0 3-31 0,0 3 34 31,0 7-22-31,0 1-11 0,0 1-32 0,0 6 97 0,0 6-48 0,0 6-25 0,0 11 10 0,0-3 47 0,0 8-40 0,0 6-1 0,0 1-40 0,0-2 30 16,-5 7 8-16,1-20-38 0,1-5 67 0,-1-5-34 15,3 1 1-15,1-4-1 0,0 6 10 0,0-13-44 16,0-3 1-16,0-1 13 0,0 1-13 0,0 1 0 15,0 9 9-15,0-7 20 0,0 3-29 0,0 4 0 16,0 1 15-16,-2 11-6 0,-5-13-9 0,5 2-36 16,-1 2-2-16,0-2 0 15,-2 0 0-15,1 7 0 0,2-16 0 0,2 0 0 16,0-2 0-16,-2 0 0 0,2 0 0 0,0 5 0 16,0-10 0-16,0 0 0 0,0-3 0 0,0 2 0 15,0-1 0-15,-1 7 0 0,-1-7 0 0,-1 3 0 16,2 2 0-16,-1-2 0 0,1 6 0 0,-2 4 0 15,0-11 0-15,2 1 0 0,0 2 0 0,-2-1-56 16,3-5 7-16,-2 6-2 0,2-14 32 0,0 0-40 31,0-3 14-31,0-1 0 0,0-5-145 0,0 5 72 0,0-13 34 0,0 1 25 16,0-2-236-16,0-4 127 0,0-1 65 0,0 0-346 16,0-5 210-16,0-2 100 0,0 0 51 0,0 0-457 15,0-4 254-15</inkml:trace>
  <inkml:trace contextRef="#ctx0" brushRef="#br0" timeOffset="35401.91">22973 3370 124 0,'-2'-1'0'0,"-1"-5"0"16,0 2 0-16,-3 0 0 0,3 1 0 0,0 1 164 0,-1-1-63 0,3 1-31 0,-3 1 41 0,2 0-40 15,0-1-1-15,1 2-31 0,-1 0 34 0,1 0-35 16,-3 0 11-16,4 2 76 0,-2 5-43 0,2 5 0 16,-1 0-44-16,1 5 149 15,0 2-79-15,-1 1-35 0,1 7 0 0,0 4 98 47,0 1-67-47,0 6-22 0,0 1 53 0,0 5-48 0,0 3 0 0,0 4-23 0,0 2-25 0,0 6 9 0,1-6-9 0,0 0 42 16,1 0-42-16,2 1 0 0,-3-1-1 0,1 8 37 31,-2-11-36-31,0-3-1 0,0 0 1 0,0-2 65 0,0 1-36 0,0 7 11 0,-7-12 36 0,3 2-40 16,0 3 1-16,-1-1-40 0,2-1 15 0,-2 8-6 15,5-15-9-15,-2 1-46 0,2 0 45 0,0-2 1 16,0 0-1-16,0 5-41 15,0-6 15-15,0-1 1 0,0 0 25 0,0 2-36 16,0 0 0-16,0 8 18 0,0-8-21 0,0 3-13 16,-3 0 38-16,-1 2 29 0,1-3-1 0,-3 11-28 0,4-11-3 0,-1-1 9 15,-2 0-27-15,2-2 0 32,1-1 0-32,-2 6 0 0,2-10 0 0,-1-1 0 0,1 3 0 0,1-2 0 0,-1 0 0 0,1 6 0 15,1-7 0-15,-2-2 0 0,2 1 0 0,-1 1 0 16,1 4 0-16,-2 5 0 0,2-9 0 0,-3 1 0 15,2 0 0-15,0 0 0 0,0 6 0 0,-3-4 0 16,3-1 0-16,-2 2 0 0,-3 4 0 0,1 5 0 16,0 4 0-16,2-10 0 0,-2-1 0 15,1-1 0 1,2-2 0-16,-2-3 0 0,2 3 0 0,-1-6 0 16,2-2 0-16,-1 1 0 0,-2 2 0 0,2 4-22 0,0 5 6 0,-1-5-42 15,0 1 21-15,-1-1 0 16,-2 1 3-16,2 0-194 0,-1 7 73 0,0-9 65 0,-1 2-367 0,1 0 209 15,1-2 106-15,1-4 52 0,0 4-742 0</inkml:trace>
  <inkml:trace contextRef="#ctx0" brushRef="#br0" timeOffset="37928.14">20304 1512 2406 0,'-9'-6'0'0,"0"1"0"0,4 2 0 0,0-1 0 0,5 4 0 0,0 0 0 0,0-3 0 0,2 3 0 0,10-2 0 0,5 1 0 0,5-2 0 0,2-1 0 0,3 0 0 0,2 0 0 0,1-2 348 0,0 3-159 0,-3-1-180 0,4 4 1 0,-1-2 30 0,-2 0 0 0,3 2-140 0,-6 0 64 16,-2 0 39 0,-6 4-1-16,-1 6-513 0,-6 1 210 0,0 3 161 0,-7 0-710 0</inkml:trace>
  <inkml:trace contextRef="#ctx0" brushRef="#br0" timeOffset="38074.75">20360 1729 1444 0,'-23'5'0'0,"10"-1"0"0,3 1 0 0,5 0 0 0,3-1 0 0,2 0 278 0,0 0-108 15,2 2-70-15,13-3 353 0,3-2-206 0,5 2-104 16,2-3-51-16,4 0-88 16,-1 0-9-16,-1 0 45 0,3 0 0 0,-1-3-249 0,1 2 125 0,5-2 72 15,-5 0-699-15,0 0 368 16,-2-2 186-16</inkml:trace>
  <inkml:trace contextRef="#ctx0" brushRef="#br0" timeOffset="38492.55">21102 1441 1213 0,'0'0'0'15,"0"0"0"-15,0 0 0 0,0 0 0 0,0 0 0 0,0 0 0 0,0 5 512 0,0 2-235 0,-2 4-119 16,-7 7-59-16,-2 6 178 0,-5 5-108 0,-2 5-70 16,-3 3 11-16,-5 2-34 0,0 3-1 0,-4-3 12 15,-3 2 9-15,4-11-56 0,2-4 0 0,2-9 103 16,2-5-51-16,6-2-26 0,-2-5 9 0,11-5 139 15,5 0-201-15,1 0-13 0,2 0 0 0,0-3 0 16,5 1 0-16,10-2 0 0,6 1 0 0,3 3 0 16,8-3 0-16,1 3 0 15,4 0 0-15,-1 0 0 0,0 0 0 0,2 0 0 16,-1 0 0-16,1 0 0 16,6 0 0-16,-10 0 0 0,-2 0 0 0,-4 0 0 0,-5-2 0 0,-4 0 0 15,0 1-35-15,-13-1-29 0,-3 0 85 0,-3-3-53 31,0-1 10-31,-6-5 154 0,-5-2-132 0,-7-4 0 0,3-1 0 16,-5-4 0-16,-3-3 0 0,2 1 0 0,-1-8 0 0,1 4 0 0,1-1 0 0,2 0 0 16,3 0 0-16,-2 0 0 0,6 9 0 0,3 2 0 15,1 3 0-15,4 2 0 16,2 6 0-16,1 0 0 0,0 7 0 0,0 0 0 16,8 0 0-16,3 0-500 0,4 7 155 0,-1 3 142 15,3 0 87-15,-1 2-678 0,3-2 376 0,1 1 190 16</inkml:trace>
  <inkml:trace contextRef="#ctx0" brushRef="#br0" timeOffset="38920.99">21412 1506 1502 0,'0'5'0'0,"0"-2"-2"0,0 4-2 0,0 1 0 0,0 3 1 0,0 5 326 0,0 6-144 0,0 2-71 0,0 4 107 0,2 5-90 0,5 5-35 0,-1-5-9 0,3-4 27 31,4 0-36-31,1-4-9 0,2-4-27 0,-1 0-64 0,3-11 28 0,-1-4 0 16,3-6-49-16,-2 0 43 0,2-6 0 0,0-11-66 78,-4-7 50-78,-1-4 30 0,-2-3 0 0,-3-2-101 0,0-1 55 0,-2-7-11 0,-3 10 26 0,-1-4-65 0,0 3 38 0,-2 1 6 0,1 0-2 0,-1 11 156 0,-2 6-61 0,0 3-33 0,0 8 300 0,0 1-148 0,0 2-63 0,0 2-47 15,0 16 178-15,0 5-91 0,0 4-53 0,0 4 4 0,0 1-19 0,1 2-10 16,2-1-28-16,2 0-59 16,1-3 29-16,-1 2 1 0,3 2 38 0,0-6-308 15,-2-2 149-15,4-5 75 110,1 0 37-110,1-3-4 0,1 1-50 0,-1-9-1110 0,3-3 562 0,-1-5 281 0,3-2 141 0,0 0 70 0</inkml:trace>
  <inkml:trace contextRef="#ctx0" brushRef="#br0" timeOffset="39285.15">22206 1446 1140 0,'2'-7'0'0,"0"2"0"0,-2 2 0 0,0 2 0 0,0 0 0 0,0 1 0 0,0 0 0 0,0 1 512 0,-9 13-237 0,-2 2-118 0,-2 4 259 0,-4 5-189 0,-2 2-84 0,0 3-58 15,-2-1-10-15,-1 2 0 31,-2 0-37-31,-2 1-27 0,3-7-9 0,-1-1 36 0,5-9 1 0,1-1 58 0,3-4-29 0,-1-3 10 0,11-5-39 0,0-2 33 16,4 0 1-16,1 0-35 0,0 0 65 0,0 0-23 16,1-2-30-16,9 2-55 15,2-3 10-15,5 3-5 0,1 0 0 0,3 0 0 16,1 0 0-16,1 0 0 0,0 0 0 0,3 3 0 16,2 1 0-16,5 1 0 0,-5-2 0 0,4 1 0 15,1-1 0-15,2 0 0 0,-2 1-87 0,2-2 32 16,-7-1 19-16,-6-1-22 0,0 1 22 0,-6-1 1 15,-5 0 3-15,2 0 53 0,-9 0-7 0,-4 0-28 32,0-1-10-32,0-8 265 0,-7 0-140 0,-3-5-101 0,-1 0 0 0,-2-3 0 15,-1 0 0-15,1 0 0 0,1-3 0 0,-3-3 0 0,3 1 0 16,0 2 0-16,-2-1 0 0,4 1 0 16,-2 3 0-16,1-4-60 0,3 8-66 0,0 1 62 15,0 1 6-15,4 4-286 0,-1 0 135 0,1-2 74 16,-1 7 51-16,4 0-309 15,1 2 177-15,0 0 88 0,0 0-214 0,0 0 143 16,4 6 85-16,2 2-445 0,1-1 260 0</inkml:trace>
  <inkml:trace contextRef="#ctx0" brushRef="#br0" timeOffset="39740.64">22652 1446 1472 0,'-1'-7'0'0,"-1"-1"0"16,1 4 0-16,-2 0 0 0,1 0 0 0,2 2 315 0,-1 1-138 0,1 1 147 15,0 0-144-15,-1 3-71 0,1 8-26 0,0 5 156 16,0 1-101-16,0 2-50 0,0 5-25 0,0 0-42 16,0 2 26-16,0-1-10 15,0 0 1-15,1-1-27 0,2-3 1 0,3 1 25 0,0 2-19 0,1-7-9 16,0-2 28-16,1-1-51 0,0-2 26 0,2-7-7 15,1 4 40-15,0-9-69 0,2 0 24 0,1 0-20 16,0-9 40-16,2-5-139 16,6-4 67-16,-4-2 25 0,4-3 0 0,1-3-151 15,-1-3 85-15,4-5 24 16,-6 2-36-16,0 3 30 0,-1 3 23 0,-4-1 187 0,-2 5-82 0,-1-2-53 16,-5 10 8-16,-3 2 148 0,-3 7-88 0,-1 0-36 46,0 4-25-46,0-1 365 0,0 2-178 0,0 0-48 0,-3 0-68 0,-2 0-78 0,4 0 0 0,-3 0 0 0,3 3 0 0,-1-1 0 0,1 1 0 0,-1-3 0 16,2 0 0-16,0 2 0 16,0-1 0-16,0 1-22 0,0 0-35 0,0 0 37 15,0 0 1-15,0 1-123 0,0-3 39 0,0 4 43 47,0-1-8-47,0 0-156 0,0-2 94 0,0 3 32 0,-1-2-418 0,1 2 240 0,-2-3 119 0,2 4-673 0,-2-5 397 0</inkml:trace>
  <inkml:trace contextRef="#ctx0" brushRef="#br0" timeOffset="40665.54">22640 1298 619 0,'0'-8'0'0,"0"-1"0"0,0 3 0 0,0 0 0 0,0-1 0 0,0 2 0 0,-2-1 0 0,2-1 124 0,0 2-48 0,0 0 0 16,-1 1 172-16,1 0-105 0,0 1-54 15,0-1-17-15,0 3 219 0,0-1-127 0,0 2-64 16,0 0 165-16,0 0-114 0,0 0-48 0,0 10-38 16,0-1 61-16,0 7-44 0,1 2-1 0,1 2 51 15,-1 4-39-15,1 7-33 0,3-1 0 0,-1 1 30 16,0 4-27-16,-1-2 1 0,4 5-19 0,-2-2-40 15,0 1 0-15,-1-3 32 16,1-3-1-16,0 4-43 0,-1-9 18 0,-1-2-1 16,-1-3 27-16,-1-3-1 0,0-4 1 0,-1 1 30 15,0-7-8-15,0-2-42 0,0-5 13 0,0-1 39 16,0 0-69-16,0 0 0 0,0-3 0 0,0-5 0 31,0-1 0-31,0-1 0 0,0 3 0 0,0-4 0 0,4 2 0 0,3 1 0 0,-1-1 0 0,3 0 0 16,0 0 0-16,3-4 0 0,-1 2 0 0,4-3 0 15,2 0 0-15,0-6 0 0,3-3 0 0,5-5 0 16,-3 0 0-16,3-3 0 0,4-6-41 16,3 1 19-16,-3-3 10 0,3-2 37 15,-9 10 2-15,-2 2-43 0,-4 6 54 0,-5 2-37 16,-6 9-1-16,0 0 0 0,-6 9 0 0,0 1 0 16,0 2 0-16,0 0 0 0,-5 0 0 0,2 0 0 15,-1 2 0-15,-1 1 0 0,0 1 0 0,3-1 0 16,-2 2 0-16,1-2 0 15,0 1 0-15,1-1 0 0,1-1 0 0,-2 1 0 16,3 0 0-16,-1-2 0 0,1 2 0 0,-2-1 0 16,2-2 0-16,0 3 0 0,0-3 0 0,0 0 0 15,0 2 0-15,0-2 0 0,0 2 0 0,-2 0 0 16,2 0 0-16,-2-1 0 0,1 2 0 0,-1-3 0 16,1 3 0-16,-2 1 0 0,0 1 0 0,-1 1 0 31,1 2 0-31,0-1 0 0,-3 5 0 0,-2 3 0 0,-1 2 0 0,-2 5 0 0,-5 5 0 15,-1 4 0-15,-5 5 0 0,-2 4 0 16,-3 2 0-16,-1-3 0 0,3 0 0 0,0-3 0 0,1-4 0 0,5-6 0 16,0 1 0-16,8-8 0 15,2-4 0-15,2-4 0 0,2-2 0 0,1 0 0 16,-2-1 0-16,6-2 0 0,0-6 0 0,0 3 0 16,0-3 0-16,0 0 0 15,0 0 0-15,0 0 0 0,0 0 0 0,0 0 0 0,0 0-288 0,0 0 111 47,0 0 62-47,0-3-576 16,1-3 327-16,0 0 164 0,3-1 82 0,-3-3-669 0,2 1 366 0</inkml:trace>
  <inkml:trace contextRef="#ctx0" brushRef="#br0" timeOffset="41037.76">22637 1194 984 0,'-2'0'0'0,"-1"-2"0"0,-1-1 0 15,-1-1 0-15,5 2 0 0,-2 1 0 0,2 1 0 0,0 0 379 0,0 0-172 0,0 3-76 0,0 8 71 0,0 2-83 16,0 5-42-16,2 6 1 0,3 4 106 0,0 6-65 109,-1 4-45-109,0 7 68 0,-2 3-52 0,3-1-28 0,-2-1 1 0,-2 5-18 0,3-12-8 0,-3-3-1 0,1-4 0 0,1-2 33 0,1-4-1 0,-1 0-22 0,-1-11-49 0,-1-3 39 0,-1-6 0 0,0 1 0 0,0-5-58 0,0 0 38 0,0-2-9 0,0 0-155 0,0 0 85 0,0-7 29 0,0 1 30 0,0-3-542 0,-1-1 263 0,1 1 104 16,0-1 75-16,0 0-739 0</inkml:trace>
  <inkml:trace contextRef="#ctx0" brushRef="#br0" timeOffset="42350.77">22336 6475 813 0,'0'0'0'0,"0"1"0"0,0 3 0 0,-3-2 0 0,0 0 0 0,1 0 0 0,-1 5 0 0,0-3 291 0,2 3-126 0,-4 1-53 0,3 2-42 16,-1 2 101-16,-2 0-66 0,-2 5-33 0,-1 1 17 0,-4 4-15 15,0-1-10-15,-3 2 39 0,-2 0-31 0,0-1-1 16,-2-3-32-16,0 0 70 0,3-4-40 15,4-3 1-15,1-5-32 0,3-1 136 0,1-1-58 0,7-5-43 16,0 0-1-16,4 0-7 16,10-1-1-16,6-7-25 0,6-1-21 0,2-1-10 15,0 3 31-15,1-4-93 0,1 5 47 0,-2-1-1 16,4 1 57-16,-5 0-90 0,1 1 26 0,-6 2 1 16,1 1 47-16,-4 0-141 15,-2-2 39-15,-7 2 36 0,-4 1-7 0,-5-2 113 16,-1 3-37-16,0-3-18 0,-5-2 233 0,-10-2-121 15,1-2-48-15,-3-2 67 0,-1-1-48 0,1-3-32 16,-3-5-5-16,4 2-64 0,1-1 0 0,1-3 0 16,0-2 0-16,5 4-43 0,-1-7 2 0,6 6 35 15,-1 0 1-15,4 4-265 0,1 1 113 0,0 3 81 16,0 1-356-16,0 8 202 0,6 1 90 0,2 3-560 16,4 0 331-1,2 7 165-15</inkml:trace>
  <inkml:trace contextRef="#ctx0" brushRef="#br0" timeOffset="42741.3">22562 6504 1337 0,'-8'7'-2'0,"1"2"1"0,3 0-1 0,1 6 1 0,-3-1-1 0,4-1 1 0,2 4 295 16,0-1-129-16,0 2 110 0,2 0-120 0,4 0-50 0,1-1-39 0,2-4-62 0,0-2 0 0,3 0 33 15,-3-5 0-15,6 1-109 0,-6-7 50 16,1 0 30-16,2 0 0 0,-3-5-14 16,1-9 0-16,1 1 54 0,-2-7-109 0,-1-1 47 15,0 0-35-15,1-2-3 0,-4-2 11 0,4 2 0 16,-3 3 15-16,-2 4 124 0,3 1-51 0,-4 4-24 16,2 1 6-16,-2 4 212 0,-2 2-105 0,0 4-58 15,2 4-13-15,-3 9 118 0,0 8-66 0,0 2-29 16,0 3 136-16,0 1-93 15,0 3-46-15,1-3-15 0,3 1-1 0,3 0-21 16,1-7-10-16,1 0-354 0,5-5 177 0,0-3 88 16,2-6 45-16,7-2-841 62,-1-5 418-62,1 0 147 16</inkml:trace>
  <inkml:trace contextRef="#ctx0" brushRef="#br0" timeOffset="43625.93">19999 4784 887 0,'-2'-10'0'0,"-1"3"0"0,0 1 0 0,0-1 0 0,1 2 0 0,1 2 0 0,-1 0 0 0,2 1 308 0,-1 2-136 15,-2 0-58-15,2 0 78 16,-2 5-78-16,0 6-38 0,-3 2 0 0,-3 5 43 0,-2 3-31 0,-2 2-10 16,-4 3-41-16,-4 2 37 15,0 2-1-15,-4 1-35 0,-3 1 109 0,2-3-59 16,-2-2-26-16,4-3 1 0,2-4 113 0,2 0-69 15,2-5-25-15,7-5 145 16,6-8-95-16,2 0-47 0,3-2-24 0,1 0 4 0,12 0-18 0,7-4-9 16,6-6-1-16,4-2-24 0,3 1 24 0,1-1-19 15,5 0-18-15,-6 3 0 0,0 0 0 0,-1 1 0 16,-2 1 0-16,-2 0-16 0,3 0 19 0,-7 4-118 16,-4-1 48-16,-6-1 40 0,-2 4-6 0,-4-3 59 15,-3-1-14-15,-5 0-28 16,0-2 10-16,-10-2 226 0,-7-2-201 0,0-5-19 15,-2-4 0-15,-1 3 0 0,3-5 0 0,-2-2 0 16,3-2 0-16,0 2 0 0,1-2 0 0,5 5 0 16,0 0 0-16,2 4 0 0,2 2 0 0,2 3 0 15,-1-2-136-15,5 7 36 0,0 4 46 0,0 0-560 16,5 3 289-16,7 0 134 0,2 4-618 0,3 6 386 47,2 3 193-47</inkml:trace>
  <inkml:trace contextRef="#ctx0" brushRef="#br0" timeOffset="43891.81">20187 4766 983 0,'0'8'0'0,"0"0"0"0,0 1 0 0,0 0 0 0,2 3 0 0,-2 1 0 0,5 3 528 0,1 3-250 0,1 1-121 0,1 1-59 0,0 0 209 0,0 4-135 0,3 2-58 0,-2-3 22 0,-1-2-50 0,0-1-24 0,1-3 0 16,-3-4 18-16,1 4-34 15,-1-10-8-15,-3-5 95 0,-2-3-48 0,2 0-23 16,0-7-1-16,2-13 148 0,2-6-90 0,0-5-41 16,1-8-41-16,2-1-37 31,3-3 0-31,2-5 0 0,0 5 0 0,-1-3 0 0,0 4 0 0,3 3 0 0,-1-2 0 0,0 3 0 0,-5 10 0 0,-1 5 0 16,-2 6 0-16,-3 10 0 0,-5 3 0 0,5 2 0 15,-5 2 0-15,0 0 0 16,0 9 0-16,0 5 0 0,-2-3-143 0,-1 3 64 15,3-1-820-15,0 0 431 0</inkml:trace>
  <inkml:trace contextRef="#ctx0" brushRef="#br0" timeOffset="52355.63">27199 3094 343 0,'0'0'0'0,"-2"0"0"0,-2 0 0 0,0 0 0 0,0 0 0 0,1 2 32 0,0-2 5 15,1 0-1-15,1 0-27 0,-1 0 27 0,1 0 10 16,1 0-9-16,0 0-36 0,0 0 0 0,0 0 33 15,0 0-1-15,0 0-19 16,0 0-7-16,0 0 23 0,0 0 28 0,0 0-28 0,0 0-1 0,0 0 28 16,0 0-29-16,0 0 0 0,0 0 0 0,0 2 15 78,0 0-14-78,0 1 14 0,0-1-12 0,0 3-29 0,0 1 29 0,0-1 4 0,0 1-3 0,0 1-30 0,0 1-8 0,0 1 33 0,0-1 2 0,-3 3-9 0,3 0 8 0,-2 1-16 15,2 0 14-15,0 0-28 0,0-1 25 0,-1-1-26 0,1 4 24 16,0 1-17-16,0-2 16 0,0-1-35 31,0 5 32-31,0-3 6 0,0 1-4 0,0 4 4 0,0-2-5 0,0 0 3 0,0 1-27 0,1-2 24 0,1 4 1 0,1 1 2 0,-2-3-14 16,1 3 10-16,1-3 0 0,0 5-2 0,0-3 1 0,1 6 5 16,0-2-10-16,-1-2 21 15,0 4-17-15,1-2 1 16,1 2 0-16,0 5-4 0,1-8 4 0,-2 2 1 0,3-1-25 0,-2 0 24 15,1-2 0-15,3 7 3 0,-2-5-5 0,0-2 2 16,2-1-5-16,-1 4 12 0,2 4-8 0,-2-7-1 16,2 5-4-16,0-1 19 0,-2 3-15 0,3 2 0 15,1 4 7-15,-3-5 26 16,4 3-28-16,-2 0-2 16,1 1 4-16,2-1-3 0,1 9 7 0,-3-12-24 0,4 4 2 0,-1-3 14 15,1 4-1-15,1-3-10 0,3 8 13 0,-4-7-4 16,1 1-1-16,1 0-2 0,0-2 1 0,1 2 1 15,3 4 3-15,-5-8-11 0,0 0 7 0,3-1 2 16,-1 0-21-16,0 1 19 0,2 5 3 0,-5-9-1 16,3 2-3-16,1-2 0 15,-1 0 0-15,1-1 5 0,6 4-2 0,-10-5-3 32,4-2 0-32,1 1-3 15,-2 0 3-15,0-1 0 0,3 2-36 0,-8-4 35 0,2 0 12 0,1 1 12 0,-1 3-3 16,2 0 0-16,2 2 0 0,-3-3-4 0,-1 0-5 0,1 2 1 15,-1 2-5-15,4-4 33 0,3 6 0 0,-7-7-37 0,3-2-2 16,0 2-50-16,2-1 49 0,1 2 0 31,2 5-23-31,-3-4 23 0,1-2 2 0,1 1-2 0,2-2-18 0,-1 5 19 32,-3-8-7-32,1 1 4 0,-3 0-51 0,3-2 0 0,0 2 42 0,4 3-26 0,-6 0 23 0,2-3 3 0,0 2-10 15,-2-3 38-15,1-3 1 0,5 2-30 0,-8-6-24 0,1-1 23 16,1-3 2-16,0-2-1 15,-1 1-63-15,5 0 29 16,-4-1 1-16,-3-3-55 0,2-1 39 0,-3 1-1 0,-1 0 33 0,4-2-161 0,-7 0 79 0,-2 0 24 16,0 3 0-16,-5-1-28 0,3-1 32 0,-1 2-11 15,-4 1 44-15,1 0-2 16,0-1 1-16,-2 3 0 0,1 0-43 0,-1 1-9 16,-1 1 52-16,0 3 0 0,0-1-1 0,1 0 1 15</inkml:trace>
  <inkml:trace contextRef="#ctx0" brushRef="#br0" timeOffset="54150.71">27280 3739 0 0,'0'0'0'0,"0"3"0"0,0 0 0 0,0-1 0 0,0 0 56 0,0-1 1 0,0 1-42 16,0 0 5-16,0 0 20 0,0-2-23 0,0 0 1 15,0 3-7-15,0-3 7 0,0 0 3 0,-2 0-3 16,1 0 19-16,-2 0-19 16,0 0 0-16,1 0 47 0,1 0-40 0,-2 0-5 15,2 0 0-15,-1 0 36 31,0 0-33-31,0 0 0 0,1 3 10 0,-1-3 7 0,0 0-15 0,-1 1 0 0,2-1 11 0,-2 2-10 16,2 0 10-16,-2-1-5 0,2 2 3 0,0 0-6 0,-1-1 0 0,1 2 12 16,-3-1-5-16,3 2-7 15,-1 0 0-15,0 0 14 0,0 0-13 0,0 1 1 16,0-1 7-16,1 1-5 0,-1 1-2 0,-1 0 2 16,0-3-25-16,2 3 23 15,-3-1 7-15,2 1-7 0,-1-2-48 0,2 2 44 16,-2 1 2-16,1-2-51 0,-1 2 53 0,-1-1-10 0,1 0 4 0,1 0-39 15,-1 0 36-15,0 1-5 0,0 1 9 0,0-1-21 16,-2-1 14-16,2 0-2 16,1 1 2-16,-1-1-1 0,0 1 5 0,0 1-6 15,-3-4-2-15,4 3 2 0,-1 1 1 0,-2-4-21 16,2 4 25-16,-1-3-5 0,1 2 0 0,1-2-40 16,0 1 39-16,-2 1 1 0,1-4-2 0,-2 4-9 15,4-3 8-15,-1 1-3 0,1 1 0 0,-1 1 4 16,0-2-2-16,0 1-2 0,2-2 0 0,-1 2 1 15,-1 0 0-15,1 3 3 0,-1-3-3 0,2 0 2 16,-4 0-1-16,3-2 4 0,1 5-4 0,-2-3 4 16,2 0-4-16,-1 0-10 15,1 1 10-15,0 0-3 0,-1 0-21 0,1 2 24 16,0-2-2-16,0 1 0 0,0-1-1 0,0 1 1 16,0 2-1-16,0-2 2 0,0 2-1 0,0-4-3 15,0 2 2-15,0 0-34 16,0 1 33-16,0-1 0 0,0 2 0 0,0-3 0 94,0 1-1-94,0 0-1 0,1 0-7 0,0 0 9 0,1-1-2 15,-1 0-1-15,3 0 1 0,-2 1-2 0,-1-1 2 0,1 3 1 0,-1-4-1 0,1 3-1 0,0-1 1 0,-1-1 1 0,0 1-1 0,2 2 2 0,-2-3-3 0,2-1 3 0,-1 4-2 0,-1-2 0 0,2-2-9 0,0 3 11 0,-1-2-2 0,0 0 0 0,-1 0-10 0,1-1 10 0,1 0-1 0,0 2 6 16,-2-1-7-16,1 0 1 62,1-1 0-62,-1 1 6 0,0 1-5 0,1 0-1 0,2-3 0 0,-2 3 15 0,1-1-14 0,-1-1 0 16,-1 3-13-16,4-2 13 0,-3-1 1 0,2 2-1 0,-1-1-27 0,0 3 26 0,1-2 1 0,0-1 1 0,-1 0-4 0,1 3 2 0,0-3-3 0,1 2 5 16,-2 1-5-16,1-3 2 0,0 2-4 0,0-1 31 31,-1 1-27-31,0 1 0 0,3 0 7 0,-3-2-6 0,0 1 2 0,0-3-1 0,0 1-6 0,1 1 6 31,1 1 2-31,-2-3-17 0,1 0 14 0,0-2 0 16,-2 2 0-16,1-1-3 0,4 3 3 0,-4-2-1 0,0 0-1 0,0 1 3 15,2-3-4-15,-1 4 1 0,0 1 32 0,-1-4-31 16,4 3 2-16,-4-2-1 0,0 0 40 0,3 1-38 31,1 1 4-31,-4-3 10 0,3 2-11 0,-1-3-1 0,0 2 4 0,2 1-4 31,-2-1 5-31,0 0-3 0,1 0 0 0,0 1-11 0,-1-1 11 0,1 0 0 16,1 1-28-16,-3-1 26 0,2 1-1 0,0-2 1 0,-2 3 1 0,4-1 0 16,-3 1-3-16,-1-3 0 15,2 1-1-15,0 0 1 16,-2-2-4-16,5 5 11 156,-4-5-7-156,1-1 0 0,-1 1 1 0,2 0 6 0,-1 0-6 0,3 1 4 0,-2-2-5 0,-1-1 1 0,0 1 1 0,2-2-1 0,-3 3-25 0,5-2 25 0,-5 0-1 0,1 0 0 0,2-2 0 0,-2 1 0 0,1 0-1 0,2-1-30 0,-1 1-1 0,-1-2 26 0,-1 0 2 0,2 0-33 0,-1 0 32 0,4 0-4 16,-5 0-6-16,3 0 5 0,-2 0 3 0,3 0-4 0,-3 0 3 0,5 0-5 0,-4 0 5 0,2 0-40 0,-2 0 38 0,2 0-2 0,0 0 1 0,2 2-64 0,-2-1 31 0,-1 1-4 0,4-2 33 0,-2 0-148 0,-1 0 69 0,3 0 21 0,0 0-103 0,-2-2 58 0,2-3 38 0,-1-3-1 0,1-1-327 0,1-3 169 15,-1 0 100-15</inkml:trace>
  <inkml:trace contextRef="#ctx0" brushRef="#br0" timeOffset="54981.92">27930 5230 237 0,'-5'0'0'0,"2"0"0"0,-3 0 0 0,3 0 0 0,0 0 165 0,1 0-62 0,1-1-31 0,1-3 1 0,0 0 34 0,0 1-37 0,0 1-1 0,0-1 7 0,3-1-1 0,2 1-33 0,2 0 9 47,-1 1-27-47,0 2 17 0,4 0 0 0,-4 0-35 0,-1 0 0 0,4 5 46 0,-3 0-11 0,-1 1-49 0,3-2 49 0,-4 2 0 0,0-1-11 0,4 0-50 0,-5 0 12 0,3-2 1 0,-3 0-47 0,3 1 38 0,-1-2-15 15,0 1 54-15,0-1-94 0,2-2 40 0,-1 0 12 0,-2 0-74 16,3 0 41-16,-2 0-1 15,1 0 35-15,-1 0-59 0,-1 0 26 0,1 0 0 16,-2 0 14-16,-1 0-11 0,2 0 11 0,-2 0 13 16,1 0-59-16,-3 0 26 0,0 0-19 0,0 0 44 15,0 0-119-15,0 0 55 0,0 0 27 0,-7 0-10 16,3 0 42-16,-2 0 37 16,-2-2 0-16,3-1 0 0,-2 3 0 0,-2-5 0 0,2 3 0 0,1 0 0 15,-3-1 0-15,2 2 0 0,-2-3 0 0,4 2 0 16,-2-1 0-16,-1 1 0 0,4 1 122 0,1-1-71 15,-1 0-3-15,2-2 155 0,-2 3-72 0,1-2-38 16,3 2-31-16,0-2 98 0,0 1-60 0,3-2-29 16,4 3 10-16,2-2 24 15,7 1-32-15,-2 1 0 0,5 1-65 0,0 0 33 16,2 0 11-16,1 0-11 0,-3 0-155 0,3 0 77 16,-2 1 39-16,-1 5 1 0,3-2 49 0,-5-2-11 15</inkml:trace>
  <inkml:trace contextRef="#ctx0" brushRef="#br0" timeOffset="56546.51">27823 3077 370 0,'-6'-3'0'0,"4"0"0"0,-3-2 0 0,2 2 0 0,-3-1 0 0,2 0 0 0,1-1 0 0,-3 0 89 0,2-1-1 0,1 2-47 0,0-1 1 0,1-1 1 0,-2 0-2 0,3 2 0 0,-2-1-33 0,0 0 0 0,0-1 31 0,0 2 11 0,3-2-35 0,-2 3 23 15,0 0 0-15,1 1-2 0,-2-1 10 0,1 1-14 47,1 2 3-47,-2 0 27 0,1 0-1 0,2 0-28 0,-1 7 11 0,-1 2 46 0,2 2-1 0,0 1-41 0,0 2 32 0,0 1 1 0,0 5-30 0,0-2-9 0,0 1 32 0,0 2-33 16,0 0 0-16,2 0 0 15,1 4 11-15,1-2-11 0,1 0 0 0,0 5 0 0,-1-2 0 0,4 2 0 16,-1 1 10-16,-1-3 20 16,4 1 0-16,-3 0-30 0,4 0 44 0,-3-1-44 15,5 6 11-15,-3-4-11 0,0 0-11 0,1 1 12 16,-1 0-1-16,4-1 0 0,-4 10 10 0,2-8-10 16,0 0 0-16,-2 3 0 0,3-3 0 0,-3 2 1 15,4 5 9-15,-3-7-45 16,-2-1 1-16,1 1 21 0,0-2 11 0,0 3 6 0,0 1 1 0,1-6-13 15,-2 2-11-15,3-1 14 0,-3 1 0 16,4 0-13-16,0 6 21 0,-4-9-7 16,1 1-1-16,1-2-36 0,0 3 0 0,-1-3 33 15,3 5 9-15,-2-4-39 0,-1-2 1 0,2 2 18 16,-2-3-26-16,6 7 0 0,-4-7 22 0,-1-1 6 16,4 3-39-16,-2-4 1 0,-1 2 33 0,4 4-34 15,-1-6 28-15,-2 1 2 0,1-1-3 0,0 4-16 16,4-2 12-16,0 6 8 0,-5-3-12 0,2-2 0 15,-1 3 4-15,1 2 1 0,0-4-2 0,1 7 5 16,-1-7-3-16,-1-1 0 31,2-1-25-31,0-1 24 0,-1-1 0 0,5 4-30 0,-5-9-2 0,3 4 30 0,0-2-3 0,2 0-11 16,-1 1 9-16,4 5 4 0,-3-5-8 0,-2 2-32 16,2 2-5-16,-4 1 39 0,4 0-27 0,3 5 23 15,-8-5-6-15,3 4 5 0,2 3 22 0,-1-2-22 16,0-2 0-16,5 1 29 0,-9-9 3 0,2-2-29 15,-1 0 2-15,2-4-52 0,-3 2 0 0,4-1 47 16,-2-2 5-16,-1 0 2 0,1 1-6 0,2 3 0 16,5 2-38-16,3 2 35 15,-3 1-5-15,2 1 5 0,0 6-36 0,3 3-1 16,-1-3 25-16,1 1-9 31,-4-7 12-31,-2-1 3 0,-1-3 4 0,-1 1-98 0,3-3 43 0,3 6-4 0,-6-3 40 0,-2-1-63 0,1-2 24 0,0-1 0 16,0 3-133-16,-3-5 85 0,-3 1 38 0,-1 1-1 15,-1-2-168-15,-3 1 103 16,4 5 41-16,-6-1-171 0,0-2 116 0,-5-6 59 16,-1-1 29-16,1-3-346 0</inkml:trace>
  <inkml:trace contextRef="#ctx0" brushRef="#br0" timeOffset="58565.18">26188 4221 825 0,'0'0'0'0,"0"0"0"0,0 0 0 0,2 0 0 0,-1 0 189 0,2 0-74 0,-1 0-25 15,-1 0 110-15,1 0-79 0,1 0-39 0,0 3-1 16,2 1 89-16,5 1-54 0,0 0-42 0,5 2 89 16,3-2-61-16,2 3-30 0,5 1 1 0,6 2 53 15,-2-2-47-15,5 2 0 0,1-4-37 0,1 2 30 16,2 0-1-16,3-1-18 0,-5-1-11 0,2 0 57 16,-2-5-29-16,2 3 1 0,4-4 25 0,-4-1-10 15,0 0-44-15,3 0 29 0,-1-6-29 0,1 1 0 16,11-6 11-16,-11 3-53 0,-2-1 1 0,1 1 41 15,-2 2 0-15,1-1-38 16,2 1 9-16,-9 3 29 0,0-2-22 0,1 1 20 16,-3-1-22-16,2 1-18 0,7-4 0 0,-9 3 0 15,2-3 0-15,3-4 0 16,2-3 0-16,2 1 0 0,8-8 0 0,-3 0 0 0,0-1 0 0,2-7 0 16,7 2 0-16,1-4 0 0,7-2 0 0,-7 6 0 15,1 0 0-15,3-4 0 0,0 4 0 0,-4-2 0 16,5 0 0-16,-15 4 0 0,-2 2 0 0,-1-1 0 15,-3 1 0-15,-4-1 0 16,5-1 0-16,-11 3 0 0,0 0 0 0,-5 3-33 16,5-5 19-16,-5-1-95 0,4-1 36 0,-5 1 21 15,1 2-30-15,0-1 18 16,1-1 0-16,-2 0 36 0,5-2-47 0,-8 7-7 16,-1 1 43-16,0 0 72 0,-2 5-36 0,-2 0-2 0,1 2-43 0,-10 4 115 15,-2 4-48-15,2 2-16 16,-4-1 0-16,-1 3-55 0,0 1-5 0,0 0 51 15,0 0-278-15,0 0 126 16,0 0 63-16,0 0 19 0,0 0-197 0,0 2 115 0,0 6 58 0,-1 0-459 31,-4 4 258-31</inkml:trace>
  <inkml:trace contextRef="#ctx0" brushRef="#br0" timeOffset="59453.97">26480 5162 417 0,'-5'-3'0'0,"1"2"0"0,1-2 0 0,0 2 0 0,-1 0 0 0,2-2 310 0,2 3-133 0,-1 0-67 0,1 0 135 16,0 0-90-16,0 0-61 0,0 0 0 0,7 0 31 15,1 0-40-15,3 0 0 0,3 0-30 0,2 0 122 47,4 0-66-47,2 0-33 0,4 0 81 0,0 0-58 0,4 0-17 0,-1 0-12 0,6 0-28 0,1 0 0 0,3 0 0 0,4 0 178 0,4 0-79 0,-5 0-54 16,4-2-1-16,1 2 14 15,-1-2-29-15,-2 0 0 0,10-1-18 0,-13 0 28 94,0-2-39-94,-1 0 0 0,0-2 5 0,-3 0-49 0,6-4 0 0,-12 3 0 0,4-3 0 0,0 0 0 0,-3 1 0 0,0 1 0 0,6-2 0 0,-8 3 0 0,-4 2 0 0,3-1 0 0,-3 3 0 0,5-1 0 16,-9 0 0-16,2 0 0 0,4 0 0 0,-2-2 0 0,0-3 0 0,7 0 0 0,-5-2 0 0,2-4 0 0,3 1 0 0,1-5 0 15,4-2 0-15,8-4 0 0,-8 2 0 0,-1 3 0 16,-1-2 0-16,1 2 0 0,-5 1 0 0,5-2 0 16,-8 5 0-16,-3 0 0 0,3 0 0 0,-5 1 0 15,1 1 0-15,6-4 0 0,-7 4 0 0,0-2 0 16,5-4 0-16,0 1 0 0,3-4 0 0,4-3 0 16,-3 3 0-16,-2-4 0 15,3-4 0-15,2 0 0 0,0-4 0 0,4-5 0 16,-5 5 0-16,-4 0 0 0,3 1 0 0,-4-1 0 15,-2 2 0-15,4 0 0 0,-8 8 0 0,-3 2-20 0,-2 4-40 16,0 0 32-16,-2 3-14 0,3 0 59 16,-6 5 6-16,-2 1-52 0,1 1-2 0,1 1 103 15,-2-1-44-15,3-2-22 0,-1 4 4 0,-2-1 44 16,0 0-54-16,2 1 0 0,-1-1 0 0,2-2 0 16,-1-1 0-16,1 4 0 0,0 0 0 0,1-2 0 15,-1 0 0-15,0 0 0 0,-1 3 0 0,-4 1 0 16,-1 2 0-16,-3-3 0 15,-1 5 0-15,-4-1 0 0,2 3 0 0,-3 0 0 16,0 0 0-16,0 0 0 0,0 0 0 0,0 0 0 16,0 0 0-16,-3 0 0 0,0 0 0 0,0 0 0 15,1 0 0-15,-2 0-643 16,0 0 253-16,3 5 173 0,-3 2 88 0</inkml:trace>
  <inkml:trace contextRef="#ctx0" brushRef="#br0" timeOffset="62711.68">27158 3905 724 0,'0'0'0'0,"0"0"0"0,0 0 0 0,0 0 0 0,0 0 0 0,0 0 0 0,0 0 150 0,0 0-54 0,0 0 39 15,0 0-47-15,0 0 11 79,0 0-57-79,0 0-190 0,0 1 95 0</inkml:trace>
  <inkml:trace contextRef="#ctx0" brushRef="#br0" timeOffset="67232.5">27615 5252 1264 0,'0'-10'0'0,"0"5"0"0,-3-5 0 0,3 4 0 0,-1 1 0 0,1 0 0 0,0 1 0 0,0 0 0 0,0 0 0 0,0 1 198 0,0 3-81 0,0 0 234 63,0 0-156-63,0 0-79 0,0 0-28 0,-4 13 256 0,0 3-153 0,-4 6-76 0,-2 4-39 0,-4 4 152 0,-1 6-85 0,-2 0-57 0,-1 3 18 0,-2 2-33 0,-1 2 0 0,-1 4-23 15,2-6-26-15,1 0 17 0,5-2-1 0,-2-6-145 16,4-4 73-16,2 2 45 0,3-14-9 0,4-6-294 109,3-2 146-109,0-6 89 0,0-3-8 0,0 0-489 0,0-3 263 0,0-9 126 0,10-9 63 0,-1-4 32 0,3-1 0 0,0-6 22 0,2-2-649 0,1 1 329 0</inkml:trace>
  <inkml:trace contextRef="#ctx0" brushRef="#br0" timeOffset="67384.36">27559 5314 1735 0,'1'-23'0'0,"3"8"0"0,-3 1 0 0,1 6 0 0,-1-1 0 0,0 5 0 0,-1-2 0 0,0 4 0 0,2 2 222 0,-1 0-92 0,2 0 436 0,3 5-263 0,0 5-123 16,-1 4-76-16,6 7 407 0,-3 3-331 0,2 5-180 16,1 1 0-16,1 7 0 0,-2-2 0 0,-1 1 0 15,2-1 0-15,-1 1 0 16,1-1 0-16,0 5 0 0,-2-9 0 0,-2 1 0 16,0-3 0-16,-1-3 0 0,-1-2-61 0,-3 0-84 15,-1-11 81-15,-1-3-749 0,0-6 388 0,-1-3 193 16,-8-1 97-16,-2 0-551 0,-4-3 328 0</inkml:trace>
  <inkml:trace contextRef="#ctx0" brushRef="#br0" timeOffset="67538.17">27464 5553 1368 0,'-16'0'0'0,"3"0"0"0,6-3 0 0,1 3 0 0,3 0 0 0,3 0 0 0,0 0 66 0,3 0 10 0,9 0-38 15,6 0 1-15,5-3-1 16,3 1 0-16,1 2 1 0,2-3 9 0,-2 0-10 31,-3 2 1-31,4-1-1 0,-4-1 1 0,0 3-1 0,4 0 10 0,-7 0-9 0,0 0-1 0</inkml:trace>
  <inkml:trace contextRef="#ctx0" brushRef="#br0" timeOffset="68660.53">28737 4613 615 0,'0'-2'0'16,"-2"1"0"-16,-2-2 0 0,1 0 0 0,1 1 0 0,2 2 372 0,-1 0-158 0,1 0-93 0,0 9-41 0,0 5 0 0,0 2-42 0,1 3 0 0,2 5 9 0,3-2-8 0,-2 4-1 0,2 0 370 0,-3 1 9 0,0 3-189 0,0 3-86 0,-1-7-146 0,0 1 42 0,-2-3 0 0,0 0 0 0,0-2-180 0,0-7 85 0,0-1 48 0,0-6 0 0,0-1-315 0,-2-5 168 0,-1-1 29 0,-1-1-326 16,3 0 206-16,-1-11 104 0,1-5 53 0,1-1-138 0,0-3 86 15,0-4 56-15,0 0-164 16,0-2 106-16,0-1 53 0,0 0 26 0,0 0 3 16,0 3 24-16,-3 3 0 0,0 1 0 0,1 3 297 15,0 0-149-15,1-1-83 0,-2 4 470 0,3 3-229 16,0 0-142-16,0 2 362 0,4 0-225 0,9-3-103 15,0 6-66-15,7 0 67 0,3 3-61 0,-1 1-31 16,1 2-1-16,1 0 53 0,-1 0-46 0,-3 11 0 16,-4 0-37-16,0 5-58 0,-4-1 29 15,-5 6 10-15,-4-3-113 0,-3 3 66 16,0 1 33-16,-5-3 0 0,-9 2 7 0,-3 0-5 16,2-4 27-16,-3-4 24 31,-2 0-36-31,0-4-45 0,0-3 37 0,0 1 158 0,4-3-78 0,3-4-34 0,1 0 0 0,5 0 139 0,2 0-80 0,2 0-31 15,3-3-16-15,0 0-72 0,11-2 0 0,7 2 0 16,2 0 0-16,6 1 0 0,-3 2 0 0,2 0 0 16,-2 0 0-16,0 2 0 15,3 6 0-15,-8 2 0 0,-2 2 0 0,-3 0 0 16,-3 5 0-16,-5-1 0 16,-3 4 0-16,-2-2 0 0,-2 0 0 0,-13 0 0 0,-4-1 0 0,-3-3 0 15,-4 2 0-15,-2-7 0 47,4-2 0-47,-3-5 0 0,2-2 0 0,2 0 0 0,0 0 0 0,7-6 0 0,2-6 0 0,5-4 0 0,4-3 0 0,4 2-446 0,-2-7-23 0,3 6 220 0</inkml:trace>
  <inkml:trace contextRef="#ctx0" brushRef="#br0" timeOffset="69361.75">28336 3087 792 0,'0'-11'0'0,"0"2"0"0,0-1 0 0,0 3 0 0,0-2 0 0,0 3 0 0,0-5 0 0,0 8 197 0,0-4-79 0,-2 2-39 0,0 1 0 0,0 3-39 0,1-5 9 0,-2 5 159 0,1 0-84 0,-2 1-42 0,1 0-1 0,1 0-1 0,0 0-31 0,0 0-10 0,1 0 1 0,-1 0-43 0,0 0 0 0,-3 2 42 0,4 0 10 0,-1 2-102 0,2-1 46 0,-1-1 1 16,0 3-255-16,-1-1 126 0,2-1 55 0,-1 2-472 15,1 1 242-15</inkml:trace>
  <inkml:trace contextRef="#ctx0" brushRef="#br0" timeOffset="70012.99">28680 3059 924 0,'0'-11'0'0,"-1"2"0"0,-2 2 0 0,1-2 0 0,-2 1 0 0,0 0 0 0,-1-2 0 0,2 4 291 0,-2-1-126 0,-3 3-64 0,0-1-31 0,-2 3 142 0,0-1-77 0,-5 1-54 0,2 2 132 0,-2 0-88 15,-1 2-43-15,-4 8 0 0,-2-2 46 0,3 4-49 16,-4 2 0-16,2 2 175 0,0 2-109 15,1 0-53-15,-2 3-17 0,4-1 247 0,2 1-143 16,4 3-82-16,0-3-97 0,6 2 0 0,-2 1 0 0,8-2 0 16,0-2 0-16,9-2 0 0,10-1 0 0,7-2 0 15,4 2 0-15,3-8 0 16,6-2 0-16,7-2 0 0,-2 0 0 0,0-5 0 16,6 0 0-16,-11 0 0 31,-1 0 0-31,-5 0 0 0,-4-3 0 0,3-2 0 0,-16-1 0 0,-4 0 0 0,-4 2 0 0,-5-1-566 0,-3 2 149 0,0 1 180 15</inkml:trace>
  <inkml:trace contextRef="#ctx0" brushRef="#br0" timeOffset="70799.14">26813 3599 1449 0,'0'-2'0'0,"-2"1"0"0,2 0 0 16,0 1 0-16,0 0 0 0,0 0 0 0,0 11 306 0,2 7-134 0,1 1-66 0,2 8 287 16,-2 1-182-16,3 1-87 0,-3 3-42 0,-2 4 70 0,3 0-57 0,-3 2-18 46,0-5-11-46,0-1-129 0,-1-5 51 0,0-3 25 0,0-3-121 0,2 0 83 0,-2-12 27 0,0-2 0 0,0-5-411 0,3-2 150 16,-3 0 134-16,1-4-553 0,-1-12 324 0,0-3 158 16,0-3 78-16,0-4-312 0</inkml:trace>
  <inkml:trace contextRef="#ctx0" brushRef="#br0" timeOffset="70993.39">26801 3680 1149 0,'-6'-18'0'0,"2"1"0"0,-3 4 0 0,5-1 0 0,0 1 0 0,2 3 0 0,0-1 321 0,2 2-141 0,13 4-71 0,1-1 483 16,5 1-268-16,3 4-147 0,-1 1-69 0,4 0 309 15,-1 6-189-15,2 7-95 0,0 6 60 0,-5 2-193 16,-5 3 0-16,-4 5 0 16,-9 1 0-16,-3 2 0 0,-2 7 0 0,0-7 0 15,-16 2 0-15,-4-4 0 0,-3 2 0 0,-3-6 0 16,-5 2 0-16,3-9 0 0,-1-3 0 0,3-8 0 16,1 0 0-16,1-6 0 0,2 2-599 0,10-4 134 15,3 0 213-15,3-6-694 0,5-7 453 0</inkml:trace>
  <inkml:trace contextRef="#ctx0" brushRef="#br0" timeOffset="71822.73">27807 4886 1008 0,'-8'-2'0'0,"3"-1"0"0,-2 2 0 0,-1-1 0 0,1 1 0 0,0 1 0 0,1 0 0 0,1 0 235 0,0 4-98 0,-2 4-48 15,3 4 151-15,1 0-106 16,0 0-49-16,0 3 88 0,3-1-68 0,0-1-33 16,0 4 10-16,0-6-12 15,3 1 0-15,3-2-31 0,1-2-1 0,2-1-43 32,0-4 54-32,2 0-10 0,-4-3-30 0,4 0 30 0,-2 0 1 0,0-6-1 0,-2-4-54 0,-1-1 22 0,-1-2 1 0,-1-1-85 15,-1-3 51-15,-2 2 12 0,-1 0 5 0,0 3 6 16,0 0 16-16,0 3-13 15,-3 3 10-15,-3 3 103 0,-4 0-45 0,1 3-4 0,-2 3 2 0,1 10-42 63,-1 4-4-47,3 0-4-16,-1 2 16 0,5 1 9 0,3 1-12 0,1-5-162 0,0 0 78 0,1-4 40 0,6 3 5 0,5-9-193 0,-4 0 103 0,6-6 30 0,-5 0 33 0,1 0-47 0,-5 0 33 0,2-5-7 0,-4-4 181 0,-1-1-79 15,-2-1-36-15,0 2-19 0,0 0 129 0,-5 4-61 16,-5-2-37-16,1 3 269 15,-1 3-137-15,0 0-31 0,0 1-51 0,3 0 37 0,-2 0-34 0,2 6 0 16,1 3-34-16,0-1-98 16,5 1 44-16,1 0 28 0,0 0-405 0,0 0 199 15,0 0 109-15,7 0 29 0,3-3-345 0,5-3 147 16</inkml:trace>
  <inkml:trace contextRef="#ctx0" brushRef="#br0" timeOffset="72270.5">28324 4743 503 0,'-7'-3'0'0,"1"0"0"0,-1 0 0 0,0 1 0 0,1 0 0 0,0 1 0 0,-1 1 0 0,0 0 0 0,1 0 0 0,-1 8 647 0,1 1-304 0,-2 4-144 0,3 1 48 0,1-2-105 0,1 3-52 16,2-2-26-16,-1 0-17 15,0 2 0-15,2-3-9 0,0-4-1 0,0-2-40 0,0 1 1 0,4-3 39 16,2-2 10-16,-1-2-142 16,4 0 66-16,-3-2 34 0,-1-6-170 0,1-2 93 15,-3 0 18-15,0-2 13 0,0 3 6 0,-3-1-1 16,0 2-4-16,0 2 231 0,0-2-100 0,0 6-48 16,-4-1-22-16,-3 3 76 0,0 0-34 0,3 0-27 15,-2 0 16-15,-1 7 16 16,3 1-1-16,1 0 1 0,2 1-502 0,1-3 225 15,0 2 114-15,0-5-729 0</inkml:trace>
  <inkml:trace contextRef="#ctx0" brushRef="#br0" timeOffset="72736.81">28029 4027 339 0,'0'-10'0'0,"0"-1"0"16,-2 4 0-16,2-4 0 0,0 4 0 0,0 0 370 0,0 3-165 0,-2-2-84 0,2 6 87 0,0-1-75 15,0-1-52-15,0 2 88 0,-2 0-66 0,2 3-32 16,0 4 10-16,0 1-6 0,0 1 1 0,0-1-38 16,0-2 1-16,0 2-63 0,0-2 41 0,0-2-9 15,0 0 30-15,2-3-86 0,0-1 44 0,-2 0-1 16,3 0-53-16,3 0 23 0,-3 0 30 15,0-1-46-15,-2-6 32 0,1 3-2 16,0-3 2-16,-2 3-8 0,2 1 1 0,-2 0 11 16,0 0 10-16,0 3-82 62,0 0 36-62,-2 0-3 0,-2 0 42 0,0 6-380 0</inkml:trace>
  <inkml:trace contextRef="#ctx0" brushRef="#br0" timeOffset="73099">27403 4266 737 0,'-4'-8'0'0,"-1"5"0"0,2-5 0 0,0 3 0 0,1 1 0 0,-1 0 0 0,0 0 0 0,2-3 0 0,-1 2 0 0,2 3 106 0,0 1-34 0,0-3 129 0,0 2-82 0,0 0-30 16,0 2-9-16,0 0 142 0,0 0-92 0,0 4-45 16,0 3 0-16,0 3 46 0,-1 0-50 0,0 2 0 15,-1-4 48-15,1 4-45 0,1-3 0 0,-2 1-35 16,2-1-123-16,0-3 57 0,0 1 27 0,0-4-403 16,0 3 216-16,0-1 118 0</inkml:trace>
  <inkml:trace contextRef="#ctx0" brushRef="#br0" timeOffset="74293.24">22094 5230 971 0,'-1'-9'0'0,"-3"4"0"15,2-4 0-15,1 3 0 0,0 1 0 0,-2 3 0 0,3-1 168 0,-1 1-65 0,1-2-23 0,0 3 166 0,-2 1-103 0,2 0-53 16,-2 0-26-16,1 7 110 15,-2 3-72-15,-1 6-33 0,1-1 1 0,2 1 5 16,-2-2 0-16,1 3-28 0,0-1 86 0,2-4-47 16,0 1-25-16,0-4 21 15,0 1-44-15,0-1 9 0,0-6-9 0,4 1-44 0,1-3 0 0,2-1 44 16,1 0 0-16,1-1-124 16,-1-10 57-16,-2-4 34 0,1 0-8 0,-3-1-45 0,-1-1 17 0,-1 1 32 15,-2 0-95-15,0 5 50 16,0 2 3-16,-5 1 108 0,-6 5-41 0,2 2-1 0,-2 1-43 15,0 0 165-15,0 4-69 0,3 7-36 0,-1-1-8 16,3 2 24-16,4 0-5 0,2-2-32 16,0 0 34-16,0-4-117 15,2 0 50-15,6-1 17 0,2-5-40 0,3 0 30 0,1 0-6 0,-3-5-105 16,-1-5 54-16,2-2 19 16,-6 1-1-16,-1 0 39 0,-4-1-4 0,-1 2-24 0,0-1 18 0,0 3 204 15,-6 4-97-15,-8 2-44 0,2 2-25 16,-1 0 178-16,-3 0-91 0,2 4-22 15,2 3-75-15,3 4 48 0,2 1-26 0,1 1-659 16,6 1 316-16,0 1 154 0,0 0 79 0</inkml:trace>
  <inkml:trace contextRef="#ctx0" brushRef="#br0" timeOffset="75132.89">21427 5649 1064 0,'5'-14'0'0,"-1"-3"0"0,0 8 0 0,-1-2 0 0,-1 4 0 0,1-1 0 0,-3-1 0 0,0 3 0 0,0 2 189 0,0 2-75 0,0 1-37 0,0-1 262 0,0 2-150 0,0 0-65 16,-3 0-47 15,0 12 83-31,-3 3-61 0,2 4-29 0,-2 4-1 0,0 7 220 0,-3 0-129 0,1 3-61 0,0 5 54 0,-3 2-56 16,0 2-20-16,2-4-139 0,-2 0 51 0,3 2 25 15,-1 0 0-15,-1-3-278 32,-1 4 161-32,5-12 67 0,0-5 37 0,4-3-423 0,-1-9 179 0,3-5 116 0,-2-1-12 0,2-6-117 0,0-10 108 0,0-9 54 15,2-6-279-15,3-4 167 0,4-5 74 16,-1-1-190-16,1 0 142 0,-1-5 70 0,-2-1 35 0,2 1-31 16,0-6 40-16,0 10 66 15,0 1 0-15,-2 2 66 0,3 5-72 0,-3 3-1 16,1 1-42-16,-3 13 240 0,0 7-134 0,-1 1-47 15,3 3 597-15,-3 0-303 0,3 8-70 0,0 6 368 16,4 3-282-16,1 3-140 31,4 1-70-31,1 3 320 0,1 4-186 0,0-2-107 0,2 2-49 0,-4-1 116 0,1 0-83 0,0 0-41 0,2 2-72 0,-5-4-107 16,-3-1 27-16,1 0 57 0,-4-2-178 0,-1 0 116 16,-1 1 68-16,-4-9-573 0,-1-1 298 0,0-5 69 15,0-1 101-15,-1-5-523 16,-8-1 289-16,2-1 159 0,-1 0 75 0</inkml:trace>
  <inkml:trace contextRef="#ctx0" brushRef="#br0" timeOffset="75282.07">21387 5876 1286 0,'-14'0'0'0,"3"0"0"0,-1 0 0 0,1 0 0 0,4 0 0 0,1 0 0 0,1 0 0 0,5 0 574 0,0 0-267 0,5 0-134 31,6 0 186-31,2 0-150 0,4 0-90 0,0 0-39 0,3 0-1 0,2 0-40 0,-3 0 1 0,4 0-581 15,-3 0 285-15,0 0 148 16,-2 0 74-16,0-2-747 0</inkml:trace>
  <inkml:trace contextRef="#ctx0" brushRef="#br0" timeOffset="75463.5">21738 5461 2136 0,'-2'-11'0'0,"1"-1"0"0,-3 7 0 0,3-2 0 0,-1 1 0 0,2 5 0 0,-1-3 0 0,-2 4 274 0,2 0-118 0,-3 6-58 0,-1 6 396 16,-1 2-233-16,0 6-111 0,-2-2-55 0,-3 6-47 15,0 5 1-15,2-3-10 0,0 1-620 0,1 0 309 16,1 0 156-16,3 1 78 0,-5 0-1004 0</inkml:trace>
  <inkml:trace contextRef="#ctx0" brushRef="#br0" timeOffset="76302.58">22911 5232 618 0,'2'-3'0'0,"2"-2"0"0,-2-1 0 0,1 4 0 0,0-3 0 0,1 0 0 0,-1 0 69 16,2 3-1-16,-2-1 208 0,2 3-118 0,-2-2-52 15,2 2-38-15,-3 0 198 0,1 0-114 0,-2 6-57 16,1 3-19-16,-2 0 154 16,0 3-96-16,0 0-49 0,0 0 71 0,0-4-59 0,-2 4-20 0,1-3-10 15,1-3-6-15,-2 0-23 32,2-1 0-32,0-2-26 0,0-2 10 0,0-1 16 0,0 0 0 0,0 0-107 0,2-1 54 0,1-7 26 0,3-3 10 0,-4-2-120 15,2 1 64-15,-2-2 6 16,-1 2-21-16,-1-1 19 0,0 2 1 0,0 2 71 15,-1 3-1-15,-6 1-57 0,-2 3 14 0,1 2 158 16,-1 0-72-16,-1 0-35 16,3 5 0-16,1 3 131 0,3 1-76 0,-2 0-17 15,5 0-17-15,0-3-85 0,0 2 26 0,0-2 1 16,8-4-166-16,1-2 95 0,3 0 56 0,1 0-204 16,-1 0 111-16,-1-1 40 15,-3-5 32-15,0-3-18 0,0 0-3 0,-7-2-18 0,1 1 45 0,-2 3 139 16,0-2-70-16,-11 4-51 0,0-1-6 0,-2 4 271 31,-2 1-133-31,1 1-49 0,-1 0-39 0,2 0-89 16,2 4 36-16,7 6 46 0,-1 2-750 0,5 2 351 0,2 2 176 0,14 2-399 15</inkml:trace>
  <inkml:trace contextRef="#ctx0" brushRef="#br0" timeOffset="76552.73">23576 5503 1326 0,'0'0'0'0,"-3"-1"0"0,-1-2 0 0,2 2 0 0,0-1 0 0,2 2 230 0,0 0-97 0,0 3-38 0,2 9-33 0,1 4 439 15,6 2-232-15,-2 1-116 16,-1 5 55-16,0 5-76 0,-3-3-51 0,2 2-207 15,-2 3 82-15,-2 1 41 0,1 1-1 0,0 1-415 16,-2-4 223-16,0-4 117 0,0-1 59 0,0-4-636 16,0-4 271-16,0-3 164 0,0-10 97 0</inkml:trace>
  <inkml:trace contextRef="#ctx0" brushRef="#br0" timeOffset="76885.8">23561 5586 1214 0,'-11'-18'0'0,"-1"0"0"0,1 4 0 0,4 1 0 0,4 6 0 0,3 0 0 0,0 1 324 0,0 1-144 0,10 1-70 0,8-2 411 0,0 3-247 0,5 2-118 0,0-1-59 0,-1-1 80 0,0 3-70 63,3 0-25-63,-5 0-194 0,-1 3 74 0,-1 6 38 0,-4-2 1 0,-3 4-232 0,-3 3 145 0,-6 1 56 0,-2 0 34 0,-2 1-51 0,-12 1 4 0,-3-3 34 0,1 1 27 0,1-3-26 0,-1-3-51 0,2-2 0 0,3-1 334 0,0-1-141 0,2 2-68 0,3-2 175 0,4-5-91 0,2 2-62 15,0-1 5-15,0 1-53 0,5 0 7 0,9 0-9 16,3 1-1-16,0-1 1 0,2 6 0 0,-1-1-1 16,0 7 10-16,-3-2-28 0,-4 5-19 0,-6 0 0 15,0 1 0-15,-4 5 0 0,-1-2 0 0,-6 0 0 16,-7-2 0-16,-5 0 0 0,-3-2 0 0,-3-4 0 16,0 1 0-16,1-7 0 15,4-3 0-15,-3-3-101 0,4-1-91 0,0 0 106 16,5 0-323-16,6-7 178 0,2-8 107 0,5-4-674 15,0-3 380-15</inkml:trace>
  <inkml:trace contextRef="#ctx0" brushRef="#br0" timeOffset="77032.91">24022 5436 1355 0,'11'-13'0'0,"-3"4"0"0,1 4 0 0,0 0 0 0,-4 4 0 0,1 1 0 0,-1 0 758 0,-3 4-365 0,-1 10-178 0,-1 8-88 0,0 2-45 15,-5 4 0-15,-4 5-35 0,1 0 34 0,1 0-44 16,-1 2 1-16,1 2-579 0</inkml:trace>
  <inkml:trace contextRef="#ctx0" brushRef="#br0" timeOffset="77867.23">22969 4407 1678 0,'0'-16'0'0,"-1"4"0"0,0 4 0 0,-5 3 0 47,3 0 0-47,-2 3 0 0,-3 2 0 0,2 0 0 0,-4 4 0 0,3 10 0 0,-4 5 0 0,0 3 0 0,2 3 121 0,1 0-47 0,0-1 1 0,5-4 38 0,2-1-38 0,1-1 0 0,0-1-44 0,0-8 8 0,1 0-1 0,7-7 1 0,0-2-69 0,3 0 45 0,1 0-11 0,-1-9 35 0,-1-7-123 15,2 0 61-15,-5-2 10 0,1-2 8 0,-2 5-91 0,-3-2 54 0,-2 2 8 0,1 1 9 0,0 3-3 0,-2-3-1 0,0 7 96 0,0 1-35 0,-2 3-8 0,-4 3-29 0,-1-2 96 0,0 2-43 0,1 0-15 0,0 2 0 0,-3 6 39 16,4 0-28-16,0 3 21 0,1-1-38 0,-1 0-130 16,3-1 61-16,1 1 35 0,-1-1-162 0,2-1 84 15,0 0 49-15,0-3-560 16,0-2 280-16</inkml:trace>
  <inkml:trace contextRef="#ctx0" brushRef="#br0" timeOffset="78118.78">23756 3946 1456 0,'-21'-12'0'0,"-2"2"0"0,7 7 0 0,-3 3 0 0,0 0 0 0,-2 5 0 0,-2 10 463 16,3 3-218-16,5 2-104 0,1 3-53 0,8 0 321 16,5-1-187-16,1 5-84 0,0-6-55 0,5 1 82 15,13 0-65-15,1-2-32 0,3-1-165 0,7-2 76 16,-2-7 24-16,4-2-436 0,0-3 235 16,2-2 116-16,-2-3 60 0,3 0-318 15,-4 0 95-15,-4-3 116 0,1-2-31 0,-3-4-495 16</inkml:trace>
  <inkml:trace contextRef="#ctx0" brushRef="#br0" timeOffset="78274.98">24119 3752 2706 0,'0'-13'0'0,"0"1"0"0,0 5 0 0,-3-4 0 0,1 8 0 0,0 1 0 0,1 2 0 0,1 0 0 0,0 9 0 0,0 8 458 15,-2 5-215-15,1 9 152 0,-2 3-266 0,-2 3-129 16,2 6 0-16,-2 3-311 0,2-4 22 0,0 3 162 15,0 1 82-15</inkml:trace>
  <inkml:trace contextRef="#ctx0" brushRef="#br0" timeOffset="79108.86">22118 4430 1837 0,'-5'-9'0'0,"0"2"0"0,2 5 0 0,0-3 0 0,0 3 0 0,-2 2 0 0,-2 0 0 0,2 0 0 0,-1 6 0 0,-3 7 0 0,4 5 219 0,-2 1-91 0,-2 3-37 0,5 2-32 0,0-2 116 15,3-1-69-15,1 0-35 0,0-5 0 0,0 5 12 16,1-8-46-16,7-1-1 0,3-5-71 0,-2-4 35 15,4 1 10-15,-1-4 26 0,-1 0-54 0,0-6 28 16,0-5-1-16,-2-6-1 0,-1 3 37 0,-3-1-40 16,-2-1 25-16,-2 3-6 0,1-4-2 0,-2 4-21 15,0-1 21-15,0 3-1 0,-2 0-2 0,-4 2 2 16,0 1-19-16,-2 4 22 16,2-3 2-16,-2 6 3 0,-2 0-37 0,5 1 1 0,-3 0 27 0,1 0-29 15,0 1 4-15,4 5 18 16,0 3 3-16,-1-4-27 0,4 4 0 0,0-2 15 15,0-2 2-15,0-2-160 0,0 0 77 0,0-3 31 32,2 0-107-32,3 0 62 0,-2 0 19 0,0 0 6 0,1 0 78 0,-3 0 1 0,1-4-42 0,-2-2 212 15,0 5-109-15,0-3-44 0,0 4-24 0,-3 0 91 16,-4 0-54-16,2 0-12 16,-2 0 15-16,3 0-72 0,1 5 75 0,0 1-30 15,3 0-752-15,0-2 357 0</inkml:trace>
  <inkml:trace contextRef="#ctx0" brushRef="#br0" timeOffset="79600.5">21281 3909 1108 0,'0'0'0'0,"-3"0"0"0,0 0 0 0,0 0 0 0,-1 0 0 0,4 0 0 0,-1 8 0 0,1 1 486 15,0 6-223-15,0 1-112 0,1 1-56 0,6 5 177 16,-2 0-106-16,1 2-69 0,0 0-29 0,2 1-88 16,-5 1 29-16,3 0 0 0,-1 2-274 0,-2-4 147 15,-1-3 79-15,-1-3-154 0,0-2 116 0,-1-2 58 16,0 0 38-16,0-8-578 0,0-4 264 0,0-2 111 16,0 0 73-16,-2-11-284 0</inkml:trace>
  <inkml:trace contextRef="#ctx0" brushRef="#br0" timeOffset="79824.98">21268 3952 903 0,'-1'-15'0'0,"-5"-1"0"0,1 7 0 0,4 1 0 0,1 1 0 0,0 2 0 0,0 0 447 0,1 0-194 0,13 3-112 0,-1 2-52 0,6 0 371 0,2 0-210 0,3 0-106 0,2 4 179 0,-3 4-147 0,2 2-69 0,-3 5 3 78,2-1-36-78,-6 7 0 0,1-1-25 0,-9 4-60 0,-5 3 26 0,-3-3-1 0,-2 6 25 0,-3 2 9 0,-11-4-9 0,-3-2-1 0,-5-1-27 0,-3-4-57 0,0 0 42 0,-2-4 10 0,3-7-238 0,-1-4 106 0,6-5 69 0,1-1-489 0,3 0 259 0,3-1 103 0,5-12 78 0,7-1-257 0,0-4 162 0,0-2 81 16,8 0 41-16</inkml:trace>
  <inkml:trace contextRef="#ctx0" brushRef="#br0" timeOffset="79991.81">21663 3667 1595 0,'1'-15'0'0,"0"4"0"0,0 0 0 0,4 4 0 0,-2-2 0 0,0 7 0 0,-1 2 384 0,1 0-172 0,-2 0 445 16,0 12-309-16,-1 5-145 0,0 4-88 0,-1 5 52 0,-8 4-64 0,-1 1-32 16,-2 3 0-16,1 0-225 15,1-5 91-15,0 0 51 0,4-2 25 0</inkml:trace>
  <inkml:trace contextRef="#ctx0" brushRef="#br0" timeOffset="100976.93">5453 6291 1493 0,'-13'-6'0'0,"1"3"0"0,-1 1 0 0,3 0 0 0,0-1 0 0,4 2 0 0,-1 0 234 0,4-2-99 0,1 1-48 0,2 1-24 0,0 0 9 0,0-2-34 0,0 1 0 0,0 0 0 0,4-1 0 0,6-3 0 0,-2 2 320 0,3 1 24 0,0-1-172 0,3-1-76 0,2 3 260 0,0-3-215 0,4 2-179 0,1-1 0 0,1 1 0 0,5 2 0 0,2-2 0 0,2-1 0 0,11 2 0 0,0-3 0 0,4 1 0 0,11-1 0 0,7 3 0 0,6-1 0 15,10 1 0-15,-6 1 0 16,5 1 0-16,2 0 0 0,1 0 0 0,-2 3 0 0,12 4 0 16,-18 0 0-16,-4-1 0 0,1 1 0 0,-1-2 0 0,0-1 0 15,9-1 0-15,-19-1 0 0,-3-2 0 0,-5 0 0 16,-1 0 0-16,-7 0 0 0,5 0 0 0,-15 0 0 15,-4 0 0-15,-1 0 0 16,-6 0 0-16,-3 0 0 0,0 0 0 0,-10 0 0 16,-3 0 0-16,-2 0 0 15,-4 0 0-15,-1 0 0 16,0 0 0-16,0-2 0 0,0 2 0 16,0-1 0-16,-3-1 0 0,0-2 0 0,-6-3 0 0,3 2 0 0,0 0 0 0,-2 4 0 0,0-1-1101 0</inkml:trace>
  <inkml:trace contextRef="#ctx0" brushRef="#br0" timeOffset="132749.78">5313 8112 1686 0,'-24'-5'-8'0,"3"0"1"0,10 3 1 0,2 1 0 0,6-1 2 0,1 2 0 0,2 0 1 0,0-2-1 0,0 2 422 31,0 0-192-31,0 0-95 0,3 0 211 16,6 0-153-16,1 0-64 0,6 0-48 0,4 0 0 0,0 0-37 0,5 0 0 0,3 0 422 0,3 2-302 0,2 1-160 15,3 0 0-15,3 1 0 0,1 1 0 0,7-2 0 0,6 1 0 0,3-3 0 16,9 1 0-16,7-2 0 0,11 0 0 15,6 0 0-15,18-2 0 0,-9-1 0 16,4-6 0-16,3 3 0 0,-5-1 0 0,0 2 0 16,11 0 0-16,-23 4 0 0,-5 1 0 0,-2 0 0 15,-1 0 0-15,-3 1 0 0,7 6 0 0,-19 0 0 16,4 0 0-16,-1-2 0 0,-1-1 0 0,-2 1 0 16,8-3 0-16,-17 0 0 15,-3-2 0-15,-3 0 0 0,-2 0 0 0,-7 0 0 0,6 0 0 0,-17 0 0 16,-2 0 0-16,-2 0 0 0,-7 0 0 0,-3 0 0 31,0 0 0-31,-6 0 0 0,-4 0 0 0,1 0 0 0,-3 0 0 0,1-2 0 16,-4-1 0-16,2-3 0 0,0 4 0 0,3-3 0 31,-4-1 0-31,4 1 0 0,-1 0 0 0,1 3 0 0,1-2 0 0,-1 1 0 0,1 0 0 0,3 0 0 31,-2 2 0-31,1 0 0 0,1 1 0 0,-3 0 0 0,2 0 0 0,1 0 0 0,-6 0 0 16,4 0 0-16,-4 0 0 15,-1 0 0-15,-2 0 0 0,4 0 0 32,-4 0 0-32,-1 0 0 0,0 0 0 0,0 0 0 0,0 2 0 0,0 4 0 0</inkml:trace>
  <inkml:trace contextRef="#ctx0" brushRef="#br0" timeOffset="133330.96">9208 8108 1845 0,'-8'0'0'0,"1"0"0"0,2 0 0 0,-2 0 0 0,7 0 0 0,0 0 601 16,7 0-280-16,13 0-142 0,11 0-70 0,10 0 414 15,6 0-247-15,9 0-199 94,7 0-77-94,5 0 0 0,6 0 0 0,9 0 0 0,-6 0 0 0,-2 0 0 0,-3 0 0 0,-4 3 0 0,-7 3 0 0,4 1 0 0,-23-1 0 0,-6 3 0 0,-8-4 0 0,-6 4 0 0,-6-2 0 0,2-2 0 0,-13-2 0 0,-1 0 0 0,-4-3 0 0,0 0 0 0,0 0 0 0,0 0 0 0,-3 0 0 0,-1 0 0 16,-3 0 0-16,-2-1 0 0,3-5 0 0,-1 0 0 15,1 2 0-15</inkml:trace>
  <inkml:trace contextRef="#ctx0" brushRef="#br0" timeOffset="136973.51">13903 8206 1522 0,'0'0'0'15,"0"0"0"-15,0 0 0 0,0 0 0 0,0 0 169 0,0 0-64 0,0 0-32 0,0 0 184 0,0 0-98 0,0 0-64 16,0 0-27-16,0 0 170 31,0 0-98-31,4 0-50 0,2 0 103 0,4 0-81 0,-1 0-36 0,3 0 0 0,5 0-35 0,3 0 10 16,-1 0-10-16,5 0 149 0,2 0-75 0,2 1-37 47,3 0-36-47,2-1-42 0,0 0 0 0,1 0 0 0,-3 0 0 0,2 0 0 0,1 0 0 0,4 0 0 0,-7 0 0 0,-2 0 0 0,1 0 0 0,-2-1 0 31,0 0 0-31,8-1 0 0,-11 1 0 0,3-1 0 0,-2 0 0 0,2-1 0 0,-1 2 0 0,4-3 0 16,-5 2 0-16,3-1 0 15,-2 2 0-15,3-3 0 0,-2 2 0 0,8 1 0 16,-8 0 0-16,2-2 0 31,-1 3 0-31,1 0 0 0,1 0 0 0,7-2 0 0,-6 1 0 0,1 0 0 0,0-1 0 0,3-1 0 0,2-2 0 0,5-1 0 16,-6 2 0-16,1 1 0 0,2-1 0 0,0 1 0 15,0-1 0-15,5 4 0 16,-10-3 0-16,1 2 0 0,3 1 0 0,-3 0 0 0,0 0 0 0,6 0 0 16,-8 0 0-16,5 0 0 15,0 0 0-15,0 0 0 0,5 0 0 0,4 0 0 31,-6 0 0-31,0 1 0 0,0 2 0 0,3-3 0 0,-2 0 0 0,9 4 0 0,-11-3 0 0,3 1 0 16,1-1 0-16,3 3 0 0,6 1 0 0,-8-5 0 16,0 3 0-16,1 2 0 0,2-1 0 0,-2-1 0 15,10 1 0 1,-10 1 0-16,1-3 0 0,4 4 0 0,0-3 0 0,2 0 0 0,7 2 0 0,-11 0 0 109,2 0 0-109,0 0 0 0,-1-1 0 0,0 0 0 0,10 5 0 0,-12-6 0 0,6 3 0 0,0 0 0 0,1-2 0 0,3 1 0 0,8-3 0 0,-12 4 0 0,3-5 0 0,3 3 0 0,2-2 0 0,2 2 0 0,11-3 0 0,-15 1 0 0,1 1 0 0,2-1 0 0,0 0 0 16,2 2 0-16,10-1 0 0,-12-1 0 31,0 4 0-15,5-3 0-16,-5 2 0 0,5 1 0 0,9-3 0 0,-14 2 0 0,6-3 0 0,2 3 0 0,0-3 0 0,-1 3 0 0,9-1 0 0,-14-3 0 0,2 2 0 0,2 1 0 0,3-1 0 0,2-1 0 15,7 3 0-15,-17-1 0 47,3-1 0-47,-2 2 0 0,6 2 0 0,0-2 0 0,12-1 0 0,-15-1 0 0,1 0 0 0,3-1 0 0,-1 1 0 0,10 0 0 0,-11-2 0 0,2 2 0 16,3-1 0-16,-1 1 0 16,2-1 0-16,5 1 0 0,-12 1 0 0,5 0 0 0,5-1 0 0,-1 1 0 31,-1 0 0-31,9 0 0 0,-14 2 0 0,2-1 0 0,8 0 0 0,0-1 0 0,3 0 0 0,9 0 0 31,-13 0 0-31,3-4 0 94,6 3 0-94,2-3 0 0,1 2 0 0,10 1 0 0,-21-3 0 0,6 3 0 0,4 0 0 0,1 0 0 0,1 0 0 0,9 2 0 0,-23-1 0 0,9 1 0 0,2-3 0 0,0 4 0 0,-1-2 0 0,11 0 0 0,-16-1 0 0,3 0 0 0,4 0 0 0,2-1 0 0,-2 0 0 0,9 1 0 0,-15-3 0 0,7 0 0 0,4 0 0 0,-1 0 0 0,0 0 0 0,10 0 0 15,-17 0 0-15,7 0 0 0,-2 0 0 0,0 2 0 16,-6 0 0-16,12 1 0 16,-17 1 0-16,2-1 0 0,-1 0 0 0,-3 2 0 0,-4-1 0 15,9 1 0-15,-18-1 0 0,4-1 0 32,1 2 0-32,-3-3 0 0,-4 1 0 0,6-1 0 0,-22 0 0 0,4-2 0 0,-3 1 0 0,0 1 0 0,3 1 0 0,-15-3 0 15,-4 0 0-15,-3 2 0 0,-5-1 0 16,-4 1 0 15,-1 0 0-31,-7 0 0 0,-4-1 0 0,-1 1 0 0,-1 0 0 0,0-2 0 0,-1 0 0 0,-4 0 0 0,1 3 0 0,-1-2 0 16,0-1 0-16,-2 0 0 0,0 1 0 0,1-1 0 15,-2 0 0-15,-2 0 0 16,0 0 0-16,0 0 0 0,0 0 0 0,0 0-65 16,-2 0-515-16,-8 0 270 0</inkml:trace>
  <inkml:trace contextRef="#ctx0" brushRef="#br0" timeOffset="165048.91">4343 14102 1850 0,'0'0'0'0,"0"0"0"0,0 0 0 0,0 0 0 0,0 6 0 0,0 2 0 0,3 5 93 0,0 7-10 0,1 7-42 0,2 9-1 0,-4 6 422 94,3 8-211-94,1 8-95 0,-3-7 10 0,0 2-64 0,1-5-30 0,2-7 0 0,1-3 3 0,2-4 10 0,1-14-44 0,1-8-50 0,2-9 49 0,3-3 1 0,-2 0-1 0,4-8 10 0,-2-16-9 0,1-4-1 0,-1-6-45 0,0-5-111 16,0-7 78-16,1-1 23 0,-7 1-260 0,4-2 127 0,-5 0 77 0,2 3-94 0,-2 3 73 0,2-5 14 0,-6 17 7 0,-3 8 76 0,-1 10 0 0,1 7-72 31,-2 3 26-31,0 2 324 0,0 7-151 0,0 14-80 0,0 5-39 0,-2 7 410 47,1 3-206-47,-1 2-66 31,2-1-151-31,0 0 0 0,0 1 0 0,0-5 0 0,0 2 0 0,5 3 0 0,4-11 0 0,0 0 0 0,2-1 0 0,2-6 0 0,-1-1 0 0,3 1 0 16,-1-9 0-16,-3-3 0 0,2-4-54 0,-3 0-585 0,3 0 278 0,-2-4 165 0,-4 0-427 0,3 0 291 47,-2-5 146-47,1-5-427 0</inkml:trace>
  <inkml:trace contextRef="#ctx0" brushRef="#br0" timeOffset="165820.22">4982 14195 1119 0,'-2'-4'0'0,"-4"0"0"0,2 0 0 16,-2 1 0-16,0 1 0 0,2 0 269 0,1 2-114 0,-2 0 139 0,2 0-132 0,1 11-61 16,0 3-31-16,2 6 236 0,-1 5-123 0,1 2-76 15,0 4-34-15,0 0 184 16,3 3-108-16,6 1-55 0,3 0-17 0,3-3 38 0,1-3-38 0,4-7 0 16,0-1-104-16,3-6 33 0,4-1 10 0,-3-8-10 15,0-6 0-15,4 0 33 0,-4-8 1 0,0-12-82 16,0-5 50-1,-4-5-9-15,-6-6 41 0,0 2-224 0,-9-5 100 79,-2-2 20-79,-1-3 36 0,-2 5-168 93,0 0 89-93,-10-1 27 0,-8 4-70 0,-2 2 50 0,-3 2 23 0,-1 13 101 0,-1 9-31 0,2 5-7 0,-5 5-26 0,2 0 41 0,-1 12-10 0,4 10-31 0,3 5 6 0,5 2 41 0,0 2 0 0,1 2-18 0,3 4 8 0,2-8-19 0,6-2 30 0,3 2 1 0,0-5-640 0,0 0 296 0,5 0 138 0,9-7-428 16</inkml:trace>
  <inkml:trace contextRef="#ctx0" brushRef="#br0" timeOffset="166142.35">5431 14129 1734 0,'2'-7'0'0,"-2"1"0"0,2 2 0 0,1 2 0 0,2 0 0 0,2 2 0 0,-2 0 0 0,3 12 274 0,2 7-123 0,0 6 35 0,1 4-74 0,0 7-37 0,-2 2-1 0,3 7-90 0,-3-3 21 0,1 2 1 0,-3 0 32 0,-1-3-26 0,1-5 26 0,1 0 10 0,0-9-11 0,-3-9 22 16,-2-7-22-16,2-4 1 0,-2-7 79 0,6 0-30 0,-7-5-10 0,4-15 129 15,0-8-85 1,-1-3-41-16,4-3 0 0,0-8 5 0,-2 1-47 0,5-2 0 15,-4-3 0-15,4 1-139 16,-1 3 70-16,2-6 44 0,-1 11-10 0,-2 6-96 0,1 0 65 0,0 8 33 16,0 5-615-16,2 1 301 31,-3 11 101-31,2 6-564 0,-2 0 366 0,2 0 184 62</inkml:trace>
  <inkml:trace contextRef="#ctx0" brushRef="#br0" timeOffset="166279.04">5964 14016 2770 0,'0'-4'0'0,"0"-2"0"0,0 0 0 0,0 3 0 0,5-2 0 0,5 2 0 0,4-2 0 0,6 0 0 0,3 1 113 16,6-3-38-16,2 0 678 0,1 1-533 0,4 2-220 0,2-3 0 0,-4 4 0 15,-3 3 0-15,-3-3 0 0,-1 3 0 0,-4 0-225 0,1 0-59 0,-12 0 156 0,-1 0 82 0,-7 3-912 0,-2 3 466 0,-2 1 203 16,0 0-187-16</inkml:trace>
  <inkml:trace contextRef="#ctx0" brushRef="#br0" timeOffset="166454.84">6077 14035 1539 0,'-13'7'0'0,"0"1"0"0,0 1 0 0,8 0 0 0,2-1 0 0,3 0 0 0,0 1 329 0,0-1-146 0,2 1-63 0,7 0 332 0,1-3-207 0,4 1-104 0,1 0-51 0,-1 1-357 47,2-1 162-47,-1-1 67 0,2 0 38 0,-2-1-714 0,-1 0 370 0,4-1 191 0,-4-4-580 0</inkml:trace>
  <inkml:trace contextRef="#ctx0" brushRef="#br0" timeOffset="166711.67">6359 14110 1056 0,'10'-2'0'0,"-4"-1"0"0,0 3 0 0,0-3 0 0,-1 3 0 0,-4 0 0 0,1 0 0 0,-2 0 333 0,0 6-148 15,-11 5-73-15,-4 0 17 0,-5 5-45 0,-4-1 9 0,0 4-55 0,-5-2 78 16,-3 5-39-16,-3 0 1 94,-3-1-41-79,-6 6 36-15,1-4-11 0,-4-2-24 0,4-1 0 0,3-4 16 0,6-5-16 0,3-1 10 0,17-9 164 0,5-1-87 0,6 0-43 0,3 0 135 0,6-4-89 0,13-7-36 0,8 0-9 0,3-1 15 0,6 1-30 0,3-1 0 0,6 2-30 0,1-2-49 0,-5 2 19 0,2 3 1 0,-2-1-36 0,1 4-82 0,-2 0 74 0,5 1 45 0,-9 1-599 0,-4 2 295 16,-5 0 102-16,-5 0-467 47,-3 7 311-47,-1-1 145 0,-11 1 88 0,-5 0-191 16,-2-3 135-16,0 2 66 0</inkml:trace>
  <inkml:trace contextRef="#ctx0" brushRef="#br0" timeOffset="166899.73">6243 14072 1342 0,'-13'-6'0'0,"3"1"0"0,2 1 0 0,3 1 0 0,3 3 0 0,0 0 0 0,2 5 0 0,0 8 65 0,0 8 9 0,2-1 499 0,2 7 259 0,3 4-397 0,-4 6-199 0,1 1 68 0,0 7-234 0,-1-1-70 0,-1 4 0 0,0-3-13 0,0 5-118 0,-1-3 85 0,1 6 51 0,-1-12-268 0,4-1 151 0,-2-6 75 16,3-2 37-16,-1-3-816 0,2-5 290 0,-1-12 248 0</inkml:trace>
  <inkml:trace contextRef="#ctx0" brushRef="#br0" timeOffset="167290.07">6660 13938 455 0,'6'-9'0'0,"0"0"0"0,0 3 0 0,-2 4 0 0,-1-1 545 0,0 3-254 0,1 0-118 47,-1 0-72-47,-2 0 373 0,-1 8-218 0,0 4-109 0,0 6-5 0,-4 3-43 0,-6 3-36 0,0 5 1 0,-3 3 28 0,-4 4-28 0,1 4 1 0,-2 2-69 0,1 1 16 0,1 0 0 16,0 1 25-16,3-3-69 0,1 0 34 0,2 3 9 31,2-13 26-31,5-3-228 0,3-3 109 0,0-7 54 16,0-6-162-16,0-1 70 15,0-9 58-15,0-2-10 0,2 0-165 0,-1-13 95 0,1-6 52 0,0-3 22 0,-2-3 31 0,2-3 0 0,-2-2 0 16,2 0 87-16,-1 0-44 0,3-4-9 15,1 5-34-15,5 3 162 0,-2 1-81 0,5 1-18 47,3 2-27-31,2-4 212-16,4 9-106 0,4 3-24 0,7 3 29 0,5 1-22 0,5 4-32 0,5 3 94 0,-6 3-61 0,-1 0-26 0,0 10 0 0,-4 6 103 0,-4 2-65 0,2 3-22 0,-14 1-10 0,-3 2 139 16,-4 2-86-16,-3 0-42 0,-1 2-8 0,2 4-26 15,-7-3-9-15,-2-2-25 47,-1-1-34-31,0-2 16-16,-2 3 1 0,0 2-596 0,0-8 310 0,0-1 122 0,-7-1 91 0,-1 2-769 0,-1 0 395 0,-1-7 213 0</inkml:trace>
  <inkml:trace contextRef="#ctx0" brushRef="#br0" timeOffset="167529.17">6747 14193 1624 0,'-12'-6'0'0,"-2"-1"0"0,10 5 0 0,2 2 0 0,1 2 0 0,1 11 528 15,0 6-245-15,0 3-114 0,0 1 200 0,0 3-166 0,3 5-83 0,-1-3-41 0,4 4 53 0,0 4-39 0,-3-4-32 16,1 1 0-16,-1-4-449 0,0-1 212 0,0-5 107 62,1 5-604-62,0-11 350 0,-1-3 180 16,0-5 18-16,0-6-665 0</inkml:trace>
  <inkml:trace contextRef="#ctx0" brushRef="#br0" timeOffset="167747.22">6858 14195 3024 0,'0'0'0'0,"0"0"0"0,0 0 0 15,0 0 0-15,0 5 0 0,0 3 0 0,0 3 0 0,0 4 0 0,1 4 0 0,6 3 0 0,-1 3 0 0,3 3 0 0,-2 1 0 0,0 3 0 0,-1-4 0 0,2-3-44 0,-3 1 40 0,-1-4 1 0,-1 0-664 0,2 0 361 0,-4-6 168 0</inkml:trace>
  <inkml:trace contextRef="#ctx0" brushRef="#br0" timeOffset="167798.08">6927 14563 1021 0</inkml:trace>
  <inkml:trace contextRef="#ctx0" brushRef="#br0" timeOffset="167965.58">6777 14374 1761 0,'-13'0'0'0,"4"0"0"16,0 0 0-16,2 0 0 0,6 0 0 0,1 0 0 0,0 0 0 0,0 1 349 0,6 3-155 0,6 0-70 0,-1-1 53 0,2 0-70 0,1-2-36 0,-2 4 1 0,2-2-491 0,-2 3 238 0,-2-2 104 0,-1 3-636 0,-1-2 368 0,-2 2 182 0</inkml:trace>
  <inkml:trace contextRef="#ctx0" brushRef="#br0" timeOffset="168002.35">6847 14483 1112 0,'0'0'0'0,"0"3"0"0,0-3 0 0,0 2 0 0,0-1 0 0,0 0 0 0,0 2 0 0,2-1 181 0,2 0-73 0,2 1-35 0,1 1 0 0,-1-1-453 0,3 2 197 0,-2 2 96 0</inkml:trace>
  <inkml:trace contextRef="#ctx0" brushRef="#br0" timeOffset="168135.14">6629 14659 2016 0,'-18'0'0'0,"4"2"0"0,0-2 0 0,6 1 0 0,-1-1 0 0,8 0 0 0,1 3 0 0,0-1 0 0,1 2 341 0,13-1-152 0,0-1-67 0,6 1 420 0,6 0-252 0,1-2-127 0,4-1-63 0,5 0 65 0,4 0-162 0,-4 0-3 0,3-1-301 0,-1-5 81 0,-4 1 128 15,2 1-392-15,7-2 270 0,-11 2 121 0</inkml:trace>
  <inkml:trace contextRef="#ctx0" brushRef="#br0" timeOffset="168569.83">7355 14255 1318 0,'-7'0'0'0,"-2"0"0"0,3 0 0 0,1 0 0 0,2 0 0 0,-3 0 834 0,4 2-404 0,2 8-197 0,0 5 465 0,0 4-331 0,0 3-316 0,0 2-51 0,0 3 0 0,2 0 0 0,4-1 0 0,-1 1-129 0,1-1 38 0,-1 1 72 0,-1-7 22 0,-1-4-604 0,-1-1 318 0,0-1 159 0,-1-7 80 0,1 1-715 0,-1-8 366 0,-1 0 179 0,0 0-183 0,0-11 180 0,0-4 91 0,0-5-67 0,0-5 82 0,0-5 39 0,-3-2-1 0,0-4 69 0,2 1-31 0,0-6-9 0,1 6 39 0,0 1 134 0,0 7-99 15,0-2-33-15,0 7 0 0,4-2 357 0,6 9-139 0,1 5-116 0,4 1 357 0,4 4-210 0,3 2-105 0,3-1 175 0,2 4-145 0,1 0-68 0,3 0-34 0,-1 5 179 0,-1 2-107 0,5 2-43 0,-8-1-37 0,-3 4 66 0,-1-2-46 0,-7 5-23 0,5 2 8 0,-8 1 127 0,-2 3-79 0,-1 4-40 0,-2 1 52 0,-1 2-46 0,3 8-13 0,-4-1-9 0,0 2-210 0,2-3 93 0,-1 2 48 0,4-3-497 0,-4 2 252 0,2-6 136 0,-2-3 24 0,-1-3-257 0,-3-1 128 0,-2-3 94 0,0-1 39 0,0-7-405 0,-11-4 230 0,-1-4 116 0,-4-3-246 0,-1 0 181 0</inkml:trace>
  <inkml:trace contextRef="#ctx0" brushRef="#br0" timeOffset="168721.06">7601 13905 1167 0,'0'-10'0'0,"0"3"0"0,0 2 0 0,0 5 0 0,0 0 351 0,0 9-149 0,0 13-88 0,0 10-40 0,0 8 510 0,0 7-274 0,-3 3-138 0,-5 7-59 0,-2-2 61 0,-3 5-70 0,-2 0-34 0,-3-2-96 0,0-6 31 32,-2 3 8-32,5-18-532 0,-1-4 276 0,5-8 140 0,0-4 69 0,2-8-838 0</inkml:trace>
  <inkml:trace contextRef="#ctx0" brushRef="#br0" timeOffset="168861.21">7558 14304 2583 0,'2'0'0'0,"0"0"0"0,3 0 0 0,3 0 0 0,-1 0 0 0,5 4 0 0,1 4 0 0,1 2 0 0,5 2 569 0,-2 0-267 0,3 2-134 0,0 1-185 0,1 3 34 0,-1-3-8 0,-6 0-705 0,3 0 365 0,-7-3 183 0</inkml:trace>
  <inkml:trace contextRef="#ctx0" brushRef="#br0" timeOffset="169489.99">6470 13917 1202 0,'-13'0'0'0,"2"0"0"0,0 0 0 0,4 0 0 0,-3 0 0 0,3 0 0 0,4 0 0 0,2 0 201 0,1 0-82 0,0 0 277 16,5 0-179-16,14 0-81 0,9-3-54 0,8-2 292 15,6-4-169-15,7-1-84 16,4 0-42-16,4 1 45 16,-6-1-48-16,2 1 0 0,0 1-39 0,1 3-182 0,-7 0 91 0,6 3 55 15,-15 1-587-15,-3 1 312 0,-6 0 155 0</inkml:trace>
  <inkml:trace contextRef="#ctx0" brushRef="#br0" timeOffset="169785.71">6837 13871 2202 0,'-4'0'0'0,"2"-5"0"0,2 3 0 0,0-1 0 0,1 0 0 0,4-1 0 0,5 2 0 0,-3 1 0 0,5-1 55 0</inkml:trace>
  <inkml:trace contextRef="#ctx0" brushRef="#br0" timeOffset="173962.26">6800 16257 1626 0,'-20'0'0'0,"2"0"0"0,0 0 0 0,8 0 0 0,1 0 0 0,2 0 0 0,4 0 0 0,2 0 0 0,-3 0 0 0,4 0 0 0,0 0 402 16,0-3-181-16,5-2-91 0,2-1 141 0,5 3-121 0,-2-4-55 0,4 4 150 109,-1-2-103-109,-1 5-52 0,5-5-15 0,0 4 63 0,0 0-50 0,2-2-24 0,0 1 0 0,1 1 66 0,5 1-130 0,-2 0 0 0,0 0 0 0,1 0 0 0,4 0 0 0,2 0 0 0,7 0 0 0,3 0 0 0,4 0 0 0,7 0 0 0,7 0 0 0,8-1 0 0,10-4 0 0,-3 0 0 0,2-1 0 0,3 2 0 16,-2 2 0-16,2 0 0 0,11 2 0 0,-16 0 0 15,0 0 0-15,1 7 0 31,2 1 0-31,-1 1 0 16,13 0 0-16,-17-4 0 0,8 0 0 0,-1-2 0 0,1 0 0 0,1-3 0 0,13 0 0 0,-22 0 0 0,6 0 0 0,1 0 0 0,-5 0 0 0,-4-3 0 31,9 3 0-31,-20 0 0 0,-4 0 0 0,1 0 0 0,-4 0 0 0,-2 7 0 16,3-4 0-16,-14 4 0 0,-7-3 0 0,0 3 0 0,-3-2 0 0,-2-2 0 16,1 1 0-16,-11-3 0 15,1 2 0-15,-2-3 0 0,-4 0 0 0,2 0 0 0,-4 0 0 0,-1 0 0 16,-3 0 0-16,0 0 0 15,-2 0 0-15,3 0 0 0,-6 0 0 0,3 0 0 16,-2 0 0-16,1 0 0 0,-2-3 0 0,2 2 0 31,-2-1 0-31,0 0 0 0,0 2 0 0,0-3 0 0,0-2 0 0,0 0 0 0,0 1 0 0,-4-2 0 32,0 2 0-32,-2 2-129 0</inkml:trace>
  <inkml:trace contextRef="#ctx0" brushRef="#br0" timeOffset="180484.86">14388 13920 2253 0,'7'-14'0'0,"3"5"0"0,1-1 0 0,5 2 0 0,6 0 0 0,6 3 0 0,8 3 184 0,-2 2-77 0,3 2 78 0,-1 12-72 0,-3 6-36 78,-5 6 1-78,0 2 12 0,-12 2-9 0,-6 4-40 0,-5 1 1 0,-5 3 130 0,0 1-65 0,-14 6-22 0,-5-8-11 0,-6-2 126 0,-1-2-158 0,-2-4-42 16,0-5 0-16,-2 2 0 15,5-12 0-15,2-4 0 0,-1-6 0 0,3-2 0 0,1-2 0 0,1 0 0 0,5-6 0 0,5-6 0 0,2-3 0 0,5-3-537 0,2-2 194 0,0-1 99 0,4 3 55 0,10-3-512 125,4 2 330-125,6 1 164 0,-1-2-406 0</inkml:trace>
  <inkml:trace contextRef="#ctx0" brushRef="#br0" timeOffset="180660.02">14831 13876 1807 0,'0'-14'-2'0,"0"3"0"0,0 2 1 0,0 1-1 0,0 5 1 0,-5 3 0 0,-4 0 0 0,-1 15 301 0,-3 5-130 0,-2 11-55 0,1 1 322 0,0 7-198 0,3 3-99 0,1 1-49 0,3 0 119 0,2 4-74 0,5-6-52 0,0-2-1 0,4-4 46 0,13-2-129 0,2-4 0 0,4-4 0 0,3-8 0 0,1-6-4 0,2-5-482 0,-1-2 264 0,0-4 131 16,1 0 73-16,-4-4-751 0,-2-10 339 0,-1-1 195 109,-3-5 97-109,-1-1-429 0,2-1 253 0</inkml:trace>
  <inkml:trace contextRef="#ctx0" brushRef="#br0" timeOffset="181290.42">15195 13885 959 0,'-4'0'0'0,"1"0"0"0,0-2 0 0,-1 2 0 0,0-3 0 0,0 3 0 0,1 0 0 0,0 0 0 0,0 0 240 0,-1 7-90 0,1 3-59 16,1 5 120-16,0 2-86 31,1 0-42-31,1 5 41 0,0-1-32 0,0 3-10 0,0-1-42 0,5 0 84 0,5-3-41 0,1-3-1 0,5 4-31 0,-2-8 12 16,4-3-23-16,-2-3 1 15,3-4 0-15,-3-3-65 31,2 0 42-31,-2 0-9 0,-2-8-38 0,-3-7 35 0,-1-2-1 0,-3-2-52 0,0-3 35 0,-6 3-6 0,0-1 43 0,-1-1-41 16,0 1 0-16,-2 2 6 0,-7 0-2 0,-1 3 34 16,-2 3-20-16,1 0 4 15,-2 3 0-15,0 4-30 0,-2-3 0 0,3 6 28 16,-1 0-213-16,2 2 101 0,-1 0 44 0,4 0-356 16,-2 0 173-16,6 7 109 0,0 1 48 0,2-2-181 0,2 2 115 0,0 1 58 78</inkml:trace>
  <inkml:trace contextRef="#ctx0" brushRef="#br0" timeOffset="182029.04">15597 13772 1010 0,'0'0'0'0,"0"0"0"0,-1 0 0 0,1 0 0 0,0 1 0 0,0 5 0 0,0 2 312 0,1 1-137 0,7 3-58 16,2 1 157-16,2 0-118 31,-1 2-58-31,3 2-30 0,-2-3-69 0,4 6 50 0,-4-6-11 0,1 3-63 0,-1-2 32 0,-1 0-1 0,-1 0 33 0,0 1 9 0,-3-4-9 0,-2-3 0 0,-2 1 0 0,0-3-251 47,0-2 125-47,0 1-52 0,-2-6 75 0,1 0-786 0,1-3 405 0</inkml:trace>
  <inkml:trace contextRef="#ctx0" brushRef="#br0" timeOffset="182284.81">15907 13653 1118 0,'-1'0'0'0,"-2"0"0"0,0 0 0 0,0 0 0 0,-1 0 0 0,0 0 256 0,1 5-109 0,0 5-54 0,-1 5 209 0,1 3-137 0,0 3-63 15,0 7-32-15,-2 5 298 0,-2 6-164 0,-1 10-73 16,0 0 106-16,-2 3-99 0,-2 6-50 0,1 1-24 16,-4 1-68-16,-3 8 52 15,2-8-9-15,-2-2-208 0,1-2 103 0,-1 0 53 0,-1 1 36 0,5-13-307 32,1-9 141-32,5-5 86 0,-1-6-17 0,5-7-141 15,-1 0 41-15,3-14 76 0,1-3-211 0,1 0 135 47,0 0 68-47,0-7 33 0,0-6-225 0,1-5 135 0,4-5 62 0,6-6-292 0,-2-3 177 0</inkml:trace>
  <inkml:trace contextRef="#ctx0" brushRef="#br0" timeOffset="182836.7">16157 13698 1320 0,'6'-11'0'0,"5"-1"0"0,-2 5 0 0,5-1 0 0,2 3 0 0,1-1 0 0,2 0 0 0,4-1 173 0,-1 4-72 0,1 2-31 0,1-2-34 15,-1 3 2-15,0 0 1 0,2 0 10 0,-7 0-143 0,-2 0 67 0,-4 0 33 0,-4 6 0 0,-3 2-36 32,0 2 44-32,-5 2-10 0,0 3-43 0,-14 3 10 0,-2 5 1 0,-4 3-2 0,-1 3-1 0,-1 0-18 93,-3 0 0-93,1 3 326 0,1 4-134 0,-1 3-37 0,4-8-48 0,2 3 326 0,4-2-172 16,0-1-87-16,6 0-43 0,-3 1 10 0,6-8-54 0,1 0 1 0,2-3-27 0,2-1 27 0,0-3-1 0,0-1 11 0,0-7-485 0,0-2 190 0,0-4 128 0,0-3-323 0,0 0 201 16,0 0 90-16,-1-1 60 0,-3-11-77 0,1-2 63 0,0-3 33 0,0-3 0 0,-2-2-19 0,2-1 51 0,0-4 0 15,-1-2 38-15,2 0-38 31,2 0 0-31,0-3 42 0,0 6-17 16,0 2 1-16,2 2-26 0,5 2 1 0,4 3-1 0,6-4-10 0,1 9 11 0,5 2 646 0,5 2-298 0,3 2-115 31,6 1-85-31,7 2 76 0,-2 1-78 0,2 2-35 0,-1 0 1 0,0 0 0 0,-3 4-35 0,2 1 9 0,-12 2 3 0,-6 1-12 16,-3 2 0-16,-4-1 53 0,-3 3-26 0,0 0 9 31,-9 3-36-31,-2-1 128 0,-2 2-65 16,1 2-31-16,-2 2 0 0,0 4 50 0,0-5-46 0,0 3 0 78,0 0-192-78,0 0 77 0,0 2 50 0,0-3-356 0,0-1 189 0,0-3 85 0,0 1 49 0,0 0-247 0,0 1 134 0,0-7 24 0,0 1 48 0,0-1-401 0,0-3 212 0,-5 1 108 0,-1 1 43 0,-2-4-226 0,-3-3 144 0,0 0 73 0,-4-4-173 0</inkml:trace>
  <inkml:trace contextRef="#ctx0" brushRef="#br0" timeOffset="183031.63">16476 13917 1684 0,'-9'-5'0'0,"3"-1"0"0,-1 5 0 0,7 1 0 0,0 0 0 0,0 9 0 0,0 6 0 0,0 2 467 0,2 5-204 0,1-1-117 0,2 6-54 0,-2-1 51 16,3 1-52-16,-3 0-26 0,0 6 9 0,0-8-212 15,1 4 89-15,-1-4 43 16,-1-1-449-16,-1-1 246 0,1 2 134 0,-1-11 52 0,-1 0-631 0,0-6 316 0,0-3 107 0,0-5-185 31,0 0 179-31</inkml:trace>
  <inkml:trace contextRef="#ctx0" brushRef="#br0" timeOffset="183448.08">16540 13917 1321 0,'0'-3'0'0,"0"1"0"0,0-1 0 0,0 0 0 0,0 3 0 0,0 0 0 0,2 3 0 0,-1 5 0 0,2 4 0 0,1 3 0 0,0 2-1 0,2-1 0 0,-1 2 1 0,1 0-1 0,-1 2 1 0,0-3 0 0,-1-1-1 0,1 1 1 0,-2-4 0 0,0 3-1 0,-1 1 1 0,-1-7-191 0,-1 0 100 0,0-3-20 0,0 1-172 0,0-6 122 0,-6 2 51 15,-2-4 41-15,1 0 4 0,0 0 0 0,-1-4 26 16,1-3 80-16,0-2-49 0,1 2 9 0,1 1 254 16,2 1-147-16,0 0-73 15,3 3-37-15,0-3 300 0,0 4-118 0,0-1-88 16,0 2 12-16,0 0 41 0,2 0-52 0,2 0-17 15,1 8-10-15,-2-1-67 0,2 3 39 0,-3-1 1 16,-1 4-113-16,1-1 65 0,-2 2 20 0,0-2-92 16,0 0 51-16,-3 0 32 0,-7 3-15 0,-1-2-19 15,-1-4-2-15,-2 0 15 0,-3-1 22 0,2-4 90 16,-1 2-49-16,-2-2-1 0,4-1-39 0,3-3 70 16,-1 0-31-16,6 0-1 15,-2 0 162-15,6 0-73 0,2 0-49 0,0 0 40 16,2 0-42-16,7 0 0 0,5 0-32 0,2 0 20 15,4 1-30-15,3-1 0 0,1 0 0 0,4 0-187 16,2 0 103-16,-2 0 37 0,0 0 1 0,3-1-418 16,-2-2 217-16,4-2 77 0,0-2-197 0,-5 0 116 15,2-1 87-15,-2-2-314 0</inkml:trace>
  <inkml:trace contextRef="#ctx0" brushRef="#br0" timeOffset="183866.99">17034 13946 866 0,'0'-8'0'0,"0"1"0"0,0 2 0 0,0 3 0 0,1-1 121 0,-1 3-41 0,2 0 9 16,-2 3 381-16,1 11-216 0,-1 3-108 0,2 5-54 0,-2 5-27 0,0 2 9 0,0-3-35 0,2 1 320 0,-2-1-258 0,1-1-31 0,2-2 0 0,-3 1-428 0,3-6 193 0,-2-1 102 0,1-4-183 0,0-2 142 0,-1-4 71 0,1 0 45 0,-1-7-557 0,1 0 253 0,-2-4 127 0,0-10 63 0,0-4-113 0,0-3 93 0,0-4 43 15,0-4-1-15,0-5 83 0,0-2-41 0,0-5-10 16,0 6 80-16,2-4-35 0,1 4-1 0,3 1 223 16,3 3-130-16,1-3-72 62,1 12-23-62,4 1 177 0,2 7-93 0,4 3-2 0,0 6-38 0,6-3 292 0,-4 5-151 0,2 3-68 16,1 0-37-16,0 3 142 0,-3 3-89 0,2 1-35 0,-8 1 154 0,2 4-104 0,-5 0-52 0,0 4 188 0,-3-2-120 0,1 6-51 0,-4 0-39 0,0 2 82 15,-4 0-56-15,1 4-28 0,0 1 1 0,2 7 35 32,-2-5-36-32,-2 3-1 0,0 1-26 0,1 0-194 0,-3-1 96 0,2 7 59 15,-1-10-364-15,0 1 200 0,-2-2 58 0,0-1-397 0,0-5 211 16,0 2 117-16,-8-7 73 0,0-5-292 0,-4-2 178 0,-1-5 89 16,0-4 44-16,-2 1-129 0,1-2 92 0,0-10 40 15,1-12 1-15,1-10-174 0</inkml:trace>
  <inkml:trace contextRef="#ctx0" brushRef="#br0" timeOffset="184019.05">17347 13591 1816 0,'-5'-9'0'0,"2"1"0"0,1 7 0 0,1 1 0 0,-2 0 0 0,1 10 0 0,-1 12 0 0,0 2 233 0,-2 5-98 0,-2 4 178 0,-1 5-129 0,0-2-77 31,-3 0-35-31,0 2-278 0,0 2 121 0,-1-5 62 0,-1 5 40 0,2-10-310 0,0-4 166 0,5-3 82 0</inkml:trace>
  <inkml:trace contextRef="#ctx0" brushRef="#br0" timeOffset="184148.7">17256 13929 1480 0,'0'0'0'0,"0"0"0"0,3 0 0 0,-1-3 0 0,1 3 0 0,2 0 320 15,2 0-132-15,2 0-79 0,3 3 615 0,-1 4-343 0,4 1-172 0,1 2-261 16,3 1 54-16,-2 1-9 0,3 3 45 0,-1 2-1020 31</inkml:trace>
  <inkml:trace contextRef="#ctx0" brushRef="#br0" timeOffset="184784.15">18430 13788 1541 0,'-4'0'0'0,"1"0"0"0,-1 0 0 0,0 3 0 0,-4 4 0 0,4 3 0 0,0 3 0 0,-7 7 0 0,0 5 186 0,-3 9-65 0,-5 7 10 31,-2 0-46-31,-5 7-24 0,-2-2 0 0,-2-2 21 0,-1 2-36 0,3-17-8 0,2-1-1 0,3-10 1 16,5-6-1-16,3-8 0 0,4-1 271 0,8-3-140 16,3 0-65-16,0-2-33 0,0-2 90 0,8-3-60 15,8 3-23-15,5-3 62 16,5 2-51-16,7 0-25 94,3 5 0-94,3-2-68 0,5 1 52 0,-4 1-9 0,1 0-27 0,1 0-11 0,1 3 0 0,-1 7 0 0,5-3-86 0,-10 4-12 0,-4-2 40 0,-2 1 43 0,-6 0-129 0,-7-3 58 0,0 0 20 0,-12-3 84 0,-4-1-17 0,-2-3-16 0,0 0-1 0,-11-3 177 0,-4-8-89 0,-1-7-41 0,-4-4-11 0,-2-2 258 15,0-5-275-15,0-2-3 0,-1-8 0 0,2 3 0 0,6-3 0 0,-2-3 0 47,3 0 0-47,3 0 0 0,-2-1 0 0,9 9 0 0,1 5 0 0,3 5 0 0,0 4 0 0,0 6 0 0,0 0 0 0,6 13 0 16,5 1 0-16,3 0-52 0,0 3-49 0,3 11 44 15,0 1-587-15,2 2 309 0,-1 0 148 0,0 2 75 16,2 0-693-16,3 1 375 0</inkml:trace>
  <inkml:trace contextRef="#ctx0" brushRef="#br0" timeOffset="185126.67">18944 13897 895 0,'-5'0'0'0,"-1"0"0"0,1 0 0 0,-1 0 0 0,0 3 506 15,1 6-240-15,-1 8-104 0,4 4-68 0,-3 4 225 32,3 4-141-32,2 6-61 0,0 0 280 0,0 2-180 0,6-2-89 0,5 2-46 0,6-5 131 0,0-1-79 15,2-8-53-15,1-7-85 0,2-4 0 0,1-6 42 16,0-6-1-16,4 0-68 16,-8-2 29-16,1-16 1 0,-5-5 38 0,1-3-69 15,-3-3 34-15,0-3 10 0,-8 2-236 0,-2 0 81 16,-3-1 72-16,0 2 37 15,0 0-210-15,-6-5 79 0,-8 5 69 0,-2 4-53 0,-5 1 55 0,-4 3 29 16,-3 5 0-16,-3 2 133 0,3 8-48 0,1 5-28 16,4 1-1-16,0 0 324 15,4 0-179-15,9 7-56 0,6 3 130 0,4 2-74 16,0 0-64-16,4-2 24 0,13 2 133 0,5-5-134 16,6 1-95-16,4-4 0 0,2 1 0 0,1-2 0 15,4 0 0-15,-3-1-432 0,-1-1 145 0,1 3 128 16,2-2 92-16,-3-1-1034 0</inkml:trace>
  <inkml:trace contextRef="#ctx0" brushRef="#br0" timeOffset="185335.32">19698 13950 2788 0,'-8'-12'0'0,"6"5"0"0,2 0 0 0,0 4 0 0,8 2 0 0,5-2 0 0,4 3 0 0,2 0 733 16,3-3-339-16,4 3-378 0,0-2-16 0,2-1 0 16,4 0 0-16,-3 2 0 0,6-1-993 0,-6 2 492 47,1 0 246-47</inkml:trace>
  <inkml:trace contextRef="#ctx0" brushRef="#br0" timeOffset="185464.3">19804 14160 1603 0,'-17'0'0'0,"6"1"0"0,8 4 0 0,3-5 0 0,0 2 0 0,2 0 0 0,7 1 492 0,3-3-232 0,7 0-112 15,1 0 61-15,4 0-87 16,2 0-42-16,2-3 8 0,-2-6-892 0,2 2 402 16,0-4 203-16</inkml:trace>
  <inkml:trace contextRef="#ctx0" brushRef="#br0" timeOffset="185716.77">20324 13641 1067 0,'14'-12'0'0,"-1"5"0"0,4 2 0 0,6 0 0 0,4 2 0 0,1-1 0 0,3 4 471 0,-4 0-222 0,1 0-106 0,-2 2 126 0,-1 8-117 0,0 2-57 0,-3 2-255 0,-7 2 94 0,-2 5 52 0,-7 0 24 0,-5 3-489 79,-1 5 246-79,0 4 126 0,-7-2 59 0,-9 2-368 0,-1 1 191 0,1 1 96 0,-2 0 30 0,4-4 37 0,0-4-1 0,1 2 26 0,4-5-112 0,0 1 56 0</inkml:trace>
  <inkml:trace contextRef="#ctx0" brushRef="#br0" timeOffset="185785.59">20544 14397 1842 0,'-10'4'0'0,"5"-1"0"0,-2 1 0 0,4 1 0 0,-1-1 0 0,3-1 0 0,1-1 502 0,0 1-233 0,0-3-116 0,0 0-357 0,0 0 129 0</inkml:trace>
  <inkml:trace contextRef="#ctx0" brushRef="#br0" timeOffset="194907.34">18967 13909 1202 0,'0'0'0'0,"0"0"0"0,0 0 0 0,0 0 0 0,-1 0 0 0,1 0 413 0,0 0-187 0,0 0-85 0,0 0-56 0,0 0 237 15,0 0-143-15,0 0-70 0,0 0 242 0,1 0-148 16,4 0-87-16,4 0 201 0,7 3-140 0,0-1-87 16,7-2-90-16,3 3 0 0,4-3 0 0,3 0 0 15,4 4 0-15,5-1 0 0,2-1 0 0,-5 1 0 16,1-1 0-16,-2 2 0 31,-4-1 0-31,-3 0 0 0,0 3 0 0,-9-2 0 0,-6 0 0 0,-1-1 0 0,-7 0 0 0,-3-2 0 0,-2 2 0 16,-3-3 0-16,0 0 0 0,0 0 0 15,-6 0 0-15,-2-3 0 0,0-4 0 0,-3 3 0 16,2-1 0-16</inkml:trace>
  <inkml:trace contextRef="#ctx0" brushRef="#br0" timeOffset="199356.43">17923 15498 1435 0,'-1'0'0'0,"-4"0"0"0,2-1 0 0,0-1 0 0,0-1 0 0,-1 3 0 0,1 0 0 0,0 0 158 31,-3 10-51-31,0 3 50 0,-2 5-60 0,-2 3-29 0,-2 5 0 0,-2 5 55 0,-6 7-33 0,0-1-10 0,-1 2-42 0,-5 2 32 16,1 0 1-16,-1-3-33 0,-2 0 10 0,3-12 31 16,3-8 1-16,0-5-42 0,2-6 128 0,1-7-65 15,0 0-21-15,8 0 145 16,2-3-94-16,5-4-46 0,2-3 0 0,0 6 37 15,2-2-47-15,0 2-59 16,12 2-16-16,6-1 0 16,7 1 0-16,6 0 0 0,2 1 0 0,3 1 0 0,2 0 0 0,1 0 0 0,0 0 0 0,6 0 0 15,-9 0 0-15,-1 0-24 0,-1 0-47 0,-4 0 25 16,-4 0 31-16,-1 0-43 16,-12 0 6-16,-7 0-1 0,-3 0 4 0,-3 0 162 15,0-4-68-15,-5-9-33 0,-7-5 186 0,-5-2-198 16,-1-4 0-16,1 0 0 94,1-3 0-94,-2-5 0 0,4 3 0 0,2 4 0 0,2-1 0 0,2 2 0 0,1 2 0 0,2-2 0 15,5 7 0-15,0 1 0 0,0 6 0 0,0 3 0 0,8 2-269 0,4-1 84 0,2 6-589 0,5 0 368 0,1 8 184 0,1 4 92 0,0 1-619 0</inkml:trace>
  <inkml:trace contextRef="#ctx0" brushRef="#br0" timeOffset="199718.38">18160 15640 2326 0,'0'0'0'0,"-3"1"0"0,1 3 0 0,1 3 0 0,1 0 0 0,0 7 0 0,0 0 0 0,0 6 0 0,1 2 0 0,6 5 0 0,3 0 252 0,3 5-97 0,1-7-64 0,0 1-56 0,0-2 3 16,3-5 0-16,2-3 1 15,0 1-127-15,-1-10 58 0,1-5 35 0,1-2-135 16,-1-2 84-16,-2-16 43 0,3-7 9 0,-5-2-137 15,0-7 37-15,-4-5 53 0,1-1-33 0,-4-1-61 16,2-4 30-16,-3 10 41 0,-2 1 19 0,-2 3 10 16,-1 5-14-16,-2 8 11 0,3 1 267 0,-3 13-124 15,0 4-56-15,0 0 270 0,0 9-144 0,-3 12-82 16,1 3-11-16,0 5 185 0,2 2-115 0,0 1-56 16,0 1-30-16,0 0-69 0,2 3 10 0,3-8 31 15,1 0-156-15,5-2 78 16,0-3 39-16,0-1 0 0,4 1-523 0,-1-11 225 15,2 0 150-15,0-4-507 0,2-2 310 0,-2-5 153 79,1-1 68-79</inkml:trace>
  <inkml:trace contextRef="#ctx0" brushRef="#br0" timeOffset="200175.1">18952 15806 1545 0,'0'3'0'0,"0"3"0"0,0-2 0 0,0 2 0 0,0 2 0 0,0 1 0 0,0-1 0 0,0 4 237 0,0 0-100 0,0 0-51 16,0 3-15-16,-3 0 62 0,-4 0-48 0,3-1-24 15,-4-1-146-15,-1 1 61 0,-1 1 39 0,1-5-381 16,-4-1 202-16,4-3 100 0,-3-1 50 0,2-2-486 16,2-1 199-16,2-2 140 0</inkml:trace>
  <inkml:trace contextRef="#ctx0" brushRef="#br0" timeOffset="200556.96">19343 15548 861 0,'8'0'0'0,"-1"2"0"0,3 2 0 0,-6 4 0 0,0-1 275 0,-3 4-119 0,-1 6-59 0,0 1 415 0,-6 4-229 0,-5 4-127 0,-5-2-60 93,0 1 160-93,-2-1-109 0,1 2-55 0,-7-1 2 0,4-5-33 0,0-2 0 0,1-1-24 0,1-3 0 16,3-4 0-16,0 1 9 0,7-9-10 0,3 1-43 0,4-3 44 0,1 0 0 0,0 0 0 0,5 0 9 0,9 0-9 0,6-3 37 0,3-1 0 0,2 1-37 0,3-1-1 0,5 1-55 0,-4 0 21 0,3 0 0 0,-1 3 34 0,0-2-90 16,2 1 40-16,3-4 21 0,-8 4-7 0,-2-1-106 47,-1 2 53-47,-4-3 32 0,-5 3-36 0,0-5 22 0,-8 3-1 0,-5 1-6 0,-3-3 58 0,0-4-1 0,-5-1-42 0,-9-3 172 0,-4-1-74 0,1-2-33 15,-3-3 0-15,1 1-34 0,-2-6 8 0,-2 0 13 16,4 1-14-16,2-1-201 0,0-2 97 0,3 4 52 15,3-1-82-15,-2-2 51 0,7 9 34 0,3 2-245 16,2 2 125-16,1 1 52 0,0 5 34 16,4-1-382-16,9 6 212 0,4 0 103 15,1 6 51-15</inkml:trace>
  <inkml:trace contextRef="#ctx0" brushRef="#br0" timeOffset="200813.93">19787 15626 1767 0,'0'3'0'0,"4"1"0"0,0 3 0 0,0-1 0 0,0 4 0 0,3 3 0 0,-1-2 0 0,2 7 163 0,2-4-62 0,0 9-24 0,1-2 108 0,-2 0-74 0,4-1-38 16,-3 1 1-16,-1-3-55 0,3-1 27 0,-4-4-9 0,0-4 0 0,-1-2 30 0,0-6-1 0,-1-1-29 0,2 0 111 0,-2-13-60 0,3-7-26 0,-1-5-43 15,2-5 18-15,2 0-1 0,1-6 10 0,0 0-72 0,1-1 32 0,2 1-1 32,0 0 32-32,1 2-479 0,2 0 234 0,-1 9 91 0,-2 4 64 0,3 5-694 15,-2 6 355-15</inkml:trace>
  <inkml:trace contextRef="#ctx0" brushRef="#br0" timeOffset="201002.78">20340 15558 1117 0,'0'4'0'0,"0"-3"0"0,-2 5 0 0,2-3 0 0,0 2 580 0,0-2-276 0,2 3-133 15,8-4-68-15,8 1 191 0,4 0-133 0,4-2-63 16,4-1-30-16,1 0-74 0,2 0 1 0,4 0 51 16,-4 0-530-16,-1 0 261 0,0-1 129 0,-4-2-666 31,-3-2 367-31,1-2 177 0</inkml:trace>
  <inkml:trace contextRef="#ctx0" brushRef="#br0" timeOffset="201223.77">20678 15365 1288 0,'-1'0'0'0,"-3"0"0"0,4 0 0 0,0 1 0 0,0 3 0 0,0-1 0 0,2 3 313 0,6 1-142 0,7 2-68 31,1 0-32-31,4 2 286 0,2 3-160 0,4-2-70 0,-4 2-17 0,3-1-38 0,0 2 1 0,0-1-105 15,1 2 44-15,-8-1-10 0,-4-2 34 0,-2 2-6 0,-6-1 7 0,-5 4-1 16,-1 2 9-16,-7-2-38 16,-13 2 30-16,-5 0-1 0,-5 0-14 0,-4-1-29 0,-6 3 7 0,4-5-7 15,-2 2-249 1,4-5 132 0,3 0 59-16,6-1-465 0,0-5 229 0,16-4 138 0,4-4 54 0,5 0-563 0</inkml:trace>
  <inkml:trace contextRef="#ctx0" brushRef="#br0" timeOffset="201475.92">21147 15569 1438 0,'2'5'0'0,"2"1"0"0,-1 1 0 0,2 1 0 0,-2 2-1 0,1 1 0 0,0 5 580 0,4 2-263 0,-1-2-144 0,3 2 72 0,4-2-104 16,3 1-52-16,5-1-4 93,4-1-16-93,0-7-8 0,6-5-24 0,-1-3-208 0,0 0 105 0,2-13 50 0,0-6 36 0,-8-6-9 0,-6-3 25 0,-2-1 0 0,-9-3-182 0,-1 1 48 0,-5-1 68 0,-2 3-131 0,-6 3 116 0,-10 1-20 0,-8 5 0 0,-2 2 287 0,-3 9-115 0,-1 6-49 0,-1 3-34 0,4 0 90 0,4 6-50 16,-5 6 12-16,9 5-5 16,5 3-471-16,0 2 206 0,4 2 109 15,4 3 51-15</inkml:trace>
  <inkml:trace contextRef="#ctx0" brushRef="#br0" timeOffset="202292.58">17894 16636 1019 0,'-8'-19'1'0,"2"8"0"0,1 3 1 0,2 5-1 0,1 1 0 0,-1 2 153 0,-4 0-49 0,0 9-38 16,-1 9 0-16,-1 6 32 0,-5 4-30 0,-2 2-9 16,-4 4 33-16,-2-2-55 0,-1 1 0 0,-1-2 0 15,0-3 77-15,-3-2-39 16,-1 0 9-16,5-9 75 0,4-7-62 0,4-5-30 0,5-1 0 16,3-4 129-16,3 0-70 0,4 0-50 15,6 0 1-15,12-4-57 0,7-1 16 0,6-3 10 16,3 1 48-16,2 2-29 31,1 3 0-31,0 0-29 0,-1-1-75 0,5 3 47 0,-8-1-9 0,-1 1 37 0,-2 0 0 0,-6 0 0 16,-1 0 0-16,0 0-137 0,-13 1 24 0,-4-1 51 15,-6 3-26-15,0-1-124 0,0-2 74 0,-5 0 43 0,-9-2 4 0,-5-8 62 16,-1-1-43-16,1-4 17 16,-1-2-85-16,1-1 37 0,4-2 5 0,0 1-102 15,3-2 66-15,3-1 34 0,4 3 1 0,0-4 61 16,5 5-35-16,0 2 1 0,7 2-9 0,10 0 219 15,10-3-107-15,4 3-66 0,7 6 142 0,8 1-75 16,2 6-44-16,0 1 0 0,4 0 86 0,2 0-21 16,-12 13-39-16,-2 3-51 0,-9 5 0 0,-6-1 25 15,-5 3 39-15,-6 4-58 0,-13-3-8 16,-1 2 24-16,-1 1 5 0,-13 0 81 0,-9-3-41 0,-1 3-15 16,-4-6 88-16,-1-4-55 15,-3 0-28-15,1-2-56 0,2-4 34 0,-3 3 17 16,8-8-15-16,4-3-358 0,4-3 174 0,5 0 86 15,4 0 44-15,3 0-641 0,4-14 319 16,11-6 127-16,12-5 87 0,5-3-502 16,5-5 286-16</inkml:trace>
  <inkml:trace contextRef="#ctx0" brushRef="#br0" timeOffset="202490.66">18494 16554 1053 0,'6'-14'0'0,"1"2"0"0,-5 6 0 0,0 4 0 0,-2 2 0 0,0 0 0 0,-8 3 591 0,-6 12-268 0,3 3-147 16,-5 5 426-16,4 4-282 0,-2 1-142 0,3-1-71 15,0 4 209-15,4-3-144 16,5 1-79-16,2-4-93 78,0 4-5-78,7-3 10 0,9 4-5 0,7-6 0 0,5-6 0 0,5 0 0 0,1-2 0 0,4-5 0 0,4-1 0 16,-6-7 0-16</inkml:trace>
  <inkml:trace contextRef="#ctx0" brushRef="#br0" timeOffset="202649.2">18900 16857 1677 0,'0'0'0'15,"0"0"0"-15,0-1 0 0,0-1 0 0,0 2 0 0,0 0 300 0,0 2-123 0,0 6-75 0,0 4 79 0,0 3-73 0,0 1-35 16,0 1 0-16,-6 3-241 16,1 1 99-16,1-2 52 15,-4 1-495-15,1 0 263 0,-3-2 131 0,0 0-543 0,2-5 316 0</inkml:trace>
  <inkml:trace contextRef="#ctx0" brushRef="#br0" timeOffset="203052.06">19299 16677 1958 0,'3'0'0'0,"2"0"0"0,-2-3 0 0,3 3 0 0,-2 0 0 0,-2 0 0 0,0 9 0 15,-2 4 192-15,0 4-78 0,0 3-29 0,-8 0 78 0,-1 6-62 0,-2 0-32 0,-3 4-117 16,-3-1 42-16,-5 5 10 0,0-8 33 0,-1 0-69 16,1-3 34-16,-1-4 0 15,3-4 35-15,-1 0 71 0,6-11-41 0,5 1 1 16,4-5 99-16,2 0-65 0,4 0-36 0,0 0 9 16,5-6 52-16,14-1-46 0,5 0 1 0,4 0 2 15,3 2-14-15,0 1-10 0,0 1-23 0,3 1-73 16,1 2 36-16,-1 0 0 0,5-3 47 0,-6 3-72 31,-2 0 32-31,-3 0-1 0,1-3-189 0,-5 2 104 0,0-5 24 0,-9 3-79 16,-6-1 47-16,-4-1 39 31,-3-2-4-31,-2-3 98 0,-2-3-50 0,-12 0 6 0,-5-2-41 0,-2-1 102 0,-2-5-40 0,-2 0 0 0,-1-5-35 0,1 2-57 16,2 2 35-16,4-2 0 0,0 4-11 0,5 0 0 31,-3-3 51-31,9 11-138 15,3 0 58-15,4 4 20 0,1-1 0 0,0 6-320 0,8 1 159 0,6 2 93 0,5 0 43 0,2 0-535 32,2 7 289-32</inkml:trace>
  <inkml:trace contextRef="#ctx0" brushRef="#br0" timeOffset="203398.74">19696 16598 1418 0,'0'0'0'15,"2"0"0"-15,-2 0 0 0,2 0 0 0,-1 0 0 0,1 0 101 0,2 0-31 0,3 6-1 0,0 1 437 0,2 1-234 16,3 3-109-16,0-1-67 0,1 4 11 16,2-2-36-16,1 1 1 31,1 0-256-31,0 2 119 0,-2-2 47 0,0 0-429 0,0-2 241 0,-2 0 122 0,-1-1 60 0,-1-1-297 0,-3-2 162 0,-2-3 1 15,2-1 70 1</inkml:trace>
  <inkml:trace contextRef="#ctx0" brushRef="#br0" timeOffset="203592.53">20051 16491 2414 0,'0'-4'0'0,"0"-1"0"0,0 0 0 0,0 2 0 0,2 1 0 0,0 0 0 0,-2 2 0 0,3 0 0 0,-2 10 0 0,-1 7 0 0,0 6 0 0,0 6 0 0,-6 8 410 0,-5 4-187 0,-1 6-84 0,-2 3 246 0,-4 7-174 0,-1 6-87 0,-2 5-99 0,1 1-99 0,-3 8 36 0,3-13 34 0,4-5-1 0,-1-2-550 0,4-8 296 0,1-5 148 16,0-1-632-16,6-16 358 0,3-10 174 0,0-7-306 16,3-6 240-16,0-4 120 0</inkml:trace>
  <inkml:trace contextRef="#ctx0" brushRef="#br0" timeOffset="203837.62">20235 16749 1753 0,'0'-6'0'0,"0"-1"0"0,-1 2 0 0,1 0 0 0,0 3 0 0,1 0 604 0,10 0-285 0,4 2-141 15,5 0-71-15,4 0 313 0,1 0-196 0,3 0-95 16,4 0-46-16,-2 0-15 0,4 0-32 0,2 0-26 16,-5 0-183-16,-2 0 86 15,-2 0 62-15,-2 0-541 0,-5 0 300 0,2 0 160 16,-8 0 67-16,-5 0-867 0,-1 0 431 0,-3 0 220 16</inkml:trace>
  <inkml:trace contextRef="#ctx0" brushRef="#br0" timeOffset="204083.48">20609 16578 1362 0,'-3'0'0'0,"0"0"0"0,2 0 0 0,-1 0 0 0,2 0 0 0,0 0 165 0,0 0-64 0,6 3 395 16,7 2-230-16,4 4-106 0,2-2-66 0,3 4 72 15,-1 0-65-15,2 5-32 0,2 2 8 0,-1-2-149 16,-2 2 53-16,-2 3 28 15,-4-1 0-15,-3 0-81 0,-3 6 63 0,-8-6 17 0,-2 1-60 0,-5 3 44 16,-14-2 0-16,-2-1-14 0,-5 0 4 0,0-5-12 16,-4-1 0-16,2-4-103 15,2-3 62-15,3-1 25 0,-1-2-3 0,10-5-373 16,3 0 193-16,4-3 97 0,7-8 48 0</inkml:trace>
  <inkml:trace contextRef="#ctx0" brushRef="#br0" timeOffset="204351.77">20969 16743 1434 0,'0'1'0'0,"0"2"0"0,0 2 0 0,0 0 0 0,2 1 0 0,0 1 288 0,-1 2-126 0,4 3 402 0,1 0-256 0,3 1-140 0,2 0-66 0,4-2 35 0,5 3-50 0,0-4-26 46,6 0 9-46,-3-5-62 0,6-5-1 0,-1 0 29 0,-2 0-1 0,1-10-155 79,-3-5 87-79,-6-2 30 0,-3-2-123 0,-8-1 81 0,-1 1 40 0,-6-2-56 0,0 1 12 0,-3 4 26 0,-13 3 0 0,-4 3 37 0,-4 3 1 0,0 2-64 0,0 4 15 0,1 1 184 15,0 0-68-15,3 4-41 0,2 8-1 0,0-1-215 0,5-2 99 0,1 5 41 0,5-3-647 0,3 4 324 0</inkml:trace>
  <inkml:trace contextRef="#ctx0" brushRef="#br0" timeOffset="206815.39">25147 14821 722 0,'0'-12'0'0,"-3"0"0"0,-2 2 0 0,-1-2 0 0,0-1 0 0,1 2 0 0,-4-3 260 31,2 3-111-31,-1 0-55 0,1-1 171 0,-5 0-104 0,5 4-65 0,-1 1 79 0,-2 3-68 0,0 3-34 0,1 1-1 0,-6 0 51 15,5 15-48-15,-4 10 1 0,0 6-38 0,4 7 56 16,-1 7-28-16,1 5 9 16,2-6-36-16,6 2 93 0,0-3-47 0,2-4 1 15,0-3-6-15,0 2 11 0,3-11-53 0,9-7-37 16,-1-6 37-16,5-6 1 0,2-6 0 0,-1-2-63 16,2-2 26-16,-2-18 1 0,5-7 35 0,-2-9-220 15,1-8 94-15,3-5 63 0,-2-2 0 0,-2-4-135 47,1-4 58-47,-1-3 49 0,-3-5-193 0,3-9 100 0,-7 4 36 0,-1 4 74 0,-5 1-3 0,-1 10 1 0,-5 15-1 0,-1 4 167 16,0 27-78-16,0 9-45 15,-9 2 1-15,2 13 324 0,-3 11-161 0,0 11-88 0,0 11-7 0,1 7 130 16,-2 3-48-16,5 5-61 0,2 7 171 0,4-8-118 16,0 1-55-16,0 0-86 0,1-2-7 15,8-3 0-15,8 7 0 0,2-21 0 16,4-7 0-16,3-7 0 31,2-10 0-31,-2-8 0 0,2-2 0 0,-6-8-20 0,-3-6 28 0,-2-11-194 0,-5-7 72 0,-1-2 58 0,3-7-35 0,-7 3 5 0,2-5 27 0,-2 0 33 16,1 1-13-16,0 2 0 15,2-3-9-15,-4 13 134 0,-2 5-60 0,-1 5-17 16,0 4 0-16,-1 5 196 0,0 2-94 0,0 1-39 16,-1 12-37-16,1 7 168 0,-1 5-203 0,4 0 0 15,2 3 0-15,0-6 0 16,1 3 0-16,7-4 0 0,-2 0 0 0,4-6 0 31,0 2 0-31,2-9 0 0,1-6 0 0,-1-1 0 0,1 0 0 0,-3-9 0 0,3-6-48 0,-8-3-21 16,1-5 33-16,-6 1-55 0,-1 2 35 0,-5-4-10 15,-1-3 66-15,0 3-7 0,-4-4-26 0,-7-1-9 16,-6-1 51-16,-2-4 0 0,-3 8-38 0,-1 2 97 125,-3 3-42-125,0 5-8 0,1 5-1 0,-3 2 214 0,5 7-132 0,3 2-99 0,2 0 0 0,4 6 0 0,5 5 0 0,0 1 0 0,9 2 0 78,0 2 0-47,11 1 0-31,9-1 0 0,2-3 0 0,5 2 0 0,5-6 0 0,1-3 0 0,4-2 0 0,-1-1 0 0,1-3 0 0,7 0 0 0,-7 0 0 0,-1-7 0 0,-3-4 0 0,-2 0 0 0,-7 0 0 0,-1 0 0 0,-9 3 0 0,-10-4 0 0,-3 5 0 0,-1-1 0 0,0-1 0 0,-3 0 0 0,-6 0 0 0,-3 3 0 0,1 1-121 0,3 0 23 0,-1 2 30 0,6-1-769 0,3 4 404 0</inkml:trace>
  <inkml:trace contextRef="#ctx0" brushRef="#br0" timeOffset="208602.19">27935 14925 734 0,'-3'-5'0'0,"1"1"0"0,-1 1 0 0,0-2 0 0,-1-2 0 0,-1 2 184 0,1-1-78 0,1 0-35 0,0-3 1 0,0 4 23 0,-3-4-29 0,2-1 10 0,0 2-39 0,-1-1 53 15,-4 0-27-15,4 0 1 0,-1 2 57 0,-2-1-32 0,-1 4-10 0,0 0 92 16,2 3-67-16,-3 1-33 15,0 0 0-15,-2 9 130 0,-2 11-86 0,2 7-39 16,-1 6 0-16,-1 6 125 0,1 6-73 0,3-2-50 16,4-2 34-16,3-4-37 0,3-1 0 0,0-4-37 15,0 1 43-15,8-13-9 0,6-6-34 0,3-6-50 16,3-8 26-16,2 0-1 0,4-4 34 0,0-20-190 16,2-5 90-16,-3-5 46 0,4-7-1 0,-3-2-347 15,4-8 158-15,-6 2 65 31,-3-4 59-31,-1-2-112 0,-3-4 44 0,-2-6 51 0,2-7-69 0,-10 9 66 0,0 1 27 0,-4 3-7 16,-1 3 0-16,0 13 35 0,-2 4-9 0,0 25 196 16,-7 8-93-16,-4 6-47 0,-2 1 0 0,1 20 318 15,-5 6-178-15,5 7-41 0,-3 9 188 0,5 1-112 16,-1 7-74-16,4 2-34 16,0 6 22-16,3-7-36 0,2 1 1 0,2 1 9 0,0-3-1 0,0-1-33 15,8 10 9-15,6-19-58 16,2-5 24-16,4-3 0 15,-2-7 25-15,1-5-180 0,1-3 99 0,-3-16 30 0,0-2-205 0,-3 0 100 0,-1-11 62 0,1-7 6 16,3-1-38-16,-5-5 13 16,1 2 28-16,-1 0-40 0,0 3 26 0,-1 0-26 15,-4 7 49-15,-1 3 109 16,0 2-55-16,-2 6-26 0,0 1-1 0,1 0 237 16,-4 11-120-16,1 7-43 0,-1 6 292 0,1-1-152 31,-1 5-90-31,2 1-27 0,3-2-86 0,3-1 0 0,-3-4 0 0,5 1 0 0,3-8 0 0,-3 2 0 0,5-8 0 15,-1-7 0-15,0-2 0 0,0 0 0 16,-1-8 0-16,1-6-96 0,-4-6-10 0,-2-4 23 16,-2 2-89-16,-1-4 54 0,-4-1 46 0,-1-4 1 15,-1 3 9-15,0-1 25 0,-5-1-1 0,-4 3 30 16,-3-3-1-16,-3 4-38 16,-1 6 10-16,-2 2 174 0,0 6-84 0,0 7-26 0,-1 2-27 0,0-1 312 15,6 4-155-15,3 0-51 0,3 5 58 0,1 2-164 16,5 4 0-16,1 2 0 0,0-2 0 0,13 0 0 15,4-2 0-15,6 0 0 16,4-5 0-16,7 2 0 16,1-6 0-16,2 0 0 0,5 0 0 0,-1 0 0 0,0-3 0 0,6-4 0 15,-12 2 0-15,-4-1 0 0,-2 0-234 0,-5 3-63 16,-7 0 131-16,2 0 46 0,-12 0-504 0,-2 3 293 16,-2-2 146-16,-1 0-521 0,-1 1 325 0</inkml:trace>
  <inkml:trace contextRef="#ctx0" brushRef="#br0" timeOffset="208807.93">29133 14364 1827 0,'3'-11'0'0,"0"3"0"0,2-4 0 0,-1 9 0 0,0 3 0 0,-3 0 0 0,1 0 0 0,-2 8 81 0,0 10 10 0,-5 5-54 0,-8 6 1136 0,-3 5-569 0,0 7-486 0,-1 1-255 0,-2 8-6 0,3-2 86 0,0 4 48 0</inkml:trace>
  <inkml:trace contextRef="#ctx0" brushRef="#br0" timeOffset="210496.47">29698 14442 1077 0,'0'-5'0'0,"0"-2"0"0,-2 2 0 0,2 5 0 0,0-3 0 0,0 3 588 0,0 0-280 0,0 0-135 15,3 6 283-15,5 3-210 0,-1 2-104 0,4-1-168 0,-3 1 26 0,6 0 1 16,-4 2 36-16,4-2-244 0,-2-1 122 0,2 1 71 15,-1-4 21-15,0-2-725 0,4-1 364 0,0-2 180 16,-1-2 92-16,7 0-576 0,-4-2 315 0,3-9 153 16,-2-2 79-16,0-2 38 15,-1 1 73-15,3-2 0 0,-8 7 0 0,-1-3 0 0,-3 6 0 0,-3-2 156 16,3 7-125-16,-7-1-29 0,-1 2-1 0,-2 0 264 16,0 11-71-16,-12 3-101 0,-1 7 69 0,-5 1 177 15,-5 3-150-15,-4 2-76 0,0 1 65 16,-5 1-70-16,-4 3-26 0,4-4-9 15,-3-3 155-15,2-1-95 0,1-2-48 0,5-3 315 16,1 0-172-16,9-9-100 0,6-3-45 0,6-4 139 16,5-2-92-16,0 2-46 0,4-3 9 0,13 0 38 15,5 0-131-15,6 0 0 0,1 0 0 0,3-3 0 16,1-1 0-16,-1 0 0 0,-2 0 0 0,-3 1 0 16,2-1 0-16,-3 0-209 0,-1 4-132 0,-5-3 182 15,-5 3 20-15,-5 0-487 0,-5 0 295 16,-5 8 147-16</inkml:trace>
  <inkml:trace contextRef="#ctx0" brushRef="#br0" timeOffset="210652.68">29687 14996 1162 0,'-5'0'0'0,"1"-1"0"0,3 0 0 0,1 1 0 0,0 0 0 0,1 0 0 0,12 0 0 0,3 0 648 15,4 0-296 32,1 0-162-47,2 0 14 0,-1-3-84 0,3 2-41 0,-1-2 0 0,2 0-33 0,-5 1-8 0,-2-1-1 0,-1-1 1 0,-1 1-1139 0,-3-2 548 0,-4 1 273 0</inkml:trace>
  <inkml:trace contextRef="#ctx0" brushRef="#br0" timeOffset="210879.21">29890 14816 1607 0,'-11'3'0'0,"2"1"0"16,-1 3 0-16,0 3 0 0,3 3 0 0,-2 6 0 0,1 1 0 0,-5 4 300 0,-2 8-122 0,1-1-74 0,-3-2 102 0,-2 1-84 0,-1 1-43 15,1-5 1-15,-1 0-380 16,8-9 164-16,4-4 87 94,5-6 43-94,3-4-656 0,0-3 339 0</inkml:trace>
  <inkml:trace contextRef="#ctx0" brushRef="#br0" timeOffset="210930.61">29807 15025 1137 0,'4'-3'0'0,"1"1"0"0,5 0 0 0,-3-1 0 0,2 3 0 0,-1 0 0 0,5 0 445 0,0 5-203 0,1 2-94 0,2 3-59 0,3 2 162 0,-1 1-106 0,2-2-54 0,1 4-85 0,-2-1-10 0,1-3 41 0,0-2 1 0,-1 2-471 0,1-6 236 0,6 2 126 0,-7-7-667 0,3 0 376 0</inkml:trace>
  <inkml:trace contextRef="#ctx0" brushRef="#br0" timeOffset="211107.34">30693 14417 1594 0,'-7'-5'0'0,"-2"0"0"0,1 3 0 0,-4 2 0 0,-6 0 351 0,-3 12-162 0,-6 7-76 0,-7 4 153 0,-5 4-114 0,0 3-58 0,-6 4-19 0,3-5-9 0,6 1 0 0,2-2-29 0,5-3 0 0,7-2-512 16,6 0 266-16,14-9 118 0,2-3-817 0</inkml:trace>
  <inkml:trace contextRef="#ctx0" brushRef="#br0" timeOffset="211496.34">30566 14655 995 0,'0'0'0'0,"0"0"0"0,0 0 0 0,0 0 0 0,0 0 0 0,0 2 242 0,0 3-103 16,-7 1-51-16,-1 5-25 0,-5 3 251 0,-5 2-130 31,2 2-78-31,-5 3-23 0,-1-1 0 0,-1 2-47 0,0-3 1 0,-4 2-55 16,7-5 23-16,4-4 0 15,3-2-39-15,4-3 36 0,5-4-1 0,1 0 45 0,3-3-111 0,2 0 50 16,10 0 9-16,7-1-142 0,3-7 62 0,2 0 47 16,-1 2-3-16,3-1-175 0,0 1 91 15,-2-2 52-15,-1 3 13 0,4-2-52 0,-5 3 34 0,-2-1 1 32,-5 1 118-32,1 1-38 0,-6 3 0 0,3 0-48 15,-10 0 251-15,-3 0-119 0,0 3-53 0,-10 7 336 0,-6 1-171 0,-8 4-95 16,-2 1-11-16,-4 3 130 0,-2-1-92 0,-3 0-47 47,2 0-23-47,-2 1 25 0,10-2-9 0,2-3-39 0,4-1 51 0,3-2-25 0,4-2-1 0,4 2-16 0,8-5-81 0,0 0 35 15,7-4 1-15,8 0-101 0,6-2 68 0,2 0 44 16,3 0-13-16,0 0-313 0,3-2 145 0,-3-2 86 16,1-1 14-16,-3 0-423 0,-2 1 228 0,0-1 114 15,-2 1-167-15,-1 0 140 0,2-2 61 0,-5 6 45 16,-1-5-343-16</inkml:trace>
  <inkml:trace contextRef="#ctx0" brushRef="#br0" timeOffset="211688.6">30713 14955 742 0,'3'-8'0'0,"2"1"0"0,-1-1 0 0,1 1 0 0,-3 2 0 0,2 1 0 0,1 4 0 0,-2-3 25 0,0 3-25 0,-1 0 0 0,0 0 593 0,-1 0-277 0,1 7-140 0,-1 3 350 0,2 3-88 0,-1 0-204 16,-1 3-99-16,1 0-396 0,-1 0 149 0,2 0 74 15,-1 2 47-15,-2-2-645 0,2-1 337 0,-1-1 133 16,-1 0-343-16</inkml:trace>
  <inkml:trace contextRef="#ctx0" brushRef="#br0" timeOffset="211944.79">30589 15107 1446 0,'-13'0'0'0,"3"0"0"0,2 0 0 0,-1 4 0 0,5 6 0 0,3 3 206 0,-1 4-85 0,2 1-42 0,0 3 456 0,0 2-241 0,0 1-132 16,0 1-63-16,0-3 45 0,3 2-53 0,1 0-18 15,-1-6-9-15,2-2-250 0,-4 0 112 0,0-6 55 16,-1-2-302-16,0 1 188 0,0-6 80 0,0-3 45 16,-4 0-158-16,-6 0 24 0,3-10 74 0,-5-1-196 15,1-4 118-15,-1 0 55 0,2-3 27 0,-4 2 58 16,2-3 0-16,-2-1-40 109,1 7 9-109,-2 0 118 0,1 2-58 0,0 5-31 0,-2 1 255 0,-4 2-123 0,5 3-70 0,-3 0 3 0,4 8-33 0,1 5 39 0,1 2-28 0,-1 0-84 0,7 2 33 0,3 1 29 16,3-4 16-16</inkml:trace>
  <inkml:trace contextRef="#ctx0" brushRef="#br0" timeOffset="212033.4">30758 15273 1763 0,'0'0'0'15,"0"0"0"-15,0 2 0 0,2-1 0 0,1 8 0 0,1 0 0 0,-2 2 0 0,1 1 0 0,2 0 231 0,-4-1-102 0,2-1-47 0,0-1-437 0,0 0 172 16,1-2 86-16,5-3-677 0</inkml:trace>
  <inkml:trace contextRef="#ctx0" brushRef="#br0" timeOffset="212214.42">31244 14578 1797 0,'22'-11'0'0,"2"2"0"0,6 6 0 0,6 3 0 0,0 0 0 0,3 10 0 0,-10 3 158 0,-2 6-62 0,-5 4-29 16,-5 7 426-16,-9 3-228 0,-3 10-106 0,-5-1 49 15,-5 5-86-15,-17 1-43 0,-1 2 0 0,0 0-534 16,-2 7 254-16,6-11 114 16,5-3 61-16,1 2-438 0</inkml:trace>
  <inkml:trace contextRef="#ctx0" brushRef="#br0" timeOffset="212331.41">31408 15467 2862 0,'-11'5'0'0,"2"5"0"15,3 0 0-15,-1 5 0 0,-3-3 0 0,3 2 0 0,-1-2 307 0,4 0-136 0,2-3-67 0,2-3-80 0,0-3 21 16,0-3-9-16,0 0-1273 0</inkml:trace>
  <inkml:trace contextRef="#ctx0" brushRef="#br0" timeOffset="-210732.2">27722 4233 130 0,'0'-10'0'0,"0"2"0"0,1 0 0 0,1-1 0 0,-2 3 0 0,1-3 0 0,2 1 151 0,0 1-62 46,-2 2-28-46,1-1 58 0,-1-1-39 0,1 5 1 0,0-6-28 0,0 5 64 0,-1 3-37 0,4-5 0 0,-4 3-37 0,2 2 92 0,-1 0-52 0,1 0 1 16,-1 0 52-16,-2 7-47 0,3 7 0 0,-2 6-36 0,-1 1 18 0,0 10 0 16,-1 2-29-16,-7 4-51 15,-3 3 0-15,1 4 62 0,-1-3-10 0,2 1-124 47,-1-1 61-47,0 1 32 0,1-1 0 0,2 0-239 0,1-11 121 0,1-4 38 0,2-5-208 0,2-6 114 0,1-7 71 0,0 1-117 0,0-9 89 0,0 0 33 16,0-12 0-16,4-5-95 0,6-7 69 0</inkml:trace>
  <inkml:trace contextRef="#ctx0" brushRef="#br0" timeOffset="-210510.81">27913 4228 868 0,'0'-10'0'0,"0"3"0"0,0 3 0 0,0-2-1 0,0 4 1 0,0 1-1 0,0 0 317 0,0 1-143 0,0 4-65 16,0 10 193-16,0 5-129 15,0 5-65-15,-3 7-22 0,-2 2 50 0,-2 4-46 0,1 0 1 0,-2 2-82 16,-2 3 1-16,0 5 44 0,2-8-11 0,-2 0-158 16,0 1 79-16,2-4 40 0,-3 3 8 0,4-10-242 15,2-5 87-15,-1-6 83 16,4-7-351-16,1-3 160 0,1-3 63 0,0-5-133 16,0 0 140-16,2-13 70 0,8-5 35 0,0-5-99 15</inkml:trace>
  <inkml:trace contextRef="#ctx0" brushRef="#br0" timeOffset="-210323.28">28081 4361 611 0,'0'0'0'0,"0"2"0"0,0-2 0 0,0 3 0 0,0 2 197 16,0 5-78-16,0 3-39 16,-3 6 9-16,-5 9 231 0,-1 3-141 0,-2 8-70 0,0 2 27 0,-3 3-49 15,0 6 10-15,2-8-177 0,2 0 59 0,1-5 30 16,-1-2 1-16,6-5-266 0,-1 2 159 0,3-15 63 47,2-3 37-47,0-8-199 0,0-3 63 0,0-3 71 0,2 0-57 0,6-3-274 0,4-14 176 0</inkml:trace>
  <inkml:trace contextRef="#ctx0" brushRef="#br0" timeOffset="-210172.14">28199 4513 1206 0,'0'0'0'0,"0"0"0"0,0 0 0 0,0 3 0 0,1 1 0 0,-1 3 0 15,0 4 300-15,0 6-130 0,0 0-65 0,0 10 74 0,0-1-74 0,-4 4-32 0,-5 6-1 0,1-1-326 0,-4 3 147 0,2 4 84 16,-4-5 27-16</inkml:trace>
  <inkml:trace contextRef="#ctx0" brushRef="#br0" timeOffset="-209122.2">22451 4550 478 0,'0'0'0'0,"0"0"0"0,0 0 0 0,-2 0 0 0,2 0 293 0,-2-1-116 0,2 0-73 0,-2 1-32 0,1 0 0 0,1 0-32 0,-2 0 1 0,1 0 9 0,-1 0 195 0,-1 1-103 0,-1 9-53 0,1 3 5 0,-3 2-28 0,-5 9 11 0,0 2-38 0,-5 8-49 0,-2 5 49 0,-5 5 0 0,-3 4-82 0,-3 5 52 0,0-6-11 0,4 0 42 0,0-5-178 0,3-8 86 0,3-7 22 16,5-1 34-16,8-17-236 0,1-5 115 0,5-4 32 15,0 0-283-15,0-4 145 0,11-10 97 0,3-5-80 16,7-3 83-16</inkml:trace>
  <inkml:trace contextRef="#ctx0" brushRef="#br0" timeOffset="-208907.84">22610 4563 585 0,'0'-6'0'0,"0"-2"0"0,2 2 0 0,-1 4 0 0,1-1 0 0,-1 1 380 15,1 2-172-15,-2 0-76 0,0 5-52 0,0 9 216 16,0 6-130-16,-8 4-63 0,-4 7-6 0,-2 5-19 15,-3 0-10-15,1 3-29 0,-5 4-74 0,-1 2 38 16,1 3-1-16,-7 5-8 31,1-5 18-31,3-1-1 0,1-4 29 0,3-4-273 0,5-8 137 0,3-2 24 0,10-14 44 0,2-12-43 16,0-3 39-16,8-1-64 0,9-16-331 0,2-8-94 16</inkml:trace>
  <inkml:trace contextRef="#ctx0" brushRef="#br0" timeOffset="-208742.64">22769 4673 965 0,'0'1'0'0,"0"-1"0"0,0 4 0 0,-3 0-1 0,-4 6 1 0,1 4 347 0,-7 6-154 0,-2 5-77 0,-3 8-40 0,-6 4 84 0,-2 9-52 0,2-5-39 0,1 0-1 0,-1-4-126 0,5-3 49 0,6-4-1 0,0-1-293 0,8-13 166 0,5-4 88 0,0-8-468 0,0-4 259 0,7 0 129 0</inkml:trace>
  <inkml:trace contextRef="#ctx0" brushRef="#br0" timeOffset="-208595.04">22802 4845 1063 0,'0'0'0'0,"0"2"0"0,0-1 0 0,-2 4 0 0,0-2 0 0,-2 6 0 0,-1 3 226 15,-5 3-84-15,2 6-56 0,-5 6 0 0,-1 4 282 16,-2 2-165-16,0 6-82 0,-2 0-110 0,3-4-10 15,0-2 38-15,5-4-638 0,1-2 319 0</inkml:trace>
  <inkml:trace contextRef="#ctx0" brushRef="#br0" timeOffset="77387.78">23006 3692 346 0,'-5'-5'0'0,"0"-2"0"0,-5-3 0 0</inkml:trace>
  <inkml:trace contextRef="#ctx0" brushRef="#br0" timeOffset="93013.46">23007 3553 831 0,'-17'-12'0'15,"8"8"0"-15,14 5 0 0,9 9 0 0,-38-24 0 0,26 14 0 0,-5-3 0 0,1 1 180 0,2 2-75 16,0 0-32-16,0 0 0 0,0 0 17 0,0 0-49 0,3 0 10 0,5 0-11 15,2 0 23-15,0 0-22 0,1 5-1 47,2-5 18-47,1 4-7 0,1-1-11 0,1 2-6 0,3-3 7 0,1 1-1 0,2-1 1 0,4 0-24 0,1 0-10 0,1-1 33 0,4 0 1 0,3-1-39 16,2 0 36-16,8 0 0 0,-7 0-2 0,2 0-23 16,-1 0 21-16,-2 0-7 0,1 0 13 15,3 0-3-15,-10 0-6 0,-1 0-11 16,-1 1 10-16,-1 2 3 94,5-2 5-94,-10-1-20 15,1 0 13-15,0 0 3 0,-3 0-3 0,2 0 21 0,2 0-13 0,-4 0-9 0,-4 0 2 0,3 0-1 0,-2 0 0 0,1 0 3 0,2 2-72 0,-6-2 28 0,2 2-1 0,-1 0 0 0,1-2 34 0,-4 0-5 0,7 0 8 0,-5 0-40 0,2 0 0 0,-2 0 25 0,1 0 4 16,1 0-4-16,2 0 5 0,-3 0-8 0,0 0 4 0,0 0 45 0,2 0-44 0,-1 0 2 0,4 0 32 0,-5 0-3 15,3 0-29-15,-2 0-24 0,2 0 26 0,1 0 2 16,0 0 4-16,-1 0-14 0,-1-2 9 0,0 2 3 16,0 0-2-16,1 0-37 0,3 0 5 0,-4 0 27 15,1 0 2-15,0-2-48 0,-1 2 44 0,1-2-8 16,5 1 21-16,-6-2-16 16,0 2 0-16,2 0-7 0,-1 0 12 0,-1-1-5 0,5 2 5 15,-5-2-19-15,2 2 15 0,0 0-1 16,-1 0 1-16,3 0-23 0,2 0 26 0,-4 0-3 0,0 0-1 15,5 0-48-15,-4 0 42 0,6 0 5 16,-7-2-39-16,3 0 34 0,-1 1-5 0,0-1-12 16,3-1 14-16,3 0 1 15,-5 0-2-15,2 0 26 16,-2 0-25-16,3 1 0 0,-1 2 0 16,5-3 33-16,-4 2-30 0,0-1-2 0,2 1 4 0,0 1 28 0,-1-2 4 0,8 2-30 0,-8-3 27 15,1 3-26-15,-1 0 6 0,1 0 34 16,-1 0-34-16,7-1 1 0,-8 1 2 0,1 0-24 15,-2 0 21-15,2 0-1 0,0 0 0 0,2-3 26 16,-5 3-26-16,1 0 0 63,-1 0 0-63,2 0 8 0,0-1-7 15,4-1 3-15,-4 1-17 0,-3-3 14 0,3 4 0 0,-1 0-18 0,0-3 16 0,6 1 4 0,-8 1-1 0,-1 1-39 0,2-1 35 0,-1-2 1 0,0 3-2 0,4 0-31 0,-7 0 27 0,0 0 3 0,2 0-5 0,-2 0-17 0,2-2 17 16,1 2 1-16,-4 0 13 15,1-1-12-15,0 1-4 32,-1-1 4-32,3-2 1 0,2 3 1 15,-4-3-3-15,-1 2-11 0,4-1 10 0,-2 1 1 0,-2-2 1 0,6 2-26 0,-6-1 24 0,-2 1 0 0,2-2 0 0,-2 3-23 0,5 0 22 16,-5 0-3-16,-4 0-1 0,4 0-1 0,0 0 3 16,-1 0-4-16,4 0 25 0,-4 0-21 15,1 0 0-15,-1 0 1 0,0 0-1 0,2-3 1 16,4 3 1-16,-5 0 7 0,4-2-8 0,-4 2 2 15,2-2-2-15,1 1-8 0,5 0 10 0,-8 1-2 16,1-3-2-16,1 1 2 0,-3 1-1 0,3-1 20 16,4 0-19-16,-9 0-1 0,5-1 0 0,-3 1-8 15,2-1 9-15,-2 0 1 0,4 0 0 0,-4 1-16 16,-1-2 15-16,-2 4-1 16,3-3 1-16,-3 3-56 31,2-2 26-31,-3 0-2 0,-2 1-112 0,-4 1 62 0,0 0 35 0,0 0-389 0,-2-3 189 0,-2 3 106 0,-2 0 49 0,0 0-322 0</inkml:trace>
  <inkml:trace contextRef="#ctx0" brushRef="#br0" timeOffset="-202253.51">23883 16029 1867 0,'-11'0'0'0,"17"0"0"0,-15 0 0 0,8 3 0 0,1 5 0 0,1 3 0 0,-2-18 0 0,15 21 189 0,1-8-67 0,7 0 319 16,3-4-202-16,4 1-100 0,6-3-51 0,-2 0 80 16,6 0-55-16,0 0-42 0,0-3-1 15,-2-4-90-15,1 3 28 0,-3-2 1 16,2 0 38-16,-11 3-9 0,-6 1 0 0,-1-1 0 16,-7 2-545-16,-7 1 230 0,4 0 156 0,-9 0-617 0,0 0 350 0,-9 0 175 15,-2 4 88-15</inkml:trace>
  <inkml:trace contextRef="#ctx0" brushRef="#br0" timeOffset="-202092.54">23955 16177 1412 0,'-31'17'0'0,"9"2"0"0,33-28 0 0,-30 30 0 0,63-60 0 0,-100 96 0 0,62-67 0 0,-14 29 418 0,8-14-190 0,0 4-95 15,0-2-415-15,8 1 160 0,5-3 90 0,3 0-697 16,5-1 346-16</inkml:trace>
  <inkml:trace contextRef="#ctx0" brushRef="#br0" timeOffset="-201759.59">24260 16211 840 0,'0'0'0'16,"0"1"0"-16,0-1 0 0,0-1 0 0,0 2 0 0,0 0 0 0,0 1 502 0,0 1-232 0,0-1-116 0,0 3 130 15,-1 2-113 1,-5 1-72-16,1 2-78 0,-7 1 17 0,-1 5 0 0,-4 1 0 0,-5 1-74 16,-5 2 32-16,-4 0 0 0,-3 1 42 0,-5-2-38 15,-1-3-1-15,-8 2 48 0,7-8-9 0,2-1-48 16,1-6-17-16,2-2 26 16,10-1 29-16,-3 0-11 93,16 0-17-93,5 0 145 0,7 0-60 0,1-1-33 0,0-2 15 0,0 1 18 16,12-1-22-16,10 1 0 0,3-2-22 0,8 3-3 0,2-3 0 0,8 1 9 0,-2 1 112 0,1-1-60 0,4-2-31 0,-2 1 0 0,-1 2 15 0,7-4 9 0,-10 6-54 0,-1-4-404 0,-4 3 201 0,-3-1 102 0,2 2 39 0,-13 0-584 0,-6 0 272 0,-4 0 155 0,-6 0 43 0,-3 3-333 0,-2-1 207 0,0-2 118 16,-15 0-68-16,0 0 89 15,-2-2 43-15,0-6 0 0</inkml:trace>
  <inkml:trace contextRef="#ctx0" brushRef="#br0" timeOffset="-201589.46">24097 16088 1277 0,'-17'3'0'0,"7"6"0"0,15-15 0 0,10 3 0 0,-44 36 0 0,32-46 0 0,-6 47 135 16,3-8-49-16,0 9 480 0,0 4-264 0,3 7-132 0,6 8-57 0,-3 0 168 16,1-1-122-16,-1 3-61 0,0-3-30 0,-4-2-252 15,3 3 121-15,-4-15 45 31,1 0 28-15,-2-4-452-16,0-2 240 0,0-2 120 0,0 0-218 0,0-14 76 0,0-8 113 0,0-6-531 0</inkml:trace>
  <inkml:trace contextRef="#ctx0" brushRef="#br0" timeOffset="-201425.52">24578 16031 1008 0,'10'-9'0'0,"-6"7"0"0,-2 2 0 0,-12 7 0 0,17-14 0 0,-4 16 575 0,-5 6-274 15,-10 2-131-15,-2 4 278 0,0 2-205 16,-2 2-103-16,-1 2-41 0,-1-4-280 0,2 5 110 16,0-3 54-16,2-1-679 0,0 0 362 0,3-3 188 15,5-6 83-15,4-6-399 0</inkml:trace>
  <inkml:trace contextRef="#ctx0" brushRef="#br0" timeOffset="-201257.86">24673 16170 750 0,'4'0'0'0,"2"0"0"0,-2 0 0 0,0 0 0 0,-3 0 329 0,-1 2-145 0,0 6-74 16,0 6-36-16,-6 1 541 0,-5 5-294 0,-3 3-142 16,-2 3 86-16,-2 1-114 15,-1 5-56-15,-3 4-20 0,2-9-342 0,2 1 153 16,2-5 75-16,3-2-683 0,1-6 378 0,4 1 200 16,6-13 85-16,2-3-682 15</inkml:trace>
  <inkml:trace contextRef="#ctx0" brushRef="#br0" timeOffset="-201013.8">24616 16393 1328 0,'7'-3'0'0,"8"-2"0"0,-3 5 0 15,-5 12 286-15</inkml:trace>
  <inkml:trace contextRef="#ctx0" brushRef="#br0" timeOffset="-195055.76">24622 16408 1196 0,'0'-4'0'0,"-3"2"0"0</inkml:trace>
  <inkml:trace contextRef="#ctx0" brushRef="#br0" timeOffset="-182331.57">24687 16418 754 0,'-4'0'0'0</inkml:trace>
  <inkml:trace contextRef="#ctx0" brushRef="#br0" timeOffset="-166050.67">24694 16397 757 0,'-2'0'0'0,"1"-2"0"0,-3-1 0 0,1 1 0 0,2-1 0 0,-3 3 0 0,4-2 0 0,-2 2 273 0,2 0-118 0,0 0-58 16,0 0-29-16,0 7 174 0,0 1-106 0,0 4-49 15,2 4 80-15,2 4-65 0,-1 1-32 0,0 4 16 16,-1 1-9-16,-1 2-39 0,0 3 0 0,0 1-25 15,-1-2 0-15,0 6 35 16,0-9-10-16,0 0-44 16,0-3 0-1,0-5 44-15,0-2 0 0,-1 1-19 0,0-9-17 0,0-4 35 0,-1-4-67 0,0-1 28 0,1 0-19 0,-1-1-84 0,1-13 53 0,1-4 33 16,0-5-9-16,0-2-69 0,0-4 44 0,0-4 27 16,0 0 0-16,0 0-215 15,1-1 90-15,2 1 62 0,1 2-2 0,-2-3-2 94,-1 9 9-78,5 1 46-16,-5 5 155 0,1 4-78 0,-1 2-38 0,1 1 251 0,-1 10-128 0,1-1-74 0,-2 3-10 0,0 6 201 0,0 10-91 0,0 4-68 0,0 8 10 0,0 1 31 0,0 2-43 0,0 2 1 0,0 0 14 0,0-1-33 0,0-3 0 0,0-2-24 0,0-3-32 0,0 0-9 0,-2 1 51 0,2-8-55 0,0-3 1 0,0-2 44 15,0-3 0-15,0-4-78 0,0-1 43 0,0-4-8 16,0 0 8-16,0 0-33 0,0-9 11 0,0-5 0 15,0-2-179-15,0-4 99 0,0-2 35 0,0 0 29 16,0-2-336-16,0 0 170 0,0-1 58 0,2 3-173 16,-2 4 139-16,0 0 69 0,2 4 35 0,-2 2-287 15,0-1 151-15</inkml:trace>
  <inkml:trace contextRef="#ctx0" brushRef="#br0" timeOffset="-165746.59">24898 16111 3273 0,'-13'0'0'0,"2"0"0"0,2 0 0 0,3 0 0 0,-1-2 0 0,5 2 0 0,2 0 0 0,0 0 0 0,2 0 0 0,9 0 0 0,5 0 0 0,3-3 0 0,2 2 194 0,3 0-77 0,2-1-40 0,-2-1-306 0,2 1 144 16,-3 0 58-16,1 1-259 0,-5 1 163 0,-1 0 81 15,-3 0 40-15,4 0-842 0,-9 0 422 0</inkml:trace>
  <inkml:trace contextRef="#ctx0" brushRef="#br0" timeOffset="-165406.12">24882 16290 2616 0,'-22'5'0'0,"2"4"0"0,10-1 0 0,4-3 0 0,5 0 0 0,1 0 0 0,1-1 0 0,12-1 0 0,9-1 0 0,4-2 309 0,4 0-135 0,1 0-67 15,5 0 41-15,-2 0-59 16,-1-4-24-16,-3 1-507 0,-1 0 240 0,-2-1 121 0,4 4 70 0,-11-3-266 15,-3 1 158-15,-6 2 79 0,-2 0 40 0,-7 0-652 16,-1 0 271-16,-1 0 175 16,-13 5 5-16,-6-2 81 0,-2 1 40 0,1-1 1 31,-3 4 216-31,3-2-83 16,2 2-47-16,2 0 388 0,4 4-218 0,0-2-107 0,2 5-65 0,6-2 432 0,2 5-170 0,2 2-120 0,0 1-25 0,0 3 52 31,0 9-57-31,4-2-45 15,5 3 149-15,-3 1-91 0,2 0-45 0,-4 1-1 0,-2 4 51 0,0-9-53 0,-2-1 0 0,0-3 38 47,-11-5-40-47,-3-1 0 0,-6-2-46 0,1-11-34 0,-6-2 0 0,1-5 0 0,0-2 0 0,1-10 0 0,-2-7 0 0,8-4 0 0,5-3-296 0,3-6 93 16,6-3 80-16,3-5 69 0,0-6-837 0,9 3 430 16</inkml:trace>
  <inkml:trace contextRef="#ctx0" brushRef="#br0" timeOffset="-165245.61">25297 16286 2591 0,'7'5'0'16,"-3"2"0"-16,2 0 0 0,-2 4 0 0,0 4 0 0,-1 0 0 0,-3 8 0 0,2 0 0 0,-2 3 771 0,0 1-366 0,0 5-241 0,0-1-164 0,-2 3 0 0,2-5 0 0,-3-2 0 0,3-5-147 0,-2-2 22 0,2-5 83 0,0 0-881 15,0-12 477-15,0-3 242 0,0-1 122 0</inkml:trace>
  <inkml:trace contextRef="#ctx0" brushRef="#br0" timeOffset="-165025.75">25354 16113 2931 0,'5'-16'0'0,"1"5"0"0,5 2 0 0,3 2 0 0,6 1 0 0,7 0 0 0,7 4 0 0,2 1 0 0,7 1 0 0,2 0 0 0,2 3 0 0,-1 14 0 0,3 2 386 0,-11 3-178 0,-5 3-84 0,-2 5 57 0,-6 1-80 16,-5 4-101-16,-1 9 0 0,-10-3 0 0,-8 2 0 0,-1 4 0 0,-5 3 0 0,-8-1 0 0,-1 6 0 0,-1-10 0 0,5-2 0 0,-3-5 0 0,3-3 0 0,0-1 0 0,4-16-392 0,0-6 19 0,0-5 130 47,2-4-630-47,0-3 417 0,-5 0 199 0,2-16 113 0</inkml:trace>
  <inkml:trace contextRef="#ctx0" brushRef="#br0" timeOffset="-164856.96">25573 16263 2572 0,'-10'-3'0'0,"2"0"0"0,-1 3 0 0,0 0 0 0,5 9 0 0,1 6 0 15,0 5 0-15,0 4 0 0,-3 2 291 0,5-1-130 0,1 3-62 0,0-1-88 0,0 1-1 0,0-4 29 16,0 1 7-16,1-9-539 47,5-2 265-47,2-7 133 0,0-7-681 0,5 0 387 15,-1-5 192-15,-1-17-348 0</inkml:trace>
  <inkml:trace contextRef="#ctx0" brushRef="#br0" timeOffset="-164758.95">25680 16250 1281 0,'5'-10'0'0,"-1"-1"0"0,0 2 0 0,3 7 0 0,-4 2 0 0,-1 0 0 0,-1 4 0 0,-1 10 272 0,0 4-107 0,0-1-68 47,0 5 278-47,0 1-168 15,0-2-84-15,0 5-308 0,0-5 108 0,0-1 57 0,0 0 30 0,-1 1 0 0,1-1 29 0,-2 1 10 0</inkml:trace>
  <inkml:trace contextRef="#ctx0" brushRef="#br0" timeOffset="-164621.92">25532 16589 1155 0,'-19'6'0'0,"0"1"0"16,5 2 0-16,3-3 0 0,4 1 0 0,5-2 594 0,2-3-277 0,0 5-130 15,1-4-79-15,15 1 210 0,8-1-139 0,5-3-70 0,6 0 256 0,6 0-154 16,0 0-90-16,1 0-41 0,3-3-404 0,1-5 181 16,1-2 91-16,8 0-713 0,-8-1 397 0,1-2 204 15,-1-2 101-15</inkml:trace>
  <inkml:trace contextRef="#ctx0" brushRef="#br0" timeOffset="-164305.38">26480 16040 2606 0,'3'0'-1'0,"-3"0"0"0,1 0 0 0,-1 0 0 0,3 4 1 0,-3 8-1 0,0 7 0 0,0 3 1 0,0 8 329 0,-9 1-151 0,2 5-100 15,-3 3 1-15,-1 1-41 16,-1-2 0-16,-4 3-374 0,3-11 182 0,0-4 97 0,-3-6 47 0,-1-5-461 15,0-5 264-15,2-10 118 0,3 0 64 0,-5-4-475 16,9-12 230-16,-2-6 116 0,4 1 149 0,6 0 9 16,0 3-43-16,0-1 0 0,6 6 187 0,7 2-94 15,4 1-56-15,0 6 435 16,5 3-236-16,1 1-56 0,0 0-80 0,0 5 379 16,5 7-190-16,-7 3-111 0,1 1-50 0,-3 1-22 15,0 5 1-15,-7 2-29 31,4 0-242-31,-12-3 116 0,-2 0 63 0,-2-2 32 0,-2-4-420 0,-9-4 195 0,-5-3 127 0,-2-8-303 0,-3 0 185 0,-1 0 40 47,-2-6 64-47,2-8-377 0</inkml:trace>
  <inkml:trace contextRef="#ctx0" brushRef="#br0" timeOffset="-163972.99">26158 16153 1263 0,'-9'-6'0'0,"3"0"0"0,1 3 0 0,2 1 0 0,3 2 0 0,0 0 0 0,0 0 0 0,0 7 0 0,3 3 310 0,3 3-136 0,0 1-67 15,0 4 85-15,-1-1-82 16,-2 4-35-16,-1-3-30 0,0 5-6 0,-2 1 9 0,0-3-9 0,0 2 55 16,-4 2-27-16,-2 0-1 0,-3 0-27 15,0 3 52-15,0-7-10 0,3 1-43 0,0 0 1 0,2-2 98 16,4 1-48-16,0 3-7 16,0-7 8-16,3 0-25 93,4 0-1-93,2-1-218 0,1 0 97 0,2 0 57 0,-4-3-9 0,-1-1 47 0,-1-3 1 0,-3-1 0 0,0 0-1 0,-3 1-531 0,-3-8 219 0,-8 0 126 0,-7-1 21 0,-1 0 126 0,-3-2-18 0,-4-7-30 0,0-2 286 0,3 2-136 0,1 1-66 0,2 1 431 0,5 1-212 0,1 1-117 0,6 3-13 0,6 1 166 0,2 1-270 0,2 0-20 16,18 5 0-16,3 4 0 16,13 3 0-16,5 0 0 0,10-2 0 0,5 0 0 15,2-3 0-15,9 0 0 0,-2-4 0 0,1-1 0 16,2-2 0-16,-2 0-932 0,-1 0 401 0,2-2 237 15,-18-7 130-15</inkml:trace>
  <inkml:trace contextRef="#ctx0" brushRef="#br0" timeOffset="-163793.85">26714 16150 2416 0,'-5'-2'0'0,"3"1"0"0,2-1 0 0,6 2 0 0,14 0 0 0,8 0 0 0,5 0 0 0,6 0 0 0,5 0 167 0,10-4-64 0,2-1-153 0,5-4 54 0,-10 1-10 0,-7 2 44 0,-6 4-648 0,-11 0 312 0,-9 2 155 0,-4 0 82 0,-14 4-574 0,-12 10 298 0,-17-2 150 16</inkml:trace>
  <inkml:trace contextRef="#ctx0" brushRef="#br0" timeOffset="-163645.85">26843 16271 1051 0,'-45'19'0'15,"-1"-4"0"-15,18-1 0 0,9-2 0 0,8-2 0 0,7 0 0 0,4-3 0 0,0 4 0 0,16-5 445 0,3 3-203 0,8-1-102 0,3-1-51 0,2-2 323 16,7 2-178-16,-3-2-103 0,0-1-92 0,0-1-1 16,-3 0 0-16,1 0-448 15,1 2 234-15,-11-1 102 32,-3-1 56-32,-2 1-262 0,-8-1 159 0,-4-2 80 0,-5 1 48 0,-2-2-101 0</inkml:trace>
  <inkml:trace contextRef="#ctx0" brushRef="#br0" timeOffset="-163494.85">26970 16208 1634 0,'-8'-10'0'0,"1"3"0"0,3 3 0 0,-1 1 0 0,4 3 0 0,1 0 0 0,0 17 0 0,0 7 0 0,0 7 0 0,0 7 704 0,0 5-337 0,0 2-165 15,0 2 245-15,0 4-204 0,-2 0-103 0,-3 4-281 16,3-12 85-16,2-7 47 16,0-5 0-16,0-7-566 0,0-7 306 0,0-2 163 15,2-14 67-15,5-1-360 0,1-15 124 0,0-10 140 16</inkml:trace>
  <inkml:trace contextRef="#ctx0" brushRef="#br0" timeOffset="-163338.68">27091 16212 1698 0,'1'-6'0'0,"3"4"0"0,-1 0 0 0,2 2 0 0,-2 4 0 0,-1 15 0 0,1 10 396 0,0 7-183 0,-1 6-88 16,-2 8 552-16,0 4-319 0,0 5-160 0,-2 4 53 15,-2-11-236-15,1-8-15 0,2-8 0 0,1-7-231 16,0-11-6-16,0-2 145 0,1-16 59 0,8 0-782 15,1-15 427-15,1-12 212 0,5-10-471 0,-5-3 309 16</inkml:trace>
  <inkml:trace contextRef="#ctx0" brushRef="#br0" timeOffset="-163203.09">27388 16150 1438 0,'1'0'0'0,"1"-2"0"0,-1 2 0 0,1 0 0 0,-1 2 0 0,-1 10 205 15,0 5-84-15,-1 6-41 0,-7 4 695 31,-3 5-368-31,-5 7-176 0,0-3 179 0,0 1-187 0,2-4-182 0,0-3-41 0,6-6 0 16,1-2 0-16,7-13 0 0,0-9 0 0,4 0-1252 0</inkml:trace>
  <inkml:trace contextRef="#ctx0" brushRef="#br0" timeOffset="-163003.6">27575 16218 2268 0,'4'1'0'0,"-2"2"0"0,1 0 0 0,-2 4 0 0,1 1 0 0,-2 4 0 0,0 2 0 0,0 3 333 0,-8 1-148 0,-3 3-74 15,0 0-188-15,1-1 57 94,0 2 39-94,2-5-376 0,4-4 198 0,4-4 98 0,0-4 50 0</inkml:trace>
  <inkml:trace contextRef="#ctx0" brushRef="#br0" timeOffset="-162942.23">27781 16353 1721 0,'9'10'0'0,"2"5"0"0,-4 4 0 0,-2 2 0 0,-3 6 0 0,-2 5 0 0,-7 8 0 0,-13 8 794 0,-9-2-382 0,-4 1-188 0,-6 2-93 0,-4 1 242 0,-5-2-168 0,-8 7-134 0,5-12-419 0,-2-2 163 0,9-4 112 0,9-10 55 16</inkml:trace>
  <inkml:trace contextRef="#ctx0" brushRef="#br0" timeOffset="-162708.11">27859 16905 2989 0,'0'0'0'0,"0"0"0"0,0 0 0 0,0 0 0 0,0 2 0 0,-2 6 0 0,-6 1 0 0</inkml:trace>
  <inkml:trace contextRef="#ctx0" brushRef="#br0" timeOffset="-159364.92">23998 15032 1795 0,'0'0'0'0,"0"0"0"0,0 0 0 0,0-1 0 0,0 1 0 0,0 0 0 0,0 0 0 0,0 0 0 0,0 0 0 0,0 7 0 0,-7 6 0 0,0 2 70 0,-2 5-32 0,-5 3-1 0,1 2 1 0,-3-1-39 0,-2 8 10 0,0-9 29 15,-1 4 37-15,0-5 1 16,1 0-39-16,5-3 1 0,-3-2 69 0,10-5-40 15,3-3 1-15,3 0 64 0,0-2-46 0,3-1-25 16,11 4 10-16,-1-1 24 31,6-1-28-31,-2 2-1 0,0 5-28 0,-5-1-79 0,1 6 50 0,-2-1-11 0,-6 1-66 0,1 3 52 0,-5-1 27 0,1 2 1 16,-2 3-140-16,0-7 59 0,-3-1 43 0,-7-2-115 31,1-3 71-31,-2-5 11 0,-1 2 23 0,4-8-377 0,-2-3 187 0,4 0 94 31,1-4 47-31,4-11-401 0,1-6 229 0,0 0 110 0,0-1-197 0,5-2 153 16,0 4 76-16,5 0 27 0,-4 3 175 0,2 3-81 0,0 2 0 0,0 0 194 31,3 2-119-31,0-4-69 0,1 4-20 0,1 3 601 0,0-3-315 0,4 1-74 16,1 0-106-16,6-2 95 0,-3 4-86 0,1 1 20 16,1 0 213-16,-2 1-152 15,0 2-74-15,0-2-29 0,-4 3-522 0,-3 0 237 16,-6 2 119-16,-1 0-433 0,-1 0 274 0,-4 0 82 0,-2 0 81 31,0 0-127-31,-8 4 83 0,-3-1 42 0,-1 2 0 0,-1 3 182 0,2-4-65 0,-1 3-38 16,3 1 426-16,1-2-232 0,0 5-115 0,0-2-69 0,5 1 471 0,0 0-233 15,2 1-57-15,1 1-66 16,0 0-44-16,0 1 10 47,0 3-53-47,0-3-119 0,0 2 59 0,0 1 30 0,1-1 0 0,1 4-442 0,-1-6 231 0,1 1 121 0,-2-1-614 0</inkml:trace>
  <inkml:trace contextRef="#ctx0" brushRef="#br0" timeOffset="-158984.13">23757 15211 1157 0,'-14'-2'0'0,"1"0"0"15,-1-1 0-15,5 3 0 0,2 0 0 0,1 9 450 0,2 1-206 0,1 0-103 0,0 2-42 0,3 1 65 16,0-1-63-16,0 2-31 15,0 2 10-15,0 0 1 0,0 2-34 0,0-1-87 0,3 0 38 0,2 1 1 16,1 0 39-16,2 2-46 16,0 1 11-16,-1-3 34 0,1 2 1 0,-2 1-26 15,1-3 0-15,-3 3 25 0,-1 3-50 0,-1-5-8 32,1-1 9-32,-3 1 1 0,0-2 1 0,0-3 24 0,-9 5 2 0,0-8 13 31,-1-2-13-31,-4-2-2 0,0-5 3 0,0-2 46 0,-2 0 4 0,2 0-51 0,1-2 0 0,2-3 172 31,2-2-81-31,5 3-39 0,-1-1-5 0,3 0 231 0,2 0-127 0,2 2-84 16,7 0-83-16,9 1 0 0,3 0 0 0,6 1 0 0,2 1 0 0,6 0 0 15,2 0 0-15,5 1 0 16,-4 3 0-16,3 6 0 0,2-3 0 0,2 4 0 0,-1-2 0 0,5 3 0 16,-8 1 0-16,-2-2-735 0,-1 1 287 0,-3-2 204 15,-1-2-517-15,4 2 351 16,-12-7 191-16,0-3-180 0</inkml:trace>
  <inkml:trace contextRef="#ctx0" brushRef="#br0" timeOffset="-158670.02">24588 15018 1472 0,'0'-15'0'0,"0"3"0"0,0 3 0 0,0 6 0 0,-2 3 0 0,-4 0 0 0,-2 17 582 0,-2 5-272 0,-2 4-127 0,-3 7-77 0,-1 3-34 0,-4 5 0 15,0 2-35-15,1 3 187 0,-3 2-84 0,6-7-56 16,0-3-648-16,4-4 301 0,3-4 151 0,4-7 74 0,2-3-306 0,3-15 186 0,3-5 27 0,11-2 73 0,4-13-633 0,2-5 326 0,1-1 154 0,-3 1 91 0,0 2-12 0,-3 3 65 0,1 3 39 0,-3 4 253 0,2 0-159 0,-4 6-48 0,-1 2 561 0,0 0-308 0,-3 8-155 0,-1 8-63 0,-3 7 550 0,-3 6-276 0,0 5-145 31,0 6-72-31,-4 2 32 0,-3 4-43 0,-1-7-35 0,-1-1 0 0,1-3-184 0,2-6 79 0,1-5 40 16,1-2-470-16,2-13 250 0,2-7 130 0,0-2-577 31,0-7 283-31,2-15 180 0,4-6 45 0</inkml:trace>
  <inkml:trace contextRef="#ctx0" brushRef="#br0" timeOffset="-158424.83">24700 15293 1171 0,'3'-2'0'0,"0"-1"0"0,-2 3 0 0,1 0 0 0,0 11 0 0,-1 7 0 0,-1 5 533 0,0 7-248 0,0 0-124 0,0 8-61 0,0-1 200 0,-3 4-122 0,3-7-74 31,0-5-34-31,0-4-76 16,0-6 44-16,0-5 0 0,4-2-278 0,3-12 134 0,4 0 72 0,-2-8 36 0,1-11-338 0,2-1 187 0,-2-3 85 0,1 1-159 16,-4 4 56-16,4 0 69 0,-4 4 4 0,0-1 245 15,2 5-103-15,-5 5-39 0,3 1-23 0,-2 3 139 31,-2 1-81-31,2 0-41 0,-1 3 291 0,-2 6-148 0,-1 5-18 0,1 1-146 16,-2 2 44-16,2-2 27 0,-2 2-15 0,0-5-556 31,1 1 267-31,1-3 133 0,1-3 47 0,1-6-622 0</inkml:trace>
  <inkml:trace contextRef="#ctx0" brushRef="#br0" timeOffset="-158267.45">25044 15255 818 0,'3'-7'0'0,"2"0"0"0,0 6 0 0,-2 1 0 0,0 0 0 0,-2 15 579 16,-1 6-270-16,0 8-126 0,0 3-78 0,-7 7-33 16,-1 2-1-16,-5 4 371 0,-4 2-202 0,-2 10-92 15,-2-8-60-15,-3-1 53 0,1 1-52 0,1-5-25 16,-1-6-1-16,2 1-619 16,10-16 293-16,3-9 150 0,4-9 75 0,4-5-935 0</inkml:trace>
  <inkml:trace contextRef="#ctx0" brushRef="#br0" timeOffset="-158138.85">24999 15629 748 0,'8'-4'0'0,"3"1"0"0,-3 3 0 0,2 0 0 0,-4 3 0 0,1 13 760 0,-2 4-361 0,1 5-171 31,-2 1 291-31,-2 0-240 0,-1 2-121 0,1 0-364 0,0 2 131 0,-1-6 52 0,1-6 30 0,0-2-371 16,4-8 199-16,0-5 101 15</inkml:trace>
  <inkml:trace contextRef="#ctx0" brushRef="#br0" timeOffset="-157968.76">25304 15533 1143 0,'18'-18'0'0,"0"1"0"0,1 2 0 0,4 2 0 0,4-3 0 0,-1 3 242 0,1 4-102 0,4-3-51 47,1 4-26-47,2-2 474 0,3 3-240 0,-4 0-134 0,-4 3-54 0,-1 2-35 0,-2-1-1 0,-2 0-511 0,1 2 247 0,-11 1 110 0,-5 0 59 0,-4 0-577 0,-2 7 318 0,-3 2 159 15,-4 4-47-15,-12-2-220 0</inkml:trace>
  <inkml:trace contextRef="#ctx0" brushRef="#br0" timeOffset="-157673.48">25498 15492 1076 0,'0'3'0'0,"0"-1"0"0,0-1 0 0,0 0 0 0,-1 4 0 0,1-1 0 0,0 3 0 0,0 0 212 31,0 4-91-31,0 4-42 0,-3 3 228 0,0 4-135 0,-3 5-67 0,-5 4 68 31,-2 0-72-31,0 4-32 0,-3-3 0 0,-1 0 9 78,0-2-41-78,0-3 11 47,3-9-11-47,4-7-94 0,3-3 47 0,2-6 24 0,5-2-1 0,0-2 35 0,0-12-11 0,9-5-72 0,7 0 37 0,0-2-1 0,4 3-1 0,4 2-251 0,-5 3 124 0,1 4 61 0,-1 0 7 0,-3 4 99 0,0 2-12 0,0 1-54 0,-3 2 11 0,-6 0 98 0,0 5-44 0,-5 6-11 0,-1 4-1 0,-1 2-44 0,0 0 24 0,-9 2 20 0,1-2-138 0,-5-4 61 0,4-4 28 0,-2 2-372 0,2-8 188 0,0-3 75 16,4 0 52-16,2-8-368 0,1-6 204 0,0-7 94 15,2-4 60-15</inkml:trace>
  <inkml:trace contextRef="#ctx0" brushRef="#br0" timeOffset="-157411.41">25594 15233 1579 0,'4'-17'0'0,"4"2"0"0,-1 9 0 0,1 4 0 0,0 2 0 0,-1 8 0 0,2 16 514 0,3 10-238 15,1 10-120-15,2 8-49 0,0 2 338 16,-2 5-204-16,2 1-101 0,2 3-40 0,0 0-31 16,2 8 10-16,-2-14-133 0,1-6 46 0,-1-2 0 15,1-11 46-15,-3-6-306 0,2-3 162 0,-7-23 68 16,-3-6 37-16,1 0-642 47,-3-12 322-47,0-9 55 0,-1-6 108 0,-3-2-227 0,2-4 173 0,-3-3 86 0,0 1 45 0,0 3-1 0,0-1 35 0,0 9 260 0,0 6-126 0,-4 5-62 15,-1 2-31-15,-6 7 270 0,-2 1-160 0,1 3-66 16,-7 5-37-16,-1 13 652 0,1 3-315 0,-4 4-116 16,-2 3-83-16,1-2 81 0,1 1-92 0,0-4-45 15,1-1-461-15,2-3 208 0,1-1 113 0,5-9-796 16,6-8 423-16</inkml:trace>
  <inkml:trace contextRef="#ctx0" brushRef="#br0" timeOffset="-157279.62">26001 15228 2253 0,'16'-12'0'0,"6"5"0"0,2 7 0 0,-2 0 0 0,3 4 0 0,-5 10 195 0,-3 4-80 0,2 6-31 0,-8 0-8 0,0 1 519 0,-3 0-280 0,-1 2-139 0,-1 0-1004 0</inkml:trace>
  <inkml:trace contextRef="#ctx0" brushRef="#br0" timeOffset="-157167.56">26428 15580 2099 0,'-6'4'0'0,"5"-2"0"0,-1-1 0 0,1 3 0 0,-2-1 0 0,0 1 0 0,-6 2-413 0,2 1 203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1:00:05.8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16641 5245 1600 0,'-6'-10'0'0,"1"2"0"0,2 2 0 0,0 2 0 0,1 3 0 0,1-2 0 0,1 3 0 0,0 0-4 0,0 7 215 0,1 10-87 0,4 5-43 0,2 3 207 16,0 5-131-16,1 5-60 0,1 4-30 0,-1 6 98 16,0 1-63-16,0 7-23 0,0 1-1 0,-2 3-1 47,-3 2-38-47,2 2-34 0,-4-1 1 0,3 5 43 0,-3-14-11 0,-1-3-173 0,0-7 86 0,0-6 44 0,0-7 1 0,-3-3-344 15,1-18 178-15,-1-5 52 0,3-2 58 0,0-2-487 16,0-10 254-16,0-12-429 0</inkml:trace>
  <inkml:trace contextRef="#ctx0" brushRef="#br0" timeOffset="178.35">16809 5446 1590 0,'0'0'0'0,"0"-3"0"0,4-2 0 0,4 1 0 0,1-4 0 0,8 5 0 0,5-5 0 0,4 2 702 0,4 0-331 0,4-1-166 16,1-1-73-16,-1 3 123 0,-2 0-108 0,1 0-54 15,-2 4-27-15,-3-1-352 0,3-2 173 16,-6 4 71-16,-3-3-604 0,-5 3 342 0,-2-2 172 0,-2 2-654 16,1-5 351-16,-9 0 203 0</inkml:trace>
  <inkml:trace contextRef="#ctx0" brushRef="#br0" timeOffset="363.55">17163 5216 1299 0,'-8'-9'-1'0,"2"2"1"0,3 3-1 0,3 0 0 0,0-1 1 0,0 2-1 0,6 1 1 0,11 2 265 0,3-3-113 0,4 3-57 0,2 0-18 0,1 0 297 0,1 0-168 0,-5 0-83 0,2 6-43 0,0 3 121 0,-2 0-72 0,-7 5-50 0,-2-1-121 0,-6 4 40 0,-7 1 0 0,1 3-207 0,-2 0 119 0,-11 1 64 0,-8 0 32 0,0 0-507 0,-5 1 221 0,-3 2 140 16,2-5-1-16,-1 1-215 15,1-1 158-15</inkml:trace>
  <inkml:trace contextRef="#ctx0" brushRef="#br0" timeOffset="733.8">17274 5743 1604 0,'0'0'0'0,"0"0"0"0,0 0-1 0,0 0 1 0,0 0 0 0,-2 0 0 0,2 0 0 0,-2 0 279 0,1 0-120 0,-1 0 27 0,1 0-78 0,-3-2-35 0,3-8 0 0,-5 0-133 0,3-4 49 0,-3-1 35 16,1 1-9-16,-3 2-85 0,-1-3 55 0,-1 6 27 15,-1 2 0-15,-4 4 3 16,1 3-9-16,-3 4 33 0,1 14-23 0,-3 8 9 0,0 6-45 0,2 6 209 16,5-1-87-16,3 4-41 0,6-3 8 0,3-4 56 15,0-2-36-15,1-1-16 0,10-13-9 0,6-4-127 16,5-5 50-16,0-9 27 0,5 0-1 0,0-2-175 16,-2-17 95-16,0-1 39 15,-5-4-93-15,-1-1 46 0,1-6 44 0,-7 7-113 16,-2-1 63-16,-3 5 1 0,-5 5 26 0,1 2 209 15,0 3-97-15,-3 6-46 0,-1 4 0 0,0 0 271 16,0 7-143-16,-1 10-50 0,-3 4-41 0,0 1 192 16,2 1-102-16,1 1-50 0,1-2-116 0,0-1 32 15,0 1 10-15,1-5-492 0,5-5 254 0,7-2 116 16,-1-3 66-16,3-6-746 16,6-1 364-16,-1-1 197 0,4-16 94 15,-1-4-368-15,1-7 230 0</inkml:trace>
  <inkml:trace contextRef="#ctx0" brushRef="#br0" timeOffset="887.39">17749 5561 823 0,'17'-23'-1'0,"1"3"0"0,0 5 0 0,0 3 0 0,-8 12 0 0,-1 0 0 0,-4 0 343 0,-4 12-153 0,-1 8-76 31,0 4-29-31,-6 3 332 0,-9 8-189 0,-3 1-96 0,-4 3 7 0,1 1-50 16,-6 3-15-16,7-6-99 15,-5 1 33-15,0 0-1 0,-1-2 32 0,-1-1-420 31,1 0 220-31,7-12 95 0,2-10 53 0,4-5-650 0</inkml:trace>
  <inkml:trace contextRef="#ctx0" brushRef="#br0" timeOffset="1035.88">17590 5643 837 0,'3'-4'0'15,"1"1"0"-15,1 2 0 0,2 1 0 0,0 0 0 0,4 0 0 0,0 10 620 16,4 5-291-16,1 5-146 0,1 1 354 0,2 5-239 0,1 2-136 0,-1 1-149 0,-2 1 0 0,2 1 26 0,0-2-1 0,2 3-556 15,-4-9 273-15,2-3 142 0,0-6 70 0,0-2-325 16,3-9 198-16</inkml:trace>
  <inkml:trace contextRef="#ctx0" brushRef="#br0" timeOffset="1208.65">18006 5467 2142 0,'3'-9'0'0,"6"1"0"0,1 2 0 16,4 0 0-16,11-1 0 0,0 2 0 0,4 2 0 0,4 0 332 0,4-2-147 0,4 3-75 0,2-2 59 16,-5-1-71-16,-2 3-30 0,2-4-1 0,-2 2-482 0,2 0 235 0,-10 1 103 15,-3-4-275-15,-5 2 194 16,-6 0 97-16,-6 0 49 0,-4-2-736 0</inkml:trace>
  <inkml:trace contextRef="#ctx0" brushRef="#br0" timeOffset="1372.03">18428 5217 900 0,'8'-8'0'0,"2"0"0"0,2 3 0 0,3 0 0 0,1-1 0 0,2 5 0 16,0 1 0-16,2 0 351 0,-3 0-157 0,3 10-79 0,0 2-30 0,-5 2 242 0,-2 3-145 0,-6 0-73 0,-1 7-36 0,-4-2-71 0,-2 5 10 0,0-3 24 0,-15 0-305 0,-3 3 153 0,-7-3 76 0,-3 0 38 0,-3 0-221 0,-2-2 125 0,-1-2 68 0,-2-4-640 0</inkml:trace>
  <inkml:trace contextRef="#ctx0" brushRef="#br0" timeOffset="1665.49">18353 5533 892 0,'2'14'0'0,"1"-2"0"0,-2 3 0 0,3-1 0 0,-3 5 0 0,1 6 0 0,-2 1 0 0,0 4 383 0,-3 3-174 0,-5 2-86 16,-1 5-43-16,-2-2 298 15,1-5-176-15,0-2-82 0,0-4 22 0,0-6-52 16,2-4-27-16,0-1 9 0,2-12-34 0,4-1-1 15,2-3-1-15,0 0-23 0,0-11 24 0,6-7 8 16,9 0-8-16,4-4-80 0,3 3 40 0,1 1 0 16,4 4 39-16,4-2-71 0,-6 8 30 0,3 4-11 15,-1 1-29-15,-3 3 21 16,-1 3 0-16,1 9 22 0,-11 7 39 0,-5 3-7 0,-5 3-23 0,-3 4 29 16,-2 1-29-16,-12 2 3 0,-8-5-3 15,-4-4 70-15,-4 1-32 0,-3-6 9 16,-1-1-39-16,-2-5-65 0,5-5 31 0,3-5 8 15,3-2-329-15,4-2 164 0,5-10 85 0,2-6 30 16,12-6-542-16,2-7 283 0,2-7 142 0</inkml:trace>
  <inkml:trace contextRef="#ctx0" brushRef="#br0" timeOffset="1844.97">18885 5103 1541 0,'3'-11'0'0,"2"3"0"0,4 3 0 0,-1 5 0 0,3 0 0 0,1 13 340 0,-3 20-151 0,1 12-76 31,-3 15 496-31,-4 10-286 0,1 17-134 0,-4 0-86 0,0 13 212 0,0 6-143 0,-8 1-135 0,0-3-197 16,2 3 73-16,5-24 56 0,1-7 31 0,0-1-908 16,0-3 471-16,0-3 236 0</inkml:trace>
  <inkml:trace contextRef="#ctx0" brushRef="#br0" timeOffset="1993.16">19196 6328 2477 0,'0'6'0'0,"0"1"0"0,-4 2 0 0,1-3 0 0,-1 1 0 0,1 0 0 0,-3 2 196 0,1-4-84 15,-2-2-39-15,2-3-837 0</inkml:trace>
  <inkml:trace contextRef="#ctx0" brushRef="#br0" timeOffset="9717.5">16554 10819 874 0,'0'0'0'0,"-1"0"0"0,-2 0 0 0,-2-2 0 0,2 1 0 0,-1-3 0 0,1 2 127 0,2 0-44 15,-1 1 0-15,0-1 203 0,2 2-123 0,-4-3-51 16,4 3-42-16,0 0 131 16,0 0-80-16,0 0-41 0,0 0 0 0,0 0 90 0,0 0-69 0,4 0-31 15,-4 0 37-15,5 0-33 0,2 0-1 0,0 0 32 16,-2 0-38-16,4 3 1 0,1-1-29 15,1-1 41-15,3 1 0 0,1 2-30 16,2-2-10-16,2-1 4 0,3 1-4 0,3-2 0 16,1 3-1-16,5-1 34 0,1-1-33 0,2-1-1 15,1 2 38-15,2 0-37 0,6-2 9 0,-8 2-3 16,3-2-46-16,1 0 0 0,-3 0 0 0,1 0 0 16,6 0 0-16,-7 0 0 0,-1 0 0 0,1-2 0 15,-2 0 0-15,2 0 0 0,6 1 0 0,-8-1 0 16,1-1 0-16,-1 3 0 78,2 0 0-78,0 0 0 0,7 0 0 0,-9 0 0 0,2 0 0 0,0 0 0 0,4 0 0 0,-2 5 0 0,7-2 0 0,-6 2 0 0,0-1 0 16,2-1 0-16,4 0 0 0,-1 3 0 0,8-4 0 0,-11 1 0 0,2 2 0 0,0-2 0 0,2 1 0 0,-3-1 0 0,5 2 0 0,-5-3 0 15,-2 0 0-15,4-2 0 0,-2 0 0 0,0 0 0 16,8 1 0-16,-9-1 0 0,-1 4 0 0,-1-3 0 0,2 3 0 0,-1-1 0 15,7 1 0-15,-10 1 0 0,5 1 0 16,-1-3 0-16,2 3 0 0,-1-3 0 16,11 1 0-16,-13-1 0 0,6 1 0 0,-4-1 0 15,3-2 0-15,0 2 0 0,7 0 0 0,-10-3 0 16,0 1 0-16,5-1 0 0,0 0 0 0,2 1 0 31,7-1 0-31,-10 3 0 0,2-3 0 0,-4 3 0 0,5-2 0 0,4 5 0 0,-10-4 0 0,-2 3 0 16,3-1 0-16,-2 1 0 15,5 0 0-15,4 0 0 0,-9-2 0 0,1 0 0 16,1 1 0-16,-1-3 0 0,0 1 0 0,7-2 0 16,-9 0 0-16,-1 0 0 0,1 0 0 0,1 0 0 15,0 2 0-15,6-1 0 0,-12 3 0 0,0-2 0 16,-3 0 0-16,-2 3 0 0,-5-1 0 0,4 2 0 16,-10-3 0-16,-4-1 0 15,-2 2 0-15,0-1 0 0,-2-1 0 0,-1 1 0 16,-5-2 0-16,-2 1 0 94,-3-2 0-94,1 0 0 0,-2 0 0 0,0 0 0 0,0 0 0 0,0 0 0 0,-5-3 0 0,-4-3 0 0,-8-2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1:00:46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16693 3989 1105 0,'-11'-1'0'0,"0"-2"0"0,0 2 0 0,5-1 0 0,0 1 0 0,3 1 0 0,-1 0 294 0,3 0-128 16,-1 0-55-16,2 0 180 0,0 0-126 0,0 0-64 15,0 0-31-15,0 0 72 0,2 0-43 0,1 0-34 16,2 0-1-16,2 0 48 0,2 0-36 0,0 0 8 16,0 0-9-16,2 0-1 0,0 0-35 0,1-2-1 15,1 0 43-15,2 1 9 16,-1-1-52-16,2 2 26 0,-1-2 0 0,2 1-26 0,1 1 0 0,3-1 26 16,-1 1-26-16,0 0 0 15,3 0 0-15,2 0 38 0,1 0-38 0,3 0 10 0,-1 1-41 0,2 2-7 16,1 2 0-16,2-2 0 0,1 3 0 15,8-3 0-15,-3-1 0 0,5-2 0 16,1 0 0-16,6 0 0 0,4 0 0 0,9 0 0 16,-8 0 0-16,3-2 0 0,3-4 0 0,-2 2 0 15,-1 0 0-15,8 1 0 0,-14 1 0 0,-1 2 0 16,0 0 0-16,0 0 0 109,-5 2 0-109,8 3 0 0,-11 1 0 0,-2 0 0 0,1-1 0 0,-2-2 0 0,2-2 0 0,6 1 0 0,-10-2 0 0,2 0 0 0,0 0 0 0,-1 0 0 0,-4 0 0 0,9-2 0 0,-14-2 0 0,-3 1 0 0,0 1 0 0,-7-4 0 0,3 5 0 0,0-4 0 0,-10 3 0 0,0-1 0 16,-5 1 0-16,-3 1 0 0,0 0 0 0,-1-2 0 0,-3 0 0 0,-2 3 0 0,0 0 0 0,0 0 0 0,-2-1 0 0,-7-1 0 16,0-2-125-16,-4-1-191 0,-1-1 139 0,-3 1-804 15,0-1 463-15,-3-1 245 0</inkml:trace>
  <inkml:trace contextRef="#ctx0" brushRef="#br0" timeOffset="700.67">16817 3963 709 0,'-6'0'0'0,"3"0"0"0,-2 0 0 0,1 0 0 0,-1 0 0 0,2-2 0 0,0 0 0 0,1 2 227 0,1 0-95 0,-1-1-48 16,0 1-23-16,2-1 66 16,0-3-50-16,0 4 0 0,0-3 43 0,0-1-41 0,4-1 0 0,0-1 27 15,3-3-39-15,2 1 0 0,-3-1-30 0,2-1 38 16,2-3 0-16,-2-1-28 16,2 1-10-16,-3-1 44 0,4-3-44 0,-1 0 1 0,1-1-1 0,1-4 20 15,1 1-19-15,2 1-1 0,3-7 2 0,3 0-1 16,2-8-1-16,8-4 41 0,0 1-9 15,5-4-31 1,2-5-1-16,5-1 19 0,6-8-10 0,-4 8-8 16,-1-3-1-16,2-2-42 0,-2-2 0 0,1 1 43 0,3-6 9 0,-13 12-120 15,1-4 53-15,-1 2 20 32,1 0-184-32,-1 1 92 0,2-4 55 0,-9 15-57 0,-3 3 46 0,1 1 3 0,-5 5 1 0,-1 2-72 0,-2 1 40 0,-7 11 9 31,-2 2 1-31,-2 2 9 0,-2 1 20 0,-2 7-1 0,-2-1-9 0,-1 2 43 31,0 2-33-31,0 0 0 16,0 0-26-16,0 0-1 0,0 0 18 0,0 4-177 0,-3 1 93 0,2 1 46 0,1-1 1 0,-2 1-68 15,2 1 47-15,0-2 39 0,0 2-1 0</inkml:trace>
  <inkml:trace contextRef="#ctx0" brushRef="#br0" timeOffset="1366.08">17755 2579 395 0,'-2'0'0'0,"1"0"0"0,-2 0 0 0,-1 0 0 0,0 0 0 0,3 0 0 0,-1 0 0 0,0-3 0 0,2 3 0 0,0-3 621 0,0 3-283 0,0-2-154 0,0 0 10 0,2 1-79 0,9-3-38 0,0 1 0 0,4-2 5 0,1 0-9 0,4-2-35 0,0 1-1 0,5-1 17 0,0 2-16 0,5-1 9 0,-2-1-10 0,1 2 13 0,3 2-12 0,2-1 0 0,0-1 39 0,6 2 9 16,-5 1-48-16,1 1 28 0,0 0-1 0,1-2-27 16,-1 1-1-16,6 2-24 0,-5-3 25 0,-1-1-1 15,3 0 1-15,-2 0-58 32,2-1 29-32,5-2 10 0,-7 0 18 0,-1 0-40 0,-1 2 12 0,-1 0 1 0,8-2-37 0,-14 2 23 0,6 2-21 0,-3-1 60 15,0 0-25-15,1 1 6 0,4 0-10 0,-7 1 20 16,2 0-14-16,-1-2 1 0,3 2 3 0,-2-1-26 15,6-2 30-15,-5 2-6 16,-1-3 6-16,0 3-40 31,2-3 0-31,-2 1 34 0,7-1-32 0,-6 0 25 0,-4 1 4 0,3 1-31 0,-2 1-5 0,-2 0 31 0,9 1-9 16,-12-1-42-16,1 3 0 0,2 0 39 0,-2 0 4 0,0 0-44 16,5 0-6-16,-7 0 39 15,-3 0 5-15,2 0-38 0,-1 0 1 0,-1 0 25 0,1 0-38 16,-2 0 35-16,-4 0 6 0,1 0-44 15,-2 0 0-15,2 0 32 0,0 0-1 0,-4 0 39 16,-1 0-34-16,-3 3-5 0,0-3 4 0,-1 1 41 16,-1-1-6-16,-2 0-31 0,-3 1-1 0,1-1 48 15,-2 0-44-15,0 0 6 16,0 0-75-16,0 0 37 0,0 0 1 0,-2 0-75 0,-3 0 50 0,-1 0 22 16,-3 0-7-16,1 0-490 0,0 0 256 0</inkml:trace>
  <inkml:trace contextRef="#ctx0" brushRef="#br0" timeOffset="2070.78">19966 2365 985 0,'0'-10'0'0,"0"1"0"0,0-1 0 0,0 5 0 0,0-2 0 0,0 4 0 0,0-1 0 0,0 3 213 15,0-1-79-15,0 2-52 0,-2 0 172 0,-5 5-108 16,-3 7-54-16,-2 8 74 0,-4 1-55 0,-1 3-42 31,-6 7 1-31,-2 4 5 0,-4 6 0 0,-3 5-37 0,-5 7 9 0,-1 0-39 0,-8 4 29 0,-3 8 1 16,-7 5-1-16,-6 5-34 0,-13 12 10 0,10-9 24 16,-1 1-44-16,-2 0 1 0,2-1 43 0,6-5 1 15,-3 5-25-15,18-18 20 0,6-3-49 0,2-3 44 16,7-6-31-16,6-2 0 0,-1-2-8 0,10-13-14 15,2-3 0-15,3-7 39 16,2-2-36-16,2-4 34 0,-1-3 45 0,4-9 32 31,1 1-34-31,-2-4 207 0,3 0-113 0,-2 0-476 0,-4 0 167 0,1 0 61 125,-4 0 54-125,0-3-806 0,-3 0 407 0</inkml:trace>
  <inkml:trace contextRef="#ctx0" brushRef="#br0" timeOffset="2336.04">16627 4149 1164 0,'0'-9'0'0,"0"1"0"0,-1 3 0 0,-1 3 0 16,-1 1 0-16,-1 1 184 0,2 6-73 0,-1 12-37 0,1 2 150 0,-2 9-83 0,-1 4-56 15,-2 3 0-15,-2 4 114 0,0 6-80 0,-2 2-40 16,-4 11-104-16,0-7 27 0,-2 4 0 0,1-4 37 31,0 0-340-31,1-6 169 0,-2 0 95 0,6-17-501 0,2-8 244 0,1-9 145 0,4-7 1 0,0-5-300 16</inkml:trace>
  <inkml:trace contextRef="#ctx0" brushRef="#br0" timeOffset="2540.86">16610 4236 1686 0,'12'-2'0'0,"-2"1"0"0,1 1 0 0,3 5 0 0,2 10 0 0,1 6 0 0,2 6 0 0,-1 5 293 16,1 6-127-16,-2 3-64 0,1 6-31 0,-3 1-1 0,3 5-22 0,-7-11-9 31,3-1 0-31,-4-3 0 0,-1-5-1 0,0-4 1 0,1 2 10 0,-7-10-11 0,0-4 1 0,-3 0 0 16,0-5 0-16</inkml:trace>
  <inkml:trace contextRef="#ctx0" brushRef="#br0" timeOffset="2655.14">16514 4592 1027 0,'-15'-12'0'0,"0"3"0"0,10 4 0 0,4 0 0 0,1 4 0 0,0 0 0 0,13 1 663 0,5-2-303 15,10 2-166-15,3 0 240 0,3 0-197 0,5 0-100 0,5 0-49 16,6 0-427-16,-2 2 184 0,6 2 97 15,7 1 48-15,5-1-930 0</inkml:trace>
  <inkml:trace contextRef="#ctx0" brushRef="#br0" timeOffset="3109.16">18857 4366 2538 0,'-9'-2'0'0,"3"-1"0"16,2 1 0-16,-2 2 0 0,3 0 0 0,2 5 0 0,0 12 0 0,1 2 261 0,0 5-112 0,0 2-48 0,0 2 66 0,0 1-65 0,1 2-33 15,0-2-1-15,3 0-442 16,2 0 214-1,-3-3 94-15,-1-6-516 0,1-3 309 0,-2-6 154 0,-1-5 78 0,0-6-582 0,0 0 298 16,0-12 145-16,-1-10-19 0,-7-6 81 0,1-4 41 16,-3-2-8-16,2-1 123 0,2 0-37 0,-1 3 0 31,2-1-37-31,3 3 338 0,1-1-178 0,1 7-76 0,0 2 491 0</inkml:trace>
  <inkml:trace contextRef="#ctx0" brushRef="#br0" timeOffset="3241.87">18801 4314 1515 0,'17'-16'206'0,"3"2"-92"0,3 0 239 0,5 7-163 0,0 4-77 0,4 3-19 0,-1 0-30 0,0 3 1 0,0 8-19 0,-6 4-51 16,-3 4 41-16,-8 3 0 0,-5 2 0 0,-6 3-92 0,-3 3 55 0,0-3 15 0,-18 1-1 0,-2-2 23 0,-4-2 0 0,-3-2 161 0,-2 0-75 0,1-10-48 0,3 0-18 0,5-4 262 0,4-4-140 0,4-1-97 0,1-1-81 0,9-2 0 0,2 0 0 0,5-2 0 0,15-1 0 0,6-7 0 0,7 4 0 0,0 1 0 0,3 2 0 0,0 2 0 0,-2 1 0 0,5 0 0 0,-13 1-42 0,-5 11-72 0,-1 3 17 0,-11-1-17 15,-7 6 20-15,-2 2 28 0,-5-3-10 0,-21 0 340 16,-2 2-159-16,-10-5-69 16,-3 0-36-16,-5-4 178 0,4-4-158 0,-2-4-20 0,2-1 0 15,-1-3 0-15,3 0 0 0,0-2 0 0,12-11-279 0,5-8-57 32,8-1 171-32,6-9-809 15,8-4 469-15</inkml:trace>
  <inkml:trace contextRef="#ctx0" brushRef="#br0" timeOffset="3703.54">20370 2384 1499 0,'1'-21'0'0,"-1"1"0"0,0 2 0 0,0 2 0 0,0-5 0 0,0 7 0 0,0 1 0 0,-9 4 0 0,0 1 0 0,-2 3 0 0,-4 1 0 0,-3 4 397 0,-5 4-180 0,-1 13-90 0,-3 7 227 0,-2 7-159 31,1 3-70-31,6 3 189 0,9 0-139 0,3 1-69 0,9 1-34 0,1-4 15 0,4 5-15 0,18-11-10 16,6-2-25-16,6-3-148 0,12-7 74 0,10-1 46 15,1-11-9-15,5-5-821 0</inkml:trace>
  <inkml:trace contextRef="#ctx0" brushRef="#br0" timeOffset="4212.08">17525 1767 1247 0,'3'3'0'0,"1"3"0"0,-1 2 0 0,3 7 0 0,-1 7 0 0,2 4 0 0,-1 10 0 0,-1 5 361 0,0 6-150 0,-3 1-90 0,-2 1-40 0,0 1 55 0,0-1-47 0,-3-6-1 0,-6 3-242 0,3-11 92 31,-1-4 51-31,1-5-151 0,-1-4 102 0,2-3 50 0,2-4 10 0,1-10-462 0,0-5 234 0,2 0 62 0,0-7 77 0,0-13-330 16</inkml:trace>
  <inkml:trace contextRef="#ctx0" brushRef="#br0" timeOffset="4465.56">17509 1840 1267 0,'0'-14'0'0,"0"-2"0"0,0 6 0 0,4 2 0 0,6 2 0 0,8 4 0 0,4 2 0 0,8 0 0 0,6 2 470 16,6 9-214-16,6 6-98 15,-4 3 245-15,1 4-181 0,-6 4-90 0,-5 4 43 0,-7 4-67 0,-4 5-24 16,-17-4-10-16,-6 4-24 31,-3 0-10-31,-23 5 1 0,-9-4 0 0,-11 6 45 0,-6-10-10 0,-6-4-35 0,2-1 0 0,-3-6-55 16,5-7 28-16,-2-1 10 78,17-9-281-78,6-10 141 0,11 0 77 0,11-5-830 0,11-11 422 0,2 0 170 0</inkml:trace>
  <inkml:trace contextRef="#ctx0" brushRef="#br0" timeOffset="6607.15">18528 3795 521 0,'-2'-7'0'0,"-2"2"0"0,0-2 0 0,1 2 0 0,-1-1 0 0,0 0 0 0,0 3 95 0,-1-3-28 0,2 1-1 0,-2 2 102 0,1-1-55 0,1 1-43 15,-1 2 0-15,1-1 94 0,0 1-63 0,-1 1-32 16,2-1 9-16,1 1 91 15,-1 0-66-15,0 0-33 0,2 0 75 0,0 0-54 0,0 0-17 0,0 0-9 16,0 1 97-16,0 2-62 16,2 2-31-16,3 1 42 0,2-2-27 0,0 3-10 0,5 0-36 0,0 4 101 15,1-2-51-15,4 3-25 16,2 2 9-16,3-2 57 0,1 1-46 0,2-1 1 31,4 5-27-31,3-2-19 0,5 2 9 0,-1-2-10 0,2 1-63 0,-1 1 31 0,-2-1 1 0,-2 1-4 16,2 0 9-16,-12-4 26 15,-7-1 1-15,-4 0 44 0,-6-1-80 0,-4-2-2 0,-2 3 0 0,-3-3 0 16,-18 1 0-16,-2 1 0 0,-6 2 0 0,-4 0 0 16,0 3 0-16,-3-1 0 0,-1 2 0 0,2-1 0 15,0-1 0-15,-3-1 0 0,12-2 0 0,2-2 0 32,4-4 0-32,5 0-5 0,7-4-394 0</inkml:trace>
  <inkml:trace contextRef="#ctx0" brushRef="#br0" timeOffset="7443.46">17793 2568 548 0,'0'-7'0'0,"0"1"0"0,0-1 0 0,3 1 0 0,-2 2 0 0,-1-3 454 0,0 2-212 0,0 2-102 0,0 0-52 0,0 0 459 0,0 2-255 0,-5 1-117 0,-3 0 253 0,-1 0-195 0,-5 5-98 0,-2 6 120 0,-2 3-109 0,-5 2-44 0,-3 2-37 0,1 2 16 0,-3 1-81 0,-1 3 0 0,-3-2 0 0,0 0 0 31,1-2 0-31,-1-1 0 0,-1 0 0 0,2 1 0 0,-1-3 0 0,0 1 0 0,7-4 0 0,3-3 0 16,4-2 0-16,8-3-352 0,3-2 121 0,0-1 106 15,7-3 15-15,0 0-561 0,10 0 317 0,9 0 158 47,6-3 69-47,5-9-277 0</inkml:trace>
  <inkml:trace contextRef="#ctx0" brushRef="#br0" timeOffset="7632.3">17851 2527 2141 0,'0'0'0'0,"0"0"0"0,0 0 0 0,0 0 0 0,0 0 0 0,0 0 0 0,0 0 0 0,0 4 397 0,0 4-184 0,0 4-88 0,2 2 348 15,1 6-218-15,-1 0-108 0,0 5-45 0,-1 2-24 0,-1 8-78 0,0-2 0 32,-1 2 0-32,-6 1 0 0,-1 0 0 0,2-6 0 0,-2-4 0 0,2-5 0 0,3-4 0 0,0-5 0 15,0-1 0-15,0-8 0 16,3-3 0-16,0 0-1570 0</inkml:trace>
  <inkml:trace contextRef="#ctx0" brushRef="#br0" timeOffset="25751.77">7292 6711 1408 0,'-7'-12'0'0,"2"1"0"0,0 5 0 0,3-1 0 0,0 3 0 0,0 3 0 0,2 1 0 0,0 0 251 0,0 0-106 0,0 0-44 16,0 0 165-16,2 0-114 0,2 0-57 0,4 0 143 16,1 0-99-16,2 0-42 0,-1 0-34 0,-1 0 116 15,2 0-70-15,1 0-35 0,-2 0-1 0,4 0 127 16,-2 0-85-16,0 1-39 31,2-1 0-31,-2 3-2 0,1-2-74 0,3 1 0 0,0 0 0 0,1-2 0 0,1 0 0 0,-1 3 0 0,4-3 0 16,2 0 0-16,-1 0 0 0,3 0 0 15,1 0 0-15,1 0 0 0,4-5 0 0,2-4 0 16,-2 3 0-16,3-3 0 0,-4 3 0 0,1-1 0 16,3 3 0-16,3-3 0 0,-8 4 0 0,3-1 0 15,-2 2 0-15,0-1 0 0,2 2 0 16,3-1 0-16,-7 2 0 0,1 0 0 0,3 0 0 0,-2 0 0 15,5 0 0-15,-4 0 0 0,1 0 0 0,-1 0 0 16,1 0 0-16,1 0 0 0,7 0 0 0,-7 0 0 16,-3 0 0-16,2 0 0 15,-3 0 0-15,2 0 0 0,4 0 0 0,-8 0 0 0,2 0 0 16,-2 0 0-16,4 0 0 0,-3 0 0 31,7-2 0-31,-7 1 0 0,1-1 0 0,2 0 0 0,1 1 0 0,0-1 0 16,7-2 0-16,-5 3 0 0,1-2 0 0,0 0 0 0,0 0 0 0,1 0 0 15,5-2 0-15,-9 2 0 0,5-1 0 0,-7 4 0 16,4-4 0-16,-1 3 0 0,4-1 0 0,-3 0 0 16,-4 2 0-16,5 0 0 0,-1 0 0 0,1 0 0 15,6 0 0-15,-10 0 0 16,4 0 0-16,-1 2 0 0,2 0 0 0,-1-2 0 16,8 1 0-16,-8-1 0 15,1 0 0-15,4 0 0 0,-1 0 0 0,1 0 0 0,8 0 0 0,-9 0 0 16,0-1 0-16,1-1 0 31,-1 2 0-31,3 0 0 0,4 0 0 0,-10 0 0 0,1 0 0 0,2 0 0 0,3 0 0 0,9 0 0 0,-10 0 0 0,1 0 0 16,6 0 0-16,-4 0 0 15,3 0 0-15,9 0 0 0,-10 0 0 0,1-2 0 47,3 0 0-47,0 1 0 0,4-1 0 0,10 0 0 0,-9 1 0 0,-1-1 0 0,0 1 0 0,0-1 0 0,2 1 0 0,6-2 0 16,-7 0 0-16,1 2 0 78,5-3 0-78,1 0 0 0,0 1 0 0,9-2 0 31,-12-2 0-31,0 2 0 0,2-1 0 0,3 0 0 0,1 1 0 0,13-2 0 0,-13 2 0 0,-4 1 0 0,3 1 0 0,-1-2 0 0,0 3 0 16,9 0 0-16,-10 0 0 0,1 1 0 0,2-2 0 0,-1 1 0 0,-2 1 0 0,10-1 0 0,-14 0 0 0,3 0 0 0,3 2 0 0,4-3 0 31,0 1 0-31,9 2 0 0,-15-3 0 0,-2 2 0 0,0-2 0 0,3 3 0 0,2 0 0 0,10-3 0 0,-13 2 0 0,0 0 0 0,-2-1 0 0,0 1 0 0,-2-2 0 0,9 2 0 16,-10-4 0-16,1 5 0 0,1-5 0 0,4 3 0 15,-4-3 0-15,8 0 0 16,-16 3 0-16,2-3 0 16,-1 1 0-16,4 1 0 0,10-4 0 0,-10 4 0 15,1-2 0-15,1-2 0 0,-1 2 0 0,-2-2 0 0,9 3 0 0,-16-2 0 0,4 1 0 0,2-1 0 16,2 3 0-16,0-2 0 0,5 0 0 0,-14 4 0 15,-1-1 0-15,0-2 0 79,0 3 0-79,-2 1 0 0,7-3 0 0,-8 1 0 0,2 1 0 0,2 0 0 0,1-3 0 0,0 3 0 0,7 1 0 0,-10-2 0 0,-1-1 0 0,2 1 0 0,-2 0 0 0,1 0 0 15,7 1 0-15,-7 1 0 0,0 0 0 0,3 0 0 0,-2 0 0 0,0 0 0 0,5 0 0 0,-10 0 0 16,-2 0 0-16,3 0 0 0,-3 0 0 0,2 0 0 0,7 0 0 15,-9 0 0-15,3 0 0 0,3 0 0 16,-3 0 0-16,3 0 0 0,3 0 0 16,-8 0 0-16,-2 0 0 0,-1 0 0 0,1 0 0 0,-1 0 0 31,4 0 0-31,-7 0 0 0,0 0 0 0,2 0 0 0,1 0 0 0,1-2 0 0,4 2 0 0,-8 0 0 16,2 0 0-16,-2 0 0 0,1 0 0 0,4 0 0 15,-8 0 0-15,-1 0 0 0,1 0 0 0,0 2 0 16,-2 1 0-16,7-1 0 0,-6 0 0 0,1-2 0 15,0 5 0-15,2-5 0 0,-2 1 0 0,6 4 0 16,-7-2 0-16,-2 0 0 0,1-2 0 0,-2 1 0 16,-1 2 0-16,8-1 0 0,-10 0 0 0,0-1 0 15,0 1 0-15,0 0 0 16,-2 1 0-16,4 0 0 0,-4-1 0 0,0 0 0 16,-2-2 0-16,3 4 0 15,0-4 0-15,4 3 0 0,-8-1 0 0,1 0 0 0,0-1 0 0,-2 0 0 16,0 2 0-16,0-1 0 0,-5 0 0 15,-1 0 0-15,0 0 0 0,-3-1 0 0,-1 0 0 0,3 1 0 16,-5-2 0-16,-1 2 0 16,-2-3 0-16,0 0 0 0,-1 3 0 0,1-3 0 0,-1 0 0 0,-2 0 0 15,0 0 0-15,0 0 0 16,0 0 0-16,0 0 0 0,0 0 0 0,0 0 0 16,-2 0 0-16,-4-3 0 0,-4 3 0 0,-4-4 0 15,-2 3 0-15,-4 1-1256 0</inkml:trace>
  <inkml:trace contextRef="#ctx0" brushRef="#br0" timeOffset="30447.67">7848 9080 2023 0,'-15'-2'0'15,"1"-4"0"-15,4 2 0 0,3-1 0 0,4 2 0 0,3-1 0 0,0-1 0 0,0-3 0 0,4 4 0 0,12-3 243 0,3 3-102 0,7 1-52 0,1 2-25 0,5-1 9 0,-5 2-35 0,3 0 336 0,-3 9-169 0,1 2-83 0,-5 3-42 0,1 3 31 0,-7 3-42 0,-6 2 0 0,-4 6-30 0,-6-2 32 0,-1 8 0 0,0-2-24 0,-17 1-45 0,-7-3-2 16,-6 1 0-16,-5 0 0 0,-4 1 0 0,-1-13 0 0,1-1 0 0,1-2 0 0,2-6 0 0,5-5 0 15,-4-4 0-15,14-1 0 0,6-1 0 0,9-13 0 16,6-3 0-16,0-1 0 0,15-7-12 0,10 0-74 16,10-2-955-16,6-2 502 0,2-1 250 0,1-1-538 15</inkml:trace>
  <inkml:trace contextRef="#ctx0" brushRef="#br0" timeOffset="30635.35">8374 8935 1152 0,'0'-17'0'0,"0"2"0"0,0 3 0 0,0-5 0 0,0 8 0 0,0 4 0 0,-5 2 639 0,-6 0-301 0,0 3-150 31,-6 0-65-31,0 15 323 0,-6 9-205 0,-1 6-101 0,-2 7-51 0,2 1 263 0,-1 7-147 0,5-2-187 16,4-1-18-16,6-1 0 0,3-2 0 0,7-3 0 0,0 6 0 0,8-9 0 16,18-7 0-16,4-3 0 0,8-5 0 0,6-5-57 15,6-1 44-15,-1-9-994 16,-2-3 493-16,2 0 200 0</inkml:trace>
  <inkml:trace contextRef="#ctx0" brushRef="#br0" timeOffset="31046.79">8928 8874 2206 0,'-10'-3'0'0,"-3"0"0"0,2 0 0 0,-2 2 0 0,-6 1 0 0,1 0 0 0,-1 10 0 16,-4 5 0-16,-2 8 0 0,2 4 312 47,-1 10-129-47,6-3 232 0,4 7-189 0,6-1-95 0,6 3-46 0,2-3 49 0,3 1-39 0,16-9-34 0,6-1 0 0,6-9-114 0,2 0 44 0,3-5 1 0,7 0 54 0,-3-8-496 0,-2 1 244 0,-3-5 121 15,1-3-796-15,-3 1 426 16,3-2 180-16,-12-1-408 0</inkml:trace>
  <inkml:trace contextRef="#ctx0" brushRef="#br0" timeOffset="31415.53">9173 8901 1517 0,'-7'0'0'0,"1"3"0"0,0 6 0 0,2 3 0 0,2 7 0 0,-2 3 0 0,4 7 419 16,0 7-191-16,0 2-95 0,1 7 412 0,8-3-255 0,3 5-116 0,-2-15-29 15,4 1-54-15,1-6-27 0,1-6 0 0,3-3-229 16,4-3 111-16,-6-11 40 0,5-4 26 0,-1-2-228 16,-1-15 126-16,5-7 73 0,-8-5 22 0,0-8-295 15,-3 3 144 1,-2-2 73-16,-2-3-110 0,1-3 63 0,-3 9 46 0,-4 0 76 15,-1 1-39-15,0 6 0 32,-1 6 0-32,0-1 219 0,-2 11-105 0,0 7-57 0,0 3-28 0,0 0 374 0,-4 20-183 0,1 2-55 109,0 7-59-109,0 2 236 0,3 3-134 0,0 0-67 0,0-2-11 0,0 7-18 0,0-9-45 0,2-1-30 0,2 0 0 0,5 0 0 0,-2-4 0 0,4 1-378 0,-2-7 111 0,3-5 115 0,-2-3 88 0,2-4-763 0,-2-2 394 0,4-5 190 0</inkml:trace>
  <inkml:trace contextRef="#ctx0" brushRef="#br0" timeOffset="31544.91">9650 9039 1794 0,'1'0'0'0,"1"0"0"0,3 0 0 0,-1-3 0 0,7 1 0 0,3-1 378 0,4 0-174 15,5 0 280-15,5 0-223 0,3-2-111 0,6 0-60 0,2 0-108 16,-3 2 23-16,1-3-1 0,-5 3 33 0,-1 1-611 15,1 1 314-15,-9-1 145 16,-6-1-780-16,-6 2 438 0</inkml:trace>
  <inkml:trace contextRef="#ctx0" brushRef="#br0" timeOffset="31710.3">9895 8791 1968 0,'-5'0'0'15,"-2"0"0"-15,3 0 0 0,-2 3 0 0,4 5 0 0,1 4 0 0,1 3 0 0,0 6 384 0,0 6-173 0,0 8-77 0,1-1 308 16,1 6-202-16,2 1-102 0,-2 1-50 0,-2 0-61 16,3 4 19-16,-3-12-9 0,1 0-509 0,-1-5 255 15,2-2 127-15,3-6 63 0,0-1-775 0,2-8 415 16</inkml:trace>
  <inkml:trace contextRef="#ctx0" brushRef="#br0" timeOffset="32093.82">10318 8885 1401 0,'3'-6'0'0,"1"4"0"0,-1-1 0 0,-2 3 0 0,1 0 0 0,-2 0 0 0,0 11 675 0,-5 5-325 0,-6 3-159 0,-5 5 119 0,-1 3-137 0,-3 0-70 0,-6 7-25 16,1-3 111-16,-1 0-77 15,-3 0-39-15,3-4 49 0,2-2-43 0,0-2-4 0,10-8-75 0,3-5 0 16,5-3 0-16,5-6 0 15,1 1 0-15,0 2 0 0,8-4 0 0,11 0 0 16,2 0 0-16,7 0 0 0,-2 0 0 0,8 2 0 16,-6-1 0-16,4 1 0 0,2 3 0 0,-2-3 0 15,1 1 0-15,3 0 0 0,-4-1 0 0,-5-2 0 16,1 2 0-16,-4-2 0 94,-5 0-2-79,2 0-60-15,-13 0 47 0,-4 0-21 0,-1 0 151 0,-3 0-115 0,-3-2 0 0,-8-6 0 0,-6-2 0 0,2-4 0 0,-6 1 0 0,4-3 0 0,-1-2 0 0,-3-4 0 0,7 2 0 0,0-3 0 0,0-1 0 0,5 1 0 0,0-2 0 0,2-1-158 0,3 4-25 0,4 5 67 0,0 2-322 0,0 2 201 0,2 2 100 0,5 2 41 16,6 7-207-16,1 2 133 0,2 0 67 0,0 2-619 0</inkml:trace>
  <inkml:trace contextRef="#ctx0" brushRef="#br0" timeOffset="32454.15">10682 8990 1446 0,'0'7'0'0,"0"0"0"0,0 1 0 0,0 2 0 0,0 2-1 0,0 0 0 0,0 7 0 0,0 1 837 0,0 3-401 0,0 1-200 0,2 2 283 0,2 2-241 0,5 0-111 0,3-7-145 0,1 1-21 0,2-4 0 0,3-3 0 0,0-5 0 15,6-3 0-15,-3-7 0 0,0 0 0 0,2-14-133 16,0-6 39-16,-2-9 66 15,3-4 41-15,-6-1-346 0,-3-3 176 0,1 1-26 16,-4 0-2-16,-2 3 74 0,1-1 28 0,-5 9 9 16,-3 3 243-16,-1 7-103 0,-2 6-51 0,0 6 494 15,0 1-251-15,-4 2-134 0,-3 14-67 0,-4 7 113 16,5 5-170-16,2 2 0 0,-2 3 0 0,5 0 0 16,1-1 0-16,0-1 0 93,0-2 0-93,1-3-143 0,9 5 57 0,4-11 56 0,0 1-966 0,4-3 483 0,1-3 220 0,3-1 119 0</inkml:trace>
  <inkml:trace contextRef="#ctx0" brushRef="#br0" timeOffset="32568.3">11352 9184 1041 0,'2'0'0'0,"-1"0"0"0,0 0 0 0,1 0-2 0,-1 0 774 0,1 0-370 0,-1 2-176 0,1 1-102 0,0 5 303 16,-2 1-198-16,0 6-98 0,0 3 298 0,-7 6-277 15,-2 3-152-15,-5 5 0 0,-2 2 0 0,-4 2 0 16,-1 0 0-16,1-3-477 0,2-5 191 0,4-5 160 16,0-5 81-16,4-4-815 0,7-8 363 0,-3-3 233 15</inkml:trace>
  <inkml:trace contextRef="#ctx0" brushRef="#br0" timeOffset="32826.42">11493 9082 1661 0,'8'0'0'0,"0"0"0"0,4 0 0 0,-1 1 0 0,-1 3 0 0,2 6 0 0,-2 1 0 0,-1 2 354 0,3 5-152 0,-6 3 252 15,-1 3-210-15,-3 2-106 16,-1-1-51-16,2 1 97 31,-3 2-65-31,0-7-46 0,0-9 0 0,0 0 94 0,0-3-65 0,0-6-33 0,0-3-65 0,0 0-4 0,5-19 0 0,6-4 0 16,1-8 0-16,5-9 0 0,4-2 0 0,1 1 0 15,-1-1 0-15,5-1 0 0,-5 3 0 0,2 2 0 16,4-3 0-16,-7 15 0 0,-3 4 0 0,0 5 0 16,-6 10 0-16,-3 4-106 0,1 1-858 0,-8 2 469 15,-1 5 229-15,0 10 116 0</inkml:trace>
  <inkml:trace contextRef="#ctx0" brushRef="#br0" timeOffset="33078.37">11970 8738 1291 0,'0'0'0'0,"0"0"0"0,0 0 0 0,3 0 0 0,3 0 0 0,1 0 933 0,4 0-450 0,4 5-214 16,2 8 456-16,5 5-495 0,1 7-230 0,-1 7 0 16,3 5 0-16,-5 7 0 15,-7 1 0-15,-4 6 0 0,-9 8 0 0,0 0 0 0,-20 4 0 0,-11 4 0 16,-7-8 0-16,-8-3 0 62,-6 1 0-62,-4-7-882 0</inkml:trace>
  <inkml:trace contextRef="#ctx0" brushRef="#br0" timeOffset="33507.89">12601 9101 2190 0,'-20'-2'0'0,"4"-4"0"0,2 4 0 0,4-2 0 0,6 3 0 0,4 1 0 0,0 0 0 0,2 0 0 0,13 0 0 0,7 0 101 16,8 0-36-16,6 0-1 0,4 0-27 0,4 0 0 0,4 0-1 0,2-3 10 0,-5 0 895 0,-3-1-527 0,2 3-414 0,-2 1 0 0,-5 0-705 0,8 0 137 0</inkml:trace>
  <inkml:trace contextRef="#ctx0" brushRef="#br0" timeOffset="34120.37">13670 8944 1498 0,'-11'-17'0'0,"0"5"0"0,4 0 0 0,2 0 0 0,5 6 0 0,0-5 0 0,3 6 0 0,13-2 259 0,2 5-111 0,4-1 215 16,1 3-168-16,2 0-79 15,1 0-40-15,-5 11 41 0,4 0-30 0,-5 3-10 32,-6 2-41-32,0 3-28 0,-8 2 29 0,-3 1 0 0,-1 4 9 0,-2 1-53 0,-14-2 1 0,-8-1 42 31,-4 2-34-31,-4-4 0 0,-3 1 44 0,-3-7-187 0,-1-2 68 0,-2-4 49 15,5-3-2-15,1-5-371 16,1-2 175-16,11 0 104 0,7-3 28 0,8-13-176 31,6-1 115-31,5-5 57 0,15-5 19 0,11 1-363 0,9-5 201 0,3-1 100 0,5-3-222 0,0 1 178 0,8-6 86 0,-9 7 46 16,-2 1 49-16,-2 5 0 0,-8 6 0 0,-7 4 260 16,-6 5-176-16,-12 12-56 0,-9 0-32 0,-1 10 229 46,-1 9-131-46,-12 5-65 0,2 8 43 0,-2 1 791 0,-4 4-413 0,5 1-207 0,1 2 514 0,2-2-360 0,1 5-171 0,6-10-19 0,2 1-207 0,0-4 0 94,8-3 0-94,14-3 0 0,7 0 0 0,1-10 0 0,7-4 0 0,4-3-67 0,6-6-244 0,-3-1 174 0,6 0 96 0,-12 0-414 0,0-7 136 0,-4-7 161 0</inkml:trace>
  <inkml:trace contextRef="#ctx0" brushRef="#br0" timeOffset="34313.71">14436 8774 1009 0,'-10'-6'0'0,"0"6"0"0,2-3 0 0,-1 3 0 0,3 0 0 0,-2 14 767 15,2 4-370-15,3 11-180 0,3 2-90 0,0 3 377 16,0 7-234-16,0 5-107 0,7-2-68 0,5-1-35 16,6 1-23-16,1-4 0 15,4-5-237-15,4 1 128 0,1-14 50 0,0-3-678 16,0-6 368-16,0-6 185 0,1-2 91 0,4-5-731 47,-6 0 380-47,-1-15 184 0</inkml:trace>
  <inkml:trace contextRef="#ctx0" brushRef="#br0" timeOffset="34554.58">14794 8828 918 0,'-7'-7'0'0,"1"1"0"0,3 0 0 0,-2 6 0 0,2 0 0 0,3 0 614 0,0 17-288 0,0 2-145 0,0 10 423 0,0 3-288 15,1 6-139-15,4-3 82 0,4 3-111 0,-2 1-56 16,6 4-18-16,-1-11-75 0,5-5 38 0,0-1 0 16,3-7 0-16,0-7-341 0,4 3 179 0,0-15 77 15,-3 0 42-15</inkml:trace>
  <inkml:trace contextRef="#ctx0" brushRef="#br0" timeOffset="34608.44">14983 9220 3025 0,'21'-22'-137'0,"-1"-4"22"0,0-7-229 0,-6 0 123 0,-3-1 93 0,0-2 40 0,-5 1 26 0,1-2 0 0,-1 0 16 0,-2 8 9 0,-2 2 1 0,-1 3-1 0,-1 8 0 0,0 6 397 0,0 0-208 0,-1 10-89 0,-5 0 504 0,1 10-272 0,3 12-137 0,-2 4-20 0,2 6 189 0,2-1-149 15,0 5-160-15,0 0-18 0,2-1 0 0,4 1 0 0,5 3 0 0,0-10 0 0,3-3 0 0,0 2 0 0,2-4 0 0,2-4-503 16,2 3 176-16,-2-12 171 16,0-1-835-16,0-6 476 0</inkml:trace>
  <inkml:trace contextRef="#ctx0" brushRef="#br0" timeOffset="34786.53">15490 9067 2371 0,'0'0'0'0,"0"0"0"0,0 1 0 0,0 3-3 0,-3 0 0 0,0 5 1 0,1 0-1 0,-3 5 740 16,1 3-352-16,-4 2-175 0,2 6-87 0,-5 0-7 0,1 2-116 0,-2-1 0 15,-1 1 0-15,0-4 0 16,2-1 0-16,-2-2-13 0,2-6-764 0,3-6 407 15,4-4 203-15,0-4-806 0,4 0 413 16</inkml:trace>
  <inkml:trace contextRef="#ctx0" brushRef="#br0" timeOffset="35000.51">15594 8963 1866 0,'5'0'0'0,"3"0"0"0,-3 0 0 0,2 3 0 0,-2 5 0 0,0 5 0 0,-2 4 0 0,0 6 594 0,-2 1-284 0,1 5-136 0,-2-1 60 0,0 2-99 0,0-2-49 0,0-1-16 16,0-6 105-16,0-5-69 0,0-5-35 0,0-3 39 16,2-5-110-16,-1-1 0 0,2-2 0 0,3-10 0 15,-1-7 0-15,1-4 0 16,1-6 0-16,1-3 0 31,0 2 0-31,0-3 0 0,2 1-260 0,0-2-38 0,0-1 155 0,0 7 36 0,0 1-446 0,0 4 259 0,1-1 129 0</inkml:trace>
  <inkml:trace contextRef="#ctx0" brushRef="#br0" timeOffset="35201.55">16009 8644 1489 0,'3'0'0'0,"0"0"0"0,0 0 0 0,0 0 0 0,3 1 0 0,2 8 0 0,3 3 817 0,0 8-390 0,1 7-196 0,1 6-97 0,1 6 384 16,0 13-233-16,-6 0-255 0,-5 3-30 0,-3 5 0 15,0-1 0-15,-6 1 0 0,-13 3 0 0,-2-11 0 16,-5-4 0-16,-4 0 0 0,-1-7 0 0,0-5 0 16,0 3 0-16,9-18-619 15,5-7 213-15,6-6 81 0</inkml:trace>
  <inkml:trace contextRef="#ctx0" brushRef="#br0" timeOffset="35346.33">16313 9327 3497 0,'-2'0'0'0,"1"-3"0"0,1 1 0 0,0 2 0 0,0-1 0 0,0 1 0 0,0 0-910 0,0 0 438 0,0 0 218 0</inkml:trace>
  <inkml:trace contextRef="#ctx0" brushRef="#br0" timeOffset="58265.33">16610 8946 1413 0,'-1'-10'0'0,"-1"2"0"0,1 1 0 0,1 1 0 0,0-3 0 0,1 4 263 0,5-3-113 0,7 4-56 16,-1 0-28-16,4-2 446 0,-1 1-228 0,2 5-127 15,-1-3 140-15,1 1-129 16,1 2-65-16,2 0 8 0,-3 0-42 0,0 0 1 0,1 0-33 0,-2 0-180 16,1 2 90-16,1 1 55 0,-5 0-10 0,-1 0-560 15,0 2 297-15,-3-4 153 16,-1 4-445-16,0 2 259 0,-2-1 114 0</inkml:trace>
  <inkml:trace contextRef="#ctx0" brushRef="#br0" timeOffset="58483.96">16658 9184 2282 0,'-13'7'0'0,"3"5"0"0,2-4 0 0,2 2 0 0,6-1 0 0,0-4 0 0,1 4 0 0,14-4 822 31,8-2-393-31,5-1-185 0,3-2-109 0,5 0-116 16,2-2-19-16,2-3 0 0,-1-1 0 0,2-2 0 16,-5 5 0-16,-3 0 0 0,0-2 0 0,-6 4 0 0,-4 0 0 0,2 1 0 15,-13 0 0-15,-4 0 0 0,-4 0 0 0,-2 0 0 0,-2 0 0 0,0 0-80 16,-6 0-12-16,-6 0-492 16,0 0 272-16,-1 0 137 0,2-2-782 0</inkml:trace>
  <inkml:trace contextRef="#ctx0" brushRef="#br0" timeOffset="59988.29">17548 8910 1151 0,'-2'-9'0'0,"-3"3"0"0,2 0 0 15,2 2 0-15,1-7 0 0,0 6 0 0,1-3 242 0,12-3-101 0,2 4-51 0,3 1 264 0,2-3-147 0,0 7-89 16,-1 2-40 0,1 0 164-16,0 0-102 0,1 2-50 15,2 9-15-15,-3 7 39 0,-3 4-37 0,2 0 0 0,-5 7-9 0,-2 1 1 16,1 3-20-16,-8-2-25 0,-4 1 16 0,-1-1-1 16,0 1 0-16,-3-1-25 0,-10 5 10 0,-7-11 16 15,-1-3-1-15,-5-1-10 0,-2-4 10 0,-1-3 0 16,-4-4 11-16,3-5-98 15,2-5 40 1,-1 0-11-16,2 0-47 0,4-10 45 0,0-5 22 0,12-3-342 0,3-1 168 0,6-4 69 16,2-2 48-16,2-3-536 0,12 4 281 0,8-3 136 47,4 1 68-47,4-1-468 15,3 4 263-15,3-5 127 0</inkml:trace>
  <inkml:trace contextRef="#ctx0" brushRef="#br0" timeOffset="60181.77">17959 8831 1341 0,'1'-10'0'0,"1"0"0"0,0 1 0 0,-2 1 0 0,0-1 0 0,0-4 0 0,0 6 0 0,0 0 536 0,0 3-249 0,0-1-124 47,-5 3 193-47,-2 1-148 0,0 1-90 0,-2 3-5 0,-5 12-36 0,0 6-1 0,2 10-37 0,-4 7 118 0,3 3-64 0,1 3-27 16,2 3 0-16,4-1 68 0,3 0-47 0,0 4-73 0,3-9-14 0,3-4 0 15,8-2 0-15,7-5 0 0,3-6-276 0,5 0 135 16,1-14 85-16,2-3-659 0,1-4 348 0,0-3 142 47,-1 0 94-47,2 0-282 0,-6-12 192 0,-3 0 91 0</inkml:trace>
  <inkml:trace contextRef="#ctx0" brushRef="#br0" timeOffset="60519.59">18202 9073 1716 0,'0'0'0'0,"-3"0"0"0,-1 0 0 0,0 0 0 0,3 0-3 0,-1 3-1 0,2 6 0 0,0 3 300 16,0 0-131-16,0 5 86 0,0 2-106 0,3 3-54 16,6 2-17-16,-1 0-76 0,3-1 1 0,2 0 40 15,-1-3-1-15,1 1-64 0,2-1 43 0,0-8-11 16,0-1 33-16,-1-7-127 0,0 0 64 0,2-4 31 16,2 0-107-16,-4-14 59 0,0-4-16 0,-1-8-90 15,-1-1 56-15,-3-6 39 16,3 4-3-16,-5 0 20 0,-2 1 6 0,-2 5 5 15,0 1-5-15,-1 4 122 0,-1 1-60 0,-1 8-24 16,0 5 6-16,0-1 374 0,0 5-176 0,0 0-99 16,0 7 200-16,-1 10-142 0,1 5-66 0,0 0 94 15,0 3-80-15,0 0-41 16,0 6-77-16,0-4-2 0,4-2 0 0,3 1 0 16,2-2 0-16,0 1-135 0,2-1 29 0,0-7 68 0,2 1 38 0,0-5-264 15,0-3 98-15,1 0 91 16,-2-9-633-16,1-1 334 0,-1 0 167 0,-1-4-499 0</inkml:trace>
  <inkml:trace contextRef="#ctx0" brushRef="#br0" timeOffset="61636.33">19011 8794 416 0,'0'0'0'0,"0"0"0"0,-2 0 0 0,2 0 0 0,0 0 0 0,0 0 250 0,0 0-107 0,0 0-43 0,0 0-37 0,0 0 112 16,0 0-69-16,0 0-35 0,0 0 19 0,2 0-17 15,0 3-10-15,1 5-26 0,-2 1 26 0,2 3 0 16,-3 0-26-16,0 3 11 16,0 3-11-16,-7 2 0 0,-5 4 0 0,-4 5 111 0,-3 0-45 0,-5-1-38 15,-1-1 0-15,-3 1 186 16,-1-2-108-16,-2-6-52 0,1 4 98 0,8-11-81 15,0-3-35-15,7-3-1 0,4-5 146 0,4 0-90 16,1-2-37-16,6 0-10 0,0 0 0 0,13 0-44 16,7 0 0-16,4 0-75 0,5 0 47 0,1 0-9 15,3 0 36-15,2 0-154 0,1 0 77 16,-2 6 39-16,5-3-221 0,-8 2 95 0,1 3 68 0,-4-1-4 47,-3-3-32-47,-2 3 9 0,0-1 25 0,-10-2 37 0,-5 0-11 0,-2-3-6 0,-3-1 5 0,-3 0 177 0,0 0-93 0,0 0-36 15,-9-1 1-15,-2-10 335 0,-3-6-173 0,1 0-57 16,-4-7 66-16,3 2-159 0,-4-4-24 0,2-3 0 16,-3-3 0-16,2-2 0 0,-3-7 0 0,4 5 0 15,4 2 0-15,1 3 0 16,2 0 0-16,2 8-70 0,4-3 11 0,3 14 4 0,0 1 33 0,2 7-474 16,11 1 232-16,2 3 102 0,3 3-514 0,-1 9 324 15,5 5 158-15,0-2 78 16,0 4-475-16,0-2 277 0</inkml:trace>
  <inkml:trace contextRef="#ctx0" brushRef="#br0" timeOffset="61951.78">19349 8857 1018 0,'0'7'0'15,"-1"3"0"-15,-3 1 0 0,3-1 0 0,-2 7 0 0,1 3 0 0,0 2 0 0,1 8 547 0,1 0-260 0,0 1-125 0,0 4-62 0,0-4-32 0,3 1 0 0,5-1-22 0,3-8 289 0,-3-5-149 0,6-3-74 0,0-7-38 0,1-4-159 0,4-2 71 0,-4-2 20 0,4-2-169 0,0-15 101 0,-2-5 49 0,2-7 25 0,1-2-80 0,-8-1-19 0,1-1 49 0,-1-2-59 0,-2 2 1 0,-2 2 5 0,2-4 21 16,-5 11 199-16,-2 2-78 0,0 5-40 0,-1 5 379 16,-2 4-184-16,0 1-100 15,0 7-25-15,0 0 133 0,0 14-88 0,-5 7-44 0,2 3 0 0,1 7 1 16,2-1-9-16,0 1-37 15,0 3 0-15,0-4-66 0,5 3 33 0,5 3 9 0,2-10-227 16,1 0 125-16,3-2 63 0,0-5 32 16,4 2-558-16,-1-10 272 0,0-1 80 0,1-6-495 15,-1-2 329-15,1-2 164 0</inkml:trace>
  <inkml:trace contextRef="#ctx0" brushRef="#br0" timeOffset="62111.03">19874 8986 1323 0,'-2'-2'0'0,"-1"-1"0"0,1 0 0 0,2 1 0 0,0 2 0 0,2 0 0 0,8 0 361 0,7 0-152 0,8 0-91 0,5 0 344 0,2 0-213 0,2 0-105 0,4 0-54 0,6 0-149 0,-7 2 44 16,2-2 26-16,-5 0-632 16,-1 0 329-16,-5 0 165 0,1 0 91 0,-13 0-771 0</inkml:trace>
  <inkml:trace contextRef="#ctx0" brushRef="#br0" timeOffset="62261.12">20143 8678 1991 0,'-1'-6'0'0,"-2"1"0"0,3 4 0 0,0 0 0 0,0 1 0 0,0 6 0 0,0 11 0 0,6 8 0 0,0 6 228 0,1 10-95 0,-3 6 439 16,-2 6-272-16,0 2-132 0,-1 10-65 0,-1 2-241 15,0-4 87-15,0 8 54 16,0-16-10-16,0-1-929 0</inkml:trace>
  <inkml:trace contextRef="#ctx0" brushRef="#br0" timeOffset="62954.45">20885 8915 938 0,'-8'-17'0'0,"2"5"0"0,-1 0 0 0,2 3 0 0,2 1 0 0,1 1 391 94,2-4-167-94,0 5-98 0,0 2-44 0,2 1 261 15,10 3-152-15,4-3-68 0,2 1-47 0,1 2-1 0,5 0-37 0,-1 0-1 0,-1 5 167 0,3 0-74 0,-2 3-51 0,-1 3-71 0,-3 0 29 0,-1 2 0 0,-1 4 1 0,-3 1-145 0,-7 1 67 0,-4 3 39 0,-3 1 0 0,0 1 38 0,-6-2 1 0,-9 5 9 0,-5-4-48 0,-3-2-183 16,-5-3 76-16,-4-1 52 0,-2-4 20 0,-3-1 6 15,4-5 17-15,0-4 27 0,2-3-25 0,2 0 1 32,4 0 5-32,0-5-237 0,11-10 114 0,5 1 58 0,9-3 26 0,0-1-419 0,5 0 214 15,13-2 96-15,7 3 62 0,4 0-456 0</inkml:trace>
  <inkml:trace contextRef="#ctx0" brushRef="#br0" timeOffset="63167.21">21314 8764 1890 0,'1'-11'0'0,"1"1"0"0,0 1 0 0,-2-1 0 0,0 0 0 0,0 3 0 0,0 3 0 0,-2 3 209 0,-4-2-85 0,-4 3-43 0,-2 0 332 0,-1 6-192 0,-2 9-92 0,-2 4-45 0,1 6 166 0,-1 5-96 0,2 2-63 0,5 3-27 0,2 2 77 0,5-3-61 0,3 3-80 0,0 1 0 0,1-6 0 0,12-3 0 0,9 0-116 0,0-7 65 0,6-2 44 16,3-1 10-16,-3-8-580 15,2-6 293-15,-3 1 86 0,2-6 93 0,-1 0-680 16,1 0 364-16</inkml:trace>
  <inkml:trace contextRef="#ctx0" brushRef="#br0" timeOffset="63638.65">21575 8964 453 0,'-5'0'0'0,"0"-3"0"0,2 2 0 0,-2-3 0 0,2 0 0 0,0 3 0 0,2 0 217 0,0 1-89 0,1 0 267 16,0 0-179-16,0 0-79 0,0 7-55 0,1 5 146 15,6 3-96-15,-1 2-47 0,1 1-24 0,0 6 27 16,-1 0-9-16,0 0-42 16,0 0 22-16,1 1-22 0,-2 1 0 0,-1-1 10 15,1-1 21-15,0-6 0 16,-2 0-31-16,1-4 60 0,1 0-31 0,-2-3 10 0,2-6-38 0,0-5 90 15,1 0-46-15,3-2 1 16,1-18-46-16,3-4-22 0,2-4 23 0,-1-3-1 0,3-3 0 0,0-1-39 16,-1 0 0-16,5 0 49 0,-8 3-103 0,2 6 47 15,-4 1-1-15,-3 3-148 0,-1 4 80 0,2 0 53 16,-8 9-3-16,1 6-284 0,-2 0 133 0,0 1 80 16,0 2 8-16,-3 0-531 0,-2 5 297 15,-3 7 144-15,5-1 72 0,-2 0-332 16</inkml:trace>
  <inkml:trace contextRef="#ctx0" brushRef="#br0" timeOffset="63949.26">22160 8932 1402 0,'-10'-4'0'15,"0"-1"0"-15,5 3 0 0,2 1 0 0,0 1 0 0,3 0 0 0,0 0 66 0,0 0 9 0,0 0-40 0,0 1 1188 0,1 3-594 0,6 1-297 0,-1-3-238 0,1 5-20 0,1-6-73 0,-2 3-1 0,1 1-637 0,0-3 287 0,-1 1 193 0,3 0 104 0</inkml:trace>
  <inkml:trace contextRef="#ctx0" brushRef="#br0" timeOffset="64590.3">22766 8772 1402 0,'-7'-7'0'0,"3"3"0"0,-2 4 0 0,1 0 0 0,0 0 0 0,-1 3 0 0,-2 12 0 0,-2 3 195 16,-1 6-79-16,-6 8 30 0,-1 1-44 0,-3 6-34 31,-4 5 10-31,-2-3 2 0,2 0 0 0,-3-5-44 0,0-2 0 0,2-6 135 16,-1-3-59-16,9-10-42 0,5-10 0 0,3-1 164 0,5-4-99 0,1 0-49 15,3 0 69-15,1-4-65 16,0-1-26-16,10-2-1 0,5-1 20 0,5 3-24 15,5 0 9-15,0 1-64 0,5 2-1 0,-1 1 33 16,4 1 0-16,2 0-91 0,4 0 55 0,-6 7 14 16,-2 1-1-16,2 2-139 0,0 1 62 0,-3 2 45 15,2-1-47-15,-7 0 10 16,-5-3 29-16,-4 1-17 0,-4-2 68 0,-4-2-18 0,-2-1-21 0,-4-5 188 16,-2 0-87-16,0-3-40 0,-8-11-23 15,-1-5 117-15,-2-5-140 0,-1-2 0 16,-1-4 0-16,2-3 0 0,0-3 0 0,-1-4 0 15,1 2 0-15,3 1 0 16,-4-3 0-16,7 3 0 0,-3 7 0 0,1-5 0 16,3 11 0-16,3 7 0 0,1 5-129 0,0 4-16 15,0 4 67-15,1 4-527 0,6 0 290 0,5 4 139 16,2 13 70-16,0 0-620 0,0 4 345 0</inkml:trace>
  <inkml:trace contextRef="#ctx0" brushRef="#br0" timeOffset="64865.75">23137 8860 1530 0,'0'0'0'0,"0"1"0"0,0 0 0 0,0 5 0 0,0 0 0 0,2-1 0 0,0 7 0 0,5 1 0 0,0 6 0 0,3 7 733 0,0-2-353 0,2 4-172 16,-1 2-86-16,6 0 24 78,-5 0-55-78,4 2-18 0,-4-10-11 0,-1-1 0 0,-1-7-26 0,1-4 0 0,-4-6 119 0,4-1-50 0,-5-3-39 0,2-11 60 0,0-11-126 0,0-7 0 0,3-4 0 0,1-6 0 0,1 0 0 0,-1-4 0 15,2-2 0-15,-1 0 0 16,6-2 0-16,-6 9 0 0,0 5 0 0,-2 4 0 0,-2 6 0 0,0 7 0 16,-4 1-797-16,0 13 376 0,-4 2 193 0,1 7-708 0,-2 12 450 0</inkml:trace>
  <inkml:trace contextRef="#ctx0" brushRef="#br0" timeOffset="65482.11">22389 9463 1225 0,'-13'-6'0'0,"1"1"0"0,2 0 0 0,3 3 0 0,1 0 0 0,-1-1 0 0,4 3 272 0,0 0-110 0,3 0-67 0,0 0 396 15,3 0-227-15,11 0-114 0,6 0-58 0,8 0 327 32,5 0-196-32,6 0-94 0,7 0 131 0,5 0-111 0,7 0-149 0,7 0 0 15,-1 0 0-15,7 0 0 0,5 0 0 0,1 0 0 16,7 0 0-16,-18 5 0 0,1-3 0 0,-6 3 0 15,-7 0 0-15,-8-5 0 0,5 3 0 0,-20-3-221 16,-6 0 86-16,-8 0 18 0,-4-3 22 0,-4-4 12 16,-3 0 15-16,-6 4 93 0,0-2-31 0,0 1 1 15,-8 1-31-15,-3 3-45 16,-1-2 14-16,-4 2 8 0,-1 0 23 0,0 9-645 16,-3 6 323-16</inkml:trace>
  <inkml:trace contextRef="#ctx0" brushRef="#br0" timeOffset="66011.37">22965 9715 1201 0,'0'-11'0'0,"0"0"0"0,0 0 0 0,0 1 0 0,0 1 0 0,0 2 246 0,0 2-105 0,-2 0-52 0,-2 1 343 16,0 1-203-16,-2 3-97 0,-1 7-47 0,-3 10 56 15,3 2-53-15,-2 7-17 16,1 5-9-16,0-1 106 0,4 4-66 0,-1 1-33 0,5 1 97 0,0 2-56 16,0-6-42-1,2-3 27-15,7-3-29 0,6-1-1 0,0-5-29 0,8-2-6 0,0-11 5 0,3-7-31 16,1 0-4-16,-1-1 0 16,0-19 0-16,3-4 0 0,-6-6 0 0,-3-4 0 15,-2-2 0-15,-4-2 0 0,-3-1 0 0,-3 0 0 31,-6 6 0-31,-2-2 0 0,0 3 0 0,-10-1 0 0</inkml:trace>
  <inkml:trace contextRef="#ctx0" brushRef="#br0" timeOffset="66068.85">23185 9646 3931 0,'-18'-31'0'0,"-4"10"0"0,-1 8 0 0,-1 1 0 0,-3 10 0 0,1-1 0 0,-2 3 0 0,7 0 0 0,3 12 0 0,3 4 0 0,5 2 0 0,4-1 0 0,6 4 0 0,0-1 0 0,2-1 0 0,12 2-855 0</inkml:trace>
  <inkml:trace contextRef="#ctx0" brushRef="#br0" timeOffset="68725.19">23984 9085 662 0,'-4'-7'0'0,"-6"-4"0"0,3 4 0 0,4 3 0 0,0-1 0 0,3 5 412 0,0-5-187 0,0 2-83 0,7-1-57 0,10 1 342 16,6-1-194-16,7-1-97 78,5 0 215-78,4-2-146 0,0 4-88 0,3-2 56 0,2 2-67 0,3 0-33 0,1 0-1 0,4 2-65 0,-8 1-9 0,-5 0 41 0,-5 1-1 0,-3 8-267 0,-6 1 134 0,1 1 76 0,-14 3 24 0,-6-3-585 0,-4 1 231 0,-2-2 170 0,0-2-529 0,0-1 326 0,-8-7 176 0</inkml:trace>
  <inkml:trace contextRef="#ctx0" brushRef="#br0" timeOffset="68926.57">24374 8703 1122 0,'-7'-5'0'0,"0"3"0"0,4 1 0 0,2 1 0 0,-1 0 0 0,-1 8 562 0,3 9-267 0,0 3-128 0,0 8-65 0,0 3 176 0,0 8-110 0,0 3-70 0,-3 8-30 0,-4 4 126 16,1 1-77-16,-3 3-40 15,1 2-242-15,2-11 97 0,3-4 54 0,1-3-411 16,2-8 232-16,0-4 116 0,0 0 67 15,2-15-578-15,9-6 232 0,4-9 163 0,1 0 59 0,3-7-318 0</inkml:trace>
  <inkml:trace contextRef="#ctx0" brushRef="#br0" timeOffset="69161.31">24661 9014 1042 0,'2'3'0'0,"2"-1"0"0,-1 4 0 0,0 1 0 0,-1 3 0 0,2 4 314 0,1 3-138 0,2 1-69 0,-1 6 445 0,4-1-262 0,2 1-126 0,2 0-63 0,3-4-31 0,3-1 0 16,8-2-22-16,-2-7 114 0,2-5-62 0,2-5-31 16,1 0 0-16,-3-6-152 93,2-12 70-93,-11-1 21 0,-2-9 0 0,-6 0-55 0,-8-2 43 0,0 1 0 0,-3-5-6 0,0 4-30 0,-13 2 27 0,-5 0-5 0,-3 3-30 0,-5 1 23 0,1 7 19 0,-3 5 83 0,0 6-38 0,0 4 8 0,1 2-44 0,1 0-121 0,7 0 60 0,4 8 34 0,4 4 1 0,4 2-519 0,6-1 257 0,1 4 101 16,0-1-252-16</inkml:trace>
  <inkml:trace contextRef="#ctx0" brushRef="#br0" timeOffset="70622.34">25593 8722 1166 0,'-10'-8'0'0,"3"4"0"0,-1-1 0 0,6 3 0 0,2 1 0 0,0 1 0 0,0 0 232 0,10 0-96 0,5 0-38 16,7 3 317-16,7 2-187 0,6-1-94 0,5 1-47 16,8-2 237-16,10 4-132 0,1-2-81 0,10 0 155 15,9 2-114-15,11-4-55 16,9-2-29-16,14 2 119 0,-8-3-149 0,6 0-38 16,3 1 0-16,2 2 0 0,-4 4 0 0,15 1 0 15,-27 0 0 63,-4 2 0-78,-3-1 0 0,-8 3 0 0,-6 0 0 16,9-2 0-16,-25 0 0 0,-3-3 0 0,-2 0 0 0,-6-4 0 0,-5-3 0 0,6 0 0 0,-19 0 0 0,-5 0 0 0,-6 0 0 0,-4-3 0 0,-1 3 0 0,-11-4 0 0,-5 1 0 0,-1 3 0 0,0-3 0 0,0 0 0 0,-5-2 0 0,-9-2 0 16,-2 1 0-16,-4 1-28 0,-3-1-18 0,-1 2 1 15,-8 2-6-15,4-1-1549 0</inkml:trace>
  <inkml:trace contextRef="#ctx0" brushRef="#br0" timeOffset="71256.06">25557 8779 1468 0,'0'-15'0'0,"-2"-3"0"0,-1 8 0 0,0 0 0 0,1 5 0 0,2 3 0 0,-1-1 0 0,1 3 0 0,0 3 197 0,0 16-79 0,0 11-39 16,0 7 160-16,3 11-100 0,1 8-39 0,2-1-36 0,0 6 224 15,-2 0-124-15,0 3-62 110,0 1-31-110,2 13 27 0,-3-17-9 0,0 0-50 0,-1-5-26 0,0-5-1 0,-1-9 28 0,0 2-20 0,-1-19-11 0,0-9 31 0,0-5 0 15,-4-8 19-15,-2-3-19 0,-5 0 9 0,0 0-9 0,-2-10 0 0,-1-4-42 0,-2-3 35 0,1-5 32 0,0-2-61 0,-1 1-7 0,2 0 37 0,0-1-157 0,0-1 74 0,-1 1 32 0,0-2-108 0,2 10 61 0,2 0 36 0,0 5 2 0,1 5 1 0,-2-1-20 0,5 4 41 16,-3 3-44-16,4 0 27 0,-1 8-35 0,0 6 35 31,-1 3-33-31,3 0-143 78,-1 2 78-78,4 2 43 16,-1-3-411-16,1 0 224 0,2-2 102 0,0-4 65 0,0-4-522 0</inkml:trace>
  <inkml:trace contextRef="#ctx0" brushRef="#br0" timeOffset="71771.24">25931 8973 1402 0,'-11'-12'0'0,"1"5"0"0,0 5 0 0,2 1 0 0,-3 1 0 0,-2 0 0 0,-2 13 0 0,-1 7 0 0,0 8 497 0,-1 6-229 0,1 5-115 15,0 7 276-15,3-3-201 0,2 4-94 0,4 0 98 16,3 1-97-16,4-1-48 16,0 1-15-16,5-13-67 0,12-3 33 0,2-4 0 0,6-4 0 0,5-4-347 15,1 1 184-15,1-11 76 0,0-1 44 0,-1-5-728 16,2-1 373-16,-6-2 92 0,5 1-514 0</inkml:trace>
  <inkml:trace contextRef="#ctx0" brushRef="#br0" timeOffset="72312.88">26134 9090 1017 0,'-3'-7'0'0,"-1"2"0"0,-1 0 0 0,-2 1 0 0,4 3-3 0,-1 0 427 0,0 1-185 16,-1 0-107-16,-2 1-49 0,0 11 97 15,-2 2-72-15,-1 6-26 0,-4 1 48 0,1 6-47 0,-3 1 1 0,-2 2-81 16,0-1 35-16,-2 3 10 0,2-3-9 0,0-5 28 15,0-4-1-15,1 1-27 79,2-8 0-79,-2 1 83 0,9-7-47 0,-1-5 0 0,5-2-36 0,4 0 62 0,0 0-31 0,0 0 9 0,4-2-23 0,13-5-17 0,8-1 0 0,1 1-44 0,4 2 1 0,3-2 52 0,-1 4-9 0,1-1-121 0,-1 4 60 0,0-3 31 0,-4 2-1 0,6 0-3 15,-7-1 28-15,-4 2-46 16,-4 0-134-16,-2 0 78 0,-6 0 0 0,4 0-6 0,-12 0 20 0,-2 0 8 15,-1-1 0-15,-1-6 293 0,-8-3-122 0,-5-4-55 16,-1 1-33-16,-2-3 2 0,-2-3-1 0,3-1 1 16,-5-2 1-16,2-3-83 15,0 1 32-15,3 0 16 16,2-2 23-16,-1 3-308 94,4 3 144-94,-2-4 57 0,5 9-140 0,3 3 74 0,5 2 60 0,0 6-24 0,0 3 36 0,7-2-12 0,8 3 47 0,3 6-901 0,0 5 451 0</inkml:trace>
  <inkml:trace contextRef="#ctx0" brushRef="#br0" timeOffset="72590">26322 9179 1791 0,'-5'7'0'0,"-4"0"0"0,3 3 0 0,1 2 0 0,-1 5 0 0,1 0 0 0,3 2 0 0,2 3 307 0,0 1-133 16,0 0 69-16,0 2-92 0,1-5-61 0,9-2-26 0,2-2 3 15,1-3-29-15,3-1 1 16,1-5 10-16,0-2-172 0,-1-5 81 0,0 0 40 0,1-2 0 16,-1-8-105-1,2-7 82-15,-4-1 27 0,-3-2-121 0,1-5 29 0,-4-1 52 0,1-3-54 16,1-1 37-16,-4 4 0 0,-2 2 1 0,0 2 82 16,-3 3-26-16,0 4-1 0,2 1-32 0,0 6 294 15,-3 5-134-15,0 3-48 0,0 0-40 0,-3 14 204 31,0 7-80-31,1 3-69 0,-2 3 31 0,4 0-43 0,-1 2-1 0,1 1-184 0,0 0 79 0,0-4 26 16,1 1 0-16,6-6-160 16,2-1 98-16,2 1 58 0,2-6-6 0,0-5-635 15,-3-3 267-15,6-4 171 0,-3-3-398 0,3 0 272 16,-3-3 149-16,-3-11 71 0</inkml:trace>
  <inkml:trace contextRef="#ctx0" brushRef="#br0" timeOffset="72799.88">26703 9115 2478 0,'0'-7'0'0,"0"1"0"0,0 3 0 0,0 1 0 0,3-1 0 0,1 3 0 0,5 0 0 0,-2 5 0 0,6 5 0 0,-2 6 0 0,2-1 0 0,1 7 0 0,1 2 0 0,-6 4 0 0,0 0 0 0,-3 5 0 0,-2 2 0 0,-4 0-1 0,0 5 282 0,0-5-127 15,-10 2-58 32,-5-3-204-47,-2-2 73 0,-3-3 36 0,-2 0-224 0,0-12 112 0,1-5 70 0,-2-6-14 0,1-4-420 0,2-2 197 0,0 0 114 0,4-8 53 0,6-10-384 0,-2-6 229 0</inkml:trace>
  <inkml:trace contextRef="#ctx0" brushRef="#br0" timeOffset="73089.63">26821 8974 1204 0,'19'-18'0'0,"2"6"0"0,1 0 0 0,4 7 0 0,-4 1 0 0,-2 4 0 0,-4 0 0 0,1 2 483 0,-4 8-222 0,2 4-102 0,-7-2 31 0,-2 3-76 0,-3 1-37 16,-1 0-1-16,-2 3-183 0,0 0 83 16,-8 0 26-16,-3-4 0 0,-4-1-117 15,2 0 77-15,-2-3 38 0,-3 2 9 0,1-6 7 47,0-2 20-47,2 0-59 0,3-4 115 0,1 1-63 0,2 2-25 0,5-4 299 0,-1 0-140 0,5 0-56 0,0 0-39 0,0 0 131 0,9 0-71 0,4 0-50 16,3 0 0-16,4-1-68 0,1-4 28 0,1 2 0 15,3-1-259-15,-2 0 125 16,0 0 67-16,-1 0 33 0,0 1-261 0,0 0 110 16,-1-1 90-16,-3 2-802 31,-2 0 410-31</inkml:trace>
  <inkml:trace contextRef="#ctx0" brushRef="#br0" timeOffset="73354.63">27029 9327 2163 0,'-9'-3'0'0,"-1"1"0"0,2 2 0 0,0-3 0 0,6 0 0 0,0 2 0 0,2 1 314 0,0-2-139 0,2 2-69 0,8-1-25 16,5-1-9-16,6 2-35 15,0 0 0-15,4 0 496 110,0 0-247-110,7 0-159 0,-6 0-127 0,4 0-4 0,-3 0-51 0,2 0 46 0,-1 0 0 0,2 3 56 0,-5 0-17 0,-4 0-1292 0,-1 0 593 0,-2-1 315 0,-2 1 159 0,-2 2 70 0,-5-3 48 0</inkml:trace>
  <inkml:trace contextRef="#ctx0" brushRef="#br0" timeOffset="73523.71">27242 9114 2005 0,'-1'0'0'0,"-5"0"0"0,1 0 0 0,-1 1 0 0,4 5 0 0,-2 1 0 0,-1 4 0 0,4 5 669 0,-1 1-316 0,2 8-158 0,0 3-79 0,0 6 95 0,0 7-78 0,0-1-52 0,0 5-110 0,0-2 34 15,2 0-1-15,-1-2 33 31,2 4-590-31,0-10 290 0,-1-5 150 0,0-3-765 0,-1-4 360 0,3-8 253 0</inkml:trace>
  <inkml:trace contextRef="#ctx0" brushRef="#br0" timeOffset="74024.49">27644 9140 1045 0,'-7'-12'0'0,"0"5"0"0,2 0 0 0,0 2 0 16,-3 2 0-16,2-1 0 0,-4 3 496 0,1 1-234 0,1 0-113 0,-4 13 260 16,1 4-187-16,0 4-92 0,-1 7-38 15,5 2 198-15,2 4-126 0,1 3-64 0,2 1 21 16,2 0-42-16,0 4 8 0,2-4-50 0,7-3-85 47,4-1 42-47,1-3 0 15,1-4 42-15,4 1-411 0,-3-10 201 0,1-6 105 0,-1-1-608 0,0-5 287 0,3-6 145 0,-7 0 108 0,1 0-517 0</inkml:trace>
  <inkml:trace contextRef="#ctx0" brushRef="#br0" timeOffset="74465.27">27812 9221 1325 0,'0'-6'0'0,"0"-1"0"0,0 2 0 0,-2 0 0 0,0 1 0 0,-1 0 0 0,-1 3 0 0,1 1 495 0,-1 0-229 16,-3 0-115-16,-2 9 35 0,0 4-66 0,-3 3-46 15,-2 4 0-15,3 1-38 0,-5 4 1 0,2-3-1 16,-5 2-15-16,7-2-37 16,-3-3 27-16,2 0-1 0,0-7 74 0,4 0-24 15,-1 2 9-15,5-8-33 0,0-2 84 0,5-1-42 0,0 0 0 0,0-3-8 16,2 2 9-16,10-2-42 0,1 0-1 0,6 0-24 31,1 0-1-31,5 0 35 0,-2 2-10 0,0 1-45 0,-2 1 22 0,2 0 1 16,2-1-112-16,-2 2 74 93,-4-2 8-93,-2 0 0 0,-4 1-48 0,2-2 39 0,-6-1-2 0,3 1 1 0,-9-2-12 0,-1 0 38 0,-2 0-37 0,0-5 326 0,0-7-135 0,-7-1-67 0,-4-3-26 0,-2-1-46 0,-2-4-15 0,4-1 0 0,-3-2 0 0,0-3 0 0,2 3 0 0,2-1 0 0,0-1 0 0,3 2 0 0,-1 4 0 0,2-4-118 0,3 10 32 16,3 1 23-16,0 4 31 0,0 1-321 16,0 4 141-16,8 0 72 0,3 4 56 0,3 0-178 15,-1 6 113-15,1 5 56 16,3 2-540-16,-1 2 289 0,1-1 158 0</inkml:trace>
  <inkml:trace contextRef="#ctx0" brushRef="#br0" timeOffset="74841.08">28047 9208 652 0,'-2'0'0'0,"-1"0"0"0,0-2 0 0,1 2 0 0,-3-3 0 0,3 0 488 0,1 0-216 0,1 0-123 16,0 2-56-16,0-1 286 16,0 1-172-16,0 0-85 0,0-2 26 0,0 3-61 0,0 0-25 0,0 0 0 15,0 0-52-15,0 0 0 0,0 0 36 0,0 0 8 16,0 0-17-16,0 5-1 0,1 1 1 0,1 0 49 15,2 2-16-15,-3 2-9 16,1 1-24-16,-1 1 65 0,1 3-32 0,1 1-1 16,-1 4-59-16,1 0-9 15,2 1 36-15,-1 4-77 0,2-1 38 0,-1 2 1 0,4 0 47 0,-2-3-209 16,3-2 95-16,-3-3 31 0,0-2 29 0,2-5-81 16,-4 0 46-16,3-8-4 0,-3-3-1 0,1 0 138 15,-2-10-50-15,2-9-22 0,1-4 54 0,-3-5-37 31,3-3 1-31,0 1-21 0,1-8-116 0,2 1 60 16,0-1 23 0,2 4-114-16,-3 2 66 0,2 2 36 0,-2 4 1 0,-1 5-405 0,2-3 180 0,-5 14 114 0,-2 3 51 0,1 6-407 15,-3 1 230-15,-1 0 115 16</inkml:trace>
  <inkml:trace contextRef="#ctx0" brushRef="#br0" timeOffset="75077.14">28408 9152 1170 0,'0'0'0'0,"0"0"0"0,0 0 0 0,0-2 0 0,2 1 0 0,0 1 424 0,1 0-199 0,3 0-94 16,0 0-47-16,0 3 573 0,2 7-310 0,0 2-146 0,1 4 210 0,-1 4-188 0,-3 2-165 0,1 7-58 93,-3-1 0-93,-1 7 0 0,-2 1 0 0,0 0 0 0,-9 1 0 0,-3 1 0 0,-3 0 0 0,-5 2 0 0,-3-8 0 0,-4-3 0 0,1-5 0 0,-3-7-373 0,4-5 32 0,-3-1 159 0,9-11-390 0,2 0 267 0,5-11 135 0,4-8 67 0,5-3-465 0,0-7 257 0</inkml:trace>
  <inkml:trace contextRef="#ctx0" brushRef="#br0" timeOffset="75328">28527 9060 1429 0,'11'-9'0'0,"-3"-3"0"0,7 5 0 0,-1 0 0 16,0 1 0-16,4 4 0 0,-3 2 646 0,2 0-304 0,0 0-153 0,0 8-76 0,-5 3 75 15,2 4-66-15,-4 2-47 0,-5 0-8 0,-4 2 1 16,-1 0-32-16,0-2-223 0,-3 3 121 0,-10-6 47 16,1 1 27-16,-5-4-92 0,0-1 60 0,-2-5 30 15,0 5 10-15,4-8 152 0,0 1-73 0,2-1-37 16,3-2-84-16,2 0 391 15,0 0-164-15,7 0-76 0,1 0-105 0,0 0-20 16,13 0 0-16,3 0 0 0,5-2 0 0,4-1 0 16,5 1 0-16,0-1-378 0,4 1 113 0,-2 0 141 15,3-1 87-15,-4 3-1043 0</inkml:trace>
  <inkml:trace contextRef="#ctx0" brushRef="#br0" timeOffset="75864">27763 9743 2246 0,'-15'-3'0'0,"2"-2"0"0,1 4 0 0,7 0 0 0,0-1 0 0,2 2 0 0,3 0 0 0,0 0 0 0,5 0 325 0,13 0-144 0,8 0-72 0,5 3 285 0,7-2-170 0,3 3-98 0,5-3-45 0,6-1 33 15,3 0-39-15,1 3-19 16,9-3-56-16,-8 0 0 0,1 2 0 0,-3-2 0 16,-9 4 0-16,-2-1 0 0,-3 2 0 15,-19 1-406-15,-8-2 189 0,-8 1 126 0,-5-2 2 0,-1 3-699 47,0-4 367-47,-16 1 197 0,-4 1 93 0</inkml:trace>
  <inkml:trace contextRef="#ctx0" brushRef="#br0" timeOffset="76175.92">28065 9996 1318 0,'-13'7'0'0,"3"1"0"0,-3 5 0 0,6 0 0 0,-1 4 0 0,4 3 534 0,2-1-250 0,0 6-115 16,2-3 170-16,0 2-153 15,7-5-75-15,5 4-37 79,3-4-7-79,3 0 9 0,0-5-40 0,2-2-46 0,-1-5 23 0,3-2 0 0,-2-2 23 0,2-3-57 0,-3 0 24 0,-2 0 0 0,-1-8 32 0,-3-4-89 0,0-6 44 0,-2-7 20 0,-5 3-80 0,-1-2 26 0,-3-5 27 0,-2 4-6 0,0-4-12 0,0 1 22 0,-10 3 12 0,-2 1 24 15,-3 4-25-15,2 1-3 0,-6 2 3 16,0 1 29-16,-1 8 0 0,-2 4-24 0,5 2-2 0,0 2-93 15,3 0 45-15,-3 0 23 16,12 4 0-16,2 7-458 0,3 0 227 0,0 2 96 16</inkml:trace>
  <inkml:trace contextRef="#ctx0" brushRef="#br0" timeOffset="81220.16">13227 10188 1992 0,'-13'0'0'0,"0"5"0"0,1-4 0 0,4 5 0 0,1-3 0 0,3 0 0 0,2-1 0 0,2 1 0 0,2 0 0 0,10-3 612 0,8 0-279 0,5 0-152 0,5 0 205 0,4 0-174 0,2 0-88 0,-2-3-43 0,11 2-71 0,-10-1-10 0,1 0 0 0,0-1-50 0,-2 0-33 0,-1 2 60 0,4-1 40 0,-10-1-226 0,-4 2 123 0,-5 1 62 0,-3 0 31 0,-2 0-960 63,-9 0 448-63</inkml:trace>
  <inkml:trace contextRef="#ctx0" brushRef="#br0" timeOffset="81354.78">13276 10457 2233 0,'-23'3'0'0,"3"4"0"0,4 2 0 0,6-2 0 0,2 3 0 0,8-1 453 0,0-1-208 0,3 0-104 0,12-2 683 0,5-1-789 0,5 0-35 16,2-5 0-16,0 0 0 16,1 0 0-16,2 0 0 15,-1 0 0-15,4-3 0 0,-7 1 0 0,0 1 0 0,-1-1 0 0,0 2 0 16,-4 0 0-16,6 0-485 0,-10 0-107 0,0 0 306 16</inkml:trace>
  <inkml:trace contextRef="#ctx0" brushRef="#br0" timeOffset="82007.92">14032 10360 1405 0,'-10'-18'0'0,"6"4"0"0,4 7 0 0,0 1 0 0,0 1 0 0,10 2 0 0,7 0 0 0,1 0 0 0,5 3 480 0,2 0-221 0,3 5-111 16,0 4 187-16,3 1-138 15,0 5-83-15,-4 2-8 0,-2 3-34 0,-1 4-1 0,-4 0-34 0,-1 6-21 16,-11-2-10-16,-5 0 32 0,-3 3-1 0,0-4-49 15,-7 1 25-15,-10 1 9 0,-8-8-8 0,-5-3 23 16,-3-1 0-16,0-10 0 0,-4-1-118 0,0 0 60 16,5-6 1-16,4 0-288 0,-1-6 146 0,4-5 80 15,5-2 29-15,-1-3-410 47,11 1 218-47,5-2 104 16,5 0 52-16,0-2-163 0,5 2 108 0,12-2 44 0,3 3-400 0</inkml:trace>
  <inkml:trace contextRef="#ctx0" brushRef="#br0" timeOffset="82217.67">14561 10211 1855 0,'0'-11'0'0,"0"1"0"0,0 1 0 15,0 4 0-15,0 4 0 0,-9 1 0 0,-2 0 0 0,-3 13 352 0,-3 10-158 0,-3 8-69 0,1 7 418 0,-1 3-254 0,1 1-125 0,5 5-64 0,4-3 184 0,0 4-259 0,8-8-25 16,2-3 0-16,2-2 0 0,11-6 0 0,7-4 0 15,4 0-56-15,3-12 7 0,4-4 44 0,0-2-663 16,0-5 352-16,-1-2 177 47,3 0-20-47,-9 0-693 0,0-6 408 0,-1-6 203 0</inkml:trace>
  <inkml:trace contextRef="#ctx0" brushRef="#br0" timeOffset="82496.47">14753 10467 1608 0,'-6'3'0'0,"2"3"0"0,0 1 0 16,-1 3 0-16,4 2 0 0,-1 1 0 0,2 4 295 0,0 1-129 0,0-1-64 0,3 5 122 31,6-3-98-31,1-2-45 0,-1-1 41 0,3-2-42 0,1 2 8 0,1-7-51 0,-1-3-106 16,-1-1 52-16,2-5 28 0,0 0-1 0,2 0-80 16,-2-8 48-16,0-7 30 0,-2-5-144 0,0-3 70 31,0-2 46-31,-1-1-30 0,-1 3-23 0,-3 0-3 0,-1 2 32 0,-1 4 75 15,-1 0-25-15,1 1-16 0,-4 8-11 0,1 2 324 16,-2 0-151-16,0 6-63 0,0 0-42 0,0 6 347 0,0 9-182 0,0 5-88 31,0 6-43-31,0-2 127 32,0 4-208-32,0 0 0 0,1-1 0 0,6-3 0 0,1 0 0 0,1 0 0 0,3-4 0 0,3 4 0 15,1-7 0-15,-1-4-510 0,3-2 130 0,1-4 138 0,0-2 122 0</inkml:trace>
  <inkml:trace contextRef="#ctx0" brushRef="#br0" timeOffset="83049.25">15492 10234 2219 0,'-2'-2'0'0,"-1"-1"0"0,-2-4 0 0,2 4 0 0,0 2 0 0,2 1 0 0,-3 0 0 0,2 0 0 0,-2 4 278 0,1 9-125 0,-2 2-58 0,0 3 50 0,-2 3-54 0,-4 5-26 0,-2 2 9 0,1 1-36 0,-4 0-1 0,-1 0 1 0,-3 2 50 0,-2 1-26 0,-3-1 10 0,3-6-34 0,0-4 123 0,2-3-61 0,4-4-32 0,3-5 41 0,2-2-109 0,6-7 0 0,3 0 0 0,2 0 0 0,0 0 0 0,5-1 0 0,9-2 0 0,6 0 0 0,4-2 0 0,4 2 0 16,3 2 0-16,3-1 0 0,4 2 0 0,-4 0 0 15,0 0 0-15,1 0 0 0,0 0 0 0,0 3 0 16,4 5 0-16,-8-5 0 16,-2 1 0-16,-2 2 0 0,-6-4 0 0,-3 0 0 15,0-2 0-15,-10 0 0 0,-4 0 0 0,-3 0 0 16,-1-5 0-16,0-9 0 0,-6-3 0 0,-5 0 0 15,-3-7 0-15,1 1 0 0,-2-3 0 0,0-6 0 16,-1 4 0-16,1-3 0 0,-1-3 0 0,1 2 0 16,0-2 0-16,1 0 0 0,2 7 0 0,0 6 0 15,3 0 0-15,2 6 0 16,0 3-50-16,1 0-159 0,3 10 90 0,3 1 41 0,0 1-302 16,0 4 171-16,0 9 85 0,1 4-624 62,10 2 359-62,-2 3 176 0</inkml:trace>
  <inkml:trace contextRef="#ctx0" brushRef="#br0" timeOffset="83334.37">15998 10210 1753 0,'0'4'0'0,"0"-1"0"0,0 2 0 0,0 2 0 0,0 4 0 0,0 2 397 0,0 8-184 0,0 2-88 0,0 5 241 0,0 4-164 16,0 1-83-16,0 5 230 0,0-6-160 0,3 1-76 15,5-7-38-15,2-1-45 16,2-4-30-16,1-1 0 16,2-11 0-16,0-3 0 0,2-6-39 0,3 0 32 0,5-12-207 0,-6-8 120 15,5-6 64-15,-3-5-155 0,0-2 103 0,1-1-25 0,1-6 50 0,-4 8-254 16,-1-1 137-16,1 1 68 16,-3 2 34-16,-1 6-14 0,1-3 15 0,-9 12 10 15,-2 7 23-15,-3 5 221 0,-1 3-111 0,-1 0-54 16,0 6 368-16,-1 13-184 0,-10 4-111 0,1 3 363 15,1 1-211-15,-2 4-158 16,5 0-85-16,0-4 0 0,3 1 0 0,1 0 0 0,0-2 0 16,2 0 0-16,0 2 0 0,0-7 0 15,4 0 0-15,3-2-579 0,3-3 235 0,3-1 130 0,-3 3-946 0</inkml:trace>
  <inkml:trace contextRef="#ctx0" brushRef="#br0" timeOffset="83502.46">16629 10700 2958 0,'0'1'0'0,"0"-1"0"0,0 2 0 0,0 1 0 0,0-3 0 0,0 3 0 0,0-2 0 0,0 1 809 0,0-1-645 0,0 1-164 32,0 1 0-32,0-3 0 0,0 0 0 0,0 0 0 0,0 3 0 0,0-3 0 15,0 0 0-15</inkml:trace>
  <inkml:trace contextRef="#ctx0" brushRef="#br0" timeOffset="84460.14">16794 10332 1365 0,'-13'-10'0'0,"1"3"0"0,4 3 0 0,2 0 0 0,6 3 0 0,0 1 0 0,0 0 273 0,11 0-118 0,8 0-60 15,4 0-19-15,6 0 466 0,3 0-253 0,5 1-126 16,2-1 270-16,3 2-198 0,1-2-90 0,-2 0-16 15,1 0-98-15,-1 0-31 0,-1 0 0 0,0 0-13 16,2 0-51-16,-10 0 45 31,-4 0 29-31,-5 0-530 0,-5 0 279 0,-6 0 138 0,-3-2 37 0,-7 1-419 0,-2-1 158 0,-2-1 146 0,-7-4-528 16</inkml:trace>
  <inkml:trace contextRef="#ctx0" brushRef="#br0" timeOffset="84654.42">17127 9985 1001 0,'-11'0'0'0,"5"3"0"0,-2 2 0 0,4 3 0 0,2 2 0 0,0 7 751 0,2 3-348 0,0 8-188 15,0 7-89-15,2 6 514 16,1 7-302-16,0 5-151 0,1 5-65 0,0 0 26 16,-3-2-148-16,1 0 0 0,-1-2 0 0,1 5 0 15,0-17 0-15,1-2-251 16,0-4 19-16,0-6 134 0,2-5 68 0,-2-3-733 0,1-11 382 0,1-6 78 15,0-5 133-15,1 0-433 0</inkml:trace>
  <inkml:trace contextRef="#ctx0" brushRef="#br0" timeOffset="84977.71">17609 10322 1304 0,'0'2'0'0,"-4"-1"0"0,0 4 0 0,-1 1 0 16,2 3 0-16,-3 3 628 94,4 3-300-94,1 2-146 0,1 1-72 0,0 4 433 0,0 1-253 0,4 1-117 0,10-2-73 0,0-2-31 0,5-3 0 0,3-5-31 0,1-1 12 0,7-5-3 0,0-6-47 0,-1 0-21 0,2-6 11 0,2-13 23 0,1-6 1 0,0-1-169 0,-9-2 91 0,-4-3 51 0,-4 2 25 0,-6-2-280 0,-6 2 130 0,-1-2-6 0,-4 4 56 0,-4 3 21 15,-14 1 0-15,-5 3 29 0,-5-1 125 0,-3 13-57 16,-1 3-34-16,0 5 83 16,-1 0-53-16,2 2-16 0,-2 9-5 0,8 5-59 15,5 0 27-15,4 2 17 0,4 3 38 0,6-3-366 16,3 5 150-16,3-5 86 0,0 0-491 0,9-3 278 16,8 0 139-16</inkml:trace>
  <inkml:trace contextRef="#ctx0" brushRef="#br0" timeOffset="85931.17">18568 9874 1461 0,'-1'-9'0'0,"-4"2"0"0,2 1 0 0,0 0 0 0,0 0 0 0,-2 1 0 0,0 2 0 0,1 1 235 0,-5 2-98 15,1 0-51-15,-3 5 277 31,-5 12-154-31,2 4-91 0,-1 6-40 0,-1 9 145 0,-1 3-93 0,1 9-37 0,4-2-32 0,2 2-1 0,3 2-23 0,5 1 0 16,2-1 566-16,0 4-603 0,5-11 0 0,9-7 0 16,4 2 0-16,2-7 0 15,1-5 0-15,2 2 0 0,-1-10 0 0,-5-6 0 16,2-3 0-16,-5-3 0 94,-2-3 0-94,-1 1 0 0,-6-4 0 0,-2 0 0 0,-1 0 0 0,-2-4 0 0,0 1-116 0,0-1 24 0,0 3-19 0,-3 1-504 0,-2 0-531 0</inkml:trace>
  <inkml:trace contextRef="#ctx0" brushRef="#br0" timeOffset="86644.71">19017 10164 1065 0,'-4'-12'0'0,"-1"7"0"0,2-5 0 0,-1 8 0 0,3-2 0 0,-1 2 0 0,2 1 119 0,-1 0-32 0,1 1-9 0,0 0 218 16,-2 0-129-16,1 8-65 15,-3 4-32-15,-1 2 103 0,-2 3-72 0,-2 5-32 0,-5 3 0 16,0 1 8-16,-3 0 1 0,-4 6-32 0,1-5 74 0,-3 0-42 15,2-1 0-15,-2-4 117 0,1-3-78 0,1 0-32 16,6-8-8-16,4-4 48 0,4-4-43 0,2-1-1 16,5-2-44-16,0 0 120 0,5 0-64 15,15-5-84-15,5-3-9 0,4 0 0 16,4 1 0-16,5 2 0 0,-4 1 0 0,2 1 0 16,1 1 0-16,-3 1 0 0,2 1 0 0,3 0 0 15,-7 0 0-15,-1 0 0 0,-5 0 0 0,-4 0 0 16,-3 0 0-16,-1 3 0 0,-11-3-36 0,-4 3-11 15,-3-3 0-15,0 0 177 32,-8 0-130-32,-2-10 0 0,-8-2 0 0,0-3 0 0,-3-2 0 0,-1-4 0 15,1 3 0-15,-4-6 0 16,4 3 0-16,1-2 0 0,1 2 0 0,0 0 0 0,5 0 0 0,-3-2 0 0,6 8 0 16,2 1 0-1,5 2 0-15,3 2 0 0,1 4 0 0,0-2 0 0,13 8-803 0,4 0 358 0,3 4 204 0,5 9-649 16,1-1 417-16</inkml:trace>
  <inkml:trace contextRef="#ctx0" brushRef="#br0" timeOffset="87043.32">19388 10234 1400 0,'0'2'0'0,"-3"4"0"0,-2 2 0 0,2 0 0 0,2 2 0 0,-1 4 0 0,0 1 365 0,1 5-155 0,1 2-91 31,0-1 375-31,0 2-229 0,1 0-114 0,6-1 43 0,3-1-70 0,1-5-48 0,1-3 0 0,1-4-82 16,2-3-1-16,0-6 44 0,2 0 9 0,0 0-65 15,2-12 28-15,-2-9 0 0,2-4 28 0,-2-6-53 16,3-4 35-16,-3 2-9 0,-3 1-88 0,0-2 53 16,-1 5-14-16,-4 2 27 0,3-4-20 0,-5 12-2 15,-2 4-5-15,-5 6 41 16,3 4-39-16</inkml:trace>
  <inkml:trace contextRef="#ctx0" brushRef="#br0" timeOffset="87076.23">19675 10131 3297 0,'0'-2'-40'0,"0"2"35"0,-3 15-32 0,-2 7-1 0,-2 5 0 0,-1 2 35 0,3 2-7 0,2-1 0 0,-1 2 738 0,3 0-641 0,1-3-87 0,0 6 0 0,0-9 0 0,5-2 0 0,3 0 0 0,5-2 0 0,-2-5 0 0,4 2 0 0,0-9 0 0,-1-2-386 0,0-5-32 0,0-3 191 0,-3 0 95 0,1 0-652 0,-1-5 378 0,-3-7 184 0,-2 0-208 0</inkml:trace>
  <inkml:trace contextRef="#ctx0" brushRef="#br0" timeOffset="87214.55">19905 9973 2057 0,'2'-10'0'0,"-1"1"0"0,4 3 0 0,1 3 0 0,1 2 0 0,3 1 0 0,1 0 0 0,0 14 876 15,5 8-420-15,-2 5-210 0,0 6-104 0,-2 9 12 16,-4 3-154-16,-5 3 0 0,-3 3 0 0,0 6 0 15,-11 5 0-15,-5 6 0 0,-5-11 0 0,-2-1 0 16,-1-3 0-16,-4-8 0 16,3-4 0-16,-5 0 0 31,4-17 0-31,0-5-912 0</inkml:trace>
  <inkml:trace contextRef="#ctx0" brushRef="#br0" timeOffset="88657.13">25128 9922 1017 0,'0'0'0'0,"0"-1"0"0,0-1 0 0,0 0 0 0,0 0 132 16,0 0-37-16,0-1-10 0,0 3 52 0,5-4-50 16,-1 2-23-16,5-2 87 0,4 3-47 0,1-1-37 15,4 0 0-15,8 2 125 0,5 0-77 0,8 0-38 16,9 2 10-16,6 8 27 0,6 0-38 0,12 5 1 16,8 1 108-16,7 1-73 0,18 3-27 0,-5-1-10 15,8 0 57-15,6 1-46 0,7-3 0 0,2 1-83 16,21 0 45-16,-24-6-9 31,1 2 0-31,2-5-34 0,2 0-1 0,0 2 35 0,10-3 10 0,-30-3-53 0,5 0 1 0,-1-1 42 16,2-1-28-16,0-1 12 0,4 1 16 0,-29-3-37 15,-1 0-1-15,-7 0 13 0,-8 0 9 0,-11 0-55 16,0-3 30-16,-23 3-16 0,-7-2 27 0,-5 2 45 16,-9-1-46-16,-3 1 1 15,-7-2 5-15,-5 2-1 0,0 0-13 0,0 0 0 0,0-3 0 0,-2 2 0 16,-3-2 0-16,-2 1 0 0,-1-1-281 0,1 1 110 15,-2 2 85-15</inkml:trace>
  <inkml:trace contextRef="#ctx0" brushRef="#br0" timeOffset="89522.27">25462 8650 1556 0,'-14'-11'0'0,"-2"-1"0"0,-3 7 0 16,4 5 0-16,-5 0 0 0,-4 14 0 0,4 11 0 0,-6 13 335 0,0 16-149 0,0 11 117 0,-1 10-132 0,1 19-58 0,12-6-43 0,8-1 277 0,6-5-155 15,7-4-78-15,25-1-29 0,13-21-132 0,16-8 43 0,21-9-1 16,12-5 42-16,13-3-911 0</inkml:trace>
  <inkml:trace contextRef="#ctx0" brushRef="#br0" timeOffset="90000.12">28821 8665 1890 0,'8'-1'0'0,"-3"-2"0"16,6 3 0-16,1 10 0 0,6 15 0 0,0 11 301 0,1 11-131 0,3 7-65 0,1 14 619 62,-3 4-343-62,-1 11-160 0,-8-11-96 0,-2 0-111 0,-8-1-14 0,-1-2 0 0,-9 5 0 0,-13 5 0 0,-10-15 0 0,-10 1 0 0,-4-5 0 0,-6-2 0 0,-1 2 0 0,-5 5 0 0,9-11-599 0</inkml:trace>
  <inkml:trace contextRef="#ctx0" brushRef="#br0" timeOffset="95003.09">20430 10618 1409 0,'0'6'0'0,"0"-2"0"0,0 2 0 0,2 0 0 0,0 1 0 0,-2-3 0 0,1-1 0 15,1 3 0-15,-2-4 221 0,1 1-91 0,0 0-36 0,1-3 235 32,3 0-145-32,1-3-72 0,-1-9-37 0,6-6 132 0,1-6-75 0,1-5-51 0,2-4 0 0,1-2 54 0,1-1-48 0,-1-2-1 15,4-1 18-15,-5 7-37 16,2-2-1-16,-1 3-27 0,1 1 72 0,0 6-36 0,-1-4 9 0,-3 14-62 16,0 3-22-16,-1 4 0 15,0 5 0-15,-1 2 0 0,2 0 0 0,0 0 0 0,0 6 0 0,2 6 0 16,3 0 0-16,0-1 0 15,7 0 0-15,-3-3 0 0,0 0 0 0,2-1 0 16,0-2 0-16,1 0 0 0,0 2 0 0,-6-2 0 16,-2 4-7-16,-3-3-85 0,0 3 30 0,0 0-700 15,-6-1 366-15,1 1 179 0,-3 1 90 0,0-2-661 47</inkml:trace>
  <inkml:trace contextRef="#ctx0" brushRef="#br0" timeOffset="95276.15">20591 10955 1417 0,'-17'5'0'0,"4"-1"0"0,2-1 0 0,7-1 0 0,2-2 0 0,2 0 0 0,0-5 472 0,8-12-217 0,7-2-100 0,3-7 132 0,5 1-125 0,3-3-62 0,4-4-4 0,1 1-29 0,3-2 10 15,-4 10-40-15,-5 2 66 0,3 5-32 0,-7 5-1 16,0 5-33-16,-1 4 38 0,-5 2-38 0,-6 15 0 16,-2 6 0-16,0 6 141 0,-4 4-70 0,1 2-55 15,1-5-53-15,0-2 0 16,3-3 0-16,4-2 0 0,-1-2 0 0,5-1 0 0,3-8 0 0,1-7 0 16,6-3 0-16,1 0 0 15,7-3 0-15,-3-15-213 0,2-3-6 0,-2-6 81 16,2 0 70-16,-4 1-812 15,4-1 412-15</inkml:trace>
  <inkml:trace contextRef="#ctx0" brushRef="#br0" timeOffset="95557.44">21638 10473 2235 0,'-5'-4'0'0,"3"-4"0"0,2 4 0 0,0-1 0 0,2-1 0 0,11 0 0 0,5 3 0 0,2 1 0 0,7 2 319 16,3 0-142-16,3 0 47 0,3 7-86 0,-3 6-55 15,0 4-24-15,-3 4-49 0,-5 3 26 0,-5 2 0 16,-1 7 9-16,-13 0-27 0,-6 1 18 0,0 5 0 16,-18-3 0-16,-6 3-24 0,-7 1 8 0,-5-8 16 15,-1-8-18-15,-1-2 18 16,-1-6-2-16,-6 2-287 0,11-9 121 0,-1-4 73 15,5-4 24-15,8-1-556 0,4 0 265 0,3-10 137 32,11-7 80-32,4-3-527 0,5-6 300 0</inkml:trace>
  <inkml:trace contextRef="#ctx0" brushRef="#br0" timeOffset="95731.96">22065 10333 1653 0,'2'-8'0'0,"0"1"0"0,0 6 0 0,-2-1 0 0,0 2 0 0,0 6 0 0,-8 13 0 0,-7 7 0 0,2 9 74 0,-5 6 0 0,2 10-29 16,1-2 1292-16,2 6-669 0,8 3-588 0,2 2-80 16,3 0 0-16,1-1 0 31,11-13 0-31,6-7 0 0,3-3 0 0,4-8 0 0,-1-3 0 0,4-3-606 0,-1-17 188 0,-4-5 228 16,4 0-547-16,-2-14 351 0</inkml:trace>
  <inkml:trace contextRef="#ctx0" brushRef="#br0" timeOffset="96050.1">22322 10724 1982 0,'-1'1'0'0,"-4"1"0"0,3 1 0 0,-3 9 0 0,4 0 0 0,-1 7 0 0,2 4 0 0,0 5 0 0,0 4 737 0,0 6-342 0,0-3-183 16,5-2-89-16,5-1 150 16,0-5-118-16,3-6-101 0,1-1-54 0,2-10-64 0,2-8-8 0,-1-2 54 15,3-4-330-15,0-16 192 16,1-6 105-16,-4-3-142 0,-1-1 114 0,-1 1 27 15,-5 0 39-15,2 4-233 0,-1-2 96 0,-5 11 61 16,-3 2 27-16,1 5 305 0,-2 3-139 0,-1 4-70 16,3 2-44-16,-4 4 534 0,0 15-267 0,0 1-81 15,0 9 89-15,0-1-265 16,2 3 0-16,2-3 0 0,3 0 0 0,1 0 0 16,4-4 0-16,2-1 0 0,5-3-41 0,1-5-29 15,3-2 52-15,4-4-1200 63</inkml:trace>
  <inkml:trace contextRef="#ctx0" brushRef="#br0" timeOffset="96635.33">23343 10547 1327 0,'-5'-10'0'0,"0"2"0"0,-1 1 0 0,5 4 0 0,-3-2 0 0,4 4 0 0,0 1 0 0,0 0 187 0,0 0-75 0,0 9-37 0,0 4 8 0,0 6-46 0,0 4 0 0,-3 6-1 0,-6 3 146 0,-6 7-63 0,-2-1-46 0,-3 1-1 0,-3 3 0 0,-2-2-35 0,-6 1-1 0,1 0 167 0,3-12-89 0,4-5-38 0,2-6 237 0,5-8-138 0,4-6-69 0,4-1-26 0,6-3 171 16,2 0-123-16,2-5-128 0,12-7 0 0,6 2 0 15,7-2 0-15,4 5 0 0,2 2 0 0,3-1 0 16,-3 4 0-16,5 2 0 16,1 0 0-16,-6 0 0 0,-2 2 0 0,-2 4 0 0,-1 3 0 0,-3 1 0 15,0-2 0-15,-11 0 0 16,-7-1 0-16,0-1 0 0,-5-3 0 0,-2-1 0 15,0-2 0-15,0 0 0 16,-12-2 0-16,-2-9 0 0,1-5 0 0,-1-3 0 16,-1-5 0-16,2-1 0 0,-1-3 0 0,1 0 0 0,2-3 0 0,-1-3 0 15,0-2 0-15,5 4 0 0,0-1 0 0,1 4 0 16,4-2 0-16,0 8 0 0,2-3 0 0,0 11-36 47,0 5-40-47,3 6-606 0,10 2 322 0,-1 2 162 0,3 5-326 0,3 11 249 0,1 1 118 0</inkml:trace>
  <inkml:trace contextRef="#ctx0" brushRef="#br0" timeOffset="96940.34">23704 10686 903 0,'-6'3'0'0,"4"6"0"0,-2-1 0 0,2 4 0 0,1 0 0 15,-1 1 714-15,2 5-338 0,0 5-170 0,0 1-85 0,2 8 672 0,5-4-383 0,3 1-186 16,0 0-40-16,6-2-184 0,0-4 0 0,2 2 0 15,1-11 0-15,0-5 0 0,3-3 0 0,-1-6 0 16,0 0 0-16,1-15 0 0,1-8 0 0,-4-7 0 16,-2-4 0-1,2-4 0-15,-4-1 0 0,3-2-292 0,-5 6 61 0,-3-3 26 16,2 7 84-16,-5 2-49 0,0 5 66 0,2-1 25 16,-7 14 190-16,-2 5-74 0,0 4-37 0,0 2 417 15,-5 5-226-15,-4 16-124 0,-1 5-47 0,2 2 5 16,1 7-26-16,1-2 67 0,3-1-36 0,1 6 114 15,2-5-49-15,0 0-95 16,0 0 0-16,2-2 0 0,4-3 0 0,6 5 0 0,1-9 0 0,4-5 0 16,1-2-40-16,2 2-1601 0</inkml:trace>
  <inkml:trace contextRef="#ctx0" brushRef="#br0" timeOffset="97110.43">24510 11056 3308 0,'0'-5'0'0,"0"-2"0"0,0 5 0 0,0-2 0 0,0 2 0 0,0 1 0 0,0-2 0 0,0 1 0 0,0 2-87 0,-2 0 62 0,-2 0 29 0,1 0-1032 0</inkml:trace>
  <inkml:trace contextRef="#ctx0" brushRef="#br0" timeOffset="118579.2">11220 13909 1136 0,'-10'-21'0'0,"3"1"0"0,1 3 0 0,3 3 0 0,3 2 0 0,0 4 0 0,0-1 228 0,0 6-94 0,1-1-37 0,6 4 256 0,1 0-157 0,3 13-78 16,-2 7-39-16,2 4 223 0,-2 6-135 0,0 8-65 16,-4 1 185-16,0 6-125 15,-3 6-60-15,2 8 111 0,-3-4-92 0,-1-1-40 0,0 0-28 0,0 5-53 16,0 0 0-16,0 6 0 15,-1-15 0-15,-3-5 0 0,2-5-24 0,2-7 17 16,0-8 0-16,0-1-392 0,0-16 212 0,0-8 57 0,0 0-561 0,0-6 319 16,3-17 165-16,6-5-401 15,-1-9 288-15,2-6 141 0,0-7 70 0</inkml:trace>
  <inkml:trace contextRef="#ctx0" brushRef="#br0" timeOffset="118917.72">11367 14021 1749 0,'-1'-11'0'0,"-3"2"0"0,1 3 0 0,3 3 0 0,0 0 0 0,0 3 0 0,7-2 707 0,10 1-333 0,4-3-158 16,7 1-94-16,2-1 185 16,6-3-134-16,1 0-67 0,6-1-33 15,5-4 31-15,-6 6-104 0,3-3 0 0,-2 3-66 0,-2-2-78 32,-4-1 92-32,4 1 55 0,-11 0-701 0,-5 0 368 15,-6 0 154 1,-4-1-671-16,-7 1 404 0,-1-2 192 0,-7 0 111 0,-1 1-117 0,-13-3 109 0,-1-1 54 94,-5-3 18-94,-3 2-50 0,4-1 40 0,-1 2 86 0,4 0 57 0,1 2-68 0,1 0-10 0,8 5 495 0,1 1-263 0,5 3-126 0,0-1-62 0,3 1 516 0,8 0-202 0,6 2-156 0,5 0-57 0,4 0 214 0,1 5-149 0,0 4-75 0,7 3-28 0,-5 0 66 0,-2 2-56 0,2 2-28 0,-7 5 62 0,-2-1-45 15,-2 4 10-15,-9 0-246 0,-6 3 95 0,-3 2 48 31,0-3 0-31,-12 2-333 0,-6 4 200 0,-4-8 86 0,-5-1 14 0,0-3-528 16,-1-1 234-16,0-2 148 0,-1-1 64 0,3-5-178 0</inkml:trace>
  <inkml:trace contextRef="#ctx0" brushRef="#br0" timeOffset="119108.16">11703 14147 1938 0,'-15'14'0'0,"1"8"0"0,-1 4 0 0,2 3 0 0,-4 0 0 0,1 5 0 0,-3 3 0 0,-2 1 239 0,-1 8-90 0,0-9 307 15,3-1-208-15,2-1-105 0,0-4-51 0,3-1-240 79,5-10 89-79,2-7 49 0,6-3 25 0,1-7-617 0,0-3 320 0,0 0 171 0,1-11 70 0,9-13-786 0</inkml:trace>
  <inkml:trace contextRef="#ctx0" brushRef="#br0" timeOffset="119240.6">11657 14096 1854 0,'6'-5'0'0,"2"3"0"0,3 2 0 0,-2 0 0 0,5 7 0 0,0 10 0 0,4 9 289 0,-3 3-130 0,3 5 701 0,0 7-411 0,0 3-205 0,1 2-168 16,0 10-76-16,-4-8 0 0,-1-5 0 15,0 2 0-15,-3-9 0 0,0 0 0 0,-2 1 0 16,-6-12 0-16,-1-5-632 0,-2-3 281 0,0-4 196 16,-9-6-778-16,-4-3 427 0,-2-4 239 0,-4 0-136 15</inkml:trace>
  <inkml:trace contextRef="#ctx0" brushRef="#br0" timeOffset="119374.98">11584 14380 1769 0,'-14'-11'0'0,"7"4"0"0,-1 2 0 0,4 1 0 0,4 1 0 0,0 3 0 0,4 0 214 0,11 0-87 0,5 0-34 0,-1 0 441 16,4 0-247-16,0 4-124 0,4-2-62 0,-3 4-244 16,4-4 101-16,-2 1 36 0,-1 1-1 0,1-2-767 15,0 0 406-15</inkml:trace>
  <inkml:trace contextRef="#ctx0" brushRef="#br0" timeOffset="119550.05">12048 14263 2382 0,'-7'5'0'0,"4"4"0"0,-2 3 0 0,3 0 0 0,0 5 0 0,2 4 0 0,0 2 447 0,0 5-205 0,0 2-92 0,0-2 73 0,0 2-93 0,0-4-45 0,0-1-1 0,2-2-338 0,1 1 156 0,1-9 63 0,-1-5 37 0,0-2-668 0,-2-6 353 0,0-2 175 0,-1 0-690 0,0-10 404 16,0-9 168-16,0-5-130 0,-5-5 193 0</inkml:trace>
  <inkml:trace contextRef="#ctx0" brushRef="#br0" timeOffset="119821.24">11995 14260 1008 0,'2'-21'0'0,"2"5"0"0,5 2 0 0,2 2 0 0,2 3 0 0,4 4 0 0,1 2 0 0,-2 3 162 0,3 0-61 0,-2 3 97 0,-1 9-80 0,-1 1-30 0,-2 2-10 0,-5 3 53 16,-2 1-46-16,-5 3 0 15,-1 1-46-15,0 2 51 0,0 1-9 0,-9-3-42 0,-2-1-1 0,-1 2 107 16,3-7-54-16,-1 7-17 16,2-10 89-16,0 1-62 0,7-3-31 0,1-3 17 15,0-3-23-15,1 1 8 0,12-6-33 0,6-1-31 16,1 0 0-16,4 0 31 0,-1 0-1 0,3 0-67 16,-4 0 29-16,-5 0 0 0,2 0 8 0,-8 2-1 31,-1 5 24-31,-5 2 15 0,-5 1 73 0,0 4-44 0,-10-2-25 0,-10 5 181 0,-4 0-178 0,-3 2-53 15,-1-4 0-15,2 0 0 16,0-3 0-16,2 0 0 0,2-7 0 0,2 3-406 16,8-5 136-16,3-3 145 15,6 0-377-15,3-7 243 0,2-14 75 0</inkml:trace>
  <inkml:trace contextRef="#ctx0" brushRef="#br0" timeOffset="120078.26">12671 14130 1151 0,'13'-5'-1'0,"-1"5"0"0,-5 0 1 0,2 0 0 16,-7 5 437-16,-2 11-199 0,0 4-100 0,-11 7 648 0,-2 3-365 0,0 1-196 0,-6 5-93 0,-1 2 133 0,-2 3-125 0,1 0-140 0,-3 7 0 0,4-11-73 0,1-2-36 0</inkml:trace>
  <inkml:trace contextRef="#ctx0" brushRef="#br0" timeOffset="120116.02">12515 14561 3714 0,'-15'28'1'0,"2"-4"-779"0,2-3 417 0,7-14 195 0,2-7-441 0</inkml:trace>
  <inkml:trace contextRef="#ctx0" brushRef="#br0" timeOffset="120157.15">12428 14178 1831 0,'2'-5'0'0,"0"2"0"0,2-1 0 0,5 4 0 0,-1 0 0 0,7 0 262 0,4 16-117 0,3 3-53 0,3 4 613 0,2 6-334 0,0 1-166 0,4 7-74 0,-8-4-140 0,3 0 0 0,2-1 48 0,-3-2-806 0,3-3 402 0,2-2 212 0,-6-11 91 0</inkml:trace>
  <inkml:trace contextRef="#ctx0" brushRef="#br0" timeOffset="120287.3">12942 14021 2017 0,'8'-9'0'0,"3"3"0"0,6 0 0 0,3 1 0 0,10 2 0 0,6-2 0 0,4 4 0 0,6 1 761 0,2 0-362 0,2 0-180 16,0 0-92-16,6 0-210 15,-13 1 56-15,1 1 32 0,-7 1-867 0,-2 0 447 16,-7-3 224-16</inkml:trace>
  <inkml:trace contextRef="#ctx0" brushRef="#br0" timeOffset="120535.15">13380 13868 928 0,'11'-10'0'0,"4"4"0"0,4 0 0 0,2 1 0 0,5 1 641 0,0 1-302 0,7 3-141 15,-5 0-85-15,0 0 217 0,1 10-147 0,-4 4-72 16,-4 0 174-16,1 4-115 0,-13 1-70 0,-4 5-32 16,-5 1-252-16,-1 1 111 0,-15 2 56 0,-6 3-434 93,-3-5 240-93,-6-1 124 0,-3 0 62 0,-4-1 32 16,-4-1-1-16,-4 2 41 0</inkml:trace>
  <inkml:trace contextRef="#ctx0" brushRef="#br0" timeOffset="120727.69">13240 14184 1087 0,'-11'11'0'0,"3"3"0"0,-6 8 0 0,5 0 0 0,-5 4 0 0,0 7 811 0,-1 2-386 0,-2 5-194 0,-3 4 198 0,5-4-201 0,-2-3-95 0,2-1-47 0,3-2-50 0,0-5 1 16,5-3 10-16,1-12-539 0,6-4 264 0,0-6 133 16,0-4 66-16,7 0-835 0,3-7 424 0,3-14 217 125</inkml:trace>
  <inkml:trace contextRef="#ctx0" brushRef="#br0" timeOffset="120780.83">13253 14290 1790 0,'7'-8'0'0,"1"1"0"0,1 4 0 0,3 1 0 0,-2 2 0 0,5 5 0 0,-2 14 0 0,-2 7 0 0,3 4 760 0,-3 3-362 0,3 6-179 0,-1 5 273 0,-6-3-231 0,2 0-250 0,-2-2-11 0,-1 1 0 0,-2-5 0 0,0 6 0 0,-2-11-174 0,-2-4-44 0,0-5 128 0,0-4 64 0,-4-5-761 0,-7-9 408 0,-2-3 100 0,-2 0 139 0</inkml:trace>
  <inkml:trace contextRef="#ctx0" brushRef="#br0" timeOffset="120901.08">13080 14495 2287 0,'-7'-5'0'0,"1"1"0"0,5 1 0 0,1 0 0 0,0 3 0 0,0-2 0 0,9 2 0 0,5 0 377 16,7 0-169-16,3 0-86 0,2 0-114 0,3 0 8 0,-1 0 22 0,0 0-370 15,1 0 185-15,5 0 92 0</inkml:trace>
  <inkml:trace contextRef="#ctx0" brushRef="#br0" timeOffset="121113.32">13556 14447 1417 0,'-6'2'0'0,"3"6"0"0,0-2 0 0,3 3 0 0,-2 2 0 0,2 6 0 0,0 0 985 0,0 3-473 0,0 4-229 0,0-3 119 0,3-1-182 0,2 2-108 0,-2-2-112 15,3-2-337-15,-3-1 148 0,-1-5 108 0,-1-5-753 16,1-2 418-16,-2-5 209 16,0 0 105-16,0-3-372 0,0-14 218 0,-3-4 110 15,-2-7 54-15,-4-5-321 47</inkml:trace>
  <inkml:trace contextRef="#ctx0" brushRef="#br0" timeOffset="121314.05">13556 14383 569 0,'11'-19'0'0,"5"0"0"0,-1 7 0 0,5 2 0 0,1 5 535 0,4 3-249 0,0 2-125 0,4 0-52 0,-4 12 178 0,1 5-125 0,-6 2-63 0,-1 4-30 0,-6 5 298 0,-1 4-155 0,-10-1-92 16,-2 3 157-16,-5 2-120 0,-12-1-60 0,-6 0-30 16,-5 4 18-16,-3-10-9 0,-3 0-38 0,-2-7-280 15,1-2 140-15,2-3 70 0,-1-4 44 0,11-8-266 16,4-5 145-16,7 0 74 94,4-6-16-94,6-14-839 0</inkml:trace>
  <inkml:trace contextRef="#ctx0" brushRef="#br0" timeOffset="121419.23">14067 13605 3399 0,'5'-5'0'0,"0"0"0"0,2 5 0 15,0 0 0-15,-1 26 0 0,1 13 0 0,-3 22 0 0,-3 11 532 0,1 22-532 0,-2 8 0 0,0 14 0 0,0 5 0 0,0 7 0 47,-3-2 0-47,1 12 0 0,-1-23 0 0,-5 6 0 0,1 9-151 0,-1 1-216 0</inkml:trace>
  <inkml:trace contextRef="#ctx0" brushRef="#br0" timeOffset="122657.74">14648 14052 1657 0,'-14'-19'0'0,"3"7"0"0,5 1 0 0,2 7 0 0,1-2 0 0,3 6 0 0,0 0 0 0,2 0 0 0,9 0 75 0,2 0 0 0,7 4-28 0,2 1 426 0,0-1-217 0,6 4-110 0,0-4 497 0,3 1-303 0,5-2-142 0,-5 0-177 0,2 2-21 0,2-3 0 0,1 0 0 0,-4 0 0 0,4 1-168 0,-8-1-23 0,-4 0 115 0,-3 3 56 0,-3 0-1109 0</inkml:trace>
  <inkml:trace contextRef="#ctx0" brushRef="#br0" timeOffset="122847.48">14730 14390 3164 0,'-25'5'0'0,"4"1"0"0,12 3 0 0,8-2 0 0,1-2 0 0,1 0 0 0,14-1 0 0,6 2 0 0,7-6 0 0,4 0 0 0,6 0 0 0,1 0 0 0,7 0 0 0,-6 0 559 16,-1 0-351-16,-2-1-208 0,3-4-248 0,-2 2 13 16,4 0 146-16,-8 3 58 0,-4-3-792 0,-3 3 430 31,-3 0 115-31,-4 0-583 16</inkml:trace>
  <inkml:trace contextRef="#ctx0" brushRef="#br0" timeOffset="123176.3">15409 13750 1510 0,'0'-17'0'0,"-2"2"0"0,-2 3 0 0,1 2 0 0,2 3 0 0,-3-1 0 0,4 7 678 0,-2-2-320 0,2 3-161 15,0 0 105-15</inkml:trace>
  <inkml:trace contextRef="#ctx0" brushRef="#br0" timeOffset="123219.38">15393 13692 3215 0,'2'21'112'0,"2"8"-42"0,0 8 407 0,2 9-420 0,-3 9-57 0,0 9 0 0,0 15 0 0,-3 0 0 0,0 12 0 0,0 13 0 0,0 11 0 0,0 17 0 0,-3-14 0 0,0 0 0 0,1-8 0 0,1-10 0 0,1-15 0 15,0-2 0-15,0-32 0 0,0-10 0 0,0-7 0 0,0-7 0 0,0-8 0 0,0-2 0 0,0-14 0 0,0-3-24 0,0 0-52 0,0 0-754 0,0-6 397 0,0-4 188 0</inkml:trace>
  <inkml:trace contextRef="#ctx0" brushRef="#br0" timeOffset="123846.88">15856 13852 1135 0,'-3'-5'0'0,"-2"-1"0"0,2-1 0 0,0 2 0 0,1 1 0 0,-1 1 0 0,3 2 0 0,-1 0 270 0,-1 1-116 0,0 0-48 0,2 5 344 0,0 11-206 0,0 9-102 0,0 9-53 0,0 4 383 0,0 13-208 0,0 3-117 0,0 8 276 0,0 11-388 0,0 7-35 0,0 12 0 0,-2 9 0 0,0-9 0 0,1 1 0 0,-3-4 0 0,3-7 0 15,-1-8 0-15,-1 1 0 0,3-23 0 0,0-16 0 0,0-3 0 0,0-8 0 16,0-5 0-16,0 1 0 0,0-12 0 0,0-3 0 16,0-6 0-16,0 0 0 0,0 0 0 0,0 0-162 15,0 0-209-15,0 0 167 0,3-3 82 0,-1-1-380 16</inkml:trace>
  <inkml:trace contextRef="#ctx0" brushRef="#br0" timeOffset="124514.26">19036 13883 795 0,'-5'0'0'0,"-1"-3"0"0,1-1 0 0,-1 0 0 0,5 3 227 0,-3-2-94 0,3 3-49 0,-1 0-23 0,2 3 436 0,0 9-235 0,0 5-113 0,0 7 329 0,0 6-221 0,0 10-110 0,0 11 349 0,2 4-235 0,-1 11-177 0,-1 9-84 0,0 8 0 0,0 5 0 0,0 8 0 0,0-11 0 0,0-4 0 0,0-4 0 0,0-6 0 0,0-6 0 0,0-2 0 0,0-22 0 0,0-7 0 15,2-8 0-15,-2-2 0 16,2-8 0-16,-2 1 0 0,0-10 0 0,0-6 0 16,0-1 0-16,0 0 0 0,0 0-48 0,0-1-98 0,-4-6 33 15,3-4-573-15,-2 0 325 0,3-4 162 16,0-2 71-16,0 0-308 0,0 0 200 0</inkml:trace>
  <inkml:trace contextRef="#ctx0" brushRef="#br0" timeOffset="125022.5">19615 13605 1184 0,'0'-14'0'0,"-3"5"0"0,-1 0 0 0,2 0 0 0,-1 3 0 0,0 0 0 0,-3 0 0 0,6 6 454 16,0-4-209-16,0 4-105 0,0 0 68 0,0 0-85 0,0 4-35 0,0 9 168 47,0 5-110-47,0 5-54 0,0 6-28 0,4 10 219 0,-4 4-128 0,0 10-59 0,0 5-30 0,0 10 227 0,0 7-255 0,0 22-38 0,-6 7 0 0,0 10 0 15,-3 11 0-15,0 7 0 0,-3-2 0 0,3 8 0 16,1-35 0-16,5-7 0 0,-1-10 0 0,2-13 0 16,2-8 0-16,0 1 0 0,0-23 0 0,0-7 0 31,0-5 0-31,0-9 0 0,0-4 0 0,0-7 0 0,0-11 0 0,0 0 0 15,0-1 0-15,0-8 0 0,-3-4-388 0</inkml:trace>
  <inkml:trace contextRef="#ctx0" brushRef="#br0" timeOffset="125052.42">19522 15409 3305 0,'-4'-21'-133'0,"2"-6"-390"0,-3-2 244 0</inkml:trace>
  <inkml:trace contextRef="#ctx0" brushRef="#br0" timeOffset="126864.79">16060 13776 1734 0,'0'-12'0'15,"-1"-2"0"-15,-1 4 0 0,2 2 0 0,0-2 0 0,0 4 0 0,2-2 0 0,6 1 0 0,4 6 0 0,0-1 196 0,7 2-79 0,-2 0-41 0,2 3 79 0,1 9-51 31,-3 3-38-31,0 3-4 0,-2 2 0 0,-2 4-26 0,-3 3 1 0,-1 0-27 0,-7 0 27 0,-2 2-1 16,0-5 1-16,-2 2 0 0,-9-4 0 0,-1 6 9 16,-5-10 51-16,-5-1-31 0,-1-5 1 0,-1 0-159 15,-3-5 64-15,1-1 42 16,4-3-16-16,3-3-419 0,2 0 206 0,5-3 110 0,1-7 38 0</inkml:trace>
  <inkml:trace contextRef="#ctx0" brushRef="#br0" timeOffset="126904.01">15998 14050 1879 0,'0'-15'-196'0,"0"-2"81"0,3-4 27 0,11 0-412 0</inkml:trace>
  <inkml:trace contextRef="#ctx0" brushRef="#br0" timeOffset="126949.47">16320 13629 1333 0,'0'-14'0'0,"0"4"0"0,-1 0 0 0,1 3 0 0,-2 4 0 0,-2 2 0 0,1 1 331 0,-1 1-147 0,1 14-74 0,-3 6 327 0,3 4-205 0,-2 5-98 0,1 5 209 0,1 1-154 0,1 0-75 0,2 6-30 0,0-9-2 0,0 3 0 0,2-4-45 0,8 0 0 0,3-3-1 0,2 2 10 0,1-7-9 0,3-5 0 0,0-3-1 0,-1-4-26 0,2-5-10 0,2-1 0 0,-3-6 0 16,-1 0 0-16,-2-9 0 15,-1-8 0-15</inkml:trace>
  <inkml:trace contextRef="#ctx0" brushRef="#br0" timeOffset="127237.43">16514 13885 1115 0,'0'2'0'0,"0"-1"0"0,0 1 0 16,-5 2 0-16,5-1 0 0,-2 3 0 0,-1 3 0 0,1 3 428 0,2 0-196 0,0 5-97 0,0 1-50 0,0 3 209 0,0 0-120 0,5-1-82 0,2 0 4 0,1-2-29 0,2-3 0 0,1 1-21 0,-1-8-132 0,2-1 61 0,1-5 31 0,-1-2-165 0,0 0 98 0,3-3 58 0,-2-11 16 0,0-4-209 0,-1-2 76 0,-1-1 69 31,-1 1-29-31,2-2-57 0,-6 7 57 0,-1 0 6 0,0 2 117 0,-2 5-40 0,0-1 0 0,1 6-49 15,-2 3 10-15,0 0-1 0,-2 6 0 0,0 11 388 16,0 4-177-16,0 6-32 0,0 0-68 0,0 1 402 16,0 2-219-16,0 1-111 15,1-5-54-15,4 5-140 0,1-9 38 0,4-2 23 0,-1-5-468 0,2-4 241 16,0-4 123-16,4-2 29 16,-2-5 38-16,1-2-53 0,0-9 39 0,0-6-931 15</inkml:trace>
  <inkml:trace contextRef="#ctx0" brushRef="#br0" timeOffset="127637.18">16993 13636 1570 0,'0'0'0'0,"-3"-1"0"0,-2-1 0 0,-1 2 0 0,1 0 0 0,0 0 0 0,-2 3 241 93,-3 7-93-93,-1 3 81 0,-2 4-96 0,-2 3-48 0,-3 2-24 0,-2 0 2 0,-3 4 10 0,0-2-37 0,2-1 1 0,-2-4 75 0,4 0-38 0,2-4 0 0,0-1-28 0,9-7 132 0,3-2-71 0,2-2-35 0,3-3 9 0,0 2 0 0,4 1-35 0,11-3-33 0,3 0 0 0,6 2 24 16,2-1 0-16,0 2-53 0,5 0 36 0,-3 2-9 16,0-2 26-16,-2 1-204 0,-1 1 100 0,-1-2 25 15,4 1-1-15,-9-2-141 0,-2-1 90 0,-2-1 12 16,-5 0 29-16,-2 0 2 0,-2 0-30 0,-4 0 375 15,-2-3-154-15,-2-6-81 32,-9-6-37-32,-4 3 219 0,1-6-100 0,-5 1-64 0,3-1 0 0,-2-1-32 15,-1-3-45-15,4 0 0 0,-3 0 0 0,5 2 0 0,-1 2 0 0,1 1 0 16,4 2-130-16,1 2 29 16,1-3 61-16,3 9 32 0,4 2-581 0,0 3 283 0,0 2 107 0,5 0-500 15,9 0 323-15,-1 7 174 0,3 3 82 0</inkml:trace>
  <inkml:trace contextRef="#ctx0" brushRef="#br0" timeOffset="127917.77">17183 13716 1163 0,'-3'6'0'0,"0"2"0"0,-2 1 0 0,2 4 0 0,-1 1 0 0,1 4 334 16,1 5-149-16,2-1-74 15,0 4 495-15,0 2-275 0,0-2-152 0,2-2-71 0,6-3-36 0,2 0 0 16,1-7-35-16,3 3-36 0,-2-10-9 0,2-2 45 15,1-5 0-15,1 0-288 94,0-9 144-94,3-8 82 0,-5-5 25 0,1-7-148 0,0 0 57 0,-3-3 58 0,0-2-111 0,1-4 64 0,-2 9-99 0,-3-2-22 0,0 4 82 0,-3 6 42 0,0 1-1 0,0 0 384 0,-4 13-167 0,-1 2-88 0,0 5-43 0,0 0 497 0,-1 12-224 0,-4 9-132 0,-2 6-12 0,0 5 158 0,3 4-129 0,0 1-64 16,2 1-42-16,2 3-60 0,0-7 0 0,0 1 0 15,0-2 0-15,4-4-68 0,6 1 18 0,3 1-1019 16,0-10 539-16</inkml:trace>
  <inkml:trace contextRef="#ctx0" brushRef="#br0" timeOffset="129735.75">17898 13672 706 0,'-4'-6'0'0,"1"-1"0"0,1 6 0 0,2 0 0 0,0-1 0 0,2 2 344 0,10 0-155 0,1 0-67 0,3 8 127 0,-1 4-107 16,4 0-53-16,-2 2-26 0,0-1 13 0,-2 5 9 15,-1-3-49-15,-4 2 40 0,-4 0-1 0,-2 2-38 16,-2 1-1-16,-2 1 109 0,-2-1-60 0,-13 2-24 15,-5-3 1-15,-1 0 68 0,-6 1-37 0,1-3-34 16,2-4-62-16,-3-2 40 16,5-4-1-16,0 1-102 0,1-4 60 0,8-1 17 0,2-3 0 0,4 0-379 15,5 0 195-15,2 0 72 0,0-4 60 0,5-7-574 16,11-1 289-16,5-3 145 16,4-6 73-16,3 1-346 0</inkml:trace>
  <inkml:trace contextRef="#ctx0" brushRef="#br0" timeOffset="129971.37">18124 13618 1699 0,'0'-6'0'0,"0"-1"0"0,0-1 0 0,-3 5 0 0,-2 2 0 0,1-1 0 0,-4 2 0 0,0 2 0 0,2 10 282 0,-3 9-123 0,1 6-62 16,2 1-21-16,-1 5-8 16,4 0-32-16,2 1 0 0,1 3 1 0,0-4-1 15,0 4 9-15,1-5 434 0,7-2-221 0,6-5-112 94,0-3-54-94,3-1-266 0,0-4 114 0,0-7 43 0,-1-3-460 0,1-6 251 0,-3-1 129 0,0 0-14 0,0 0 62 0,-3-8-92 0,-2-4 60 0,-4 0-946 0</inkml:trace>
  <inkml:trace contextRef="#ctx0" brushRef="#br0" timeOffset="130183.92">18223 13871 897 0,'0'2'0'0,"0"4"0"0,0-2 0 0,0 1 0 0,0 2 0 0,1 1 0 0,1 3 0 0,-1 6 467 0,2 2-220 0,-1 1-106 0,1 4 272 0,0 0-188 0,0 3-94 0,0 3 125 0,0-5-114 0,1-3-53 0,-2-2-27 0,5-2 69 0,-4-5-47 0,0 2-15 0,0-8-9 0,0-7 32 0,0 0-28 0,4 0 1 16,-1-11-29-16,3-7 46 0,-1-6-10 0,0-5-35 15,2-1-129-15,2-6 64 0,-3 2 33 0,5-3-300 16,-5 5 143-16,1 2 89 0,0 1 16 0,-2 5-401 15,0 0 191-15,1 0 105 16,-4 9 50-16,-2 5-363 0,-1 3 215 0,-1 5 106 0,-1-1 55 0,2 3-212 16</inkml:trace>
  <inkml:trace contextRef="#ctx0" brushRef="#br0" timeOffset="130714.23">18595 13515 1293 0,'0'0'0'0,"-5"-2"0"0,2 0 0 0,0 1 0 0,1-1 0 0,-1 2 0 0,2 0 0 0,-1 0 127 0,0 2-36 0,1 8 109 0,-1 4-82 0,-1 2-41 0,-3 2 0 15,2 1-59-15,-4 6 27 0,-1-8-9 16,-1 7 1-16,-1-5 37 0,-2 1 1 0,0 1-39 16,-2-2 10-16,3-5 121 0,1-1-65 0,1-5-33 15,2 1 122-15,3-4-77 0,0 1-30 0,3-3-20 16,2 0 0-16,0 0-28 0,8-1 1 0,8 3 36 15,0-3-8-15,5 1-29 0,3 2 0 0,-1 0-61 16,1 2 30-16,2-1 10 0,-4 0 21 0,-1 1-170 16,-2 0 85-16,1-3 28 15,-1 2-108-15,-2-1 58 0,-6-3 39 0,0 1-11 16,-5-3 0-16,-3 0 8 0,-1 0 25 0,0 0 181 16,-2 0-89-16,0-9-52 15,-7-2-1-15,-1-6 199 0,-4 1-107 0,3-6-31 0,-2 2-37 0,0-4 25 16,0 0-24-16,2-3-11 0,-4 2-141 0,4-5 60 15,-1 5 32-15,0 1-213 0,3 3 122 0,1 1 51 16,1 4 32-16,-2-2-145 16,4 7 78-16,1 3-3 0,1 5 34 0,1-1-296 15,0 4 155-15,0 0 68 0,0 0 48 0,1 6-513 16,7 3 276-16,-2 5 138 0</inkml:trace>
  <inkml:trace contextRef="#ctx0" brushRef="#br0" timeOffset="131078.41">18799 13536 709 0,'2'0'0'0,"-1"0"0"0,1 1 0 0,2-1 0 0,-2 3 23 0,2-1-23 0,0 6 0 16,0 1 0-16,1 3 781 0,1 4-362 0,2 6-197 16,-3 1-92-16,1 4 137 0,-1 1-115 0,-1 3-58 15,2 1 68-15,-3-6-68 16,-1-2-28-16,1-4-1 0,-1-6-29 0,-1 1 1 0,1-3 8 0,0-7 212 15,-2-5-111-15,1 0-54 16,4 0-28-16,1-17 6 0,3-5-70 0,2-4 0 0,3-3 0 0,0-6 0 156,3-1 0-156,2 0 0 0,3-4 0 0,-5 8 0 0,3 0 0 0,-3 5-49 0,-1 1-75 0,-1 6 74 0,-3-2 9 0,-3 11-344 0,-3 7 158 0,-5 3 98 0,1 1 31 0,-2 0-475 0,0 1 260 0,-3 10 142 0</inkml:trace>
  <inkml:trace contextRef="#ctx0" brushRef="#br0" timeOffset="132481.79">16065 14878 983 0,'0'0'0'0,"0"-3"0"0,0 3 0 0,0-3 0 0,0 3 0 0,0-2 0 0,0 2 400 0,0 0-171 0,2 0-100 16,6 2 281-16,2 7-186 0,1 0-92 0,3 2-47 0,0 1 9 15,0 3-55-15,0-3-1 16,0 2 1-16,-1-3 130 0,-1 3-64 0,2 2-25 0,-3-3-8 16,0-1-130-16,-3 2 48 0,0 1 25 15,-2-2-275-15,0 2 160 0,1-4 64 0,-6 1 37 16,0-3-31-16,1 2 27 0,-1-5-81 0,3 1-814 16,-3-6 435-16</inkml:trace>
  <inkml:trace contextRef="#ctx0" brushRef="#br0" timeOffset="132700.23">16406 14746 1102 0,'0'-2'0'0,"0"0"0"0,0 1 0 0,0-1 0 0,-3 2 0 0,0 0 0 0,0 9 262 16,-2 9-113-16,0 6-54 0,-4 9 437 0,-2 7-252 0,-1 10-120 0,-5 9 308 0,-2 10-215 0,-5 6-107 15,-4 13-45-15,4-10 163 0,-1-3-145 0,0-3-119 16,3-9 0-16,2-5 0 0,-2-3 0 0,8-19 0 15,4-7 0-15,3-6-82 0,4-9 46 0,1-4 37 16,2-2-532-16,0-8 279 16,0 0 59-16,0 0-652 0,8-9 403 0,4-9 202 15,4-10 92-15</inkml:trace>
  <inkml:trace contextRef="#ctx0" brushRef="#br0" timeOffset="133015.92">16440 15195 2000 0,'0'2'0'0,"0"0"0"0,0 3 0 0,0 1 0 0,0 4 0 0,0 4 0 0,0 4 0 0,0 5 0 0,0 1 192 15,0 4-78-15,0 2-28 0,0-5 179 0,3-1-113 0,4-4-58 0,1 1-104 16,1-6 25 0,3 0 8-16,0-10 15 0,1-4-211 15,1-1 105-15,2-1 54 0,0-16 25 0,0-1-230 0,-1-5 123 0,-3-1 0 16,-1 0-104-16,-2 2 60 15,2 2 56-15,-3 0-8 0,-5 6 92 0,0 5 0 16,-1 0-38-16,-1 6 257 0,1 0-127 0,0 3-63 0,-2 0-26 0,0 17 10 16,0 2 1-16,0 3 11 0,-2-1 419 0,0 3-31 15,2-1-192-15,0 1-92 47,0-3-206-47,0-1 58 0,0 0 28 0,5 0 10 0,3-8-197 0,0-1 108 0,3-2 54 0,1-3 28 0,-1-6-1 0,3 0 36 0,1 0-9 0,2-6-1230 16,-1-7 577-16,3-4 288 0,-2-1 145 0,6-6-207 0</inkml:trace>
  <inkml:trace contextRef="#ctx0" brushRef="#br0" timeOffset="133402.21">16990 15036 1355 0,'0'-9'0'0,"0"2"0"0,0-1 0 0,0 4 0 0,0 4 0 0,0 0 0 0,-3 0 0 0,-6 0 230 0,0 12-87 0,1 2 182 0,-6 6-143 0,0 1-73 0,-5 1-35 0,0 6 40 0,-4-1-28 0,1 0-10 0,1-2-38 0,1-4 113 15,2-1-57-15,4-3-28 16,-2 0 9-16,7-5 130 0,4-7-84 0,2 2-41 0,3-5 55 0,0 1-49 16,2-3-15-16,7 0-9 15,7 0-9-15,4 0-53 0,2 0 0 0,2 0 0 16,3 0 0-16,-3 0 0 0,1 0 0 0,-1 4 0 16,0 0 0-16,-3-2 0 0,4 3 0 0,-4 1 0 15,-3-3-1-15,-2-1-40 0,-4 1-146 0,0 1 91 16,0-2 17-16,-8-1 34 15,0 2 57-15,-2-3-38 0,-2 0-34 0,0 0 330 0,-2-7-146 0,-6-4-66 16,-2-4-26-16,0-3 7 0,0-3-39 0,-1-3 0 16,0-2 0-16,0 0 0 15,4-1 0-15,-3-1 0 0,1 0 0 0,1 0 0 16,0-1 0-16,3 7 0 0,-2 3-37 0,4 3-12 16,-1 2 8-16,2 5-339 0,-1-3 146 0,3 11 105 15,0 0 35-15,0 1-549 0,3 0 302 0,3 10 152 31,3 2 66-31,0 1-234 0,4-1 160 0,-1 1 80 0</inkml:trace>
  <inkml:trace contextRef="#ctx0" brushRef="#br0" timeOffset="133678.93">17163 15041 1380 0,'4'0'0'0,"-1"2"0"0,1-2 0 0,-1 0 0 0,-2 1-2 0,3 2 0 0,-1 0 0 0,0 4 1 0,0 2 281 31,2 2-127-31,0 3 345 0,-3 4-232 0,3 2-115 0,-2 3-57 0,3 4-20 0,-1-5-9 0,3 2-29 0,-2-4 1 0,2-3 169 15,0-3-84-15,1 1-34 0,0-10-9 0,-1-2-94 16,4-3 25-16,-2-3 1 0,1-11-140 16,3-6 92-16,-3-5 32 0,3-2 1 15,-3-1-261 17,1-2 140-32,-1 4 9 0,0 0-32 0,-3 9 62 0,-1 0 10 0,0 5 1 0,-3 2 323 0,0 7-139 0,-1-1-76 0,-2 4-28 0,-1 7 434 15,0 10-216-15,0 5-77 0,0-1 95 0,0 7-216 31,0-2-25-31,0 0 0 0,0-1 0 0,0-1 0 16,7 0 0-16,5 1-330 0,2-7 54 0,3-1 156 0,1 0 79 16,5-4-1055-16</inkml:trace>
  <inkml:trace contextRef="#ctx0" brushRef="#br0" timeOffset="134344.6">17824 14783 2097 0,'0'0'0'0,"-5"0"0"0,3 0 0 0,2 0 0 0,0 0 0 0,0 6 0 0,0 3 0 0,2 5 0 0,4 3 0 0,5 0 313 0,0 4-139 0,2-1 102 15,2 1-119-15,2 3-51 16,-1-2-40-16,-1-3-158 0,1 2 64 0,-2-3 33 0,3 2 8 15,-6-5-424-15,0-1 223 0,-5-5 113 16,0 0-252-16,-2-5 181 0,0-1 11 0,-2-3 71 0,-1 0-538 0,2-3 283 16,-1-14 141-16,-1-2-162 31</inkml:trace>
  <inkml:trace contextRef="#ctx0" brushRef="#br0" timeOffset="134522.85">18080 14718 1285 0,'1'-10'0'0,"2"-2"0"0,-2 7 0 0,1 0 0 0,-1 4 0 0,1 1 0 0,-2 1 0 0,0 13 266 0,0 6-119 0,0 8-56 0,0 6 443 0,-5 6-249 0,-1 5-124 0,-3 7-52 0,-1-1 338 16,-1 4-205-16,-2 8-102 0,-3 4 84 0,-1 5-224 15,-5 6 0-15,6-10 0 0,-2-5 0 0,3-7 0 63,2-3 0-63,5-10 0 0,0 2 0 0,6-20 0 0,2-7 0 0,0-7-539 0,0-7 260 0,2-4 74 0,1 0 104 0,3 0-77 0,2-15 73 0,0-5 9 0,3-4-542 0,0-4-90 0,1-7 337 0</inkml:trace>
  <inkml:trace contextRef="#ctx0" brushRef="#br0" timeOffset="134757.46">18099 15216 975 0,'5'-15'0'0,"1"6"0"0,0-1 0 0,-1 5 0 0,0 3 0 0,1-1 249 0,-1 3-111 0,1 5-51 16,-1 11 357-16,-1 4-204 0,1 4-101 0,0 4 98 15,0-2-104-15,0 0-48 0,0 1-25 0,0-1 197 16,1-1-110-16,1 0-46 0,-2-7-37 0,2-2 59 15,-3-3-44-15,0-3 1 16,2-3-43-16,0 0 81 0,0-7-46 0,0 0-6 16,1-12-66-16,0-9 0 0,3-3 0 0,0-8 0 15,0 1 0-15,1-6 0 0,0 2 0 0,0-2 0 16,1 2 0-16,1-2 0 0,-5 8 0 0,4 2-491 16,-6 6 216-16,1 3 95 0,0 6-461 0,-2-5 292 15,-3 14 161-15,1 2 76 0,-2 1-487 0,-1 0 281 16</inkml:trace>
  <inkml:trace contextRef="#ctx0" brushRef="#br0" timeOffset="135228.89">18567 14861 1403 0,'0'0'0'0,"0"-4"0"0,0 0 0 0,0 0 0 0,0 3 0 0,0-2 0 0,0 1 266 0,0 0-114 0,0 2-58 15,0 0 61-15,0 4-60 0,-2 8-19 0,-5 1-60 16,-3 4 20-16,-3 3 1 16,-2 2 0-16,-5 1 29 0,-1 1 8 0,0 0-37 15,-1-4 0-15,1-2 80 0,1-1-40 0,2-2 1 16,-1 1-32-16,5-8 181 0,5-2-95 0,2-3-47 16,4-2 102-16,3 2-75 0,0-3-28 0,8 0-42 15,8 0-5-15,9 0 0 78,1-4 0-78,2-2-92 0,3 4 56 0,-3 1-10 0,0-3 46 0,0 2-97 0,-3 0 48 16,-3 2 25-16,3 0-199 0,-6-3 99 0,-3 3 16 0,-4-3 38 0,-4 3-30 0,-3-1 25 0,-1-3-13 0,-4 0 297 0,0-1-128 0,-4-4-63 0,-8-1-35 0,-1-1 147 0,-2-3-107 0,-3 0-60 0,5 0 0 0,-5-5 0 16,2 0 0-16,-3-1 0 125,5 0-7-125,-1 3-37 0,4 1 47 0,-2 0 1 0,5 2-374 0,-1-2 185 0,3 9 61 0,1 0 58 0,4 3-42 0,1 1 41 0,0 3-35 0,0 0-268 0,1 0 172 0,10 5 80 0,-2 4 41 0</inkml:trace>
  <inkml:trace contextRef="#ctx0" brushRef="#br0" timeOffset="135456.1">18694 14837 1218 0,'0'0'0'0,"0"0"0"0,0 0 0 0,0 0 0 0,0 0 0 0,1 0 0 0,2 0 533 31,0 4-253-31,3 3-121 0,0 3-62 0,2 2 120 0,0 2-90 0,1 3-36 0,2 7-25 0,-2-2 1 0,-1 4-30 0,3 1 0 16,-3-2-43-16,0 1 53 0,0-4-11 0,-3-1 42 15,2-7 0-15,-4-2-41 16,0-5 0-16,0 2 116 0,1-9-62 0,-3 0-27 0,4-9 0 0,1-7 176 15,2-7-157-15,1-4-83 16,3-7 0-16,1-2 0 16,3-3 0-16,2 0 0 0,6-4 0 0,-4 5 0 0,0 1 0 0,3 3-184 15,-1 3 33-15,-3 8 93 0,3-1 57 0</inkml:trace>
  <inkml:trace contextRef="#ctx0" brushRef="#br0" timeOffset="138492.68">20178 14204 1533 0,'0'-9'0'0,"-6"4"0"0,3-1 0 0,3 4 0 0,0 0 0 0,0 0 0 0,6 2 467 0,6 0-219 0,7 0-106 0,1 2 443 16,5 5-274-16,3-1-137 0,2 1-59 0,-1 0 3 15,-1-2-40-15,2 4 0 16,-2-4-41-16,0 5-401 0,0-3 210 0,-7 4 90 0,-4 1-373 0,-3 1 236 16,-4 2 120-16</inkml:trace>
  <inkml:trace contextRef="#ctx0" brushRef="#br0" timeOffset="138633.49">20226 14537 1949 0,'-32'4'0'0,"2"3"0"0,-1 3 0 0,18 2 0 0,5-4 0 0,4-2 0 0,4-1 758 0,0 2-361 0,12-1-170 16,10 0-100-16,5-1 346 16,8-4-473-16,1 3 0 0,2-3 0 0,6 3 0 0,-4-1 0 0,-3 1 0 15,1 3-564-15,-1 1 23 0,2 2 288 0</inkml:trace>
  <inkml:trace contextRef="#ctx0" brushRef="#br0" timeOffset="139413.41">21373 14364 671 0,'0'-2'0'0,"0"-3"0"0,0 1 0 0,0 1 0 0,0-2 271 0,0 2-107 0,0 3-67 0,0 0-29 0,0 0 332 0,0 0-181 0,0 3-90 0,0 9-35 0,0 4 44 0,0 1-50 0,-5 6-24 0,-4 3 84 0,-3 3-55 0,-3 3-17 0,-5 0 18 0,0-1-10 0,-4 1-45 16,-4-1 0-16,-1-2 98 0,-6-1-40 0,7-8-34 15,0-7 1-15,5-4 102 0,2-4-63 0,3-5-23 16,9 0-9-16,4 0 27 0,5-3-30 0,0-4-60 15,16-4-8-15,9 2 0 0,6 2 0 0,6 0 0 16,4 4 0-16,5-1 0 16,0 4 0-16,5 0 0 0,-7 0 0 0,2 0 0 0,-2 3-2 0,-1 6-203 15,-2-2 88-15,4-1 30 16,-17 1 41-16,-2-2-29 0,-9-1-1 0,-6-4 26 0,-8 0 113 0,0 0-59 16,-3 0 7-16,-5-11 342 0,-7-5-180 15,-5-3-119-15,-1-5-54 0,0 0 0 16,2-1 0-16,-3-1 0 0,5-1 0 0,-1-4 0 15,1 2 0-15,-2-8 0 0,6 6 0 0,2 1 0 16,1 2-94-16,2-1-1 0,2 5-252 0,2-1 124 125,1 14 104-125,0 4-553 0,1 3 317 0,9 4 157 0,5 0 80 0</inkml:trace>
  <inkml:trace contextRef="#ctx0" brushRef="#br0" timeOffset="139631.21">21831 14428 2379 0,'0'9'0'0,"0"3"0"16,2 2 0-16,-1 1 0 0,1 2 0 0,4 5 0 0,-1 2 0 0,1 2 0 0,2-2 294 0,1 1-128 0,2-3-62 0,2 1-33 0,0-5 0 0,3 1-24 0,1-8-104 16,-1-4 48-16,0-7 23 15,2 0 0-15,1-5-105 0,-1-13 73 0,-2-4 24 0,-1-5-1 31,-4-4-131-31,1 0 82 0,-2-3-1 0,0-3-88 0,-3 6 31 0,1-1 46 0,-2 6-7 16,-2 1 1-16,2 7 18 0,-1-2 9 0,-2 11 143 16,-2 9-65-16,1 0-29 0,-1 4-1 0,1 16 202 15,1 3-109-15,-3 5-38 16,0 1-32-16,1 0 163 0,1 0-87 0,1 0-16 0,3 2-261 0,2-7 104 16,3-2 48-16,3-2-557 15,3-3 285-15,4-1 132 0,4-2 74 0,-2-8-377 0,5-2 210 16</inkml:trace>
  <inkml:trace contextRef="#ctx0" brushRef="#br0" timeOffset="140007.45">22649 14356 1702 0,'-4'-6'0'0,"1"1"0"0,1 2 0 0,-3 3 0 0,-1 0 0 0,0 0 0 0,-2 5 0 0,-3 10 0 0,-1 6 279 0,-3 0-121 0,-2 5 165 0,0 1-144 0,-5 2-61 15,2-3-44-15,0 1 125 16,-2-3-80-16,2-3-41 0,2-3 0 0,0 0 33 0,7-8-41 0,2-3 0 16,4-3-33-16,3-2 131 31,2-1-66-31,0 0-36 0,5 1-66 0,12 1 0 0,2-3 0 0,5 4 0 0,4-1 0 0,3 2 0 0,-3 1 0 0,6 0 0 16,-3-1-9-16,1 1-12 15,2 0 24-15,3-2-111 0,-8-1 31 0,-1-1 44 0,-5 0-26 0,-1-2-76 31,-5 0 30-31,1 0 34 0,-13-4 140 0,-4-8-49 0,-1 0-26 0,-1-7 325 16,-13 0-162-16,-3-6-101 0,-2 1-56 16,-5-2 0-16,-1 1 0 0,2-4 0 0,-3 0 0 0,0-2 0 15,3 2 0-15,2 5 0 0,2 1 0 0,2 2 0 16,6 4 0-16,-3-1 0 0,11 8-3 16,3 5-204-16,0 3 67 0,3 2-546 15,12 0 314-15,3 2 173 0,2 10 80 0,3 2-625 16,-1 2 353-16</inkml:trace>
  <inkml:trace contextRef="#ctx0" brushRef="#br0" timeOffset="140255.66">22983 14365 413 0,'1'2'0'0,"3"0"0"0,0 3 0 0,2 1 0 0,-1 3 579 0,3 6-261 0,-4 3-146 15,4 5 160-15,0 3-148 16,0 5-74-16,-2 4 225 0,2 3-140 0,-1-5-84 15,-3 0-37-15,2-2 129 0,-1-5-83 0,-1-4-42 16,2-1 9-16,-1-11 100 0,-2-4-76 0,2-6-37 16,-1 0 0-16,5-11 100 0,3-10-174 15,2-11 0-15,3-2 0 0,0-7 0 0,5-2 0 0,-2-3 0 16,2-3 0-16,-3 5 0 16,-2-2 0-16,-5 3-150 31,-1 4-146-31,-2 3 130 0,-4 2 100 0,-3 15-1006 0</inkml:trace>
  <inkml:trace contextRef="#ctx0" brushRef="#br0" timeOffset="141158.29">23977 13788 1020 0,'0'0'0'0,"-2"-1"0"0,-1 1 0 0,-1 0 0 0,1 0 0 0,3 9 191 0,0 8-76 0,0 7 161 15,0 11-119-15,0 10-50 0,3 8-39 0,-1 10 269 16,3 9-149-16,-2 6-75 0,0 5-38 0,0 7 123 47,-2-16-86-47,1-2-36 0,0-2 0 0,0-8 7 0,0-3 1 0,-1 5-36 0,-1-17-50 0,0-3-1 0,0-5 42 0,0-6-1 0,-1-5-64 0,-5 0 42 16,2-16-10-16,-1-6-212 15,0-6 120-15,0 0 23 0,-2-6 41 0,4-9-535 16,2-8 269-16,1-5 93 0,0-7 79 0</inkml:trace>
  <inkml:trace contextRef="#ctx0" brushRef="#br0" timeOffset="141548.75">24251 14246 2318 0,'8'0'0'0,"1"-3"0"0,8 3 0 0,5 0 0 0,6 0 0 0,3 0 0 0,7 0 0 0,2 0 0 0,7 0 182 0,1 0-72 15,7 0-28-15,-7 0-143 0,-3 0 49 0,0 0 24 16,-7-2 0-16,-1-1-398 0,-1 1 221 0,-14-2 96 16,-5 1-431-16,-8 0 245 15,-5 3 121-15,-4-3 61 0,0-1-87 0,-10-1 66 16,-8 3 29-16,1-3 226 0,-3 0-99 0,-2 3-50 31,1-1-33-31,1 1 191 0,0 2-103 0,1 0-52 0,2 6-26 0,-1 5 543 0,0 3-188 0,8 3-160 16,-2 6 259-16,3 1-203 0,1 4-102 0,2 4 285 15,1 5-185-15,5 1-105 0,0 3-74 0,0 4-59 110,2-1 0-110,4 10 0 0,3-9 0 0,-1-1 0 0,-3-3 0 0,3-2 0 0,-6-2 0 0,0 1 0 0,-2-13 0 0,-4-2 0 0,-9-8 0 0,-6-1 0 0,-3-6 0 0,-8-1 0 0,-1-7 0 0,-3 0 0 0,-3 0 0 0,-2-7 0 0,0-2-46 0,-6-4-93 0,12-2 29 0,2 1-485 0,5-6 280 0,7-4 138 31,3 0 71-31,3-6-274 0,13 2 176 0,0 0 83 0,7-2-520 0</inkml:trace>
  <inkml:trace contextRef="#ctx0" brushRef="#br0" timeOffset="141839.23">25159 13989 1084 0,'3'-13'0'0,"1"5"0"0,0-2 0 0,-1 6 0 0,2 1 156 0,0 2-60 0,-1-2-21 15,0 3 507-15,2 7-273 16,-1 10-136-16,-2 7 313 0,0 8-215 0,-1 5-122 0,-2 7-56 16,0 7 307-16,0 2-343 0,0 7-57 0,0 10 0 0,0 0 0 15,-4 1 0-15,0 1 0 16,0 0 0-16,0-4 0 15,0 5 0-15,3-18 0 0,-2-3 0 0,1-8 0 0,-1-5 0 0,0-6 0 16,-1-2 0-16,3-15 0 0,0-7 0 0,-1-6 0 16,1-3-41-16,-1 0-112 0,1 0 59 0,1 0-581 15,0-3 319-15,0-1 160 16,0-2-780-16</inkml:trace>
  <inkml:trace contextRef="#ctx0" brushRef="#br0" timeOffset="142013.57">25547 15097 1412 0,'0'3'0'0,"0"0"0"0,0 1 0 0,0-2 0 0,0 4 0 0,0-5 1031 0,0 3-497 0,0-3-249 0,0 0 89 0,0 3-161 0,0-4-131 0,0 1-1020 0,0-1 468 0,0 2 253 0</inkml:trace>
  <inkml:trace contextRef="#ctx0" brushRef="#br0" timeOffset="142934.92">20945 14154 950 0,'0'-17'0'0,"-4"2"0"0,0 5 0 0,2 3 0 0,2 7 0 0,0 3 0 0,0 21 0 0,5 12 344 0,1 15-144 0,0 9-86 16,1 11 205-16,-3 4-141 15,-1 7-70-15,0 8-334 0,1 17 141 0,2-11 56 32,2-2 33-32</inkml:trace>
  <inkml:trace contextRef="#ctx0" brushRef="#br0" timeOffset="143504.63">23556 14004 1164 0,'0'-12'0'0,"-2"2"0"0,-2 0 0 0,2 9 0 0,2 1 0 0,0 0 0 0,0 18 505 0,0 11-225 0,0 14-125 0,0 13-59 0,0 10 453 16,0 9-256-16,-4 9-128 0,-2 19 161 0,-5 0-149 16,1 8-69-16,-4 5-35 0,0 1-238 0,6-6 101 15,1 7 61-15,5-29-1125 0</inkml:trace>
  <inkml:trace contextRef="#ctx0" brushRef="#br0" timeOffset="149475.42">14524 14207 739 0,'0'0'0'0,"0"0"0"0,-2 0 0 0,1 1 0 0,-1-1 0 0,2 0 114 0,-1 0-38 0,0 1 9 0,0 2-47 16,1-3 54-16,-3 0-27 0,1 0 0 0,2 0-27 0,-1 2 139 15,1-2-75-15,-2 0-31 16,2 1 141-16,0-1-87 15,0 0-43-15,-1 0 85 0,1 0-69 0,0 0-31 0,0 0 1 0,0 0 75 63,0 0-52-63,0 0-17 16,0 0-10-16,0 0 24 0,0 0-25 0,0 0 0 0,1 0-25 0,1-3 50 0,4-1-50 0,-3-3 0 0,2-1 38 0,2-1-38 0,0 0 0 0,-1-5 24 0,2 3-24 0,1-3 10 15,1-3-10-15,-1 0 26 0,2-1 0 0,0-2-17 0,0 3-9 0,-1-3 29 0,-1 3-29 0,0 1-32 31,1 4-6-31,-3-5 0 0,1 6 0 0,-2 3 0 0,1 3 0 0,0-1 0 0,-1 0 0 16,4 3 0-16,-3 3 0 0,1-2 0 0,-2 2 0 0,2 0 0 16,1 0 0-16,-1 0 0 15,0 2 0-15,1 1 0 16,-1 1 0-16,0 1 0 0,1-2 0 0,2 6 0 0,-3-4 0 0,1 2 0 16,-1 2 0-16,3-3 0 15,-2 3 0-15,-1-1 0 31,3-1 0-31,-3 2 0 0,0-1 0 0,2 1 0 0,0 0 0 0,-2 0 0 0,0-2 0 0,2 0 0 0,-2 2 0 0,2-2 0 16,3-1 0-16,-5-1 0 0,3-2 0 0,0-3 0 0,2 0 0 0,2 0 0 16,1 0 0-16,1-14 0 15,-1-2 0-15,4-5 0 0,-2-1 0 0,1-5 0 16,6-1 0-16,-5 2 0 0,0 0 0 0,0 0 0 16,0 1 0-16,-2 1 0 0,-1 4 0 0,-4 7 0 15,-3 2 0-15,-2 4 0 0,-3 3 0 0,-1 1 0 31,-3 3 0-31,-1 0 0 0,0 0 0 0,0 0 0 0,0 0 0 0,0 0 0 16,0 3 0-16,-3-3 0 0,1 2 0 0,1 0 0 16,-1-1 0-16,0 2 0 0,2-2 0 0,-1-1 0 15,1 2 0-15,0-1 0 0,0 1 0 0,0 1 0 16,0 2 0-16,0 2-431 0,0-1 88 0,0 5 153 16</inkml:trace>
  <inkml:trace contextRef="#ctx0" brushRef="#br0" timeOffset="150680.01">14578 14696 568 0,'0'0'0'0,"0"0"0"0,0 0 0 0,0 0 0 0,0 0 0 0,0 0 274 0,0 0-119 0,0 2-59 0,0-2-29 0,0 0 117 0,0 0-64 0,0 0-46 0,0 0 55 0,0 0-45 16,0 0 0-16,0 0-47 0,0-2 126 0,0-3-68 0,0-1-29 0,0-3 51 0,0 1-39 0,2-3-1 16,3-1-30-16,1 0 26 0,-2-2 0 0,1-1-36 15,1 0 1-15,0 1 29 47,1-6-20-47,-1 6-9 0,0 0 24 0,-1 1 0 0,1-1-25 0,3 0 0 0,-4-1 34 0,1 2-9 0,2 2-24 0,1-2 31 0,-1 1-32 0,2 0 1 0,2-3 9 0,-3 6 6 16,1-1-16-16,1 3 1 15,-3 0-1-15,3-1-11 16,-3 4 12-16,0 1-1 0,0 1 20 0,0 2-19 0,1 0-1 0,1 0 10 47,-4 0-13-47,3 0-30 0,-2 0-4 0,0 0 0 0,0 2 0 0,1 1 0 0,-1 0 0 0,-1 0 0 0,1 0 0 16,-2 0 0-16,1 0 0 0,1 1 0 0,-2 1 0 0,0-3 0 15,0 2 0-15,-1 2 0 0,1-3 0 0,2 2 0 31,0-1 0-31,-2 2 0 0,1-3 0 0,-1 2 0 0,2-2 0 0,1 2 0 0,-3 0 0 0,1-2 0 32,0 0 0-32,2 2 0 0,-2-4 0 0,2 4 0 0,-2 0 0 0,2-1 0 0,-2-1 0 0,1 1 0 15,-1 1 0-15,2 0 0 0,-1-2 0 0,0 3 0 16,-1-3 0-16,0 0 0 16,2 0 0-16,0 0 0 0,-2-2 0 0,2 2 0 0,-1-3 0 15,2 0 0-15,-2 0 0 0,4 0 0 16,0-7 0-16,-2-1 0 15,2-4 0-15,0 0 0 0,2 0 0 0,0-2 0 0,-2-1 0 0,1 0 0 16,1 0 0-16,-2-1 0 0,3-1 0 0,0-3 0 16,-2 2 0-16,1-4 0 0,1 0 0 0,0 0 0 15,2-5 0-15,-2 3 0 0,-2 2 0 0,0 3 0 16,-3 1 0-16,-2 2 0 0,0 1 0 0,-3 6 0 16,-2 6 0-16,-1 1 0 15,-1 2 0-15,0 0 0 0,0 0 0 0,0 0 0 0,0 0 0 0,0 0 0 16,-1 3 0-16,-1-1 0 0,-1 2 0 0,2-3 0 15,1 0 0-15,-2 2 0 0,2-3 0 0,-1 3 0 16,1-3 0-16,0 0 0 16,-1 2 0-16,1 0 0 0,-3 2 0 0,3-1 0 15,-1 0 0-15,-1 2 0 0,1 0 0 16,-1 0 0-16,1 1 0 0,-1 0 0 0,0 1 0 0,-1 1 0 16,2-1 0-16,0 0 0 0,-3 2 0 0,0-1 0 15,0 4 0-15,1-5 0 16,0 5 0-16,-2-2 0 0,1 1 0 0,-3 2 0 0,0 2 0 0,-1-1 0 15,2 1 0-15,-2-1 0 16,-1 1 0-16,1-3 0 0,0 5 0 0,1-5 0 16,0 0 0-16,1-4 0 0,1-1 0 0,0 2 0 31,0-2 0-31,4-2 0 0,-3-2 0 16,2-1 0-16,1-2 0 0,-1 0 0 0,0 1 0 0,2-1 0 0,0 0 0 0,0 0 0 15,0 0 0-15,0 0 0 0,0 0 0 0,0 0 0 0,0-1 0 0,0-1 0 16,0 2-41-16,0-3-76 15,0 1 31-15,0 0 28 0,0 1-161 0,0-1 91 0,2 0 45 0,0 1-387 32,-1-1 221-32,-1 0 106 0,2 1 53 0</inkml:trace>
  <inkml:trace contextRef="#ctx0" brushRef="#br0" timeOffset="169078.3">20647 16554 915 0,'-3'-6'0'0,"0"-1"0"0,-1 1 0 0,3-1 0 0,-3-1 0 0,2-6 0 0,-3 3 203 0,2-5-83 0,0-3-41 0,0-3 0 0,-1-1 98 0,0-7-61 0,-2 3-44 0,1 3 11 0,-4 0-45 0,2 0-1 0,-1 7 1 0,-4-2 61 0,3 9-35 31,-2 7 0-31,-5 3 30 0,2 3-28 0,-4 20 0 0,-4 12-19 0,5 10 45 0,0 4-27 0,0 4 0 0,6 1-28 0,2-4 34 16,3 3 9-16,6-11-43 0,0-7 50 0,2-5-26 16,12-6 1-16,5-7-94 15,6-2 44-15,-2-13-9 0,6-2 35 0,3-5-151 16,-3-14 73-16,1-8 38 0,3-4 16 0,-8-8-270 15,-2-3 119-15,-1-8 72 0,-5-4 8 0,2-3-118 16,-2-8 42-16,-8 4 56 0,-2-2-101 0,-6-7 70 16,-1-1 35-16,0-2 66 0,0-9-40 0,-6 25 9 15,-1 9 1-15,-4 15 188 0,4 17-95 0,-3 9-46 16,1 7-33-16,-3 4 406 0,4 20-178 0,0 10-106 16,-3 5-10-16,3 10 241 0,2 2-151 15,3 6-71 48,0 0 16-63,1 3-44 15,1 8 1-15,1 4 4 0,0-9-10 0,0 0-37 0,0-1-1 0,4-1-172 0,7-5 87 0,2 4 52 0,1-21-10 0,0-3-486 0,1-4 256 0,0-8 128 0,0-3 12 0,-1-1-676 0,0-17 371 0,-4-3 182 0</inkml:trace>
  <inkml:trace contextRef="#ctx0" brushRef="#br0" timeOffset="169260.71">20949 16404 1890 0,'7'-9'0'0,"2"4"0"0,-1 2 0 0,-1 3 0 0,3 0 0 0,1 0 0 0,1 5 0 0,0 7 180 0,-1 4-71 0,-1 4-36 0,1 0 201 16,-4 6-118-16,0 1-50 0,-4 0-39 0,-3-1-34 15,0 3 4-15,0-2 1 16,-11-1-1-16,-4 3-45 0,-1-10 17 0,-4-4 1 0,-2-2-133 0,1-4 80 16,0-5 40-16,-1-3-165 0,6-1 96 0,1 0-4 15,5-11 46-15,5-5-632 0,2-8 302 0,3 0 167 16</inkml:trace>
  <inkml:trace contextRef="#ctx0" brushRef="#br0" timeOffset="169427.89">21160 16277 1756 0,'0'-4'0'0,"0"0"0"0,0 1 0 0,0 3 0 0,-5 0 0 0,-2 3 0 0,0 14 0 0,-2 5 0 0,-1 7 0 0,4 4 554 0,-2 5-257 0,7 2-131 0,1 3-63 0,0 1-33 16,2 4 9-16,16-9-104 0,3-3 31 0,3-9 0 15,6-7 32-15,4-3-330 0,3-3 175 0,-1-14 72 16,0 0 42-16,2-10-709 0,-1-12 360 0,-3-5 58 16</inkml:trace>
  <inkml:trace contextRef="#ctx0" brushRef="#br0" timeOffset="169813.42">21560 16365 918 0,'-9'-20'0'0,"2"4"0"0,-3-1 0 0,0 13 0 0,0 1 0 0,-1 3 231 0,-2 0-97 0,-2 17-48 47,3 2-15-47,3 5 352 0,-2 6-193 0,3 4-96 0,2 2 129 0,3 3-112 0,-2 4-47 0,5-9-38 0,0-2 0 0,0 0-29 0,6-5 1 0,3 0-223 16,7-10 106-16,0-4 59 0,1-6 28 0,1-6-140 15,2-1 85-15,1-8 51 16,-3-14-17-16,0-7-332 16,-2-5 113-16,-1-6 104 0,0-1-190 0,0-9 131 0,-5 2 80 0,-3-2-49 15,0-4 59-15,-1-6 30 0,-2-4 0 0,0-11 71 16,-3 12-16-16,1 5 0 15,-1 7-26-15,-1 13 358 0,0 14-179 0,0 7-98 16,-6 17-36-16,0 4 299 0,-2 21-115 0,-3 10-97 0,5 6 397 16,-1 8-217-16,3 2-123 0,0 4 183 0,-1 4-148 0,2 2-74 15,-2 1-37-15,3 8 3 0,2-16-9 0,0-1-31 16,0-5-1-16,8-7-452 94,4-6 227-94,3-3 122 0,0-19-270 0,1-7 187 0,1-6 63 0,-2-1 57 0,2-17-76 0,-1-10 53 0,-4-6-131 0,-4-4-836 0</inkml:trace>
  <inkml:trace contextRef="#ctx0" brushRef="#br0" timeOffset="169887.04">21808 16327 2561 0,'4'-15'0'0,"-1"3"0"0,1 2 0 0,0 4 0 0,-1 5 0 0,2 1 0 0,1 3 0 0,2 12 0 0,0 1 0 0,1 6 0 0,4 0 0 0,-1 2 260 0,1 1-111 0,3 3-46 0,-2-6-240 0,1 1 87 0,-1 0 44 15,0-5 0-15,2-1-646 0,1 0 354 0,-2-9 163 0,2-8-670 0</inkml:trace>
  <inkml:trace contextRef="#ctx0" brushRef="#br0" timeOffset="170098.53">22193 16079 2137 0,'0'-14'0'0,"0"5"0"0,0 2 0 0,0 2 0 0,0 5 0 0,-2 0 0 0,1 12 0 0,-5 15 0 0,-1 14 0 0,-6 12 0 0,-1 10 0 0,-6 12 0 0,0 2 1265 16,-4 11-736-16,-4 13-529 0,-4 5 0 0,-4 8 0 15,-2 14 0-15,8-26 0 63,2 0 0-63,4-8-148 0,7-14 44 0,6-3 68 0,0 5-688 0,8-17 300 0,-2 1 210 0,1-6-368 16</inkml:trace>
  <inkml:trace contextRef="#ctx0" brushRef="#br0" timeOffset="170251.72">22381 16438 2952 0,'4'-14'0'0,"1"2"0"0,3 2 0 0,3 5 0 0,5 0 0 0,0 0 0 0,2 5 0 0,5-2 320 0,3 1-132 0,0 1-81 0,2 0-197 31,-3 0 63-31,1 1 31 0,-2 6 1 0,-2 3-858 0,-7 0 422 0</inkml:trace>
  <inkml:trace contextRef="#ctx0" brushRef="#br0" timeOffset="170385.69">22383 16645 2228 0,'-11'0'0'0,"0"1"0"0,3 1 0 0,5-2 0 0,3 1 0 0,0 1 0 0,4 1 0 0,12-2 0 0,7-1 811 0,1 3-388 0,6-3-193 0,1 3-375 0,2-3 90 0,3 4 55 15,-2-1-9-15,-2 1-1048 16,3 1 547-16</inkml:trace>
  <inkml:trace contextRef="#ctx0" brushRef="#br0" timeOffset="170751.5">23397 15998 1625 0,'-6'0'0'0,"-2"0"0"0,3 0 0 0,-2 8 0 0,7 6 0 0,0 6 0 16,0 5 628-16,0 9-295 0,0 6-139 0,0 7-83 0,4 4 246 15,1 5-160-15,-2 2-80 16,-1 2-42-16,-2 6 7 0,0-15-47 0,0-1 0 0,-3-9-282 16,-4-2 142-16,-1-11 71 0,-1 2-718 15,2-13 390-15,3-6 166 0,0-8 110 0</inkml:trace>
  <inkml:trace contextRef="#ctx0" brushRef="#br0" timeOffset="171105.88">23548 16281 2132 0,'15'-8'0'0,"4"1"0"0,8-2 0 0,-2 6 0 0,-1-2 0 0,5-1 0 0,0 3 0 0,3-1 0 0,2-2 198 0,-5 3-85 0,0 1-38 0,-3-3-210 0,-4 3 86 0,-1-1 43 0,-4 0-552 0,-10 2 291 0,-5 1 148 15,-2 0 75-15,0 0-459 0,-14 0 233 0,-5 0 109 16,0 0 66-16,-4 0 134 0,1 1-38 0,-1 2 0 16,3 4 424-16,-2 0-240 0,6 1-107 0,2 1-57 15,3 1 557-15,3 3-245 32,0 1-160-32,1 4 185 0,5 0-165 0,2 4-78 0,0 0-39 0,0 7 273 0,2 5-146 0,4 0-88 15,5 5-39-15,-2 0 155 0,-1 4-161 0,-2 0-70 31,-1 3 0-31,-5-9 0 0,0 1 0 0,-5-4 0 0,-9-2 0 0,-6-3 0 63,-6 0 0-63,-3-12 0 0,0-9 0 0,-2-7 0 0,1-1 0 0,4-4-83 16,0-13-184-16,10-8 134 0,6-6 4 0,4-8-589 0,6-7 340 0,2-8 170 0</inkml:trace>
  <inkml:trace contextRef="#ctx0" brushRef="#br0" timeOffset="171241.61">24128 15882 2189 0,'10'-5'0'0,"5"0"0"0,-4 3 0 0,-2 2 0 0,2 0 0 0,-3 16 508 0,-3 4-236 0,4 14-107 0,-5 7 624 0,-2 9-781 0,-1 11-8 15,-1 9 0-15,0 10 0 16,0 12 0-16,-1-10 0 0,-3 2 0 0,2-3 0 16,0-1 0-16,-1-3 0 0,-1 11-136 0,2-19-267 0,0-1 221 15</inkml:trace>
  <inkml:trace contextRef="#ctx0" brushRef="#br0" timeOffset="172125.9">24866 16549 974 0,'-7'-25'0'0,"0"1"0"0,2 0 0 0,-2-4 0 0,1 3 0 0,-1 1 0 0,1 0 0 0,-5 5 0 0,2 2 206 16,-5 3-75-16,-1 8-51 0,2 6 144 0,-7 0-94 15,0 13-47-15,-2 13 51 0,-3 6-40 0,3 7-33 31,0 6 0-31,5 3 169 0,1 0-97 0,7-1-48 0,-1 1-15 0,9-11 39 0,1-6-36 0,0-2 0 16,4-6-36-16,9-9-190 0,7-1 105 0,4-13 37 16,1 0-290-16,3-16 166 0,3-10 86 0,-1-8-175 15,8-10 116-15,-7-2 6 16,-2-5 45-16,2-4-338 0,-5-2 179 0,1-3 90 0,-1-12 35 0,-7 5-110 16,-5 1 82-16,-4-4 42 15,-3 4-1-15,-4 1 85 0,2 2-8 0,-5 22-36 16,0 14 237-16,0 13-118 31,-6 10-60-31,-4 4-29 0,0 11 433 0,-3 18-190 0,-2 8-122 0,4 10 212 0,-2 5-147 0,4 6-55 0,-1 8-35 0,4-5 230 16,3 3-141-16,-2 1-71 0,5 1-35 0,0-1 170 93,0 7-93-93,1-18-61 0,16-4-13 0,-1-11-1 0,5-10-37 0,0 1 9 0,0-21-9 0,-2-9 0 0,0 0 0 16,-2-7-417-16,2-14 209 0,0-7 112 0,-6-5 9 0,1-5-358 0,-2-1 145 0,1-2 117 0,1 0 58 0,-1 0-174 0,-1 10 117 0,-4 5 55 0,0 6 10 0,-4 4 43 0,0 6 0 0,-1 3 137 0,-2 7-63 0,-1 0-37 16,0 14 0-16,0 10 137 15,-4 3-87-15,0 2-52 0,1 1 2 0,0-3 430 0,3 3-163 0,0-6-123 16,0-4-5-16,0 4-31 47,2-10-41-47,6-4 1 0,2-2-258 0,2-7 113 0,4-1 57 0,0 0-202 0,1-14 114 0,0-3 70 0,0-1 3 0,-1-2-108 0,-2 0 44 0,2 2 38 15,-4 5-24-15,-4 2 111 0,0 4-28 0,-1 3-35 16,-1 2 0-16,1 2 390 0,-3 2-171 0,-2 15-99 16,1 5 553-16,-1 2-300 0,0 6-149 0,5 2 11 47,-2 0-198-47,1 0 0 0,5-5 0 0,2-1 0 0,3-4-14 0,4-3-26 0,0-10 34 0,0-8-321 0,3-1 181 0,0-8 92 15,-1-11 46-15,-1-3-1070 0,-8 1 524 0</inkml:trace>
  <inkml:trace contextRef="#ctx0" brushRef="#br0" timeOffset="172603.37">25954 16528 1454 0,'-5'-5'0'0,"-2"0"0"0,2 0 0 0,0-2 0 0,1 0 0 0,-1-1 0 0,2-1 0 0,1 1 0 0,-3-1 278 0,0 0-112 0,-1 2-70 15,0 3-29-15,-1 0 172 0,-1 4-101 0,-5 0-51 16,-1 4-17-16,0 16 110 16,1 2-73-16,0 8-35 0,2 1 40 0,1 4-38 15,1 4 10-15,6-7-28 0,3-1-20 0,0-3 0 16,0-5 0-16,4-4-197 0,9 0 107 0,3-12 41 15,3-7 24-15,2 0-348 0,1-13 177 0,2-11 51 16,-2-6 56-16,-2-6-390 0,-3-4 204 0,0-3 101 16,-3 2-35-16,1-9 60 0,-5 4 43 0,-2-6-39 31,-3-1 37-31,0 0-1 0,-3-4 37 0,2-2 68 0,-2 16-30 0,-2 7 1 0,0 8-40 16,0 12 263-16,0 10-131 0,-2 4-74 15,-4 2-25-15,-3 22 454 0,2 7-220 0,0 6-55 16,2 6 163-16,-1 9-142 15,3-2-84-15,2 1 0 0,1 2-37 0,0 0-1 16,0 0-38-16,0 6-27 0,0-11-10 0,4-2 38 16,7-3-1-16,-2-5-375 0,5-3 188 0,1 0 103 0,-3-16 37 15,3-6-593-15,-2-6 295 0,3-5 84 16,-5 0-321-16,5-9 246 0,-4-8 136 0,-4-7-92 16</inkml:trace>
  <inkml:trace contextRef="#ctx0" brushRef="#br0" timeOffset="172822.66">26261 16467 834 0,'4'-8'0'0,"-1"1"0"0,1 3 0 0,2 1 0 0,-1 1 0 0,-2 2 314 0,5 0-143 0,-2 10 367 0,1 9-251 0,1 3-125 16,-1 4-63-16,2 3 97 31,-1 3-85-31,-1-1-37 0,-2 1 0 0,0-3 37 0,-1 3-28 0,-1-4-9 0,1-6-37 0,-3-3 0 0,-1-2-1 0,0-9 0 16,0 2 9-16,0-10-8 15,0 0-1-15,3-10 54 0,4-10-27 0,2-9 0 16,6-5-17-16,2-4-36 0,9-6 26 0,4-4 0 15,2-5 0-15,6 0-114 0,5-7 66 0,-3 7 20 47,2 3-725-47,-2 6 353 0,-2 8 152 0,-2 8 97 0</inkml:trace>
  <inkml:trace contextRef="#ctx0" brushRef="#br0" timeOffset="172980.85">26993 16598 2627 0,'-3'0'0'0,"2"0"0"0,1 0 0 0,0-3 0 0,0 3 0 0,0 0 0 0,0 0-164 0,0-2 65 0,1-1 32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1:04:14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23670 2301 14 0,'-4'-21'0'0,"-4"-3"0"0,6 3 0 0,-1 1 0 0,1 1 0 0,1-5 668 16,-3-4-304-16,3 5-167 0,-3-1-79 0,0 2 173 16,-2 2-126-16,0 4-63 0,-4 1 32 0,-2 7-53 15,-1 6 1-15,-7 2-59 0,0 2 17 0,-6 16 0 16,-4 5 9-16,2 7 44 16,-2 4-26-16,0 2-1 0,4 3-26 0,0 0 58 0,5 2-19 0,9-10-10 15,2-3-29-15,7 0 35 0,3-5-35 0,0 0-1 16,0 3-47-16,6-6 19 15,10-6 0-15,1 1 29 0,3 2-59 0,-1-2 29 16,1 6 10-16,-3-6 54 0,-2 4-9 0,-5 2-31 16,1 1-17-16,-6 8 103 0,-1 1-43 0,-3 0-8 31,-1 5-40-31,0 0 236 0,-3 4-223 0,-5-1-42 0,-2 9 0 0,3-9 0 0,-1 1 0 0,3-1 0 16,2 0 0-16,1-3 0 15,2 5 0-15,0-7 0 16,0-5 0-16,2 0 0 0,6-2 0 0,1 0 0 0,-2 0 0 0,3-6 0 94,-3-4 0-94,-4 2 0 0,2-4 0 0,-4-1-29 0,1 4-82 0,-2-9-276 0,0-4 173 0,0 3 87 0,0-4 44 0,0-4 0 0,-3 3 34 0,1-3-997 0,2 0 503 0</inkml:trace>
  <inkml:trace contextRef="#ctx0" brushRef="#br0" timeOffset="279.52">23941 2172 1550 0,'0'-5'0'0,"0"-1"0"0,0-3 0 0,0 5 0 0,1-1 0 0,9 1 0 0,3 3 207 0,7 0-83 0,4 1-31 0,1 0 255 0,4 3-154 0,1 9-76 15,2 3-64-15,-1 5-13 0,0 3 10 0,-6 2-10 0,-6 1-89 16,-5 4 45-16,-7 0 0 16,-6 2 44-16,-1 4-47 0,-5-4 18 0,-15-3 0 15,-8 2 29-15,-2-7 29 0,-4-3-18 0,-4 1-66 16,7-11-7-16,0-5 30 0,3-3 11 0,3-3-261 16,6 0 122-16,1-7 63 31,14-12 30-31,4-6-595 0,0-3 293 0,15-6 145 0,8-8 49 0</inkml:trace>
  <inkml:trace contextRef="#ctx0" brushRef="#br0" timeOffset="468.55">24326 2044 1174 0,'0'-3'0'0,"0"1"0"0,0 0 0 0,0 2 0 0,0 0 0 0,0 4 0 0,-8 9 726 0,-3 6-342 0,-2 5-172 0,3 5-86 0,-1 5 460 0,2 2-263 15,4 1-146-15,5 1 22 0,0-2-175 0,9 0-24 0,11-2 0 0,8-2 0 0,4-7 0 0,7-4 0 0,4-7-373 0,1-2 147 0,2-4 133 0,1-1 77 0,-5-7-719 16,-4 0 365-16,-4 0 78 31,-3-7 126-31,-4-7-488 0</inkml:trace>
  <inkml:trace contextRef="#ctx0" brushRef="#br0" timeOffset="588.25">24700 2139 2078 0,'-14'-8'0'0,"2"3"0"0,6 0 0 0,1 4 0 0,-1-3 0 0,6 4 0 0,0 0 0 0,1 0 359 15,14 0-159-15,1 0 115 0,2 0-142 0,4 0-67 16,-1 2-32-16,1 0-185 0,2 4 76 0,3-4 47 16,-3 1-9-1,-2 1-662-15,0-1 349 0,-2 2 176 0</inkml:trace>
  <inkml:trace contextRef="#ctx0" brushRef="#br0" timeOffset="738.13">24750 2256 2174 0,'-16'0'0'0,"2"3"0"0,5 0 0 16,1 2 0-16,2-4 0 0,2 4 0 0,4-2 0 0,1 1 0 0,16-1 0 0,3-1 291 0,1 1-125 0,5 0-89 0,-1-1-37 0,0-2 1 16,2 1-1-16,-2-1-538 15,-2 0 269-15,6 0 145 0,-7 0 57 0,-1 0-290 16,0-1 178-16,-1-4 90 16</inkml:trace>
  <inkml:trace contextRef="#ctx0" brushRef="#br0" timeOffset="1047.45">25099 2068 1161 0,'0'-6'-2'0,"0"-2"0"0,0 2 1 0,0 6 0 0,3-2 0 0,0 2 0 0,3 2 0 0,5 10 281 16,0 3-126-16,2 6-57 0,2 4 239 0,-2 4-149 15,4 2-63-15,-3 1 73 0,-2 1-79 0,-4 1-39 16,-3-2 0-16,-2 1-72 0,0 2 9 0,-3-9 24 16,0-1-1-16,-8-7 48 0,-2-5-1 0,-2-6-48 15,-1 1 11-15,1-8 67 0,-2 0-39 0,2-10 0 16,4-7 1-16,3-3 1 0,2-6-31 0,3 2-134 15,0-5 62-15,5 2 32 0,8-3-1 0,2 3-371 16,3-5 194-16,2 9 93 109,2-1 30-109,5 3-565 0,2 5 269 0,5 3 151 0,3 1 67 16,0 6-194-16,-1 4 140 0</inkml:trace>
  <inkml:trace contextRef="#ctx0" brushRef="#br0" timeOffset="1981.68">25728 2095 644 0,'-7'-15'-1'0,"-4"2"0"0,4 0 1 0,-6 2 0 0,3-2 0 0,-1 4 0 0,-1 4 0 0,0 3 0 0,-1 1 0 0,3 1 0 0,-3 4 0 0,0 13 0 0,5 6 0 0,-4 5 0 16,2 5 0-16,0 4 0 0,4-5 0 0,3 2 0 16,2-2 0-16,1-1 0 0,0-3 0 0,0 2 1152 15,3-9-562-15,7-4-275 16,4-3-279-16,2-4 4 0,4-5 0 0,3-4-294 0,-1-1 135 0,4-4 37 31,0-13 47-31,-2-2-332 0,2-3 168 0,2-4 46 0,-7 2 62 0,1-1-20 16,-3-1 36-16,-2 2 0 0,-5 3 233 0,2 0-108 15,-8 7-40-15,-3 7 195 16,-1-1-122-16,-2 7-62 0,0 1-30 0,-10 0 433 0,-1 16-211 0,-2-2-52 16,4 7-68-16,-1 0 176 15,6 0-116-15,1 2-47 0,3-5-38 0,0-1-89 63,0-2 31-63,3-1-1 0,10-3-173 15,1-2 112-15,2-5 40 0,4-4-66 0,2 0 58 0,-1-2 17 0,1-8 0 0,-1-6-251 0,-3-2 126 0,-4-3 19 0,-1 0 45 0,-4-2-79 0,-4-4 51 0,-1-2 17 0,-4 5 9 0,0-1 80 0,-6 0-26 0,-8 3-1 47,-4 7 182-47,-3-2-104 0,1 10-45 0,-2 2 294 0,2 3-159 0,3 2-64 0,0 0-43 16,6 0 104-16,5 5-66 0,4 1 4 0,2 2-26 0,0 2-101 0,11-1 47 0,7-4-9 0,4 2 39 15,5-2-171-15,6-3 85 0,-1-2 42 16,8 0-318-16,-4 0 149 0,2-2 91 0,-3-7 6 16,-1-2-142-16,-2 2 68 47,0-3 45-47,-11 5 57 0,-5 0 9 0,-5 2 0 0,-8 0 0 0,-1 3 175 0,0 0-97 0,-2 1-34 0,-7 1 0 0,-10 0 475 0,-2 1-247 0,-1 6-81 0,1 2 285 0,1-2-204 15,6 1-97-15,0-1-35 0,4 1-32 0,2-1 1 16,2 3-22-16,4-3-146 15,0 0 68-15,0 2 34 0,4-1 0 0,8 3-69 16,-2-2 61-16,7 0 17 0,1 3-1 0,-2-3-245 16,1 2 79-16,-3 0 80 0,2 4-160 0,-5-1 106 15,-4 1 18-15,-2-1 119 0,-3 0-1 0,-2 0-57 16,0 2 1-16,-2-5 238 0,-7 0-108 0,-5-2-57 16,0-4-18-16,1 1 137 15,-3-2-59-15,6-2-45 0,-1-2 18 0,2 0 160 0,1 0-64 0,5 0-60 16,1 0-47-16,2-5-8 15,0-4-37-15,7-1-227 0,9-3 113 0,2-3 75 16,4 2 35-16,5-3-356 0,1 0 159 0,3 0 96 16,4-3 7-16,4-2-52 0,-7 4 45 0,2 3 31 15,-5-2 0-15,-2 5 113 0,-6 2-41 0,1 3-9 16,-13 3 257-16,-4 2-144 0,-3 2-72 0,-2 2 404 16,-7 11-196-16,-6 6-117 0,-3 1-7 0,-2 4 80 15,6 4-196-15,1-1 0 0,1-1 0 0,4 5 0 16,5-7 0-16,1 0 0 0,0-2 0 0,7-5 0 15,7-1 0-15,5-2 0 0,3-6 0 0,5-7 0 16,0-1 0-16,5-1 0 16,1-13 0-16,2-4 0 15,-3-5 0-15,-2-4-80 0,-1-2-75 0,-5-4 68 16,0-2 7-16,-2-8-194 0,-6-1 122 0,-7-2 57 16,-7-5 28-16,-2 1-100 15,0 0 64-15,-13 1 23 0,-9 19-136 0,-2 6 90 0,-2 12 43 0,-4 7 289 0,0 5-123 0,-4 0-70 16,10 15-21-16,4 2 380 15,6 2-205-15,2 2-69 0,7 2-61 0,2 3 369 0,3 0-192 0,3-2-71 16,11 1-109-16,3-1-34 16,3-1 0-16,2 4 0 0,0-6-47 0,1-4-18 15,1 0 52-15,5-1-704 16,-3-4 367-16,9 5 128 0,-9-7 110 0,3 0-795 0</inkml:trace>
  <inkml:trace contextRef="#ctx0" brushRef="#br0" timeOffset="2364.19">24335 3007 1425 0,'-7'-10'0'0,"3"0"0"0,1 5 0 0,3 3 0 0,0-1 0 0,0 3 204 0,2 0-83 0,6 7-32 0,5 6-9 0,2 2 368 0,2 3-204 0,-4 2-104 0,4 2-50 0,2 4-8 0,-4-3-44 0,-2 1 0 0,2 1-344 0,-4-2 172 0,2 4 86 0,-1-1-553 0,0-2 310 0,-5-5 158 16,2-2 7-16,-2-6-258 0,2-5 160 0</inkml:trace>
  <inkml:trace contextRef="#ctx0" brushRef="#br0" timeOffset="2548.44">24728 2914 2176 0,'0'0'0'0,"0"0"0"0,0 0 0 0,0 0 0 0,-2 7 0 0,-2 9 0 0,-4 6 0 0,1 13 0 0,-6 9 0 16,0 12 359-16,-5 5-166 0,-1 4-77 0,-3 3 198 0,-1-1-138 0,3-3-69 0,-3 5-125 16,6-16 24-16,2-3-1 0,2-3 34 15,2-4-462-15,5-1 231 0,0 2 124 0,1-16 48 0,5-6-274 16,0-5 138-16,0-12 91 0,0-3-720 0,2-2 363 15,5-7 197-15,2-18-205 16</inkml:trace>
  <inkml:trace contextRef="#ctx0" brushRef="#br0" timeOffset="2710.59">24757 3288 1099 0,'13'-30'0'0,"0"6"0"0,-1 7 0 15,1-4 0-15,-2 10 0 0,0 1 0 0,4 4 0 0,2-4 567 0,3 2-264 0,3-4-123 0,1 7 275 0,1-2-208 16,0 1-105 15,0 1-52-31,2-1-269 0,5 3 118 0,-9 1 45 0,2 2 27 0,-2 0-735 0,-3 2 381 31,-2 8 191-31,0 1 104 0</inkml:trace>
  <inkml:trace contextRef="#ctx0" brushRef="#br0" timeOffset="2818.71">25020 3344 1463 0,'-18'6'0'0,"7"1"0"0,1 0 0 0,4 0 0 0,3-1 0 0,3-2 0 0,0 2 0 0,2-5 284 0,10-1-123 0,9 0-61 0,-1 0 214 0,5 0-138 15,2-1-60-15,0-6-271 0,1-3 96 0,0 1 49 16,1-2 24-16,0-1-655 0,3 1 334 0,-5 0 160 16,-2-1 82-16</inkml:trace>
  <inkml:trace contextRef="#ctx0" brushRef="#br0" timeOffset="3144.53">25422 3100 600 0,'0'-6'0'0,"0"-1"0"16,3 2 0-16,1 4 0 0,-1 0 0 0,2 1 325 0,0 0-143 0,7 9-63 0,-4 6 224 0,6 6-153 15,-2 5-75-15,-2 1 2 16,2 2-40-16,-2 5 11 0,-3-3-50 0,-2 0-24 16,-4-1 24-16,1-1 0 0,-2-3 0 0,0 2 43 15,-2-11-10-15,-4-4-33 0,0-7 0 0,1-2 112 16,-2-4-56-16,3-2-18 16,4-14-75-16,0-6 0 0,2-9 37 0,8-2 0 0,6-3-261 0,4-5 136 15,3 7 57-15,2-5-225 141,3 3 135-141,1 1 49 0,3 4 41 0,6-2-589 0,-2 14 295 0,-2 4 143 0,1 6 71 0</inkml:trace>
  <inkml:trace contextRef="#ctx0" brushRef="#br0" timeOffset="3280.69">26056 3041 1868 0,'0'-6'0'0,"0"-1"0"0,0 0 0 0,0 1 0 0,-1 0 0 0,-5 1 0 0,-4 1 0 0,-3 0 0 0,-1 2 0 0,-6 2 0 0,1 0 250 0,-5 8-106 0,3 5-53 0,-4 2 192 0,11 1-128 0,0 1-58 0,5 1 7 0,6 1-33 0,3-1 0 0,0 3-23 0,0-4-37 0,12 0-1 16,5-1 28-16,3-3 1 0,0 2-98 0,2-1 59 0,-2-1 14 15,-2-2-106-15,-3 2 65 0,-3 1 16 0,-3 0 0 16,-2 2-109-16,-7 1 62 0,0-1 8 0,-11 2-195 16,-9 0 104-16,-6 3 59 15,-1 0 9-15,-4-6-132 0,3-1 84 0,-1-3 41 16,3-3 0-16,5-4-302 0,2-1 162 0,7-3 96 0</inkml:trace>
  <inkml:trace contextRef="#ctx0" brushRef="#br0" timeOffset="3485.99">26163 3244 1582 0,'17'0'-1'0,"2"0"0"0,1 0 1 0,-9 0 0 0,3 0 0 0,-6 4 0 0,-4 4 0 0,-1 3 0 0,1 0 559 0,-4 0-266 0,0 3-127 0,0-1-147 0,-5-2 19 0,-1 5 9 78,-1-7-9-78,0-2-536 0,2-2 268 0,-1 0 134 0,3-5 67 0,-2 0-252 0,2 0 155 0,1-8 82 0</inkml:trace>
  <inkml:trace contextRef="#ctx0" brushRef="#br0" timeOffset="4089.15">26322 2908 1203 0,'2'0'0'0,"2"0"0"0,1 0 0 0,1 0 0 0,-4 1 0 0,3 9 0 0,-1 3 210 0,-1 7-85 15,-1 5-45-15,-1 5 140 0,-1 4-92 0,0 7-37 16,0-5-9-16,0 2-96 0,0-3 24 0,0-4 1 16,0-3 25-16,0 0-92 0,0-10 42 0,0-5 24 15,0-8-206-15,0-5 117 0,3 0 57 0,8-2 2 47,-1-13-175-47,2-7 99 0,3 0-16 0,0-2 49 0,2-3-4 0,3 0-26 0,-2 7 55 0,0 2 0 0,-2 2 0 0,-1 4 1 0,-2 3-1 0,1 3 445 16,-4 5-205-16,-1 1-80 15,-1 0 88-15,-1 12-71 0,-2 6-56 0,1 4 186 16,-3 2-120-16,-2 0-57 0,3 2-27 0,0-1-50 16,2-2 31-16,1-5-10 15,-1-6 1-15,4-3-261 0,-1-3 130 0,5-6 65 16,1 0 43-16,-3-8-380 0,4-10 188 0,-3-4 54 0,2-1-164 0,-2-4 118 16,4-3 56-16,-5 5 44 15,-2 0-2-15,0 1 35 0,-3 8-1 0,-1 3 256 0,0-1-137 0,-4 10-54 16,0 3-32-16,-2 1 293 15,0 4-157-15,0 12-40 0,0 5-55 0,0 3 384 16,0 1-192-16,3 4-95 0,1 1-27 0,4-3-35 16,0 3 10-16,5-6-44 0,2 0-42 0,3-5-1 15,3-2 43-15,5-7-121 0,4-2 70 0,-2-8 21 16,3 0 0-16,-2-9-195 0,1-9 108 16,-4-5 21-16,4-2 42 0,-10-3-204 15,-5-5 102-15,-3 1 15 0,-3-1 20 0,-4-6 18 16,-1-4-10-16,-4 2 39 0,0 2-1 0,0-1 1 15,-9 5 0-15,-3 5 45 0,-2-1-9 0,3 12-36 16,-5 6 0-16,2 4 248 0,-4 1-118 0,1 5-39 16,1 0-40-16,-1 3 243 0,4 0-124 0,-2 0-40 15,1 6 32-15,4-3-33 32,-4 4-18-32,7 3-6 0,-1-5-69 0,4 5 0 0,3-1 38 0,-3 2-22 15,4 0-9-15,0 3 32 0,0-2-1 0,1 3-24 0,10-3 24 0,-2 3-1 16,3-4-1-16,2 2-97 0,1-5 42 0,3 2 8 15,1-1-272-15,0-1 135 0,1-2 75 0,0-4-411 47,0-1 226-47,6 1 105 0,-2-2 59 0,2 0-143 0,-4 0 104 0,-2 0 49 0,0-2 24 0,-4-1-277 0,0-3 151 0</inkml:trace>
  <inkml:trace contextRef="#ctx0" brushRef="#br0" timeOffset="16478.16">15755 6943 1532 0,'-7'-7'0'0,"3"0"0"0,0 2 0 0,0 3 0 0,4 0 0 0,0 0 0 0,0 1 0 0,0 0 0 0,11 1 207 0,5 0-84 0,3 0 88 0,3 0-85 0,4 2-34 16,-1 4-10-16,-1-1-11 0,1 2 0 0,0 2-32 16,1 2 10-16,-10 0 39 15,1-1 1-15,-4 4-50 16,-5 2 0-16,-2 2 66 16,-3 4-24-16,-3 2-9 0,-3-2 112 0,-14 5-73 0,-5 0-36 0,-4 4 110 0,-5 1-63 0,1-7-46 0,-3-1-14 0,0-1-62 15,2-3 0-15,2-4 0 0,-2 2 0 0,7-7 0 16,5-6 0-16,4-3 0 78,4-2 0-78,6 0-199 0,0 0 20 0,5-1 100 0,2-7-746 0,12-5 392 0,9-6 198 0,4 0-537 0,4-5 357 0</inkml:trace>
  <inkml:trace contextRef="#ctx0" brushRef="#br0" timeOffset="16644.45">16074 6890 1425 0,'-4'0'0'0,"-3"0"0"0,1 0 0 0,0 0 0 0,-3 0 0 0,1 10 0 0,0 4 654 0,1 6-307 16,0 2-154-16,2 4-77 0,4 1 144 16,-1 6-101-16,2-1-64 0,0 1 112 0,8 1-84 15,4-3-42-15,6-1-149 0,2 2 63 0,3-9 18 16,2-5-1-16,0-4-365 16,0-1 196-16,5-2 108 0,-5-4 39 0,-1-4-585 0,-1-3 239 0,-3 0 171 15,0 0 13-15,1-3-158 0,-6-6 150 0</inkml:trace>
  <inkml:trace contextRef="#ctx0" brushRef="#br0" timeOffset="17003.71">16374 7050 1459 0,'-4'0'0'0,"1"0"0"0,2 0 0 0,-1 0 0 0,0 0 0 0,2 0 0 0,0 3 0 0,0 6 658 0,2 0-309 0,4 3-145 0,3 4-87 0,1 2-40 0,-1 4 1 0,-1 2-39 0,3 5 383 0,-2 3-71 0,-1-4-174 0,0 2-177 16,-2-4 0-16,-1 2 0 16,-2-3 0-16,0 3 0 0,-1-10 0 0,-2-2 0 0,0-7 0 0,0 0 0 15,0-7 0-15,0 2 0 0,0-4 0 0,0-5 0 16,0-12 0-16,3-2 0 0,4-4 0 0,4-2 0 16,1 0 0-16,3 3 0 0,1-2 0 0,4 2 0 15,0 3 0-15,2-3 0 0,0 8 0 0,-1 3 0 16,1 1 0-16,0 4 0 0,1 1 0 0,-4 5 0 15,-2 0 0-15,-1 0 0 0,-5 8 0 16,-3 1 0-16,3 3 0 0,-9-2 0 16,0 0 0-16,0-2 0 0,-2 0 0 0,0-2 0 15,0 2 0-15,-4-6 0 0,0 2 0 0,-4-2 0 16,2-2 0-16,-2 0 0 16,2 0 0-16,1 0 0 0,-2 0 0 0,2-2-85 0,2 0-413 0,-1 0 229 15</inkml:trace>
  <inkml:trace contextRef="#ctx0" brushRef="#br0" timeOffset="17673.5">15441 8528 872 0,'-12'0'0'0,"1"0"0"0,2 0 0 15,0 0 0-15,-2-2 0 0,6 1 0 0,1 1 376 0,0 0-169 0,1-1-85 47,3 1-41-47,-1 0 232 0,1 0-142 0,0 0-66 0,1 0-34 0,7 0 60 0,1-3-47 0,2 3 10 0,6 0 125 0,-3 0-91 0,6 0-45 0,4 0 161 16,5 0-94-16,3 0-61 0,2 0-25 0,7 0 108 16,7-1-67-16,3-3-55 0,11-2-50 0,5-3 0 15,7 0 0-15,8-1 0 0,9-2 0 16,1 1 0-1,14-3 0-15,-13 2 0 0,0 5 0 0,1-1 0 0,-2 4 0 0,-3 0 0 16,9 1 0-16,-20 3 0 0,-1-2 0 0,2-1 0 16,-3-2 0-16,-5 1 0 0,7-1 0 0,-22 1 0 15,-5-1 0-15,-7 0 0 0,-6 4-8 0,-7-2-114 16,-1 2 33-16,-17 1 17 0,-3 0 30 0,-7 0-15 16,-1 0 20-16,-2 0 234 15,0 0-116-15,0 0-51 31,-5 0-28-31,-2 0 115 0,1 0-117 0,-1 0 0 0,0 0 0 0,2 0 0 0,2 0 0 0,2-3 0 0,-1 3 0 0,1 0-735 16</inkml:trace>
  <inkml:trace contextRef="#ctx0" brushRef="#br0" timeOffset="19071.59">20266 6895 1636 0,'-12'-17'0'0,"4"4"0"0,2 2 0 0,1 0 0 0,4-3 0 0,1 5 0 0,0-1 0 0,6 0 0 0,8 3 222 0,5 0-81 15,3 5-56-15,1 0 139 0,3 2-92 0,3 0-46 0,-1 2 0 16,6 6-4-16,-4 3-10 0,-1 3-33 16,-1 3 0-16,-1 3-38 0,-4 1 38 0,2 4 11 15,-13-1-91-15,-4 0 40 32,-6 1 1-32,-2-1 109 0,-2 3-35 0,-12 1 10 0,-9-6-45 0,-8-1 256 0,-5-3-128 0,-4-2-64 15,-3-3-32-15,-6 1 26 0,10-7-97 0,-1-5 0 0,4-2 0 0,1 0 0 31,7 0 0-31,-3 0 0 0,17-2 0 0,6-5-51 0,8-3 2 0,0-4-772 16,19-1 386-16,7-4 211 0,10-2 40 0,6-3-592 16,3-1 368-16</inkml:trace>
  <inkml:trace contextRef="#ctx0" brushRef="#br0" timeOffset="19565.66">20703 6668 928 0,'-14'-3'0'0,"3"1"0"0,-2 2 0 0,-3 2 0 0,-1 10 688 0,2 5-328 0,1 4-161 15,0 4-80-15,3 6 266 16,2 5-173-16,0 3-77 0,7-1 350 0,2 0-224 16,0-2-110-16,12-2-143 0,4 5-8 0,3-13 0 15,4-3 0-15,1-4 0 0,2-3-42 0,3-3 13 16,3-3 44-16,-4-7-437 0,-2-3 230 0,1 0 116 16,-1-2 33-16,-1-10-223 15,2-5 20-15,-8-2 112 0,1-1-186 0,-6-3 140 16,0 3 70-16,-5-2-11 0,2 0 30 0,-6 8 10 15,-1 0 42-15,-3 6 263 63,-1 1-132-63,0 2-67 0,0 3-42 0,0 2 528 0,-7 0-268 0,-2 6-76 0,-1 10-86 0,-3-2 448 0,5 8-236 0,0 0-132 0,1 3-93 0,3-1-68 0,4 1 0 16,0-2 0-16,0 4 0 0,8-8 0 0,4 2 0 0,5-7 0 46,4-2 0-46,2-3 0 0,5-2 0 0,0-7 0 0,0 0 0 0,2-7 0 0,-1-9 0 0,-1-3-63 0,2-5-60 0,-10 1 13 0,1-2-45 0,-5-1 29 0,-4-2 43 16,-3 0-74-16,0-5 49 0,-9 6 39 0,0-3-1 0,-4 0-48 16,-10 1 39-16,-5 3 0 0,-5-1 29 0,-1 10 47 15,-3 7-1-15,-1 7-35 0,-2 3 0 0,-3 0 234 63,7 10-112-63,0 5-61 0,4 5 385 0,4 1-187 0,4-1-110 0,1 2 145 0,8-2-117 0,6-2-93 0,0 0-45 0,1-4 0 0,14 2 0 0,3-3 0 0,1-3 0 0,5-4 0 15,3 0 0-15,1-4 0 0,3-2 0 0,2 0-228 16,-5 0-85-16,0 0 121 0,-2 0-936 0,-2-2 544 16</inkml:trace>
  <inkml:trace contextRef="#ctx0" brushRef="#br0" timeOffset="20381.91">19268 8631 1010 0,'-23'-6'0'0,"2"3"0"0,4 1 0 0,-1 2 0 0,0-2 0 0,6-1 0 0,2 3 104 0,6-1-32 0,0 0 238 15,4-2-135-15,0 1-59 0,0 1-44 0,8-3 152 16,7 2-93-16,5-1-46 0,1 1 0 0,6-2 177 16,4 3-116-16,2 1-54 0,3 0-27 0,4 0 184 15,5 0-105-15,10 0-44 0,-2 0-35 0,5 0 60 16,6 3-43-16,9 1 0 15,8-3 53-15,18 3-135 0,-4-4 0 0,10 0 0 16,5 0 0-16,7 0 0 0,3 0 0 0,18-2 0 31,-18-3 0-31,4 0 0 0,1 0 0 0,-2 2 0 16,2-1 0-16,12 1 0 0,-28 1 0 0,-3 0 0 0,3 2 0 0,-3-3 0 0,0 2 0 0,5-2 0 16,-26-1 0-16,-1 0 0 0,-1 2 0 15,-7-5 0-15,-5 1 0 0,-3-3 0 16,-21 4 0-16,-7 2 0 0,-6 2 0 0,-4-2 0 15,-9 2 0-15,5-1 0 94,-11 0 0-94,-4 2 0 0,-3 0 0 0,0 0 0 0,-4 0 0 0,0 0 0 0,-1 0 0 0,-2 0 0 0,1 0 0 0,-1 0 0 0,1 0 0 0,-2-1 0 0,0 0 0 0,0-2 0 0,0 2 0 0,0-1 0 0,0-2 0 0,-2 3 0 0,-6 1 0 0,-2 0-1272 0</inkml:trace>
  <inkml:trace contextRef="#ctx0" brushRef="#br0" timeOffset="21367.26">15302 10086 887 0,'-19'0'0'0,"6"0"0"0,2 0 0 0,5 0 0 0,5 1 0 0,1 4 327 0,13-4-145 0,15 1-71 16,13-1 290-16,15-1-171 0,10 0-101 0,13-1 79 15,11-8-85 1,10-1-42 15,19-2 0-15,24-5 92-16,-12 3-71 0,3 0-32 0,-3 2 0 0,-10 4-62 0,-12 3 31 0,2 3 9 0,-39 2-9 0,-7 0-56 0,-9 0 28 0,-6 2 0 0,-10 3-90 0,2 0 68 0,-21-3 21 0,-3-1-74 15,-7-1 48-15,-7 0-10 0,-1 0 1 0,-3 0-148 16,0 0 86-16,-7 0 21 0,-6 0 28 0,-8 0-287 16,2 0 146-16,-5 0 48 0,1 0 51 0,-2 5-478 15,-2 9 259-15</inkml:trace>
  <inkml:trace contextRef="#ctx0" brushRef="#br0" timeOffset="21651.07">15844 10384 1755 0,'-4'-12'0'0,"1"0"0"0,0 5 0 0,3 6 0 0,0 1 0 0,0 0 0 0,0 1 0 0,8 11 368 0,3 3-156 0,4 1-91 16,1 2-43-16,3 0 288 0,1 1-164 0,-1 0-83 16,2 1 13-16,0 0-52 0,-2-2 0 0,1-2-287 15,-4 1 121-15,0-2 63 0,0 1 39 16,-4-5-486-16,-2 0 253 0,-4-2 128 0,-3-6 27 0,3 0-327 16,-6 2 96-16,0-5 133 31,0 0 61-31,0-6-407 0</inkml:trace>
  <inkml:trace contextRef="#ctx0" brushRef="#br0" timeOffset="21839.35">16163 10250 1714 0,'0'-6'0'0,"0"3"0"0,0 1 0 0,0-1 0 0,0 3 0 0,0 0 0 0,0 6 191 16,0 13-76-16,0 5 432 0,0 8-255 0,-1 8-127 16,-4 9-55-16,-1 2 278 15,-6 9-176-15,0 3-87 0,-4 7-53 0,-2 5-72 16,2-11 0-16,-1-4 0 0,4-4 0 0,1-6 0 15,3-6 0-15,1-1 0 16,6-15-90-16,1-9-75 0,1-4 101 0,0-9-561 0,0-4 262 0,0-2 173 16,6 0 8-16,2-11-432 15,5-12 287-15,0-2 146 0,3-7 71 0</inkml:trace>
  <inkml:trace contextRef="#ctx0" brushRef="#br0" timeOffset="22167.96">16302 10572 696 0,'1'-9'0'0,"2"0"0"0,-1 2 0 0,0 3 0 0,-1 0 0 0,2 2 574 0,0 2-273 0,2 0-132 157,-2 12-66-157,3 4 357 0,1 6-212 0,1 2-95 0,1 5 44 15,0 0-80-15,-1 3-39 0,3-3-1 0,-4 2-39 0,3 4 8 0,-1-9-8 0,-3 1-15 0,-1-3 14 0,0-4 0 0,-2-4 1 0,0 1 32 0,-2-8-33 0,-1-6 1 0,0-3-1 0,0 0 107 0,0-10-53 0,0-9-18 0,0-3-62 0,2-4-11 0,3 1 0 0,2-3 0 0,3 3 0 0,4-4 0 0,0 5 0 0,3 0 0 0,-1 7 0 0,2-3 0 0,3 2 0 0,-1 7 0 0,0 1 0 0,-1 6 0 0,0 2 0 0,-1 2 0 0,-1 0 0 0,-4 2 0 0,-2 7 0 0,-5 0 0 16,-1 2 0-16,-2-1 0 0,0-1 0 16,0-1 0-16,-3-4 0 0,0-1 0 0,0 1 0 0,0-2 0 46,-4-2 0-46,-1 0-154 0,3 0-33 0,-4 0 78 0,3 0 49 0,-2-1 2 0,2-4-4 0,0-1-725 0</inkml:trace>
  <inkml:trace contextRef="#ctx0" brushRef="#br0" timeOffset="23506.04">18928 10011 1479 0,'0'0'0'0,"0"0"0"0,0 0 0 0,0 0 0 0,0 0 0 0,0 0 0 0,0 0 0 0,2 0 0 0,4 0 125 0,1 0-43 0,9 0 10 0,3 0 5 31,9 0-29-31,8 0 1 0,11 1-30 0,9 6 149 0,17 0-64 0,6-2-48 0,17 0 118 0,10-1-78 78,18-4-38-78,9 0 0 0,19-3 34 0,-16-6-42 0,4 0 1 0,-2 1-77 0,-3 0 1 0,-1 4 44 0,9 1 10 0,-32 3-141 0,-4 0 66 0,-2 0 32 0,-7 0 1 0,-3 0-51 0,2 0 26 0,-24 0 22 0,-6 0-115 0,-4 0 60 0,-6 0 4 0,-6-3 23 16,1-1 4-16,-21 0 12 0,-5-1-24 0,-6-2 76 15,-8 2-31-15,-5-1 0 32,-3 0-23-32,-4 3-137 0,0-2 70 0,-12 2 32 0,-4-1 7 0,-7 3-224 0,0 1 119 0,-3 0 60 15,-4 4-616-15</inkml:trace>
  <inkml:trace contextRef="#ctx0" brushRef="#br0" timeOffset="23788.53">20103 10339 1348 0,'0'0'0'0,"0"0"0"0,0 0 0 0,0 0 0 0,0 1 0 0,0 2 446 0,2 2-204 15,1 4-101-15,6-1-52 0,1 3 369 0,2 2-214 0,4-1-103 16,-2 2-56-16,4 1 1 0,1 2-48 0,1 0-91 16,-1-1 41-16,-3-1 25 15,2 0 0-15,-5-3-389 0,0 1 207 0,-1-1 113 16,-4-4 43-16,-3 0-672 0,-1-3 337 0,-1-1 97 15,-2 0 98-15</inkml:trace>
  <inkml:trace contextRef="#ctx0" brushRef="#br0" timeOffset="23997.42">20483 10258 1854 0,'0'0'0'0,"0"0"0"0,0 0 0 15,0 0 0-15,0 0 0 0,-1 0 0 0,-4 12 356 0,1 3-158 0,-3 10-80 0,-2 5-40 0,-1 7 9 0,-2 4-49 0,-3 6 0 0,-1 6 427 16,-2 1-213-16,0 2-108 0,-4 5-42 0,6-9-84 16,-2-4 20-16,2-3 0 15,1-2-357-15,1-6 178 0,1 4 99 0,5-16-538 0,4-4 309 0,2-7 101 32,2-5 91-32,0-1-57 0,0 0 52 0,2-6-33 0,3-2 40 0</inkml:trace>
  <inkml:trace contextRef="#ctx0" brushRef="#br0" timeOffset="24368.89">20602 10643 1687 0,'-9'4'0'0,"4"-1"0"0,-2 2 0 0,0 5 0 0,2 2 0 0,-4 5 0 0,2 4 361 0,3 1-167 0,2 5 222 0,2-1-189 0,0 1-94 0,2-1-48 0,7 2 23 0,7-11-39 0,2-3-1 16,4-2-30-16,1-8-57 0,1-3 29 0,1-1 9 15,-3 0 19-15,3-5-120 0,-4-12 60 0,-3-3 30 16,0-6-88 31,-2-1 69-47,-5 0-1 0,-6-1-75 0,-2 0 29 0,-2-1 31 0,-1 1-11 0,0-2-13 0,-9 6 34 0,-8 5 6 0,-1 2-7 0,-5 2 49 0,-3 6-36 0,-4 3-8 16,4 6 14-16,-2 0 177 0,4 6-82 0,4 6-45 15,3 3 296-15,2-1-150 0,11 1-77 0,4-1-120 16,0-1 0-16,3-1 0 0,13-3 0 0,4-1 0 15,6-6 0-15,2-2 0 0,2 0 0 0,1 0 0 16,-1-1 0-16,4-6 0 63,-6-1 0-63,2 1 0 0</inkml:trace>
  <inkml:trace contextRef="#ctx0" brushRef="#br0" timeOffset="33550.47">25325 7093 1018 0,'0'-4'0'0,"0"1"0"0,0-1 0 0,0 2 0 0,0 2 0 0,6 0 0 0,6 2 0 0,2 13 176 0,3 3-69 0,1 12 33 16,2 6-50-16,0 7-16 0,-3 3-10 0,0 2-42 16,-3 5 17-16,-1 8 0 62,-6-3 0-62,0 5 50 0,-5-10-10 0,-2-3-40 0,0-3 0 0,-4-6 141 0,-3-10-70 0,0 1-26 0,1-20 28 0,-1-4-36 0,3-6 0 0,1-2 199 0,0 0-119 0,-1-5-48 0,1-9-40 0,2-10 166 0,1-7-98 0,0-6-49 156,0-4-23-156,9-11-75 0,2 5 20 0,6 0 0 0,-1-3 29 0,3-2-121 0,1 5 61 0,1-8 40 0,-1 13-118 0,-2 3 69 0,0 6 35 0,-5 3-147 16,-1 10 79-16,1-4-1 0,-8 16 34 0,1 4-458 0,-3 4 225 0,2 0 112 0,-1 1 57 0,4 9-589 0,-1 4 328 0</inkml:trace>
  <inkml:trace contextRef="#ctx0" brushRef="#br0" timeOffset="34270.19">26015 7317 745 0,'-2'-15'0'0,"-4"4"0"0,0-3 0 0,0 2 0 0,-4 0 0 0,3 2 314 15,0 2-139-15,0 1-68 0,-1 3-36 16,-2 1 136-16,-2 3-71 0,1 0-54 0,0 15 53 0,-3 8-49 15,0 5-25-15,2 3 75 0,-1 8-40 16,7-5-34-16,0 2-1 0,5-2 22 16,1 0 0-16,0-4-46 0,10 3 10 0,4-8-41 15,5-3 31-15,2-5 0 0,5-4 0 0,2-5-134 16,3-2 77-16,-3-6 24 0,1 0-149 0,-2-9 76 16,-1-8 48-16,-1-1-140 0,3-5 68 15,-9-1 45-15,-2-2-1 0,-4 1-5 0,0 2 37 0,-6 3-44 16,2-1-11-16,-6 7 215 15,-1 3-83-15,-2 6-44 0,0 3 0 0,-3 2 339 16,-8 0-154-16,1 7-96 47,-2 11 165-47,-2 3-116 0,6 3-59 0,-2-1-19 0,6 1-38 0,1-3-1 0,3 0 0 0,0-1-140 0,0-2 70 0,3-1 45 0,7-2-10 0,5-7-68 0,0-4 51 0,6-4 27 16,2 0-5-16,4-4-170 0,-5-13 50 0,6-3 55 15,-3-4-77-15,-1-3 57 0,-1-2 4 0,1-3-4 16,-7 4-4-16,-2-1 45 15,-3 0-2-15,-5-1 29 0,-4 4 0 0,0-3-36 16,-3 12 17-16,-5 0 52 0,-6 8-21 0,-6 1 0 16,-1 7-23-16,-2 1 224 0,0 0-98 0,3 6-58 15,-2 8 227-15,4-2-130 0,2 3-42 0,2-3 43 16,2 0-55-16,6-1-26 16,0-1 0-16,3-1-151 0,0 0 63 0,5 0 39 15,8-4-8-15,4-2-220 0,4 0 115 0,1-3 65 16,5 0 8-16,1-3-134 0,2-2 50 0,0-4 53 15,-1-5-103-15,0 3 64 0,-2-1 15 0,1-2 116 16,-8 7-32-16,-2-1 1 16,-7 2-43-16,-3 2 253 0,-3 2-119 0,-1 2-69 0,-4 0-5 0,0 5 463 15,-9 7-211-15,-5 3-126 0,1 3-24 0,-1 0-124 16,2-2 0-16,2 2 0 0,3-2 0 0,2-2 0 16,5 4 0-16,0-4 0 15,0 0 0-15,0-4 0 0,12 2 0 0,2-2 0 16,-1 0 0-16,5-2 0 0,-2-1 0 0,1 0 0 0,-3-3-82 0,-1 2 5 15,1 1-35-15,-6-4-3 16,-2 2 17-16,-5 0 31 0,-1 2 55 0,0-2-25 16,-10 4-10-16,-3-2 26 0,-7-4-16 0,-2 3 0 15,1-3-1-15,-2-1-286 16,-2-2 133-16,5 0 82 0,1 0 36 0,1-11-514 0,5-9 275 0,4-10 138 47</inkml:trace>
  <inkml:trace contextRef="#ctx0" brushRef="#br0" timeOffset="34781.92">26801 7018 1033 0,'20'-9'0'0,"2"3"0"0,2 2 0 0,-1 2 0 0,3 2 0 0,-6 0 698 47,1 0-331-32,-4 10-164-15,-1 4 121 0,-2 0-143 0,-2-1-63 0,-7 2 64 0,-1 4-73 0,-4-2-36 0,0 1 1 0,-5 1-112 0,-6 2 47 0,-6-4-9 0,-2-4 37 0,-3 0-13 0,-1-2 13 0,1-2 1 16,-1-1 8-16,7-2 49 0,3-5-29 0,2-1 0 15,4 1 13-15,1-1-32 0,6 0-10 0,0 0-76 79,1 0 38-79,11-1 3 0,6-6 36 0,4 0-230 0,1 2 106 0,5-4 54 0,3 2 28 0,1 0-501 0,4 1 245 0,1 0 81 0,-3 0 80 15,-1 3-260-15,-5-1 161 0,0 1 81 0,-5 1-3 0,-2 2 32 0,-8 0 10 0,-6 0 108 0,-6 0-33 0,-1 6 0 94,0 3-35-94,-8 6 449 0,-7 2-220 0,1 0-114 0,-4 4-57 0,2 1-28 0,2 4-1 0,1 6 94 0,3-2 700 0,6 1-305 0,4 0-222 0,0 1-191 0,0-2-67 0,9 4 0 0,4-9 0 0,8-2 0 0,2-5 0 0,2-4 0 0,2-2 0 0,5-4 0 0,-7-8 0 0,4 0 0 0,-2-2 0 0,1-13 0 0,-5-6 0 0,1 0 0 16,-7-3 0-16,-5-2 0 15,-2 0 0-15,-5-6 0 0,-3-2-411 0,0-10 130 16,-2 6 126-16,-2-4-114 0,-12-3 121 0,-1 1 55 0,-9 1 28 15,-2-1-9-15,-1 15 37 0,-5 5 0 16,2 7 0-16,-4 9 275 0,-4 3-147 0,6 5-59 16,5 3-35-16,2 10 461 0,8 4-200 0,3 0-131 15,5 1 275-15,9 4-398 0,0-2-4 0,7 1 0 16,9 2 0-16,4-5 0 31,4 5 0-31,-1-7 0 0,6-1 0 0,0-3 0 0,3 0 0 0,-1-3 0 0,7 0 0 0,-5-3 0 16,5-5-833-16,0-1 57 0,0 0 369 0,-1 0 185 15</inkml:trace>
  <inkml:trace contextRef="#ctx0" brushRef="#br0" timeOffset="34939.93">27663 7279 1284 0,'0'0'0'0,"0"-2"0"0,0 1 0 0,0 0 0 0,0-2 0 0,3 1 642 0,13 2-307 0,6 0-149 0,7 0 354 0,3 0-252 0,4 0-125 15,6 0-54-15,-2 0-189 16,4 0 58-16,-2 0 30 0,0 0 0 0,-1 0-258 15,3 0 152-15,-14 0 64 0,-5-2-745 0,-9-1 401 16,-5 3 200-16,-10-2 100 16</inkml:trace>
  <inkml:trace contextRef="#ctx0" brushRef="#br0" timeOffset="35099.91">27991 7018 2092 0,'-4'-7'0'0,"1"3"0"0,2 1 0 0,-1-1 0 0,2 4 0 0,0 0 0 0,0 11 0 0,0 7 0 0,3 5 385 0,3 7-165 15,1 3-96-15,-2 6 286 0,1 4-186 0,-3 3-93 16,0 2-48-16,0 8-158 0,0-5 51 0,-1-4 31 16,-1 0-262-16,3-3 146 0,-4-2 73 0,3 5 46 15,3-18-671-15,-2-6 349 16,1-10 117-16,0-9-690 0</inkml:trace>
  <inkml:trace contextRef="#ctx0" brushRef="#br0" timeOffset="35380.24">28218 7197 1710 0,'13'-10'0'0,"0"5"0"0,5 1 0 0,-1 4 0 0,0 0 0 0,0 5 0 0,-3 11 0 0,2 3 0 0,-2 6 503 15,-2 2-237-15,-7 3-114 0,1 3 144 0,-4 2-130 16,-2 0-64-16,0 4-23 0,0-6-3 0,-8-4 0 94,0-3-39-94,-2-7-26 0,3-1 8 0,1-10 18 0,-1-6 1 0,3-2 16 0,-1 0-16 0,2-13-1 0,0-8 10 0,3-3-115 0,0-6 54 0,6-6 25 0,10 0-215 0,-2-4 97 0,9-4 66 0,0 5 2 0,5-1-162 0,2 3 77 0,6 2 56 0,1 2-369 0,10 1 191 0,-6 14 109 15,-2 7 50-15,0 6-401 47,0 5 226-47,-4 0 112 0,3 3 48 0</inkml:trace>
  <inkml:trace contextRef="#ctx0" brushRef="#br0" timeOffset="35644.64">29042 7104 1559 0,'-9'-9'0'0,"0"0"0"0,1 1 0 0,-4 1 0 0,-5 1 0 0,0 4 0 0,1 2 0 0,-1 0 0 0,-1 0 0 0,0 11 72 31,-2 1 9-31,5 2-44 0,1 6 411 0,7-2-206 0,-1 3-102 0,7 1 339 0,1 4-212 0,0-5-120 0,5 3-54 0,6-4-8 16,6 2-24-16,2-3 1 0,0 4-16 0,-1-6-141 15,2 0 66-15,-4-4 33 16,1 4-102-16,-5-4 68 0,0 1 43 0,-7-2-10 0,-4 1-56 0,-1-1 11 15,-2-1 29-15,-14 4-57 110,-4-6 22-110,-5-1 0 0,-4 1 21 0,-1-3-50 0,-4 0 28 0,-1-2-5 0,8-3 44 0,3-1-6 0,4 0 24 0,5 0-21 0,9-8-1107 0,3-6 532 0</inkml:trace>
  <inkml:trace contextRef="#ctx0" brushRef="#br0" timeOffset="35773.3">29114 7276 1500 0,'9'0'0'0,"1"0"0"0,-2 0 0 0,3 0 0 0,-2 1 0 0,-2 7 0 0,-2 6 0 0,-2-2 822 0,-2 5-393 16,-1 2-196-16,0 2 123 0,0 0-164 0,0-3-78 15,0 2-38-15,-1-2-329 0,0-2 145 0,-2 1 82 16,1-6 27-16,2-5-281 0,-2-2 159 16,1-1 79-16,1-1-617 0,-3-2 346 0,0 0 59 0,2-3 121 15,0-12-356-15,-2-3 226 0,2-5 113 0,1-7-189 16</inkml:trace>
  <inkml:trace contextRef="#ctx0" brushRef="#br0" timeOffset="36117.73">29284 6861 1134 0,'6'-7'0'0,"-1"2"0"0,6 1 0 0,-5 2 0 0,2 2 0 0,-2 0 0 0,-1 10 0 0,0 7 399 0,2 8-172 0,-6 2-100 15,1 7-48-15,0 2 125 0,-2 4-85 0,0 2-42 0,0 5-57 0,0-5-8 16,0-1 23-16,0-4 1 15,0-1-230-15,0-5 116 0,1 3 65 0,5-15-217 16,1-3 132-16,-1-10 67 0,2 0-3 0,0-6-132 16,-1 0 40-16,-2 0 9 0,1-6 41 0,-3-6 76 15,0 1-12-15,-2-2-25 16,1 1 294-16,-1 1-129 0,-1 3-77 0,2-1-5 0,0 2 440 0,0 3-233 16,1-1-63-16,2-1 23 15,4 6-88-15,0-3-44 0,1 0 0 0,3 0-28 16,2 2-8-16,2-2-8 0,-3 3-1 0,2 0-70 15,0 0 35-15,0 0-1 0,-2 10 69 0,-2 1-9 16,-4 3-24-16,-2 3 1 31,-3 2 29-31,1 3-1 0,-1 2-19 0,0-2-89 0,-3 2 37 0,0-5-7 0,0 2 44 0,0-6-3 0,2 2 9 0,-1-5 12 16,1-6-631-16,1-1 265 0,3-5 153 0,1 0 19 16,-2 0-609-16</inkml:trace>
  <inkml:trace contextRef="#ctx0" brushRef="#br0" timeOffset="36434.74">29656 6977 1025 0,'0'-10'0'0,"1"2"0"0,4 2 0 0,2 0 0 0,2 0 0 0,4 1 404 0,2 3-189 0,2 0-89 15,3 2-45-15,-1 0 201 0,3 4-122 0,1 7-54 16,-4 0-46-16,-3 4-24 0,-6 0 0 0,-2 3 0 15,-5 0-78-15,-3 3 49 63,0-4-10-63,-13 1 66 0,-4 0 0 0,-3-3-27 0,-3 0 0 0,0-1 80 0,1-2-44 0,0-5 0 0,5 0-36 0,2-3 131 0,1-1-66 0,4 0-23 0,5 0-36 0,5-3-6 0,0 0 0 0,4 0 0 0,14 0-218 0,4-3 118 78,3 0 46-78,5-2-281 0,-1-2 163 0,4 5 56 0,-3-3 50 0,6 1-784 0,-7 4 393 0,-3-3 193 0,-1 1 96 0</inkml:trace>
  <inkml:trace contextRef="#ctx0" brushRef="#br0" timeOffset="36726.6">30062 7172 991 0,'-7'2'0'0,"-3"2"0"0,3 1 0 0,-5 2 0 0,5 2 0 0,-3 2 0 0,2 3 487 0,-2 7-216 0,5-1-122 0,1 6 389 0,2 3-251 0,2 3-126 15,0-1-62-15,0 6 113 0,9-5-93 16,3-3-41-16,6-3-87 0,3-5 1 0,3-3 44 15,8 0 9-15,-2-12-51 0,0-4 1 0,6-2 41 16,-2 0 0-16,1-7-181 0,2-8 100 0,-8-4 35 16,-3-5-208-16,-3-5 114 109,-7-2 7-109,-4-3 44 16,-3-8-177-16,-9 4 103 0,0-2 38 0,-15-4-216 0,-4 5 134 0,-8-2 68 0,-3-1 24 0,-5 14-29 0,-1 7 35 0,-4 6 1 0,1 8 36 0,4 4 0 0,-1 2-9 0,10 1 9 0,5 13 589 0,6 5-294 0,5 3-133 0,4 3 370 0,4 0-207 0,2 2-134 0,2-4-37 0,13 2 55 0,-1-3-68 0,6 4-26 0,1-10-8 0,2 0-274 0,5-2 120 0,2-2 59 15,6-4 30-15,3-2-262 0,-1-3 141 0,2-2 76 0,5 0-905 0,0-2 456 16</inkml:trace>
  <inkml:trace contextRef="#ctx0" brushRef="#br0" timeOffset="36833.37">30689 7265 816 0,'-6'-7'0'0,"0"2"0"0,0-2 0 0,3 4 0 0,-2 1 0 0,-1 1 0 0,2 1 0 0,1 0 57 0,-2 0-47 0</inkml:trace>
  <inkml:trace contextRef="#ctx0" brushRef="#br0" timeOffset="39841.03">26451 9457 1070 0,'-8'-5'0'15,"2"-1"0"-15,0 3 0 0,-3 0 0 0,2-6 0 0,-1 6 0 0,1-5 0 0,2 2 233 0,-4-3-97 0,1 3 121 0,0-8-100 0,-2 1-64 0,3 2-27 0,0-2 83 0,0 4-55 0,-2-3-28 16,-1 6 9-16,2 1 44 31,-2 5-40-31,-4 3-1 0,2 17-39 0,-3 13 74 0,-2 10-28 0,-1 5-9 0,6 7-12 0,0-2-26 0,6 0 1 0,0 3 8 16,6-14 39-16,1-6-48 0,15-1 1 0,4-11-61 62,8-6 30-62,2-6 10 0,0-12 20 0,1 0-146 0,1-12 72 0,-1-12 22 0,-3-4 0 0,2-3-209 0,-9-6 113 0,-3-6 34 0,-1-2-94 0,-6-1 54 0,2-3 48 0,-1-7-24 16,-6 8 35-16,-3-5-20 0,-1-1 0 0,-2-6-117 15,0-1 78-15,0-11 30 0,0 9 9 0,-5 2 8 16,-1 3 0-16,-1 10 30 0,2 12 1 0,-2 7 161 16,1 27-76-16,3 2-43 0,-1 8 1 0,0 17-44 15,-1 9 1-15,1 12 625 16,4 3-288-16,0 9-107 0,0 0-83 0,0 7 219 16,4 0-145-16,4 9-62 15,-1-9-47-15,2-3 12 78,1 1 0-78,1-2-48 0,5-1 1 0,-3 6 8 0,3-17-8 0,-1-9-1 0,0-4-382 0,-2-9 191 0,1-7 96 0,1-1-1111 0,-6-19 569 0</inkml:trace>
  <inkml:trace contextRef="#ctx0" brushRef="#br0" timeOffset="40017.94">26877 9313 1652 0,'9'-8'0'0,"2"0"0"0,-2 6 0 0,2 0 0 0,5 2 0 0,-1 0 0 0,1 11 0 0,4 4 0 0,-4 5 513 16,0 4-237-16,-1 1-119 0,-3 7 35 0,-5 1-77 0,0 7-28 0,-5-4-97 16,-2 2 1-16,-6 2 47 15,-7-3 1-15,-6-1-36 0,-2-1 10 0,-1-11 26 0,1-7-1 0,-2-4-177 16,3-6 89-16,-2-2 44 0,2-5 1 0,7 0-469 16,5-5 186-16,3-8 133 15,5-5-415-15,0-8 266 0,7-3 123 0,10-2-317 0</inkml:trace>
  <inkml:trace contextRef="#ctx0" brushRef="#br0" timeOffset="40512.12">27112 9336 2241 0,'6'-14'0'0,"-3"7"0"0,0 2 0 0,-3 5 0 0,0 0 0 0,0 5 0 0,-9 14 0 0,0 4 0 0,-5 7 378 0,3 5-169 0,0 0-86 0,2 4 194 0,0 0-130 0,6-3-79 16,3 1-35-16,0-3-28 15,3-1-7-15,15 3 10 0,3-14-9 0,9-3-422 16,4-8 211-16,5-7 105 0,4-4-501 0,5 0 313 47,-4-9 67-47,-1-9 101 0,-4-4-128 0,-3-3 91 0,-3 0 19 0,0-4-365 0,-9 2 221 0,-4 0 106 0,-6-5 52 0,-1-1 21 0,-8 1 1 0,1-6 21 15,-6 8 9-15,0 4 146 32,-11 4-73-32,-5 6-36 0,0 6 0 0,-5 3-46 0,3 7 10 0,-1 1 930 0,-1 15-399 0,0 8-228 15,2 1-107-15,1 5 216 16,7-1-173-16,4 3-81 0,0-2-41 0,3 0 33 0,3-3-37 0,0 5 10 15,0-8-47-15,6-6-86 16,8 0 43-16,3-6 0 16,2-2-268-16,3-3 165 0,2-7 68 0,0 0-321 0,-2-11 152 0,1-7 108 15,-1-6-13-15,2-3-170 0,-5-3 128 0,-2-3 59 16,-2-1 29-16,-1-2-80 0,-4-2 55 0,3-6 18 62,-2 3 9-62,-5-5-6 0,-1-2 33 0,0-6 1 0,2-4 39 0,0-11-49 0,-4 11 10 0,5 1 45 0,-4 9 1 0,0 9-47 0,-1 17 1 0,-2 6 327 0,-1 16-139 0,0 4-88 16,0 24-13-16,0 8 430 16,0 9-196-16,0 1-110 0,0 3-67 0,0 4 226 0,0 0-146 0,0 1-74 15,0 6 48-15,0-12-66 47,0 1-27-47,0-1-187 0,0-5 80 0,2-1 38 0,5 3 11 0,-1-15-573 0,3-5 301 0,0-4 151 0,0-9 75 0,1-5-829 0,3-7 404 0</inkml:trace>
  <inkml:trace contextRef="#ctx0" brushRef="#br0" timeOffset="40651.83">27905 9402 1702 0,'2'-3'0'0,"-2"-2"0"0,1 3 0 0,1-2 0 0,1 3 0 0,2 0 0 0,2 1 0 0,0 0 0 0,6 1 453 0,-3 8-206 0,4-1-105 0,3 2 33 0,-1 2-73 16,1-1-32-16,0-1-2 0,-3 3-33 0,2-2 1 15,2 0 8-15,-4 0-888 0,-2-3 441 0,0-1 220 16,0 0 110-16</inkml:trace>
  <inkml:trace contextRef="#ctx0" brushRef="#br0" timeOffset="40886.11">28178 9315 908 0,'3'-20'0'0,"-1"-1"0"0,2 11 0 0,0 3 0 0,0 6 0 0,1 1 0 0,0 3 438 0,0 17-204 0,-1 11-99 16,-3 5 463-16,2 10-281 0,-3 5-139 0,0 12-61 15,-8-5-44-15,-3 4 0 0,-2-1-35 0,-3 9 325 16,-4 1-163-16,-4 11-71 0,3-11-51 0,0-1-369 15,0-3 164-15,0-4 83 94,2-2 41-94,2 3-631 0,5-23 332 0,7-12 129 0</inkml:trace>
  <inkml:trace contextRef="#ctx0" brushRef="#br0" timeOffset="40969.46">28385 9553 2270 0,'18'-18'0'0,"5"1"0"0,-2 8 0 0,1 3 0 0,3 2 0 0,3 3 0 0,-5-1 369 0,6 2-156 0,-8 0-93 0,1 0 0 31,-3 0-42-31,-2 7 1 0,-1 1-41 0,-2 1-487 0,-4 1 236 0,-5 4 125 0</inkml:trace>
  <inkml:trace contextRef="#ctx0" brushRef="#br0" timeOffset="41129.56">28438 9752 2985 0,'-11'0'0'0,"5"0"0"0,-2 0 0 0,5 0 0 0,-1 0 0 0,3 0 0 0,1 0 0 0,3 0 0 0,11 0 0 16,8 0 0-16,3 0 0 0,4 0 0 0,3 0 0 0,3 0 130 0,2 0-570 0,-2-5 240 0,2-2 118 0,3 0 70 0,-6-1-296 0,-2-1 173 0,0 0 86 16,-3-1-696-16,-4-2 357 0,1-1 149 0</inkml:trace>
  <inkml:trace contextRef="#ctx0" brushRef="#br0" timeOffset="41347.58">28929 9485 1279 0,'3'-16'0'0,"2"2"0"0,1-1 0 0,-1 10 0 0,4 3 0 0,0 2 0 0,2 0 0 0,0 14 199 0,5 7-71 0,-3 9-50 0,-1 4 262 0,1 8-150 47,-3 3-77-47,-4 1-37 0,-1 5 9 0,-3-7-48 0,-2 2 1 0,0-5 124 0,0-2-63 0,-9-4-30 0,-1-2 9 0,0-12 22 0,-2-11-31 0,-2-6 0 0,3-4 54 0,0-3-43 16,1-14 10-16,3-11-52 31,6-3-1-31,1-6 1 0,0-1 0 0,10-11-26 0,4 8-10 0,5 0 35 16,4 0 1-16,2 2-391 0,2 3 184 0,9-3 89 0,1 10 49 0,4 8-693 15,1 4 343-15,2 7 171 0,-1 6-182 0,5 0 167 0</inkml:trace>
  <inkml:trace contextRef="#ctx0" brushRef="#br0" timeOffset="42081.92">29695 9642 1047 0,'0'-20'0'0,"0"-1"0"0,0 1 0 0,0 0 0 0,-1 3 0 0,-2 0 0 16,-4 1 235-16,1 1-100 0,-3-3-40 0,-2 7-34 0,1 1 109 0,-5 6-66 0,-1 3-35 16,-2 1 41-16,-4 8-27 0,5 13-10 0,-4 9-37 15,4 6 40-15,1 7-40 16,-1 6 10-16,8-3 40 0,5 0-24 0,-1-2-1 0,5-1-25 0,0-3 32 16,0 1 9-16,9-13-40 0,5-4-1 0,3-10-166 15,5-6 84-15,3-8 40 0,0 0-202 0,0-15 101 16,2-13 62-16,-4-7 13 15,1-4-325-15,-2-3 152 16,1-8 86-16,-7 2-80 0,-4 0 81 0,3-2 41 0,-7-1 0 0,0-1 16 0,-1-8-8 0,-5 9 33 31,0-2-1-31,-1-1 52 0,2-2-26 0,0 1 0 0,2-5 38 0,-1 16-28 16,-1 7 1-16,-1 11-36 0,0 12 275 0,-2 10-111 16,0 1-43-16,0 3-45 0,0 21 18 0,0 9-27 15,-6 8 30-15,1 9 408 31,-1 9-207-31,0 1-117 0,-1 9-55 0,1 6 302 0,0 0-179 0,3-2-88 0,0 10-14 0,3-18-42 32,0 0-1-32,0-4-32 0,3-6 1 0,8-7-1 0,1 3 9 0,1-22-900 15,3-6 414-15,0-11 229 0,4-9 56 0,-1 0-272 0,5-9 183 0,-5-18 109 94,1-4 50-94,0-6-349 0,1-6 199 0,-1-6 91 0,-5 1 14 0,2 0 49 0,-3-1 37 0,-2 2 45 0,2 3 0 0,-1-2 0 0,-3 14 0 16,-1 8 50-16,-3 9-61 0,-4 4-1 0,1 10-15 0,3 1 854 0,-3 12-327 0,-2 11-237 0,1 8-77 0,-1 5 151 0,1 5-151 0,-2 6-66 0,0-2-46 0,0-4 0 0,0 4-38 0,-5-4 0 0,-3-1 26 15,2 1 10 17,0-12-36-32,-1-5-123 0,2-8 62 0,-1-5 30 0,-2-8 0 0,1-3 2 0,1 0-16 0,-2-14 43 31,3-7-37-31,3-8-19 0,0-2-14 0,2-3 2 0,0-1 22 0,2 0 12 0,6-4-12 0,8 3 10 0,4-2-77 0,2-3 38 15,5 9 10-15,6 3-258 0,7 1 133 0,6 7 68 16,2 4 23-16,8 3-357 0,-6 11 197 0,1 3 95 16,-5 0 47-16,0 10-144 15,-5 5 96-15</inkml:trace>
  <inkml:trace contextRef="#ctx0" brushRef="#br0" timeOffset="42459.97">30769 9593 864 0,'-14'-17'0'0,"6"2"0"0,-3 1 0 0,2-1 0 0,-2 3 0 0,3 4 0 0,-4 4 0 0,4 0 243 0,-4 3-103 15,1 1-42-15,-1 0 157 0,2 12-110 0,0 8-54 16,1 4-27-16,-2 3 93 0,2 9-51 0,1-1-40 16,3 2 122-16,0 3-75 15,3-5-39-15,2 2 0 0,0-1 0 0,0-7-10 0,0-7-28 0,9-3 1 16,3-7-1-16,4-2 0 15,3-5 9-15,6-5-260 0,-2-9 125 0,2-11 62 16,4-4 33-16,-2-6-331 16,4-4 163-16,-6-2 46 0,1-1-79 0,-1-4 52 0,-1-2 55 0,-3-4 25 0,1-7-8 15,-5 2 35-15,-4-3 1 0,-3-3-89 16,-3-5 44-16</inkml:trace>
  <inkml:trace contextRef="#ctx0" brushRef="#br0" timeOffset="42801.07">30993 9274 1147 0,'3'-68'-45'0,"-1"12"-173"0,-2 8 91 0,0 9 45 0,0 12 23 0,-3 13 285 0,-2 4-140 0,-2 10-56 0,-1 13-34 0,-3 18 1 0,1 6-33 0,-4 8 392 0,1 10 35 0,2 1-143 0,-3 5-108 0,3 7 207 0,-2 0-156 0,-1 9-68 0,2-12-48 0,4 0 127 0,0 0-82 0,0-4-42 0,7-5 0 0,-1-1-176 0,2-21 63 0,3-7 36 0,11-13-156 0,3-6 96 0,2-8 48 0,3 0 32 0,0-10-173 0,-1-12 58 16,2-6 59-16,3 0-417 31,-3-8 211-31,0-2 75 0,-3 2 69 0,-2 1-30 15,0-1 45-15,-2 4 23 0,-3 4 0 0,1 2 39 0,-5 11-16 0,-4 5 0 16,-2 9 286-16,-1 1-143 0,0 8-71 0,-2 14-46 0,0 9 319 0,0 8-134 16,-5 3-89-16,1 3 132 0,2-1-96 0,1 2-8 0,1-5-44 15,0-7 11-15,0-5-1 16,5-5-44-16,5-7 0 0,3-3-55 0,3-14 23 0,4 0 0 62,2-16-81-62,4-10 57 16,2-7 27-16,1-5 10 0,-3-1-157 0,-1-2 79 0,3-1 40 0,-5-4-37 0,-1 3 30 0,-3-10-12 0,-7 12-7 0,-9-5-47 0,-3 4 37 0,0-1 6 0,-15 4 0 0,-4-2-24 0,-3 17 49 0,-3 9-11 16,-1 8 97-16,1 5-42 15,1 2 0-15,-5 9-46 0,8 12 145 0,1 3-60 16,3 4-35-16,1 3 270 0,2 4-130 0,3-2-76 0,7 2-15 0,1-4 35 31,3-1-39-31,0 1 1 0,0 2 9 0,7-10-174 47,9-4 67-47,7-1 34 0,7-7-481 0,7-7 249 0,9-2 110 0,4-2 64 0,5-3-708 0,10-14 363 0</inkml:trace>
  <inkml:trace contextRef="#ctx0" brushRef="#br0" timeOffset="42889.54">31884 9626 0 0,'-23'0'0'0,"7"1"0"0,10 8 0 0,6 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1:06:21.67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0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3-01-06T01:09:27.592"/>
    </inkml:context>
  </inkml:definitions>
  <inkml:trace contextRef="#ctx0" brushRef="#br0">10030 4531 1159 0,'-3'-4'0'0,"-2"1"0"0,2 3 0 0,-2-6 0 0,4 6 0 0,-1-2 357 0,-1-1-161 0,1 3-79 0,2 0-41 0,-3 0 312 0,3 0-181 0,-4 0-85 0,3 0-44 15,-3 5 44-15,1 6-43 0,-6 1 9 16,2 2-271-16,-5 3 109 0,-1 7 56 0,-2-1 26 16,-3 4-255-16,-2 2 151 0,-3 1 61 0,1 2-751 15,-3 2 385-15</inkml:trace>
  <inkml:trace contextRef="#ctx0" brushRef="#br0" timeOffset="168.63">9590 5055 1816 0,'0'3'0'16,"0"0"0"-16,-2-3 0 0,0 5 0 0,2-3 0 0,0 3 0 0,0-3 0 0,9 1 0 0,10-3 716 0,6 0-340 0,6 0-161 0,4-3 204 0,0-4-192 15,5 0-95-15,2-4-133 16,1 2 10-16,-4 0 13 0,0 2-22 0,-5 0-451 16,-3 2 218-16,-5 0 135 0,1 5 75 0,-11-1-821 0,-4 1 431 0,-7 0 93 15</inkml:trace>
  <inkml:trace contextRef="#ctx0" brushRef="#br0" timeOffset="391.68">9879 4874 1556 0,'-8'4'0'0,"3"-1"0"0,1 2 0 0,-3 4 0 0,6-2 0 0,-1 7 0 0,2 0 356 15,0 6-160-15,0 5 536 0,3 4-339 0,5 4-183 0,0 3-87 0,0 2 129 0,3 1-139 0,-4 2-113 16,0 3 0-16,-2-8 0 0,2 0 0 0,-4-1 0 15,-1-4 0-15,-1-2-455 0,1 0 228 0,0-10 127 32,-2-2-717-32,0-10 411 0,0-7 99 0,0 0-346 31,-5 0 300-31,0-16 163 0</inkml:trace>
  <inkml:trace contextRef="#ctx0" brushRef="#br0" timeOffset="514.72">9830 5185 1500 0,'-3'-3'0'0,"-1"0"0"0,-1 1 0 0,-3 1 0 0,4 1 0 0,-3 0 0 0,-1 3 274 0,0 9-119 78,-2 0-60-78,0 6 360 0,-3 3-210 0,-2 2-95 0,3 0-62 0,-4 1-27 0,3 0-1 0,3-4-24 0,-1-1 0 0,3 1-437 0,5-11 213 0,3-2 113 0,3-7-753 0</inkml:trace>
  <inkml:trace contextRef="#ctx0" brushRef="#br0" timeOffset="669.06">10050 5189 1892 0,'0'2'0'0,"1"-1"0"0,-1 3 0 0,1-4 0 0,-1 5 0 0,2 1 0 0,-1 0 737 0,1 1-351 0,-1 2-166 16,1-1-96-16,2 0-267 15,0 1 89-15,-1-4 46 0,1 4-1 0,1-3-333 47,2-2 184-47,0-3 98 0</inkml:trace>
  <inkml:trace contextRef="#ctx0" brushRef="#br0" timeOffset="781.7">10200 4981 2293 0,'0'0'0'0,"0"0"0"0,0 0 0 0,-2 3 0 15,2-1 0-15,-1 3 0 0,1 0 0 0,0 6 0 0,0-1 522 0,0 0-234 0,0 4-131 16,1 0-60-16,5-1-316 0,-2 3 127 0,2-4 65 16,4 1 40-16,-3-1-859 0,2-7 441 0</inkml:trace>
  <inkml:trace contextRef="#ctx0" brushRef="#br0" timeOffset="983.84">10369 4730 1745 0,'2'0'0'0,"0"2"0"0,0 0 0 0,1 4 0 0,0 2 0 0,1 5 0 0,1 7 0 0,1 6 77 0,3 10 9 0,-1 5-50 0,-3 11 0 0,1 3 1141 0,-1 8-570 0,-1-3-440 0,0 8-167 0,-3-15 0 0,1-4 0 0,-1-6 0 0,1-2-514 0,0-7 184 0,-1 2 192 0,1-13-359 0,-1-10 267 0,3-3 58 0</inkml:trace>
  <inkml:trace contextRef="#ctx0" brushRef="#br0" timeOffset="1141.51">10646 4895 2425 0,'4'5'0'0,"1"1"0"0,0 4 0 0,0 6 0 0,-2 6 0 0,1 9 0 0,-3 9 0 0,1 2 0 0,-2 5 757 0,0 5-360 0,0-1-180 16,0-2-82-16,0 2-135 0,0-13 0 16,0-6-538-16,0-8 205 0,0-4 184 0,0-4 92 0,0 0-404 15,0-12 243-15,0-4 128 16,0-5 62-16,0-14-909 0</inkml:trace>
  <inkml:trace contextRef="#ctx0" brushRef="#br0" timeOffset="1401.16">10652 4789 1013 0,'10'-25'0'0,"3"2"0"0,3 2 0 0,5 3 0 0,7 1 0 0,2-1 0 0,1 6 0 16,5 4 385-16,0 3-175 0,-2 3-86 0,5-1 240 0,0 3-155 15,-8 0-91-15,1 0 158 94,-6 10-121-94,-1 5-59 0,0 5-21 0,-7 3 97 0,-8 4-69 0,0 5-33 0,-6 6 0 0,-1 8-34 0,0 7 9 0,-3-4-9 0,0 3 0 0,0-2 0 0,0 1 0 0,0 0 0 0,0 8 9 0,2-13-9 0,-1-5 0 0,5 1 0 0,-4-3 0 0,4-5 0 0,-3 6-31 0,0-16-5 0,-1-1-326 16,1-9-306-16,-3-3 279 47,0-9-161-47,0 1 229 0,-9-3 128 0,-2-7 60 0</inkml:trace>
  <inkml:trace contextRef="#ctx0" brushRef="#br0" timeOffset="1525.17">10783 5063 2458 0,'-4'0'0'0,"-2"0"0"0,5 0 0 0,1 0 0 0,0 0 0 0,0 0 0 0,12 0 0 0,8 0 0 0,7 0 336 0,6 0-150 0,4-2-66 0,1-4-196 0,0 0 56 0,3 1 28 16,-2-2 0-16,-3 4-709 0,2 1 377 0,-15-1 176 0,-5 3 91 0</inkml:trace>
  <inkml:trace contextRef="#ctx0" brushRef="#br0" timeOffset="1653.18">10870 5245 905 0,'-13'3'0'0,"0"1"0"0,6-2 0 0,2 1 0 0,5-3 0 0,0 0 190 0,3 0-76 0,6 0-31 15,9 0 298-15,4-3-173 16,0-9-86-16,5 3-125 0,-3 0 0 0,3-2 47 0,-6-1-8 0,1 3-610 0,-5 1 295 0,-1-2 146 16</inkml:trace>
  <inkml:trace contextRef="#ctx0" brushRef="#br0" timeOffset="1852.73">10935 4850 1864 0,'-2'10'0'0,"1"1"0"0,1 7 0 0,0 4 0 0,0 7 0 0,0 9 0 0,0 1 0 0,0 5 220 16,0 2-93-16,0 0 244 0,0 0-168 0,0 2-74 0,0-12-52 0,0-6-336 0,3-4 148 0,4-4 73 0,4-8 37 0,-1 3-655 0,3-11 336 0,2-6 169 0</inkml:trace>
  <inkml:trace contextRef="#ctx0" brushRef="#br0" timeOffset="2000.59">11383 5003 1246 0,'29'-12'0'0,"-6"6"0"0,0 5 0 0,0 1 0 0,-2 0 0 0,-2 7 236 93,-2 6-91-93,-4 3-60 0,-6 7 272 0,-1 0-161 0,-4 3-80 0,-2 3 12 0,0 3-38 0,-11-1-31 0,-6-2 0 0,-3 0-23 0,-2-3 0 0,-3-3-1 0,-1 0 10 0,3-10-655 0,-1-3 323 0,4-5 161 0,-2-5 81 0,5 0-722 0,-2-2 357 0,5-16 192 0</inkml:trace>
  <inkml:trace contextRef="#ctx0" brushRef="#br0" timeOffset="2099.9">11322 5146 863 0,'3'-13'0'0,"2"1"0"0,1 0 0 0,3 6 0 0,1 2 0 0,2 0 0 0,2 4 658 0,0 0-311 0,3 4-155 0,3 6-79 0,-1 5 524 16,6-1-292-16,-2 2-159 0,1 3 85 0,-1-3-118 15,1 1-59-15,-1-3-682 32,3 1 321-32,-7-3 146 0,4-5 79 0,-3 0-476 0,-2-6 277 0</inkml:trace>
  <inkml:trace contextRef="#ctx0" brushRef="#br0" timeOffset="2257.26">11749 4996 1960 0,'7'-5'0'0,"1"0"0"0,5 0 0 0,6 1 0 0,4-2 0 0,11-4-2 0,6 1 0 0,4-1 0 0,5-4 361 0,-1 4-163 0,1-4-82 0,-2 1-414 16,-12 3 163-16,-6 0 86 15,-6 3 43-15,-8-1-337 16,-7 0 190-16,-5-2 104 0</inkml:trace>
  <inkml:trace contextRef="#ctx0" brushRef="#br0" timeOffset="2529.78">11898 4666 1780 0,'0'5'0'0,"0"2"0"0,0 3 0 0,0 4 0 0,7 7 0 0,6 7 0 0,3 9 0 0,6 8 329 0,0 3-151 0,1 7-72 0,2 2 485 0,0 2-279 0,-5-2-138 0,1 8 38 0,-8-15-93 16,-3-5-42-16,-4-1-24 0,-4-8-171 0,-2-2 65 0,0 3 53 0,-13-13 13 0,-5-1-139 0,-1-5 81 0,-5-5 40 0,-1 0-249 0,-1-8 140 0,4-5 26 0,-3 0 54 0,3-7-184 0,-2-8 92 31,-1-2 29-31,7-3 37 0,5-3 23 0,1-2 1 0,7-1-1 0,3-1-22 0,2 0-9 0,0 4 32 16,6-2 0-16,11 1-276 47,2-3 138-47,4 3 69 0,3-8-230 0,2 4 154 0</inkml:trace>
  <inkml:trace contextRef="#ctx0" brushRef="#br0" timeOffset="2649.93">12727 4671 1226 0,'4'4'0'0,"-2"-1"0"0,0 3 0 0,-1-2 0 0,-1 1 0 0,0 2 0 0,-10 1 17 0,-8 4 1 0,-5 2-23 0,-4 3-99 15,-8 6 42-15,0-2 25 32,-3 5 0-32,-3 1-421 0</inkml:trace>
  <inkml:trace contextRef="#ctx0" brushRef="#br0" timeOffset="2773.69">12312 5046 1272 0,'4'0'0'0,"0"0"0"0,3 3 0 16,1-3 0-16,4 0 0 0,2 0 0 0,6 0 317 0,3 0-141 0,7-3-62 0,2-6 248 0,2-1-163 0,2 1-82 0,1-1-41 31,-1-2-76-31,4 1 8 0,-11 3 27 0,-6-2-563 16,-3 6 281-16,-6 1 141 0,-6 2 71 0,-4-1-692 0</inkml:trace>
  <inkml:trace contextRef="#ctx0" brushRef="#br0" timeOffset="2938.91">12562 4874 1243 0,'-6'0'0'0,"-2"0"0"0,3 0 0 0,-1 0 0 0,1 4 0 0,4 2 0 0,1 8 0 0,0 1 0 0,0 8 582 0,1 7-274 0,6 6-127 15,1 5 396-15,1 7-271 16,-1 2-136-16,-2 3-67 0,-1 0-53 0,-1 3-6 31,-2-10-9-31,1-5-185 0,-3 0 93 0,0-5 46 0,0-4 23 0,0 1-557 0,0-12 285 0,-3-10 147 16,-2-6 73-16,0-5-922 0,2 0 464 0</inkml:trace>
  <inkml:trace contextRef="#ctx0" brushRef="#br0" timeOffset="3089.23">12524 5216 1254 0,'-15'4'0'0,"1"3"0"0,0 3 0 0,-2 2 0 0,-1 4 0 0,-1 0 0 0,-1 3 228 0,-1 1-96 0,0-1-48 0,-6 3 86 0,8-8-72 0,5 1-31 0,-1-7-463 0,7-3 216 0,6-4 108 31,1-1 61-31,0-2-403 0</inkml:trace>
  <inkml:trace contextRef="#ctx0" brushRef="#br0" timeOffset="3173.52">12565 5220 1034 0,'14'1'0'0,"-1"2"0"0,-1 0 0 0,4 2 0 0,-2 0 0 0,3 0 0 0,-6 0 137 0,4 0-51 0,-5 0-25 0,1-3 0 0,1-2-124 15,2 0 59-15</inkml:trace>
  <inkml:trace contextRef="#ctx0" brushRef="#br0" timeOffset="3544.23">13048 4795 940 0,'0'-11'0'0,"0"1"0"0,-1 2 0 0,-4 3 0 15,-3 1 0-15,0 0 457 0,1 4-215 0,-1 0-104 0,0 4 304 0,0 9-203 0,0 1-94 0,5 7-59 0,-3-1-25 0,3 5-1 0,0-1-25 94,3 3 250-94,0 4-24 0,0-6-117 0,0 2-55 0,0-3 96 0,3 2-75 0,6 1-98 0,-2 0-31 0,0-1-7 0,1-4 30 0,1 4 1 0,-1-3-203 0,0 3 116 0,1 4 67 0,-6-5 21 0,1 4-214 0,-3-2 80 0,1 0 65 0,-1-3-19 0,1 2 33 0,-2-5-30 0,0-5 22 0,0-5-4 0,0-1 27 78,-2-4-3-78,-4 1-9 0,1-7 124 0,-7 0-57 0,1 0-29 0,-3-7-138 0,0-2 63 0,-5-2 7 0,2-1 48 0,-3 0-156 0,0 0 73 0,-1-3 39 0,0 6-1 0,-2 1 15 0,4 3 22 16,1 3 1-16,0 0 172 0,5 2-86 0,2 0-43 0,-1 0-9 15,7 9 138-15,0-3-65 47,5 1-48-47,0 0-319 0,0-3 148 0,6 0 82 0,7-4 28 0</inkml:trace>
  <inkml:trace contextRef="#ctx0" brushRef="#br0" timeOffset="3650.42">13165 5238 1395 0,'14'0'0'0,"2"0"0"0,-1 0 0 0,-1 0 0 0,-1 0 0 0,-4 3 577 0,2 3-272 0,-5 1-135 0,2 5-59 0,-5 0 454 15,-1-1-266-15,-1 3-132 0,-1-1-125 0,0-2-7 0,0 1 8 0,0-3-9 16,0-8-716-16,0-1 358 16,0 0 179-16</inkml:trace>
  <inkml:trace contextRef="#ctx0" brushRef="#br0" timeOffset="3810.05">13433 5073 2022 0,'-6'6'0'0,"-2"7"0"0,2-2 0 0,-1 3 0 0,2 1 0 0,-2 1 0 0,3 2 0 0,0 3 0 0,0-2 494 0,2-4-230 0,2 1-115 16,0-4-507-16,0-2 196 0,0-3 107 0,0-5-358 15,3-2 223-15,4 0 113 16</inkml:trace>
  <inkml:trace contextRef="#ctx0" brushRef="#br0" timeOffset="4092.69">13528 4642 1558 0,'0'10'0'0,"0"4"0"0,2 5 0 15,2 8 0-15,2 12 0 0,1 9 0 0,2 11 833 31,0 8-399-31,4 8-200 0,-1 0 407 0,1 5-410 0,0-17-231 0,-3-3 0 0,-1-9 0 0,-2-5 0 0,0-6 0 0,-1 6 0 0,-5-19 0 0,-1-2 0 47,0-6 0-47,0-4-780 94,-5-8 325-94</inkml:trace>
  <inkml:trace contextRef="#ctx0" brushRef="#br0" timeOffset="4140.89">13743 5109 2114 0,'0'0'0'0,"0"5"0"0,2-1 0 0,-2 4 0 0,1 2 0 0,2 4 0 0,-2 6 489 0,2 2-232 0,-2 2 281 0,2 1-251 0,-1-1-127 0,1-1-74 0,0 1-471 0,2-9 200 0,-2-2 109 0,1-4 56 0,1-4-445 0,2-5 250 0,-1 0 133 0,1-12 54 0</inkml:trace>
  <inkml:trace contextRef="#ctx0" brushRef="#br0" timeOffset="4412.24">13953 4746 1540 0,'0'2'0'0,"0"3"0"0,0 3 0 0,0 1 0 0,0 3 0 0,-1 3 0 0,-7 5 0 0,0 1 0 0,-1 6 456 0,-2 0-210 0,-1 6-98 0,2-8 94 16,0-1-103-16,3-5-53 0,1-4-26 0,3-3 223 16,1-3-116-16,2-6-71 15,0-3-30-15,8 0 127 0,7 0-79 0,1-5-39 0,6-2-55 0,-1-5-20 16,3 4 0-16,1-1 0 0,2-1 0 0,-1 4 0 15,4-2 0-15,-7 1 0 79,-1 1 0-79,-3 4 0 0,-4 0 0 0,-2 2-111 0,-1 0-96 0,-6 0 115 0,-4 0 2 0,-2 9-561 0,0 3 300 0,-11 2 158 0,-5 4-711 15</inkml:trace>
  <inkml:trace contextRef="#ctx0" brushRef="#br0" timeOffset="4549.88">13903 5191 2219 0,'-10'8'0'0,"2"-4"0"0,3 2 0 0,2-2 0 0,3 0 0 0,0 0 0 0,0 0 0 0,14-4 0 0,3 0 231 0,8 0-98 0,3 0 305 0,0-4-202 0,5-1-93 0,-3-2-58 0,-4-1-254 0,0 3 101 0,-3 0 51 0,-3 1 26 0,-2-1-669 0,-7 2 343 0,-4 0 176 16,-6 0 87-16,-1-3-722 0,0 1 371 31</inkml:trace>
  <inkml:trace contextRef="#ctx0" brushRef="#br0" timeOffset="4741.46">14106 4782 1037 0,'0'0'0'0,"2"0"0"0,-1 0 0 0,1 3 0 16,-1 7 0-16,2 7 161 15,-3 12-62-15,0 8 601 0,-6 13-332 0,-6 13-159 0,-2 0-91 0,-3 7 381 0,-1-3-232 0,2-1-117 32,2-7-57-32,-2-2 137 0,8-19-230 0,3-8 0 15,2-9 0-15,3-9 0 0,0-2 0 0,6-3 0 0,10-7 0 0,4 0 0 16,8 0 0-16,2-9 0 0,6-6 0 0,7-2 0 31,-2 1 0-31,3-3 0 0,1 2 0 0,-1 0 0 0,2 2 0 0,-10 5-335 0,-6 3-24 0,-6 2 149 16,-6 1 87-16</inkml:trace>
  <inkml:trace contextRef="#ctx0" brushRef="#br0" timeOffset="4866.46">14642 5375 2753 0,'0'3'0'0,"0"0"0"0,0 1 0 0,-1 1 0 0,1-3 0 0,0 4 427 0,0-5-201 0,-2 3-96 0,2-3-276 0,0-1 86 0,0 0 46 0</inkml:trace>
  <inkml:trace contextRef="#ctx0" brushRef="#br0" timeOffset="6774.4">15610 4691 1368 0,'0'0'0'0,"0"0"0"0,0 0 0 0,0 0 0 0,0 0 0 0,0 0 0 0,0 0 0 0,0 1 353 0,0 2-158 0,0 1-67 0,2 2-50 0,1-1-15 0,3 2 0 0,0 1-24 0,0 1-337 0,2 3 178 16,1 0 74-16,-3 3-661 0</inkml:trace>
  <inkml:trace contextRef="#ctx0" brushRef="#br0" timeOffset="7288.89">15516 5148 931 0,'0'0'0'0,"0"2"0"0,0-2 0 0,2 0 0 0,3 0 0 0,5 0 147 16,1 0-54-16,6 3-17 16,4-1-10-16,2 5 264 46,4-2-145-46,1 5-73 0,0 4-44 0,0 2 10 0,-4 2-39 0,-3 2-117 0,-4 3 58 0,-4 0 30 0,-5 3 0 0,-3 3 1 16,-3-9-9-16,-2-1 37 0,0-5 0 0,0-4 30 0,-4-5-41 0,-1 1 16 47,2-6-49-47,1-1 58 0,2-19-29 0,0-4-5 0,3-3-195 0,10-8 99 0,-1-4 50 0,2-2-388 0,0-3 198 0,2-4 102 0,-1-9 32 0,-1 5-341 62,-1-2 192-62,1 1 96 0,-2 6 49 0,1 2-55 0,4-3 42 0,-5 17 36 0,-1 3-1 0,0 7 91 0,-1 4-29 0,-1 4-30 0,2 2 371 0,-5 7-208 0,2 3-85 0,3 1 424 0,-2 0-207 0,5 0-135 16,3 0 15-16,0 0 178 31,2 0-140-31,0 0-71 16,2 0-35-16,2 5-12 0,2 2-13 0,-5 0-10 0,-5 3-1 0,2 4-225 109,-6 1 112-109,-2 2 57 0,-4 3-97 0,-5 0 72 0,0 1 40 0,-5 3-189 0,-10-2 99 0,-2 2 49 0,-3 0-35 0,-2-5 153 0,-3-2-50 0,0 0-39 0,0-2-18 16,2-1 0-16,-2 0-47 0,9-6 47 0,1-1-5 0,5-3 878 0,1 0-401 0,4-4-200 0,4 7-58 0,1-7-76 0,1 0-33 0,15 0 60 0,3 0-46 0,6 0 0 0,1-4-38 0,0 0-157 0,1-1 73 0,-2-2 38 0,-3 3 0 0,4-2-495 0,-2 0 271 0,-6 2 72 0,-5 0 83 0,-1 4-703 16,-3-4 366-16,-4 4 182 15,0 0-154-15</inkml:trace>
  <inkml:trace contextRef="#ctx0" brushRef="#br0" timeOffset="7492.25">16135 5008 1387 0,'-11'10'0'0,"0"4"0"0,6 4 0 0,-2 2 0 0,4 6 0 0,1 4 0 0,2 3 184 0,0 7-64 0,0-4-47 0,0 0 455 0,9-1-246 0,1-2-123 62,2-6-62-62,7 2 240 0,-2-13-155 0,5-3-72 0,1-4-36 0,2-6 76 0,1-1-56 0,6-2-19 0,-4 0-65 0,1-9 0 0,1-7 27 0,-2-5-105 0,0-1 52 0,2-4 36 0,-8 2-10 0,-2-4-428 0,-4 2 228 0,-1 2 52 16,-3-2 78-16,1-3-753 0,-7 4 393 0,-1-1 190 15</inkml:trace>
  <inkml:trace contextRef="#ctx0" brushRef="#br0" timeOffset="7661.07">16594 4821 2145 0,'4'0'0'0,"2"0"0"0,0 0 0 0,5 0 0 16,2 0 0-16,7 0 0 0,2 0 0 0,7 0 350 0,4 0-161 0,4 0-75 0,1-2 42 0,1-4-59 0,0 4-29 0,4-2 10 0,-8 3-370 0,-5 0 165 0,-1-2 83 0,-5 3 41 0,-5-2-629 0,1 2 337 0,-12 0 158 0,-5 0-596 0</inkml:trace>
  <inkml:trace contextRef="#ctx0" brushRef="#br0" timeOffset="7846.58">16929 4571 1262 0,'-7'-3'0'0,"-1"2"0"0,3 1 0 0,-1 0 0 0,-2 1 0 0,1 15 0 0,0 7 0 0,-2 7 486 0,-3 8-224 0,-4 12-111 0,-7 13-48 0,-2 2 143 0,-6 10-104 0,-5 5-52 15,-5 0 143-15,-2-2-97 0,-3 1-40 0,13-24-33 31,9-11-312-31,7-9 143 16,10-7 73-16,7-12-602 0,0-3 346 0,7-13 159 0,10 0 63 0,3-13-747 0</inkml:trace>
  <inkml:trace contextRef="#ctx0" brushRef="#br0" timeOffset="8068.58">16869 5121 1402 0,'1'0'-1'0,"1"0"1"0,-1 0 0 0,-1 0-1 0,0 0 1 0,0 8 0 0,0 4 0 0,0 0 371 0,-4 5-167 0,-5 0-83 15,1 3-42-15,-3 0 28 0,0 0-40 0,2-5-1 0,-1 1-95 0,0-3 33 16,2-1 1-16,1-2 3 0,2-3-8 0,3-5 37 31,0 0 0-15,2-2-20-16,0 0 20 0,4 0 9 0,9-4-9 0,4-9 11 0,2 2-14 31,3-1 0-31,-1-1-35 0,6 1-10 0,-6 0-6 0,2 0 57 0,0 1-13 0,-2 0 0 0,0-2 28 0,2 4-417 0,-6 0-421 0,-1 0 373 31,-3 2 186-31</inkml:trace>
  <inkml:trace contextRef="#ctx0" brushRef="#br0" timeOffset="8294.12">17019 5015 908 0,'0'0'0'0,"-1"2"0"0,-5-1 0 0,3 3 0 0,-2 3 0 0,3 2 0 0,-1 7 385 0,2 3-173 0,-1 7-87 15,-1 4 246-15,-2 6-172 31,-1 2-80-31,-2 4-41 0,1 1 7 0,-4-4-24 0,0 2 10 0,3-11-13 94,4-5-20-94,0-5 0 0,4-6-1 0,0-4-42 0,0-3 52 0,10-7-10 0,7 0 1 0,3 0 0 0,5-11-1 0,2 1 1 0,2-5-173 0,0 0 71 0,-4-1 48 0,5-1 1 0,-1-1-195 0,2 1 92 0,1-2 64 0,-4 0-563 0,-3 2 290 0,2 0 145 0</inkml:trace>
  <inkml:trace contextRef="#ctx0" brushRef="#br0" timeOffset="8573.23">17582 4582 1880 0,'0'8'0'31,"0"1"0"-31,-3 3 0 0,-5 7 0 0,0 2 0 0,-6 3 0 0,-2 6 0 0,-2 5 229 0,-4 3-96 0,-2 3-40 0,3-5-82 0,1-2 25 0,4-3 1 0,2-4 0 0,3-3-355 0,10-10 173 0,1-6 91 0,0-6 45 0,1-2-552 0,7 0 272 0,3-11 131 31,3-7-138-31,-1-3 129 0,2 1 66 0,-1-1 31 0,0 1 129 0,0 1-58 0,-2 4-14 0,-1 1 334 16,-1 3-178-16,2-1-91 0,-1 4-43 0,3-5 169 16,-1 6-45-16,-1 0-73 46,2 0 57-46,-1 2 215 0,2-2-148 0,1 1-64 0,-2 2-267 0,-2 3 92 0,-1-1 45 0,2 2 24 0,-6 0-595 0</inkml:trace>
  <inkml:trace contextRef="#ctx0" brushRef="#br0" timeOffset="8713.2">17563 4870 963 0,'-4'4'0'0,"-1"2"0"0,-1-2 0 0,2 1 0 0,4 1 0 0,0-1 159 0,0 1-61 0,0-1-31 0,0 2 128 0,5-3-84 0,2 2-38 0,1-2 1 0,1 3-169 16,0-3 66-16,2 2 42 15,-2-3-558-15</inkml:trace>
  <inkml:trace contextRef="#ctx0" brushRef="#br0" timeOffset="8922.54">17911 4641 995 0,'-3'0'0'0,"1"1"0"0,-1 3 0 0,-2 2 0 0,-1 2 0 0,-2 5 204 0,0 2-84 0,-5 3-33 0,1 2 188 0,-2 3-119 0,-1 2-60 15,2 1-30-15,-3-1-3 16,3 3-17-16,1-10-9 0,4-1-63 16,1-5 31-16,4-4 1 0,3-3-84 15,0 2 66-15,0-7 20 0,3 0 0 0,8-1-81 0,5-7 52 0,0-3 28 16,1-5-30-16,1 3-232 0,1-2 102 0,-2 0 71 16,-1 3 7-16,-1-2-319 15,1 1 170-15,-4 6 98 0,-1-4-108 0,-3 5 99 0</inkml:trace>
  <inkml:trace contextRef="#ctx0" brushRef="#br0" timeOffset="9049.26">17904 4807 1143 0,'-4'4'0'0,"-2"-3"0"16,1 0 0-16,2 3 0 0,1-2 0 0,1 0 0 0,-1 1 0 0,2-2 0 0,0 0 0 0,0 2 100 0,0-2-32 0,0 1 46 0,3-1-43 0,2 2 0 16,0-3-35-16,1 5-228 0,-2-3 115 0,0 2 66 0,-1 2 19 0</inkml:trace>
  <inkml:trace contextRef="#ctx0" brushRef="#br0" timeOffset="9566.58">17587 5087 858 0,'0'5'0'0,"0"-2"0"0,0 1 0 0,0-1 0 0,0-1 0 0,0 3 0 0,0 0 0 0,0-5 0 0,0 4 37 15,1-1-1-15,4 0 1 32,-2-1 0-32,-2 1 33 0,1 1-33 0,0 1 0 0,-2-1 0 0,0 2-240 0,0-1 115 0,0 4-8 0,-5-4 55 0,-4 4 28 109,1-1 0-109,-2 2-14 0,0-3 1 0,-1 5-16 0,3-4 37 0,0 1 96 0,1-2-47 0,2-2-22 0,3 2 0 0,1-2-6 0,1 0-15 0,0-5 45 0,6 0-23 0,8 0-7 0,2 0-1 0,4 0 6 0,3 0-40 0,1 0 1 0,2 0 30 0,2-2 28 0,2 2 2 0,-6 0-37 0,1 0 6 0,-1 2 56 16,-5 5-28-16,-3 5 1 0,0 1-16 0,-5 2 65 0,-6 1-29 0,-2 1 0 47,-3-2 4-47,0 1 9 0,0-1-20 0,-11-2-20 0,-3-2-138 0,0-6 68 0,-3 2 34 0,1-5-141 0,-4-1 78 0,6-1 40 0,-2 0 5 0,1-4-349 15,2-7 154-15,1-3 95 16,-4-3-4-16,4 0-67 0,-1-4 77 0,2-2 55 0,-2-2 62 0,5 1-14 78,-3-2-1-78,0 9 335 0,5 1-198 0,-1 3-80 0,1 4-41 0,3 4 0 0,-2 5-26 0,5 0-11 0,0 9 90 0,0 13 652 0,0 2-336 0,0 7-168 0,5 4-74 0,1-1 108 0,1 2-101 0,0 0-50 16,2 1-191-16,1-4 71 0,-1 4 43 0,0-11-469 0,-1 0 248 0,-1-6 124 31,-1-1 62-31,-1-5-613 15</inkml:trace>
  <inkml:trace contextRef="#ctx0" brushRef="#br0" timeOffset="9687.34">17597 5379 1229 0,'-12'2'0'0,"1"0"0"15,-3 3 0-15,2 2 0 0,-3 1 0 0,-5 4 0 0,2 4 0 0,-3 0 210 0,1 4-87 16,-1-1-43-16,2 0 19 0,-4 3-21 0,10-7-10 0,5-3-532 0,3-2 251 0</inkml:trace>
  <inkml:trace contextRef="#ctx0" brushRef="#br0" timeOffset="9863.48">17966 5141 1903 0,'17'-13'0'0,"3"3"0"0,8-1 0 0,-2 4 0 0,2-1 0 0,2 0 0 0,-1 2 0 16,-1-2 0-16,2 1 141 0,-8 3-57 0,1 0-202 0,-3 3 77 0,0-1 38 16,-2 2 0-16,0 0-685 0</inkml:trace>
  <inkml:trace contextRef="#ctx0" brushRef="#br0" timeOffset="10037.99">18490 4795 1614 0,'10'-4'0'0,"2"-3"0"0,2 3 0 0,6-2 0 0,4-1 0 0,4 1 0 0,8-2 0 0,-4 1 201 0,6 1-83 0,0 0 271 0,2-2-177 0,-3 2-88 15,2 0-36-15,-8 2-286 0,-4 0 116 0,-2 3 60 16,-7 1 28-16,-5 0-509 0,0 0 276 0,-12 0 127 16,-1 0 66-16,0 0 33 0</inkml:trace>
  <inkml:trace contextRef="#ctx0" brushRef="#br0" timeOffset="10253.04">18783 4563 1131 0,'-9'8'0'0,"3"1"0"0,0 4 0 0,2 5 0 0,0 2 0 0,-1 6 0 0,-2 5 129 0,0 1-47 16,-2 6-14-16,-1-4 306 0,1-1-169 0,1 0-85 0,0-3-42 0,2 0 173 15,2-11-112-15,2-2-52 0,2-5-26 0,0-4 58 16,0-4-42-16,2 2 10 0,7-6-23 0,3 0 1 31,5 0-30-31,2-7-106 0,1-3 52 0,5-3 37 0,-4 4-9 0,1-3-153 16,-1 4 90-16,-3 1 45 0,0 2 22 0,2 0-680 15,-7 3 282-15,-5 2 176 0,1 0 81 0</inkml:trace>
  <inkml:trace contextRef="#ctx0" brushRef="#br0" timeOffset="10438.94">18643 5209 1337 0,'0'0'0'0,"0"0"0"0,0 0 0 0,0 0 0 0,0 0 0 0,2 0 169 0,4 0-58 0,5 0-42 0,0 0 154 0,3-2-93 0,1 1-48 0,4-4-23 0,-2 3-146 0,2-3 57 0,-2 0 32 0,2 0 1 0,-4 0 33 0</inkml:trace>
  <inkml:trace contextRef="#ctx0" brushRef="#br0" timeOffset="10895.83">18770 5141 1401 0,'0'17'0'0,"-5"-1"0"0,2 2 0 0,1 6 0 0,0 2 0 0,1 0 0 0,-2 6 205 0,3-8-89 0,0 1-41 0,0-4 261 0,0-1-150 0,0-6-75 0,1 3-29 0,2-12-89 0,5 0 0 0,3-5 42 16,0-2 1-16,3-13-308 15,5-7 162-15,-1-9 69 0,1-1-432 0,3-5 254 16,0-3 58-16,0-3-383 0,4-7 245 0,-4 5 136 0,0-3 64 0,-3-5-13 16,-1 0 36-16,2-3 76 0,1-10 0 0,-4 10 0 15,-1 3 0-15,-4 2 0 16,0 10 0-16,-4 6 118 0,1 8-103 0,-7 23-21 16,-2 4 642-16,0 0-323 0,0 16-81 0,-2 10 217 0,-3 7-197 0,1 5-113 15,2 4-52-15,0 7 310 31,2 5-181-31,-2 1-91 0,2 8-35 0,-2-8 105 0,2-3-80 0,0 3-39 0,0-2-1 0,0-2-161 0,0 4 69 0,0-15 22 16,0-2-363-16,0-5 197 16,0-3 99-16,0-1-599 0,0-14 330 0,-3-10 85 31,-2-5 107-31,1 0-377 0,3-11 240 0,1-12 111 0,0-5 69 0,0-7-129 0,0-2 112 0,0-1 36 47,4 0 77-47,2-1 0 0,1 9 0 0,-3 5 0 0,4 3 110 0,-2 1-91 0,-2 6-27 0,5-2 600 0,-5 11-309 15,4 3-90-15,0 3-102 0,0 0 611 0,2 8-333 0,3 2-158 16,-2 6-92-16,1 1 97 0,0 0-90 0,1-2-45 0,0-1-576 0,0 1 274 16,0-6 124-16,-2-4 67 31,1 0-406-31</inkml:trace>
  <inkml:trace contextRef="#ctx0" brushRef="#br0" timeOffset="11307.36">19499 4685 695 0,'13'-14'0'0,"2"2"0"0,3 2 0 0,4 1 0 0,-5 3 0 0,2 3 283 0,-3 2-125 0,-1 1-60 0,-2 0-32 0,2 1 150 16,-7 9-94-16,-3 1-43 16,-4 4-100-16,-1 2 28 0,0 4 10 0,-6-3-25 31,-5 2 1-31,-4 0 43 0,2-2-1 0,-1-2-2 0,3 4 11 0,-1-7-9 0,7 0 1 0,-1-1 91 0,4 0-46 0,1-1-22 15,1 0 79-15,0 0-55 16,1-3-24-16,7 3 0 0,4 0-58 0,-1 1-1 31,3 0 44-31,-1 1-73 0,-2-2 33 0,-1 2-1 0,-2 0 32 0,-4 1-214 0,0 2 93 0,-4-4 53 16,0 0 29-16,-4-3-265 16,-8-1 132-16,-1-4 31 0,-3 2-212 0,-1-6 145 62,1 0 69-62,-1 0 35 0,1-6-208 0,1-5 121 0,-2-3 51 0,6-5-54 0,1-1 62 0,0-4 31 0,4-4 0 0,-1 4 60 0,1-2-39 0,3 5 10 0,1 7-1 0,1 1 351 0,-1 3-175 0,-1 5-88 16,2 3 627-16,-1 2-337 0,1 19-107 0,-1 10-104 15,-2 8 411-15,3 8-253 0,-2 9-118 0,0 1 22 16,1 4-79-16,1 1-39 0,1 0 0 0,0-4-143 47,0 5 61-47,0-18 16 0,0-2 1 0,0-5-503 0,0-1 263 0,0-5 134 0,0 0-655 0,0-18 369 0</inkml:trace>
  <inkml:trace contextRef="#ctx0" brushRef="#br0" timeOffset="11548.66">19819 4673 1206 0,'18'-11'0'0,"2"1"0"0,3 4 0 0,5-3 0 0,-5 3 0 0,1 0 0 0,0 2 0 0,2 1 268 0,-3-2-117 0,4 3-48 16,-8 1 219-16,-1 1-143 0,-4 0-72 0,0 3-36 0,-4 9 125 0,2 3-71 16,-7 0-49-16,-2 5 149 0,-1 4-95 0,1-1-47 47,-2 3-24-47,1 1-11 15,-1-2-12-15,1-1-1 0,1-1 1 0,-1 0-170 0,-1-4 85 0,1 3 51 0,1-8-586 0,-3-2 303 0,0-2 101 0,0-5 93 0,0 0-697 0</inkml:trace>
  <inkml:trace contextRef="#ctx0" brushRef="#br0" timeOffset="11727.04">19955 4856 861 0,'-1'4'0'0,"-2"-3"0"0,3 5 0 0,0-3 0 0,0-1 0 0,0 4 360 16,0-3-162-16,0 0-82 0,4 2-40 0,5-2 25 15,1 3-23-15,-2-3-10 0,2 2-168 0,-4-3 67 16,3 3 35-16,-5 1 0 47,1 0-449-47,-4-3 224 0,1 1 113 0,1 0-293 0,-3-1 184 0,0-3 91 0</inkml:trace>
  <inkml:trace contextRef="#ctx0" brushRef="#br0" timeOffset="12137.52">19999 4684 1073 0,'0'-2'0'0,"0"1"0"0,0 1 0 0,-1 0 0 0,-2 0 0 0,-1 10 0 0,-5 9 0 0,-1 8 0 0,-4 10 425 0,0 10-186 0,-3 6-106 0,0 5 160 0,-2 1-128 16,3 0-65-16,1-5-32 0,2 4 10 0,6-20-8 0,4-5-35 0,3-9-71 0,0-7 36 0,0-8 0 31,3-1 44-31,6-8-273 0,2 0 133 0,3-8 65 0,2-7 34 0,2-1-270 0,-2-3 138 0,0 3 5 16,1-1-76-16,1 4 71 31,-1 2 47-31,1 0 15 0,-5 5 106 0,-1 5-37 0,-3-2 0 0,-2 3 57 0,-3 0-48 0,2 7-31 15,-6 5 8-15,0 3 244 0,-2-1-126 0,-10 3-31 0,0 1-43 16,-4 1 207-16,-1-5-111 0,-2 1-16 16,0-1-197-16,-2-2 65 0,-1-4 28 0,1-4 9 15,1-3-405-15,2-1 196 16,1 0 104-16,3-5-236 0,1-8 156 0,-1-2 29 16,8-3 59-16,1-2-270 0,2-2 157 0,3-1 79 15,0-1 39-15,0 1 10 0,0 5 30 0,1 3-1 0,6 4 396 0,0 2-209 16,6 4-93-16,0 3 563 15,1 2-284-15,5 0-171 0,4 2-12 0,1 11 143 16,3-2-131-16,7 2-56 16,-1 0-42-16,3 0 150 0,1 2-91 0,5-3-46 31,-3 0-23-31,6 0-478 0,-9-1 223 0,-3-2 116 0,-2 0-720 0</inkml:trace>
  <inkml:trace contextRef="#ctx0" brushRef="#br0" timeOffset="12321.23">20466 4913 780 0,'5'6'0'0,"1"0"0"0,0 1 0 0,-1 1 0 0,0 4 266 0,-4-1-116 0,1 4-57 16,-2 5-20-16,0 0 336 0,0-1-187 0,0 3-93 31,0 1-11-31,-3-2-41 0,0 2 8 0,-1-7-49 0,1-3-441 0,2 2 220 16,-1-8 110-16,-1 0-531 0,3-2 296 0,0-5 151 15,0 0 75-15</inkml:trace>
  <inkml:trace contextRef="#ctx0" brushRef="#br0" timeOffset="12601.9">20496 4904 792 0,'0'-23'0'0,"0"2"0"0,0-3 0 0,0 5 0 0,0-3 0 0,3 5 0 0,6 2 0 0,4 1 252 0,4 2-108 0,5 4-55 0,6-4-18 0,1 10 79 0,3 1-57 0,4-1-29 0,2 2 0 0,0 0-29 16,3 0 9-16,-7 0 251 0,-3 3-129 0,-2 4-66 0,-4 3-32 0,0 1 192 0,-8 3-117 0,-6 2-54 0,-1 2-27 0,-6 3 192 0,2 3-109 0,-4 5-46 0,1-2-37 0,-3 3 36 0,0 2-32 0,0 0 0 0,2 2-47 0,-1 5 25 31,1-6-9-31,1 0 0 0,-2-3-165 0,3 2 83 0,-3-2 41 0,0 1-245 0,-1-6 136 0,0-3 32 0,-2-3 49 0,-6-4-343 0,-3-2 173 0,-6 1 66 0,4-9 55 0,-4 0-289 47,-1-5 168-47,-1 0 84 0,-1-3-130 0,-4-9 99 0,4-3 62 0,0-7 27 0,-1-4-361 0</inkml:trace>
  <inkml:trace contextRef="#ctx0" brushRef="#br0" timeOffset="12765.64">20821 4342 1676 0,'0'0'0'0,"0"0"0"0,0 4 0 0,0 7 0 0,0 6 0 0,0 12 0 0,-4 11 0 0,-9 17 513 0,-1 14-240 0,-7 13-109 16,-4-5-69-16,-5 2 314 16,-4-7-186-16,-1-9-94 0,2-11-307 0,-1-3 116 0,13-23 44 0,2-8-297 15,2-6 175-15,4-3 87 16,-1-2 54-16,6-8-849 0,4-1 427 0</inkml:trace>
  <inkml:trace contextRef="#ctx0" brushRef="#br0" timeOffset="12884.19">20649 4916 1689 0,'12'3'0'0,"-4"0"0"0,6 3 0 0,0 3 0 0,0-1 0 0,2 4 0 0,1-2 0 0,3 7 709 0,3-3-328 0,-4 1-177 0,3-1-85 0,-1 0 93 0,3-1-88 0,-4-4-45 16,6 1-887-16,-5-4 418 0</inkml:trace>
  <inkml:trace contextRef="#ctx0" brushRef="#br0" timeOffset="13345.93">21826 4270 1491 0,'0'0'0'0,"0"0"0"0,0 2 0 0,0 0 0 0,-3 3 0 0,-3 5 0 0,-1 2 0 0,-4 9 447 0,-4 6-205 0,-7 10-103 16,-7 12-50-16,-12 16 30 0,-5 6-45 0,-1 4 0 0,-3 1-36 0,5-3-159 0,3-4 89 0,14-25 30 0,6-5-669 0,5-9 354 0</inkml:trace>
  <inkml:trace contextRef="#ctx0" brushRef="#br0" timeOffset="13561.15">21557 4780 1360 0,'0'0'0'0,"0"1"0"0,0 0 0 0,2 5 0 0,2 1 0 0,4 4 0 0,1 4 661 0,0 5-313 0,2 4-154 125,0 7-70-125,-1 1 255 0,0 7-172 0,-3 2-84 0,-2 3-79 0,-2 0-7 0,-1 4 10 0,1-10-9 0,-2-4-1 0,1-8 1 0,-1-2-1 0,1-6-1335 0,-1 1 663 0,2-15 236 0</inkml:trace>
  <inkml:trace contextRef="#ctx0" brushRef="#br0" timeOffset="13663.03">21672 4841 1147 0,'12'-22'0'0,"4"3"0"0,3 1 0 0,9 2 0 0,7-2 0 0,6 2 0 0,9-4 0 0,-5 4 367 0,0 4-166 0,-1 1-81 0,-5 2-42 0,2 0-74 15,-15 6 34-15,-4 2-1 0,-3 1-241 0,-8 0 121 16,-2 0 60-16,-1 0-600 31,-7 0 307-31</inkml:trace>
  <inkml:trace contextRef="#ctx0" brushRef="#br0" timeOffset="13842.04">21958 4349 973 0,'0'5'0'0,"0"2"0"0,0 3 0 0,0 5 0 0,0 10 0 0,5 6 0 0,3 10 496 0,2 12-230 0,0 10-114 0,1 5 434 0,-2 11-265 0,-2-10-146 0,-1 0-69 16,-4-1 126-16,-1-5-97 0,-1-8-49 0,0 3-168 15,0-16 56-15,0-9 31 16,0 1 0-16,0-9-497 0,0-1 265 0,0-2 141 15,0-10 57-15,0-8-742 0,0-4 382 0</inkml:trace>
  <inkml:trace contextRef="#ctx0" brushRef="#br0" timeOffset="13991.78">22069 4734 1981 0,'-3'0'0'0,"-3"0"0"0,0 0 0 0,-2 0 0 0,-1 7 0 0,-8 11 0 0,-1 5 0 0,-6 10 306 0,-8 8-135 32,-4 7-67-32,-1 5 25 0,-6 3-37 0,10-11-9 0,5-7-46 0,5-6 1 0,10-10-1 0,7-10 0 0,3-8-311 0,3-4-656 15</inkml:trace>
  <inkml:trace contextRef="#ctx0" brushRef="#br0" timeOffset="14145.1">22108 4829 856 0,'10'3'0'0,"-2"1"0"0,3 1 0 0,-2 2 0 0,3 1 0 0,-1 0 529 0,3 0-245 0,0 4-115 0,2-5 91 0,-4 2-114 0,3-1-56 16,0 2-27-16,-1 0-508 15,-3-1 250-15,0 1 111 32,-3-3 59-32</inkml:trace>
  <inkml:trace contextRef="#ctx0" brushRef="#br0" timeOffset="14397.32">21789 5216 785 0,'-10'0'0'0,"5"0"0"0,-2 0 0 0,3-3 0 0,4 3 0 0,0-2 477 0,0 0-211 15,14-1-119-15,8-3 405 0,10 0-257 0,4-3-130 32,6-2-64-32,2-1-213 62,1 0 70-62,-1 3 39 0,1-6 0 0,1 3-687 0,1-2 364 0,2-2 190 63</inkml:trace>
  <inkml:trace contextRef="#ctx0" brushRef="#br0" timeOffset="14450.44">22824 4435 1372 0,'-4'-6'0'15,"-5"-3"0"-15,0 6 0 0,-1 0 0 0,-4 3 0 0,0 0 0 0,-6 6 0 0,-4 9 0 0,3 3 0 0,-2 6 0 0,-1 0 0 0,1 4-458 0,3 3 212 0,-5 2 96 0</inkml:trace>
  <inkml:trace contextRef="#ctx0" brushRef="#br0" timeOffset="14602.84">22369 4867 1515 0,'-11'3'0'16,"3"1"0"-16,3 0 0 0,2 2 0 0,3-2 0 0,0-1 0 0,3-2 0 0,14-1 0 0,6 0 377 0,5 0-171 0,8-1-86 0,6-9-33 0,-3-1-9 0,5 1-42 0,-2-2-78 0,1 0 39 0,-2 1 0 0,3 1 48 0,-10 2-596 0,-4 1 294 0,-5 2 146 0</inkml:trace>
  <inkml:trace contextRef="#ctx0" brushRef="#br0" timeOffset="14778.88">22642 4691 1346 0,'-5'4'0'0,"-3"6"0"15,7 0 0-15,1 7 0 0,0 5 0 0,0 6 0 0,1 7 0 0,7 9 685 0,0 1-330 0,3 3-159 0,-3 2 107 0,0 1-134 0,-1 1-66 0,-3 3-26 0,0-14-70 16,-3 1-1-16,-1-6 29 0,0-3 1 0,0-5-381 16,-3 0 199-16,-3-13 86 15,-2-5-554-15,-3-6 324 0,3-1 163 0,-2-3-18 16,3 0-470-16,0-10 290 0,2-9 145 0,2-5-55 0</inkml:trace>
  <inkml:trace contextRef="#ctx0" brushRef="#br0" timeOffset="14889.03">22587 5091 907 0,'-6'-9'0'0,"-2"2"0"0,-3 2 0 0,2 3 0 0,-4 2 0 0,-4 0 0 0,0 11 320 0,0 9-143 0,-5 2-71 0,-1 1 103 0,0 6-87 0,-4-1-34 16,5 1-9-16,0-2 56 0,3-3-50 0,1-1-25 15,3-5 0-15,2 0-309 16,7-9 138-16,6-4 73 0,0-5-640 0</inkml:trace>
  <inkml:trace contextRef="#ctx0" brushRef="#br0" timeOffset="15057.51">22671 5107 2032 0,'5'2'0'0,"0"-2"0"0,4 5 0 0,0-1 0 0,0 2 0 0,1-1 0 0,0 1 0 0,0 1 324 0,3 1-136 0,-4 1-80 0,2-2 20 16,-3 1-46-16,4 0-23 0,-3-1-1 0,1-2-488 16,-2 0 228-16,1-5 119 31</inkml:trace>
  <inkml:trace contextRef="#ctx0" brushRef="#br0" timeOffset="15430.43">22981 4668 1490 0,'2'0'0'0,"-1"0"0"0,1 0 0 0,-1 0 0 0,2 0 0 0,1 0 0 0,0 0 0 0,1 0 666 0,-2 0-315 0,2 0-158 16,1 0-70-16,-1 0 131 0,0 0-110 0,0 0-54 0,0 0-190 0,-2 0 68 15,2 0 42-15,0 0-200 0,-2 3-74 0,0-1 150 16,0-2 75-16,0 0-242 0,-1 0 154 16,0 0 75-16,-1 0-42 0,2-2-84 0,-2-3 51 0,3-2 45 15,0-3 15-15,0 2 82 0,3-2-25 0,1 2 0 16,-1-2 158-16,6 4-92 109,1-2-54-109,2 5 138 0,-2-1-55 0,3 2-51 0,-1 2 19 0,-1 0-17 0,-2 6 8 0,-5 8 7 0,-5 4-1 0,-3 1-89 0,0 7 36 0,-8 0 5 0,-8 0 20 0,-6-2 72 0,-4 1-38 0,-1-2-14 0,-3-3 83 0,0 1-50 0,2-6-29 0,7-7 3 0,-1-2 213 0,5-1-113 0,6-3-57 0,-2 1 152 0,9-3-109 0,4 0-49 0,0 0-26 0,12-3-54 47,7 0-1-47,5-3 39 0,2 1-8 0,0-2-277 0,3 1 138 0,-3 0 70 0,-2 1-290 16,2 2 146-16,-4 2 97 0,-4-1-873 0,-2 1 460 0</inkml:trace>
  <inkml:trace contextRef="#ctx0" brushRef="#br0" timeOffset="15735.56">23039 5091 736 0,'-3'4'0'0,"-6"3"0"0,2 0 0 0,2-2 0 0,2 5 0 0,-2-2 425 62,2 1-194-62,0 0-90 0,0 0-56 0,3-1 563 0,-2 2-305 0,2 0-155 32,-2-1-235-32,2 2 51 0,0-2-10 15,0-1 42-15,0-3-359 0,0-1 180 47,0-2 89-31</inkml:trace>
  <inkml:trace contextRef="#ctx0" brushRef="#br0" timeOffset="15788.07">23216 5084 858 0,'0'7'0'0,"0"-2"0"0,0 3 0 0,0 2 0 0,1 1 0 0,5 2 641 0,0 3-294 0,1 0-161 0,4 1-75 0,-2 2 571 0,4 0-324 0,-2-2-161 0,3 6-72 0,-1-9-49 0,-2-1-1 0,1-1-160 0,-1-3-619 0,-2-2 369 0,5-5 195 0,-5-2-320 15,1 0 248-15</inkml:trace>
  <inkml:trace contextRef="#ctx0" brushRef="#br0" timeOffset="16034.13">23717 4607 1889 0,'15'4'0'0,"-1"4"0"0,3 7 0 0,1 6 0 0,-4 2 0 0,0 5 0 0,-4 9 0 0,-2 4 651 0,-3 4-308 0,3 4-145 0,-7-5 155 16,-1-3-159-16,0 0-79 15,0-2-40-15,0-3 38 0,2-8-113 0,1-9 0 0,1-4 0 0,3-8 0 0,-1-5 0 0,3-2 0 31,4-2 0-31,-1-13 0 0,4-9 0 0,0-6 0 0,7-3 0 16,2-10 0-16,-1-1 0 0,4-7 0 47,2-2 0-47,1-5 0 0,1 1 0 0,4-9 0 0,-5 15 0 0,-4 0 0 0,0 10 0 0,-5 5-27 0,-2 7-174 0,-1 4 89 0,-11 16-564 0,-2 7 320 0,-4 2 160 16,-2 11-537-16,0 9 348 0,-2 7 167 0</inkml:trace>
  <inkml:trace contextRef="#ctx0" brushRef="#br0" timeOffset="16261.93">24294 4959 2198 0,'-2'12'0'0,"1"2"0"0,0 3 0 0,1 3 0 0,0 2 0 0,0 2 0 0,0 3 0 0,0 3 678 0,0 0-324 0,0 7-151 15,0-4 295-15,0-1-498 16,1-3 0-16,0-1 0 0,1-3 0 0,0 2 0 15,0-12 0-15,1-4 0 0,0 0 0 0,-2-5 0 32,1-2 0-32,0-4 0 0,-1 0 0 0,0 0 0 0,0-4 0 0,2-7 0 0,-2 1 0 0,1-3 0 31,0-1-300-31,-1 2-87 0,2-1 177 0,-1-1 87 0</inkml:trace>
  <inkml:trace contextRef="#ctx0" brushRef="#br0" timeOffset="16826.06">26197 4557 2145 0,'0'0'0'0,"0"0"0"0,0 3 0 0,0 9 0 0,0 6 0 0,0 10 0 0,5 5 0 0,2 8 0 0,3 7 0 0,-2 4 216 0,3 4-89 0,-2 2-40 0,2-10-50 0,-3-4 1 32,4-10-1-32,-2-5-40 0,2-11 0 0,2-5 49 0,-2-13-8 0,2 0 51 0,1-17-26 0,1-9-3 15,2-8-24-15,4-6 241 0,-4-3-125 0,0-3-59 16,0-4 131-16,1-2-94 31,3-7-88-31,-4 7-42 0,0 0 0 0,0 3 0 0,-3 1 0 0,2 4-90 0,1-4 25 0,-2 19 46 16,-3 5 28-16,2 8-774 0,-3 7 330 0,4 8 212 15</inkml:trace>
  <inkml:trace contextRef="#ctx0" brushRef="#br0" timeOffset="16991.15">26915 4717 1681 0,'-14'0'0'0,"7"0"0"0,-1 0 0 0,3 0 0 0,3 0 0 0,2-2 577 0,0-3-261 0,13-3-145 16,9-2-68-16,2-1 163 0,7-3-115 0,0 2-58 0,5-3-20 0,-2 3-362 16,-2 2 162-16,1 2 81 0,-3 2-856 0</inkml:trace>
  <inkml:trace contextRef="#ctx0" brushRef="#br0" timeOffset="17154.48">26955 4937 1414 0,'-15'3'0'0,"1"2"0"0,4 0 0 0,2-1 0 0,2-1 0 0,1 0 632 0,5-2-303 0,2 1-146 16,15-2-74-16,7 0 356 0,9 0-215 0,3-6-98 47,0-2-139-47,0-2 23 0,3-1 0 0,-1 2-742 0,-2-2 372 0,7 1 193 0,-7 1 84 0,-1 0-864 0</inkml:trace>
  <inkml:trace contextRef="#ctx0" brushRef="#br0" timeOffset="17596.15">27878 4412 1551 0,'-15'-7'0'0,"-2"2"0"0,-4-1 0 0,1 6 0 0,-3 0 0 0,0 3 0 0,-3 12 0 0,0 3 328 0,-1 4-137 0,7 1-82 0,5 3 320 0,4 2-197 0,5 3-98 15,6 2-49-15,0 5 152 0,9-5-105 0,11-1-48 0,5 1-24 0,3-4-38 16,5 4 23-16,-2-7-9 0,0-2-219 0,-3 0 109 16,-2-1 56-16,-6 2 26 31,0 2-163-31,-9-1 90 0,-6-1 51 0,-5-1-401 0,0-1 202 0,-10 5 37 0,-11 1 63 0,-8-7-82 16,-6-4 79-16,-3-3 41 0,-2-3-1 0,1-8 147 15,-5-3-62-15,10-1-18 0,5-1 221 0,4-15-123 16,11 1-63-16,6-6-31 78,6-6 225-78,2 1-88 0,18-3-68 0,8-3 41 0,6-1-44 0,2 3 24 0,7-6-19 0,-3 5-146 0,2-1 58 0,-1 0 29 0,-1-1 0 0,0 0-81 0,3-7 60 0,-7 8 1 16,-7 1-15-16,-3 1 9 0,-11-2 0 0,-6 5 49 0,-4-3 1 0,-3 9-41 0,-17 4 9 0,-7 5 95 0,-8 3-45 0,-1 2-18 46,-5 1 7-46,5 6-2 0,-2 0-26 0,-1 0 35 0,3 8 1 0,3 4 125 0,-3 0-58 0,14 2-43 0,2 1-483 0,9 2 215 0,4 1 109 0,4 3 45 16,0 2-802-16,14-1 409 0</inkml:trace>
  <inkml:trace contextRef="#ctx0" brushRef="#br0" timeOffset="17919.53">28301 4432 2390 0,'3'2'0'0,"-1"-2"0"0,0 2 0 0,0 0 0 0,-1 3 0 0,1 5 0 0,0 3 0 0,1 10 0 0,0 8 0 0,2 9 0 0,-2 11 0 0,0 5 379 0,-1 9-162 0,2-8-95 0,1-1-20 0,-1-6-33 0,-1-6 0 16,3-8-33-16,0-3 49 0,-2-14-10 0,2-9-39 15,-2-6 144-15,2-4-72 16,0 0-45-16,1-14-63 0,4-6 0 0,4-12 0 15,3-4 0-15,4-7 0 0,2-3 0 0,7-9 0 16,-2 0 0-16,4-1 0 16,3-3 0-16,-3 2 0 0,1 2 0 0,5-5 0 0,-6 18 0 0,-6 5 0 15,0 5 0-15,-5 12 0 0,-6 4 0 0,0 3-9 16,-9 13-689-16,-6 0 331 16,1 6 166-16,-2 8-598 0,0 4 382 0,0 3 181 15,0-3 105-15</inkml:trace>
  <inkml:trace contextRef="#ctx0" brushRef="#br0" timeOffset="18126.47">29120 4740 3286 0,'-6'11'0'0,"-3"5"0"0,5 2 0 0,0 4 0 0,-2 3 0 0,-2 1 0 0,5 4 0 0,0 4 467 0,1-2-289 0,2 0-178 0,0 0 0 15,0-1 0-15,0-1 0 0,2 5 0 0,2-8 0 16,3-6 0-16,2-1-7 0,-4-6-243 0,0-3 142 16,2-1 80-16,-5-7 27 0,-1-3-651 0,1 0 328 15,-2 0 35-15,0 0-500 0</inkml:trace>
  <inkml:trace contextRef="#ctx0" brushRef="#br0" timeOffset="18340.84">29595 5266 2274 0,'6'-1'0'0,"3"-5"0"0,0 6 0 0,-6-2 0 0,2 2 0 0,-4 0 318 0,1 0-142 16,-1 0-70-16,-1 0 6 62,0 0-43-62,0 0 0 0,0 0-35 0</inkml:trace>
  <inkml:trace contextRef="#ctx0" brushRef="#br0" timeOffset="20633.58">2788 7324 623 0,'-16'-7'0'0,"8"1"0"0,0 2 0 0,5 3 0 0,3 1 0 0,0 0 196 0,7 0-95 0,10 0-47 0,7 0-1 0,8-2 355 0,10-2-175 0,6-2-102 78,12-3 231-78,14 0-161 0,12-2-81 0,19-1 114 0,26-5-88 0,5 2-58 0,15-2-1 0,10 0 66 0,9-1-57 0,6 1-29 0,24-6 11 0,-37 7-39 0,15-2 0 0,3-3 0 0,2 0 1 0,10-3-38 0,17-2 47 0,-29 2-9 0,13 1 39 0,4 1-40 0,4-3 0 0,12-3 50 15,-35 5-83-15,5 1-6 16,-4 3 0 0,-10 2 0-16,-12 3 0 0,4 2 0 0,-39 6 0 0,-10 0 0 0,-4 3 0 0,-12 1 0 15,-16 2 0-15,-8 0 0 0,-30 0 0 0,-11 0 0 16,-8 0 0-16,-10 4 0 0,-10-1 0 0,-2 1 0 15,-2-4 0-15,-5 1 0 0,-10-1 0 0,-7 0-125 16,-1 0-69-16,-7 0 85 16,4 0 13-16,-1-1-562 31,0-5 309-31,4-2 156 0,4-1 77 0,1 0-285 0,5 0 186 0</inkml:trace>
  <inkml:trace contextRef="#ctx0" brushRef="#br0" timeOffset="20870.12">8098 6373 1038 0,'18'-3'0'15,"8"0"0"-15,8 3 0 0,5 0 0 0,3 7 0 0,7 6 0 0,0 1 869 0,4 1-417 0,5 6-198 0,-10-1-113 0,-7-2 340 16,-5 7-222-16,-10-3-112 0,-9 5-54 0,-5 2 50 16,-12-1-89-16,-16 4-54 93,-21 5-2-93,-19 6-27 0,-15 9 43 0,-7-5-10 0,-9 6-366 0,-12 1 200 0,-7 4 99 0,-11 5 50 0,-24 12 34 0</inkml:trace>
  <inkml:trace contextRef="#ctx0" brushRef="#br0" timeOffset="21506.16">4908 4512 702 0,'-12'-15'0'0,"2"4"0"0,6 3 0 0,-2 2 0 0,6 6 0 0,0 0 0 0,0 14 0 0,0 7 467 0,1 10-214 0,4 10-97 15,5 5-64-15,3 11 230 0,1 7-141 0,2 3-71 16,3 16 119-16,4 21-85 0,-1-1-57 0,-3 18-1 31,1 16-47-31,-3 11 0 0,-7 20 0 0,-5 29 9 0,-5-14-9 0,0 21 0 0,-3 10 0 0,-9 7 0 78,-2 26 10-78,4-44-10 0,5-2-9 0,-2-5-8 0,6-19 0 0,1-11 257 0,0 12 6 0,0-36-230 0,0-2-55 0,0-4 0 0,1-8 0 0,6-9 0 0,0 5 0 0,1-26 0 0,1-3 0 0,2-9 0 0,-2-12 0 0,-1-15 0 78,3 3 0-78,-5-21 0 0,0-2 0 0,-1-6 0 0,-3-4 0 0,0-7 0 0,-2-7-280 0,0-9 57 0,0-3 63 0,-2-3-329 0,-3 0 227 0,-4 0 113 0,-1 0 47 0,0-17-524 0,1-12 295 0,-4-12 147 16</inkml:trace>
  <inkml:trace contextRef="#ctx0" brushRef="#br0" timeOffset="21729.68">4819 4452 1284 0,'-19'14'0'0,"1"8"0"0,-4 10 0 0,3 11 0 0,-4 7 0 0,-4 11 0 0,-3-1 0 0,-7-5 93 0,-2 1-17 0,9-17-10 0,4-7-95 16,6-9 35-16,4-8 0 0,9-9 34 0,2-6-632 16</inkml:trace>
  <inkml:trace contextRef="#ctx0" brushRef="#br0" timeOffset="21919.59">4888 4411 1389 0,'13'0'0'0,"2"0"0"0,7 0 0 0,2 0 0 0,9 13 0 0,5 5 0 15,4 1 572-15,9 3-265 0,7 6-124 94,-1-1 95-94,3 3-118 0,2 4-61 0,0 6-371 0,4 3 155 0,10 9 89 0</inkml:trace>
  <inkml:trace contextRef="#ctx0" brushRef="#br0" timeOffset="23245.38">5016 5741 431 0,'-2'-3'0'0,"2"3"0"0,-3-4 0 0,3 2-1 0,-2 1 1 0,-1-3-1 0,0 2 1 0,0-2 49 0,0 4-10 0,1-2 1 0,-1-1 29 0,0 1 0 0,0-2-20 0,-1 3 17 0,0-1 0 0,0-1-27 0,2 1 1 0,-2 1 38 0,-2-3-28 0,1 2-11 0,1 2 1 0,-3-3-30 16,2 3 0-16,-2 0 30 15,-3 0-17-15,1 0-10 0,-1 0 26 0,-1 0-62 16,-1 0 26-16,-2 0-1 0,-1 0 26 0,0 3-29 0,-2 1-1 0,-2 1 14 31,2 0 10-31,-3 0 34 0,-2 0-35 0,3 1-6 0,-1 0 4 0,-4 1 21 16,2 0-19-16,-2 0 0 0,-3 3 9 0,1-2-14 16,0 1 7-16,-1 3 9 15,-2 0-57-15,-2 2 49 0,-3 1 4 0,2 0-33 0,2 0 25 0,-2 5-4 16,-1-4 4-16,4 2 38 0,-5 0-34 0,6-3-9 15,4-1 4-15,2-2 49 16,1 0 0-16,2-2-42 0,-4 2 3 0,7-2 4 16,-2-2-8-16,2-1 17 0,-1 4 53 0,0-2-25 15,-5 4 10-15,5-1-53 0,-2 1 10 0,-2 3 6 16,-1-1-4-16,-1 4-65 0,-2 0 40 0,1 1-12 16,-1 1 33-16,2-1-87 0,-3 4 40 0,-2 0-6 15,7-2-18-15,-3 0 22 0,0-2-1 0,1-1 15 16,1 2-19-16,-4 2 17 0,8-7 10 0,-1-1-6 31,0 2 2-31,2 1-9 0,0-5 7 0,-1 8 43 16,5-6-42-16,3 1 1 0,-5 0-1 0,5 1 16 15,-3 0-13-15,0 4 5 0,5-3-32 0,-4 1 29 0,2 0-1 0,-3 3 2 125,5 0-34-125,-5 2 0 0,1-5 30 0,4 3-16 0,-3 0 14 0,0 1-6 0,1 0 5 0,1 2-9 0,-1-7 8 0,2 2-16 0,-1 1 14 0,2-1 33 0,-3 0-33 0,2 6 0 0,3-8 44 0,-3 3-41 0,2 0 0 0,1 2 9 0,2 0-8 0,-4 4 3 0,5-6-2 0,-1 2 0 0,2-1 1 0,0-1 2 0,-1 1-2 16,2 3 3-16,0-4-2 0,0-2-1 0,0 0 1 0,0 1 35 0,0-1-35 0,2 5 2 0,0-6 29 0,1 0 1 31,2 0-29-31,0 0 3 0,0 0 14 0,2 4-9 0,-3-6-6 0,2 1 3 0,-1-1-1 0,0 1 3 16,4-1-2-16,-4 6 1 15,0-7-1-15,2 1 1 0,-2-1 0 0,2 1 5 0,3 5-5 0,-3-8-2 16,-1 3 23-16,5-2-23 0,-1 2 1 16,-1 0 32-16,5 4-8 0,-2-3-22 15,3-4 4-15,1 5 16 0,3 0-18 0,-2 1 3 16,5 3 8-16,-2-4-30 0,-1 6 24 0,3-4-3 16,-1 3 1-16,0-1-42 0,8 7 1 0,-4-8 37 15,7 3-22-15,4 1 19 0,5-3-3 16,8-2 52-16,13 3 1 0,-3-8-49 0,9-2-1 0,6-3-41 15,11 1-1-15,3-4 43 0,12 5 4 0,-14-4-61 16,0 1 27-16,2-1 1 0,-2 1 28 0,2 0-427 16,13-3 183-16,-22-3 108 15,6-3-640-15</inkml:trace>
  <inkml:trace contextRef="#ctx0" brushRef="#br0" timeOffset="24845.15">4935 5814 496 0,'0'-1'0'0,"0"-1"0"0,0-1 0 0,-1-1 0 0,1 1 0 0,0 1 0 0,-3-1 0 0,3-2 39 0,0 0-1 0,0 3 1 0,0-3 77 31,0-1-29-31,0 3-10 0,0-1-38 0,0 0 47 0,3 1 0 0,-1-1-48 0,3-1 11 0,2 4 18 0,0-3 1 0,2 1-30 16,2 2 43-16,5-2-42 0,2 1 9 16,1-2 16-16,2 3-26 0,5-2 1 15,6 2 0-15,1-1 2 0,9 1 8 0,-5-2-10 16,4 1-1-16,0 0-1 0,1 1 1 0,-1-1 1 16,5-2 10-16,-10 3-50 0,-1-1 40 0,-1 2-1 109,-1-3-27-109,1 1-5 0,4 1 39 0,-9-1-46 0,3 0 34 16,-2 2-4-16,1 0 3 0,7 0-36 0,-6 0 34 0,-4 0-7 0,5 0 6 0,-5 0-9 0,3 0 8 0,5 0-3 0,-9 0-5 0,3 0-83 0,-1 0 38 0,1 0-1 0,-1 0 16 0,5 0-1 0,-6 0 17 0,-3 0-22 0,2 0-3 0,0 4 27 0,-3 2-4 0,8-3-10 0,-11 4 9 0,1-3 3 0,1 3-3 0,-1 1 45 15,0-3-44-15,6 3 3 0,-8-4-6 0,1 3 37 16,-1 0 2-16,2-2-32 0,-2 2 18 0,3-2-13 15,-3 2 3-15,-2 1-18 0,-1 0 16 0,1-2-2 32,-2 2 4-32,4 2-9 0,-5-2 6 0,1 2-1 0,-3-2-3 0,2 2 14 15,0-1-14-15,2 1 5 0,-5 1-9 0,4-5 49 16,-4 3-40-16,5-1-2 0,-3-1 21 0,3 4-15 16,-4-4-1-16,4 1-2 0,-2 0-16 15,2-1 14-15,-4 3 3 0,7-1-45 0,-5-1 40 0,0 1 1 16,0 3-2-16,1-4 8 15,-5 2-11-15,8 4 6 0,-7-5-9 0,1 2 49 0,-1-1-45 0,2-1 1 16,-4 0 50-16,4 3-44 16,-3-4 1-16,-4-1 19 0,4 2-18 0,-3-1-1 15,4 2 10-15,-5-3-49 0,1 4 42 0,1-1-2 16,-1 0 2-16,1 2-41 0,0 1 1 0,0-2 36 16,-3 2-6-16,0 0-32 0,2 0 27 0,-2 2 7 93,0 2-40-93,0-3 36 0,-3-1-10 0,1 1 8 0,0 0 22 0,1-1-23 16,0 5-3-16,-2-6 34 0,1 2 0 0,-1 0-30 0,2-2 3 0,-2 3 11 0,2 1-6 0,-2-4-5 0,-2 5 7 0,3-3-21 0,-3 2 21 0,2-1-5 0,-2 5-23 0,1-3-2 0,-1 1 22 0,-1-2-47 0,0 2 44 0,0-1 2 0,0 4-4 0,0-4 49 47,0 0-50-47,0-1 3 0,0-1-4 0,0 5 41 0,0 0 2 0,-3-4-34 0,-2 3-3 0,0-1 35 0,-1 2-28 0,1 0-3 0,-1 2 16 15,0 0-8-15,0-1-4 0,-2-2 3 0,1 1-2 0,2 2 3 16,-4 0 2-16,4-1 9 0,-2-1-14 0,1-1-2 16,1-4 2-16,0 3-11 15,-3 2 15-15,2-5-4 47,1-2 0-47,-1 3 23 0,0-3-22 0,1 3 6 0,-4-3-14 0,3-2 9 0,1 4 0 0,-4-2-26 0,0 3 0 0,-1 1 28 0,2-3-4 0,0 1-40 0,-2 1 1 0,0 0 31 16,1 1 4-16,-3 0-29 15,3-2-2-15,-1 0 21 0,0-2 5 0,-1 3-26 0,3-5 23 16,-7 3-6-16,7-2 17 0,-4-1-16 16,1 0 3-16,1 1 35 15,-2-3 1-15,1 5-31 16,-1-3-3-16,-2 1 41 0,4-1-38 0,-5 0 6 16,2 1-8-16,-1 3-12 0,0-3 16 0,2-1-8 0,-4 2 0 0,5 1 0 15,-6-2-19-15,0 3 27 0,2-4-39 0,-1 3-3 0,1 0 39 0,-3-3-22 16,0 2 19-16,-3 1-9 0,3 0 7 0,-3-1-27 31,1-1 24-31,-3 4-5 16,1-3 4-16,-5 5-6 0,3-6 5 0,0 4-2 0,-2-1 2 0,0-1-39 0,-7 1 37 0,-5 3-1 15,4-1-1-15,-7-2 2 0,-4 3 0 0,-8 0-23 16,-5 0 22-16,-12 5-4 0,5-3 3 0,-7 3-63 16,-7-1 30-16,-10 2-6 0,-6-1 34 15,-12 5-102-15,12-6 50 0,-1 1 16 0,-3-2 0 0,-3 3-196 16,-13 1 95-16,25-6 62 0,-1 2-272 0,2-3 162 15,5-2 81-15,8-4-352 0,0-6 207 16,31-6 118-16,9 0 54 0</inkml:trace>
  <inkml:trace contextRef="#ctx0" brushRef="#br0" timeOffset="25195.76">5909 5635 1365 0,'2'-17'0'0,"-1"1"0"0,0 8 0 0,-1 2 0 0,0 6 0 0,0 3 0 0,-2 18 0 0,-16 12 186 0,-6 14-78 0,-9 11-36 15,-7 9 361-15,-9 11-198 0,-2 2-99 0,-11 17 99 16,6-9-104-16,1-2-46 0,2-4-1 0,4-13-234 31,7-9 94-31,1 0 56 0,17-25-9 0,9-8-165 0,5-9 106 0,10-9 53 0,0-8-565 0,10-1 303 16,9-10 58-16,11-16 104 15</inkml:trace>
  <inkml:trace contextRef="#ctx0" brushRef="#br0" timeOffset="25412.26">6195 5721 1490 0,'4'-7'0'0,"0"3"0"0,0 4 0 0,-2 0 0 0,-2 7 0 0,-2 17 0 0,-14 8 0 0,-8 9 559 0,-3 7-260 0,-9 11-121 16,-2 1-75-16,-6 12 296 94,-6 3-180-94,-1 6-91 0,-1-3-45 0,-1 1 23 0,11-22-39 0,7-8 0 0,8-10-332 0,16-12 151 0,8-9 77 0,3-3-580 0,3-13 322 0,16-2 167 0,5-3 83 0,8-18-793 0,4-11 389 15</inkml:trace>
  <inkml:trace contextRef="#ctx0" brushRef="#br0" timeOffset="25556.18">6516 5882 2322 0,'8'0'0'0,"-3"0"0"0,0 0 0 0,-4 9 0 0,-1 6 0 0,-6 11 0 0,-17 10 0 0,-9 12 0 0,-7 4 353 0,-8 8-158 0,-7 7-78 0,-4 5 164 0,-3 0-121 0,-6 5-52 0,15-18 12 0,5-5-41 16,13-13-1-16,12-12-39 0,15-7-440 0,7-5 230 0,2-11 99 15,16-6 56-15,6 0-723 0,10-11 388 0,2-15 89 0,8-6-503 0,-1-5 369 16</inkml:trace>
  <inkml:trace contextRef="#ctx0" brushRef="#br0" timeOffset="25716.3">6722 6039 1954 0,'17'-15'0'0,"0"7"0"0,-3 1 0 0,-4 7 0 0,-7 0 0 0,-3 12 0 0,-2 10 0 0,-13 10 0 0,-7 6 324 0,-4 6-134 0,-2 6 164 0,-2 2-158 0,-6 7-79 15,-5 4-39-15,-10 8 235 16,7-9-141-16,0-3-68 0,5-5-33 0,9-6-307 0,10-5 137 0,5 0 79 15,15-16-744-15,0-5 401 0,8-9 201 0,7-9 99 16</inkml:trace>
  <inkml:trace contextRef="#ctx0" brushRef="#br0" timeOffset="25870.37">7071 6227 1285 0,'0'5'0'0,"0"2"0"0,0 4 0 0,0 7 0 0,-12 6 0 0,-8 8 0 0,-10 14 782 0,-5 5-373 0,-11 10-177 16,0-2 30-16,-2 0-113 0,1-1-56 0,7-5-28 15,11-5-900-15</inkml:trace>
  <inkml:trace contextRef="#ctx0" brushRef="#br0" timeOffset="28665.04">4407 7511 738 0,'-24'-10'0'0,"5"4"0"0,3 1 0 0,4 1 0 0,-3 2 0 0,6 2 329 0,2 0-144 0,3 0-72 16,0 8 217-16,0 4-144 0,3 3-62 0,1 2 28 47,0 4-55-47,6 0-28 0,3 0 0 0,5 3 62 0,2-1-34 0,2-6-11 0,4-3-44 0,0-2 27 0,6-5-27 0,3-4 10 15,0-3-41-15,-3-2 0 0,4-13 31 0,-3-4-84 0,-2-4 42 0,0-6 10 16,-8 0 31-16,-4-4-91 15,-6-5 43-15,-8 0 7 0,-1 1 1 0,0-4-17 16,-18 10 2-16,-8 2-1 16,-5 7 29-16,-6 9 43 0,-4 9 0 0,-4 2-52 0,3 4 92 0,4 15-40 15,0 10 0-15,2 4-34 0,10 1-44 0,-1 1 13 16,14-8 42-16,6-2-449 0,7-5 206 0,0-1 105 16,10-4 44-16,13-2-343 0,10-6 166 0</inkml:trace>
  <inkml:trace contextRef="#ctx0" brushRef="#br0" timeOffset="29261.69">8822 7187 1466 0,'-13'-12'0'0,"6"6"0"0,2 0 0 0,5 2 0 0,0 2 0 0,8 1 0 0,10 1 397 0,1 0-180 0,7 0-80 16,0 5-54-16,1 3 183 0,-1 1-114 0,-1 5-57 15,-5-2-29-15,3 2 65 0,-8 3-52 0,-5 0 0 16,-3 1 33-16,-6 6-37 0,-1-1-1 0,0 3 6 16,-14-1-9-16,-7-2-34 0,-4 1 1 0</inkml:trace>
  <inkml:trace contextRef="#ctx0" brushRef="#br0" timeOffset="29294.69">8960 7435 3659 0,'-28'17'3'0,"-3"-3"44"0,4-5-9 0,3-3-332 0,3-5 165 0,1-1 64 0,5 0 47 0,2-1-1 0,9-9-6 0,4-8 1 0,9-3-698 0</inkml:trace>
  <inkml:trace contextRef="#ctx0" brushRef="#br0" timeOffset="29382.84">9276 7053 2504 0,'-9'0'0'0,"-1"0"0"0,0 0 0 0,-5 6 0 0,-1 9 0 0,-4 4 0 0,0 5 478 0,3 6-220 31,0 6-110-31,7 2 223 0,2 4-199 0,7 3-172 0,1-6 0 0,14-3 0 0,15-4 0 0,8-4 0 0,9-5 0 0,13-3 0 16,2-11-49-16,9-9-48 0,5 0-1079 0,3 0 607 15</inkml:trace>
  <inkml:trace contextRef="#ctx0" brushRef="#br0" timeOffset="29983.98">4132 4238 1318 0,'-12'-12'0'0,"3"4"0"0,3 1 0 0,1 3 5 0,5 2-1 0,0 1-1 0,1 1 183 0,10 0-73 0,6 0-37 0,0 0 388 15,0 3-216-15,-1 3-104 16,0-1-53-16,1 3 69 0,-4-1-61 0,4 1-20 15,-7 1-10-15,2-1-265 0,-2 4 117 0,0-1 59 16,-1 1-230-16,-1 3 139 0,-2-1 75 0,-1-1-745 16,2-2 387-16</inkml:trace>
  <inkml:trace contextRef="#ctx0" brushRef="#br0" timeOffset="30165.41">4579 3928 886 0,'-11'0'0'0,"1"6"0"0,3 1 0 0,-4 5 0 0,-1 9 0 0,-3 9 614 0,-5 13-278 0,-3 10-153 0,-4 10-72 0,-4 10 389 16,-3 4-231-16,0 4-114 0,-3 8 109 0,4-15-117 15,4 0-53-15,-1-3-84 0,2-2 0 16,4-7 30 0,0 3 9-16,10-21-537 0,0-2 263 0,7-6 132 0,1-2 67 0,3-3-837 15,3-2 429-15</inkml:trace>
  <inkml:trace contextRef="#ctx0" brushRef="#br0" timeOffset="30337.33">4600 4806 2336 0,'-13'-11'0'0,"2"1"0"16,3 3 0-16,5 3 0 0,2 3 216 0,1 1-89 0,-3 0-44 0,1 0-1 0,-2 0-34 0,0 5-10 0,2 2 0 0,1 3 50 0</inkml:trace>
  <inkml:trace contextRef="#ctx0" brushRef="#br0" timeOffset="35343.55">7051 4945 961 0,'2'-17'0'0,"-1"2"0"0,-1 10 0 0,0 5 0 0,0 0 180 0,0 10-68 0,-3 15-34 15,-10 11 11-15,-8 14 363 0,-4 13-204 0,-5 7-103 16,-6 10 171-16,-5 5-136 0,-8 14-58 0,4-7 187 15,-2 2-133-15,3-2-66 0,2-6-33 0,3-7 88 32,0-2-50-32,10-23-41 0,4-4-52 0,4-8-22 0,3-4 0 0,2-5 0 15,4 2 0-15,5-13-62 0,2-1 19 0,2-6 43 16,2-5-716-16,1-8 363 0,0 0 122 0,0-2-644 16,0-2 416-16,0-16 207 62</inkml:trace>
  <inkml:trace contextRef="#ctx0" brushRef="#br0" timeOffset="35550.91">6368 5903 1025 0,'-10'0'0'0,"4"-3"0"0,-1 3 0 0,4 0 0 0,-2 6 0 0,3 9 67 0,0 6-17 0,2 5-11 0,0 4 1 0,0 6 835 0,0 2-420 0,0 3-208 0,0 3-94 0,1-5 37 0,2-3-75 0,-1-7-37 0,1-3 127 0,0-3-71 15,1-11-52-15,0-3 1 16,5-7-41-16,1-2-1 0,6-9-31 0,8-11-10 0,3-14 0 0,4-4 0 15,6-6 0-15,7-4 0 94,2-8-7-94,9-6-58 0,-2 6 48 0,1 0-872 0,0-2 399 0,3 2 231 0,-3 2 69 0</inkml:trace>
  <inkml:trace contextRef="#ctx0" brushRef="#br0" timeOffset="36022.23">7289 4761 1284 0,'-4'-13'0'0,"0"2"0"0,3 6 0 0,1 2 0 0,0 3 0 0,0 0 0 0,0 12 0 0,3 11 489 0,4 5-223 0,2 4-114 16,1 5 230-16,-3 0-176 0,-1 2-82 0,2 1-42 15,-1 0 0-15,1-2-41 0,-3 7 10 0,1-7-384 16,-2-3 187-16,2-5 93 16,-4-1 47-16,-1-7-205 0,0-3 136 0,-1-13 53 15,0-6-14-15,0 0-600 32,0-17 265-32,0-7 155 0</inkml:trace>
  <inkml:trace contextRef="#ctx0" brushRef="#br0" timeOffset="36246.9">7236 4659 2395 0,'-12'-26'0'0,"4"6"0"0,7 6 0 16,1-1 0-16,1 8 0 0,14-2 0 0,8 4 0 0,8 2 0 0,6 0 354 0,9 1-146 0,-5 2-89 0,6 0 232 0,-1 12-156 0,-2 7-76 15,-3 6-40-15,1 7 3 0,-12 3-53 0,-7 2-29 32,-5 5 0-32,-6 0 0 0,-11 4 0 0,1 7 0 0,-4-9 0 0,-17 2 0 15,-9 0 0-15,-6-1 0 16,-6 0 0-16,-4 1 0 0,2-15 0 0,1-3 0 0,2-8 0 15,-2-3 0-15,6-7 0 0,1-2-329 0,12-8 151 0,11 0 84 16,6-5 33-16,5-8 0 16,5-5 24-16,15-1-340 0,10-3 168 0,5-1 84 15</inkml:trace>
  <inkml:trace contextRef="#ctx0" brushRef="#br0" timeOffset="36430.12">7760 5025 2767 0,'3'0'0'0,"3"1"0"0,-3 2 0 0,2 0 0 0,-2 2 0 0,4 2 0 0,-4 1 0 0,-1 3 0 0,2 5 557 0,-1 0-263 0,0 0-127 0,-2 6-21 15,4-1-146-15,-4 2 0 0,0 3 0 0,-1 0 0 0,0-3 0 0,0-1 0 0,0 2 0 0,0-5-295 47,0 1-152-47,0-6 238 16,0 1-534-16</inkml:trace>
  <inkml:trace contextRef="#ctx0" brushRef="#br0" timeOffset="51610.91">11864 6500 1627 0,'-8'-7'0'0,"1"-2"0"0,3 6 0 0,3 2 0 0,-1-3 0 0,2 4 0 0,0 0 0 0,0 0 0 0,2 8 384 0,7 5-172 0,0 4-18 0,1 3-78 0,1 4-38 0,-1 8 10 0,0 0-18 0,-2 4 0 0,1 5-31 0,0 0 1 0,-4 5 47 0,3 4 9 0,-1-8-56 78,-3 2-1-78,0-7 70 78,0-1-34-78,1-3-1 0,-2-2-25 0,0-13 96 0,-2-7-54 0,2-6-25 0,-1-5 0 0,-1 0-27 0,1 0-2 16,-1-7-37-16,4-13 0 0,1-7 0 0,5-6 0 0,-2-8 0 0,2 0 0 0,-1-6 0 0,4-2 0 0,0-2 0 0,-2 1 0 0,3-7 0 0,-1 13 0 0,-5 0 0 0,2 6 0 0,-2 1 0 0,0 5 0 0,-2 2 0 0,-3 13 0 0,1 2 0 0,-2 6 0 0,0 5 0 0,-1 3 0 0,2-3-276 0,0 4 100 0,1 0 69 0,1 2 32 0,3 5-630 0,-1 5 332 0,1 0 157 0,2 2 93 0</inkml:trace>
  <inkml:trace contextRef="#ctx0" brushRef="#br0" timeOffset="51847.86">12319 6784 2027 0,'0'0'0'0,"0"0"0"0,0 0 0 0,0 0 0 0,0 0 0 0,0 0 0 0,0 2 0 0,0 2 473 0,0 1-218 0,0 3-98 31,0 2 340-31,0 2-229 0,1 3-114 0,4 3-59 0,-2 2-90 0,2 6-5 0,-2-1 0 0,2 2 0 16,-2-1 0-16,0 1 0 0,1 1 0 0,-3-6 0 15,0-1 0-15,1-2 0 0,-1-3 0 0,1-2-81 16,-2-1 31-16,0-3 36 0,0-6-527 0,0-3 254 15,0-1 108-15,0 0-480 0,0 0 300 0,-2-1 166 16,2-9 77-16</inkml:trace>
  <inkml:trace contextRef="#ctx0" brushRef="#br0" timeOffset="52328.86">12668 6556 2318 0,'-10'-1'0'0,"1"-5"0"0,0 3 0 0,4 2 0 0,4 0 0 0,1 1 0 0,0 0 0 0,0 0 0 0,4 0 571 0,9 0-271 0,4 0-131 0,3 0 169 0,2 0-151 15,3 0-139-15,0 0-48 0,0-3 0 0,1 3 0 16,1-3 0-16,-2 2 0 16,0-2 0-16,1 1 0 0,-1-1 0 0,0 3-85 93,-5-1-111-93,-1-2 117 0,-1 1 58 0,-3 1-952 0,-3 1 472 0,-4 0 231 0</inkml:trace>
  <inkml:trace contextRef="#ctx0" brushRef="#br0" timeOffset="52493.54">12724 6834 1472 0,'-8'3'0'0,"-1"1"0"0,1 1 0 0,5 1 0 0,0-4 424 0,3 3-183 0,0-1-107 0,10-2-48 0,10-2 738 0,4 0-394 0,6 0-196 0,4 0-148 0,-1 0-86 0,2-1 0 0,-1-2 0 0,-1 0 0 0,0-1 0 16,3 2 0-16,-8-1 0 0,-1 0 0 0,-3 2 0 0,-4-1 0 0,-3 0-345 15,-3 1 88-15,-8 1 137 47,-2 0 73-47,-4-3-415 0,0 3 212 0,0 0 106 0,-9 0 44 0,-1 0-590 0</inkml:trace>
  <inkml:trace contextRef="#ctx0" brushRef="#br0" timeOffset="53880.54">14230 6407 714 0,'-4'-14'0'0,"1"2"0"0,-1 1 0 0,2 0 0 0,0 0 292 0,1-3-127 16,-2 1-64-16,2-6-22 0,0 2 101 0,-4-1-71 0,4 0 64 16,-1-2-68-16,1-1-34 0,-3-3 10 15,1 3-11-15,0 0-32 0,-1 1 0 0,-1 0 0 16,-1 2 46-16,-2-3 10 0,-1 6-57 0,-1 3 1 16,-1 0 113-16,-2 4-57 0,0 1-28 0,-3 2 10 15,-1 5 73-15,-1 0-56 0,0 0 27 0,-2 12-41 16,0 5 0-16,-1 3-32 0,6 2 151 0,2 7-80 15,3 2-41-15,3 2 0 16,6 2-77-16,-1 8 0 0,2-1 0 0,2 1 0 0,7 1 0 16,3 4 0-16,4-1 0 0,1 8 0 0,1-7 0 15,-1 0 0-15,-3-2 0 0,0 0 0 0,-5-2 0 16,-1 8 0-16,-5-12 0 0,-3-4 0 0,0 1 0 16,-11-3 0-16,-5 4 0 0,-4-14 0 0,-3 0 0 31,-3-7 0-31,0-2 0 0,0-3 0 0,-4-1 0 0,5-8 0 0,2 0-69 0,5-3-184 0,-1 0 107 15,3 0 55-15,4 0-496 16,8-8 279-16,4-10-166 0,2-6 218 0,12-5 109 16,11-4 54-16,6-5-531 31</inkml:trace>
  <inkml:trace contextRef="#ctx0" brushRef="#br0" timeOffset="54083.09">14443 6263 895 0,'3'-28'0'0,"-2"1"0"0,-1 10 0 0,0 5 0 16,-3 4 0-16,-9 4 749 0,0 1-356 0,-5 3-168 0,-1 3-98 0,-3 16 486 0,-3 8-288 0,0 6-143 16,0 4-73-16,0 8 204 0,6-3-313 0,5-1 0 31,6 5 0-31,3-6 0 0,4 1 0 0,0 8 0 0,4-12 0 0,11 1 0 0,5-1 0 0,3-2 0 16,-2 0 0-16,2 6 0 0,-3-10 0 0,-5 3 0 15,-2 0 0-15,-5 2 0 16,-3 1 0-16,-3 10-601 15,-2-11 171-15,0 2 196 0,-12-3-533 0,-3-3 365 0,-1 5 172 0,-2-10-177 16</inkml:trace>
  <inkml:trace contextRef="#ctx0" brushRef="#br0" timeOffset="54431.27">14190 7249 867 0,'-6'0'0'0,"2"0"0"0,-1 0 0 0,2 0 272 0,-1 4-117 0,3 4-59 15,1 6-29-15,0 2 744 0,0 4-378 0,0 7-202 16,0 3-96-16,0 2 444 0,0 4-294 0,0 1-285 15,0 2 0-15,0-3 0 16,0-6 0-16,0-2-38 0,0-3-175 0,0-7 124 16,0 0 72-16,0-8-787 0,0-10 420 0,0 0 196 15,0 0 109-15,0-6-415 0,0-9 219 0,-2-8 123 16,-1-5 58-16,-3-5-357 0,3-3 208 0,-5-5 102 16,2-1-17-16,0 6 84 0,0 2 37 0,1 3 296 15,0 3-166-15,3 0-66 16,-1 0-42-16,3 8 735 0,0 1-378 0,3 6-191 0,7-3-93 0</inkml:trace>
  <inkml:trace contextRef="#ctx0" brushRef="#br0" timeOffset="54472.12">14144 7190 2159 0,'21'-12'302'0,"1"12"-137"0,6-3-64 0,0 3 439 0,2 3-251 0,3 9-116 0,-5 8 29 0,-2 5-202 0,-1 5 0 0,-5 4 0 0,-5 2 0 0,-3 6 0 0,-6-4 0 0,-6 0 0 0,0 1 0 0,-9 1 0 0,-10-2 0 0,-6 3 0 0,-3-12 0 0,-4-2 0 0,-5-6 0 0,0-5 0 0,1-5 0 0,-3 1 0 0,10-10 0 0,2-2 0 0,6 0 0 0,5-2-713 0,9-7 317 0,0-3 170 0,7-4 99 0,8 0-673 0,11-1 381 16,7 3 191-16</inkml:trace>
  <inkml:trace contextRef="#ctx0" brushRef="#br0" timeOffset="54657.62">14536 7511 1306 0,'7'0'0'0,"-3"0"0"0,1 0 0 0,2 1 0 0,-3 1 0 15,2 3 722-15,-4-2-347 0,2 5-169 0,-4 1-84 0,3 5 318 0,-1 3-202 0,0 3-90 0,-1 4 226 0,3 2-374 0,-2 4 0 0,0 0 0 16,0 2 0-16,-1 7 0 0,-1-7 0 0,0-2 0 16,0-1 0-16,0-5 0 15,0-6 0-15,0 3 0 0,0-14 0 0,0-2 0 16,0-5 0-16,0 0 0 0,-3 0-74 0,1-12-72 16,0-3-10-16,0-6-531 0</inkml:trace>
  <inkml:trace contextRef="#ctx0" brushRef="#br0" timeOffset="57155.11">18093 1390 1199 0,'0'-8'0'0,"-5"0"0"0,1 3 0 0,0 2 0 0,3 0 0 0,-3 1 0 0,4 0 290 0,0 1-131 0,0 1-59 0,10 0 271 0,8 0-166 15,6 0-83-15,6 0 102 0,3 0-97 0,1-2-44 16,2 2 0-16,-1 0-3 0,0 0 1 0,3 0-32 0,-7 0-10 15,-4 0 9-15,0 5-9 0,-5 3 1 32,-2 5 9-32,-8 2-77 0,-5 5 33 0,-6 4 1 0,-1 6 2 0,-1 5 1 0,-13 6 40 0,-7 0 28 15,-5 3 0-15,-4 1-51 0,-5 3 10 0,3-4 81 16,-6 4-32-16,5-13-16 0,1 1-62 0,3-6-7 16,0-1 0-16,6-3 0 0,0 1 0 0,9-13 0 15,8-2 0-15,4-6 0 0,2 1 0 0,2-2 0 16,12 2 0-16,5-4 0 15,4-2 0-15,3 1 0 0,4-2 0 0,1 0 0 0,4 0 0 16,-7 0 0-16,1 0 0 0,-1 0 0 16,-1-2 0-16,-3 1 0 0,2-2 0 0,-8-2 0 15,-2 3-1-15,-4-1-147 0,-2 1-439 0,-1 0 274 16,-2 1 127-16,-3-1-599 16,-3 0 372-16,1 1 187 0</inkml:trace>
  <inkml:trace contextRef="#ctx0" brushRef="#br0" timeOffset="57435.59">18132 1654 2390 0,'-5'-7'0'0,"-3"-1"0"0,7 3 0 0,1 1 0 0,0 4 0 0,1-3-1 0,14 2 0 0,3 1 822 0,4 0-396 0,-1 0-196 0,7 1-161 0,-2 6-68 0,2-2 0 0,2 1 0 0,-4 3 0 15,2-2 0-15,-1 5 0 0,2-4 0 0,-3 3 0 0,1-1 0 0,-5 2 0 0,-3-5-179 0,-4 3-91 0,0-2 155 63,-3 1 50-63,2-2-803 0,-7-2 419 0,-2-5 205 0,2 0 102 0,-1 0-521 0</inkml:trace>
  <inkml:trace contextRef="#ctx0" brushRef="#br0" timeOffset="57609.03">18875 1456 3466 0,'0'0'-6'0,"0"0"1"0,0 0 0 0,0 0 1 0,0 2 2 0,0 0 0 0,0-2 1 0,5 0 0 0,4 4 1 0,5-1 0 0,2-3 0 0,4 0 0 0,3 0 0 0,1 0 0 0,3 0-1 0,0 0-313 0,5 0 185 0,-4 0 78 0,0 0 44 0,-5 0-858 0,-1 0 432 0</inkml:trace>
  <inkml:trace contextRef="#ctx0" brushRef="#br0" timeOffset="57824.17">18931 1780 970 0,'-10'4'0'0,"3"1"0"0,1 0 0 0,3 1 0 0,0 2 0 0,3-5 689 0,0 3-326 0,6-2-163 15,8-2-81-15,7 1 417 0,5-2-240 0,2-1-134 16,0 0-52-16,1 0-37 0,1 0 1 0,-2 0-234 16,1 0 109-16,-5 0 39 0,1 0 25 0,-5 0-64 15,-2 0 45-15,-3 0-1 0,-1 0 54 0,-6 0-103 16,-4 0 46-16,-3 0-16 0,2 0 25 0,-3 0-13 16,0 0 11-16,0 0-56 0,-7-1-82 0,0-2 59 15,-2-1 33-15,4-4-533 0,0 5 278 0,-3-3 132 16,2 1 68-16,1 0-283 0,1 0 175 0</inkml:trace>
  <inkml:trace contextRef="#ctx0" brushRef="#br0" timeOffset="58638.58">20123 1322 1009 0,'-9'-24'0'0,"1"-3"0"0,1 7 0 0,-1 2 0 0,0 1 0 0,-4 1 0 0,-1-2 0 0,1 8 0 0,-3 1 190 0,0 5-76 0,-2 0-39 0,1 2 192 0,-4 2-105 31,0 0-67-31,-1 9 121 0,1 6-90 0,-3 2-43 0,-2 8-1 0,0 5 152 0,2 5-103 0,4 3-46 0,3 4-1 0,1 6 131 0,2 0-89 0,0 6-35 31,9-8-9-31,2 0 118 0,2-1-81 0,2-3-41 0,12-4-11 0,6 4-67 0,7-16 0 0,4-4 0 16,3-8 0-16,4-1 0 0,2-6 0 0,5 0 0 156,-4-7 0-156,2 0 0 0,-2-7 0 0,1-3-404 0,-5-5 121 0,6-1 98 0,-12-2 90 0,0-2-821 0,-3 0 438 0</inkml:trace>
  <inkml:trace contextRef="#ctx0" brushRef="#br0" timeOffset="58842.26">20804 1035 2438 0,'0'-10'0'0,"-6"-2"0"0,3 7 0 0,3-2 0 0,0 4 0 0,0-2 0 0,5-1 0 0,12 0 0 0,3 3 336 0,8-3-148 0,9 1 151 0,6-2-150 0,7 2-74 0,18-5-29 0,4 3 104 16,13 1-140-16,6 0-50 0,7 1 0 0,5-1 0 15,11 1 0-15,-9 4 0 0,0-2 0 0,2 2 0 16,-4-1 0-16,3 0 0 0,14-4 0 0,-22 0 0 0,1-3 0 16,-4 0 0-16,-2-5 0 0,-2 0 0 0,5-2 0 0,-29 5 0 15,-7 0 0-15,-9 3 0 16,-7-1 0-16,-7 4-178 0,-1-1-13 0,-20 3 79 15,-4 2 35-15,-9 1-361 0,-3 0 199 0,0 0 99 16,-11 0-574-16,-11 1 341 0</inkml:trace>
  <inkml:trace contextRef="#ctx0" brushRef="#br0" timeOffset="59272.37">20797 1127 1490 0,'-24'-1'0'0,"5"1"0"0,6 0 0 0,1 5 0 0,10 12 0 0,2 5 300 0,0 5-130 0,2 7-66 16,11 7-33-16,2 10 143 0,1 0-93 0,0 4-41 15,-3 4 0-15,0-1 17 16,-6 1-29-16,0 5 10 0,-5-14-62 0,-2-3 23 15,0-3-1-15,-5-2 49 0,-4-5-48 0,-7 6 7 16,2-16-10-16,-3-1-47 0,0-2 0 0,-2-7 48 16,-1-2 0-16,-2-3-150 15,2-11 54-15,0-1 43 0,0 0 10 0,0-11-118 0,-1-8 56 0,-1-3 43 16,5-2-244-16,-2-6 127 0,4-1 39 0,-2-3-73 16,2-2 66-16,-2-2 27 15,5 9 9-15,4 7 149 0,-2 2-57 0,5 8-28 16,0 5 0-16,-3 0 275 0,6 7-137 0,-1 2-80 15,0 18-17-15,0 4 117 0,2 7-43 0,-2 6-50 16,1-1 176-16,2 1-98 0,-3 3-41 16,3-3-250-16,0 1 98 0,0 1 58 0,0-11 16 0,0-3-512 15,0-3 245-15,8-6 132 0,2 0 28 0,1-12-532 16,2-4 294-16,6 0 146 0,2-13 73 0</inkml:trace>
  <inkml:trace contextRef="#ctx0" brushRef="#br0" timeOffset="59491.08">21060 1305 1638 0,'4'-7'0'0,"1"7"0"0,0 0 0 0,-2 0 0 0,3 11 0 0,-4 7 0 0,-1 10 329 0,1 5-150 0,-2 6-70 0,0 4 279 0,0 5-175 0,-5 3-87 0,-1 5-34 0,5-8-379 0,-1-4 163 0,2-3 81 62,0-3 41-62,0-6-755 0,6 2 387 0</inkml:trace>
  <inkml:trace contextRef="#ctx0" brushRef="#br0" timeOffset="59668.08">21231 1596 1558 0,'0'0'0'0,"0"0"0"15,0-1 0-15,0 0 0 0,2-2 0 0,2 1 0 0,3 2 656 0,5 0-309 0,4 0-146 0,-1 0-86 0,6 0 117 16,2 0-98-16,3 0-48 15,4 0-25-15,4 2-512 94,-1 1 239-94,0-3 125 0,1 1-783 0,-1-1 451 0</inkml:trace>
  <inkml:trace contextRef="#ctx0" brushRef="#br0" timeOffset="59891.84">21876 1526 2164 0,'1'-12'0'0,"4"4"0"0,2 4 0 0,4 0 0 0,3 0 0 0,2-2 0 0,2 3 701 32,5 0-333-32,5 2-165 0,2 0-83 0,4-2-5 0,4-1-30 0,-2 1-9 0,-2 0-39 0,3 3-196 0,-4-3 99 0,0 3 48 15,1 0 34-15,-9 0-795 16,-6 0 402-16,-6 9 201 0</inkml:trace>
  <inkml:trace contextRef="#ctx0" brushRef="#br0" timeOffset="60309.53">21973 1796 1240 0,'-23'3'0'0,"3"0"0"0,4 1 0 0,-1-1 0 0,4-2 0 0,-2 0 395 15,-1 2-170-15,6-3-98 0,0 0-45 0,2 0 145 16,0 0-95-16,-1 3-48 16,-1 3-14-16,3 1 53 15,0 4-43-15,-2 6-1 0,0 6-3 0,1 2 1 0,-3 8-31 0,5-1 102 16,3 2-56-16,0 2-27 0,1-4 0 0,2 1 49 15,0 0-29-15,2-8-9 0,4-8-39 0,6-2-117 16,1-2 59-16,0-4 38 0,5-9-9 0,-1 0-79 16,0 0 54-16,2-8 27 0,-2-6-278 0,3-5 147 31,-3-3 36-31,-3 2-246 0,2-6 130 0,-4 2 85 16,0-1 23-16,0-1 2 0,-9 1 54 0,3 1 0 0,-4 1 0 0,-1 2 183 0,-1 3-91 0,0-2-56 15,0 8 10-15,-6 4 155 16,-5 6-96-16,-2 2-52 0,1 0 430 0,0 13-165 15,0 7-130-15,6 5 87 0,0 2-101 0,5 5-90 16,1 1-47-16,0 1 0 0,1-4 0 0,9 1 0 16,2-2 0-16,4-3 0 78,1 1 0-78,5-3 0 0,-1-9 0 0,1-1-584 0,-3-5 292 0,3-6 96 0,-5-3 90 0,5 0-41 0,-5 0 60 0,-3-12-807 0,0-3 429 0</inkml:trace>
  <inkml:trace contextRef="#ctx0" brushRef="#br0" timeOffset="60558.38">22201 1775 1517 0,'-2'-12'0'0,"0"1"0"0,2 3 0 0,0 0 0 0,0 3 0 0,2 2 0 0,7 1 0 0,2 2 543 0,2 0-243 0,1 0-137 0,-2 0-62 0,2 8 35 0,-1 1-50 0,-1 3-24 15,-3 0-86-15,-2 1 26 0,-4 4 1 0,-3 0-176 0,0-1 105 0,0 4 53 16,-7-1 35-16,-5 1 53 94,-2-2-1-94,1-1-34 0,0-2-1 0,2 0 245 0,-2-1-116 0,5-4-98 0,2-3 1 0,3 3 154 0,3-5-93 0,0 0-46 0,0-3-60 0,7-2-12 0,10 0-12 0,1-1-80 0,3-5 27 0,5-6 46 0,0-2 8 0,-3-1-578 0,3-2 300 0,-5 2 97 0,1-5 93 0,-4 4-669 15,0-6 350-15,-7 5 190 16</inkml:trace>
  <inkml:trace contextRef="#ctx0" brushRef="#br0" timeOffset="60778.71">21894 1152 1711 0,'-10'-4'0'0,"3"-3"0"0,5 1 0 0,2 2 0 0,0 2 0 0,2 0 0 0,11 2 0 0,4 0 0 0,-1 0 0 0,3 4 433 0,-2 6-202 0,-3-3-96 0,2 5-49 0,-4 1-75 0,-4 3-1 0,0 1 38 0,-7-2-192 0,-1 3 91 0,0 2 46 0,-7 0-153 0,-5-1 98 0,-6 3 60 0,-5-3 6 0,-1-2-163 0,-6-2 37 0,2-1 61 0,0-6-61 16,-1 4-205-16,8-12 149 0,7 0 70 0,5 0-248 0,8-8 159 0</inkml:trace>
  <inkml:trace contextRef="#ctx0" brushRef="#br0" timeOffset="60929.12">22081 1177 2010 0,'1'0'0'0,"-1"0"0"0,3 0 0 0,-3 5 0 0,0-1 0 0,0 6 0 0,0 2 0 0,-6 3 377 0,1 1-170 0,-2 2-85 0,3 0 205 0,3 3-144 0,-1-2-64 16,2-3-45-16,0 2-242 0,2-3 103 0,9-1 52 16,3-4 25-16,4 2-262 0,3-7 139 0,5-5 74 15,0 0-756-15,-1 0 412 16</inkml:trace>
  <inkml:trace contextRef="#ctx0" brushRef="#br0" timeOffset="61193.28">22299 1027 1039 0,'4'-12'0'0,"-1"2"0"0,4 3 0 0,-2 3 0 0,5 1 0 0,-2 0 301 0,6 2-122 0,-2 1-76 0,-1 0-32 0,1 7 141 15,-3 3-87-15,-2-1-43 16,1 5 9-16,-6-1-125 15,-2 0 35-15,0 2 1 0,0 0 20 0,-8-3 16 0,-3 4 9 0,-1-7-9 16,-1 2 67-16,-1-5-33 0,3 1 0 0,0-3 85 16,1 1-50-16,2-3-39 0,3-1-1 0,0-1 32 15,5 0-31-15,0 0 0 0,0 0-21 0,2 0-132 16,9 0 61-16,7-1 31 0,0-2-196 0,4-1 114 16,5 0 65-16,0 1-720 31,1 0 334-16,1 2 188-15</inkml:trace>
  <inkml:trace contextRef="#ctx0" brushRef="#br0" timeOffset="61348.87">22567 1573 2471 0,'-13'0'0'0,"-1"0"0"0,4 1 0 0,6-1 0 0,3 0 0 0,1 0 0 0,0 0 0 0,7 0 0 0,12 0 0 0,4 0 0 0,5-1 0 0,2-3 0 0,0-2 0 0,5-1 0 0,-4 3 0 0,0 0 0 0,-1 2 62 0,-1-2-1002 0</inkml:trace>
  <inkml:trace contextRef="#ctx0" brushRef="#br0" timeOffset="61521.28">22911 1569 2000 0,'0'0'0'0,"0"0"0"0,0 0 0 0,6 0 0 0,4-2 0 0,2-1 0 0,5 3 0 0,5 0 262 0,6 0-113 0,3-1-56 0,7 1-72 0,-2 0-9 0,2 0 24 0,0 0 0 0,-5 0-519 0,1 0 260 0,0 0 138 0</inkml:trace>
  <inkml:trace contextRef="#ctx0" brushRef="#br0" timeOffset="61820.53">23101 1705 1832 0,'-9'14'0'0,"0"5"0"0,2 6 0 0,4 1 0 0,-3 2 0 0,3 2 0 0,-2 4 298 0,-1 0-131 0,0 6-57 0,2-7 155 16,0 0-115-16,-1 0-57 0,-2-3-29 0,0-3-41 16,-1 1 22-16,3-12-9 0,2-4 0 0,2-5-113 109,1-7 56-109,0 0 29 0,0 0-90 0,0-7 55 0,9-9 31 0,5-2-97 0,2-1 48 0,1 2 36 0,3 4-39 0,-1 1 25 0,1 3-43 0,-1 3 27 0,-1 4-16 0,0 1 127 0,4 1-45 0,-9 0 3 0,-1 6-32 0,-1 9 78 0,-7 2-29 0,-3 0-23 16,-1 7 147-16,-1-2-80 0,-14 0-26 0,-5-1 12 0,-1-1-18 0,-6-2 1 0,-2 2-4 0,2-9-226 0,-2-4 100 0,2 0 48 15,1-4 25-15,2-3-229 0,-1 0 114 0,8 0 59 16,6-11 10-16,2-9-645 0,8-8 326 0,1-9 154 15</inkml:trace>
  <inkml:trace contextRef="#ctx0" brushRef="#br0" timeOffset="62036.1">23285 1734 1830 0,'17'-9'0'0,"-1"1"0"0,1 1 0 16,1 5 0-16,-2 1 0 0,0 1 0 0,-4 0 0 0,-3 3 155 0,-3 8-59 0,0 2 260 15,-2 2-160-15,-3 2-71 0,-1 1-49 0,-1 0 38 16,-12 1-38-16,1-2-1 0,-3-3-39 0,0 5 64 15,1-7-37-15,2-1 1 0,1-2-28 0,0-3 44 16,3-2 0-16,2 0-35 0,4-3 16 0,2-1 0 16,0 0-25-16,4 0-82 0,7 0 42 0,4-1 8 15,2-3 32-15,4-6-451 0,-2 1 205 0,1 1 113 16,3-2 33-16,-3 1-716 16,-4 0 377-16,-1 1 184 0,-4-1 91 0,-3 0-486 0</inkml:trace>
  <inkml:trace contextRef="#ctx0" brushRef="#br0" timeOffset="62223.43">22878 1124 1840 0,'2'0'0'0,"-1"0"0"0,4 0 0 0,2 0 0 0,8 0 0 0,-1 0 0 0,4 0 82 0,5 0 8 15,-2 2 237-15,3 3-146 0,0 5-71 0,0-3-37 0,-5 4-611 16,2 0 297-16,-6 1 135 0</inkml:trace>
  <inkml:trace contextRef="#ctx0" brushRef="#br0" timeOffset="62428.03">23224 1045 1966 0,'-1'1'0'0,"-4"2"0"0,4 1 0 0,-1 2 0 0,-2 5 0 0,1 2 0 0,-2 6 0 0,-2 8 0 0,-2 4 838 0,-3 10-392 0,-3 2-208 0,-3 3 91 0,2 1-215 0,-3-2-114 0,2 0 0 0,-3 3 0 0,6-12 0 0,-2-1 0 0,4-4-357 0,3-6 97 0,1 0 158 63,5-15 64-63,3-5-873 0,0-5 459 0,3-6 93 0</inkml:trace>
  <inkml:trace contextRef="#ctx0" brushRef="#br0" timeOffset="62617.73">23455 993 2345 0,'11'-9'0'0,"9"1"0"0,-6 4 0 0,1 3 0 0,-5 1 0 0,1 0 0 0,-3 0 0 0,1 10 489 0,-6 3-231 0,-3 1-110 0,0 5-56 0,-2 0-9 0,-9 3 0 0,-2 0-36 15,-2 0-10-15,0-3-40 0,1 1 0 0,0-5 40 16,3 1 0-16,-1-1 43 0,7-4-9 0,2-3-34 15,3-1 56-15,0-4-93 0,1-2 0 0,15-1 0 16,4 0 0-16,6-1 0 16,4-9 0-16,3-3-103 0,1-1-193 0,7-2 163 0,-5 2 67 0</inkml:trace>
  <inkml:trace contextRef="#ctx0" brushRef="#br0" timeOffset="73390.84">15155 6599 932 0,'-3'-11'0'0,"1"-2"0"0,-4-1 0 0,3 2 0 0,0 1 0 0,-1-2 0 0,0 0 0 0,-1 1 0 0,1-4 0 0,-1 4 291 0,0 3-126 0,-5-2-63 0,1 4-31 0,-3 2 102 0,-3 2-58 0,0 3-43 0,-1 0 1 0,-5 12 86 0,-1 11-60 0,-3 9-20 63,2 5 172-63,1 7-106 0,2 4-53 0,3 4 135 0,6 1-94 0,3 2-37 0,8-11-10 0,0 0-25 0,11-7-22 0,13-2 0 0,5-9-1 0,8 1-123 0,1-15 58 0,5-5 32 0,-2-3 0 0,1-4-519 0,-2 0 275 0,4 0 98 0,-6-4-855 0</inkml:trace>
  <inkml:trace contextRef="#ctx0" brushRef="#br0" timeOffset="73965.64">15763 6270 1577 0,'-10'-7'0'0,"1"1"0"0,3 1 0 0,1 3 0 0,0-2 0 0,4 4 0 0,1 0 0 0,0 0 260 31,3 0-111-31,14 0 156 0,3-2-125 0,12 1-76 0,6-1-33 0,8-4 160 0,8 0-97 0,7-3-48 16,11-3-15-16,4 0 144 0,11 0-89 0,10-2-44 15,4 1-1-15,2 1 18 16,8 4-21-16,-24 6-10 0,-2 2-54 0,-1 0-14 0,-3 0 0 0,-1 7 0 16,7 0 0-16,-20-2 0 15,-2-2 0-15,-1 0 0 0,5-2 0 0,5-1 0 0,-21 0 0 0,-4 0 0 16,1 0 0-16,3-4 0 0,3 1 0 0,4-2 0 16,-14 1 0-16,-7 1 0 0,-7 1 0 0,-8-1-101 15,-8 1 31-15,-2 0-303 16,-13 2 173-16,-1 0 82 0,0 0 38 0,-13 0-430 0,-5 0 236 0,-9 0 109 15,0 4 69-15,-4 2-610 16,-4 3 335-16</inkml:trace>
  <inkml:trace contextRef="#ctx0" brushRef="#br0" timeOffset="74392.11">15883 6331 1091 0,'-11'-5'0'0,"1"0"0"0,-1 2 0 0,5 3 0 0,3 0 0 0,1 8 338 0,2 11-156 16,0 3-71-16,0 8 323 0,5 6-197 0,5 3-100 0,-1 11 17 16,-1-2-63-16,-1 8-26 0,0 0 0 0,-1 7 25 15,-1 4-17-15,-4-11-9 0,-1-4-26 16,0-2-10-16,0-6 10 0,0-5 0 15,-6 3 9-15,-5-16-40 0,3-6-1 0,-3-2 32 16,-3-5-66-16,2-3 33 47,-4-2 10-47,0-6-46 0,1-2 31 0</inkml:trace>
  <inkml:trace contextRef="#ctx0" brushRef="#br0" timeOffset="74432">15772 7192 3332 0,'-19'-2'-1'0,"-1"-10"-206"0,-2-5 108 0,3-3 38 0,-1-4 30 0,3-2-197 0,-3-3 103 0,0 2 31 0,-2-8 25 0,3 12-24 0,5 2 27 0,0 8 0 0,1 4 28 0,3 3 0 0,0 2-10 0,1 4 308 0,1 5-148 0,4 16-62 0,-1 4-41 0,0 3 243 0,-1 6-126 0,3 0-29 0,1 1-43 0,0 0 7 0,1-1-1 0,1 1 15 0,0 0-27 0,0-8-10 0,0-3 0 0,0-2 0 0,1-4-994 0,6-2 444 0,1-2 231 0,2-9-288 0,1-5 265 0,4 0 134 0</inkml:trace>
  <inkml:trace contextRef="#ctx0" brushRef="#br0" timeOffset="74581.27">16009 6662 2441 0,'0'0'0'0,"0"-1"0"0,3-2 0 15,-3 3 0-15,3 0 0 0,-2 13 0 0,1 7 0 0,-1 4 0 0,1 6 0 0,0 7 309 0,-1 3-140 0,-1 3-95 0,0 6 0 0,0-1-36 0,0-3 0 0,0 7-379 0,0-14 185 16,2-3 97-16,-1-4 48 0,1-4-287 15,0-7 168-15,1-1 94 0,0-10 23 0,0-7-817 0</inkml:trace>
  <inkml:trace contextRef="#ctx0" brushRef="#br0" timeOffset="74732.17">16157 6909 1902 0,'1'-7'0'0,"1"0"0"0,1 2 0 0,1 0 0 0,3-2 0 0,1 4 0 0,1 1 0 0,5-1 343 0,2 3-152 0,2-2-76 0,5-1-30 0,-3 3-8 0,3 0-39 0,3 0 0 0,1 0-443 16,1 0 222-16,1 0 120 0,-4 0 46 0,1 5-332 16,-5 0 194-16</inkml:trace>
  <inkml:trace contextRef="#ctx0" brushRef="#br0" timeOffset="75001.5">16709 6917 1397 0,'0'-6'0'0,"0"2"0"0,0 1 0 0,0-1 0 0,0 3 0 0,9-1 0 0,2 2 526 0,7 0-236 0,3 0-130 15,5 0-62-15,5 0 37 0,9 0-49 0,3 0-25 16,5 0-45-16,-5 0-10 0,1 0 31 0,-1-2-368 16,-3 2 185-16,-4-3 91 15,3 1 56-15,-16 0-627 0,-3 2 317 0,-3 0 84 0</inkml:trace>
  <inkml:trace contextRef="#ctx0" brushRef="#br0" timeOffset="75435.92">16972 7050 1259 0,'-25'0'0'0,"3"0"0"0,-2 0 0 0,0 0 0 0,-6 0 0 0,4 7 0 0,-1 2 113 0,1 7-38 0,0 0 138 0,3 3-88 0,-3 9-35 16,9-1-8-16,6 5 198 0,3 2-122 0,6 3-60 16,2-4-30-16,0 6 150 15,2-9-95-15,10-4-43 0,4-2-100 0,1-6 29 16,0-3-1-16,4-2 39 31,-4-8-301-31,1-5 145 0,0 0 74 0,0 0-134 0,0-7 103 0,2-10 18 0,-4 2 33 0,-1-7-388 0,-4 0 187 0,1-2 69 16,-2 0 56-16,2 0-31 0,-6 0 47 0,-1 4 0 15,0 2 240-15,-4 2-101 32,1 2-50-32,-1 0-36 0,-1 7 431 0,0 1-199 0,0 6-117 0,-6 0 154 0,0 6-118 0,-1 11 6 15,0 4-57-15,2 6 205 0,4 2-123 0,1 2-61 0,0 2-22 141,0-3-28-141,1-1-11 0,7-2-1 0,3 1 0 0,1-6-305 0,4 5 162 0,-4-10 67 0,3-5 38 0,-2-2 0 0,2-7 38 0,-2-3-1341 0,1 0 624 0,-3 0 326 0</inkml:trace>
  <inkml:trace contextRef="#ctx0" brushRef="#br0" timeOffset="75639.2">17139 7059 1691 0,'2'-9'0'0,"-1"1"0"0,3 3 0 0,0-1 0 0,3 4 0 0,-1 1 0 0,3 1 0 0,-1 0 0 0,1 7 212 0,0 0-77 0,-1 4-130 0,-3 5 32 0,-2-2 0 47,-1 1 1-47,-2 2-119 0,0 0 69 15,0 0 20-15,-5-3 0 0,-3 1 142 0,-2-1-56 0,2-2-29 0,0 2 10 0,1-4 91 0,0-2-64 0,2-1-32 0,2-1 189 0,2-1-110 16,1 0-47-16,0-1-37 15,0-4 88-15,1 0-57 0,9 0-30 0,3 0-268 0,2-2 129 0,2-6 50 16,-2-2 30-16,4 1-535 16,-2-4 264-16,0 2 153 31,-1 0 8-31,-5 1-323 0,0-1 157 0,-4-2 116 0,0 2-414 0</inkml:trace>
  <inkml:trace contextRef="#ctx0" brushRef="#br0" timeOffset="75923.82">16779 6470 732 0,'-19'-7'0'0,"9"-4"0"0,4 4 0 0,2 2 0 0,4-1 548 15,0 5-255-15,0-4-119 0,0 5-73 0,9 0 363 16,0 0-214-16,1 0-106 16,2 0-50-16,-3 0-19 0,-2 12-10 0,2 0-136 15,-5 5 54-15,-2 0 28 0,-2 4-1 0,0 1-166 31,-2 2 93-31,-8-2 49 32,-3 2 26-32,-2-1-220 0,-3 0 103 0,-3 0 7 0,-2-3 50 0,-1-2-337 0,-1-4 174 0,2-4 87 0,1-2-82 0,3-1 75 0,8-7 52 0,7 0-269 15,4-11 155-15,0-7 78 47</inkml:trace>
  <inkml:trace contextRef="#ctx0" brushRef="#br0" timeOffset="76048.48">16886 6457 973 0,'11'-12'0'0,"-2"4"0"0,-2 4 0 0,-4-1 0 0,-2 5 0 0,-1 0 134 0,0 0-48 0,0 13-15 0,-1 3 556 0,-7 1-295 0,0 6-147 0,-1 0-74 0,3 3 373 16,1 3-214-16,3-4-121 0,2 1-56 0,0-2-55 0,0 0-1 0,8-2 0 15,7 3-392-15,1-6 192 0,6-5 100 0,1-2-268 16,3-4 184-16,-2-5 93 0,4-2 54 0,-3-1-832 31,-4-3 398-31</inkml:trace>
  <inkml:trace contextRef="#ctx0" brushRef="#br0" timeOffset="76301.14">17063 6345 1528 0,'0'-11'0'0,"0"6"0"16,0 0 0-16,0 3 0 0,0 1 0 0,7 1 0 0,5 0 0 0,-1 0 212 0,2 0-87 0,2 3-115 0,-3 6 27 0,2-1 10 15,-3 1-10-15,0 3-98 16,-5-1 50-16,-1 2 23 0,-3 0 1 0,-1 1-86 15,-1-2 51-15,0 1 29 0,-8-2 1 0,-4-1 100 16,-1 1-37-16,1 0-47 0,-2-6 214 0,1 2-105 16,1 0-53-16,3-4 145 0,-1-2-95 0,1 2-36 15,6-3-33-15,3 0-58 0,0 0 34 0,2 0 1 16,8-2-1-16,6 0-182 0,6-5 87 0,1 1 47 16,3 0 25-16,1 3-564 15,4-2 284-15,3 4 94 0,-1 0-569 0</inkml:trace>
  <inkml:trace contextRef="#ctx0" brushRef="#br0" timeOffset="76530.62">17529 6881 2234 0,'-9'-4'0'0,"4"0"0"0,3 1 0 0,2 1 0 0,0-1 0 0,2 3 0 0,8 0 265 0,6 0-114 0,3-1 276 0,6 0-185 0,0-1-108 0,3-1-49 0,-1 2-302 0,1-3 127 0,0 3 63 0,1-2 41 0,-4 3-700 0,-1-3 351 0,-1 2 175 0,-3 1 88 0,-2 0-430 0</inkml:trace>
  <inkml:trace contextRef="#ctx0" brushRef="#br0" timeOffset="76674.42">17934 6775 1448 0,'0'0'0'0,"2"0"0"0,1-1 0 0,5-2 0 0,2 2 0 0,5 0 0 0,6 0 218 0,1-1-96 15,5 0-42-15,7 0 223 0,2 1-134 16,0 1-65-16,1-2-25 0,-4 2-340 16,-4 0 149-16,-3 0 74 0,0 0 38 0,-9 0-548 15,3 0 302-15,-12 0 137 0,-5 2-262 0</inkml:trace>
  <inkml:trace contextRef="#ctx0" brushRef="#br0" timeOffset="76986.25">18113 6843 1326 0,'-14'6'0'0,"5"3"0"0,3 3 0 0,1 0 0 0,-1 5 0 0,3 4 0 0,-2 6 0 0,4 1 199 0,-1 4-81 0,0 1-41 0,1 4 266 16,-2 1-153-16,-2 1-67 15,-4-4-49-15,6-4 1 16,-5-2 0-16,1-1-39 0,1-3 1 0,-3 1-60 0,4-12 25 0,1-6 0 15,2-5-3-15,2-3 1 16,0 0 36-16,0-1-89 0,0-15 40 0,6 0 21 16,5-2 0-16,3 1-104 0,2 2 53 0,3-2 4 0,-3 7 0 0,3 2 84 15,0 2 0-15,-2 5-52 0,2 0 5 0,1 1 29 16,-6 0-25-16,2 7 5 16,-7 7 35-16,-1 3 5 0,-3 7-40 0,-1 3 43 15,-4-1-4-15,-4 0-24 0,-11 1-8 0,-3 1 37 31,-3-6 0-31,-5 1-24 0,1-8-7 0,-1-3-92 0,-1-6 45 0,1-3 0 0,4 0 43 0,-3-3-431 16,5 0 204-16,5-12 87 0,2-5-445 0,8-9 265 16,5-2 135-16,0-10-180 0</inkml:trace>
  <inkml:trace contextRef="#ctx0" brushRef="#br0" timeOffset="77219.71">18227 7021 1344 0,'14'-12'0'0,"0"3"0"0,3 1 0 0,-1 4 0 0,4-2 0 0,-6 3 0 0,-1 3 214 0,-1 0-89 0,0 0-44 0,0 3 74 0,-2 6-50 0,-5 3-39 16,-3 0 0-16,-2 5 17 31,0-1-23-31,-4 5-1 0,-8-2-13 0,-2-1-9 0,-1-2-1 0,-1 0 46 0,0-2 102 0,2-3-74 16,0 1-27-16,4-5 109 0,3 0-78 0,1-4-39 16,1-2 1-16,5 1-71 0,0-2 41 0,2 0-10 15,8 0 1-15,5-2-99 0,3-8 50 0,1 1 24 16,5-2 9-16,-1 0-437 0,-2 0 197 0,-1-1-508 15,3 0 349-15,-5 2 160 0,0 0 82 0,-5-1-357 16,-5 2 229-16,-3-2 113 0</inkml:trace>
  <inkml:trace contextRef="#ctx0" brushRef="#br0" timeOffset="77506.25">17880 6390 1800 0,'-4'-1'0'0,"3"-4"0"0,1 0 0 0,0 1 0 0,3 2 0 0,8-1 0 0,4 3 0 0,1 0 241 0,1 0-103 0,3 0-51 0,1 0-299 0,-3 5 119 16,0 4 65-16,0 0 32 0,-2 2 0 0,-2-2 33 0</inkml:trace>
  <inkml:trace contextRef="#ctx0" brushRef="#br0" timeOffset="77577.59">18148 6267 1377 0,'0'1'0'0,"0"1"0"0,0 2 0 0,0 2 0 0,0 5 0 0,-4 2 0 0,-1 9 303 0,0 2-138 0,-2 8 334 0,-2 2-231 0,-3 7-116 0,1-1-58 0,-3 4-158 0,3-10 45 0,0 2 28 31,0-7 0-31,0-1-480 0,3-4 254 0,0-1 135 0,5-11 55 0,0-9-310 0,3-3 183 0</inkml:trace>
  <inkml:trace contextRef="#ctx0" brushRef="#br0" timeOffset="77766.91">18319 6252 1049 0,'16'0'0'16,"-4"0"0"-16,0 0 0 0,0 4 0 0,-2 3 0 0,-4 5 0 0,2 1 0 0,-6 1 357 0,-2 5-161 0,0-2-79 0,-10 2-41 0,-5 1 74 15,1 0-48-15,-3-6-37 0,4-2 0 0,0-4 75 16,3-1-52-16,2-4-26 0,2 1 58 0,6-1-46 16,0-3-1-16,1 0-64 15,12 0 27-15,9-3 1 16,4-5 8-16,5-1-286 0,5-2 139 0,3 5 69 0,2-1 34 0</inkml:trace>
  <inkml:trace contextRef="#ctx0" brushRef="#br0" timeOffset="78403.17">19586 6820 1149 0,'-18'-15'0'0,"-2"2"0"16,-1 2 0-16,0 0 0 0,-1 3 0 0,-4 3 0 0,4 2 0 0,0 3 144 0,2 3-54 0,2 11-26 0,2 10 0 0,-1 4 93 0,10 3-65 16,4 3-27-16,3 2 126 0,0-2-77 15,7-1-39-15,6 4 38 0,5-9-43 0,2-7 0 16,3-3-33-16,-1-6-109 0,3 2 64 0,-3-13 17 15,-3-1 1-15,-2 0-79 0,2-7 54 0,-4-9 25 16,0-5 10-16,-3-4-266 0,-3-4 101 0,0-4 75 16,-1-2-241-16,-2-4 140 0,4-3 39 0,-4 1 52 15,-2-5-12-15,1-2 27 16,-3-4 0-16,-1-1 103 16,3-11-46-16,-3 13 8 0,-1 3-37 0,0 9 167 62,0 7-83-62,0 13-42 0,0 4-5 0,0 14 152 0,0 1-60 0,0 20-52 0,0 10 21 0,0 6-31 0,0 8 53 0,0 1 634 0,0 4-340 0,0 6-171 0,2 2-84 0,-1-2 106 16,3 5-87-16,3-7-56 0,-1-6-25 0,1 0-217 0,4-5 97 0,-2-3 48 47,5 2 34-47,-5-16-265 0,4-5 140 0,-4-6 70 0,2-7 35 0,-3-7-738 0,-1 0 279 0,-3 0-306 0,2-21 364 0</inkml:trace>
  <inkml:trace contextRef="#ctx0" brushRef="#br0" timeOffset="78585.99">19825 6807 1194 0,'7'-17'0'0,"4"2"0"0,0 6 0 0,4-3 0 0,-2 9 0 16,1 2 0-16,0 1 229 0,2 0-96 0,-2 7-48 0,3 5-15 0,-3 3-9 0,-3 3-24 0,-2 3 0 0,-5 1 263 0,-2 3-131 0,-2 4-57 0,0 0-42 0,-9-4-71 0,-5 4 0 0,-5-5 38 0,0 1-25 0,-6 1 9 0,1-6 16 0,-4-4-178 0,0-3 89 0,0-4 45 0,0-3-3 0,2 1-398 0,6-7 201 0,2 0 64 31,8-1 62-31,7-11-18 0,3-8 33 0</inkml:trace>
  <inkml:trace contextRef="#ctx0" brushRef="#br0" timeOffset="79103.14">20150 6713 1084 0,'5'-7'0'0,"-1"3"0"0,-2 1 0 0,-1 3 0 0,-1 0 0 0,0 5 0 0,-6 12 553 0,-7 2-258 0,0 9-129 0,-3 3 354 0,2 4-232 0,1-1-130 15,3 2 54-15,4 0-88 0,1 1-43 0,5 0-1 0,0 1-14 16,11-8-29-16,12-6 0 0,5-6 0 0,5-4-238 31,6-7 119-31,6-5 69 0,-5-2 20 0,5-11-314 0,-4-10 172 0,0-3 54 16,1-4-335-16,-11 2 154 0,-5-4 112 0,-4 0-11 31,-2 0 62-31,-4-1 31 0,-2-7-10 0,-11 9-19 0,-3 0 31 0,0 4-1 0,-13 4 30 0,-7 8 100 16,-3 2-60-16,-3 8-15 0,-1 3 0 0,-1 5 382 15,-1 11-203-15,2 2-74 0,0 5 413 16,7-3-211-16,4 4-131 0,3 0 54 0,5 1-91 0,1-3-45 16,4 7 10-16,3-5-23 0,0-1-32 0,11 0 0 15,8-4 0-15,2-2-119 16,3 1 69-16,1-9 20 0,3-7 1 0,-1-2-270 16,-1 0 150-16,0-2 74 0,1-10-375 0,-3-5 168 15,-4-5 114-15,-4-4-208 0,2-4 152 0,-4-2 74 16,2-8 29-16,-8 3-66 0,2-4 56 0,-2-4 29 15,-3-6 0-15,0-3-170 0,1-11 90 0,-3 9 59 16,3 2 24-16,-5 2-134 0,1 11 80 0,0 9 30 16,-2 3 304-16,0 20-124 0,0 7-65 0,-2 2 536 15,-4 9-279-15,0 13-155 16,0 7-33-16,1 5 403 0,-2 7-232 0,3 5-116 0,1 2-58 0,-2 8 85 16,4-5-76-16,-2-2-34 15,3 2 0-15,0-3 27 0,0-1-31 0,3 7 10 16,6-14-384-16,-2-5 173 0,5-3 86 0,0-7-536 15,1-7 286-15,2-4 165 16,-2-14 0-16,3 0-515 0,-1-14 306 0,3-7 153 0,-2-7 76 0,1-6-134 16</inkml:trace>
  <inkml:trace contextRef="#ctx0" brushRef="#br0" timeOffset="79228.37">20917 6706 1469 0,'6'-20'0'0,"-1"4"0"0,0 4 0 0,-3 7 0 0,3 2 0 0,-4 3 0 0,4 3 556 15,0 14-260-15,3 4-129 0,2 1-65 0,3 3 128 47,0-1-101-47,4 2-46 0,1-1 0 0,1-2-35 0,3 0-11 0,1 2 10 0,-1-7-10 0,-2-3 0 0,2-3 0 0,1-3-1233 0,-4-4 606 0,5-3 308 16</inkml:trace>
  <inkml:trace contextRef="#ctx0" brushRef="#br0" timeOffset="79378.88">21404 6484 1974 0,'2'-8'0'0,"-2"4"0"0,1 2 0 0,-1 2 0 0,0 11 0 0,-3 16 0 0,-9 14 885 0,-9 19-424 0,-5 13-212 0,-7 16-106 0,-9 18 76 0,-12 21-219 0,1-12 0 0,-3 8 0 0,-3 1 0 0,1 3 0 0,-3-2-240 0,-7 20-189 0,9-18 227 0</inkml:trace>
  <inkml:trace contextRef="#ctx0" brushRef="#br0" timeOffset="86548.32">6479 8920 1030 0,'-8'-2'0'0,"3"-1"0"0,2 3 0 0,3 5 0 0,0 10 0 0,1 2 0 0,8 7 0 0,6 2 606 0,2 6-283 0,2 3-141 94,1 5 259-94,-3 0-205 0,0 0-99 0,-2-2-36 0,-1 3-31 0,-2-4 0 0,-4 6-21 0,1-10-168 0,-6-3 79 0,-1-1 40 0,-1-6 0 0,1 3-112 0,-2-12 71 0,0-6 40 0,0-4 0 0,0-4-498 0,-2 0 176 0,0-3-325 0,-1-13 308 0,-2-8 151 0,0-3 74 15,0-4-262-15,0-2 169 0,-7-5 74 0</inkml:trace>
  <inkml:trace contextRef="#ctx0" brushRef="#br0" timeOffset="86760.6">6474 9051 1362 0,'-10'-29'0'0,"-2"0"0"0,3 5 0 0,3 6 0 0,4 6 0 0,2 0 0 0,0 6 0 0,13 0 274 0,9 4-117 0,6 1 326 15,4-1-222-15,8 2-100 0,-3 0-66 0,0 3 158 16,2 12-107-16,0 3-53 0,0 5-27 0,2 6-44 16,-10 1-9-16,-5 5 24 15,-4 3 1-15,-8 4-88 0,-8-1 43 0,1 7 11 0,-7-6-96 0,-7-1 65 16,-12 0 32-16,-7 2 3 0,-7-7 8 0,-4 3 22 15,1-10-57-15,-2-9-19 16,2-1 9-16,2-8 0 0,3-3 13 0,1-1-327 16,8-7 161-16,4 0 83 0,6 0 40 0,8-7-307 15,4-2 155-15,0-3 76 0,7 1-542 0</inkml:trace>
  <inkml:trace contextRef="#ctx0" brushRef="#br0" timeOffset="86944.18">6959 9471 3224 0,'3'5'0'0,"0"0"0"0,0 2 0 0,-1 1 0 0,-1 2 0 0,2 2 0 0,-1 0 0 0,-1 2 0 0,-1 3 0 0,0 3 0 0,3-3 0 0,-1 4 0 0,-1-1 128 0,1 0-45 0,-2-3 1 0,4 0-901 0,-1-2 427 0,0 2 225 0,2-9-304 0,-2-1 254 0</inkml:trace>
  <inkml:trace contextRef="#ctx0" brushRef="#br0" timeOffset="87056.75">7150 9027 1672 0,'3'-8'0'0,"-2"-3"0"0,3 5 0 0,-2-1 0 0,1 4 0 0,0-3 0 0,0 4 542 16,2-1-251-16,-2 3-126 0,3 0-369 0,-1 5 122 15,1 6 70-15,-1 4 21 0,0 5-901 0</inkml:trace>
  <inkml:trace contextRef="#ctx0" brushRef="#br0" timeOffset="87190.24">7199 9372 1567 0,'-10'3'0'0,"2"2"0"0,2 0 0 0,0-2 0 0,2 3 409 0,2-1-189 0,2 0-91 16,0 0-45-16,0-3 606 0,2 3-325 0,2 1-154 15,7-2-91-15,-2-1-351 0,3 3 135 0,2-1 67 16,-2 1-1039-16</inkml:trace>
  <inkml:trace contextRef="#ctx0" brushRef="#br0" timeOffset="88647.79">7680 9312 1478 0,'3'-8'0'0,"5"1"0"0,5 3 0 0,4 1 0 15,10 2 411-15,5-2-176 0,7 3-103 0,4-1-47 0,2-3 361 16,3 4-203-16,1-3-102 0,5-2-42 0,-9 0 6 16,-3 0-33-16,-2 1 0 0,-4-1-160 0,-3 2 63 15,1-4 42-15,-14 5-500 16,-2 1 260-16,-5-1 132 0,-2 2 64 0,-4 0-834 0,-2 2 367 0</inkml:trace>
  <inkml:trace contextRef="#ctx0" brushRef="#br0" timeOffset="89071.92">8057 9559 1736 0,'-19'2'0'0,"-1"1"0"0,0 1 0 0,-2-1 0 0,5 1 0 0,1-3 0 0,-3 4 0 0,2-5 0 0,-1 2 150 16,-2 1-45-16,4 1 116 0,1-1-91 0,3 4-45 15,-3 1 0-15,1 2 30 0,7 4-43 0,-1 0 0 0,3 3-33 16,2 3 92-16,1 4-46 0,1 2 10 15,1-2-56-15,0 1 3 0,0 1-3 0,1 1 0 16,4-3-1-16,0 5 11 0,2-7-11 0,-4-5-34 16,4 0 35-16,0-3 0 0,-2-3 0 0,3 1-34 15,1-7-9-15,-2-2 43 0,3-3 0 0,0 0-126 16,2-1 58-16,3-9 21 16,-3-5-6-16,1-4-158 0,0-3 89 0,-3-1 33 15,3-2-126-15,-3-2 68 0,-1 0 48 0,-1 1-18 110,-3 1 26-110,0 1-7 0,-2 1 0 0,1-5 77 0,-2 9-23 0,0 4-5 0,-2 3-29 0,0 3 319 0,0 2-150 0,0 3-67 0,-4 4-38 0,1 11 10 0,1 6-1 0,0 8 289 0,2 1 4 0,0 6-147 0,0-4-180 0,3 2 0 0,6-2 0 0,2-1 0 0,2-3 0 0,3 4 0 15,-1-10 0-15,3-1 0 0,-1-5 0 0,4-5-211 0,-1-2 29 0,0-3 68 0,-3-2 61 0,-3 0-616 16,3-9 315-16,-7-3 158 0,1-5-457 0,-1 0 297 15,-4 0 164-15</inkml:trace>
  <inkml:trace contextRef="#ctx0" brushRef="#br0" timeOffset="89403.28">8165 9501 1498 0,'0'-8'0'0,"0"1"0"0,0 0 0 0,0 0 0 0,4 3 0 15,1-3 0-15,4 6 574 0,2-2-267 0,2 3-135 0,1 0-66 0,0 0 54 16,1 0-51-16,1 4-40 15,-2 6 0-15,-3 4-187 0,-1 0 79 0,-1 2 39 16,-5 1-229-16,-2 1 129 0,-2 0 69 0,0 0 30 16,-8 1 0-16,-4-2 40 0,0 0-56 0,-3 0 356 15,1-5-186-15,-1 2-69 0,5-4-47 0,-2-3 195 16,2 2-88-16,3-6-62 0,5 1 17 0,2-3 86 16,0 1-176-16,5-2-9 0,10 0 0 0,4 0 0 15,5-4 0-15,2-6-186 16,0 3 5-16,3-3 110 0,0-1 65 0,-3 3-671 94,-2-1 293-94,-4 1 179 0,-2 1 52 0,-4 2-173 0,-1-6 133 0,-5 7 83 0,-5-2 35 0,-2-2-403 0</inkml:trace>
  <inkml:trace contextRef="#ctx0" brushRef="#br0" timeOffset="89608.42">7815 8702 1426 0,'-6'-16'0'0,"0"5"0"0,5 1 0 0,1 4 0 0,1 1 0 0,9 0 404 0,7 3-188 0,3 2-88 0,2 0-45 0,1 4 135 0,3 6-90 0,0 2-36 0,-6 3 13 0,0 4-33 0,-1 3 0 0,-7 5-189 16,-7 2 78-1,0 6 49-15,-5-2-11 0,-3 0-93 16,-11 2 66-16,-8-2 33 0,-4 3 0 0,-6-2-114 0,2-7 62 0,-4-3-21 15,-2-6 35-15,4-3 0 0,3-6-33 0,-3 0-225 16,12-9-11-16,6 0 132 0,7-11 66 0,7-10-311 16,0-5 189-16,15-7 84 0</inkml:trace>
  <inkml:trace contextRef="#ctx0" brushRef="#br0" timeOffset="89768.32">8057 8644 1401 0,'6'-12'0'0,"1"4"0"0,-3 4 0 0,-1 2 0 0,-2 2 0 0,-1 4 0 0,0 14 0 0,-2 6 0 0,-6 2 676 15,0 5-319-15,3 1-159 0,0 0-71 0,3 1 350 16,2-1-220-16,0-2-109 0,0 2-55 0,7-4-92 16,8 6 10-16,4-10-154 0,7-3 91 0,2-5 45 15,5-5 0-15,4-6 45 0,0-3 10 0,-1-2-10 16,-4-4 1-16,-1-14-1657 0</inkml:trace>
  <inkml:trace contextRef="#ctx0" brushRef="#br0" timeOffset="90078.47">8299 8494 1289 0,'2'-8'0'0,"5"7"0"0,1-2 0 0,3 1 0 0,5 2 0 0,2 0 244 0,4 0-93 0,-1 5-61 16,0 4 193-16,-1 4-122 0,-1 0-62 0,-3 3-25 47,0 5-26-47,-9-1-10 0,-5 2 0 0,-2 3-79 15,0 1 40-15,-15 2 0 0,-6-1 48 0,-6-3-45 0,-2-3 36 0,-1-3 1 0,-3-1 23 0,2-3 10 0,6-7-33 16,5 1-2-16,3-6 87 0,7-2-47 0,0 0 0 0,5 0-25 16,5 0-14-16,3 0 1 93,17-7-1-93,7-5-40 0,2 0 0 0,7 1 50 0,1 2-10 0,-1 1-324 0,3 1 146 0,-2 3 83 0,1 1 42 0,3 0-2 0,-5 3-35 0</inkml:trace>
  <inkml:trace contextRef="#ctx0" brushRef="#br0" timeOffset="90224.77">8710 9293 1519 0,'-25'9'0'0,"13"-1"0"0,4-3 0 0,7 2 0 0,1-2 467 0,1-3-215 0,13 3-97 0,8-5-64 0,7 0 266 15,2 0-160-15,5-2-79 0,5-6 58 0,4 0-60 16,-6 2-44-16,-1 1 1 0,-1-2-455 0,2 2 210 15,-4 1 105-15,0 1-612 0,-9-2 344 0,-4 5 175 16,-6-2 87-16,-5 2-650 0,-4 0 343 0</inkml:trace>
  <inkml:trace contextRef="#ctx0" brushRef="#br0" timeOffset="90401.96">9017 9012 1738 0,'-2'3'0'0,"0"1"0"0,0 8 0 0,2 2 0 0,0 8 0 0,0 5 0 0,0 5 360 0,0 8-161 0,4 2 378 16,1 2-270-16,2 4-134 16,0 3-59-16,-4-6-84 0,2-1 8 0,0-5-1 0,-1 1 1 0,0-6-484 47,3 5 251-47,-2-13 112 0,2-5 60 0,-1-7-751 0,0-4 396 0,3-5 197 0,-1-5-366 0</inkml:trace>
  <inkml:trace contextRef="#ctx0" brushRef="#br0" timeOffset="90558.39">9285 9238 1664 0,'15'-17'0'0,"8"4"0"0,6-1 0 0,1 6 0 0,1 1 0 0,3 0 0 0,2 1 341 0,1 0-152 0,6 1-66 0,-7 2 225 0,-4 1-155 0,-2 1-78 0,-1-1-38 0,1 2-366 0,-10 0 156 0,-4 0 85 0,-2 0 41 0,-4 0-694 0,-6 0 356 0,-1 8 180 31</inkml:trace>
  <inkml:trace contextRef="#ctx0" brushRef="#br0" timeOffset="90867.37">9483 9348 1101 0,'-3'16'0'0,"2"6"0"0,1 3 0 0,0 4 0 0,0 7 0 0,0-1 0 0,0-2 461 16,0 1-214-16,0-1-107 15,1-2-52-15,-1 3 209 0,0-9-137 0,0-1-63 0,0-6-31 0,-1-3 41 16,-2-6-36-16,0 0 9 15,1-9 0-15,0 0 0 0,2 0-44 0,0-7 2 16,0-4-1-16,6 0 9 0,4-1-9 0,5 2-40 16,4 3 40-16,0 0-1 0,1 7 1 0,3-3 39 15,-2 3-39-15,-1 0 0 16,0 8 0-16,-4 4-35 0,-3 5 35 0,1 5 9 0,-10 0-25 0,-3 3 12 16,-1 2 3-16,-3 0 58 0,-13-2-29 15,-4 4-31-15,-2-7-34 0,-4-4 0 16,1-2 0-16,-2-5 0 0,-2-1 0 0,6-6 0 15,0-4 0-15,4 0 0 0,1-7 0 0,6-9-617 16,-2-8 284-16,11-2 133 0,1-7-642 0,2-5 402 16,0-4 202-16,11-1-411 15</inkml:trace>
  <inkml:trace contextRef="#ctx0" brushRef="#br0" timeOffset="91135.76">9675 9455 1396 0,'20'-18'0'0,"2"3"0"0,1 4 0 16,2-1 0-16,-6 9 0 0,0 1 0 0,-3 2 277 0,0 0-120 0,0 8 181 0,-1 4-142 0,-4 3-83 15,-3 3-39-15,-5 3 44 0,-1 2-41 0,-2 1 1 32,0 0-32-32,-5-2 25 0,-7-2-34 0,-1-3 0 0,-1 0 0 0,0-4 202 0,0 3-92 0,2-9-59 15,2 1 208-15,1-4-187 0,5-4-109 0,1 0 0 16,3 0 0-16,0 0 0 0,3-4 0 0,13-9 0 16,0-1 0-16,7-3 0 109,1-1 0-109,-1-1 0 0,1 0 0 0,2 0 0 0,-4-1 0 0,1 3-769 0,0-4 196 0,-8 6 272 0,-2-2 133 0,-3 0 65 0,-5-1 33 0</inkml:trace>
  <inkml:trace contextRef="#ctx0" brushRef="#br0" timeOffset="91272.79">9380 8515 1897 0,'-11'1'0'0,"3"-1"0"0,5 4 0 0,3 1 0 0,0 1 0 0,0 3 136 0,2-1-54 0,9 1-1 0,3-1 372 0,3 1-208 31,2 3-104-31,3 1-306 0,-2-2 96 0,0 1 53 0,0 2 26 0,2-3-724 32,-3 1 376-32,3 1 196 0</inkml:trace>
  <inkml:trace contextRef="#ctx0" brushRef="#br0" timeOffset="91434.64">9690 8482 1460 0,'0'0'0'0,"0"0"0"0,0 3 0 0,0-2 0 0,0 7 0 0,0 5 0 0,0 5 0 0,0 10 431 0,0 8-202 0,-3 6-96 0,0 8 467 0,-5 7-282 0,-1 4-131 0,0-7-28 0,0-4-62 0,-1-3-29 0,0-4-1 0,0-9-501 0,2 2 245 0,0-16 108 0,5-6 59 0,0-12-722 0,3-2 390 0,0 0 100 16,0-16 128-16</inkml:trace>
  <inkml:trace contextRef="#ctx0" brushRef="#br0" timeOffset="91640.67">9897 8418 1387 0,'22'-11'0'0,"-4"6"0"0,1 3 0 0,-4 2 0 0,-3 0 0 0,-1 7 244 0,-2 7-94 0,-6 3 185 15,-3 1-149-15,0 2-75 0,-1 3-37 0,-10-1 285 16,-5 5-153-16,0-6-88 0,-3-1-42 0,0-3 88 15,2-3-63-15,3-2-33 0,0 0 10 0,5-7 44 16,4-3-43-16,5 2-6 0,0-4-73 0,1 0 0 16,12 0 0-16,9 0 0 0,4 0 0 0,7-4 0 15,3-2 0-15,7-2-403 0,5-1 151 0,-2 1 92 16,1 2 84-16</inkml:trace>
  <inkml:trace contextRef="#ctx0" brushRef="#br0" timeOffset="92178.89">10747 8869 1741 0,'0'-12'0'0,"0"0"0"0,-3 4 0 0,0 2 0 0,-4 4 0 0,-3 2 0 0,-5 0 0 0,-3 11 0 0,-7 9 0 0,0-1 233 16,-5 5-97-16,-4 3 65 0,1-1-82 0,0 2-41 15,-6 2 10-15,7-5-17 0,2-3 0 0,2 0-33 16,5-6 0-16,5-1 29 0,3-4 9 0,10-8-38 16,5-3 0-16,0 0 107 15,2 0-54-15,9 0-26 0,8 0 9 0,1 0-10 16,3 0-26-16,4 0-113 0,2 0 57 0,-1 0 27 15,4 10 10-15,-4-3-448 0,-1 5 214 94,-1 0 116-94,-3 3 32 0,-1-1-731 16,4 3 370-16,-8-2 200 0</inkml:trace>
  <inkml:trace contextRef="#ctx0" brushRef="#br0" timeOffset="92284.17">10292 9404 2239 0,'-23'-2'0'0,"5"-1"0"0,4 3 0 0,5 0 0 0,9 0 0 0,0 0 0 0,5 6 0 0,15-2 383 0,9-2-173 0,1 1-76 0,4-1 287 16,4 1-191-16,1-2-97 15,1 2-47-15,4 2-375 0,-8-4 158 0,2 3 85 0,-3 0 41 0,-1-1-295 16,0 3 168-16,-1 1 95 0,-9 1-742 0,-6-1 397 16,-5 1 92-16</inkml:trace>
  <inkml:trace contextRef="#ctx0" brushRef="#br0" timeOffset="92450.21">10939 8738 2172 0,'0'-6'0'0,"0"0"0"0,0 4 0 0,3 2 0 0,1 0 0 0,0 16 0 0,-1 16 0 0,-2 11 919 0,1 13-440 0,-2 12-213 0,0 7-171 0,0 13-95 0,-2 13 0 0,0 6 0 0,0-2-80 0,2 12 15 15,0-21 47-15</inkml:trace>
  <inkml:trace contextRef="#ctx0" brushRef="#br0" timeOffset="101065.25">11205 9607 2259 0,'12'-2'0'0,"-2"-2"0"0,0 3 0 0,3 1 0 0,-4 0 0 0,-4 1 0 0,0 8 0 0,1 0 0 0,-5 5 280 0,2-1-112 0,-3 1-70 0,0 2-32 0,0 1 0 0,-10 1-29 16,0 4 0-16,-7 2-162 0,0 1 77 0,-5 1 42 0,1 1 0 0</inkml:trace>
  <inkml:trace contextRef="#ctx0" brushRef="#br0" timeOffset="101723.39">7782 10564 2460 0,'-22'0'0'0,"3"0"0"0,9 0 0 0,0 0 0 0,10 8 0 0,2-1 0 0,16-4 0 0,8 3 0 0,4-2 0 0,8-4 295 0,-1 0-134 0,5 0-61 0,-3 0 33 0,0 0-48 0,-3 0-24 0,3 0-47 0,-9 0 23 0,-6 0 1 0,-3 11-1 0,-6 4-71 0,-9 9 36 0,-4 5 9 0,-2 3 26 0,-22 7 51 16,-6 2-25-16,-9 0 0 0,-3-4 41 0,-7 3-24 15,6-13-9-15,2-6-216 16,0-6 89-16,6-5 42 0,5-7 0 0,4-1-183 15,11-2 105-15,9-8 54 0,4-13 29 0,5-3-790 16,16-5 371-16,8-1 201 0,4-5 94 0</inkml:trace>
  <inkml:trace contextRef="#ctx0" brushRef="#br0" timeOffset="101890.37">8199 10478 2500 0,'-10'-2'0'15,"-6"2"0"-15,3 0 0 0,-1 7 0 0,1 10 0 0,-2 5 0 0,3 2 0 0,2 6 0 0,1 3 434 0,8 0-198 0,1 2-99 0,0 0 411 0,5 0-472 16,11 1-76-16,6-11 0 0,4 1 0 0,1-5 0 16,6-1 0-16,0-4 0 0,6 2 0 0,-3-8 0 15,-2-1 0-15,0-5-478 16,0 0 116-16,-2-4 199 0,0 0-945 0,-12-1 540 0</inkml:trace>
  <inkml:trace contextRef="#ctx0" brushRef="#br0" timeOffset="102150.43">8450 10418 2147 0,'-10'4'0'0,"-2"4"0"0,6-1 0 0,6 3 0 0,0 0 0 0,3 0 0 0,14-1 0 0,5 2 550 16,4-3-262-16,4-3-115 16,4-2-73-16,1-1-37 0,-1 0-1 0,4-2-15 0,-6 0-221 0,1 0 105 15,-6 0 54-15,-4 0 26 16,-5 0-99-16,-3 0 72 0,-11 0 22 0,-4 0 118 0,0 4-42 0,-16 9-1 15,-8 5-99-15,-5 3 229 16,-5-2-119-16,-3 5-34 0,-2 0-14 0,2 1-2 16,2 2 21-16,-1-3-19 0,10-5-308 0,4-2 148 47,4-2 86-47,3-4-721 0,10-1 359 0,-1 2 187 0,6-5 59 0,8-3-641 0,10-3 374 0</inkml:trace>
  <inkml:trace contextRef="#ctx0" brushRef="#br0" timeOffset="102308.37">8876 10709 1794 0,'-7'3'0'0,"0"3"0"0,-2 0 0 0,-2 3 0 0,-1 1 0 0,-3 4 0 0,-1 2 0 0,-2 4 667 0,-3 3-315 0,-4 4-148 0,3-2-16 0,1 1-76 16,0-1-37-16,0-1-126 0,0 0 53 0,5-6-9 15,1-4 45-15,4-5-746 0,5-2 373 0,4-7 186 16,2 0 103-16,0-1-881 0</inkml:trace>
  <inkml:trace contextRef="#ctx0" brushRef="#br0" timeOffset="102658.15">9028 10624 2961 0,'2'4'0'0,"2"-2"0"0,-3 8 0 0,0 0 0 0,0 5 0 0,1 3 0 0,-2 5 0 0,1 1 0 0,1 0 383 0,1 2-173 0,3-4-54 0,1 1-50 0,3-6-39 0,3-4-19 0,2-7-225 0,1-2 98 0,4-4 58 0,2 0 38 0,-3-14-437 0,1-5 229 0,-2-6 114 0,-1-4 57 0,-6-2-259 0,-1-1 148 0,-7 3-55 0,-3-2 215 0,0 4-33 0,-5 1 0 0,-10 0 90 0,-2-4-71 0,-6 10-21 0,-3 5-1 0,-3 4 205 0,1 4-115 0,-1 7-8 47,-3 0-48-47,8 0 19 0,5 14-1 0,2 3 15 0,7 5 0 0,4 1-514 0,3 2 234 0,3-2 107 0,9 2-694 0,5-2 385 0</inkml:trace>
  <inkml:trace contextRef="#ctx0" brushRef="#br0" timeOffset="102742.15">9527 10764 1139 0,'0'0'-2'0,"0"0"1"0,0 3 0 0,0-1 281 0,0 2-122 0,0 1-51 0,0 1-40 0,0 4 739 0,-2 1-384 0,-4 3-193 0,-2 3-96 0,-1 3 110 0,0 1-108 0,-2-1-49 16,4 0-572-16,-4-5 262 0,4 2 130 0,-3-2-897 16,7-7 499-16,0-4 250 15</inkml:trace>
  <inkml:trace contextRef="#ctx0" brushRef="#br0" timeOffset="102886.35">9697 10498 1364 0,'4'2'0'0,"2"1"0"0,-1 1 0 0,1 3 0 0,1-2 311 16,2 4-137-16,1 0-70 0,0 3-33 0,4 2 379 16,1-1-212-16,1 1-100 0,-3-1-394 0,4 1 146 15,0-1 82-15,0-1-840 0,-1-4 416 0,2-3 208 16</inkml:trace>
  <inkml:trace contextRef="#ctx0" brushRef="#br0" timeOffset="103054.53">9985 10310 1349 0,'0'0'0'0,"0"0"0"0,0 0 0 0,0 0 0 0,0 1 0 0,0 13 752 0,0 8-358 0,0 7-179 0,0 13-80 0,-2 7 244 0,-3 8-171 0,-5 6-87 16,0 3 213-16,-2-1-290 0,-1 6-44 0,-1-12 0 16,4-10 0-16,2 0 0 0,2-6 0 0,4-3-717 15,0-1 356 1,2-14 195-16,0-8 101 0</inkml:trace>
  <inkml:trace contextRef="#ctx0" brushRef="#br0" timeOffset="103303.55">10094 10444 1863 0,'17'-7'0'0,"6"2"0"0,4 3 0 16,4 0 0-16,-2-1 0 0,-2 2 0 0,4 1 348 0,-3 0-157 0,3 0-77 0,-1 1 66 15,-5 3-77-15,-2 2-34 0,-4-1 1 0,-5 1-97 16,-2-1 31-16,0-1 9 0,-11 1 22 0,-1 2 57 16,0-1-28-16,-9 2-1 0,-7 4 71 0,-3 2-41 15,-1-2-33-15,-3 4 29 0,-3 3-27 0,-2 2 1 16,-4 1-28-16,-2 5-306 47,3-1 149-47,0 0 78 0,1 1 40 0,2 0-778 0,7-4 381 0,-5 2 150 0</inkml:trace>
  <inkml:trace contextRef="#ctx0" brushRef="#br0" timeOffset="103529.34">10572 10718 1635 0,'-1'9'0'0,"-3"1"0"0,-3 0 0 0,0 1 0 0,-3-1 118 0,-1 3-42 16,-2-1 0-16,-4 2 627 0,0-2-338 0,-2 5-165 0,-2-2-83 0,-1 2 13 0,-5 3-38 0,4 0-33 15,-2-2-1-15,3-1-535 79,5-3 255-79,6-2 129 0,0-4-710 0,11-6 400 0,0-2 198 0</inkml:trace>
  <inkml:trace contextRef="#ctx0" brushRef="#br0" timeOffset="103732.53">10772 10528 1744 0,'1'7'0'0,"1"1"0"0,0 3 0 0,-2 4 0 0,0 6 0 0,0 3 537 0,0 5-251 0,-4 4-126 0,-1 1-62 0,4 0 689 0,1 3-468 0,0-8-319 0,0-3 0 0,6-4 0 16,9-3 0-16,3-6 0 15,5-4 0-15,-2-9 0 78,3-2 0-78,0-13-240 0,-2-12-2 0,-3-3 138 0,1-5 79 0,-10 2-165 0,-6-2 110 0,-1-1-103 16,-3 1 81-16,-3 1 12 0,-7-6 19 0,-5 7 9 0,-1 2 27 0,-7 3 118 0,-1 4-59 0,-4 7-30 0,-5 2 82 0,6 11-52 0,-2 4-29 0,5 0-93 0,4 15 31 0,1 5 29 0,8 8 52 0,6 6-810 16</inkml:trace>
  <inkml:trace contextRef="#ctx0" brushRef="#br0" timeOffset="111865.43">13989 8645 1301 0,'-8'-20'0'0,"1"3"0"16,4 7 0-16,0 3 0 0,3 5 0 0,0-3 255 0,0 5-113 0,1 0-52 0,11 7-25 0,1 5 307 15,4 5-166-15,-1-1-74 0,-1 2-52 16,0 0 102-16,0 0-72 0,-4 3-36 0,2-1-80 0,0 2 11 15,-3-3 33-15,-2 3-353 0,-1-1 177 0,-2-3 88 16,-2 6 44-16,0-1-654 16,-3-2 293-16,0-2 176 0,0 0 26 0,-6-2-187 15</inkml:trace>
  <inkml:trace contextRef="#ctx0" brushRef="#br0" timeOffset="112099.75">13845 8946 1545 0,'-22'-2'0'0,"4"2"0"0,2-4 0 0,9 4 0 0,4 0 0 0,3 0 0 0,0 0 363 0,9 0-162 0,7 6-72 15,9-3-49-15,4-2 442 16,6-1-242-16,0 0-120 31,3 0 161-31,3 0-132 0,-3-1-79 0,-3-4-410 0,0 1 169 0,-2 3 85 0,-1-2 42 0,3 2-701 0,-8-2 367 0,-5 3 188 94,-5 0 89-94,-5 3-814 0,-6 6 418 0</inkml:trace>
  <inkml:trace contextRef="#ctx0" brushRef="#br0" timeOffset="112217.06">13876 9036 1018 0,'-18'7'0'0,"5"3"0"0,1 4 0 0,12 1 0 0,0 2 0 0,2 3 198 0,9 4-79 0,6 0-40 0,0 6 460 0,0-5-255 0,-2 7-123 0,-3 0 111 0,-4 4-117 0,-4 3-58 16,-2 7-20-16,-2-8-101 0,-2-1 31 0,-10 0 0 31,-7 0 32-31,-2-7-200 0,-3 6 110 0,-1-16 40 0,-2-3 24 0,-2-8-136 0,3-3 81 0,-1-6 40 15,2 0-483-15,9-6 237 0,7-14 43 0,6-6-258 16,3-4 212-16,0-10 106 0</inkml:trace>
  <inkml:trace contextRef="#ctx0" brushRef="#br0" timeOffset="112407.19">14734 8707 1913 0,'24'-9'0'0,"-1"7"0"0,-5 2 0 0,-3 3 0 0,-5 12 0 0,-3 7 0 0,-7 6 0 0,0 5 0 0,-6 3 648 0,-10 10-306 0,-6 7-144 0,0-1 75 0,-4 0-118 0,-2 3-59 0,1-3-34 47,-1-2-26-47,-1 6 10 0,4-12-9 0,0-5-536 0,-2-3 268 0,1-5 134 0,2-1 68 0,-5-2-747 0,7-16 393 0,-1-9 85 0,0-3 135 0</inkml:trace>
  <inkml:trace contextRef="#ctx0" brushRef="#br0" timeOffset="112556.44">14354 9004 2246 0,'3'0'0'0,"4"1"0"0,0 6 0 0,5 0 0 0,4 8 0 0,6 2 0 0,4 7 457 0,5 5-210 0,2 6 159 0,3 0-185 0,4 6-81 0,-5-5-56 0,-2-2-169 0,-1-6 62 0,-2-1 30 0,0-3 1 0,-1 0-671 15,-10-10 346-15,-4-2 178 0,-5-4 88 0,-4-2-827 16</inkml:trace>
  <inkml:trace contextRef="#ctx0" brushRef="#br0" timeOffset="112710.68">14550 8832 1478 0,'0'0'0'0,"0"-1"0"0,0-2 0 0,0 1 0 0,0 2 0 0,0 0 297 16,5 0-129-16,4 0-65 0,2 3-24 0,-1 6 62 0,5 0-52 0,2 4-25 31,0 1 0-31</inkml:trace>
  <inkml:trace contextRef="#ctx0" brushRef="#br0" timeOffset="112928.31">15082 8973 2787 0,'-14'-2'0'0,"3"-5"0"0,3 4 0 0,3-1 0 32,1 1 0-32,4 1 0 0,0 2 0 0,14 0 384 0,6 0-174 0,3 0-118 0,5 0-18 0,2 0-9 0,3 0-28 0,0 0-592 0,2 0 297 0,2 0 156 15,-5 0 65-15,-3 0-320 0,-1 0 197 0,-3-1 99 0,-6 0 49 0</inkml:trace>
  <inkml:trace contextRef="#ctx0" brushRef="#br0" timeOffset="113154.02">15242 8707 1224 0,'-9'3'0'0,"4"6"0"0,3 1 0 0,-2 10 0 0,4 10 0 0,0 11 0 0,5 13 676 0,5 7-324 0,3 5-149 15,2 2-87-15,0 3 260 0,0-1-169 0,-2 1-76 110,-3-13-51-110,-2-5-334 0,-1-2 146 0,-1 2 72 0,-3-5 37 0,-1 1-296 0,0-18 162 0,-2-9 85 0</inkml:trace>
  <inkml:trace contextRef="#ctx0" brushRef="#br0" timeOffset="113238.16">15265 9114 1428 0,'-13'5'0'0,"-2"4"0"0,5 3 0 0,-4 6 0 0,-2 6 0 0,-1 4 0 0,-5 6 653 0,0 8-299 0,0-1-164 0,1-3-76 16,3 2-48-16,1-2-1 0,5-5-28 0,0 2 9 0,7-16-635 16,5-5 313-16,0-8-284 0</inkml:trace>
  <inkml:trace contextRef="#ctx0" brushRef="#br0" timeOffset="113446.34">15334 9145 2279 0,'5'0'0'0,"0"0"0"0,0 0 0 0,0 0 0 0,2 0 0 0,-3 2 0 0,3 6 0 0,1-1 0 0,-1 5 534 0,1 0-240 0,0 2-133 0,2 0-61 0,0-1-583 0,5 1 260 0,-2-3 130 0,4 1-950 0</inkml:trace>
  <inkml:trace contextRef="#ctx0" brushRef="#br0" timeOffset="113653.57">15691 8797 1154 0,'6'-9'0'0,"-1"1"0"0,5 0 0 0,-2 6 0 0,0 2 246 62,0 0-104-62,3 0-52 0,-2 12-27 0,1 0 363 0,0 5-199 0,-2 4-95 0,-1 4-48 0,-1 3 77 0,0-1-62 0,-1 7-22 0,-2-4 78 16,-2 1-59-16,1 1-30 0,0 2 161 0,-1-1-95 0,2 4-38 31,-1-11-33-31,4 3-53 0,2-2 0 0,1-5 29 0,4-1 0 0,2 4-125 0,-1-8 57 0,2 0 34 0,0 1 1 0,-3 0-414 31,-2 0 218-31,2 6 79 0,-9-1-525 0,-2 2 301 0,-2 3 150 0,-2 2-277 0,-11 1 213 0,-5 3 98 0,-4-3 63 0,-1-6-234 16,1-8 144-16,-3-7 72 0,2-10 35 0</inkml:trace>
  <inkml:trace contextRef="#ctx0" brushRef="#br0" timeOffset="113780.58">15776 9121 1404 0,'-4'0'0'0,"-2"0"0"0,3 0 0 0,-5 7 0 0,1 10 0 0,-1 7 0 0,-4 7 0 0,1 7 614 0,-4 5-289 15,0 8-135-15,-3-3 35 0,4-5-94 16,-1-2-47-16,4-4-629 0,-3-3 300 0,9-19 136 16,2-4 73-16,1-11-877 0</inkml:trace>
  <inkml:trace contextRef="#ctx0" brushRef="#br0" timeOffset="113908.38">15719 9349 2202 0,'8'7'0'0,"0"-2"0"0,5 2 0 0,2 3 0 0,4 0 0 0,2 1 0 0,8 5 0 0,1-2 505 0,3 0-234 0,0 0-118 16,2-3-57-16,0 0-161 0,4 1 60 0,-7-4 17 16,-2-3-658-16,0-5 342 0</inkml:trace>
  <inkml:trace contextRef="#ctx0" brushRef="#br0" timeOffset="114080.28">16367 8754 2022 0,'-10'4'0'0,"-1"8"0"0,1 3 0 0,1 11 0 0,-7 6 0 0,-3 6 0 0,-6 13 405 15,2-4-184-15,0 1-93 0,2-2 136 0,3-5-114 16,3-6-57-16,5 0-640 15,8-16 287-15,2-4 147 0,0-6 75 0</inkml:trace>
  <inkml:trace contextRef="#ctx0" brushRef="#br0" timeOffset="114218.84">16292 9056 1156 0,'0'0'0'0,"2"0"0"0,-1 0 0 0,4 0 0 0,0 0 0 0,0 0 587 0,4 4-275 0,0 3-130 0,1-1-77 0,0 3 117 0,1-1-93 0,2 1-47 0,2-2-23 0,3 1-621 0,0-5 295 0</inkml:trace>
  <inkml:trace contextRef="#ctx0" brushRef="#br0" timeOffset="114476.23">16724 8891 1735 0,'-2'0'0'0,"-1"0"0"0,0 0 0 0,0 0 0 0,-3 0 0 0,1 4 0 0,-3 7 214 0,-1 4-89 0,-2 3-45 0,1 3 2 16,-2 0-23-16,-3 3 9 15,4-2-32-15,-3 0-502 0,4-3 250 0,1-2 126 63,0-3 70-63,4-4-617 16,0-5 301-16,4-5 150 0,1 0 39 0,0 0 56 0,0 0 18 0,0-8 455 0,6 1-209 0,2-2-105 0,4 4-52 0,-1-2 256 0,5 4-163 0,-2 0-68 0,1 0-39 0,3 2 645 0,0 1-307 0,0 0-150 62,2 0-68-62,-2 0 72 16,0 0-79-16,0 4-39 0,-2-1-458 0,-1 4 210 0,0-2 112 0,-5 2-759 0,-4 1 427 0</inkml:trace>
  <inkml:trace contextRef="#ctx0" brushRef="#br0" timeOffset="114597.16">16397 9305 1149 0,'-5'0'0'0,"2"0"0"0,1 0 0 0,2 0 0 0,0 0 0 0,5 0 0 0,12 0 441 0,2 0-203 0,7 0-101 16,4 0-41-16,1 0 264 0,0-1-161 0,1-5-82 15,0 1-393-15,-2 1 155 16,-1 1 88-16,-7-2-682 0,-4 5 356 0,-7-2 179 0</inkml:trace>
  <inkml:trace contextRef="#ctx0" brushRef="#br0" timeOffset="114868.28">16593 8974 1598 0,'0'18'0'0,"-8"4"0"0,5-1 0 0,-1 5 0 0,-4 4 0 0,-5 2 0 0,2 2 0 0,-5 3 154 0,0-4-63 0,1-3-48 0,-2-1-8 0,2-2 1 0,2-1 0 0,-1 0-149 16,4-6 69-16,2-6 40 0,3-4 1 0,3-5-15 31,-1-3 27-31,3 1 9 0,0-3 18 0,3 0 53 16,7 0-93-16,5 0 21 0,4 0 321 0,4 0-146 15,2-3-89-15,2 2 108 0,1-3-88 0,1 2-43 0,1-2-1 0,4 1-210 16,-7 0 79-16,4-2 44 0,-2 3 0 0,0-4-611 16,-1 2 316-16,7-3 172 0,-8 3 38 0</inkml:trace>
  <inkml:trace contextRef="#ctx0" brushRef="#br0" timeOffset="115016.57">16957 9024 2051 0,'4'-5'0'0,"2"0"0"0,3-1 0 0,8 2 0 0,2 1 0 0,6-1 0 0,3 0 0 0,6 3 0 0,0-1 320 0,3-2-142 0,1-1-72 15,-2 3-35-15,-2-1-403 0,2-2 193 0,-8 0 83 16,-3 0 45-16,-5 0-768 0</inkml:trace>
  <inkml:trace contextRef="#ctx0" brushRef="#br0" timeOffset="115244.72">17188 8673 1307 0,'0'17'0'0,"0"-2"0"0,0 4 0 0,0 7 0 0,3 9 144 0,4 9-54 110,0 13-18-110,-1 1 641 15,-1 2-339-15,0 4-169 0,-1-4-85 0,-1 2 298 0,-1 0-183 0,-1-16-104 0,1-4-47 0,-2-1-303 0,0-6 128 0,0 2 63 0,-3 3 41 0,-5-14-10 0,2-8 33 0,0-6-1123 0,1-9 559 0,-2-3 173 0,3-3 176 0</inkml:trace>
  <inkml:trace contextRef="#ctx0" brushRef="#br0" timeOffset="115335.84">17198 9111 895 0,'-13'6'0'0,"2"5"0"0,-3 1 0 0,1 6 0 0,1 3 0 0,-1 3 503 0,-3 0-234 0,-2 6-117 0,0-1-58 0,-6 7 316 0,7-10-192 0,0 1-92 16,4-8-45-16,5-2-411 0,2-5 182 0,2-2 101 15,4-8-791-15</inkml:trace>
  <inkml:trace contextRef="#ctx0" brushRef="#br0" timeOffset="115510.72">17218 9140 2132 0,'0'3'0'0,"3"-1"0"16,1 2 0-16,2 2 0 0,2-1 0 0,-1 4 0 0,0-1 0 0,2 1 90 78,1-2-28-78,-1 3 1 0,4-2-28 0,-1 1-7 0,2-2 7 0,-1-4 1 0,1-1-1 0,3-2-867 0</inkml:trace>
  <inkml:trace contextRef="#ctx0" brushRef="#br0" timeOffset="115613.81">17473 8918 1956 0,'3'-12'0'0,"3"-3"0"0,4 5 0 0,3 3 0 0,2-3 0 0,5 3 0 0,0 0 0 0,8 0 363 0,-1 2-169 0,2 0-79 0,4 1 2 0,0 1-40 0,1-3-1 0,3 1-31 0,-9 1-315 16,-1 2 153-16,-3-1 77 0,-4 2 37 0</inkml:trace>
  <inkml:trace contextRef="#ctx0" brushRef="#br0" timeOffset="116024.43">17590 8995 1482 0,'-8'2'0'0,"-1"-1"0"0,5 2 0 0,4-3 0 0,0 1 0 0,2-1 0 0,8 0 0 0,6 0 193 0,3 0-82 0,5 0-39 0,4 0-221 16,0-1 92-16,0-3 47 15,0 0 31-15,-5 1-613 0,-5 0 286 0,1 2 143 16,-4-1-96-16,-2 2 102 0,-8 0 66 0,-3 0 28 16,-2 6 31-16,0 1 32 15,-10 0 0-15,-3 3 183 0,-3-2-127 0,-1 1-46 0,1-1-23 0,-1 2 456 16,4-3-237-16,0 4-129 15,3-2 18-15,4 1 516 0,0 3-288 0,4 2-143 16,1-1-73-16,1 5 215 16,0 3-148-16,0 0-69 0,5 5 289 0,2-1-179 0,1 5-90 0,0 6-4 15,1-6-47-15,-3 1-1 0,-3 0-37 0,-1 1-134 16,1-2 66-16,-3 4 43 0,0-11-9 0,0-1-210 16,-8-5 121-16,-4-3 62 15,1-4 30-15,-4-1-456 0,-1-10 221 0,-2 0-88 16,3-2 142-16,-2-11 70 15,0-4 35-15,-3-5-187 16,4-1 115-16,-3-1 54 0,1-3 27 0,-1 5-97 0,-3 0 62 0,-4 3 22 0,2 10 9 0,1 1 162 16,-1 8-66-16,3 0-32 15,1 0 284-15,-1 10-168 0,6 3-70 0,4 5-12 0,3-1-30 0,2-2 32 16,6 2-22-16,0 0-382 0,0-5 182 0</inkml:trace>
  <inkml:trace contextRef="#ctx0" brushRef="#br0" timeOffset="116154.64">17848 9460 2493 0,'0'8'0'0,"2"3"0"0,8 3 0 0,2-3 0 0,0 3 0 0,0 0 0 0,3 3 0 0,0 1 0 0,-2-4 215 0,1-2-90 0,-1 2-1026 16,1-3 468-16</inkml:trace>
  <inkml:trace contextRef="#ctx0" brushRef="#br0" timeOffset="117122.56">19773 8889 947 0,'2'-42'0'0,"-2"4"0"0,0 3 0 0,0-1 0 0,0 8 0 0,0-1 0 0,0 2 78 0,-8 0 1 15,-2 3 142-15,-4 0-81 0,0 11-55 16,-5 4-1-16,-1 3-14 0,-6 6-31 0,-4 0 0 16,-6 11 9-16,-1 13 13 0,1 4-22 0,-1 3-1 15,4 2 1-15,3 0 61 0,1 2-21 0,13-8-10 16,5-1 41-16,7 1-36 0,2-3 0 0,2 0-11 16,0 0-15-16,6-4-9 0,10-2-1 0,-2 0-43 15,3 1-1-15,-1 3 54 0,1-5-9 0,-5 3 24 16,-1 1-25-16,0 2 1 0,-6 3-1 15,-2 10 212-15,-3-5-111 0,0 6-50 0,-3-1 258 0,-7 8-196 47,-4-1-151-47,3 13 0 0,-1-10 0 0,1 4 0 0,3-1 0 0,3 2 0 0,2 0 0 0,1 7 0 0,2-9 0 0,0-2 0 16,2 7 0-16,3-1 0 0,-1 7 0 0,3 11 0 16,-2-9 0-16,-4 3 0 0,1 1 0 0,-2-1 0 15,0-2 0-15,0 7 0 0,-6-15 0 0,-3-3 0 16,2-4 0-16,-1-4 0 15,2-7 0-15,1 1 0 0,2-14 0 0,2-7 0 16,1 0 0-16,0-4 0 0,0-5 0 0,0 0 0 16,0-6 0-16,0-2 0 0,0 0-461 0,3 0-93 15,3 0 257-15,4 0-817 0</inkml:trace>
  <inkml:trace contextRef="#ctx0" brushRef="#br0" timeOffset="117606.4">20234 8785 1243 0,'-8'-17'0'0,"4"2"0"0,2 1 0 0,2 1 0 0,0 7 0 0,2-7 0 0,10 9 215 47,4 3-88-47,0-2-45 0,3 3 137 0,3 0-80 0,-2 14-56 0,-5 2-34 0,3 5-10 0,-5 3-1 0,-5 8 1 0,2 2-64 0,-8 0 27 0,-2 4-1 16,0-1 38-16,-13-2 7 0,-2 0-8 0,-4 2 10 15,-5-8-10-15,-3-3 36 0,-7-3-6 0,-1-5-31 16,-2-3 24-16,-1-2-18 15,6-9-14-15,0-4-199 0,6 0 99 0,6-4 48 16,6-10 7-16,4-5-495 0,10-2 244 0,11-6 129 16,14-3 40-16,6 0-523 0</inkml:trace>
  <inkml:trace contextRef="#ctx0" brushRef="#br0" timeOffset="117795.86">20493 8707 816 0,'0'-9'0'0,"0"-1"0"0,0 5 0 0,0 1 0 16,-3 4 0-16,-7 0 724 15,-4 7-343-15,-2 12-162 0,-2 2-95 0,-2 9 533 0,2-1-310 0,2 7-154 63,3 0 133-63,-1-2-182 0,9 0-144 0,5-3 0 0,0 3 0 0,11-5 0 0,10-2 0 0,7 3 0 0,4-9-56 0,7-4-9 0,2-5 51 0,1-3-753 0,0-1 403 0,3-4 101 31,-9-4 132-31,-2 0-87 0</inkml:trace>
  <inkml:trace contextRef="#ctx0" brushRef="#br0" timeOffset="117932.22">20808 8699 1687 0,'-11'-9'0'16,"-2"0"0"-16,10 6 0 0,0 3 0 0,3-3 0 0,0 3 209 0,3 0-86 16,9 0-32-16,5 0 455 0,2 0-253 15,3 0-128-15,0 3-63 0,1-2-232 0,4 1 94 0,-4 2 32 0,2-1 0 0,-2 2-706 0,-2-2 373 0,5 3 189 16</inkml:trace>
  <inkml:trace contextRef="#ctx0" brushRef="#br0" timeOffset="118071.22">20899 8832 937 0,'-20'5'0'0,"2"-3"0"0,6 4 0 0,4 2 0 0,1 0 187 0,6-1-74 0,1 2-28 0,0-1 86 15,12-2-67-15,4 1-32 0,8-4-1 0,3 5-219 16,2-5 88-16,1 0 50 15</inkml:trace>
  <inkml:trace contextRef="#ctx0" brushRef="#br0" timeOffset="118402.05">21775 8651 1616 0,'-5'-23'0'0,"-3"-2"0"0,4 11 0 0,-3-6 0 0,-3 2 0 15,0 3 0-15,-2-1 0 0,-4 0 0 0,-3 7 0 0,0 4 177 0,-3 4-70 0,-6 1 30 0,-2 3-51 0,-6 16-16 16,3 8-8-16,1 7 7 0,0 4-32 0,3 3-1 16,1 4 1-16,1 5 51 15,12-11-52-15</inkml:trace>
  <inkml:trace contextRef="#ctx0" brushRef="#br0" timeOffset="118540.67">21343 8826 2594 0,'-4'38'37'15,"4"-4"35"-15,0-5-1 0,6 1-25 0,13-13-146 0,1-4 68 0,5-7 35 0,0-2-1 0,1-4 35 0,4 0 8 0,-8-7-27 0,1-12-468 0,1-1 206 0,-4-3 115 0,4-4 26 0,-8 0-34 0,1 0 36 0,-1 0 32 0,-2 1 0 0,0 0 41 0,1-3-17 0,-6 9 8 0,-2 0 1 0,-4 6 0 0,-1 7-1 0,-2 1 472 0,0 5-217 0,0 1-113 0,-2 15-30 0,-4 9 254 0,0 2-128 0,3 3-84 0,1 3-27 0,2 0 7 0,0 0-31 0,0-2 1 0,5-3-31 0,6 1-71 0,4 0 44 0,-2-7-8 16,5-4-278-16,1-4 157 0,1-4 78 0,1-8-555 16,5 0 262-16,-7-1 161 0,1-4 21 0,-1-11-378 15,-6-4 247-15,-1 0 124 47</inkml:trace>
  <inkml:trace contextRef="#ctx0" brushRef="#br0" timeOffset="118750.98">21987 8603 868 0,'2'-9'0'0,"0"1"0"0,3 1 0 0,-2 4 0 0,4 1 0 0,1 2 0 0,-1 0 194 0,3 9-79 0,4 7-39 0,-2 7-1 0,0 4 6 16,1 5 9-16,-1 1-54 0,-4 2-25 0,-2 1 0 15,-1-3 26-15,-2 3-99 0,-1 1 59 0,-2-3 15 16,0-7 0-16,-12-1-34 0,4-7 30 0,-5-1-13 16,-1-11 37-16,1-7 135 0,1 0-69 0,3-7-51 15,1-10-1-15,5-5 162 0,3-4-90 0,0-4-41 16,1-1-18-16,9-4 0 0,7 1-22 0,3-4-144 15,5 5 68-15,2 3 37 16,5-1 0-16,4 4-256 0,3 2 144 0,6 2 59 31,-5 11 36-31,3 7-629 0</inkml:trace>
  <inkml:trace contextRef="#ctx0" brushRef="#br0" timeOffset="119436.1">22839 8685 707 0,'-9'-19'0'0,"-5"0"0"0,5 4 0 0,-2 3 0 0,-2 2 0 0,-1 3 351 15,-2 5-157-15,-5 2-71 16,2 0-47-16,0 12 184 0,-3 7-113 0,2 8-55 0,1 2-28 0,-2 5 78 16,10 1-57-16,0 2 18 15,6-2-33-15,2 0 0 0,3-1-34 0,0 0-25 16,2-9-10-16,10-3 35 0,7-6 0 0,1-6-165 15,4 0 92-15,-2-10 31 0,5 0 1 0,1-10-259 16,-1-8 138-16,-2-3 38 0,2-5-232 0,-7 1 149 16,0-1 69-16,-1-2 21 0,-2-1 70 0,0 2-1 15,0-5-33-15,-6 8 330 0,-3 1-161 0,-4 7-80 16,-3 1-40-16,-1 5 230 31,0 3-102-31,-2 7-70 0,-9 0 18 0,-1 7 272 16,1 10-158-16,2 2-80 0,2 3 48 0,3 0-55 0,2-2-36 0,2 4 0 15,0-5-120-15,2 0 43 0,7 2 8 0,2-9-205 16,3-1 120-16,4-1 59 0,0-8 30 0,3-2-157 0,3 0 48 0,-1-2 57 16,-3-8-36-16,-1-7-302 31,-4 0 171-31,-2-2 88 0,-2-1-24 0,-8 1 61 0,-3 0 26 0,0 0 96 0,-3 1-35 0,-8-1 0 16,-6 0-44-16,0 4 244 0,-5 3-118 0,0 0-58 15,2 5-30-15,0 2 326 0,-1-2-141 0,10 5-89 0,2 1 5 0,0 1 82 31,9 0-58-31,0 0-40 47,2 0 8-31,14 0-120-16,9 0 35 0,6 0 1 0,5 0-212 0,7 0 131 0,1 0 54 0,4-4-289 0,3-4 147 0,-1-4 88 0,0 0 1 0,1 0-69 0,-14 0 42 0,-5 0 35 0,-10 1 0 0,-6 3 88 0,-8 2-27 0,-5-1-9 16,-3 5 300-16,-9 0-158 0,-11 2-80 0,-2 0 389 15,-4 2-194-15,-2 7-110 0,5 1-8 0,2 1 127 0,5-2-106 0,0 3-53 16,7 0-27-16,-1 0-109 0,9-1 36 0,1-2 24 15,0 3 0-15</inkml:trace>
  <inkml:trace contextRef="#ctx0" brushRef="#br0" timeOffset="119773.13">23295 8655 3353 0,'12'10'-6'0,"0"3"10"0,4-5 31 15,3 2-240-15,4-1 100 0,-1-1 67 0,-2 1-290 0,3 3 153 0,-6-2 30 0,-2 2 56 0,-6 0 12 0,-6 5-1 0,-1 0 43 0,-2 4 46 0,-2-1-18 0,-15-2-1 0,1 1-28 0,-4-1 235 0,-3-3-113 0,1 0-68 0,3-4 142 0,0-6-87 0,3 0-9 0,3-5-34 0,3 0 190 0,1 0-90 0,9-3-26 0,0-7-60 0,1-3-8 0,14-1 0 0,6-4 0 0,4 1-246 0,4 3 119 0,3-3 63 16,2 0 32-16,4 0-358 0,1-1 159 0,6-1 58 0,-6 3-23 0,-1-2 44 0,1 2 40 0,-2 1 1 0,0-2 84 0,-10 6-17 0,-4 4-1 0,-10 1 227 31,-4 5-127-31,-6 0-63 0,-3 1-42 0,0 0 426 0,-16 11-207 0,-2 4-58 0,1 2-66 0,1 2 176 16,2 2-101-16,3 2-65 15,3-2-115-15,4 3 31 0,4-2-1 0,0-2-74 16,1 0 62-16,12-6 16 0,6-2 0 0,10-3-104 16,1-6 65-16,8-3 25 0,7 0 9 0,-1-9-128 15,3-8 64-15,0-4-6 32,0-7 28-32,0-3-81 0,1-4 42 0,-10 1 15 0,-6-3-141 0,-5-2 82 0,-5-5 43 0,-10-4-1 0,-2-8 33 0,-10 8 9 15,-10-2 1-15,-9 2-325 0,-8 5 163 0,-6 11 80 16,-4 4 31-16,-2 18 306 15,-3 7-128-15,-3 3-64 0,6 13-31 0,3 5 486 16,3 1-266-16,13 4-87 0,7 4 471 0,7 3-279 16,6 3-143-16,0-1 29 0,7 5-208 0,12-5 0 15,10-2 0-15,1-1 0 0,9-3 0 0,-2-4 0 16,10 2 0-16,-1-12-304 0,4-1-30 0,1-5 185 16</inkml:trace>
  <inkml:trace contextRef="#ctx0" brushRef="#br0" timeOffset="120312.37">19966 10106 2021 0,'0'0'0'0,"0"0"0"0,0 0 0 0,0 0 0 0,3 0 0 0,6 0 0 0,5 0 0 0,4 0 266 0,5 7-105 0,-1 3 180 16,7 2-152-16,-1 0-76 31,2 5-38-31,-3-5-269 0,4 9 125 0,-8-3 49 0,-1 2 28 0,-5 3-636 0,-3 1 332 0,-5 1 167 0,1 3 92 0</inkml:trace>
  <inkml:trace contextRef="#ctx0" brushRef="#br0" timeOffset="120605.7">20362 9999 2129 0,'0'-6'0'0,"0"2"0"0,-5 3 0 0,-1 1 0 0,-1 5 0 16,3 13 0-16,-4 8 0 0,1 6 0 0,-3 10 100 0,2 3-36 0,-1 5-1 0,-3 5-26 0,2 8 897 0,0 2-448 0,-3 7-368 0,2-7-118 0,0-4 0 0,3-1 0 0,0-7 0 0,0-6 0 0,1 3 0 0,4-22-13 0,1-9-724 0,2-7 387 0,0-8 140 0,0-4 114 0,2 0-803 0,5-17 435 0</inkml:trace>
  <inkml:trace contextRef="#ctx0" brushRef="#br0" timeOffset="120701.45">20612 10170 1322 0,'4'0'0'0,"1"-3"0"0,2 0 0 0,1 0 0 0,1 0 0 0,4 1 727 0,-2 0-345 0,5 0-173 0,2 2 141 0,4 0-148 62,-3 0-87-62,1 0-253 0,3 0 88 0,-2 0 43 0,2 7 9 0,-8 0-1019 0</inkml:trace>
  <inkml:trace contextRef="#ctx0" brushRef="#br0" timeOffset="120788.19">20574 10428 1550 0,'-16'0'0'0,"7"0"0"0,4 2 0 0,3 3 0 0,2-3 0 0,2 1 651 0,12-1-298 0,9 2-163 0,5-3-77 0,5-1 454 0,2 2-265 0,2 0-133 0,5-1-716 0,-5 2 287 15,3 1 149-15,0 2-1246 0</inkml:trace>
  <inkml:trace contextRef="#ctx0" brushRef="#br0" timeOffset="121534.6">21587 9711 1067 0,'-2'0'0'0,"0"-3"0"0,1 3 0 0,1 0 0 0,0 15 0 0,0 9 0 0,1 11 374 16,3 8-169-16,-1 8-75 0,3 12 285 0,0 4-189 31,-1 3-95-31,-3 1-66 0,2 7-18 0,-2-15-10 0,-2-4 0 0,0-5-92 0,0-3 46 0,-8-8 0 16,-3-3 55-16,3-21-9 16,0-10 0-16,2-8 1 0,-1-1-1 0,2-5 0 0,3-11 9 0,2-8-66 78,0-2 24-78,10 0-175 0,7-1 89 0,3 5 43 0,4 2-73 0,0 6 778 0,1 4-289 0,3 5-152 0,0 5-94 0,-2 0-118 0,6 0-13 0,-11 15 0 0,0 5-3 0,-4 4 4 0,-4 0 0 0,-4 5-101 0,-3 3 74 0,-6-3-7 78,0-2 11-78,-15-2-6 0,-4 1 0 0,-5-4 98 0,-2-3-34 0,-1-8-22 0,0-1-18 0,0-8-22 0,3 0-1 0,-2-2 33 0,4 0-6 0,4 0-454 0,8-9 217 15,2-6 105 64,8-4 55-79,0-6-726 0,1-6 374 0,14-3 201 0</inkml:trace>
  <inkml:trace contextRef="#ctx0" brushRef="#br0" timeOffset="121673.36">22007 10156 1779 0,'10'0'0'0,"0"0"0"0,1 0 0 0,-1 8 0 0,-1 4 0 0,-3 5 0 0,2 4 345 0,-2 5-153 0,2 8 159 0,-4 1-162 0,0 3-75 0,-3 4-39 0,1-2 113 0,-2-2-75 0,0 2-29 0,0-10-9 0,-2-4-117 0,-3-9 40 0,-2-3 0 0,1-8 39 0,1 0-20 16,-1-6-10-16,1-4 29 0,0-13 68 0,4-5-34 16,1-4 0-16,0-4 15 0,0-1-49 0,6-5-26 15,8 2-10-15,3-3-60 0,4 1 13 0,7-3 48 16,0 4-9-16,3 2-405 31,5 4 210-31,3 2 91 0,1 4 57 0,4 3-691 0,-6 10 359 0,-2 6 175 0</inkml:trace>
  <inkml:trace contextRef="#ctx0" brushRef="#br0" timeOffset="121991.57">22872 10208 1334 0,'0'-15'-1'0,"0"-2"0"0,0 0 0 0,0 1 1 0,0 4-1 0,-8 4 1 0,-2 2-1 0,-3 4 421 0,-4 2-192 0,-5 0-86 0,-4 12 141 16,3 8-123-16,-3 2-62 16,0 2-30-16,4 2 83 0,-1 3-47 0,9-4-39 0,7-4 1 0,1 2 173 15,6-1-102-15,0-4-50 16,3 5 65-16,7-7-63 31,7-1-26-31,3-2-13 0,2 0-65 0,4-1 20 0,-2 0 5 0,-3-1-161 0,-2-2 91 0,-6 3 49 16,-3 2 24-16,-8-2-135 0,0 4 59 0,-2 0 39 0,-4-2-19 0,-14 1-10 15,-4-1-10-15,-3 1 25 0,0-1-36 0,0-9-101 16,3-3 54-16,2-2 42 0,6 0-385 0,8 0 213 16,2-10 99-16,4-7-590 15,9-6 353-15</inkml:trace>
  <inkml:trace contextRef="#ctx0" brushRef="#br0" timeOffset="122142.27">22996 10389 2280 0,'5'5'0'0,"1"2"-2"0,1-1 0 0,-2 5 0 0,-1 1 0 0,-1 5 0 0,-2 1-1 0,-1 2 0 0,0 5 639 0,0-1-307 0,-1-3-148 16,-3 1-75-16,-1 0-143 0,2-4 35 0,1 1 10 16,1-8-218-16,1-3 123 0,0-2 61 0,0-5-678 15,0-1 370-15,1 0 194 0,2-12 83 0,4-8-663 16,-2-1 323-16,2-6 180 0</inkml:trace>
  <inkml:trace contextRef="#ctx0" brushRef="#br0" timeOffset="122605.36">23231 9977 1204 0,'4'-4'0'0,"1"2"0"0,1 2 0 0,2 0 0 0,-2 0 0 0,0 10 0 0,3 8 0 0,-2 6 540 15,-1 7-253-15,-1 4-116 16,-3 4-72-16,2 6 75 0,-4 1-68 0,0 5-36 16,0-4 230-16,0 5-123 0,-5-11-75 0,1-5 23 15,2-6-45-15,1-6 0 0,1-6-44 0,0-1-141 16,0-10 66-16,0-6 38 62,0-1-1-62,1 0-179 0,4-8 108 0,5-5 64 0,1-2-115 0,1 1 45 0,1-3 42 0,1-2-25 0,4 2 12 0,1-1-26 0,-1 3 8 0,1 2-3 78,0 0 0-78,1 4 35 0,0-3-9 0,-2 4 36 0,1 1-27 0,0 4 10 0,-3 0-8 0,0 0 121 16,0 2-62-16,-5 1-18 0,-2 0 325 0,-2 12-161 0,-4 4-87 0,-2 4-29 0,-1 3 166 0,0 3-78 0,-3 3-59 0,-3 3 166 0,-3-3-106 0,3-2-133 0,1 3-11 0,3-9 0 0,2-3-18 0,0-2 14 0,0-8 0 0,10-6-412 16,7-2 234-16,3-1 98 0,3-18-492 0,6-2 242 15,-2-5 148-15</inkml:trace>
  <inkml:trace contextRef="#ctx0" brushRef="#br0" timeOffset="122830.91">23748 10546 1888 0,'34'-35'-146'0,"-5"0"59"0,3-1 25 0,-5-3 46 0,2 4-20 0,-3 1 0 0,2-1-10 0,-9 11 10 0,-6 7 0 0,0 5 0 0,-7 8 0 0,-1 4 865 0,-1 0-432 0,-4 10-126 0,0 10 194 0,-2 4-215 0,-5 10-107 0,0 1-54 0,1 3 71 0,2-2-148 0,4 0-12 0,0-2 0 0,0 1 0 0,4-7 0 0,8 4 0 0,2-11 0 0,5-8 0 0,0-2 0 0,5-8 0 0,2-3-132 15,3 0 57-15,-3-15-3 0,-1-6-259 0,0-1 132 16,-3-5 91-16,-1-3 7 0,1-2-80 0,-7-1 79 16,-3-2 37-16,-4-2-89 0,-3-4 62 15,0-6 23-15,-5 2 8 0,0-3-14 47,-10-2 23-47,-8 0 0 0,-1 2 22 0,-5-5-60 0,-2 22 35 0,-4 4 0 0,-3 9 359 0,-2 8-166 0,0 9-84 0,-5 1-50 0,9 0 543 0,3 16-267 16,5 4-92-16,3 8 309 0,7 2-227 0,0 4-227 15,10-4-37-15,3 6 0 0,0-1 0 16,3-3 0-16,10 0 0 0,4 4 0 16,4-9 0-16,4-3 0 15,5-3 0-15,3-6 0 0,4-3 0 0,4-4-201 0,2-8-128 0,-2 0 180 31,0-5 19-31,2-8-1219 0</inkml:trace>
  <inkml:trace contextRef="#ctx0" brushRef="#br0" timeOffset="141796.54">26663 8707 1251 0,'0'-29'0'0,"0"1"0"0,0 6 0 0,0-3 0 0,0 8 0 0,0-3 0 0,-1 1 106 0,-7 3-33 0,-3-1 113 0,-5 0-64 0,-1 6-46 16,-3 5-1-16,-2 3 42 0,-4 3-40 0,-5 0 0 0,-5 8-28 0,-1 8 27 0,1 8-38 0,-3 2 1 15,6 0-1-15,2 3 28 0,-3 1 9 0,13-5-37 16,2-1 27-16,1 1 0 0,7-3-27 0,-2 4 10 16,7-5 20-16,6-3-29 0,0 3-1 0,0 0 20 15,2 0-19-15,7 4 9 16,5-7-10-16,3 2-6 0,-1 1 6 0,4 1 1 16,-3 2-1-16,5 3 35 0,-4-5-10 0,-2 4-25 15,0 2 38-15,-2 2 1 0,-2 3-39 0,-3 9 142 16,-5-5-75-16,-1 9-94 15,-3 2-11-15,0 5 0 0,-10 5 0 0,-4 10 0 0,-2-9 0 0,-2 0 0 16,1 0 0-16,-2-1 0 0,3-2 0 0,1 6 0 16,7-16 0-16,2 0 0 0,6-2 0 0,0-1 0 47,0 1 0-47,0 5 0 0,5-9 0 0,-1-3 0 0,1 3 0 0,-1-2 0 0,2-4 0 0,-1 4 0 0,-1-12 0 0,-3 1-1024 15,2-5 455-15,-1-5 266 0</inkml:trace>
  <inkml:trace contextRef="#ctx0" brushRef="#br0" timeOffset="143032.51">28371 8271 1155 0,'-22'6'0'0,"0"7"0"0,-4 17 0 0,4 2 0 0,0 9 127 0,-3 5-49 0,-2 4-23 16,3 1-1-16,5 5 399 0,8-13-213 0,7-4-101 16,4-6-51-16,6-1 119 0,12-7-85 0,9-2-33 15,0-8 18-15,5-6-34 0,4-4-1 0,3-5-42 16,1 0 8-16,3-2 8 0,-5-11-8 15,-3-7-66-15,3-4 34 0,-3-3-1 0,-2-4 32 0,3-7-37 16,-10 4-9-16,-6-5 46 0,-4 2-200 0,-8 0 92 16,-1-1 26-16,-4-6 33 0,-3 5-150 15,-1 3 78 1,-15-5 20-16,-7 0-61 0,-3 5 42 0,-10 0 20 0,2 14 4 0,-6 8 113 16,-3 8-47-16,1 6-1 0,1 0-50 0,-4 14 118 15,11 8-46-15,3 5-28 16,10 5 361-16,3-2-181 0,11 5-65 0,2 4-51 15,5-8 313-15,10-1-170 0,10-2-85 0,3-1-70 16,7-4-52-16,3 2 0 0,1-10 0 0,2-3 0 16,2-2-13-16,0-6-27 0,-1-1 39 0,6 2-314 15,-8-5 171-15,0 0 91 0,-5 0-958 0,-4-3 486 32</inkml:trace>
  <inkml:trace contextRef="#ctx0" brushRef="#br0" timeOffset="143451.35">27951 8293 1153 0,'-7'-15'0'0,"0"8"0"0,2 3 0 0,0 2 0 0,-6 2 0 0,0 0 0 0,-5 9 26 0,-2 7-1 0,-6 8-25 0,0 5 457 31,-2 1-210-31,-3 2-105 0,-4 6-42 0,2-5 74 0,3-2-68 0,-4-2-34 78,0 0-42-78,2-2 17 0,7-11-10 0,4-2 1 0,7-8 70 0,4-2-36 0,3-4 1 0,3 0 161 0,2 0-103 0,4 0-47 0,10 0 0 0,7 0 98 0,6 0-73 0,2 0-26 0,4 0-9 0,2 0-31 0,-1 0-43 0,1 0 0 78,1 4 0-78,3 0 0 0,-4 0 0 0,-4 1 0 0,-2-3-423 0,0 6 181 0,-4-3 135 0,5 2-428 0,-10 0 260 0,-7 0 74 0,0-2 81 0</inkml:trace>
  <inkml:trace contextRef="#ctx0" brushRef="#br0" timeOffset="143636.79">27568 8860 3504 0,'-21'0'0'16,"4"0"0"-16,0 4 0 0,13 1 0 0,3 0 0 0,1-2 0 0,1 1 0 0,15 1 0 0,4 0 0 0,6-5 0 0,3 2 0 0,-1 0 427 0,3-2-427 0,-4 3 0 0,5-3 0 0,-8 0 0 0,2 3 0 0,-4-3 0 0,1 0 0 0,-1 0-175 0,0 2 59 0,-5-2 72 0,0 1-875 0,-6-1 473 0,-3 0 100 0</inkml:trace>
  <inkml:trace contextRef="#ctx0" brushRef="#br0" timeOffset="143943.9">27121 8627 1468 0,'-32'5'0'0,"8"7"0"0,1 8 0 0,2 6 0 0,0 6 0 0,8 2 0 0,7 0 0 0,6 2 545 0,0-2-253 0,3-3-127 16,15-1 226 0,5-11-181-16,2-2-86 0,7-5-56 0,1-3 0 0,-1-6-30 0,6-3 9 0,-4 0-162 0,-3-2 76 0,-1-11 38 46,-2-3 1-46,-6-2-167 0,3-2 112 0,-11-1 42 0,-7-2 25 0,-6-2-81 63,-1 0-20-63,0 1 48 0,-10-2-57 0,-8 4 42 0,-6-2-14 0,-2 5 0 0,-2-1 97 0,-3 1-28 0,-3-3-10 0,4 7-20 0,-1 3 16 0,-3 4-14 0,4 4 50 16,-1 2-44-16,1 0 39 0,7 2 4 0,8 7 9 0,7 7 0 46,8 3 5-46,0 1-2 0,15 0 7 0,12-1-40 0</inkml:trace>
  <inkml:trace contextRef="#ctx0" brushRef="#br0" timeOffset="144494.81">29320 8274 715 0,'0'-2'0'0,"0"-3"0"0,1 3 0 0,-1 0 0 0,0-1 142 0,0 0-58 0,0 0-23 0,0 3 329 0,0 0-176 0,0 0-89 0,-6 0-35 0,-5 6 49 63,-3 5-51-63,-4 4-26 0,-7 3 0 0,-3 3-54 0,-5 3 8 0,0 0 21 0,0-4 23 0,-2 1-23 0,5-2 0 0,-1 1 171 0,1-3-77 0,7-5-51 0,9-2 0 0,0-3 69 94,8-5-56-94,1 1-28 0,4 1 9 0,1-1 118 0,1 1-77 0,14 1-39 0,3 1-1 0,4 3 119 0,5 1-162 0,0-2-32 0,1 0 0 0,3 3 0 0,0 0 0 0,-1-2 0 0,5 2 0 0,-9 1-39 0,1-2 4 0,-3 1 36 0,-3-2 0 0,5 3 45 0,-15-4-49 0,2 2-1176 0,-7 1 571 0</inkml:trace>
  <inkml:trace contextRef="#ctx0" brushRef="#br0" timeOffset="144685.29">28970 8861 1676 0,'-4'-7'0'0,"1"6"0"0,3-2 0 0,0 3 0 0,3 0 0 0,11 0 695 0,0 4-330 0,6 3-164 0,3 1-83 0,2 0-41 0,4 1 9 0,-3 0-50 0,1 0 601 0,2 2-597 0,-3-1-40 0,3-3 0 0,-1 5 0 0,-2-5 0 0,-4-1 0 0,3 0-362 0,-3-1-22 31,2-4 210-31,3 3-993 0,-6-3 560 0</inkml:trace>
  <inkml:trace contextRef="#ctx0" brushRef="#br0" timeOffset="144842.97">29599 8596 1646 0,'-2'-7'0'0,"-1"-3"0"0,3 3 0 0,0 4 0 0,5 0 654 0,10 2-309 0,4 1-154 31,5 0-69-31,3 0 365 0,5 0-226 0,3 0-112 0,4 0-73 0,4 3-76 15,5-2 0-15,-5 2-83 0,-2-3-154 0,3 0 136 16,-4 0 69-16,-1 0-903 0,3 0 477 0,-16 0 234 0</inkml:trace>
  <inkml:trace contextRef="#ctx0" brushRef="#br0" timeOffset="145140.04">29647 8782 1183 0,'6'0'0'0,"4"0"0"0,5 0 0 0,5 3 0 0,10-3 0 0,4 5 0 0,7-1 0 0,4 1 0 0,-6 5 0 0,-1-1 250 0,-4 2-107 0,-7 3-53 0,-7 3 15 0,-5 0-26 0,-13 4-9 0,-2-4-34 0,-22 7 2 0,-9-2-3 0,-5-2 1 0,-6 1 9 0,2-6 163 0,4-4-86 0,1 0-43 0,4-1 87 0,-1-1-55 0,13-4-43 0,7-1 214 15,3-3-124-15,8 0-60 0,1-1-32 0,5 3 93 16,20-3-66-16,10 0-29 0,6 0 1 0,6-3-103 15,5-3 37-15,6-1 9 0,-4 0-246 16,2-3 128 0,0 2 78-16,-1-4 33 0,-4 1-263 0,4-2 103 0,-17 2 83 15,-7 0-33 1,-5-2-454-16,-6-3 263 0,-10 2 132 0,3-7-382 0,-12-2 261 0</inkml:trace>
  <inkml:trace contextRef="#ctx0" brushRef="#br0" timeOffset="145384.79">29655 8053 2376 0,'-2'0'0'0,"2"-6"0"0,0 3 0 0,16 2 0 0,10-3 0 0,6 2 0 0,3 2 0 0,7-2 249 0,3-1-106 0,4 0-54 0,3 0 189 0,-6 0-126 0,-3 0-57 0,-3 0-29 0,-2 1-326 16,-6 0 148-16,-2 2 84 0,-15 0-707 0,-4 0 386 0,-10 0 193 0,-1 5 97 78,0 3-707-78</inkml:trace>
  <inkml:trace contextRef="#ctx0" brushRef="#br0" timeOffset="145519.57">29870 8090 1825 0,'-11'9'0'0,"-2"0"0"0,7 5 0 0,-3 4 0 0,8 0 0 0,0 2 0 0,1 1 0 0,0 4 303 0,0 1-134 0,0 3-56 0,0 0-2 62,0-1-37-62,0 0-1 0,-2-2-36 0,1-2-363 16,1 5 190-16,0-11 82 0,0-2 46 0</inkml:trace>
  <inkml:trace contextRef="#ctx0" brushRef="#br0" timeOffset="145678.57">30071 8106 2540 0,'-2'0'0'0,"-3"0"0"0,2 1 0 0,1 3 0 0,1 0 0 0,0 7 0 0,-1 6 0 0,-1 5 418 0,0 14-191 0,-3 8-85 0,2 7-295 0,-3 11 94 0,-2 7 49 0,2 7 23 0,-4 13 10 0</inkml:trace>
  <inkml:trace contextRef="#ctx0" brushRef="#br0" timeOffset="146077.32">28376 9975 1610 0,'6'-10'0'0,"-2"5"0"0,5 5 0 0,6 5 0 15,-3 19 0-15,1 8 0 0,1 7 0 0,-5 4 249 0,2 8-96 0,-6 1-62 0,-2 5 68 0,-2 2-61 16,-1-1-29-16,0-3 8 0,0 0 11 0,-9-16-51 15,2-9 1-15,-2-10 60 16,0-9-31-16,0-7 1 0,0-4-21 0,1 0 178 16,1-17-93-16,1-9-48 0,3-8 54 0,3-7-50 15,0-7-16-15,4 1-9 0,14-1-32 0,4-2 7 16,3 3 0-16,7 4-2 0,4-7 1 0,-1 13-37 16,3 7 0-16,0 10 0 0,1 4 0 0,-6 12 0 15,5 2 0-15,-9 2-285 16,-5 14 97-16,-4 7 68 0,-5 5-637 0,-3 1 360 0,-3 2 170 0,-7-2 99 15,-2 1-314-15</inkml:trace>
  <inkml:trace contextRef="#ctx0" brushRef="#br0" timeOffset="146501.38">28209 10045 1880 0,'0'-9'0'0,"-7"4"0"0,0 2 0 0,-1 3 0 0,-1 0 0 0,-5 5 0 0,-4 6 0 0,0 5 0 0,-5 6 0 0,-1 2 0 0,-2 1 99 0,-2 2-31 0,-8 3 10 0,8-7-40 0,-3 2 0 47,1-2-1-47,2-2 1 0,3-7 86 0,-1-1-33 0,11-6-10 0,5-6-44 0,8 1 212 0,0-2-106 0,2 0-53 0,0 0 141 0,9 0-101 0,8 0-47 0,6-2 1 0,3 1 79 0,1-2-63 0,5 3-51 16,-2 0-49-16,-2 0 0 0,0 0 0 0,0 3 0 0,-3 1 0 0,6 2 0 62,-10 0 0-62,-1-1 0 0,-2 2-500 0,-4-1 180 0,-4 3 122 0,4-1-889 0,-11-1 529 0</inkml:trace>
  <inkml:trace contextRef="#ctx0" brushRef="#br0" timeOffset="146704.32">27762 10522 1567 0,'-10'2'0'0,"6"0"0"0,1 3 0 0,3-1 0 0,6-2 0 0,14 0 0 0,7-2 415 0,8 0-188 0,4 0-95 0,4-2 445 0,-6 0-274 32,2-4-132-32,-1 1-427 0,0-1 147 0,-2 2 73 93,0 1 47-93,-13 2-680 0,-4-2 353 0,-7 3 177 0,-6 0 88 0,-6 0-760 0</inkml:trace>
  <inkml:trace contextRef="#ctx0" brushRef="#br0" timeOffset="146946.56">27147 10290 1470 0,'-23'11'0'0,"3"9"0"0,4 6 0 0,5 4 0 0,4 8 0 0,5-4 0 0,2 0 583 0,2-3-273 0,9 1-136 0,9-3-68 0,3-4 181 15,1-8-129-15,9-5-60 0,-1-5-29 0,5-3-113 0,-2-4 41 0,7 0 9 16,-10-6-74-16,1-14 52 31,-1-4 28-31,-4-7-1 0,-5-4-143 0,0-6 95 0,-15 5 33 0,-6 0-240 0,-2 2 126 0,-12 4-1 16,-9 1 51-16,-2-1-44 0,-5 7 41 0,-5 6-2 15,-3 3 34-15,-5 2 37 0,0 7-36 16,-4-1-10-16,10 6 12 0,0 0-2 16,6 8 0-16,7 8-79 0,7-1 39 0,8 3-9 0,7-1 49 0,16 2-321 31,14-1 161-31,15-1 79 15</inkml:trace>
  <inkml:trace contextRef="#ctx0" brushRef="#br0" timeOffset="147203.78">29552 9947 1956 0,'6'-11'0'0,"-2"7"0"0,-3 2 0 0,-1 2 0 0,-1 4 0 0,-19 10 0 0,-4 3 198 0,-7 4-81 0,-5 0-30 0,-1 0 309 0,-4 2-180 0,-3 0-80 0,0-2-54 0,-2-1 54 31,-1 0-40-31,10-6-34 0,9-2 17 0,6-6-43 0,11 0 1 0,5-4-1 16,5-1 52-16,1 1-11 0,17 1-40 0,12 4 22 0,2-2-59 0,11 1 0 31,5 1 0-31,-3-3 0 0,2 1 0 0,-1-1 0 31,-1 2 0-31,-2-2-378 0,6 2 103 0,-12-1 138 0,-2-1-694 0,-4 3 397 0,-2 1 199 0</inkml:trace>
  <inkml:trace contextRef="#ctx0" brushRef="#br0" timeOffset="147421.6">29144 10418 2561 0,'-35'0'0'0,"6"0"0"0,7 0 0 0,8 2 0 0,2 6 0 0,12-4 0 0,0 1 0 0,1 4 0 0,18-1 423 0,7-1-193 125,8 4-88-125,2-3 147 0,6 0-126 0,0-3-63 0,3 2-77 0,1-4-114 0,4 1 50 0,-7-4 34 0,-2 0-659 0,1 0 351 0,-3 0 176 0,6 0-777 0,-9 0 388 0</inkml:trace>
  <inkml:trace contextRef="#ctx0" brushRef="#br0" timeOffset="147529.82">29996 9806 2240 0,'0'-13'0'0,"0"3"0"0,0 8 0 0,0 2 0 0,0 0 0 0,0 13 0 0,0 16 0 0,-2 13 830 16,-5 12-401-16,2 8-197 47,-4 9-32-47,0 6-200 0,-1 8 0 0,-1 11 0 0,2-12 0 0,-1 0 0 0,1-3 0 0,0-4-337 0,1-3-104 0,-1 9 247 0,2-21 111 0</inkml:trace>
  <inkml:trace contextRef="#ctx0" brushRef="#br0" timeOffset="159828.04">12204 11696 588 0,'-11'0'0'0,"-2"0"0"0,2 1 0 0,2 2 0 0,-2-1 271 47,5-1-122-47,4 0-55 0,-2 0-27 0,4 2 160 0,0-1-94 0,0-2-37 0,4 1-11 0,9-1-18 0,4 0-29 0,3 0 1 0,1 0 24 0,3 1 11 16,-2 1-36-16,1 2-89 0,1 0 45 0,2 1 0 16,-2 3 44-16,4-1-178 0,-4-2 85 0,-3 2 46 15,-1-1-2-15,2 2-193 0,-3-3 84 0,3 2 59 16,-9-4-1-16,0 3-23 15,-5-3 6-15,-2-2 26 0,-1 0 10 0,-4 2-12 0,-1-3 17 0,0 0 221 16,-12 0-106-16,-1 0-53 0,-5 0-18 0,0 3-2 16,0-1 5-16,-2 0-30 15,2 1 40-15,0 1 425 0,0 3-191 0,0 1-88 16,5 0-68-16,1 4 63 0,2 2-61 0,0 1-30 16,2 3 30-16,0 5-21 0,7 4-9 0,-1 5 54 15,2 6-42-15,0 3 0 0,2 6-33 16,5-2-10-16,0 1 1 0,3 5-1 0,0-1 0 0,1-2 34 15,-2 8 8-15,-3-15-41 16,1 0-1-16,-4-4-79 31,0-3 40-31,-1-1-1 0,-2 6 21 0,0-14-11 0,0 0 30 0,-9-2-41 0,-5-4-1 0,-2 0 6 0,-3 2 24 0,-3-10 28 16,-4-1-36-16,-3-1-6 0,1-4 6 0,-6-3-105 16,-2-1 53-16,3-1 2 0,4-1 47 0,-1-9-283 15,2-8 133-15,6-2 56 0,-2-9-435 0,13-1 243 16,4-3 116-16,7-9-171 0,0 4 144 0,7-1 71 15,11-4 27-15</inkml:trace>
  <inkml:trace contextRef="#ctx0" brushRef="#br0" timeOffset="159986.21">12699 12085 1188 0,'0'0'-1'0,"0"0"1"0,0 0 0 0,2-3 0 0,-2 1 0 0,2 1 575 0,0 1-269 0,0 0 49 15,1 0-163-15,3 0-77 0,1 0-38 0,3 0-165 16,3 0 63-16,0 0 41 16,3 0-9-16,1 6-728 0,2-1 369 0</inkml:trace>
  <inkml:trace contextRef="#ctx0" brushRef="#br0" timeOffset="160167.68">12668 12369 2511 0,'-22'0'0'0,"5"0"0"0,0 2 0 0,11 0 0 0,4 2 0 0,2-1 0 0,0-3 531 0,15 0-246 0,6 0-113 0,10 0 260 0,6-4-432 0,2-4 0 0,1-1 0 15,4 3-95-15,-1-1 41 0,-4 4 42 0,1-1 24 47,-2 4 1-47,-1 0 25 0</inkml:trace>
  <inkml:trace contextRef="#ctx0" brushRef="#br0" timeOffset="161399.96">13572 12267 889 0,'-8'0'0'0,"0"0"0"0,1 0 0 0,2 0 0 0,2 0 0 0,0 2 71 16,3 1-34-16,2 1-1 0,17 0 256 0,12-3 82 16,14 2-169-16,13-1-74 0,11-2 254 0,10 0-174 109,12 0-87-109,12-7 104 0,15-3-95 0,17-2-39 0,-21 1-34 0,0 1 1 0,-7 0-24 0,-7 2 0 0,-3 1 0 0,4 0 9 0,-32 1-10 0,-10 0 1 0,-7 5 0 16,-9-3 0-16,-9 1 0 0,-1-2 9 0,-16-1-9 0,-6 1-1 0,-5-1 1 0,-4-1 0 0,-2-2-806 0,-2-4 366 0,-15 3 128 0,-3-1-542 0,-5 1 390 0</inkml:trace>
  <inkml:trace contextRef="#ctx0" brushRef="#br0" timeOffset="161764.01">13597 11454 1285 0,'-4'-10'0'0,"4"5"0"0,0 5 0 0,10 0 0 0,8 4 0 0,3 7 0 0,2 0 0 0,2 7 0 0,3 0 215 16,3 4-91-16,-4 1-40 0,5 6-14 0,-10-3-9 0,-3 2-24 0,-5 2-108 15,-6 1 54-15,-8 1 25 16,0 5 9-16,-15-6-34 0,-12 0 0 0,-7-1 44 0,-5-4 0 0,-4-2 153 16,-5 0-62-16,8-12-55 0,1-1 152 0,2-7-90 15,5-4-43-15,0 0 36 0,11-2-45 0,6-13 0 16,7-4-36-16,5-1 27 0,3-4-27 0,0 0 10 15,11 2-10-15,7 3-55 16,1 1 27-16,3 0 1 16,1 2 27-16,2-2-150 0,-3 8 70 0,1-2 40 0,1 5-437 0,0-1 200 15,0 1 118-15,3-2-237 0,-2 6 166 0,-1 1 77 16,0 2 39-16,-2 0-444 0</inkml:trace>
  <inkml:trace contextRef="#ctx0" brushRef="#br0" timeOffset="161952.06">13969 11430 970 0,'-13'5'0'0,"1"6"0"0,0 6 0 0,2 5 0 0,-2 3 0 0,-1 11 639 0,7-3-306 0,2 7-148 16,4-3 301-16,0 3-225 0,2-7-112 0,9 6-201 16,4-13 40-16,3-1 24 0,2-3 1 0,-1-3-215 46,5-4 120-46,0 3 68 0,-5-10 22 0,3 1-634 0,-3-5 326 0,0-2 163 0,-2-2 82 0</inkml:trace>
  <inkml:trace contextRef="#ctx0" brushRef="#br0" timeOffset="162164.93">14167 11560 1687 0,'0'-6'0'0,"0"-2"0"16,0 5 0-16,4 0 0 0,-2 3 0 0,5 0 0 0,-1 0 0 0,1 8 278 0,0 7-120 0,-1 3-61 0,-1 2 202 0,-1 7-122 0,-2-2-75 15,-2 1-32-15,0 3 73 0,0-1-53 0,-2-2-26 16,-4 4 8-16,-7-6 19 16,0 1-27-16,-2-4 0 0,0 1-162 0,-2-5 68 15,-2 4 43-15,3-10-381 16,-2-1 203-16,2-3 101 0,2-6 24 0,0-1-489 0,2 0 210 0,5-1 146 16,6-12 67-16,1-3-396 0,0-8 233 0,5-4 116 15</inkml:trace>
  <inkml:trace contextRef="#ctx0" brushRef="#br0" timeOffset="162423.09">14311 11507 1329 0,'0'-3'0'0,"0"0"0"0,0 0 0 0,0 2 0 0,0 1 0 0,0 0 0 0,0 4 415 0,0 9-188 0,0 3-96 0,-2 2 458 0,-1 3-267 0,3 0-147 0,0 3-34 0,0-1-52 0,0 1-26 0,5-1 0 0,5 3-458 15,3-4 211-15,2-3 110 0,3-2 56 0,2-2-635 16,1-1 345-16,3-4 181 15,-1-7-15-15,1-3-352 0</inkml:trace>
  <inkml:trace contextRef="#ctx0" brushRef="#br0" timeOffset="162508.85">14632 11638 1434 0,'-4'-1'0'0,"1"0"0"0,1-2 0 0,1 2 0 0,-2 1 0 0,1 0 0 0,-1 4 185 0,2 7-79 0,0 3 460 0,-1 1-265 0,-2 5-131 31,1 2-67-15,0 2 8-16,-2-3-41 0,1 2 0 0,-4 1-33 0,3-1-402 0,-2-1 202 0,0 2 109 0,-2-5 41 0,3-3-617 0,0-4 333 0,1-1 85 0</inkml:trace>
  <inkml:trace contextRef="#ctx0" brushRef="#br0" timeOffset="162643.34">14681 11629 1228 0,'6'0'0'0,"1"-1"0"0,-1-2 0 0,3 3 0 0,-1 0 177 0,2 0-70 16,-1 0-26-16,2 4 499 0,-2 0-272 0,1 3-135 16,0 0-68-16,1-1-208 0,1 2 79 0,-2-5 26 15,-1 5 0-15,1-4-561 0,0 1 297 0,0-2 150 16,0 1-707-16</inkml:trace>
  <inkml:trace contextRef="#ctx0" brushRef="#br0" timeOffset="162813.01">14914 11478 912 0,'0'0'0'0,"0"0"0"0,0 0 0 0,0 0 0 0,0 0 186 0,0 7-74 15,0 6-29-15,0 8 636 0,-2 6-340 0,-3 5-172 0,0 8-85 0,-3 4 342 32,-4 6-204-32,3-2-116 0,-1 1-54 0,-5-3-161 0,2-4 54 0,1-2 27 0,-4 4-563 0,4-12 290 15,3-5 150-15,2-6-662 0,2-3 402 0,2-9 126 16,3-1 36-16</inkml:trace>
  <inkml:trace contextRef="#ctx0" brushRef="#br0" timeOffset="162979.63">15117 11403 1391 0,'21'-7'0'0,"-1"4"0"0,5 3 0 0,-5 0 0 0,-6 12 0 0,0 8 0 0,-3 5 723 16,-4 3-342-16,-3 12-163 0,-4-3 302 0,0 5-241 15,-11 5-121-15,-9 5-311 0,-2-1 95 0,-5 5 56 16,1-11 16-16,0-3-802 0,-1 0 413 0,1-5 206 16,-2-1 103-16</inkml:trace>
  <inkml:trace contextRef="#ctx0" brushRef="#br0" timeOffset="163513.41">13469 12646 1172 0,'-2'-15'0'16,"2"4"0"-16,0-1 0 0,10 2 0 0,7 3 0 0,0-1 0 0,5 6 0 0,4 2 292 0,1 0-127 0,0 10-65 0,1 7-23 0,1 5 9 0,-6 2-49 0,-5 2 0 0,-6 3-137 0,-4 3 69 0,-5-1 34 156,-3 6 9-156,0-4-79 0,-11-4 51 0,-9 1 25 0,-2-3 71 0,-5-4-24 0,-6 3-17 0,4-16-64 0,-1 1 143 0,1-8-66 0,2-3 1 16,-1 0 123-16,7 0-77 0,5-9-17 0,4-8 0 0,6-1-40 0,4-2-6 0,2-1 10 0,0 1-9 0,9 0 28 0,8 3-28 0,3 0 0 0,1 2-100 0,2-1 60 0,0 6 14 0,2 0 1 0,-4 3-152 0,2 0 65 0,0 5 50 0,5-3-584 0,-6 3 296 0,0 2 107 0,0 0 85 0</inkml:trace>
  <inkml:trace contextRef="#ctx0" brushRef="#br0" timeOffset="163686.28">13930 12508 2643 0,'-15'8'0'0,"0"6"0"0,2 6 0 0,0 4 0 0,-3 7 0 0,4 3 0 0,3 6 0 0,2-2 348 0,5 2-155 15,2-5-79-15,0 3 17 16,0-11-52-16,10-5 0 0,6-1-42 0,2-5-282 0,4-4 141 0,6-1 80 16,-7-6 26-16,4-5-675 31,-1 0 354-31,2 0 179 0,-6-8-742 0</inkml:trace>
  <inkml:trace contextRef="#ctx0" brushRef="#br0" timeOffset="164013.92">14153 12521 1716 0,'-6'0'0'0,"-2"0"0"15,2 3 0-15,0 6 0 0,1 5 0 0,2 6 0 0,0 4 362 0,-1 12-154 0,4 0-90 0,0 1-40 0,0 4 250 16,4-3-145-16,5 1-74 15,5-3-128-15,0-11 23 0,1-3 0 0,1-7 33 16,3-5-277-16,1-6 139 0,0-1 78 0,-1-3 26 16,-2-7-1-16,2-14 35 0,-2-4 0 0,-1-3-469 15,1-6 126-15,-8 2 141 0,1-4 53 0,0 0-25 16,-2 0 49-16,-2 0 26 0,5-1-9 0,-6 11 34 16,-1 3 0-16,0 5 0 31,-3 6 0-31,-1 7 0 0,0 2-9 0,0 3 9 0,0 12 0 0,0 8 0 0,0 9 0 0,0 0 0 15,0 5-9-15,0-1 1208 0,0-2-563 0,0 1-298 16,2-5-132-16,6 0-66 16,1 2-314-16,2-8 119 0,0-4 65 0,4-2-591 0,0-5 298 0,3 0 171 15,-2-8 21-15,2-2-620 16,-2 0 356-16</inkml:trace>
  <inkml:trace contextRef="#ctx0" brushRef="#br0" timeOffset="164166.82">14686 12734 1259 0,'0'-5'-1'0,"1"-1"1"0,2 0 0 0,-3 5 0 0,4-1 0 0,-3 2 0 0,1 0 0 0,-1 0 666 0,1 9-320 0,0 5-154 16,-2 2-78-16,0 3 163 0,0 3-119 0,-2 2-52 15,-3-2-35-15,-3 0 1 0,2-1-36 0,-3-1-418 16,3-4 210-16,-2 2 113 16,2-4 43-16,-2-5-604 0,3-1 323 0,0-5 166 15,3-3-3-15,1 0-564 0</inkml:trace>
  <inkml:trace contextRef="#ctx0" brushRef="#br0" timeOffset="164418.35">14828 12588 1284 0,'9'-2'0'0,"0"2"0"0,1 0 0 0,2 0 0 0,-4 7 0 0,0 8 0 0,1 4 0 0,-2 0 562 16,0 6-253-16,-2-1-141 0,0 3 56 0,2-3-93 16,-2 0-48-16,0-5 54 15,0 1-41-15,-1-8-35 0,-1-3 1 0,3-4-58 63,-3-5 0-63,2 0 33 0,0-2 9 0,0-13-36 0,-1-4 27 0,4-5-1 15,-4-1 1-15,3-3-139 0,-1-6 79 0,0 4 21 0,4-1-486 0,-3 1 225 0,1 1 127 0,0 1-256 0,4 1 169 0,-1 5 97 0,2 4 45 0,-2 3-507 47</inkml:trace>
  <inkml:trace contextRef="#ctx0" brushRef="#br0" timeOffset="164551.17">15265 12377 3340 0,'10'-4'0'0,"0"0"0"0,0 1 0 0,1 1 0 0,1 1 0 0,3-1 0 0,1 2 0 0,0 0 0 0,1 5 0 0,1 9 0 0,0 3 0 0,2 7 0 0,-4 5 0 0,-5 1 0 0,0 8 0 0,-7 3 476 0,-4 4-361 0,0 2-115 0,-4 6 0 0,-13-10 0 0,-2-1 0 0,-3-4-15 0,-3-6-170 0,-1-2 112 0,-2-1 63 0,6-13-868 15,-2-6 448-15,6-5 88 16</inkml:trace>
  <inkml:trace contextRef="#ctx0" brushRef="#br0" timeOffset="164905.93">15903 11960 1886 0,'0'0'0'0,"-5"-3"0"0,4 1 0 0,-1-1 0 0,2 2 0 0,0 1 0 0,6 0 373 0,9 0-169 0,1 0-85 16,7 0-32-16,-2 0 301 0,4 0-176 0,0 1-88 15,1 2-456-15,-1 0 184 0,6 1 100 0,-10-2-1039 16,2 3 528-16</inkml:trace>
  <inkml:trace contextRef="#ctx0" brushRef="#br0" timeOffset="165033.88">15900 12252 1625 0,'-17'0'0'0,"6"0"0"0,9 2 0 0,2 1 0 0,0 1 0 0,13 1 0 0,8-2 857 15,4 0-411-15,6-2-205 0,4 4-94 0,1-4-22 32,2 0-44-32,1 0-23 0,4 2-756 0,-1 0 366 0</inkml:trace>
  <inkml:trace contextRef="#ctx0" brushRef="#br0" timeOffset="165603.79">16730 11415 1009 0,'-5'-7'0'0,"0"6"0"0,3 1 0 0,0 0 0 0,0 23 0 0,1 12 422 0,-2 15-193 0,3 12-96 0,-1 16 398 0,1 9-251 16,0 10-122-16,0 8 53 0,0 9-88 0,1 0-43 0,2 10 10 0,0-27-15 0,-1-5 1 0,-1-6-40 0,-1-10 1 0,0-9 0 0,0 3 9 0,0-24-9 0,0-5-225 0,0-4-133 0,-5-6 180 0,-2-7 88 0,-1-2-265 0,2-15 110 0,-1-7 96 0,3 0-301 0,-4-2 189 0,3-13 93 0,4-9 38 0,1-1-253 0</inkml:trace>
  <inkml:trace contextRef="#ctx0" brushRef="#br0" timeOffset="165938.62">17024 11375 1437 0,'0'-20'0'0,"0"4"0"0,5 7 0 0,8 2 0 15,5-2-130-15,4 8 51 0,4 1 0 0,4 0 42 0,4 13 660 16,2 4-293-16,2 4-137 0,-6 4-57 0,-2 4-50 16,-5 3-24-16,-5 3-140 0,-6 2 58 0,0 4 38 15,-13-6-10-15,-1 3-19 16,-9-4 24-16,-13 0 0 15,-6-2 24-15,-6 0 42 0,-3-10-9 0,-2-3-33 0,0-7-44 0,3-5 198 16,0-4-100-16,2-3-25 0,9 0 126 0,6-6-77 16,2-9-39-16,8-3-72 0,5-3 1 0,4-3 41 15,0 3-9-15,12-2-357 16,10 1 179-16,4 3 88 0,2 0 46 0,4 1-271 0,0 6 108 0,0 0 87 16,0 1-614-16,0 2 330 31,2 3 165-31,4-4 73 0</inkml:trace>
  <inkml:trace contextRef="#ctx0" brushRef="#br0" timeOffset="166327.18">17517 11296 1477 0,'-8'-11'0'0,"0"-2"0"0,2 8 0 0,4-1 0 0,2 3 0 0,0 0 0 0,0 3 205 16,11-3-74-16,3 3-52 16,5 0 89-16,-2 6-66 0,3 5-33 0,-1 4 21 0,0-2-17 0,-4 4-10 15,-2-1-26-15,-2 1-79 0,-4 3 39 0,0 2 10 16,-6-3 30-16,-1 3-88 0,-3-2 44 0,-11 1 0 16,-3-3-15-16,-5 3-54 15,-4-5 50-15,-4-2-18 0,1-5-91 0,1 0 40 16,2-4 44-16,0 0-345 0,7-5 184 0,7 0 83 15,6-5 46-15,6-10-346 0</inkml:trace>
  <inkml:trace contextRef="#ctx0" brushRef="#br0" timeOffset="166496.51">17792 11200 1282 0,'0'1'0'0,"0"0"0"0,0 3 0 0,0 1 0 0,0 1 0 0,-3 6 0 0,-5 3 0 0,-5 8 812 0,0 2-387 0,-2 6-195 47,3 0 357-47,1 5-265 0,6-4-148 15,5-3-75-15,0 0-113 0,5-2 22 0,11-4-2 0,6 2-169 0,6-8 94 0,2-5 54 0,5-1 25 0,1-5-660 0,0-3 343 0,4 1 181 0,-8-4 77 0</inkml:trace>
  <inkml:trace contextRef="#ctx0" brushRef="#br0" timeOffset="166769.01">17019 11855 1356 0,'-21'0'0'0,"4"0"0"0,10 3 0 0,2 1 0 0,5 3 0 0,13-1 0 0,14-2 326 0,10-3-146 0,13-1-71 0,12 0 315 0,4 0-199 0,8-8-94 0,6-4-48 0,9-4 43 0,7 0-45 0,10-5 9 0,-17 0-270 16,-7 3 108 0,-6 1 54-16,-11 3 27 0,-10 4-200 0,-4 2 122 0,-25 7 48 0,-10-2 28 0,-8 3-628 0,-6 0 228 0,-2 3 181 31,-12 5-378-31</inkml:trace>
  <inkml:trace contextRef="#ctx0" brushRef="#br0" timeOffset="167078.9">17342 11910 1203 0,'0'0'0'0,"0"0"0"0,3 0 0 0,5 0 0 0,3 0 0 0,6 4 0 0,3 3 257 0,4 0-115 0,1 5-53 0,1 0-27 0,2 5 39 0,-3 4-33 0,2 2 9 0,-9-1-181 0,-4 4 71 0,-6-2 33 0,-7 3-160 0,-1 0 98 0,-9 2 57 0,-13-6 16 0,-6-1-16 0,-5-5-1 0,-5-1 30 0,0-5-41 0,-2 1 195 0,4-9-99 0,3-3-34 0,3 0-34 0,4 0 181 0,6-2-80 0,0-6-39 93,13-2 65-93,6-2-51 0,1 0-26 0,2-1 0 0,16 1-79 0,2-2 35 0,7 2-8 0,1 3-317 0,2-2 172 0,2 4 86 0,1 0 43 0,4-3-719 0,-6 3 351 0,-1 2 159 0</inkml:trace>
  <inkml:trace contextRef="#ctx0" brushRef="#br0" timeOffset="168069.61">18894 11237 1100 0,'0'-17'0'0,"2"6"0"0,4 4 0 0,5 5 0 0,0 2 0 0,7 0 0 0,1 6 0 0,-2 8 219 0,2 6-91 0,-3 5-45 0,-1 2 72 0,-4 0-60 0,0 4-19 0,-8-1-10 0,-2 0-55 0,-1-1 26 0,-7 0 0 0,-9 0 0 0,-7 4-29 0,-4-8-9 0,-2-1 38 0,-4-5 44 0,0 1 0 0,-1-2-35 0,3-10 22 0,3 0-31 0,3-5 0 0,3-3-1 0,2 0-39 0,3 0 10 0,7-8 29 0,6-7 1 0,4-2 0 0,0-2 0 0,7-2 0 0,10 0 9 0,2-2-448 0,6 6 190 0,0-1 108 0,3 0-412 0,0 3 240 0,6-2 108 0</inkml:trace>
  <inkml:trace contextRef="#ctx0" brushRef="#br0" timeOffset="168138.97">19277 11306 1350 0,'7'0'0'0,"2"-3"0"0,2 1 0 16,1 1 0-16,5-2 0 0,-1 3 0 0,4 0 0 0,0 4 473 0,1 6-218 0,-1 2-109 0,5 2-45 0,-8 3 37 0,-1 2-51 0,-5 1-25 0,-1 2-81 0,-7 2 28 0,-3 5 9 0,0-3-137 0,-15-1 79 0,-7 4 38 0,-4-2 0 0,-4-5-140 0,-4 6 98 0,2-13 19 0,-1-2 29 0,1-2-396 0,4-5 187 0,6-3 45 0,1-3 53 0,9 0-300 0,11-9 186 0,1-15 92 0</inkml:trace>
  <inkml:trace contextRef="#ctx0" brushRef="#br0" timeOffset="168274.25">19609 11250 1327 0,'2'0'0'0,"-1"0"0"0,-1 0 0 0,0 2 0 0,0 6 0 0,0 4 0 0,0 5 203 0,-9 5-88 0,-2 2 564 0,2 6-320 0,-1 3-162 31,2 0-79-31</inkml:trace>
  <inkml:trace contextRef="#ctx0" brushRef="#br0" timeOffset="168333.58">19560 11468 3232 0,'0'30'131'0,"0"1"-47"0,1-3-23 0,13-4-295 0,3-4 141 0,6 4 74 0,1-12 23 0,2-5-565 0,4-1 299 0,-2-4 149 0,-2-2-759 0</inkml:trace>
  <inkml:trace contextRef="#ctx0" brushRef="#br0" timeOffset="168723.28">18857 11797 953 0,'-10'0'0'0,"4"-3"0"0,0 2 0 0,6 0 0 0,0 1 194 0,3 0-83 0,16 0-37 16,12 0 0-16,12-2 416 0,11 1-227 0,12-3-104 16,-2 2 230-16,10-6-176 0,3 4-89 0,3-4 109 109,-3 4-99-109,8-4-39 0,-23 5-34 0,-4-1-50 0,-10 3-1 0,-6 0 27 0,-10 1-1 0,-2 0 10 0,-15 0-9 0,-7 0-1 0,-6 0 1 0,-2 0 0 0,0 0-1 0,0 0-120 0,-7 1-506 0,-9 4 296 0,-6 3 22 0,-3 4-399 0,-4 3 318 0</inkml:trace>
  <inkml:trace contextRef="#ctx0" brushRef="#br0" timeOffset="169047.27">19095 11921 990 0,'0'0'0'0,"0"-3"0"0,0 1 0 0,0 0 0 0,0-1 0 0,0 2 0 0,2 0 89 15,2 1-27-15,5 0 109 0,-2 0-73 0,2 0-30 16,0 0-1-16,4 0 8 0,-4 0-30 0,1 2-8 16,0 3-1-16,-2 2 53 0,-1 2-27 0,2 1 1 15,-3 0-18-15,-3 4-23 16,-1 3 15-16,-2 1-1 0,0 0-51 0,0 6-76 16,-10 1 73-16,-3-3 22 15,-3 0-108-15,-6 4 50 0,-1-2 38 0,-5-1-111 0,-3 1 54 0,-1-5 17 16,-2-2 25-16,-2-3-15 0,2-3 0 15,-1-3-6-15,0 0 19 16,10-8 165-16,1 0-77 0,6 0-36 0,5-6 205 0,4-4-105 16,1-1-57-16,8-1-6 0,0 0 83 0,0-2-33 15,11 2-39-15,2-5 63 0,7 4-39 0,-1 2-31 16,6-2-1-16,-1 4-78 0,3-1 28 0,-1 3-1 16,5-1 38-16,-3 4-416 15,-1 2 200-15,3 1 82 0,-2-1-620 0,0 2 322 0</inkml:trace>
  <inkml:trace contextRef="#ctx0" brushRef="#br0" timeOffset="169624.61">20197 11361 2346 0,'3'-20'0'15,"3"-3"0"-15,-3 11 0 0,2 2 0 0,-2 6 0 0,-2 1 0 0,1 0 0 0,1 3 0 0,0 0 349 47,1 15-157-47,1 7 242 0,0 5-200 0,-2 8-99 0,1 10-40 0,0 5 51 0,-2 13-146 0,-1 5 0 0,1 7 0 0,0 10 0 0,-2 19 0 0,0 2 0 0,-4 13 0 0,-4 6 0 16,-1 0 0-16,-2-5 0 15,2 3 0-15,2-30 0 0,3-8 0 0,-4-6 0 0,4-10-55 0,-3-8-19 47,-1 2-12-47,-2-24-435 0,5-5 242 0,-3-4 122 0,2-12 61 0,1-6-747 0</inkml:trace>
  <inkml:trace contextRef="#ctx0" brushRef="#br0" timeOffset="170186.99">17096 12597 1429 0,'5'-18'0'0,"2"-1"0"0,3 9 0 0,1 3 0 0,4 2 0 0,3 5 0 0,5 0 0 0,0 0 0 0,0 9 0 0,1 9 138 0,-1 3-51 0,-1 2-42 0,0 7-1 0,-8-1-8 0,-5 1 0 0,-1 1-140 0,-8-1 70 0,0 2 35 16,0 2 8-16,-9-6-51 0,-9-2 39 0,-5-2 0 15,-4-5 38-15,0-2 64 0,-6-2-30 0,5-10-56 16,0-4 259-16,1-1-126 0,5-1-57 0,2-7 123 16,-1-6-79-16,9-1-54 15,4-2 1-15,4-2 22 0,4-3-33 0,3 2 9 0,6-3-33 0,11 1-23 16,1 2 14-16,6 2 0 16,1 0-1-16,0 4-112 0,3-3 65 0,-3 5 19 15,1 2-450-15,1 4 212 0,1 0 126 0,-1 2 20 16,4 1-700-16,-6 0 380 0</inkml:trace>
  <inkml:trace contextRef="#ctx0" brushRef="#br0" timeOffset="170511.32">17616 12497 1810 0,'0'0'0'0,"-1"0"0"0,1-3 0 0,-2 3 0 0,2 0 0 0,0 0 0 0,0 0 0 0,0 7 0 0,5 3 505 16,4 0-239-16,1 1-115 15,-1 0-330-15,3-3 107 0,1 3 54 0,1-1-586 0,0-2 303 0,-1-2 152 79,0-1 75-79,2 0-436 0,0-5 237 0,-1 0 110 0,1 0 68 0,-3-5-61 0,1-7 69 0,-3-7 36 0,1-1 51 0,-1-4 0 0,-2 0 0 0,-1 2 0 0,-1-2 180 0,-2 4-125 15,-1 5-46-15,2 1 482 78,-3 4-235-78,-1 6-139 0,1 4 12 0,-2 0 399 0,0 11-247 0,0 11-113 0,-2 5-71 0,-7 9 145 0,-2 3-103 0,-3 5-51 16,-1 2-27-16,-1 4 168 0,-2-3-101 0,0 1-46 0,-2-2-324 0,-2-1 139 0,1-3 70 0,-3 2-653 0,2-8 357 0,0-5 182 0,-2-3 45 0</inkml:trace>
  <inkml:trace contextRef="#ctx0" brushRef="#br0" timeOffset="170689.84">16889 13205 1647 0,'-9'-12'0'0,"4"8"0"0,5 1 0 0,0-1 0 0,17 3 0 0,13-4 0 0,12 2 254 0,10-3-110 0,12-3-53 0,10-2 337 0,11-3-196 0,17-4-89 0,-9 2-36 0,1-1-35 0,-7 2 0 0,-9 3-36 0,-10 0-354 0,-1 2 186 0,-25 5 80 15,-8 3 44-15,-7 2-666 16,-8 0 345-16,-7 0 171 0,-6 7 21 0</inkml:trace>
  <inkml:trace contextRef="#ctx0" brushRef="#br0" timeOffset="170960.44">17264 13227 1132 0,'0'0'0'0,"0"0"0"0,2 0 0 0,8 0 0 0,6 0 0 0,3 3 136 0,7 6-46 0,2-1-34 0,2 3 0 0,0 0-27 0,1 3 1 0,-3 3-1 0,-2-1 8 0,-8-1 89 0,-5 2-46 0,-8 2-22 0,-5-2-408 0,-2 3 178 0,-17 2 90 0,-8-4 2 16,-6-1 37-16,-3-2-1 0,-3-3 38 15,-4 0 187 17,7-7-92-32,1 0-68 0,5-4-1 0,0-1 252 0,5 0-131 0,3 0-42 0,8 0-43 0,8-1 271 0,4-4-146 0,2 0-73 15,3-2-111-15,12-2 9 0,6 1 29 0,4-1-128 16,3 1 65-16,0-1 31 0,2 2 0 0,3-3-535 15,-5 3 275-15,0-1 97 0,0 1 85 0</inkml:trace>
  <inkml:trace contextRef="#ctx0" brushRef="#br0" timeOffset="171720.01">18885 12746 1243 0,'0'-20'0'0,"0"8"0"0,9 2 0 0,5 1 0 0,6 6 0 0,1 1 0 0,5 2 286 0,-1 0-130 0,1 10-60 15,-1 6-30-15,-3 5 23 0,0 1-27 0,-2 5 9 16,-9-2-90-16,-4 0 27 0,-6 3 1 0,-1-1-83 16,0 0 55-16,-11 2 37 0,-7-5-10 0,-6 0 130 15,-4-4-52-15,-4-4-25 0,3-4 1 16,-2-3 163-16,4-6-99 0,6-3-45 16,1 0-23-16,5 0 71 0,5-12-47 0,0 0-14 15,10-4-5-15,0-4-1 0,3 0-26 0,14-1-137 16,5 1 68-16,2-3 44 0,1 5-9 0,3 1-304 15,0 5 168-15,0-2 50 0,0 4 53 0,3-1-771 16,-6 5 388-16</inkml:trace>
  <inkml:trace contextRef="#ctx0" brushRef="#br0" timeOffset="171897.88">19371 12746 1900 0,'0'0'0'0,"-3"0"0"0,0 0 0 0,3 0 0 0,-2 0 0 0,0 0 0 0,2 1 0 0,0 5 306 0,0 0-140 0,0 0-64 0,0 4-190 0,4-3 62 0,3 2 31 16,4 1 9-16,-3-2-558 0,1-1 290 0,3-2 145 0</inkml:trace>
  <inkml:trace contextRef="#ctx0" brushRef="#br0" timeOffset="172051.47">19573 12631 1591 0,'2'-4'0'0,"-2"-1"0"15,1 1 0-15,-1 2 0 0,0 2 0 0,0 0 0 0,0 6 0 0,0 12 299 0,-3 6-131 0,-5 4 126 0,-2 6-120 0,-1 1-74 0,-1 1-31 0,-2 3 43 0,1 1-37 0,-4 3 8 0,4-8-47 0,-1-3-295 0,3-2 147 0,-1-3 74 0,2-4-531 0,1 1 311 0,0-8 143 0</inkml:trace>
  <inkml:trace contextRef="#ctx0" brushRef="#br0" timeOffset="172250.02">18914 13289 2488 0,'-18'8'0'0,"2"1"0"0,6 1 0 0,5 3 0 0,5-5 0 0,3 1 0 0,17-3 0 0,9 0 0 0,12-6 0 0,10 0 346 16,5-3-159-16,7-6-77 0,1-8 35 0,7 0-56 15,1-7-26-15,9-1-287 0,-17 1 125 0,0 0 67 16,-7 5 34-16,-7-1-625 31,-9 6 330-31,1-1 172 0,-22 8 33 0,-9 5-416 0</inkml:trace>
  <inkml:trace contextRef="#ctx0" brushRef="#br0" timeOffset="172522.24">19185 13306 1112 0,'0'0'0'0,"0"1"0"0,0 1 0 0,2 1 0 0,1 2 0 0,5 4 109 0,3 4-37 78,1 3 0-78,2 4 165 0,0 6-92 0,2 1-59 0,-4 4-25 0,-1 3-51 0,-2-1 1 0,-5 2 24 0,-3 4-94 0,-1-7 43 0,-9-4 26 0,-11-1-1 0,-3-6 50 0,-1-1-1 0,-4-5-14 0,4-8 42 0,-1-7-25 0,1 0 0 0,2-2-26 0,3-11 17 15,-1-4-11-15,10 0-7 0,7-3-1 0,3-2-59 63,0 4 34-63,2-2 0 0,9-1-1 0,2 4-9 0,7 2 37 0,-2 3 0 0,0 2-210 0,0 1 97 0,4 1 34 0,-3 1-499 0,-1 2 258 0,1 1 105 16,0 1 72-16</inkml:trace>
  <inkml:trace contextRef="#ctx0" brushRef="#br0" timeOffset="172934.11">20187 13430 3893 0,'0'0'0'0,"0"0"0"0,0 0 0 0,0 0 0 0,0-1 0 0,0 0 0 0,0-1-548 0,0-2 292 0,0 0 145 0</inkml:trace>
  <inkml:trace contextRef="#ctx1" brushRef="#br0">28227 18132 0,'0'0'0</inkml:trace>
  <inkml:trace contextRef="#ctx0" brushRef="#br0" timeOffset="186382.91">17906 11962 1046 0,'-2'-15'0'0,"1"3"0"0,1 2 0 0,0 1 0 0,0 3 0 0,0 5 0 0,1-1 0 0,6 2 130 0,2 3-45 0,3 12 40 0,0 3-34 0,0 5-9 31,-3 4-44-31,-1 6-19 0,-1 5 19 0,-2 0 1 0,2 6 9 0,-4-8-36 0,0-3 1 0,-1-2 25 0,-1-4 1 0,-1-3 46 47,0-1-37-47,0-9-10 0,0-9 89 0,0-1-44 0,0-4 0 0,-1-4 203 125,-1-15-114-125,0-10-71 16,2-8-32-16,0-2 18 0,0-4-25 0,8 0 1 0,6-1-15 0,0 6-43 0,3 1-1 0,2 6 35 0,5-1-113 0,2 6 56 0,4-3 38 0,-4 16-10 0,2 3-581 0,0 7 294 0,2 3 97 0</inkml:trace>
  <inkml:trace contextRef="#ctx0" brushRef="#br0" timeOffset="188640.79">19548 11993 1116 0,'-4'-12'0'0,"-3"0"0"0,2 3 0 0,-2-1 0 0,4 4 0 0,-1 2 0 0,2 1 0 0,-2 3 391 0,3-2-178 0,-2 2-79 0,1 0-53 0,1 5 109 31,-5 12-77-31,4 5-38 0,-3 4 101 0,1 6-74 0,0 2-33 0,3 1 12 16,1-1-45-16,0-1 1 0,0 3 9 0,0-9 16 15,5-1 0-15,6-2-26 0,4-6 1 0,1-4-28 16,6 2 9-16,-1-13 18 0,4-3 1 0,-1 0-27 78,1-12 0-78,0-8 27 0,3-6-90 0,-7-6 30 0,-2-2 26 0,0-2-72 0,-7-2 44 0,-1-1 14 0,-3-3 4 0,-7 9-108 0,-1-2 60 0,-1 0 14 0,-13 5 0 0,-3 6 9 0,-7 0 24 0,-1 14-29 0,-1 9-23 0,-2 1 248 16,-5 3-98-16,4 15-50 0,-2 2 281 0,7 3-145 0,9 2-79 0,3-1 119 15,8 0-90-15,4-1-89 94,0-1-37-94,9-2 0 0,12-3 0 0,4-5 0 0,4 0 0 0,5-6-113 0,2 2-19 0,-2-5 80 0,2-3 44 0,-1 0 0 0,-1 0 45 0,-1 0-38 0</inkml:trace>
  <inkml:trace contextRef="#ctx0" brushRef="#br0" timeOffset="189427.07">17800 13200 2127 0,'12'5'0'0,"1"2"0"0,2 4 0 0,0 6 0 0,2 4 0 0,0 6 0 0,-2 2 0 0,-2 5 0 0,-2-1 146 0,-3 4-55 0,-2 3-16 15,-4-8-10-15,-2-5-31 0,0-1 4 0,0-6 0 16,-8-3 71-16,0-3-26 0,-3-11-9 0,2-3-36 16,1 0 74-16,-3 0-37 62,5-16 0-62,1-2 88 0,3-6-67 0,2-1-29 0,0-4 0 0,5 2-4 0,8-1 0 0,4-4-16 0,0 6-8 0,2 2-49 0,6-1 1 0,-2 3 47 0,2 1-206 0,4-1 113 0,-5 8 42 0,2 1 25 16,2 6-649-16,0 2 291 62,2 4 165-46,4-3-350-16,-4 4 251 0</inkml:trace>
  <inkml:trace contextRef="#ctx0" brushRef="#br0" timeOffset="189988.8">19720 13454 1296 0,'-5'-4'0'0,"-3"-3"0"0,-1 1 0 0,2 3 0 0,0 2 0 0,-1 1 0 0,0 0 0 0,2 7 432 0,-5 7-188 0,5 7-108 0,1 0-50 0,1 5 94 16,2 4-72-16,2 1-35 0,0-2 8 0,0 2 97 15,2-2-70-15,9-3-36 16,4-2 54-16,4 1-36 15,1-10-8-15,3-4-72 0,1-5-1 0,1-6 28 0,0 0 0 0,2-3-86 16,-3-14 38-16,-2-5 24 0,-5-7 0 0,2 1-63 16,-8-6 43-16,1-3 9 0,-7 4-178 0,-5 3 93 15,0-3 19-15,-4 5 33 16,-11 2-17-16,-5-4 34 0,-4 12-29 0,-4 6 163 0,-3 2-69 0,0 8-32 16,-2 2 0-16,-5 0 267 0,11 15-131 0,2 5-72 15,5 2-13-15,7 0 221 16,4 0-291-16,6 0 0 0,3-3 0 0,6-6 0 15,13-1 0-15,6-2 0 0,2-3 0 0,6-4 0 16,0-3 0-16,3 0 0 0,3-1-186 0,0-9 76 31,0-1 73-31,6 1-1253 0</inkml:trace>
  <inkml:trace contextRef="#ctx0" brushRef="#br0" timeOffset="190427.71">20818 11901 2757 0,'-14'-11'0'0,"7"3"0"0,2 5 0 0,5 1 0 0,0 2 0 0,0 0 356 0,8 0-163 0,9 0-79 0,3 3 286 0,4 3-289 0,7-3-111 31,0 0 0-31,0 1 0 0,0-3 0 0,-1 0 0 0,4-1 0 16,3 0 0-16,-4 0 0 0,-3 0-58 0,1 0-1174 0</inkml:trace>
  <inkml:trace contextRef="#ctx0" brushRef="#br0" timeOffset="190542.4">20813 12247 2421 0,'-16'3'0'0,"1"-2"0"0,14 2 0 0,1 2 0 0,3-2 0 0,14-1 933 47,7 0-448-47,2-1-393 0,4-1-92 0,4 0 0 0,0 0 0 0,2-3 0 0,1-2 0 0,4 0 0 0,-5-2 0 0,0 0 0 15,1 2-734-15</inkml:trace>
  <inkml:trace contextRef="#ctx0" brushRef="#br0" timeOffset="191784.11">21842 11380 1380 0,'0'-5'0'0,"-6"1"0"0,3 1 0 0,0 2 0 0,1 1 0 0,2 0 0 0,0 12 207 0,0 9-85 0,0 5 284 0,6 11-184 0,2 7-82 0,1 4-54 0,-3 8 130 15,3 9-87-15,-2 7-46 0,-3 13 1 0,1 14 1 16,-1-5-11-16,-3 3-37 15,1 6 1-15,-2 0-16 0,0-3 15 0,0 9 10 16,0-25-16-16,0-2 7 0,0-14-1 0,0-10 48 16,0-10 0-16,0 0-39 0,0-17-10 0,-3-5 122 31,-1 0-158-31,0-2 0 0,1-5 0 0,-2 1 0 0,4-10 0 0,-2-3 0 0,3-3 0 0,-2-3 0 16,2-1 0-16,0 0 0 0,0 0 0 0,0 0 0 15,0 0 0-15,0 0 0 0,0-1 0 0,0-2 0 16,-2-3 0-16,1-3-827 94,-2 1 360-94,3-1 215 0,0 2 106 0</inkml:trace>
  <inkml:trace contextRef="#ctx0" brushRef="#br0" timeOffset="195980.52">22645 11413 849 0,'-7'-10'0'0,"1"0"0"0,-3 0 0 0,4 0 0 0,-3-2 47 0,0-2-40 0,1 2-2 0,-2 0 288 16,2-3-129-16,-1 3-63 0,-3-2-33 0,2-1 65 16,-1 3-52-16,-3 1-1 0,5 4-44 0,-6 1 27 15,1 5-1-15,-4 1-16 16,2 0-53-16,-5 14 0 0,2 11 44 0,-4 9 18 15,2 7-19-15,0 5 10 0,4 0-10 0,7 3 86 47,3-4-43-47,4-3-1 0,2-1-41 0,0 1 70 0,5-13-40 0,11-5 1 0,2-7-32 0,5-6-44 0,0-5 45 0,6-4 8 0,-2-2-126 0,-1-7 58 16,0-11 30-16,-1-4 0 0,-4-2-192 0,5-5 100 16,-7 0 50-16,-2-1-101 0,-4 0 69 0,1-3 4 15,-4 3 28-15,0-2-75 16,-6 8 44-16,-3 6-5 0,1 3 1 15,-2 5 266-15,0 2-119 0,-2 6-55 0,-3 2 322 0,-5 2-163 16,0 15-91-16,-1 3-16 0,3 2 148 0,0 5-86 16,2 0-49-16,4 1-26 0,2 0 0 0,0-3-24 15,0 1 8-15,2-3-38 0,7-4-1 0,2-2 31 110,5-5-1-110,2-2-199 0,4 0 108 0,-1-10 42 0,5 0-312 0,-1-6 144 0,0-11 93 0,-1-3 8 0,4-1-17 0,-7-3 40 0,-1 1-50 0,0 3-908 0,-4-2 490 0</inkml:trace>
  <inkml:trace contextRef="#ctx0" brushRef="#br0" timeOffset="197135.28">23210 11315 866 0,'-2'-1'0'0,"-2"-2"0"0,3-2 0 0,-4 0 0 0,3 0 0 0,-1-2 0 0,0 2 158 0,0-1-61 0,-2 0-30 0,2 2 0 47,-3-3 134-47,1 4-87 0,-2 0-39 0,1 3 1 0,-1-3 41 0,-4 3-40 0,0 0 9 0,-1 9 5 0,-3 9-27 0,-1 3 1 0,4 5 80 15,0 2-53-15,-2 4-19 0,6 0-9 0,2 1 55 16,3-1-41-16,3-1 0 0,0-2-42 15,0 0 50-15,8-5-49 0,3-5-1 0,6-4 1 0,2-2-80 16,0-6 40-16,2-4 9 0,-2-3-141 0,4-1 87 16,-1-8 41-16,-3-9-266 0,1 1 125 0,3-7 77 15,-7 0 2-15,-1 2-72 0,-2-1 38 0,-1 2 35 16,-4 3 6-16,0-1 42 0,-7 8 10 0,1 4-27 16,-2-1 249-16,0 4-123 0,0 4-57 15,-5 0 264-15,-4 8-134 0,-1 8-82 16,-2 4-6-16,4 3 140 0,0 1-79 0,2 1-40 15,5-5-33-15,1 1-58 16,0-1 33-16,0-2 0 0,7-2 0 0,4 2-111 0,5-7 52 0,0-5 29 16,4-3-52-16,2-3 41 47,1 0-2-47,5-6-164 0,-6-11 73 0,3-3 53 0,-3-2-2 0,-1-4-194 0,-2 1 92 0,0-5 28 0,-5 6 47 0,-6-2-52 0,-3 2 43 0,-3 1 1 15,-2-3 35-15,0 8-19 0,-6 2 29 0,-10 4-1 78,-3 6 142-78,-1 3-71 0,-3 1-44 0,0 2 345 0,-1 0-179 0,2 9-64 0,3 0-54 0,3 2 292 0,0-1-121 0,6-2-72 16,5 0-51-16,3 0-55 0,2 1 6 0,0-1-1 0,6 1 10 0,10-5-139 0,3-1 65 0,4-1 32 0,2-2-105 0,1 0 68 0,4 0 44 0,-1 0-322 0,-2-6 157 0,4-3 38 16,-1 1 52-16,-2-2-128 0,-1-2 69 15,-2 5 47-15,-5-3 1 0,-6 4 97 16,-2 1-29-16,-4 2 0 0,-2-1-39 0,-4 3 238 47,-2 1-115-47,0 0-56 0,-11 4 465 0,0 4-221 0,-3 2-124 0,0 1 111 0,2-1-107 0,2 2-54 0,4-3-28 0,-3 2-20 0,6-2-43 0,3 1 0 15,0 0 0-15,0-1 0 16,7 1 0-16,5 1 0 0,1-2 0 0,4 0-125 16,2 1 66-16,-2-2 48 0,0 1-217 0,-1 0 90 15,1 1 68-15,-3-3-76 0,-3 5 60 16,-5-6-4-16,-3 5 26 0,-1 1 43 0,-2-4 8 0,0 1-24 15,-11-1 1-15,-3-2 206 0,0 2-103 0,-5 1-51 16,4-6-21-16,-1 1 267 0,3-2-133 0,2 0-40 16,2-1 126-16,0 2-69 15,5-3-111-15,4 0-59 0,0 0 4 0,0 0 29 16,4-3 0-16,10-2 0 0,4-2-10 0,3-4 19 0,1 1-18 0,6-2-202 16,1-3 81-16,4-2 43 15,-2 0 42-15,0-2-198 0,1-1 106 0,-4-1 17 16,3-1 31-16,2-4-9 0,-10 3 52 0,-2 0 105 15,-2 0-52-15,-3 0-27 0,-7 3 0 0,-1 0 82 16,-6 8-49-16,-2 4-23 16,0 3 0-16,-8 2 418 0,0 3-206 0,-6 0-67 0,2 2-17 0,-4 11-63 15,0 5-64-15,-1 3 0 0,2 6 0 0,3 3 0 16,0-1 0-16,4 3 0 0,3-1 0 0,4 1 0 16,1 0 0-16,0 4 0 0,0-7 0 15,5 0 0-15,8-1 0 0,5-6 0 16,2-1 0-16,3-2 0 94,4-10 0-94,1-8 0 0,3-1 0 0,2-1 0 0,-1-16 0 0,7-2 0 0,-6-8-7 0,-1-2-38 0,-3-6 12 0,-1 2 21 0,2-6-54 0,-10 0-261 0,-1-4 145 0,-5-1 73 0,-2-4 36 0,-7 0-45 0,-3-10 32 0,-2 9 9 0,-8 6 40 0,-12 3-29 0,-7 9 0 0,-2 9 29 15,-7 3 195 1,0 14-92-16,-2 5-52 0,-4 5 335 0,-2 12-168 0,3 7-97 0,-3 3-18 0,11 2 224 0,7 3-157 0,6-1-133 15,9-1 0-15,6 0 0 0,3 1 0 0,2-6 0 16,9-4 0-16,11 1 0 0,0-4 0 0,8-4 0 16,0 3 0-16,5-8 0 0,1-6 0 0,1 0 0 15,1-3-192-15,-1 0 68 0,4 0 35 0,-4 0-1104 16</inkml:trace>
  <inkml:trace contextRef="#ctx0" brushRef="#br0" timeOffset="199518.64">25220 11563 1757 0,'-12'-5'0'0,"1"1"0"0,0-1 0 0,-1 2 0 0,4 0 0 0,-3 3 0 0,5-3 0 0,3 1 0 0,1 2 0 0,2 0 0 0,0 0 0 0,0 0 287 0,11 0-130 0,6 5-60 0,5 1 310 0,6 2-185 0,2-2-93 62,7 0-36-62,1 0 227 0,2 0-141 0,-1-2-72 0,3 4 69 0,-4-4-176 0,3 4 0 0,-9-2 0 0,0 1 0 0,-4 0 0 0,-5-2 0 0,-4 2 0 0,0-1 0 0,-10-2 0 0,-7-1 0 0,0-3 0 0,-2 2 0 0,0-2 0 0,0 0 0 0,-4 0 0 16,-4 0 0-16,-1 0 0 0,4 0 0 0,-2-2-124 15,1 2-7-15,2-3-921 16,4 0 507-16,0 3 254 0,0 0 127 0</inkml:trace>
  <inkml:trace contextRef="#ctx0" brushRef="#br0" timeOffset="200174.97">26107 11537 1115 0,'0'-8'0'0,"0"1"0"0,0 0 0 0,-2-1 0 0,1-1 0 0,-1 1 0 0,2-2 0 0,0 1 0 0,0-2 0 0,0-3 0 0,0 3 0 0,0-2 0 0,0-2 76 0,0 1-39 0,0 1 1 0,0-3 86 15,-2 4-48-15,-3 1 0 0,-2 2-39 0,-2 1 69 16,-1 3-34-16,-6 1 9 0,0 4-44 0,-4 0 144 16,-2 12-73-16,0 5-34 15,-5 10 151-15,3-1-99 0,2 7-44 0,4 2 92 0,0 1-68 0,8 1-34 16,0 3 9-16,9-5-13 0,1-4 0 0,1 1-31 16,16-5 1-16,3-1-59 15,1-1 39-15,5-11-10 0,0-2 30 0,-1-6-40 16,3-2-1-16,-3-4 41 0,-2 0-79 0,-5 0 35 15,-1-7 0-15,-2-13-82 0,-5 0 41 0,2-8 31 16,-4-1-4-16,-2-2-79 0,-3 1 41 0,-1-6 26 16,-2 4-18-16,0 1 4 0,0-5 24 15,0 11 8-15,0 6-10 0,-8 3 48 0,1 4-48 0,0 7 6 16,-5 0 216-16,4 5-101 16,-1 7-46-16,-1 13 184 0,4 5-102 0,0 2-57 15,4 4-2-15,2-1 53 0,0 1-43 16,0-2-32-16,4 0-52 0,6-2 0 0,4 2 0 0,-2-8 0 15,5-3 0-15,1-3 0 94,0-3 0-94,2-8 0 0,3 1-293 0,-5-5 112 0,2 0 94 0,-4-12 46 0,1-1-28 0,-3-5 32 0,1-2-66 0,-3 3-808 0,-5-3 436 0,4 2 219 0,-4-4 109 0,4-5-384 0,-6 5 251 0,3-2 121 0</inkml:trace>
  <inkml:trace contextRef="#ctx0" brushRef="#br0" timeOffset="200408.18">26400 11335 830 0,'0'-12'0'0,"0"3"0"0,-1 3 0 0,1 2 0 0,0 1 0 0,0 2 0 0,0-2 47 0,0 3-9 0,0 4 0 0,4 8-1 0,5 5 771 0,-2 3-386 0,6 5-182 15,-2 2 31-15,2 2-117 0,-2 5-57 0,0-2-16 16,2 2 0-16,-1 4-34 0,-4-6-9 0,-1 0-182 16,1-1 90-16,-5 1 47 0,-1-9-1 15,-1 3-33-15,-1-12 35 0,0-5 0 0,0-6 44 0,-3-3 16 16,-3-3 0-16,0-10-71 15,1-10 106-15,5-5-47 0,0-6-1 0,0-3-42 16,0-1 14-16,9-8 30 63,3 9-24-63,4-3-47 0,2 4 26 0,2-2 26 0,3 4 6 0,6-4-56 0,-1 9 21 0,4 4-11 0,-5 8 38 0,4 2-334 0,-3 6 156 0,5 6 51 0,-11 3-660 0,1 0 364 0,0 12 182 0,-4 3-257 0</inkml:trace>
  <inkml:trace contextRef="#ctx0" brushRef="#br0" timeOffset="200737.13">27129 11375 957 0,'0'-14'0'0,"0"-4"0"0,0 2 0 0,0 2 0 0,0-2 0 0,-1 5 0 0,-3-3 441 0,-5 3-193 0,0 5-109 15,-1 3 185-15,-5 1-143 0,-1 2-71 0,-6 5 37 16,-1 12-45-16,-1 7-37 0,2-1 0 0,1 5 9 15,1 1 0-15,3 0-36 0,2 2 9 0,9-6 79 16,3-1-44-16,3-3 0 16,0-4-45-16,5 3 28 0,7-3 10 0,5-5-38 15,5-3-227-15,3-1 113 32,-2-1 57-32,2-2-351 0,2 2 181 0,-7-2 98 0,-4 0 50 0,-2 2-9 0,-6-2 23 0,-3 3-46 0,-1 4-64 0,-4-1 55 15,-3 0 10-15,-11 1 0 0,-8 1-18 0,-4 1 139 31,-3 1-52-31,0-4 8 0,-1 0 542 0,1 0-274 0,1-5-90 0,0 2-373 0,9-6 122 0,1-2 47 16,9 0 50-16,2 0-788 0,7-3 365 16,0-9 183-16,12-4 62 0</inkml:trace>
  <inkml:trace contextRef="#ctx0" brushRef="#br0" timeOffset="200903.52">27300 11487 1354 0,'3'-2'0'0,"5"2"0"0,-5-2 0 0,2 2 0 0,-3 0 0 0,0 0-2 0,0 6 1 0,0 6 835 16,-2 2-405-16,0 4-197 0,0 3 184 0,-2-3-190 16,-2 6-97-16,2-1-327 0,0-2 111 0,-1 0 61 0,3-3 31 0,0-4-627 15,0-2 329-15,0 2 174 0,0-7 73 16,0-4-609-16,0-3 249 0,0 0 184 16,0-8 93-16</inkml:trace>
  <inkml:trace contextRef="#ctx0" brushRef="#br0" timeOffset="201564.86">27376 11148 1041 0,'1'0'0'15,"-1"0"0"-15,2 0 0 0,-2 3 0 0,1 0 0 0,2 4 0 0,-1 4 239 0,1 7-93 0,1 6 225 16,-1 2-168-16,1 9-82 0,0 3-43 0,-2 3-136 16,1 5 57-16,-2-4 14 0,-1-4 0 0,0 1-363 15,0-3 194-15,0-2 96 0,0-1-176 0,-6-11 129 16,0-2 66-16,3-8 33 0,0-4-404 0,0-4 187 15,1-2 85-15,2-2 147 32,0 0-44-32,0-6 0 0,0-6 0 0,2-4 267 15,2 0-143-15,3 1-57 0,3-5-34 0,-1 4 282 0,4-4-147 0,0 2-73 0,4-2 158 0,-6 4-75 94,6 2-52-94,-3 0-27 0,0 3 1 0,-1 0-26 0,4 2 9 0,-5 4-47 0,0 4 0 0,-1-1 38 0,-2 2 0 0,0 0-6 0,-1 6 15 0,-4 8-9 0,0 3 0 0,-2 2 96 0,0 3-53 0,-1-2 0 16,1 3-77-16,-2-3-9 0,0-1 43 0,0 1-1 0,1-5-107 0,0-3 55 0,2 0 35 0,3-7-307 0,3-5 150 0,0 0 66 15,2-2 41-15,3-12-276 0,2-5 137 0,-2-3 39 47,2-4 48-47,1-3 16 16,0-1 1-16,0 1 29 0,3-4-10 0,-7 7 10 0,-2 2 1 0,3 4-1 0,-7 4 0 0,1 2-9 0,-3 10 9 0,-4 4 0 0,-1 0 1 15,0 7-1-15,0 8 732 0,0 6-3 0,-4 2-332 0,1 3-162 0,1 1-80 0,1 0 15 16,1 1-48-16,0 2-15 63,0-8-9-63,3 2-137 0,7-5 56 0,2-2 29 0,3-3-129 0,0-2 88 0,3-9 30 0,3-3-62 0,1 0 51 0,2-7-18 0,-1-9 27 0,1-2-218 15,-4-1 108-15,0-3 14 0,-4 0 41 0,1-4-16 0,-6 0 0 0,-2-1 14 0,-4-1 67 0,-1-1-44 16,-4-3 1-16,0-4 0 0,0 0-72 0,-9-10 26 78,-6 12 10-78,-3-1 80 0,-3 5-1 0,-3 8-43 0,-2 5 1 0,-6 2 136 0,6 10-58 0,-4 5-36 0,2 0 0 0,1 11 488 0,6 5-245 0,-2 1-100 0,8 1 342 0,10 3-228 0,1-4-112 0,4 4-58 0,0-1 41 0,7 0-40 16,8-3-33-16,2-2-157 31,4 0 66-31,2-4 33 0,1 0 1 0,5 0-228 0,-4-7 126 0,3 2 67 0,0-5 34 0,-1 1 0 0</inkml:trace>
  <inkml:trace contextRef="#ctx0" brushRef="#br0" timeOffset="201968.44">28390 11125 1562 0,'0'-18'0'0,"0"7"0"0,0 1 0 0,0 2 0 0,0 2 0 0,0 2 0 0,0 0 781 0,0 2-378 0,0 2-183 0,0 0 255 16,1 8-220-16,1 5-109 16,0 6-57-16,0 6-89 0,1 4 0 0,-1 8 0 0,-1 1 0 0,1 9 0 31,-1 5 0-31,-1 3 0 0,0 4 0 0,0 9 0 15,0 10 0-15,0 11 0 0,0 18 0 0,-4-9 0 0,-3 3 0 0,3 10 0 0,1-3 0 16,-2 5 0-16,-2 13 0 0,2-19 0 31,-3 4 0-31,1 0 0 0,5-3 0 0,1 10 0 0,1-27 0 0,0 1 0 0,1-2 0 0,7-3 0 16,2-8 0-16,-2 6 0 0,0-23 0 0,-3 0 0 16,5-7 0-16,-5-8 0 0,-2-8 0 0,1-1 0 15,-4-16 0-15,0-1 0 16,0-6 0-16,0-6 0 0,0-6 0 0,0-1 0 0,0-2 0 0,-2 0 0 15,-5-9-452-15,-2-3 79 16,0-3 168-16</inkml:trace>
  <inkml:trace contextRef="#ctx0" brushRef="#br0" timeOffset="206237.16">22504 12453 919 0,'2'0'0'0,"0"0"0"0,1 0 0 0,1 0 213 0,-1 0-88 0,0 7-42 15,2 9 0-15,-1 12 152 0,2 11-102 0,-1 9-48 16,1 12 1-16,0 3 68 16,0 5-58-16,0 9-18 0,0-17 23 0,-1-2-30 15,-2-7-1-15,0-9 26 0,-1-4-29 0,0-3 10 16,-1-16-37-16,-1-8 32 0,0-5 1 0,0-4-34 16,0-2 0-16,0 0 115 0,0 0-62 0,0-2-26 15,-2-8-1-15,-2-1 156 16,-1-4-91-16,3-3-36 15,2 1-32-15,0-1-50 0,0 0-12 0,8 1 0 0,5 3 0 0,2-1 0 0,3 5 0 16,2 5 0-16,1 3 0 0,0 2 0 16,4 0 0-16,0 6 0 0,-2 8 0 0,-2 6 0 15,-1 3 0-15,-6 4 0 0,0 0-30 0,-2 5-8 16,-11-4-67-16,-1-1 50 0,0-1 10 0,-7-4 147 16,-9-3-60-16,-6 1-29 15,0-8-10-15,-3-4 88 0,-1-4-69 0,0-2-22 0,-3-2 0 16,8 0 0-16,-1-2 0 0,3-6 0 15,2-4 0-15,5 0-194 0,-3-4 59 0,11-1 67 16,4-1-506-16,0 0 267 0,2 0 134 0,13-3-530 16,2-1 322-16,7 3 176 0,1 4 83 0</inkml:trace>
  <inkml:trace contextRef="#ctx0" brushRef="#br0" timeOffset="206761.24">23350 12786 893 0,'0'-11'0'0,"-1"4"0"0,1-2 0 0,-3 0 0 0,1 0 0 0,1-3 0 0,-3 5 97 0,0-1-29 15,2-1-1-15,-4 2 36 0,0 1-34 0,-2-2 11 16,-2 4-43-16,-2 3 54 15,-3 0-27-15,-1 1 0 0,-4 0-27 0,-2 2 151 0,2 8-80 0,-2 4-35 16,3-1 72-16,-1 3-53 0,5 1-28 0,0 1 134 16,7-2-85-16,5 1-38 0,3 0 1 0,0-2-21 140,3 2-18-140,10 1 10 0,6-3-10 0,1-2-105 0,2 0 53 0,3 0 26 16,3 1 0-16,0 1-187 0,-6 0 101 0,1-3 32 0,-7 2-97 0,0 1 43 0,-4 0 49 0,-5 4-53 0,-6-2 42 0,-1 0-11 0,-5 1 1 0,-14 0 315 0,-3-1-134 0,-5 2-76 0,-2-4-26 0,-3-4 262 0,2-2-134 0,0 0-39 0,2-4-42 0,-2-1-82 0,9-4 24 0,5 0 29 0,1 0-511 0,10-1 250 0,2-5 127 0,3-6-345 0,7-2 216 0,13-1 69 0</inkml:trace>
  <inkml:trace contextRef="#ctx0" brushRef="#br0" timeOffset="206956">23453 12980 514 0,'6'0'0'0,"-3"0"0"0,1 0 0 0,-1 0 0 0,2 0 0 0,-2 0 598 0,1 0-270 0,-2 0-151 16,1 0-69-16,-3 6 570 0,2 3-321 0,-1 0-159 15,2 3 84-15,-1 0-127 16,-1 1-59-16,1 1-29 0,-1 1-306 0,1 2 139 16,0-4 77-16,-2 1-522 0,1-3 291 0,-1-3 146 0,0 0 72 0,0-2-258 15,0 1 166-15,0-7-52 0,0 0 83 0,0 0-301 16,0-11 180-16,0-7 90 15,0-7-159-15,0-5 129 0,0-6 60 0,0-8 31 0</inkml:trace>
  <inkml:trace contextRef="#ctx0" brushRef="#br0" timeOffset="207560.25">23561 12646 961 0,'1'-9'0'0,"2"2"0"0,-1 2 0 0,1 2 0 0,1 3 0 0,0 0 0 0,-1 3 0 0,-1 11 315 0,2 4-139 0,-1 4-69 0,1 3 144 0,-1 2-97 15,0 3-63-15,-2 0-125 31,1 0 35-31,1-1 1 0,-3 1 35 0,0 6-117 0,0-7 54 0,0 1 31 0,0-1 1 0,0-5-232 0,0-3 119 16,0 0 78-16,0-7-261 0,0-6 138 16,0-6 11-16,0-2 53 0,0 0 48 0,1 0-7 15,6-7 10-15,0-10 116 0,3 2-58 0,1-1-29 16,1-4 0-16,2 2 170 0,-4 2-78 0,6 2-53 16,-3 0-1-16,0 2 73 0,-1 3-25 0,1 0-34 15,-2 4 214-15,-1 5-113 0,-3-3-42 0,2 3-33 16,0 0 162-16,-2 7-87 15,-3 4-59-15,-1 3 132 16,1 3-95-16,-3 1-43 0,0 0 1 0,3 3-106 0,-1-3 27 0,0-3 0 16,0 2 36-16,0-5-101 0,1-5 51 0,3 3 33 15,1-10-236-15,-1 0 126 0,1 0 41 0,1-3 38 16,3-8-304-16,-1 0 149 0,-2-5 28 0,2 2-6 16,-2-1 53-16,-2 0 27 15,2 3-1-15,-2 0 171 0,-3 2-67 0,2 3-39 0,-3 3 0 0,-1 1 203 78,2 3-112-78,-3 0-56 0,2 0 172 0,-3 9-105 0,0 6-17 0,0 4-38 0,2 0 194 0,0 3-108 0,-1 2-48 0,4-2-77 0,2 2 29 0,5-2-1 0,2-2 10 0,3-3-88 0,2-5 40 0,4-7-1 0,2-1 39 0,2-4-119 47,4 0 64-47,-3-14 21 0,-3-4-106 0,1-4 62 0,-1-3-2 0,-3-1 26 0,1-4-148 0,-9 1 60 0,-2-3 44 0,-5 0-56 110,-4-6 43-110,-3 0 1 0,0-11 14 0,0 3-1 0,-14-2 23 0,0-5-1 0,-5 2 1 0,-1 6 0 0,-5 1-10 0,0 19 10 0,-1 12-217 0,-2 9 108 0,0 4 55 0,1 0 26 0,-2 10 432 0,9 11-189 0,4 0-106 0,3 3 456 0,3 4-257 0,8-4-88 0,2 5-69 0,0-5 196 0,11 1-137 0,8-4-68 15,6 0-33-15,3-3-118 0,5 2 51 0,4-8-9 16,8-3-803-16,0-3 423 0,8-2 210 0</inkml:trace>
  <inkml:trace contextRef="#ctx0" brushRef="#br0" timeOffset="210004.7">25622 12458 1987 0,'0'0'0'0,"0"0"0"0,2 0 0 0,-1 0 0 0,3 0 0 0,-1 12 0 0,1 15 0 0,1 9 154 0,-2 17-47 0,-2 8-39 16,1 8 0-16,0 6-33 16,-1-4 4-16,0-6 1 0,0 6 9 0,4-20-68 0,-4-6 29 0,1-5-1 15,-1-7-21-15,-1-7 26 16,0-4 10-16,0-14 130 0,-1-6-57 0,-2-2-28 15,-4 0-24-15,1-7 234 0,-2-6-109 0,4-6-71 16,4-5-29-16,0-4-16 16,2 0-14-16,9-1-1 0,7 1 11 0,0 7-36 0,2 4 0 0,3 4 26 31,0 5-73-31,-1 3 36 0,6 3 11 0,-8 2-83 0,2 7 55 0,0 10 26 16,-4 5-26-16,-1 4-41 0,-5 6 16 0,-5 2 24 46,-4-1-11-46,-3 4 52 0,0-3-38 0,-5 2 11 0,-10-9 168 0,-2-3-79 0,-3-6-39 0,-1-1-6 0,-2-6-43 0,1 3 0 16,0-11 0-16,2-1 0 0,1-2 0 0,2 0 0 0,3-2 0 0,-1-8-484 31,8-7 202-31,4-3 137 0,3-6 46 0,0-5-346 0,8-6 203 0,9-4 91 0,2 2-620 0</inkml:trace>
  <inkml:trace contextRef="#ctx0" brushRef="#br0" timeOffset="210249.19">26055 12871 1114 0,'14'0'0'0,"1"0"0"0,-3 0 0 0,2 0 0 0,-2 0 0 0,0 7 0 0,-2 4 0 0,-3 5 281 16,3 1-122-16,-5 3-59 31,-1 4 295-31,-1 2-170 0,-1 1-98 0,-2 0-24 0,0 2-33 0,0 0 1 0,-5-5-34 0,-1 0 10 0,0-7-9 0,-3-5-1 16,3-5 1-16,-2-4 60 0,3-3-31 0,-1 0 11 16,1-5 25-16,1-14-33 0,4-1 0 0,0-6-32 15,3-6 44-15,6 1-44 16,2 1 0-16,5-3-121 0,0 1 61 0,5-3 30 15,5 0 10-15,-2 4-280 0,6 2 145 0,1 0 55 16,6 4 41-16,-1 4-533 16,3 1 255-16,-5 11 113 15,-2 6 73-15,1 3-474 0,-3 0 274 0</inkml:trace>
  <inkml:trace contextRef="#ctx0" brushRef="#br0" timeOffset="211339.32">26730 12868 915 0,'0'-9'0'0,"-5"-3"0"0,1 3 0 0,-3 0 0 0,0-2 0 0,2-1 0 0,-4 0 0 0,2 4 337 0,0-1-149 0,-2 3-75 31,1 3-37-31,-3 0 205 0,-1 3-111 0,0 3-71 0,1 11-30 0,-3 5 179 0,2 5-105 0,4 3-52 16,-3 1 69-16,5 1-65 0,3 1-29 0,3-1 73 0,0-2-51 0,0-3-24 15,0 3 9 1,3-10-109-16,7 1 37 0,5-7 0 0,3-3 38 0,0-4-193 15,4-4 107-15,0 0 37 0,1-3-271 0,0-9 127 47,2-7 83-47,0 1-4 0,-3-1-167 0,0 0 79 0,-2-3 63 0,-3 1 24 0,-1 1 1 0,0-1 26 0,-6 7 10 0,-4 3 100 0,-2 2-49 0,-2 4-26 16,-2 2 0-16,0 3 238 0,0 0-125 0,-7 6-45 16,-6 9 289-16,6 2-147 15,-1 1-92-15,1 1 66 110,4-4-71-110,1 2-30 0,2-3 0 0,0 2-69 0,0-6-1 0,5 4 49 0,5-8-10 0,2-1-159 0,4-5 79 0,1 0 41 0,2 0-1 0,2-5 49 0,-1-7-9 0,-2-3-31 15,2-2 28-15,-3-2-91 0,-1-2 38 0,-2 1-515 0,-3 2 232 0,-8-3 131 0,1 2 66 0,-2 0-30 0,-2-1 48 0,0 1-10 0,-9 5 58 0,-4 2 45 0,-1 4 1 0,-3 2-47 0,1 3 1 0,-1 2 205 0,2 1-82 0,2 0-59 0,3 0 288 16,3 0-156-16,2 4-78 0,0 2-4 15,5-2 31-15,0 0-37 0,2 0-6 0,11 1-152 16,3-5 63-16,4 0 41 0,1 0-10 0,3 0-104 16,5 0 59-16,-1 0 36 0,5-7-10 0,1-3-240 15,-5 1 95-15,3-1 73 0,-6 0 6 0,-2 2 1 16,1-2 4-16,-10 3 35 0,-5 6 219 0,-6-4-106 16,-2 4-54-16,-2 1 333 0,0 0-168 15,0 0-93-15,-12 6-15 0,-4 5 311 16,0 2-175-16,0 1-88 0,3 3-34 0,1-2 30 15,2-1-50-15,2 1-71 0,5-1 0 0,0 2 0 16,0 0 0-16,3-2 0 0,0-1 0 0,3-1 0 16,4 2 0-16,5-2-11 0,-1 3-33 0,3-6 36 15,-1 3 16-15,-1 0-169 0,0-2 61 0,-1-2 50 16,-3 5-17-16,-3-2 20 0,-1-2-13 0,-2 2-1 16,-2-2 95-16,0 0-32 0,-4 0-20 0,-5-2 169 15,-4-1-81-15,1-1-44 0,0 0-7 0,-4 0 155 16,1-1-71-16,4-3-63 15,-1 3-40-15,2-4 0 0,3 2 0 0,2-2 0 16,0 1 0-16,3-1 0 16,2 0 0-16,0 0 0 0,5 0 0 0,8 0 0 0,5 0 0 0,2-5 0 47,3-2 0-47,3-6 0 0,2-1 0 0,2 1 0 0,5-5 0 0,1-2-47 0,0-4-7 0,1 0-73 0,1 0 37 0,4-8 23 15,-8 5-4-15,-5 1 17 0,-1 4 14 0,-8 0 2 16,-5 3 112-16,-2 5-66 0,-12 6-19 0,-1 6 1 15,0 0 298-15,-9 2-152 0,-8 4-51 0,-1 7-67 16,-2 6-18-16,3 1 0 0,-2 6 0 0,2 1 0 16,4 1 0-16,-2 3 0 0,8-3 0 0,3 1 0 15,3-3 0-15,1 0 0 0,0 1 0 0,3 2 0 16,12-8 0-16,3-2 0 16,5-5 0-16,2-5 0 31,7-4 0-31,3-1 0 0,-2-2 0 0,-2-8 0 0,5-10 0 0,-5-4-46 0,-3-2-19 0,3-5-3 0,-9 1 9 0,-4 0 2 15,-2-4 19-15,-6-1 0 0,0-4-93 0,-4-6 38 16,-6 2 8-16,0-1-27 16,-12-3 37-16,-8 6 0 0,-4 2 38 0</inkml:trace>
  <inkml:trace contextRef="#ctx0" brushRef="#br0" timeOffset="211422.79">27902 12625 2860 0,'-31'-20'-82'0,"-4"11"44"0,-2 4 0 0,0 5 255 0,1 5-127 0,0 8-73 0,8 5-23 0,6 6 0 0,5 3-32 0,9 0 1 0,5-1-1 0,3 6 21 0,3-6 9 0,12-2 105 0,7-1-56 0,5 0 200 0,0-4-114 0,7 3 168 0,2-10-134 0,1-2-68 0,3-5-481 0,2 1-893 0</inkml:trace>
  <inkml:trace contextRef="#ctx0" brushRef="#br0" timeOffset="211589.14">28857 11960 2016 0,'-12'-18'0'0,"1"6"0"0,11 10 0 0,0 0 0 0,0 2 0 0,0 0 450 0,7 0-206 0,6 0-95 0,5 0 198 0,3 0-155 0,7 0-78 0,-1 0-39 0,3 0 79 16,5 0-50-16,-6 0-38 0,2 2-46 0,0 2-366 15,1-3 168-15,-4 3 107 0,4 2-897 0,-12 1 481 16</inkml:trace>
  <inkml:trace contextRef="#ctx0" brushRef="#br0" timeOffset="211736.75">28819 12300 2177 0,'-12'0'0'0,"2"0"0"0,5 0 0 0,5 0 0 0,3 5 0 0,14 1 254 0,3 0-109 0,5-3-55 0,6-1 381 0,2 2-222 0,0-4-106 0,3 0-54 0,1 0 123 0,-1 0-111 0,8 0-101 0,-7 0-702 0,-2-1 313 0</inkml:trace>
  <inkml:trace contextRef="#ctx0" brushRef="#br0" timeOffset="-211848.54">29680 12044 934 0,'-4'-9'0'0,"-1"0"0"0,0 0 0 0,-1-3 0 0,2 4 0 0,1-4 0 0,0 2 0 0,-3-1 0 0,2-3 0 0,0-1 0 0,-1 3 139 0,1-1-52 0,-2 1-25 0,2 3 0 16,-3-1-17-16,-1 3-9 0,3 4 219 0,-3 3-109 0,-4 0-55 0,0 3-28 0,-5 11 83 0,2 7-59 0,-2 5-25 0,1 5-1 0,-1 4 28 0,4 1-26 0,0 5 9 0,4-5 52 0,5-2-43 0,4-3-1 0,0 1-43 0,0-5-9 0,2 3 18 156,9-9-10-156,2-3-58 16,3-3 30-16,1-6-1 0,3 1 30 0,0-6-61 0,0-4 26 0,2 0 0 0,0-4 29 0,-2-10-64 0,-3-1 12 0,2-4 6 0,-2-2-38 0,-3-2 31 0,-2-2 1 0,-4 0 0 0,1-1 32 0,-1-2-9 0,-6 8-7 0,1 3 139 0,-1 1-62 0,-1 5-32 0,-1 3 4 0,0-2 192 0,0 10-101 0,0-3-53 0,0 3-10 0,-1 3-41 0,-1 8 5 0,2 2 10 0,0 8 28 0,0-1-37 0,0 4-1 0,0-1 0 0,3 1-145 0,5 0 81 0,-1-2 28 0,4-1-292 0,-2-4 143 0,3 2 83 0,-1-4 9 0,2 2-327 0,-1-8 179 0,-3 0 86 0,0-4 36 0,-1-1-244 15,-3-2 146-15,5 0 63 0,-5-2-99 16,-1 0 90-16,3-7 46 0,1-6 0 0,0-5-268 0,-1-7 161 16</inkml:trace>
  <inkml:trace contextRef="#ctx0" brushRef="#br0" timeOffset="-211544.4">30130 11364 1913 0,'-7'-14'0'0,"4"5"0"0,1 3 0 0,0 6 0 0,-1-3 0 0,0 3 0 0,-1 18 0 0,-1 12 292 0,-2 6-127 0,1 11-65 15,-3 9 62-15,5 0-68 16,-2 2-29-16,-1 6 1 0,3 4-30 0,1 1 0 0,-2 8 10 0,1-13 51 15,3-6-31-15</inkml:trace>
  <inkml:trace contextRef="#ctx0" brushRef="#br0" timeOffset="-211423.75">30042 12085 3205 0,'-2'48'36'0,"1"-8"1"0,0-2 8 0,-2-19-9 0,3-10-139 0,0-5 70 0,0-4 34 0,0 0-2 0,0-3 7 0,0-11-51 0,0-8 32 0,3-5 37 0,5-3-11 0,5 0-8 0,6-2 10 0,0 8 99 0,1 3-43 0,3 3-13 47,1 4 0-47,-2 5-113 0,4 1 47 0,-3 7-5 0,-1 1 39 0,-1 3-12 0,-5 12 11 0,3 8-45 0,-9 4 39 0,-6 6-43 0,-3 2 0 0,-1 4-120 0,-2 2 68 0,-13 3 27 0,-3-10 2 0,-3-1 160 0,0-4-58 0,-4-4-27 0,1-5 0 0,-4 0 22 0,6-13-3 0,1-1-22 0,1-4-193 0,3-2 90 0,4 0 42 0,1-5 4 0,7-11-494 0,5-4 238 16,0-6 129-16,8-4-257 15,10-3 189-15,3-6 87 31,4 3 56-31</inkml:trace>
  <inkml:trace contextRef="#ctx0" brushRef="#br0" timeOffset="-211100.18">30438 11952 1256 0,'9'-5'0'0,"1"1"0"0,1 3 0 0,0-1 0 0,0 2 0 0,0 0 0 0,0 8 0 0,-3 8 659 0,2 1-311 0,-3 3-156 0,-2 5-78 0,4 3 312 0,-5 0-199 0,-2-1-96 0,-1 7 16 0,-1-4-55 0,0 3-29 0,0 1 10 0,-6-5-139 0,-1-5 51 0,2-6 26 0,2-3-121 0,-2-6 73 0,2 1 45 0,0-10-8 0,1 0 1 0,2-2-1 0,0-15 37 16,0-4-77-16,8-4 68 0,4-3-67 0,4-3 43 0,3-1 35 0,7-6 0 0,3-1-31 0,3 7-4 15,0-4 35-15,2 6-30 0,3 0 18 0,0 3-42 16,1 0 10-16,-11 11 19 0,-3 3 4 0,-7 5-104 16,-2 4 40-16</inkml:trace>
  <inkml:trace contextRef="#ctx0" brushRef="#br0" timeOffset="-211021.43">30939 11887 3536 0,'8'-1'-25'0,"-3"1"-517"0,-3 1 239 0,-2 10 135 0</inkml:trace>
  <inkml:trace contextRef="#ctx0" brushRef="#br0" timeOffset="-210338.48">32038 11863 486 0,'-5'-8'0'0,"0"-3"0"0,-1 1 0 0,3 1 0 0,1 2 0 0,1 3 0 0,1 0 286 0,0 1-124 0,0 0-60 16,0 3 143-16,1 0-107 0,8 14-49 0,1 6 1 15,4 5-50-15,-2 8 0 0,1 6 11 0,-1 2 234 16,-3 2-123-16,1 6-60 0,-5 3-31 0,-2-1-7 15,0 8-13-15,-3-2-11 94,0-3-29-94,-7 2-17 0,-7-10 0 0,2-3 46 0,-5 1 52 0,3-23-11 0,-1-4-41 0,5-10 0 0,-1-7 1 0,3 0-1 0,-1-3-26 0,6-19 253 0,3-5-114 0,0-6-56 0,3-7-29 0,11-1-27 0,5-7 9 0,1 5-10 0,0 1-63 16,3-1 31-16,1 1 1 0,-1 5 31 0,2-8 10 0</inkml:trace>
  <inkml:trace contextRef="#ctx0" brushRef="#br0" timeOffset="-210263.15">32189 12076 3732 0,'22'-28'40'0,"-1"5"-128"0,-3 3 52 15,2-1 44-15,-5 13-13 0,-1 4-146 0,-1 1 67 0,-2 3 47 0,2 0 12 0,3 0-591 0,-5 0 272 0,3 10 151 0,-3-4-513 0,-1 5 332 0</inkml:trace>
  <inkml:trace contextRef="#ctx0" brushRef="#br0" timeOffset="-210084.16">32447 12162 2719 0,'0'0'0'0,"-6"0"0"0,5 0 0 0,1 1 0 0,0 4 0 0,0-1-2 0,7 1-3 0,5 0 2 0,6 0 1 0,4 0 1 0,1 1 305 0,3 0-138 0,0-1-62 16,3-1-65-16,-4 1 1 16,2-2 0-16,3 2 10 0,-10-1-80 0,0 2 35 0,-4-3 0 0</inkml:trace>
  <inkml:trace contextRef="#ctx0" brushRef="#br0" timeOffset="-210008.37">32752 12245 3488 0,'8'2'40'0,"-4"5"11"0,-4 0-11 0,0 1 138 0,-12 1-68 0,-9 2-86 0,-4 2-24 0,-2 0 0 0,-6 1 0 0,0 0 0 0,0 2 0 0,-2-2 0 0,2 1 0 0,-4 2 0 0,6-4-222 0,4 1 35 0,1-3 90 0,4 1-635 0,1 1 326 0,11-5 188 0,7 2 88 0,3-2 46 0</inkml:trace>
  <inkml:trace contextRef="#ctx0" brushRef="#br0" timeOffset="-209829.72">32825 12533 2517 0,'-9'-3'0'0,"0"0"0"0,5 3 0 0,-4 0 0 0,3 0 0 0,-4 0 0 0,0 3 0 0,-2 2 0 0,-2 5 0 0,-4-1 326 0,2 2-147 0,-2 3-70 0,0-2-50 0,-3 4-18 0,-2-1 0 125,-4 3 9-125,6-2-266 0,-2-1 128 0,2-2 64 0,3-2-495 0,4-1 269 0,0-1 140 0,10-3 38 0,3-4-351 0,0-2 143 0,12 0 119 0</inkml:trace>
  <inkml:trace contextRef="#ctx0" brushRef="#br0" timeOffset="-209642.73">33023 12438 1440 0,'0'0'0'0,"0"0"0"0,0 0 0 0,-4 3 0 0,1 0 0 0,-3 6 365 16,4 3-162-16,-3 2-71 0,1 1-51 0,3 2 449 0,1 2-245 0,0 1-122 0,1-2-19 0,10 0-42 0,2 0-35 0,5-7-1 16,4-4-86-16,1-2 31 15,1-5-1-15,5 0-1 0,-6 0-9 0,1-7 40 0,-1-8 1 0,-2-4-79 16,-4 0 39-16,-2-3 11 0,-7 1 29 16,-5 1 61-1,-3-4-34-15,0 2-60 0,-9 2 60 0,-8-4-68 0,-4 7 0 0,-6 0 0 16,-3 5 0-16,0 3 0 0,-1 3 0 0,-2 3 0 15,8 3 0-15,5 0 0 0,3 0 0 0,6 11 0 16,5 5 0-16,6 4 0 16,0 1 0-16,14 4-602 0,10 2 102 0</inkml:trace>
  <inkml:trace contextRef="#ctx0" brushRef="#br0" timeOffset="-203866.84">10672 14390 1241 0,'-8'-11'0'0,"0"1"0"0,5 3 0 0,0 2 0 0,2 4 0 0,1-1 0 0,0 2 149 0,0 0-58 0,4 0-27 0,8 3 93 63,1 5-66-63,3 3-27 0,2 4 0 0,0 4 172 0,2 2-100 0,2 6-39 0,-5 1-35 0,2 3 171 0,-3 4-97 0,-1 4-49 0,-3 6 76 0,2 10-52 0,-5-4-41 0,-5 7 52 0,-1 3-42 0,1-9 0 0,-2-2-42 0,-1-1 143 0,1-18-76 15,1-11-34-15,-2-6-69 0,-1-8-2 0,1-6 0 0,0 0 0 32,1 0 0-32,3-21 0 0,1-7 0 0,3-9 0 0,3-4 0 0,0-8 0 0,2 0 0 15,-1-2 0-15,3-2 0 0,2-5 0 16,0 3 0-16,4-8 0 0,-3 10 0 0,-1 3 0 15,1 2 0-15,-5 4 0 0,1 6 0 0,-1-2 0 16,-5 17 0-16,-2 7 0 0,-1 4-174 0,-3 7-18 16,1 3-466-16,0 2 301 15,1 0 163-15,-3 7 77 0,1 7-601 0,3 5 340 0</inkml:trace>
  <inkml:trace contextRef="#ctx0" brushRef="#br0" timeOffset="-203609.91">11343 14775 2368 0,'0'3'0'0,"0"2"0"0,0 1 0 0,0 2 0 0,0 2 0 0,0-1 0 0,0 7 0 0,0 0 413 0,0 3-189 0,2 4-83 0,-2 0 250 0,2 4-177 0,-1 0-88 0,1 2-72 0,0 0-54 16,0 1 0-16,-1-5 0 0,0-3 0 0,2-3 0 15,0-2 0-15,-1-3 0 0,1 0 0 0,0-8 0 16,-1-3 0-16,0-3-234 0,-1 0 103 0,-1 0 82 16,0 0-41-16,0-5-465 0,0-7 250 0,0-2 133 15,0-1 67-15,0-1-556 0,0-6 302 0</inkml:trace>
  <inkml:trace contextRef="#ctx0" brushRef="#br0" timeOffset="-203418.41">11760 14507 2670 0,'0'0'0'0,"0"0"0"0,0 0 0 0,0 0 0 0,0 0 0 0,1 0 0 15,7-3 0-15,0 3 0 0,3-2 622 0,6 0-297 0,4-3-144 0,2 0-72 0,5-2-95 0,1 1-4 0,7-5-10 16,0 3-135-16,-2-2 49 0,-1 4 62 0,-2 1-802 15,-3 4 432-15,-2 1 225 0</inkml:trace>
  <inkml:trace contextRef="#ctx0" brushRef="#br0" timeOffset="-203229.23">11891 14816 1719 0,'-10'0'0'0,"6"0"0"0,-1 0 0 0,5 0 0 0,0 3 0 0,0-3 0 0,5 3 763 15,10-2-364-15,3 1-172 0,3-1 307 0,2-1-248 32,1 0-283-32,-1 0-3 15,2 3 0-15,-2-3 0 0,-1 0 0 0,-4 0-91 0,0 0-106 0,-2 0 117 0,2 0 67 0,-10 0-636 0,2 0 343 0,-6 0 142 16,-1 0 96-16,-3 0-712 0</inkml:trace>
  <inkml:trace contextRef="#ctx0" brushRef="#br0" timeOffset="-202005.41">12882 14500 1466 0,'-2'-17'0'0,"-1"0"0"0,0 0 0 0,-2-4 0 0,0 5 0 0,2 1 0 0,-3-2 0 0,2 1 174 0,-3 2-68 0,1-3-23 0,-1 5-10 0,-3 5 76 15,0-2-57-15,-1 4-28 0,-2 3 51 0,-2 2-29 16,-4 0-10-16,-1 17 0 94,-3 6-38-94,-2 6 0 0,2 8 1 0,-4 4 48 0,8 2-9 0,3 3-39 0,3-1 0 0,6 2-1 0,3-2 1 0,4 2 9 0,0-8-9 0,14-6 265 0,8-1-132 0,10-8-67 0,4 2 11 0,2-11-44 0,-1-6 1 0,4-4-142 0,-2-5 54 0,-5 0 27 0,4 0 10 0,-10 0-96 0,-5-7 56 0,-6-4 29 15,-1-2-1-15,-4 0-479 32,-3-1 197-32,-6 3 133 15,-1 1 4-15</inkml:trace>
  <inkml:trace contextRef="#ctx0" brushRef="#br0" timeOffset="-198746.9">13810 14166 783 0,'-6'-19'0'0,"-3"-3"0"0,6 5 0 0,0 3 0 0,-1-3 0 0,1 1 120 0,2 0-41 0,-3-6 9 0,3 5 83 0,1 0-67 0,-2 3-33 0,1-6-1 0,-1 6 15 0,1-7-39 0,0 6-8 0,-3 2-1 0,1 1 1 0,0 3-1 0,0-1 1 0,-3 1 42 0,1 6-9 0,-2 1-34 0,-1 2 59 0,-2 0-30 0,-3 8 10 0,1 9-38 0,-1 6 107 0,1 3-54 0,1 7-27 0,1 5 1 0,0 8 140 0,6 2-88 0,0 3-40 0,2 5 61 0,2 4-51 0,0 2-25 0,0 9 10 0,2-6 19 0,4 4-27 15,5 0 0-15,-2 3-25 16,1-6-2-16,0 12 10 0,-5-20-9 0,-2-2-32 16,-1-2 31-16,-2-5 1 0,0-2-1 0,-8 4 4 15,-6-17-41-15,-2-4 0 0,1-3 0 0,-6-1 0 16,1-5 0-16,-1-3 0 0,2-9 0 0,0-7 0 15,1-2 0-15,0 0 0 0,2-11-121 0,1-3 37 16,6-7 48-16,4 0-672 31,4-4 335-31,1-1 168 0,1-2 84 0,10-4-546 0,6 6 320 0,4 0 154 0</inkml:trace>
  <inkml:trace contextRef="#ctx0" brushRef="#br0" timeOffset="-198493.51">13854 14911 1387 0,'6'9'0'0,"-3"7"0"0,0-4 0 0,0 3 0 0,-1 4 0 0,-1-1 376 0,1 7-160 0,0-3-94 16,-1 1 281-16,1 1-183 0,2-2-91 0,0-2 198 16,5 2-135-16,0-5-82 0,2-5-37 0,3-2-78 15,0-3 1-15,3-7 41 0,3 0 10 0,-5 0-277 16,1-14 134-16,0-7 66 16,-5-5-156-16,0-2 112 0,-4-4 65 0,-6 3-34 15,-1-3 24-15,0 4-42 0,-8-3 45 0,-7 5 59 16,0-3-40-16,-3 11-25 15,-3 0-10-15,1 7 300 0,-6 4-138 0,-1 6-42 0,-2-1-42 0,4 2 3 16,3 10 1-16,2 1 31 0,3 4-46 0,6-1-422 16,1 1 207-16,10-2 94 15,0 1-740-15,5-5 393 0,9-3 198 0,6-3-225 0</inkml:trace>
  <inkml:trace contextRef="#ctx0" brushRef="#br0" timeOffset="-198266.29">14030 14156 2076 0,'-14'-2'0'0,"2"-1"0"0,4 2 0 0,3 0 0 0,3 1 0 0,2 0 381 0,3 0-172 15,17 0-86-15,5 0 238 0,4 0-162 0,8 0-73 16,-1-2-48-16,3 1 134 0,0-3-88 0,1 1-82 15,-1 1-358-15,4-1 166 0,-6-1 88 0,-3 3 50 16,-3-1-738-16,-5 2 390 0,-5 0 195 0,-1 0-840 16</inkml:trace>
  <inkml:trace contextRef="#ctx0" brushRef="#br0" timeOffset="-197982.59">14212 14254 1874 0,'-6'3'0'0,"1"0"0"0,2 4 0 0,3-1 0 0,0 1 0 0,0 3 0 0,2-2 0 0,7 1 0 0,2-1 0 0,5 1 0 0,-1 0 0 0,2 0 0 0,-1 2 0 0,-5-2 0 0,-1 2 0 0,-4-1 0 0,-2 4 0 0,-3 1 0 0,-1-2 0 0,-10 1 0 0,-8 1 71 0,-8-1 84 0,-2-2-82 0,-5 3-18 0,3-6-80 0,-2-1 224 15,4-3-139-15,5 0-30 0,1 0 507 0,12-5-255 16,1 0-122-16,9 0-62 0,0 0 90 0,5 0-76 78,12 0-50-78,9 0-62 0,3-2 0 0,3-4 0 0,4 1 0 0,2-1-103 0,0 0-44 0,-3-1 87 0,-1 2 49 0,-1-2-292 0,-1 2 133 0,-5-2 98 0,3-1-770 0,-10 2 407 0,-5-3 199 0</inkml:trace>
  <inkml:trace contextRef="#ctx0" brushRef="#br0" timeOffset="-197791.6">14028 13605 2020 0,'2'0'0'0,"0"0"0"0,3 0 0 0,5 0 0 15,3 0 0-15,5 0 0 0,5 0 226 0,3 0-94 0,5 0 291 0,6 0-193 0,0 0-96 0,4 0-39 0,-5 0-448 16,0-4 196-16,-4 3 97 0,-4-2 49 0,-2 3-775 15,-11 0 394-15,-6 0 198 0</inkml:trace>
  <inkml:trace contextRef="#ctx0" brushRef="#br0" timeOffset="-197628.33">14164 13607 1320 0,'-11'5'0'0,"0"4"0"0,5 2 0 0,-3 3 0 0,6 5 0 0,-1 3 305 16,3 4-134-16,-1 3 218 0,2 5-175 0,-1 3-80 15,1-4-52-15,0 1 55 0,0 0-50 0,0-4-25 16,0 1 1-16,4-2-583 0,4-10 274 0,4-1 142 31,1-7 71-31</inkml:trace>
  <inkml:trace contextRef="#ctx0" brushRef="#br0" timeOffset="-197496.59">14312 13742 2288 0,'0'0'0'0,"0"0"0"0,-1 0 0 0,1 4 0 0,0 2 0 0,0 6 0 0,0 0 0 0,0 8 288 0,0 4-115 16,4 2-73-16,2 4-120 0,0 3 29 0,2 2 0 15,3 5 38-15,-3-3-656 0,2 1 323 0</inkml:trace>
  <inkml:trace contextRef="#ctx0" brushRef="#br0" timeOffset="-196699.83">14968 14630 1033 0,'-8'-14'0'0,"2"0"0"0,-2-1 0 0,4 4 0 0,-3 2 0 0,1-3 300 0,-1 7-132 0,0-2-66 0,-1 3-23 0,2 2 74 0,-4 2-59 0,0 4-28 31,-3 10-1-31,-1 9 77 0,-2 6-49 0,1 5-32 16,-1 4 127-16,3 5-75 0,1 3-39 0,4-2 139 0,1 5-79 0,6-13-54 16,1-1 1-16,0-4-12 0,5-3-33 0,9-1 10 78,2-14-10-78,1-7-127 0,5-6 63 0,1 0 32 0,0-8 1 0,3-13-72 0,-3-8 47 0,0-7 28 0,-4-6-403 0,-2-1 201 0,2-6 58 0,-2-6 63 0,-5 5-221 0,-1-2 129 0,-4-4 65 0,-2-3 96 0,-2-6 0 0,2-9-41 15,-4 9 9-15,0 5 144 32,-1 4-71-32,0 12-37 0,0 11 0 0,0 9 119 0,0 20-73 0,-6 4-41 0,-2 13 440 0,1 16-216 15,-1 12-53-15,-3 7 44 0,3 6-96 0,0 5-44 0,2 7-1 0,-3 1 3 16,3 2-22-16,-1 10 8 0,6-14-32 0,1-3 61 15,0 0-31-15,1-4-3 0,10-9-63 0,5 2 0 94,0-23 0-94,4-6 0 0,0-12-207 16,-1-9 111-16,2-1 49 0,4-9-305 0,-4-19 156 0,0-5 94 0,1-5 8 0,1-3-216 0,-4-2 137 0,5-9 59 0,-6 8 43 0,0-2-70 0,-1 3 53 0,-2 2 25 0,-1 5 1 0,-1-1 52 0,-7 17 10 0,-4 11-36 0,-2 4 315 0,0 5-158 0,0 0-88 0,-7 21 484 0,-4 8-259 0,-1 5-79 15,1 6-80-15,2 1 289 0,-1 7-167 0,6-6-154 94,2-1-67-94,2 1 0 0,0-1 0 0,5-3 0 0,10 4 0 0,5-13 0 0,4-8 0 16,2-6 0-16,6-10 0 0,-1-5 0 0,5-2 0 0,-7-16 0 0,1-8 0 0,-4-5-142 0,-4-3 59 0,-3 0-229 0,-2-6 133 0,-8 5 66 0,-6-5 38 0,-1-3-4 0,-2-3 0 0,0-4 43 0,-3-9-10 0,-11 5-20 0,-5 0 30 0,-1-1 0 15,-5 7-27-15,-2 10 27 0,-3 4-9 0,1 20 146 16,1 14-69-16,2 0-34 0,2 6 0 0,2 14 425 16,2 2-215-16,12 3-81 0,5 5-62 0,3 1 366 15,0-1-388-15,7 0-43 16,8 1 0-16,2-6 0 0,5-1 0 0,1-3 0 31,-1-1 0-31,3-3-156 0,5 2 69 0,-4-7-524 0,4-2 318 0</inkml:trace>
  <inkml:trace contextRef="#ctx0" brushRef="#br0" timeOffset="-195762.86">16325 14100 1065 0,'-2'-14'0'0,"1"-3"0"0,-2 1 0 0,-2-1 0 0,1-1 0 0,-1-5 0 0,0 5 0 0,-3-1 193 0,-1 2-78 0,0 2 60 0,-2-2-69 0,-3 2-25 0,1 4-9 0,-2 4 80 0,1 2-58 0,-2 2-28 0,0 1-1 0,-1 2 119 62,6 0-79-62,-1 5-34 0,1 4 0 0,2 6 119 0,-1 4-76 0,0 8-30 16,5 3 56-16,2 5-52 0,1 6-25 0,0 6 195 0,2 5-111 0,0 9-46 0,0-6-36 0,0 4 1 0,4 3-66 0,4 6 0 15,-1 3 0-15,2 11 0 0,-1-12 0 0,0 0 0 0,-5 1 0 0,3-3 0 16,-4-4 0-16,-1 7 0 16,-1-19 0-16,0-4 0 0,-9-5 0 0,-2-3 0 15,-3-7 0-15,-2 6 0 0,-3-16 0 0,-2-3 0 110,-2-6 0-110,-5-3 0 0,0-2 0 0,-7-4 0 0,6-5 0 0,-2 0 0 0,3 0 0 0,1-4 0 0,4-6 0 0,4-1 0 0,10 1-393 0,6-2 100 0,3-2 128 0,1 2-576 0,16-1 352 0,7 1 167 0</inkml:trace>
  <inkml:trace contextRef="#ctx0" brushRef="#br0" timeOffset="-195435.52">16514 15049 2614 0,'-5'0'0'0,"-3"0"0"0,-1 5 0 0,-1 2 0 0,1 2 0 0,0 7 0 0,3 2 0 0,1 5 0 0,2 4 0 0,3 1 330 0,0 3-137 0,8-3-83 0,8-1 116 0,4-4-94 15,3-6-48-15,3-2-113 0,5-4 42 0,-3-11-9 0,2 0 33 0,-2 0-113 16,0-17 56-16,-3-4 29 0,0-5 9 0,-10-3-187 15,-3-1 103-15,-6-1 51 16,-3 1-84-16,-3 0 15 0,0-2-9 0,-8 6 41 16,-5 2 201-16,-5 1-96 0,-1 3-36 0,-4-2 162 15,-1 11-84-15,0 1-48 0,1 6-2 0,2 3-3 0,-1 1 13 0,0 0 6 16,8 5 4-16,3 6-218 16,2 2 103-16,3 5 41 0,4-4-518 0,1 3 260 15,1-4 108-15,0 0 72 0,8-2-668 0,4-3 359 16,-1-3 180-16</inkml:trace>
  <inkml:trace contextRef="#ctx0" brushRef="#br0" timeOffset="-195083.65">16686 13818 996 0,'-1'-13'0'0,"-2"4"0"0,0 0 0 0,0 1 0 0,1 5 529 15,2 3-246-15,0 0-123 0,0 8-61 0,0 13 515 16,2 3-278-16,4 8-154 15,0 2-73-15,0 4 138 0,2 4-106 0,-3-4-51 79,2 8 55-79,1-9-145 0,-1 1 0 0,1-2 0 0,-1-4 0 0,-1-2 0 0,1 4 0 0,-4-16 0 0,0-4 0 0,-1-4 0 0,-1-4 0 0,-1-6 0 0,0 1 0 0,0-1 0 0,-3-1 0 0,-3-6-17 0,1 0-371 0,0 1 194 0</inkml:trace>
  <inkml:trace contextRef="#ctx0" brushRef="#br0" timeOffset="-192260.36">17453 14255 1215 0,'0'0'0'0,"-2"0"0"0,2 0 0 0,-1 0 0 0,1 0 0 0,0 0 0 0,0 0 178 0,0 0-74 0,0-1-34 16,4 0 133-16,7 1-83 0,3-3-41 0,4 3 141 16,3 0-97-16,4 0-42 0,3 0 0 0,5 0 112 15,6 0-77-15,7 0-30 0,1 0-9 0,8-1 39 16,4-2-39-16,3-2 0 0,6 0 94 0,8-2-56 16,-11 2-44-16,2 0 0 0,0 1 54 0,0 3-43 15,-5-1-2-15,10 2-80 0,-16 0 0 0,-1 0 0 16,-2 2 0-16,0 3 0 15,0 2 0-15,4-1 0 0,-11 0 0 0,2-1 0 47,-3-2 0-47,0-2 0 0,1-1 0 0,5 0 0 0,-14 0 0 0,2 0 0 0,-3 0 0 0,-3-4 0 16,-2-1 0-16,3-2 0 0,-11 2 0 0,-4 0 0 0,0 1 0 0,-5-1 0 16,2 5 0-16,-7-3 0 0,-3 2 0 0,-1 0 0 0,-1 1 0 15,-2 0 0-15,0 0 0 0,-2 0 0 0,0 0 0 0,0 0 0 31,0 0 0-31,0 0 0 0,-4 0 0 0,-5 0-403 16,0 0 128-16,-4 0 118 0,-2 0 60 0,-4 5-673 0,-4 0 357 16,-2 2 193-16,-6 1 90 0</inkml:trace>
  <inkml:trace contextRef="#ctx0" brushRef="#br0" timeOffset="-191809.64">17467 14369 1089 0,'0'0'0'0,"-3"0"0"0,-2-2 0 0,2 0 0 0,1 2 0 0,1 0 103 0,-1 10-33 0,2 9 10 0,0 5 258 0,0 9-150 0,0 6-75 0,0 7-37 0,0 7 153 0,3 2-100 0,0 3-45 0,1 2-1 16,-3 0 20-16,1-2-33 0,-1 2 10 0,-1-12 13 0,0-5-28 0,0-5 1 0,0-7-6 0,-6-5-22 0,0 0 9 47,-2-12-9-47,-3-5-5 0,0-4 5 0,-2-3 0 0,-2-2 0 0,-3 0-108 0,2 0 48 0,-3-5 31 0,0-6-1 0,-1-4-195 0,-2-2 103 0,2-4 36 15,0-1-111-15,0-3 64 0,1 0 43 0,0-1-2 16,3 5 33-16,-2-3-25 15,7 9 18-15,-1 3 86 0,4 5-42 0,1 3-13 16,2 2-33-16,-2 1 239 0,6 1-108 16,1 8-38-16,0 9-34 0,0 4 134 0,0 1-73 0,0 6-3 15,0-3-97-15,1 4 19 16,1-4 25-16,0 3-269 0,5-5 128 0,-4 4 70 16,-2-8 27-16,3-2-217 0,-1-2 114 0,0-3 29 15,-1-2 39-15,1-3-466 0,0-4 241 0,0-3 116 16,4 0 58-16,0 0-355 0,1-6 207 0</inkml:trace>
  <inkml:trace contextRef="#ctx0" brushRef="#br0" timeOffset="-191569.83">17750 14548 1717 0,'3'0'0'0,"-1"0"0"0,1 0 0 0,0 0 0 109,0 0 0-109,1 0 0 0,-1 13 0 0,-2 5 311 0,4 4-136 0,-2 6-69 0,-2 4-35 0,2 2 273 0,1 8-144 0,-3-4-87 0,2 6-6 0,-2-2-35 0,2 1 1 0,-2-4-36 0,1 5 9 0,-2-13-8 0,0-2-1 0,0-5-542 0,0-4 271 0,0-4 136 0,0-2 72 0,0-9-298 0,0-5 88 0,0 0 109 0,0 0-22 0,1-1-426 16,4-11 259-16</inkml:trace>
  <inkml:trace contextRef="#ctx0" brushRef="#br0" timeOffset="-191383.68">17888 14851 1319 0,'0'-5'0'0,"0"0"0"0,1 1 0 0,1-1 0 0,1 3 0 0,3 1 0 0,0-2 286 16,5 2-124-16,4-1 478 0,3 2-305 0,5 0-150 0,4 0-73 0,4 0 218 16,2 0-147-16,3-1-63 0,-2 0-46 0,1-1-143 15,-2-1 53-15,-2-1 27 0,-3 4 0 0,2-3-165 16,-11 1 91-16,-2 0 51 15,-8 1-487-15,-2 1 269 0,-4 0 108 0,0 0-586 0,-3 0 329 0,0 0 171 16,-2 0 85-16,-4 1-293 16,-2 1 189-16,2-2 86 0</inkml:trace>
  <inkml:trace contextRef="#ctx0" brushRef="#br0" timeOffset="-191014.65">18462 14591 1814 0,'4'-7'0'0,"-1"1"0"0,1 0 0 0,1 2 0 0,0-1 0 0,1 3 0 0,0-1 0 0,2 3 0 0,1 0 212 16,1 0-88-16,3 0 380 0,0 9-238 0,1 2-114 15,3 4-57-15,-1 5 116 0,-1 1-81 0,2 7-38 16,-4 1-9-16,-3 0-97 0,0 8 26 0,-4-1-2 16,-1 4 27-16,-3 7-114 0,-2-7 52 0,0 2 30 15,0-1-36-15,-5-6 34 0,-1 2 9 0,-1-12 24 31,0-5-33-31,1-7 0 0,1-8-22 0,3 0 90 0,-1-4-18 0</inkml:trace>
  <inkml:trace contextRef="#ctx0" brushRef="#br0" timeOffset="-190921.56">18630 15144 3761 0,'-1'-6'9'0,"1"-10"115"0,0-6-87 0,0-3-37 0,0-6 0 0,3-2 0 0,2-2 0 0,6-1 0 0,0 0-129 0,0 0 50 0,4-6 51 0,-2 9-11 0,1 1 0 0,4 1 12 0,1 1 26 0,2 2 79 0,3 0-44 0,0 10-24 0,-3 5-22 0,0 2 166 0,-1 6-78 0,-2 4-74 0,1 0-2 0,-3 1 0 0,-5 0 0 0,3 2 0 0,-6 5 0 0,-1 0 0 0,2 0 0 0,-2-1 0 0,-4-1 0 0,0 0 0 0,-1-1 0 0,-1-1-329 0,2 0 86 0,-1-2 85 0,-2 1 68 0,0 1-524 0,0-3 289 16,0 0 144-16,2 0 63 0,-2 0-483 0,1 0 281 0</inkml:trace>
  <inkml:trace contextRef="#ctx0" brushRef="#br0" timeOffset="-190528.18">19117 14425 1025 0,'3'0'0'0,"0"-8"0"0,0 4 0 0,0 1 0 0,3 0 256 0,2 1-110 15,2 1-54-15,1-2 213 0,1 3-138 16,2 0-66-16,3 0-31 0,0 0 240 0,2 0-136 0,-2 7-60 16,0 3-42-16,-5 0-55 0,1 4 20 0,-5-2 0 15,-2 3-172-15,-2 4 95 0,-4 0 34 0,0-4-99 16,-2 4 71-16,-9-5 36 15,-3 3 0-15,-2 2 8 0,-1-6-34 0,0-1 0 0,0-4 35 0,1-2 190 16,1 1-98-16,1-1-62 16,4-4 5-16,3-2 318 0,0 2-154 0,3-2-86 15,2 0 87-15,2 0-160 0,0 0-51 0,3 0 0 16,10 0 0-16,4 0 0 16,1 0 0-16,4 0 0 0,0 0 0 0,1 0 0 15,2 3 0-15,1-3 0 0,-2 4 0 0,3-3 0 16,-5 1 0-16,-3 0 0 0,-3 0 0 0,-2-2 0 15,-3 1 0-15,0-1 0 16,-6 0-16-16,-2 0-41 16,0 0 30-16,-3 0 9 0,0 0-17 0,0 0-164 0,-6-1 87 0,-2-3 41 0,2 1 18 0,0-1-270 15,-1-2 133-15,3 0 81 94</inkml:trace>
  <inkml:trace contextRef="#ctx0" brushRef="#br0" timeOffset="-188949.61">19979 14782 1666 0,'-8'0'0'0,"-3"0"0"0,3 0 0 0,-1 1 0 0,2 3 0 0,2 1 0 0,0-2 144 0,1 2-54 0,3-1-26 0,-1-1 341 0,2-1-188 0,0 1-91 16,0-3-44-16,0 4-164 0,0-1 59 0,0 0 39 16,2-2-483-16,3 2 251 15,0 0 127-15,2 0-729 0</inkml:trace>
  <inkml:trace contextRef="#ctx0" brushRef="#br0" timeOffset="-188107.19">20685 14722 1183 0,'-4'-2'0'0,"3"-3"0"15,-2 1 0-15,1 1 0 0,-1-2 0 0,0 0 0 0,2-2 173 0,0 1-68 0,1 0-35 0,-2-2 0 0,2-1 90 0,-1-3-54 0,-1 5-39 0,-1-3 27 0,-1 0-29 16,-2 0 0-16,-1 1 20 16,-1 1-16-16,-4 1-8 0,-1 5-25 0,-3-1 50 0,0 3-25 0,-4 0 0 15,-5 13-15-15,1 6 41 31,-1 6-25-31,-1 2 0 0,1 5-26 0,2 1 45 0,0 4-13 0,8-3-9 0,4-1 66 0,4-2-44 16,5-3 0-16,2 1-74 0,2-2 38 0,10-9-8 16,3-1-1-16,5-7-77 0,4-3 39 0,-2-3 0 15,1 0 48-15,-1-4-145 16,-2 0 59-16,-1-4 37 0,1-9-2 0,2 0-62 16,-5-6 16-16,-1-1 31 0,-2-1-158 0,-1-4 84 0,-1-2 19 0,-1-3 24 15,-2 2-31-15,-4-1 27 0,-1 3-21 0,0 2 152 141,-3 2-55-141,1 0-34 0,-2 7 4 0,0 3 256 0,0 7-122 0,-5 3-68 0,-1 1-18 0,1 1 174 0,-1 1-98 0,-3 16-47 0,5 2 28 0,1 5-29 0,2 0 0 0,1 5-22 0,0-4-45 15,0 3 1-15,4-4 35 0,6-1 0 0,3-1-27 0,0 1-9 0,4-4 0 0,1-6-346 0,2-2 122 0,0-4 83 0,1-5 67 0,3-2-205 0,-3 0 126 0,-1-9 59 0,2-7-20 0,-2-5 39 0,-2-4 0 0,3-6-86 0,-7 0 66 0,1-6 30 0,-1-1 0 0,-1-4-66 47,-2-5 47-47,1-10 15 0,-4 1 9 0,0-4-31 0,-1-7 27 0,0-4 1 0,1-3 27 0,0-5 0 0,-5 22 0 0,3 10 0 0,-5 11 111 16,-1 14-55-16,0 10-28 0,0 3 390 16,0 9-198-16,-1 2-71 0,-5 16-61 0,1 3 307 0,0 13-152 15,0 6-90-15,1 6-41 0,1 4 95 16,-2 5-68-16,1 3-33 0,-2 5 9 0,2-8 21 15,1-1-32-15,0 1 0 0,-2-3 108 0,1 0-70 16,-1 9-26-16,2-20-11 0,0-3-69 0,1-6 0 16,-1-8 0-16,0-9 0 31,2-3 0-31,1-12 0 0,0 0 0 0,0-5 0 0,0-8 0 0,0-5 0 0,0-4 0 0,1 0 0 0,11-4 0 0</inkml:trace>
  <inkml:trace contextRef="#ctx0" brushRef="#br0" timeOffset="-188015.15">21002 14770 3931 0,'13'-20'0'0,"4"0"0"0,5 1 0 0,-5 6 0 0,6 6 0 0,-1 1 0 0,-2 4 0 0,4 2 0 0,0 0 0 0,-5 0 0 0,0 12-37 0,-4 2-17 15,-4 7 0-15,-3 0-13 0,-3 6-7 0,-5-1-3 0,0 0 1 0,-6 1 40 0,-10-1 0 0,-4-4 0 0,-2 3-9 0,-3-8 8 0,1-2 1 0,-2-4 0 0,1 0 693 0,-1-7-613 0,1 3-44 0,6-7 0 0,0 0 0 0,6 0 0 0,3-5 0 0,4-10 0 0,2-5 0 0,4-6-833 0,1-4 377 0,13-5 210 0,4 0-579 0,3-4 395 0,1-3 187 0,1 5-224 0,0 1 233 0</inkml:trace>
  <inkml:trace contextRef="#ctx0" brushRef="#br0" timeOffset="-187747.41">21273 14504 1764 0,'21'-16'0'0,"-1"5"0"0,-2 2 0 0,3 2 0 0,-4 7 0 0,0 0 0 0,-1 5 0 0,-2 7 0 0,3 5 0 0,3 5 285 0,-6 2-129 0,2 3 152 16,-2 5-136-16,-2 1-68 0,-1-1-34 0,-1 7 8 15,-1-2-9-15,-6-3-33 0,-2 3 0 0,-1-3-56 31,0-2 28-31,-9 3 8 0,0-12 21 0,-5-7-33 0,3-6 1 0,0-6 31 0,0-4 124 0,-1 0-53 47,4-1-40-47,1-16 82 0,4-2-56 0,3-6-28 0,0-1-1 0,0-6-37 0,3 2 8 0,8 1-35 0,5-1 0 0,-1 3 0 16,3-1 0-16,4-3 0 0,-1 7 0 0,4 3 0 31,3 3 0-31,0 3 0 0,1 4 0 0,5 1 0 0,-9 8 0 0,0 2 0 0,-4 0 0 0,-2 2 0 47,-5 8 0-47,1 1-6 0,-7-2-32 0,-4 2 43 0,-3-1-7 0,1-3-60 0,-2-1 28 0,0 1 1 0,0-6 28 0,0 0-177 0,0 1 75 0,0-2 44 16,-3 0-301-16,1 0 154 0,0 0 92 0,1-6-585 15,-1-2 334-15</inkml:trace>
  <inkml:trace contextRef="#ctx0" brushRef="#br0" timeOffset="-186486.19">22426 14713 946 0,'0'0'0'0,"0"0"0"0,0 0 0 0,0-2 0 0,0 0 0 0,0 1 0 0,-1 0 181 0,1-2-73 0,-2 2-34 0,0 0-1 0,1-1 141 0,-2 0-93 0,2-1-41 0,-2-1-11 0,2-1 0 16,0-2-32-16,-1 2-26 0,1-4-9 0,-2-1 36 16,-1 0-1-16,-1 1-21 15,1-3 22-15,-3-1 9 0,-2 3-10 0,0 0 46 47,-4 3-46-47,1 5 1 0,-6-1 50 0,-1 3-16 0,-6 5-9 0,2 13-25 0,-2 7 81 0,1 7-41 0,0 5 0 0,1 6 74 0,8-2-62 0,6 1-26 16,4-3 0-16,5-1 15 0,0-4 0 0,6 0-32 15,13-11-10-15,1-5-39 0,2-8 40 0,2-3-1 16,2-7-105-16,3 0 62 0,-4 0 17 0,0-17-140 31,-3-1 71-31,1-7 45 16,0-4-1-16,1-8-231 0,-7-1 105 0,2-2 68 0,-5-6 2 0,1-2-140 15,0 0 76-15,2-11 39 0,-7 7 33 0,0-5-77 0,0-6 51 0,-1-2 25 16,-1-4-33-16,2-11 20 0,-3 19 10 0,-4 5 47 16,-1 10-19-16,-1 10 1 0,-1 13-1 0,0 3 230 15,0 17-109-15,-2 3-61 16,-4 3-30-16,-2 11 348 0,1 10-157 0,-1 3-94 31,-1 9-6-31,3 8 236 0,-1 7-135 0,1 4-73 0,3 11 32 0,-1-4-57 31,3 1-25-31,-2-2 1 0,3 5 126 0,0-3-75 0,0 11-45 0,0-13-68 0,1-1 0 0,8-7 0 16,4-3 0-16,0-9 0 0,0 4 0 0,3-24 0 0,0-5 0 0,-1-6-391 16,0-4 162-16,-2-6 124 15,2 0-352-15,-2-11 179 0,-1-7 120 0,3-6 60 0,-1 0-468 0,1-5 263 16</inkml:trace>
  <inkml:trace contextRef="#ctx0" brushRef="#br0" timeOffset="-186085.03">22866 14508 1470 0,'0'0'0'0,"0"0"0"0,0 0 0 0,1 0 0 0,-1 3 0 0,2 3 0 0,1 4 0 0,5 6 519 0,-2 8-241 0,4 4-120 0,0 10 98 0,1 3-114 0,0 5-52 0,0 7-5 0,-2-3-24 0,-1 2 1 0,1-2-15 0,-6-10-52 0,0-8 42 0,-1-7 1 0,0-6-1 0,-1-5 38 0,-1-12-38 0,0-2 1 15,0 0 0-15,0-14 126 0,0-9-63 0,0-3-22 16,0-6-89-16,2-5 24 0,7-5 0 0,7-4 23 16,1-1-155-16,8-6 87 15,0 7 29-15,3 5-49 0,3 0 41 0,2 4 12 0,5 6 1 0,6 4 102 16,-8 13-45-16,-2 9-25 16,-1 5-20-16,-3 0 24 15,-5 13-17-15,1 4-22 0,-12 6 0 0,2-3 0 0,-8 3 0 0,3-1 0 16,-2-1 0-16,0-1 0 0,-4-6 0 0,-2-3 0 15,-1-1 0-15,0-4 0 16,1-3 0-16,-1-1 0 0,-2-2 0 0,0 0 0 63,0-7 0-63,0-7-646 15,0 0 260-15</inkml:trace>
  <inkml:trace contextRef="#ctx0" brushRef="#br0" timeOffset="-181345.43">13667 15580 919 0,'-19'0'0'0,"6"0"0"0,1-1 0 0,2-1 0 0,3 0 0 0,2 2 0 0,1 0 308 0,4 0-140 0,0 0-65 0,0 0-33 0,0 0 176 15,0 0-104-15,0 0-43 0,1 0 168 0,4 0-114 16,1 0-58-16,3 0 95 15,-1 4-76-15,2 1-29 0,2-2-9 0,1 1 191 0,3-1-116 0,5 0-56 16,4-2-29-16,8 0 222 16,1-1-259-16,8 0-29 0,3 0 0 0,8 0 0 0,6-1 0 0,13-6 0 15,3 0 0-15,4 0 0 16,5 2 0-16,0 2 0 16,-4 1 0-16,9 1 0 0,-19 1 0 0,-2 0 0 0,-4 0 0 0,2 0 0 15,0 0 0-15,8 0 0 0,-16-8 0 0,1 0 0 16,-3-3 0-16,-4 0 0 0,5-4 0 0,-16 4 0 15,-4 0 0-15,-4 2 0 0,-6 0 0 0,-7 3 0 16,-2 1 0-16,-10 4 0 0,-5-2 0 0,-1 2 0 16,-2-1 0-16,0 2 0 0,0 0 0 0,-2 0 0 15,-1-1 0-15,-2-2 0 16,2 2 0-16,-2 0 0 0,2-1 0 0,2 0 0 16,-1 2-963-16</inkml:trace>
  <inkml:trace contextRef="#ctx0" brushRef="#br0" timeOffset="-180047.68">16292 15519 755 0,'-25'-3'0'0,"2"-2"0"0,-3 1 0 0,7 1 0 0,-1 3 0 0,1 0 122 0,3 0-43 0,-1 0 0 0,1 0 205 15,7 0-129-15,5 0-58 16,2 0-30-16,2 0 258 0,0 0-143 0,0 0-64 0,0 0-45 0,2 0 122 15,8 3-79-15,0-2-40 0,2 0 97 0,4-1-59 16,-2 2-42-16,5-2-1 0,-1 2 106 0,0-2-70 16,3 2-34-16,2-2 122 15,1 0-84-15,1 0-36 32,3 0-35-32,2 0-40 0,4 0 0 0,-3 0 0 0,2 0 0 0,0 0 0 0,4-2 0 0,2 0 0 15,6 0 0-15,-3 1 0 0,0 0 0 0,2 1 0 0,-1 0 0 0,2 0 0 16,6 0 0-16,-8 0 0 0,-2 0 0 0,0 0 0 15,1 2 0-15,-3 2 0 0,8-2 0 0,-11-1 0 16,-2-1 0-16,0 3 0 16,0-3 0-16,-1 0 0 0,9 0 0 0,-11 0 0 0,2 0 0 0,0 0 0 15,1 0 0-15,1 0 0 32,5 0 0-32,-7 0 0 0,1 0 0 0,0 0 0 0,1 0 0 0,0 0 0 0,6 0 0 0,-5 0 0 15,-1 0 0-15,3 2 0 0,3-1 0 0,0 3 0 16,8-2 0-16,-6 0 0 0,1 1 0 0,1 0 0 15,-1 0 0-15,3 1 0 16,6-2 0-16,-8 3 0 0,-1-3 0 0,2 2 0 16,3-2 0-16,2 3 0 0,10-1 0 0,-10-1 0 15,2 1 0-15,-1-1 0 0,1 0 0 0,3 1 0 16,8-1 0-16,-13 1 0 0,4-1 0 0,1 0 0 16,3-2 0-16,-1 3 0 15,7-2 0-15,-14-1 0 16,4-1 0-16,-5 6 0 0,4-6 0 0,9 2 0 0,-10 0 0 0,3-2 0 15,0 1 0-15,2-1 0 0,-2 2 0 0,13-2 0 16,-14 0 0-16,0 2 0 0,4-2 0 0,3 2 0 16,1-2 0-16,13 0 0 0,-17 0 0 0,2 0 0 15,0 0 0-15,-1 0 0 0,3 0 0 0,9 0 0 16,-10 0 0-16,1 0 0 0,3 0 0 0,1 0 0 16,-3 0 0-16,11 0 0 15,-13 1 0-15,5-1 0 0,5 0 0 0,1 0 0 0,3 0 0 0,8 0 0 16,-13-1 0-16,1-5 0 15,5 1 0-15,2-1 0 0,1 0 0 0,7 1 0 0,-16-1 0 0,-2 2 0 16,-1 0 0-16,5 1 0 16,2 0 0-16,5-1 0 0,-11 3 0 15,-3-1 0-15,-1 1 0 0,1-2 0 0,-1 2 0 0,14 1 0 16,-15-4 0-16,1 4 0 16,3-1 0-16,-3 1 0 0,-1 0 0 0,6 0 0 0,-14 0 0 0,2 0 0 15,1 0 0-15,-2 0 0 0,-3 0 0 0,6 0 0 16,-14 0 0-16,-4 0 0 15,-3 0 0-15,1 0 0 0,-2 1 0 0,4 3 0 0,-11-4 0 0,2 0 0 16,-1 0 0-16,-2 0 0 16,1 1 0-16,-10-1 0 0,-1 0 0 0,-1 0 0 0,-3 0 0 0,-2 0 0 15,-1 3 0-15,-5-3 0 16,-4 0 0-16,2 0 0 78,-4 0 0-78,0 0 0 0,-1 0 0 16,1 0 0-16,-2 0 0 0,0 0 0 0,0 0 0 0,0 0 0 0,0 0 0 0,0 0 0 0,0 0 0 0,-2 0 0 0,-1 0 0 0,-4 0 0 0,0-3-32 0,-1 2-99 93,-3 1-1050-93</inkml:trace>
  <inkml:trace contextRef="#ctx0" brushRef="#br0" timeOffset="-175462.87">24134 14428 1198 0,'0'0'0'0,"0"0"0"15,0 0 0-15,0 0 0 0,0 0 0 0,0 0 0 0,-1 0 0 0,1 0 442 0,0 0-201 0,0 0-102 0,0 0 308 0,1 0-205 16,3 0-92-16,7 0-61 0,0 0 238 0,4 0-145 16,3 0-72-16,3 0-3 0,1 0-25 0,2 0-10 15,1 2-34-15,1 2-86 0,1-1 43 0,0 2 0 16,1 0 52-16,-6 2-581 16,-1 0 285-16,-1 3 144 0,-5 2 21 0,-3 5-934 0</inkml:trace>
  <inkml:trace contextRef="#ctx0" brushRef="#br0" timeOffset="-175269.67">24220 14819 1626 0,'-10'0'0'0,"-5"0"0"16,10 0 0-16,-1 2 0 0,-1-1 0 0,5 0 648 0,2 2-306 0,0 1-143 15,2-1-86-15,13 1 263 0,3-1-169 0,4 0-86 16,3-3 131-16,5 2-205 31,-2-2-47-31,1 0 0 0,-2 0-1 0,1 0-111 0,-2 0 74 0,2 0-671 0,-7 0 368 0,-1 0 189 0,0 0 94 0,-4 0-908 16</inkml:trace>
  <inkml:trace contextRef="#ctx0" brushRef="#br0" timeOffset="-173382.15">25274 14587 632 0,'-2'0'0'0,"-1"0"0"0,2-3 0 0,-1 2 0 0,0-3 102 0,0 1-37 0,1-1 1 0,-1 2 141 0,1-1-83 0,-1-1-43 0,2-4 10 0,-3 5-20 0,3-5 0 0,-1 3-32 0,1-2 3 0,-2 0-3 0,1-4 10 0,1 1-69 16,-1 1 29-16,-1-3 1 0,1 0 29 0,-2 0-22 15,-1 0 32-15,-2 1-10 0,2 0 0 0,-2 1 30 16,-3 2-31-16,-1-1-21 0,0 6-3 0,-2 2 92 15,-2-2-36-15,0 3 1 0,-4 0 16 0,-2 13 9 16,3 3-57-16,1 3 10 0,-2 8-10 0,3 2 0 16,1 3 1-16,-2 4-21 0,8 1-10 0,1-3 30 15,4 3 0-15,3-4-38 0,0 0 38 0,0 3 10 16,7-12-10-16,4-2-79 0,5-8 28 0,-2-2 0 16,4-6-54-16,0 0 49 15,2-6 5-15,0-3-67 0,1-8 39 0,2-9-1 16,-2-3 33-16,3-3-158 0,-5-4 74 0,1-3 40 15,-1 1 9-15,-2-3-69 0,0 2 31 0,0-3 20 32,-6 9 0-32,-2-1-27 0,-5 8 48 0,0 0 1 0,-2 6 0 0,-1 2-10 31,-1 9 10-31,0 1 486 0,-1 2-226 0,-7 0-117 0,3 14-41 0,-4 6 178 0,3 4-94 0,-1 1-60 0,3 4 6 0,-1-1 2 16,4 2-28-16,0 1 10 15,1-5-38-15,0 0-12 0,1-2 12 0,6-2 0 16,3-2-129-16,2 1 75 0,2-9 21 0,0-1-216 15,2-2 105-15,1-5 65 0,-2-3 3 0,4-1-379 16,-5 0 181-16,1-1 106 0,-2-9 12 0,1-4-397 16,-1 2 227-16,-1-3 129 0,-4 0 60 0</inkml:trace>
  <inkml:trace contextRef="#ctx0" brushRef="#br0" timeOffset="-172929.57">25619 14064 865 0,'-4'-5'0'0,"0"0"0"0,1-2 0 0,1 7 0 0,0 0 0 0,2 0 414 0,0 0-188 0,0 12-93 15,2 6 86-15,3 7-95 0,0 3-42 0,4 8 54 0,-2 2-48 0,0 4 0 16,-1 6-39-16,-1 0-55 0,-3 4 0 0,0 1 45 15,1 0 0-15,-3-1 29 0,0 3 10 0,0-17-39 16,-3-4 0-16,-1-5 101 0,-1-10-51 0,2-5-24 16,0-1 45-16,0-13-40 31,1 0 0-31,0-3 54 0,2-7-43 0,-2-4 10 0,2-2-52 0,0-2-74 0,0-1 37 0,9 0-1 16,2 1 39-16,2 0-100 0,4 6 45 0,0 1 27 93,-1 2 0-93,5 4-106 0,-2 1 60 0,5 2 12 0,-4 2-53 0,-1 0 29 16,1 6 0-16,-3 7 24 0,-2 3 16 0,0 3-28 16,-5 3 23-16,-5 1 100 0,-3 2-47 0,-2 1-19 0,0-1 0 0,-10 2 197 0,-5-7-105 0,-3-3-39 0,-2-2-30 0,-1-2 91 0,-2-5-137 0,-2 2 0 0,4-8 0 0,-1-2 0 0,2 0 0 0,1 0-111 0,3-2 32 0,-4-6 61 0,9-2 22 0,2-3-640 31,4-2 308-31,4-2 111 0,1 1 90 0,0 0-488 0,1 1 292 0,13 1 143 0,-2-1 70 0</inkml:trace>
  <inkml:trace contextRef="#ctx0" brushRef="#br0" timeOffset="-172593.04">26259 14436 1476 0,'-3'-18'0'0,"0"1"0"0,-3 3 0 0,3 1 0 0,-6-4 0 0,1 7 0 0,0 5 0 0,-4-4 0 0,1 9 0 0,-5-3 0 0,-3 3 0 0,-1 5 266 0,-3 14-114 0,-2 2-57 0,1 8-28 0,-1 3 283 0,0 4-146 0,10-1-88 0,1 1 314 0,5 0-195 0,6 1-99 0,3-3 210 15,0 7-288-15,10-12-58 0,10 1 0 0,5-5 0 16,2-2 0-16,5 0 0 16,4-4 0-16,-3-8 0 0,0-1 0 0,-2-4 0 31,0-3 0-31,-4-3 0 0,2 0-46 0,-8 0-21 0,-3-2-676 0,-2-9 356 0,-5-3 149 0,-2 0-493 16,3-3 337-16,-8 0 182 0</inkml:trace>
  <inkml:trace contextRef="#ctx0" brushRef="#br0" timeOffset="-172234.69">26471 14589 1944 0,'-4'0'0'0,"0"-2"0"0,-1 2 0 0,3-3 0 0,-1 2 0 0,0 0 0 0,1-2 321 0,1 3-142 0,1-1-71 0,-2 1 185 16,2 0-127-16,0 0-56 0,0 0-41 0,0 0-178 16,0 0 73-16,0 0 37 0,0 0-472 0,2 0 249 15,1 1 130-15,0 3 65 16,3 0-333-16,0-2 199 0</inkml:trace>
  <inkml:trace contextRef="#ctx0" brushRef="#br0" timeOffset="-172036.82">26765 14591 1470 0,'0'0'0'0,"0"0"0"0,0 0 0 0,0 0 0 0,0 0 0 0,3 0 0 0,7 0 0 0,6 0 0 0,3 0 859 0,6 0-410 0,4 0-196 0,3 0-128 0,5 0-43 0,4 2 0 0,-1-2-45 0,0 0-512 0,2 2 266 0,-12 0 119 0,-2 1 63 0,-6 1-875 0</inkml:trace>
  <inkml:trace contextRef="#ctx0" brushRef="#br0" timeOffset="-171658.25">26902 14775 1496 0,'-5'0'0'0,"0"0"0"0,2 0 0 0,1 0 0 0,2 0 0 0,0 5 0 0,2 1 143 0,6 1-53 16,7 4-27-16,-1 0 206 0,0 0-120 0,1 3-57 16,-1 0-28-16,-1 4-247 0,-2-3 109 0,-2 2 65 0,-4-1-243 0,-3 2 140 15,-2 0 71-15,-5 1 36 0,-12 0-18 0,-5-2 38 16,-3-1-3-16,-1-2 261 0,-7-4-132 0,3 1-91 16,-1-3-27-16,2 1 202 0,6-8-109 0,7 2-33 15,5-3-34-15,5 0 323 16,4 0-167-16,2 0-76 0,5 0-37 0,14 0-28 15,6 0 0-15,4 0-28 0,1 0-51 16,8 0 35-16,-2 3-9 0,-1-3-217 0,1 2 122 0,-2 1 59 31,-2 0 31-31,4-2-165 0,-7 1 42 0,-3-2 65 0,-4 0-39 0,-5 3-386 94,-2-3 220-94,1 0 102 0,-7 0-348 0,-5-3 233 0,-2-11 118 0</inkml:trace>
  <inkml:trace contextRef="#ctx0" brushRef="#br0" timeOffset="-171520.43">26730 14143 2085 0,'-9'-18'0'0,"4"10"0"0,5 3 0 0,0 3 0 0,10 0 0 0,9 2 72 0,4 0 9 0,4 0-44 0,3 0 523 0,8 0-262 15,1 0-130-15,7 0-198 16,6 0 43-16,-7 0-9 0,-2 4 33 0,-2 0-530 15,-5 0 265-15,-7 1 133 0,-1 2 75 0,-15 0-682 16,-7 1 360-16,-5 4 181 16</inkml:trace>
  <inkml:trace contextRef="#ctx0" brushRef="#br0" timeOffset="-171370.36">26925 14212 1236 0,'-9'2'0'0,"1"5"0"0,5-2 0 0,-1 7 0 0,4 0 0 0,0 5 0 0,0 0 0 0,0 6 483 0,0 0-228 0,0 0-109 0,1 0-112 0,3 2 3 0,2 2 8 16,-1-7-8-16,4-2-575 0,-1-1 287 0,1-7 144 15,2-6 71-15</inkml:trace>
  <inkml:trace contextRef="#ctx0" brushRef="#br0" timeOffset="-171250.82">27121 14184 2090 0,'0'-1'0'0,"0"0"0"0,0 1 0 0,0 0 0 0,0 0 0 0,0 0 0 0,0 9 0 0,0 4 0 0,0 7 267 0,0 5-115 0,0 6-49 16,0 4 197-16,6 4-131 0,4 2-67 0,1 1-740 15</inkml:trace>
  <inkml:trace contextRef="#ctx0" brushRef="#br0" timeOffset="-170605.57">28153 14342 923 0,'0'-30'0'0,"-6"1"0"0,2 3 0 0,0-2 0 15,-3-4 0-15,-1 5 0 0,3 0 243 0,-6 1-102 0,-1 3-51 0,-1 1 109 0,-4 0-70 0,1 8-51 0,2 8 1 0,-3-1 221 16,0 5-132-16,-1 2-64 0,-3 2-24 0,5 17 246 16,-4 5-144-16,1 10-72 15,3 6 227-15,-2 10-140 0,7-2-84 0,4 3 19 16,3-1-132-16,4 1 0 31,0 1 0-31,0 6 0 0,4-10 0 0,9-1 0 0,2 1 0 0,3-2 0 0,2-1 0 0,2 10 0 0,-5-14 0 0,0 1 0 16,-8-3 0-16,-3 0 0 0,-5-2 0 15,-1 5 0-15,-1-12 0 0,-17-1 0 16,-5-2 0-16,-4-4 0 0,-4-3 0 0,-6-3 0 0,5-8 0 0,-1-6 0 16,0-3 0-16,3 0 0 109,5 0 0-109,0-1 0 0,9-5 0 0,7-2-397 0,5-2 110 0,4-1 126 0,2-4-709 0,12-3 407 0,10 2 217 0</inkml:trace>
  <inkml:trace contextRef="#ctx0" brushRef="#br0" timeOffset="-170412.19">28151 14994 2080 0,'2'1'0'0,"-2"1"0"0,1 4 0 0,2-1-1 0,-1 2-1 0,1 5-1 0,5-1 372 0,0 2-167 0,1 2-84 0,6-2 200 0,2-1-142 0,3 1-60 15,3-4-45-15,2-4-70 0,1-3 35 0,1-2 1 16,4-2-268-16,-9-9 129 0,0-8 70 0,-4 0-218 16,-4-5 144-16,-8 4 71 0,-1-5 46 0,-5 4 11 15,-1 3-49-15,-14 0 1 0,-6 4-58 0,-7 4 425 16,0 2-193-16,-3 8-79 0,-5 0-42 0,4 2 166 16,3 10-62-16,1-1-58 0,0 1 79 0,11 2-62 15,4-1-41-15,4 0-333 16,4 1 154-16,5-2 83 15,0 1 52-15,0-3-743 0,6-2 344 0,10-3 194 0,0-4 31 0,2-1-627 16</inkml:trace>
  <inkml:trace contextRef="#ctx0" brushRef="#br0" timeOffset="-170221.99">28461 13976 2533 0,'-4'-18'0'0,"0"6"0"0,2 7 0 0,2 0 0 0,-2 4 0 16,2 1 0-16,0 6 481 0,0 8-222 0,0 8-111 0,0 2 362 0,0 8-510 0,-2 3 0 15,-1 2 0-15,0 1 0 0,0 2 0 0,0 3 0 16,1-3-753-16,2 1 220 0,0-1 284 0</inkml:trace>
  <inkml:trace contextRef="#ctx0" brushRef="#br0" timeOffset="-168999.72">29004 14207 932 0,'-12'-14'0'0,"5"3"0"0,0 0 0 0,6 8 0 0,1 3 109 0,0 0-36 0,11 0 1 0,11 3 229 63,9 6-123-48,8-1-75-15,10-1-33 0,5 2 383 0,14-4-208 0,5-2-104 0,19 0-43 0,-4-3 209 0,9 0-135 0,3 0-67 0,2-3-31 0,3-7 9 0,-20-1-46 16,-9-2-64-16,-8-1 31 0,-8 0 1 0,-6 3 32 0,-2-1-212 0,-23 5 101 0,-4 0 55 62,-6 2 28-62,-7 2-307 0,-5 0 158 0,-4 1 10 0,-3-2-270 0,0 4 179 0,-9 0 90 0,-4-2 46 0,-7 2-300 0,-6 0 163 0,-1 0 96 0,-5 0-372 0,-6 6 229 0</inkml:trace>
  <inkml:trace contextRef="#ctx0" brushRef="#br0" timeOffset="-168645.99">29161 14389 1472 0,'-17'12'0'0,"6"7"0"0,-3 10 0 15,4 5 0-15,2 8 0 0,-1 1 0 0,-1 2 0 0,1 1 422 0,-3 6-182 0,3-6-105 0,1-3 76 32,3 2-86-32,2-3-43 0,-1-7 1 0,1 4-79 0,3-16-10 0,0-5 45 0,0-6 0 0,0-4-195 15,0-5 98-15,0-1 58 0,0-2-184 0,-2 0 112 16,-1-7 36-16,-5-9 35 0,-1-1-218 0,-1-5 107 31,0-3 0-31,0-2 44 0,-2-3 4 0,-2-2 0 0,-3-4 15 0,5 4 54 16,-3 6-1-16,0-1-43 0,-2 4 3 0,3 7 74 31,-4-3-33-31,5 9 8 0,0 9 215 0,1 1-119 0,-1 0-46 0,-1 14-33 0,1 11 164 0,1 5-91 16,0 8-15-16,0 3-27 46,2 4 17-46,0 0-40 0,-2 3 14 0,4-7-276 0,0-4 131 0,5 0 63 0,-1-5 30 0,4-6-244 0,0-1 111 0,0-12 69 32,6-2-546-32,7-8 285 0</inkml:trace>
  <inkml:trace contextRef="#ctx0" brushRef="#br0" timeOffset="-168479.81">29310 14568 1069 0,'0'0'0'0,"0"4"0"0,0 7 0 0,0 3 0 0,0 7 0 0,-2 5 0 0,-2 4 0 0,-1 4 0 0,0 2 0 0,1 6 705 0,1-5-337 0,0-2-164 0,1-1-83 0,2-1-180 0,0-6 49 0,0 3 35 0,0-9-646 0</inkml:trace>
  <inkml:trace contextRef="#ctx0" brushRef="#br0" timeOffset="-168340.61">29464 14737 2405 0,'1'-17'0'0,"1"8"0"0,5 1 0 0,1 0 0 0,-1 4 0 0,6 4 0 0,0-2 0 0,1 2 0 0,2 0 0 0,4 0 330 15,0 0-150-15,-1 2-71 0,4 3-463 0,-2 1 197 16,-2 0 98-16,5-1 59 0,-6 2-365 0,-2-2 200 16,-2 0 100-16</inkml:trace>
  <inkml:trace contextRef="#ctx0" brushRef="#br0" timeOffset="-168067.49">29754 14634 987 0,'3'-10'0'0,"2"4"0"0,3-1 0 0,0 5 0 0,5 1 0 0,2 1 0 0,-3 0 370 16,3 12-166-16,0 9-82 0,2 5-31 0,-6 3 148 0,0 5-100 0,-3 4-50 47,-5-1-97-47,-2-1 47 0,1 7 11 0,-2-7-21 0,-3 0-29 0,-8-1-1 0,-4-4 41 0,2-4-1 0,-3-3 10 0,4-11-9 0,3-5-1 0,0-7 1 15,2-1-1-15,4-1 1 0,-2-10 9 0,5-9-96 16,0 0 38-16,6-3-158 78,4-2 86-78,6 0-53 16,0-2 504-16,1 4-167 0,1 2-117 0,0 0 0 0,2 4-48 0,-2-3-92 0,2 1 55 0,-4 6 8 0,0 1 1 0,-2 2-516 0,2 1 253 0,-3 4 98 0,1-2 71 0,-2 3-617 0</inkml:trace>
  <inkml:trace contextRef="#ctx0" brushRef="#br0" timeOffset="-167824.05">30206 14543 1301 0,'5'-9'0'0,"2"2"0"0,3 2 0 0,0 2 0 0,4 0 0 0,-2 1 0 16,2 2 548-16,1 0-254 0,0 8-128 0,0 4-29 0,1 2-39 0,-5 3-34 15,0 2-1-15,-4 1-88 0,-3 3 32 0,0 2 10 16,-4-2 22-16,0-2-226 0,-8-1 112 0,-4 1 58 15,-5-4-109-15,-2-3 93 16,-1-4 0-16,2-5 31 0,-2-1 81 0,3-2-38 16,4-2-72-16,-3 0 450 0,10 0-202 0,-1 0-101 0,3 0-29 0,4-3 139 15,0-3-93-15,0 1-38 0,9 0-9 0,8-1-67 16,2 1 20-16,3 3 0 0,1-1-422 16,2-1 221-1,0 2 95-15,1 2 54 0,0 0-947 0,3 0 472 0</inkml:trace>
  <inkml:trace contextRef="#ctx0" brushRef="#br0" timeOffset="-167387.42">31078 14477 1214 0,'0'-9'0'0,"0"4"0"0,0 3 0 0,0 2 0 0,0 8 0 0,3 9-63 0,1 8 0 0,-2 3 38 109,-1 5 540-109,1 3-243 0,-1 1-117 0,-1 3-58 0,0 1-53 0,0 1-5 0,-3 9 10 0,-4-12-11 0,1-1 1 0,-2-4 0 0,0-3 0 0,1-8-32 0,1-3 9 0,2-12 23 0,0-5 0 0,2-3 76 0,2-3-38 0,0-14 0 0,0-11 3 0,10-2-9 0,3-6-32 0,6-2-1 0,1-2 89 0,2 0-44 0,5-4 10 0,-3 8 20 16,1 1-38-16,3 4 1 0,-2 2-37 0,3 3-70 15,1-2 45-15,-1 11-10 0,-2 7 35 0,0 3-1 16,0 6 1-16,-4 1 0 16,6 1-1325-16,-11 16 624 0,0 4 312 0</inkml:trace>
  <inkml:trace contextRef="#ctx0" brushRef="#br0" timeOffset="-166952.99">31813 14739 1327 0,'0'-24'0'0,"-3"0"0"0,3 0 0 0,0-5 0 0,9 7 0 0,-2-3 0 0,0 1 0 0,-2 1 227 0,-4 4-94 0,1 1-39 0,-2 6 70 0,0 3-63 16,-7 6-32-16,-8 3 0 0,-1 0-34 0,-7 10 11 94,-4 11-9-94,0 8-19 0,-6 7 19 0,6 4 10 0,-2 3-10 0,3 4 104 0,9-2-56 0,1-2-24 0,5 0-1 0,3-3 152 15,3-4-88-15,1 3-33 0,4-12-11 0,0-6 1 0,8-4-44 0,7-8 1 0,5-6-91 0,1-3 55 0,5 0-9 0,2-14-39 0,2-8 42 0,-2-7-1 0,3 0 43 16,1-8-291-16,-3 4 135 0,-5-6 28 0,2-4 49 0,0-6-299 16,-4-3 155-16,2-10 46 0,-4 0-94 0,-3-4 97 0,2-7 50 0,-1-4 24 15,1-10-94-15,-6 19 63 0,-4 7 28 0,-4 13 107 16,-3 14-40-16,0 12 0 0,-2 9-48 0,0 13 320 15,0 0-155-15,-6 13-78 0,1 7-29 0,-3 7 328 16,-2 11-122-16,3 6-104 0,-4 4 263 0,3 8-170 78,-2 4-85-78,3 1-43 0,-4 8 18 0,3-10-35 0,2-1 0 0,-1 3-309 0,3-1 142 0,-1 4 71 0,-2 8 45 0,6-14-245 0,1-5 135 0,0-2 68 0,0-6-21 0,0-5-754 0,1-2 376 0</inkml:trace>
  <inkml:trace contextRef="#ctx0" brushRef="#br0" timeOffset="-166655.28">32260 14471 1899 0,'0'-26'0'0,"0"6"0"0,0 12 0 0,13 6 0 0,2 0 0 0,-2 2 0 0,-1 12 0 0,-4 10 0 0,-1 6 251 0,-3 8-107 15,-3 7-43-15,-1-1 72 0,0 3-67 0,-1-1-35 16,-5-2 1-16,1 6-28 15,0-11-6-15,-4 0 0 0,3-2-50 0,-1-3 24 16,0-8 1-16,-1 1 34 0,5-15-90 0,-3-6 41 0,4-4-1 16,2-3 13-16,0-18-1 0,0-5 38 15,9-7-55-15,7-2 38 0,0-5-25 0,5-1 11 16,4 2-8-16,2-6 80 0,0 11-39 0,2 1-1 16,3 4 233-16,4 1-122 46,2 8-60-46,4-3-22 0,-4 13-13 0,-2 3-64 0,-1 6 0 0,-7 1 0 0,-1 0 0 0,0 8 0 0,-13 3 0 0,-4 0-312 0,-4 2 149 0,-3 0 97 0,-3-2-381 0,0 2 219 16,-6-2 59-16</inkml:trace>
  <inkml:trace contextRef="#ctx0" brushRef="#br0" timeOffset="-163934.58">12875 16172 2037 0,'-17'-7'0'0,"7"0"0"0,1 3 0 0,6 3 0 0,2-2 0 0,1 3 0 0,0 0 295 0,4 0-133 0,15 0-61 0,3 0 357 0,5 0-210 0,1 0-104 0,4 0-43 0,-2 0 53 0,-1 0-57 0,1 0-30 0,0 3 0 16,-2 2-80-16,4-1 26 0,-3 0-13 15,-5 2-413-15,-1 1 215 0,-2 0 118 0,-4 1-790 16,0 4 384-16,-5-3 237 0</inkml:trace>
  <inkml:trace contextRef="#ctx0" brushRef="#br0" timeOffset="-163757.6">12917 16462 2175 0,'-15'0'0'0,"1"3"0"0,5 1 0 0,4 1 0 0,3 0 0 0,2-1 0 0,0 2 0 0,10-1 522 0,10 0-246 0,6-1-119 16,2-3 480-16,3-1-473 0,3 0-164 0,-1 0 0 15,0 0 0-15,-2 0 0 16,-1 0 0-16,0 0-2 16,-1 0-305-16,2 2 182 0,-7-2 78 0,-1 5-954 0,-6-3 503 0,0 3 135 15</inkml:trace>
  <inkml:trace contextRef="#ctx0" brushRef="#br0" timeOffset="-161980.53">13988 16369 1623 0,'-11'-4'0'0,"2"2"0"0,7 2 0 0,2 0 0 0,0 2 0 0,3 8 434 0,11-1-197 0,3 0-90 0,3 2-59 0,4-5 227 0,-1 0-139 0,5-1-68 0,1 0 101 0,3-2-75 0,-2-1-53 0,3-2-238 0,-1 0 98 0,5 0 49 31,-4 0 24-31,5 0-653 0,-7 0 335 0,-1 0 171 0,-3-2 85 0,-2-1-865 0</inkml:trace>
  <inkml:trace contextRef="#ctx0" brushRef="#br0" timeOffset="-161785.33">14656 16242 1990 0,'3'0'0'0,"-1"0"0"0,1 0 0 0,3 0 0 0,5 0 0 0,3 0 0 0,6 0 0 0,4 0 231 0,7 1-97 0,5 1 431 16,4 2-263-16,3-3-132 0,7 1-56 0,-7-2-8 16,1 0-33-16,-4 0-1 0,-1 0-33 0,-3-2-456 15,0-5 238-15,-13 4 104 0,-7-1 56 0,-4 1-667 31,-6 2 359-15,-4 1 93-16,-2 0-289 0,-2 5 244 0,-11 4 120 0,-3-1-288 0</inkml:trace>
  <inkml:trace contextRef="#ctx0" brushRef="#br0" timeOffset="-161539.89">15037 16269 1134 0,'-10'0'0'0,"1"0"0"0,-2 0 0 0,2 4 0 0,-1 4 0 0,-1 4 0 0,2 0 169 16,-1 8-65-16,0 0 100 0,0 5-82 0,-4 2-42 15,-3 4 9-15,3-3 146 16,-3 2-98-16,-3-3-50 0,1-2-23 0,-3-2 169 0,-1-1-87 0,5-10-59 15,3-5-24-15,3-3 238 16,5-3-131-16,1-1-65 16,3 0 265-16,3 0-339 0,0 0-31 0,11-1 0 0,9-5 0 0,7 4 0 15,2-3 0-15,4 1 0 0,3 1 0 0,3-2 0 16,-3 2 0-16,6-1 0 0,-8 2 0 0,2 1 0 16,-4 0 0-16,0-3 0 15,-3 4 0-15,2 0 0 0,-10 0-155 0,-3 0-228 0,-3 0 179 0,-5 0-576 16,-3 0 370-16,-1 4 176 0,-4-4 103 0,-2 1-243 15,0-1 168-15,-8 0 83 0</inkml:trace>
  <inkml:trace contextRef="#ctx0" brushRef="#br0" timeOffset="-161334.4">15053 16378 1438 0,'-4'0'0'0,"-3"0"0"0,0 0 0 16,2 0 0-16,1 2 0 0,0 5 0 0,3 3 0 0,1 4 0 0,0 3 694 0,0 4-328 0,0 7-154 0,1 1 303 0,3 6-238 15,2 3-120-15,-1 2-17 0,0 2-51 16,0 1-46-16,-2-4-43 0,1-3-18 16,-1 0-19-16,0-4 38 15,0-2 0-15,-1 4-437 0,-1-12 233 0,1-4 120 0,-2-3 61 0,0-7-612 16,0-4 244-16,0 1 167 0,0-5-243 0,0-6 214 16,-3-12 106-16,-1-5-288 0,-2-8 188 0</inkml:trace>
  <inkml:trace contextRef="#ctx0" brushRef="#br0" timeOffset="-161095.27">15010 15804 2500 0,'0'-27'0'0,"-3"8"0"0,0 2 0 0,3 11 0 0,0 4 0 0,0 2 0 0,0 0 0 0,0 3 0 0,0 11 0 0,5 6 0 0,2 5 503 16,-1 5-233-16,1 4-115 0,-1 0 12 0,1 6-55 0,-2-4-42 0,1 0 1 0,-2-3-33 0,-1-1 1 0,0-2-33 31,2 6-6-31,-4-10-515 0,3-6 237 16,-3 0 158-16,-1-4 79 0,0-5-254 0,0 0 53 0,0-11 116 0,0 0-578 0</inkml:trace>
  <inkml:trace contextRef="#ctx0" brushRef="#br0" timeOffset="-159117.24">15892 16358 1396 0,'0'-13'0'0,"0"5"0"0,0-2 0 0,0 2 0 0,-3 0 0 0,3-2 0 0,0-4 0 0,0 4 0 0,-2-1 154 0,1-1-58 0,-1 0-30 0,-1-1-17 0,-2-1-2 15,1 3-9-15,-3-2 0 0,0 4-21 31,-1 2 21-31,0 0 0 0,-4 1 9 0,2 2-31 0,-4 4 21 0,-3 0 1 16,1 8 30-16,-4 13 0 0,-1 5-20 0,1 11 98 0,2 4-53 0,4 7-28 16,-2 5 0-16,7 0 100 0,-2 5-54 0,8-12-41 15,3-2 0-15,0-3 6 0,2-7 0 0,13-8-38 16,3 0 9-16,3-15-39 0,4-9-1 0,3-2 31 16,0-4-115-16,3-14 68 15,-3-8 18-15,-3-4-137 0,-3-3 70 0,-2-3 45 16,-4-2-5-16,1-2-82 15,-7 4 36-15,-2 2 31 0,-4 0-10 0,-3 6 61 0,1 3-15 0,-2 0-23 16,0 11-12-16,-2 7 122 0,-3 4-51 0,-2 3-26 16,1 0 220-16,1 6-110 0,0 13-40 15,2 6-3-15,0 3-17 0,3 2 1 0,0 1 1 16,0 4-156 0,0-7 66-16,2-1 30 0,5 0 11 0,0-4-304 0,2 0 146 0</inkml:trace>
  <inkml:trace contextRef="#ctx0" brushRef="#br0" timeOffset="-159006.55">15963 16627 3076 0,'13'14'-45'0,"-1"0"-202"0,1-6 82 0,1-5 67 0,-2-3-352 0,5 0 197 0,-4-1 112 0,0-16-278 0,0-2 191 0,0-8 95 0,2-3 48 0,1-4-257 0,-5-4 157 0</inkml:trace>
  <inkml:trace contextRef="#ctx0" brushRef="#br0" timeOffset="-158807.85">16218 15886 941 0,'0'0'0'0,"0"-3"0"0,0 3 0 0,0 0 0 0,-3 7 0 0,1 11 0 0,-1 8 418 0,1 9-190 0,1 8-86 0,1 3-56 0,-2 8 263 0,2 4-155 0,0-1-79 0,0 6 69 0,0-14-79 0,0-4-33 15,0-6 12-15,0-9-47 16,0-4 1-16,0-5 10 0,0-15-89 0,0-4 40 0,0-2 0 0,2 0 39 0,-1-4-34 0,2-9 10 0,4-2 24 0,3-3-1 0,1 0 31 0,4 1-31 0,3 2-43 16,4 2 83-16,1 5-33 15,-1 3-19-15,3 3-2 0,1 2 6 0,-1 0 13 16,3 12-3-16,-7 4-73 0,-1 5 32 0,-5 3 8 15,-5 5 26-15,-5 2-2 0,-2 3 6 0,-3-5-20 16,-8 1 10-16,-7-5 180 0,-6 2-98 0,-6-8-108 16,-4 1 0-16,0-8 0 0,0-5 0 0,0-1 0 15,0-2 0-15,3-4 0 0,-4 0 0 0,11 0 0 16,1-2 0-16,4-8 0 0,2-2 0 0,6 0-106 16,0-5-135-16,8 2 89 0,0-2 76 0,7 0-649 31,8 3 344-31,2-3 171 0,7-2-486 0,-1 6 334 0,2 1 162 0</inkml:trace>
  <inkml:trace contextRef="#ctx0" brushRef="#br0" timeOffset="-158515.56">16880 16261 1090 0,'-8'-7'0'0,"1"2"0"0,0-1 0 0,-1 3 0 0,-1-1 0 0,-2 1 248 0,-2 2-95 16,2 1-62-16,-4 0 172 0,-1 10-113 0,-1 5-55 47,-1 9-29-47,-2 5 337 0,7 2-188 0,2 1-88 0,3 5-44 0,5-2 319 0,3 3-182 0,0 2-81 0,6-7 47 0,10-3-186 0,7-1 0 15,4-4 0-15,1-4 0 0,4-1 0 0,0-11 0 0,-3 0 0 16,2-4 0-16,-1-4 0 15,-4-1 0-15,5 0-634 0,-6-1 216 0,-4-7 206 16,0-5-18-16,2-4-497 0,-7 0 344 0</inkml:trace>
  <inkml:trace contextRef="#ctx0" brushRef="#br0" timeOffset="-158289.61">17175 16133 1812 0,'0'-11'0'0,"-3"1"0"0,1 2 0 0,2 1 0 0,0 2 0 0,0-1 381 0,7 3-177 0,9 2-82 0,5-1 564 0,4 1-324 0,8 1-162 0,4-2-71 0,5 2-94 16,5 0-35-16,6 0 0 0,1 0 0 0,1 0 0 15,5 0 0-15,-11 0 0 16,-4 0 0-16,-4-2 0 0,-5 2 0 0,-8 0-614 16,1 0 326-16,-14-3 158 0,-8 3-28 0,-5 0-587 15,-2 0 354-15,0 0 176 0,-9 0 80 0,-7 0-367 16,-4 0 232-16</inkml:trace>
  <inkml:trace contextRef="#ctx0" brushRef="#br0" timeOffset="-158120.86">17457 16022 1446 0,'-17'2'0'0,"0"5"0"0,0 3 0 0,8 4 0 0,2 1 0 0,1 6 0 0,4 0 0 0,2 3 281 0,0 6-112 0,0-2-70 16,0 3 298-16,0 0-180 15,0 0-89-15,2 1-56 0,0 2 9 0,-2-7-43 78,0-3 0-78,0 0-1 0,0-3 1 0,0 0 10 0,0-5-11 0,0-5 1 0,0-2 0 0</inkml:trace>
  <inkml:trace contextRef="#ctx0" brushRef="#br0" timeOffset="-157913.39">17601 16162 2947 0,'0'0'0'0,"0"0"0"0,0 0 0 0,0 0 0 0,1 0 0 0,-1 8 0 0,2 4 0 0,-1 8 0 0,3 3 0 0,-1 6 0 0,0 4 478 0,2 6-220 0,0 4-101 0,-1-1-66 0,-1 0-91 0,0 0 0 0,0-4 0 32,-1-5 0-32,2 3 0 0,-2-14 0 0,0-5 0 0,-1-4-6 0,1-6-2 0,-2-3 22 0,0-1-14 0,0-3 0 0,0 0 0 0,0 0-10 0,0-3 20 15,0-4-10-15,-2 0 0 0,-3 1 0 0,1-2 0 16,2 1 0-16,1-3 0 0,-3 2 0 0,1 0-540 15,2-1 248-15,-1 3 127 0,-1 0-971 0</inkml:trace>
  <inkml:trace contextRef="#ctx0" brushRef="#br0" timeOffset="-156789.02">18762 16046 657 0,'0'-17'0'0,"0"-2"0"0,0-3 0 0,0 4 0 0,0 0 0 0,-2-3 0 0,2-1 40 0,-2 1 0 0,1-5 157 0,-1 4-84 0,1 1-37 0,-3-1 1 0,1 2 32 0,-2 1-35 0,0-1 11 0,-2 6-46 0,1 2 123 0,-2 5-61 0,-1 2-31 0,0 5 1 0,-2-2 144 0,-2 2-92 16,2 7-42-16,-2 12 169 0,0 7-106 0,3 8-52 0,-3 7 93 0,5 4-78 0,3 2-33 0,0 6-1 0,5 1 147 15,0 2-90-15,0 9-36 0,0-12-9 0,0 3 16 16,2 5-55-16,2-1-46 0,3 1 0 0,-1 7 0 16,-4-16 0-16,1-2 0 0,-1-5 0 15,-2-2 0-15,0-4 0 0,-12 0 0 0,-2-13 0 0,-3-4 0 47,-3-6 0-47,0-3 0 0,-4-5 0 0,-1 1 0 0,4-9 0 0,2 0 0 0,0 0 0 0,3-6 0 0,1-3 0 0,2-2-388 16,4-1 112-16,5-1 106 0,4-3-506 0,0 1 319 15,1-2 158-15,15-5-526 0,0 4 347 0</inkml:trace>
  <inkml:trace contextRef="#ctx0" brushRef="#br0" timeOffset="-156509.45">18824 16558 769 0,'3'1'0'0,"-1"3"0"0,2 3-2 0,1 1 0 0,-4 0 593 0,1 10-269 0,-2 0-148 16,0 4-70-16,0 4 242 0,0 1-155 0,0 5-77 15,0 1-29-15,3-4 324 0,5 0-186 0,1-5-92 16,7-2 21-16,1-7-57 0,8-2-19 0,-2-12-234 16,4-1 98-16,1-4 49 0,0-18 25 0,0-4-222 15,-4-6 133-15,-8 0 52 0,-4-2 30 0,-7 2-25 16,-5 0-45-16,0 5 38 0,-5-7-82 0,-11 12 178 16,-6 0-69-16,-3 4-27 0,-6 5 165 0,-3 6-78 31,-5 0-29-31,4 7 21 0,0 0-12 0,2 14-1 15,4-1 13-15,3 3-310 0,0 0 142 0,12 1 60 16,4 0 35-16,9-4-278 0,1-1 126 0,0-3 78 0,8-2-11 0,12-7-565 16,1 0 315-16</inkml:trace>
  <inkml:trace contextRef="#ctx0" brushRef="#br0" timeOffset="-156217.29">19073 15759 1710 0,'8'-15'0'0,"-4"4"0"0,4 7 0 0,4 4 0 0,-1 0 0 0,1 12 0 0,0 9 0 0,-1 7 445 0,2 2-203 0,0 9-93 0,-3-1-61 0,-1 2 17 16,0-1-34-16,-2 1 0 0,-2 2-126 0,-2 2 56 16,-2-8-10-16,-1-4-37 0,0-7 41 0,-1-2 1 15,-7-9 41-15,-2-1 112 0,0-13-60 0,2 0-26 16,-2-2 0-16,0-14 104 0,1-3-65 0,5-9-23 15,2 1-9-15,2-3-67 0,0-2-1 0,0-1 36 16,8 2-67-16,3-4 43 0,3 6-9 0,0 3-217 16,2 0 125-16,0 5 62 0,4 1 17 0,1 0-625 15,-2 12 308-15,3 4 110 32,3 4 88-32</inkml:trace>
  <inkml:trace contextRef="#ctx0" brushRef="#br0" timeOffset="-155560.08">19924 16012 1307 0,'-8'-12'0'0,"-1"-1"0"0,-3 1 0 0,-1 7 0 0,2 1 0 0,-5 4 0 0,-4 0 549 0,0 17-256 0,-8 8-117 0,4 11-75 0,1 3 406 16,1 7-235-16,4 2-116 0,2 0-60 0,4 5 173 0,10-6-120 0,2-3-93 15,6-2-56-15,14-5 0 16,7 2 0-16,2-13 0 0,3-4 0 0,2-3 0 0,0-7 0 0,1 1 0 31,0-2 0-31,-5-6 0 0,0-5 0 0,-4 0-992 0,1 0 202 0,-4-5 377 16,2-7 178-16,-8-7-221 0</inkml:trace>
  <inkml:trace contextRef="#ctx0" brushRef="#br0" timeOffset="-155276.45">20125 16063 1643 0,'-6'-14'0'0,"1"6"0"0,3-1 0 0,2 8 0 0,0 1 0 0,0 1 0 0,0 16 0 0,1 4 428 0,6 6-186 0,0 3-107 15,-3 5 412-15,1 1-254 0,1 3-128 0,-1 1 23 16,-2 2-65-16,-1-3-48 0,2-2 1 0,-1-1-453 15,-1-2 208-15,-1-5 103 0,1 0 61 0,0-12-696 16,-2-5 369-16,1-8 185 16,-1-4 15-16,2-2-400 0,-2-11 218 0,7-11 143 15,-2-6-330-15,0 1 248 0,1-3 127 0,0 3 62 0,3-1 39 0,-1 7 25 16,-1 1 0-16,1 5 320 0,-1 3-198 0,1 4-80 16,1-5-49-16,2 9 588 15,-2 2-300-15,6 2-157 0,0 2 41 0,6 0 243 16,-2 0-189-16,3 3-90 0,2 6 108 0,-1 2-99 15,3-2-50-15,3-1-579 0,-4 0 259 0,0 0 135 16</inkml:trace>
  <inkml:trace contextRef="#ctx0" brushRef="#br0" timeOffset="-154999.49">20683 16147 1629 0,'5'0'0'0,"0"0"0"0,0 1 0 0,2 1 0 0,2 6 0 0,2 4 0 0,0 5 0 0,4 8 675 0,-2 5-324 0,0 6-156 16,0 5 40-16,-3 3-98 0,-4 3-50 0,1 1-137 63,-5-9 39-63,-2-3 25 0,0-4-1 15,-3-8-229-15,-7-6 124 0,1-3 73 0,-2-13 21 0,1-2-90 0,-1-4 61 0,3-10 23 0,-1-6 0 0,6-3 59 0,1 0-28 0,2 0-88 0,0-3 330 0,5 0-136 0,12-3-65 0,3-1-11 16,-1 6-3-16,6 0 8 0,1-2 0 0,3 4 79 15,3 2-52-15,2-1-16 47,-4 6-10-47,2 4-281 0,0 4 127 0,-3 3 65 0,4-1-695 0,-10 5 337 0,-3 0 188 0,-4 0 42 0,-2 0 64 0</inkml:trace>
  <inkml:trace contextRef="#ctx0" brushRef="#br0" timeOffset="-154592.5">21256 16029 1709 0,'-1'-2'0'0,"-2"-5"0"0,1 3 0 0,2 0 0 0,0 4 0 0,0-2 0 0,0 0 312 0,5 2-128 0,2 0-1 16,6 0-74-16,-2 2-36 0,1 4 0 0,-1 2-101 15,0 2 28-15,0 0 0 0,-3 2 36 0,-2 0-233 32,-3 0 117-32,0 2 67 15,-3 1 20-15,0-2-104 0,-1 1 62 0,-8-3 31 0,-1 0 177 0,-2 1-79 16,1-5-76-16,-1 2 429 0,-1-4-206 0,3 2-107 15,0-4-31-15,3 2 215 0,1-3-147 0,3-1-171 32,3 1 0-32,0-2 0 0,0 0 0 0,9 0 0 0,7 0 0 0,1 0 0 0,5 0 0 0,-1 0 0 31,3-2-225-31,1-3-21 0,0 2 137 0,-2-3-816 0,0 2 437 0,-1 2 225 0,0-1 114 0,1-3-495 16,-7 3 308-16</inkml:trace>
  <inkml:trace contextRef="#ctx0" brushRef="#br0" timeOffset="-154402.97">21554 16041 2234 0,'-5'-12'0'0,"2"5"0"0,1 0 0 0,2 2 0 0,0 1 0 0,0 3 0 0,0 1 0 15,7 0 0-15,5 7 0 0,2 8 0 0,2 4 333 0,2 5-148 0,-1 8-66 0,-1 2 304 0,-2 5-194 0,0 5-96 0,-4 3-48 16,-4 4-24-16,0 10 9 16,-6-5-34-16,0 1-13 0,-15 1-23 0,-7-1 0 15,-4 2 0-15,-2-15 0 0,0-6 0 0,-1-6 0 16,2-10 0-16,2-7 0 0,-2-3 0 0,8-12 0 15,0-2-615-15,5-16 265 0,2-3 111 0,4-5 101 16,1-8-496-16,7-3 303 0</inkml:trace>
  <inkml:trace contextRef="#ctx0" brushRef="#br0" timeOffset="-154244.11">21756 16186 1827 0,'13'-2'0'0,"4"-3"0"0,3 3 0 0,7 0 0 0,2-1 0 0,5 2 0 0,-2 0 682 15,3 1-322-15,3-2-162 0,-1 0-80 0,1-2 183 16,5 0-122-16,-8-1-77 31,-5-1-595-31,0 0 264 0,-3 1 133 0,-5 2 67 0,0 0-392 0,-13 2 224 0,-6 1 117 0</inkml:trace>
  <inkml:trace contextRef="#ctx0" brushRef="#br0" timeOffset="-153963.61">22042 16225 1210 0,'-7'0'0'0,"-1"0"0"0,5 0 0 0,0 0 0 0,3 0 0 0,0 0 0 0,3 4 189 0,8 0-67 16,2 3-48-16,2-2 283 0,3 4-160 0,-1-2-81 16,-2 3-39-16,2 0-10 0,-6 0-30 0,2 1 0 15,-7-1 35-15,-2 0 0 47,-3 2-35-47,-1-1 89 0,0 0-49 0,-5 0 0 0,-11-3-41 0,1 2 282 0,-6-3-140 0,2 1-62 0,1-4-44 0,2 0 195 0,1-1-267 0,4-2 0 16,0 2 0-16,4-3 0 0,6 0 0 0,1 0 0 15,1 0 0-15,15 0 0 0,3 0 0 0,8 0 0 16,-1 0-137-16,5-3 39 0,-1 2 66 0,1 0 16 63,-3 1 22-63,3-2-94 0,-7 2 45 0,-5 0-892 0,-4 0 449 0,-7 0 224 0,-3 0 114 0,-4-2-278 0,-1 0 200 0,-6-5 94 0,-11-6-273 0</inkml:trace>
  <inkml:trace contextRef="#ctx0" brushRef="#br0" timeOffset="-153802.43">22137 15659 2007 0,'-7'0'0'0,"3"0"0"0,3 0 0 0,1 7 0 0,0 10 0 0,0 7 649 0,0 7-296 0,0 6-164 0,0 4-75 0,0 9 36 0,0 4-57 0,0 7-27 0,0 4 8 0,1-6-857 0</inkml:trace>
  <inkml:trace contextRef="#ctx0" brushRef="#br0" timeOffset="-153222.47">22948 16300 1995 0,'-24'-29'0'0,"2"10"0"0,-5 7 0 0,7 12 0 0,-2 0 0 0,-3 0 0 0,1 16 0 0,-2 11 0 0,0 6 0 0,7 3 0 0,5 5 220 15,2 4-92-15,5-1-45 0,6 1-6 0,1-1 9 31,1-11-49-31,16-3 1 0,5-9-1 0,7-3 0 0,-1-8 0 0,4-3-80 0,-2-7 36 0,-2 0-1 16,2-13 45-16,-2-13-167 16,-4-3 82-16,4-10 17 0,-8 3 25 0,-2-8-301 15,-1-3 149-15,-5-3 47 32,1-3 14-32,-2-9 1 0,-5 7 35 0,-4-6 91 0,-2-2-34 0,0-3 1 0,0 1-34 0,-4 0-10 15,-1 19 10-15,-2 13 0 0,-1 12-1 0,2 12 556 0,0 8-260 0,1 2-98 16,-2 25-75-16,0 13 206 15,2 6-127-15,2 8-63 16,3 9 116-16,0-2-94 0,0 1-43 0,2 1 15 0,3 1-28 0,2 2-1 16,3 7-20-16,1-13-50 0,6-2-1 0,0-2 42 15,5-7 0-15,4-8-618 0,2 2 318 0,-3-21 102 16,1-9 92-16,0-9-865 0,0-3 449 16</inkml:trace>
  <inkml:trace contextRef="#ctx0" brushRef="#br0" timeOffset="-153026.74">23620 16024 2118 0,'-14'7'0'0,"-2"0"0"0,0 6 0 0,-4 8 0 0,2 4 0 0,-1 7 0 0,-1 9 0 0,4 7 0 0,1 3 863 0,5 12-405 0,10-8-215 62,0-2-103-62,3-2-31 0,12-5-109 0,5-5 0 0,6 0-43 0,2-15-168 0,3-8 123 0,4-4-855 0,-1-10 490 0,0-4 245 0,8 0 131 0,-10-9-548 0</inkml:trace>
  <inkml:trace contextRef="#ctx0" brushRef="#br0" timeOffset="-152781.02">23904 16077 3357 0,'0'-2'0'0,"0"-5"0"0,0 3 0 0,2 4 0 0,0 0 0 0,-1 13 0 0,0 10 0 0,2 7 0 0,-2 8 0 0,1 5 497 0,-1 3-420 0,1 5-77 16,1-1 0-16,1 4 0 0,8-7 0 0,-4-3-31 16,4-9-254-16,0-7 161 15,-1-4 80-15,2-3-375 0,-3-15 223 0,-1-4 116 94,-5-2 58-94</inkml:trace>
  <inkml:trace contextRef="#ctx0" brushRef="#br0" timeOffset="-152695.56">24005 16344 2569 0,'0'-12'0'0,"0"2"0"0,0 0 0 0,8 6 0 0,1 0 0 0,6 1 0 0,1 2 0 0,6-1 0 0,2 2 0 0,6 0 399 0,1 0-181 0,4 3-204 0,-2 1 23 0,6 3 9 0,-5-3-10 0,-4 2-851 0,4-6 426 0,-5 0 213 0,2 0 115 0</inkml:trace>
  <inkml:trace contextRef="#ctx0" brushRef="#br0" timeOffset="-152462.17">24488 16129 1103 0,'1'0'0'0,"2"0"0"0,-1 0 0 0,3 0 0 0,0 0 0 0,2 7 92 0,5 7-18 0,-2 11-10 15,4 6 469-15,-2 8-248 16,1 7-125-16,-1 7 83 0,1 7-95 0,-6-8-59 16,0-2-27-16,-4 0 22 0,-3-6-24 0,0-6 1 15,0 1-16-15,-6-20 66 0,-5-8-38 0,0-7 1 16,1-4-38-16,-2-2 35 0,1-13 9 0,2-5-44 15,4-3 63-15,4-4-31 0,1 1 0 0,0-2 41 16,4-4-106-16,12 5-3 0,2-2 0 16,3 0 0-16,5 4 0 0,2-1 0 0,4-3 0 0,-3 7-198 15,1 3 32-15,0 3 96 16,2 1 22-16,-5 5-615 0,5 0 290 0,-10 3 173 16,-5 4-205-16,-1 1 185 0,-8-1 91 0</inkml:trace>
  <inkml:trace contextRef="#ctx0" brushRef="#br0" timeOffset="-152216.64">24915 16036 2179 0,'8'-7'0'0,"4"-5"0"0,4 7 0 0,-2 3 0 0,5 0 0 0,1 2 0 0,2 0 0 0,2 2 0 0,-3 10 0 0,-1 2 0 0,-3 3 0 0,-3 0 0 0,-5 4 0 0,-3 4 584 0,-6-3-278 0,0 2-135 0,-7-4-100 0,-10 4 1 0,-2-5-36 0,-1-1 71 15,0-5-39-15,1-3-1 0,2-5-31 0,3 1 100 0,3-5-50 0,0 2-74 16,6-3-12-16,5 0 0 16,0 0 0-16,0-3 0 0,9-6 0 0,7 0 0 0,3-1 0 0,6 0 0 15,-2 0-461-15,2-1 124 0,-2 3 170 0,4-2-324 16,-5 0 231-16,-2 6 112 16,-4-1 56-16,-1 2-604 0</inkml:trace>
  <inkml:trace contextRef="#ctx0" brushRef="#br0" timeOffset="-151953.87">25288 16008 1481 0,'1'-11'0'0,"5"1"0"0,0 4 0 0,7 0 0 15,-2 3 0-15,4 3 0 0,2 0 0 0,4 14 843 0,2 5-403 0,1 10-202 0,2 7-92 0,-4 5 571 0,-4 5-651 0,-4 3-66 0,-2 5 0 0,-8 3 0 0,-1 11 0 0,-3-8 0 0,-14 1 0 0,-16 5 0 0,-10 2 0 0,-6-3 0 0,-13 4 0 0,2-14 0 0,-8-3 0 0</inkml:trace>
  <inkml:trace contextRef="#ctx0" brushRef="#br0" timeOffset="-148579.4">25999 16034 1811 0,'-15'0'0'0,"5"0"0"0,3 0 0 0,4 2 0 0,0 6 0 0,3-1 0 0,0 0 228 16,3 3-100-16,10-3-44 0,5 1-1 0,2 0-45 0,2 0 10 0,1-3-9 15,1 0-1-15,-1-2 0 125,0 1 0-125,-3-1 467 0,5 2-224 0,-6 0-127 0,-6-1-57 0,4 1-851 0,-6 2 396 0</inkml:trace>
  <inkml:trace contextRef="#ctx0" brushRef="#br0" timeOffset="-148473.89">25918 16358 2028 0,'-22'5'0'0,"5"-1"0"0,-1 7 0 0,8-2 0 0,1 4 0 0,7-3 0 0,2 0 389 0,0-1-175 0,3 3-78 0,16-2 596 0,2-2-347 0,6 0-338 16,0-3-47-16,4 0 0 0,5 1 0 0,-5-2 0 0,2-2-83 0,-1 0-212 0,-1-2 167 0,1 3 83 15,2-2-451-15,-7-1 262 0,-2 0 137 0</inkml:trace>
  <inkml:trace contextRef="#ctx0" brushRef="#br0" timeOffset="-148321.91">26344 16295 1936 0,'-11'-5'0'0,"4"1"0"0,3 1 0 0,4 1 0 0,0 2 0 0,0 0 0 0,2 0 841 0,15 0-407 0,5 0-199 47,4 0 250-47,2 0-485 0,2 3 0 0,0 0 0 0,2 1 0 0,-1-2-72 0,0-1-15 0,2 3-416 0,2-2 270 0,3-2 144 15,-8 1 59-15</inkml:trace>
  <inkml:trace contextRef="#ctx0" brushRef="#br0" timeOffset="-148075.36">26964 16184 2701 0,'-6'-2'0'0,"2"-1"0"0,3 1 0 0,-1 0 0 0,2 2 0 0,0 0 0 0,13 0 0 0,7 0 482 0,8 0-223 0,6 2-102 0,1 1 175 0,4 3-332 0,3-3 0 0,0-1 0 0,7 2 0 0,2-1 0 0,-5-3 0 0,-4 0 0 0,-1 0 0 0,-5 0 0 0,-9 0 0 0,2 4 0 0,-17 2 0 0,-5 1 0 0</inkml:trace>
  <inkml:trace contextRef="#ctx0" brushRef="#br0" timeOffset="-147914.43">27330 16198 886 0,'-13'0'0'0,"-4"0"0"0,6 0 0 0,0 0 0 0,-2 6 0 0,3 5 0 0,-4 6 205 0,-1 3-75 0,1 5-51 0,-1 3 282 0,-3 4-162 0,-1 4-81 0,-4-1 148 0,-6 5-105 0,3-8-67 0,-1-1-29 0,1-7 195 0,3-5-111 0,3-3-57 0,-1-5-18 0,13-9 140 0,4-2-89 0,4 0-44 15,0 0 286-15,0 0-362 0,8-2-5 0,12-3 0 16,8-1 0-16,5-3 0 0,2 2 0 0,5 1 0 47,5-1 0-47,-6 3 0 0,0 0 0 0,1 1 0 0,-4 0 0 0,0 0 0 0,4 1 0 15,-8 0-275-15,-4 0 2 0,-3 1 136 0,-2 1-854 0,-8-2 478 0,3 2 229 0</inkml:trace>
  <inkml:trace contextRef="#ctx0" brushRef="#br0" timeOffset="-147755.23">27347 16341 2186 0,'-14'-4'0'0,"4"4"0"0,4 0 0 0,-2 4 0 0,2 13 0 0,3 5 0 0,0 10 0 0,3 5 422 0,0 8-192 0,0 3-97 0,0 5 256 15,2 1-176-15,-1 8-79 0,2-12-53 0,-2-6-256 16,3-3 105-16,-3-6 54 0,-1-8-277 0,0 0 174 16,0-16 73-16,0-7 42 0,0-4-723 0,-5 0 382 15</inkml:trace>
  <inkml:trace contextRef="#ctx0" brushRef="#br0" timeOffset="-147536.05">27014 15806 2409 0,'0'-20'0'0,"0"4"0"0,3 5 0 0,8 2 0 0,7 0 0 0,4 3 0 0,8 0 321 0,0 2-146 0,7 3-70 0,4-1-34 0,5 0 0 0,-2 0-34 0,5 1 9 0,-9 0-10 0,-7 1 1 0,-3 0-1 0,-6 0 41 16,-4 1 8-16,-11 7-48 0,-7 2-1 0,-2 3-1525 0</inkml:trace>
  <inkml:trace contextRef="#ctx0" brushRef="#br0" timeOffset="-147425.95">27238 15792 1718 0,'-1'3'0'0,"-8"2"0"0,3-1 0 0,2 3 0 0,-4 5 0 0,1 1 0 0,5 2 0 0,-3 8 0 0,2 0 345 0,-1 0-154 0,0 6-69 0,4-3-132 0,0 1 23 0,0-5 1 16,0 0 22-16,0-5-658 0,9-1 338 0</inkml:trace>
  <inkml:trace contextRef="#ctx0" brushRef="#br0" timeOffset="-147300.48">27376 15811 1083 0,'0'-5'0'0,"0"3"0"0,0-1 0 0,0 2 0 0,0 1 0 0,0 0 0 0,0 12 784 0,0 9-374 0,0 8-187 15,0 6 272-15,0 1-234 0,0 4-112 0,0 3-622 16,3 4 254-16,4-1 128 0,1 3 73 0</inkml:trace>
  <inkml:trace contextRef="#ctx0" brushRef="#br0" timeOffset="-146261.09">28037 16249 530 0,'0'-13'0'0,"0"2"0"0,-1-3 0 0,-3 4 0 0,1 0 0 0,1 1 0 0,-3-1 0 0,0 0 0 0,-2 1 285 0,1 1-128 0,-4-1-61 0,2 2 58 16,-3 1-58-16,0 2-30 0,-3 1 10 0,-2 0 42 15,-2 3-40-15,0 6 0 0,-2 8-41 0,1 6 113 16,-4 6-47-16,5 3-38 0,3 3 74 0,4 1-51 15,1 2-25-15,6-2 0 0,3 4 98 0,1-9-66 16,0-1-29-16,2-2-110 16,13-7 41-16,-1-3-1 0,5 0 51 0,0-13-213 15,3-2 101-15,-1 0 52 0,-2-8 25 16,1-9-225-16,0-1 116 0,-4-4 16 0,-5-3 0 0,0 2-3 16,-4 1 32-16,0 1-45 0,-5 5 187 0,0 2-77 15,-2 4-24-15,0 6 338 16,0 1-169-16,-7 3-66 0,-1 5-47 0,-1 11 225 15,-2 7-121-15,3 1-36 0,1 5-38 0,4 0-74 0,2-2 36 0,1 1 0 16,0-3-235-16,0-3 117 16,5-1 59-16,7-4-129 0,4-7 88 0,0-8 20 15,4-2 33-15,1-4-392 0,4-16 189 0,0-8 45 32,-1-4 70-32,-3-9 31 0,1-5-1 0,-3-3 31 0,0-4-153 0,0-8 46 0,-6 1 58 0,-1-5 25 93,0-3 51-77,-4-5 1-16,3 1-28 0,-2-2-10 0,-3 21 49 0,-3 13 0 0,-1 14-39 0,-1 15 0 0,-1 9-1 0,0 2-8 0,0 15 9 0,0 18 797 0,0 9-367 0,0 11-154 0,0 3-101 0,0 10 263 0,0-7-186 0,0 0-89 0,0 1-27 0,0-2-31 0,0-4 0 0,0 8-48 0,0-15 17 0,0-6 0 0,0-6 1 16,0-6-43-16,0-9-1 0,-3-3 53 0,2-17-10 0,-5 0-67 15,2-5 34-15,-3-10 0 0,2-7 33 0,-2-2 48 31,6 0-54-31,-1 2-34 0,2-2 111 0,0 7-41 0,0-2 7 0,0 6-75 0,4 4 21 16,5 3-20-16,0 3 0 0,2 3 0 16,1 0 0-16,-1 3 0 0,-1 12 0 0,-1 4-8 15,-1 6-49-15,-2 5 31 0,-4 1 3 0,-2 3-125 16,0-4 59-16,-3 2 42 0,-11-5-47 0,0-2 25 16,-5-2-1-16,0-6-115 46,-1-7 70-46,-2-3 40 0,2-6-1 0,1-1-64 0,-2 0 42 0,6-7 35 32,5-10 0-32,3-3-327 0,7-3 177 0,0-5 88 0,1 1 34 0,17 3-456 0</inkml:trace>
  <inkml:trace contextRef="#ctx0" brushRef="#br0" timeOffset="-146083.27">28766 16168 1433 0,'12'-18'0'0,"0"-1"0"0,-7 10 0 0,-3-1 0 0,-2 2 0 0,-3-1 0 0,-13 2 322 0,-4 2-133 0,-1 4 361 0,-2 1-256 0,-6 0-128 0,0 5-65 0,-2 12 436 0,-2 2-240 0,6 5-255 0,4 4-42 0,6 5 0 0,4 1 0 0,6 5 0 0,7-4 0 0,1 1 0 0,19-1 0 0,3 1 0 47,13-6 0-47,6 3 0 0,5-13 0 0,4-3-268 0,0-7-197 0,5-3 250 0,0-2 28 0</inkml:trace>
  <inkml:trace contextRef="#ctx0" brushRef="#br0" timeOffset="-145384.21">29114 16266 1917 0,'-12'-16'0'0,"8"6"0"0,3 7 0 0,1 2 0 0,0 1 0 0,0 0 261 0,0 0-101 0,1 0-66 0,1 0 166 0,-1 0-109 0,2 1-54 16,2 2-29-16,-2-1-82 0,2 1 23 0,-1-2-2 16,2 3 33-16,1 0-553 0,0 2 276 0</inkml:trace>
  <inkml:trace contextRef="#ctx0" brushRef="#br0" timeOffset="-144254.46">29499 16191 1430 0,'0'-11'0'0,"0"3"0"0,0 6 0 0,0 0 0 0,8 2 0 0,8 0 0 0,2 0 386 0,3 0-164 0,0 2-96 0,4 0 137 0,2 3-112 0,1-5-56 15,3 2-28-15,3 1-20 0,-5-1-8 0,1 0 0 16,-1-1 0-16,-2 1-270 0,-1 0 135 0,6 1 77 16,-10 1-614-16,-2-1 332 0,0 2 97 0</inkml:trace>
  <inkml:trace contextRef="#ctx0" brushRef="#br0" timeOffset="-143922.02">29532 16429 933 0,'-25'4'0'0,"7"-1"0"0,3 6 0 0,11-1 0 0,4 4 0 0,0-5 186 0,4 1-74 0,8 1-36 0,5 1 187 0,3-3-116 0,3 2-55 0,3-1-27 0,1 0-32 0,4 1 15 0,-6-2-10 0,-3 0-148 0,-3-2 74 0,-1 2 37 0,-5-1 0 0,-1 5-81 0,-8-5 54 0,-2 3 32 0,-2-1 80 0,-9 1-34 0,-9 0-27 78,-1 1-43-78,0-3 295 0,-1 0-134 0,4-1-59 0,2-2-31 0,3-1 130 0,0 2-60 0,7 1-48 0,2-1-27 0,2 3-10 0,0-1 0 0,6 3 0 0,7 2-72 0,2 1 31 0,2 0 1 0,-1 2-167 0,1 0 104 15,-4 0 52-15,2 3 32 0,-7-5-124 0,-5 3 37 0,-3-2 38 16,0 0-24-16,-11 0 158 16,-11-1-71-16,-7-5-14 0,-1-2 20 0,-6-2-1 0,-1-4-42 0,-1 0-4 15,-5 0-29-15,5-10 24 16,4-6 18-16,0-6-408 0,7-3 196 0,5-9 96 15,1-7 42-15,12-2-556 0</inkml:trace>
  <inkml:trace contextRef="#ctx0" brushRef="#br0" timeOffset="-143657.31">29562 15795 1873 0,'3'-22'0'0,"4"5"0"0,4 2 0 0,5 3 0 0,4 8 0 0,-2 1 0 0,5 1 0 0,-1 0 257 0,2 2-109 0,1 0-44 15,-5 0-3-15,-1 9-30 0,-2 2-1 0,-1 4-119 16,-6 2 44-16,0 8 10 16,-7 0 34-1,-3 3-234-15,-4 1 117 0,-11-2 59 0,-6 2 29 0,-4 1-110 0,-3-5 62 0,1-3-6 16,-4-3 106-16,-2-1-43 0,2-2-23 0,0-2-63 16,9-4 235-16,2-5-90 31,5 0-43-31,5-3 318 0,4-2-163 0,6 0-39 0,0 0-61 0,22-5-75 0,10-6-1 0,6 0 26 0,10 0 0 0,4-1-389 31,0 4 190-31,3 1 99 0,2 2-766 0,3 3 379 0,0-1 210 0</inkml:trace>
  <inkml:trace contextRef="#ctx0" brushRef="#br0" timeOffset="-143358.55">30405 15886 1468 0,'-19'-3'0'0,"-1"3"0"0,0 5 0 0,-4 16 0 0,-4 7 0 0,-2 10 0 0,1 7 573 0,4 7-266 0,0 6-134 16,7 1 337-16,6 1-236 0,4 2-107 0,8-12-68 31,2-5-28-31,16-6 1 0,7-4-33 0,5-4-170 0,5-4 96 0,2-11 32 0,2-7 0 0,4-6-552 16,-2-3 298-16</inkml:trace>
  <inkml:trace contextRef="#ctx0" brushRef="#br0" timeOffset="-143251.11">30457 16566 2660 0,'47'0'-48'0,"-9"-5"-843"0,-2-11 427 0</inkml:trace>
  <inkml:trace contextRef="#ctx0" brushRef="#br0" timeOffset="-143152.86">30709 15981 1496 0,'-9'-9'0'0,"1"3"0"0,5 5 0 0,-1 1 0 0,2 5 0 0,2 12 188 0,0 4-75 0,-3 7-37 0,3 1 323 0,-1 8-170 0,1-3-100 0,0 1-45 0,0 3-82 0,0-1 37 0,0 3 0 0,0 3 10 0,0-9-334 0,1-2 162 0,5-3 81 0,-3-4-752 0</inkml:trace>
  <inkml:trace contextRef="#ctx0" brushRef="#br0" timeOffset="-143071.48">30836 16232 2137 0,'4'-19'0'0,"2"10"0"0,3 3 0 0,2-1 0 0,4 2 0 0,0-1 0 0,5 3 0 0,0 1 428 0,1-1-194 15,3 3-99-15,0 0-44 0,3 0-27 0,3 0 10 32,-1 0-324-32,0 0 144 0,2 0 71 0,-2 0 37 0,1 0-754 0,4 0 386 0</inkml:trace>
  <inkml:trace contextRef="#ctx0" brushRef="#br0" timeOffset="-142880.05">31254 16088 1548 0,'-7'0'0'0,"4"0"0"0,0 0 0 0,3 0 0 0,0 0 0 0,3 9 0 0,11 0 0 0,-2 7 0 0,6 1 555 0,0 4-264 0,2 1-126 0,0 5-64 0,0 1-20 0,0 1 0 0,2 3-34 0,-6-3-10 0,-3 2-100 0,-6-5 50 0,-3 0 25 0,-4-3-49 0,0 0 46 0,-4-9-9 0,-9-5 37 0,-1-6 1 0,-3-3-1 16,0 0 10-16,5 0 35 0,2-12-30 15,2-2-42-15,4-2 4 16,2-4 313-16,2-3-136 0,2 1-81 0,10-1 17 0,6-2-82 15,3 0-45-15,3 0 0 0,7-3 0 0,-3 4 0 16,3 3 0-16,0 3-223 0,-1 0 28 0,4 3 117 16,0 0 67-16,-8 7-957 0,-2 2 465 0,-2 1 233 15</inkml:trace>
  <inkml:trace contextRef="#ctx0" brushRef="#br0" timeOffset="-142627.43">31724 15904 1333 0,'5'-18'0'0,"5"2"0"0,4 2 0 0,2 3 0 0,4 2 0 0,-2 4 247 0,-1 3-105 0,1 2-53 16,1 0 338-16,-8 4-200 0,-3 11-95 0,-6 5-64 15,0 3 1-15,-2 2-32 0,-6 3 10 0,-7-2-142 16,-6-1 66-16,-1-3 33 0,-1 1 0 0,1-5-79 16,0 1 65-16,4-8 19 0,5 0 0 15,-1-5 61-15,1 0-1 0,4-1-62 0,1-5 231 16,6 0-123-16,0 0-45 0,2-4-9 15,13-8 31-15,4 0-4 0,3-1-10 0,2 1-120 16,5-2 40-16,-1 3-1 0,1 2 41 0,3-3-522 16,-3 7 253-16,-2-1 118 0,1 5-804 0,-5-1 441 15</inkml:trace>
  <inkml:trace contextRef="#ctx0" brushRef="#br0" timeOffset="-142419.25">32078 15836 1973 0,'0'-16'0'0,"3"3"0"0,3 6 0 0,3-2 0 0,4 5 0 0,-1 4 0 0,3 0 0 0,-1 10 0 0,4 16 86 0,-2 7-15 16,-1 6-10-16,-5 6 878 0,-1 5-452 0,-2 4-224 15,-6 1-212-15,1 8-51 0,-2-3 0 0,-4 4 0 16,-14 3 0-16,-6 3 0 16,-5-2 0-16,-4 6 0 0,0-20 0 0,1-8 0 15,-1-9 0-15,3-6 0 0,2-11-465 0,2-5 173 16,13-15 52-16,2 0-192 0,5-7 197 0,2-11 99 15,4-9 49-15,0-3-497 0</inkml:trace>
  <inkml:trace contextRef="#ctx0" brushRef="#br0" timeOffset="-142225.46">32398 15908 3128 0,'-13'-17'0'0,"6"8"0"0,6 4 0 0,1 2 0 0,7 1 0 0,6-4 339 0,3 5-155 0,1-2-73 0,5 0 58 0,1 1-169 0,6-2 0 16,3 1 0-16,-1 1 0 0,-1-1 0 0,4 0 0 0,0 1 0 0,0 0 0 15,2 2 0-15,-9 0 0 16,-2 0-211-16,-2 7-239 0,-10 1 238 16,0 4-1096-16</inkml:trace>
  <inkml:trace contextRef="#ctx0" brushRef="#br0" timeOffset="-141952.78">32493 16006 1388 0,'-4'-8'0'0,"-1"0"0"0,5 6 0 0,4 1 0 0,11 0 289 15,-2-2-125-15,4 3-53 0,0 0-41 0,3 0 540 0,-2 0-285 0,2 5-143 0,-2 4-61 0,1-1-32 0,-5 3-9 0,-4 2-41 0,-3 2-186 0,-4 4 93 0,-3 0 46 0,-4 4 10 0,-11-4-126 0,-3 2 82 16,-1-1 40-16,-1-5 52 0,0 0-11 0,2 2-29 15,1-7 21-15,4-3 173 0,3-3-93 0,1 3-68 47,5-7 144-47,3 3-58 0,1-3-95 0,2 0-34 0,17-3 0 0,3-7 0 0,8-1 0 0,2 0 0 0,3-2 0 0,3 0 0 0,-1 2 0 0,3 0-100 16,-2 1-143-16,1-2 117 16,-8 4 73-16,-9 1-803 0,-3 0 409 0,-7 2 204 15,-8-2-472-15,-2-3 329 0</inkml:trace>
  <inkml:trace contextRef="#ctx0" brushRef="#br0" timeOffset="-141540.46">32464 15438 1353 0,'-9'-15'0'0,"2"4"0"0,7 1 0 0,0 8 0 0,2-3 0 0,8 2 0 0,4 3 0 0,1 0 337 16,-1 0-159-16,-1 5-79 0,4 2 92 0,-5 4-81 15,-2 0-35-15,3 4 0 0,-6-2-199 0,1 3 78 16,-2 1 49-16,-3 0-41 0,-1-2 33 0,-1-1-1 31,-1 3 33-31,2-5-55 0,-2 3 6 0,3-4 46 0,-2-1-4 0,1-3 61 0,3 3-32 0,0-2-39 16,5 1 187-16,-2-4-92 16,3 1-42-16,-2-3-8 0,2 3 75 0,-3-2-40 15,2 3-15-15,-6-1-4 0,-3 1 0 0,-1 3-31 16,0-1 0-16,-15 5 62 0,-2 1-21 0,-6-3-10 15,-3 2-31-15,-4-1 41 47,0-1 1-47,1-3-42 16,0 2-68-16,5-2 29 0,5-7 0 0,4 1 39 0,4-3-475 0,3 0 218 0,2 0 103 0,6 0-386 62,1-5 242-62</inkml:trace>
  <inkml:trace contextRef="#ctx0" brushRef="#br0" timeOffset="-139169.59">19195 15779 444 0,'0'-9'0'0,"0"2"0"0,-3 0 0 0,1 1 0 0,1 0 277 0,-3-2-110 0,3 1-70 16,1 3-29-16,-2 1 185 0,2-1-108 0,0 3-54 16,0-4-16-16,0 5 19 15,0 0-28-15,0 0 0 0,2 0 85 0,3 12-57 16,-2 2-18-16,0 6-10 0,0 5 80 0,0 8-54 16,-3 2-27-16,0 7 5 0,0 5 9 0,0-6-42 15,0 0 1-15,-3 0 48 0,-3-2-24 0,4-3-1 16,-1 3-13-16,0-12-25 0,1-6 15 0,1-4 0 15,-3-7-9-15,3-5 9 0,-1-1 10 0,-1-4-10 16,-1-1 62-16,2-10-31 16,-1-9 1-16,2-1-187 0,1-7 87 0,0 2 30 0,0-1-7 0,0-3-157 62,0 1 83-62,1-3 50 0,4-2 12 0,1 4-50 0,-3 2 21 0,3 0 24 0,-1 2 5 0,0 2 8 0,1-2-40 0,0 10 252 31,-3 3-110-31,2 6-51 0,-2-2-26 0,0 8 111 0,2 1-44 0</inkml:trace>
  <inkml:trace contextRef="#ctx0" brushRef="#br0" timeOffset="-138822.11">19224 15794 3431 0,'4'10'54'0,"-3"9"8"0,1 3-3 0,-1 1 0 0,-1 4 8 0,0-2-107 62,0 2 38-62,0-2 1 0,0 0 7 0,0-6 0 0,0 5 19 0,0-9-43 0,0-2 40 16,0-4 1-16,0 0-29 0,0-1 65 0,0-5-44 0,-3-3 2 0,2 0-1 0,-1 0-27 0,0-9 29 0,2-4 12 0,0-1-10 0,0-3 0 0,0-3-20 0,0 1 0 0,0-3-169 0,0-3 39 0,0 1 66 0,2-2-118 0,1 0 82 0,0 1 24 0,2 1 26 0,-4 0 69 0,1 7-21 0,-1 2-30 0,1 6-5 0,-2 0 220 0,0 8-104 0,0-1-43 0,0 2-25 0,0 14 51 0,-3 8-32 0,-2 4 4 0,-2 1-76 0,2 2 63 0,2-2-11 0,-2 0-25 0,2 1 0 0,0-3 37 0,1-3-7 0,-1 2-43 0,1-7 0 0,2-3 13 0,-1-2 17 0,1-2-34 0,0-4 1 0,-3 0 8 0,3-6 15 0,-2 0 70 0,2-5-32 0,-1-7 3 0,1-5-165 0,0 0 62 0,0-4 33 0,0-1-72 0,0 0 49 0,0 2 20 0,1-3 0 0,4-2-95 0,-1 3 57 0,1 1 10 0,0 1 1 0,0 0 105 0,-2 6-38 0,0-3-11 0,0 7-26 0,-1 3 149 0,2 6-73 0,-2 1-30 16,-1 0 168-16,-1 15-80 15,0 3-53-15,0 2 6 0,0-1-1 0,0 5-19 31,0-3-12-31,0-1-44 0,0-2 0 0,0-2 66 0,-1-1-17 0,-1-2-158 0,2 0 77 0,-3-4 22 0,2-3-1 0,-1-1-98 16,-1-3 62-16,0-2 13 31,0 0-93-31,0 0 52 0,-2-5 35 0,3-7-53 0,1 0 40 0,-1-3 0 0,0 3 32 0,2-2 14 16,0-1-5-16,0 5 0 16,0-1 0-16,0 2 66 0,0 2-42 0,0 2 8 0,2 4-31 0,0 1 53 15,-1 0-26-15,1 4 12 0,-2 8-546 0</inkml:trace>
  <inkml:trace contextRef="#ctx0" brushRef="#br0" timeOffset="-137705.84">32984 15579 1300 0,'3'-23'0'0,"1"0"0"0,-1 6 0 0,2 0 0 0,-1 10 0 0,1 6 0 0,-3 1 0 0,-2 0 0 0,4 6 0 0,-2 13 0 0,-2 10 388 0,0 3-174 0,0 9-88 0,0 7-43 0,0 8 375 0,0 1-214 0,0 4-102 0,0 3 323 0,0 4-213 0,0 4-107 0,0 14-43 0,0-8-90 0,2 1-12 62,-1 7 0-62,2-6 0 0,-3 4 0 0,0 3 0 0,0-17 0 0,0-7 0 0,0-5 0 0,-4-5 0 0,0-9 0 0,0 3 0 0,4-16 0 0,0-10 0 0,0-8 0 0,0-6 0 16,0-7 0-16,0 0-11 0,0 0-423 0,4-12 151 16,5-5 122-16,-2-7-515 0,4-1 319 0,2-6 149 15,-3 1 89-15,0-2-480 0,0 1 280 0,-1 0 140 16,2 0 70-16,-2-3-154 0,-2 10 137 0,-2 1 39 15,2 2 133-15,-2 1-39 0,-2 5-46 0,0-3 25 16,-1 8 521-16,-1 6-292 0,-1 1-128 0,0 3 221 16,0 5-173-16,0 12-2 0,0 4 79 0,0 4 344 15,0 2-259-15,0 3-129 0,1-1-64 0,5-1 346 16,4-6-210-16,5-1-101 16,2-1 143-16,2-9-184 0,2-3-98 0,6-5 0 15,2-3 0-15,0-10 0 0,3-13 0 0,-2-5 0 16,3-6 0-16,-10 0 0 0,-7-2 0 0,-4 4 0 15,-7 1 0-15,-5 1 0 0,-1 0 0 0,-22 12 0 16,-9 4 0-16,-6 10 0 0,-5 3 0 0,-4 1 0 16,-2 3 0-16,10 9 0 0,2-1 0 0,5-2 0 15,9 2 0-15,3-1 0 0,0-1 0 0,16 0 0 16,4-3 0-16,0 1-243 16,5 3 76-16,13-4 70 0,4-1 3 0,2-2-714 15,6-2 383-15</inkml:trace>
  <inkml:trace contextRef="#ctx0" brushRef="#br0" timeOffset="-137216.45">33362 15248 617 0,'0'-16'0'0,"0"-3"0"0,0 10 0 0,0 0 0 0,0 4 0 0,0 1 543 0,0 2-253 0,0 0-115 15,0 2-73-15,0 8 365 0,0 12-215 0,0 4-106 16,4 7 165-16,-2 7-126 0,0 2-78 0,-1 3-34 0,1 3 319 0,-1 2-177 15,0-4-159-15,-1 6-56 0,0-9 0 0,0 0 0 32,0-3 0-32,0-3 0 0,0-2 0 0,0-1 0 0,0-10 0 0,-1-5 0 15,0-8 0-15,-1-3 0 0,2-1 0 16,-1-5 0-16,1 0 0 0,0 0 0 0,0-5-461 0,0-3-25 16,4 1 214-16</inkml:trace>
  <inkml:trace contextRef="#ctx0" brushRef="#br0" timeOffset="-136281.74">19207 15827 1006 0,'0'0'0'0,"0"0"0"0,0 0 0 0,0-2 0 0,0 1 0 0,0 0 0 0,0-3 0 0,0 1 0 0,0-2 214 0,0 1-87 0,2 1-45 16,-1-4 3-16,1 2 0 0,1-1-37 0,0 2 46 15,0-1-27-15,0 1-1 16,-1 1-27-16,1 1 29 0,0 0-19 0,0 1-10 0,-1 1 0 0,-1 0 61 16,1 0-30-16,-1 0 9 15,1 0-40-15,-2 1 60 0,2 3-30 0,-2 2 0 16,1-3-30-16,-1 2 10 0,2 1-10 0,-2-4-36 16,0 3 1-16,1-1 35 0,-1-1 0 0,0 0-78 15,1 1 34-15,-1-3 0 0,0 2 44 0,0-2-147 16,0 1 65-16,0-2 23 0,0 0-4 0,0 0-344 15,0 0 179-15,-2 0 66 0,-1 0-837 0</inkml:trace>
  <inkml:trace contextRef="#ctx0" brushRef="#br0" timeOffset="-124246.43">18080 17343 2204 0,'0'0'0'0,"0"0"0"0,-1 0 0 0,1 0 0 0,0 0 0 0,0 0 0 0,0 0 0 0,1 0 244 0,7 0-92 0,8 0-61 0,4 0 190 16,4 0-121-16,4 0-60 0,3 2-31 0,1 1 53 15,0 0-47-15,0 1 1 0,-2 2-37 0,-2-2-52 16,-1 0 26-16,0 1 11 0,-8-2-386 0,0-1 201 16,-6 1 100-16,-4-1 51 0,-3 0-776 0,0-2 323 15,-4 0 217-15</inkml:trace>
  <inkml:trace contextRef="#ctx0" brushRef="#br0" timeOffset="-124023.02">18116 17638 2792 0,'-13'4'0'0,"5"2"0"0,1 3 0 0,6-1 0 0,1 1 0 0,0-2 0 0,1 2 0 0,11-3 0 0,7-1 282 62,5 0-121-62,2 0 359 0,0-5-344 16,9 2-176-16,-8-2 0 0,1 0 0 0,0 0 0 0,-2 0 0 0,-1 0 0 0,3 0 0 0,-10 0 0 0,-2 0 0 0,0 0 0 0,-7-2-129 0,1 2-69 0,-9 0 109 0,1-3-567 0,-2 3 283 0,0-2 167 0,0 2-172 0,0 0 159 0,0 0 95 0,0-1 42 0</inkml:trace>
  <inkml:trace contextRef="#ctx0" brushRef="#br0" timeOffset="-123529.27">18835 17568 2269 0,'-2'0'0'0,"1"0"0"0,1 0 0 0,0 0 0 0,1 0 0 0,12 0 352 16,2 5-157-16,7 0 190 15,6 0-163-15,3 0-97 0,5-2-43 0,7-2 155 0,5-1-173 0,3 0-64 16,6 0 0-16,-8 0 0 16,1 0 0-16,-6 0 0 0,-4-1 0 0,-6-2 0 15,2 0-70-15,-16-1 42 16,-6 3-373-16,-6 1 199 15,-3 0 114-15,-4 0-45 0,-1 0-201 0,0 0 151 0,-1 0 72 0,-10 0 78 0,1 0-5 0,-1 0-1 16,-2 0-9-16,2 0 108 0,-2 0-50 0,2 0-24 16,-1 0 0-16,-1 0 194 15,1 0-105-15,0 0-56 0,-3 3 315 0,2 2-139 16,-2 5-94-16,-3 1 245 16,1 2-158-16,-2 5-75 0,3 4-38 0,-4 3-35 0,-3 4-40 0,2 9 0 15,-1 3 0-15,1 5 0 0,3 3 0 0,3 3 0 16,5-3 0-16,2 5 0 0,8-13 0 0,0-4 0 15,10-7 0-15,6-5 0 0,2-4 0 0,6-1 0 16,-4-9 0-16,4-5 0 0,-1-4 0 0,0-2 0 31,-1 0 0-31,5-5 0 0,-9-9 0 0,0-6 0 0,-3-2 0 0,-4-1 0 16,-4 0-55-16,-2-1-187 0,-5 3 106 0,0 4 49 31,-5-1 4-31,-8 2 45 0,-3 4-1 0,-3-2 76 0,-1 8-33 0,0 1 0 0,-2 1-43 0,-1 2-196 16,1 2 99-16,0 0 38 0,3 0 35 0,3 0-231 15,4 6 128-15,3-1 63 16,5 0 33-16</inkml:trace>
  <inkml:trace contextRef="#ctx0" brushRef="#br0" timeOffset="-123016.71">18972 17120 1491 0,'0'0'0'0,"0"0"0"0,0 0 0 0,0 0 0 0,3 0 0 0,11 0 0 0,5 0 0 0,7 0 0 0,10 0 423 0,6 0-193 0,7 0-96 0,2 0 17 0,7 0-47 0,-8-3-38 0,-2-1-9 0,-6-3-19 0,-7 2 0 0,-5 0 0 0,-3 0-218 0,-15 1 104 0,-8 3 57 0,-3-1 28 0,-1 1-506 16,-5-1 263-16,-10 2 61 78,-1 0 88-78,-5 0-553 0</inkml:trace>
  <inkml:trace contextRef="#ctx0" brushRef="#br0" timeOffset="-122906.1">19202 17149 1502 0,'-1'7'0'0,"-5"2"0"0,3 0 0 0,0 7 0 0,3-2 0 0,-2 6 0 0,2 1 190 0,0 4-76 0,0 2-38 0,-2 3 420 0,2-3-234 0,-1 1-112 15,1 1-56-15,-2-3-121 0,1-2 32 0,1 3 10 16,0-9 23-16,0-4-568 15,0-2 283-15,1-3 143 16,6-6-673-16</inkml:trace>
  <inkml:trace contextRef="#ctx0" brushRef="#br0" timeOffset="-122756.86">19340 17224 1476 0,'0'-3'0'0,"0"-1"0"0,0 2 0 0,0 2 0 0,0 0 0 0,0 0 0 0,0 0 354 0,0 2-159 0,1 8-78 15,1 4-39-15,-1 3 201 0,1 0-110 0,1 5-71 0,-1 0-388 0,2 0 164 32,-2 2 82-32,-1 3 41 0,1 4-741 0,-1-5 370 0,1 1 186 0</inkml:trace>
  <inkml:trace contextRef="#ctx0" brushRef="#br0" timeOffset="-122288.61">20074 17602 817 0,'-2'-19'0'0,"-1"-3"0"0,3 5 0 0,-2-1 0 0,1 0 0 0,-1 0 0 0,-1-3 0 0,0 1 0 0,-2 1 205 0,-2 4-84 0,-2 1-42 0,-1 4 132 16,-6 5-88-16,-1 3-33 0,-2 2-10 0,-2 8 87 16,0 13-65-16,-2 8-32 15,0 3 0-15,-2 9 27 0,7 0-35 0,3 2 1 0,4 0 62 0,3 1-45 16,3-7 1-16,5 6-35 109,0-14 28-109,1 0-1 0,11-7-36 0,4-3-180 0,5-6 90 0,3-1 54 0,-1-12-9 0,2 0 45 0,2-11 0 0,-3-7 0 0,0-6 0 0,1-2-699 0,-10-2 296 16,2-1 167-16,-5-2 58 0,0 2 52 0,-4-2 26 0,1 1-9 0,-6 6 247 0,0 5-106 0,-1 2-53 0,-2 8 442 0,0 1-228 0,0 5-96 0,-3 3-70 0,-3 0 258 0,-1 17-125 0,2 3-80 0,1 2-40 0,2 6 3 16,2-1-43-16,0 0 0 0,0-1-68 0,2 0 34 15,4 0 0-15,4 0 44 0,1-4-289 0,1-4 140 16,-1-1 69-16,6-4-476 15,-3 1 213-15,1-11 83 0,1-2 89 0,-1-1-442 0,1-1 265 0</inkml:trace>
  <inkml:trace contextRef="#ctx0" brushRef="#br0" timeOffset="-121948.61">20406 17133 1506 0,'0'-2'0'15,"0"-1"0"-15,0 3 0 0,0 3 0 0,0 11 0 0,0 10 272 0,0 7-108 0,0 10-69 0,0 8 203 0,0 9-131 0,1 7-65 0,1 3 193 16,1 4-120-16,-2-16-73 47,2-5-33-47,0-6-21 0,-2-10-11 0,0-9 0 0,4-5 9 0,-4-15-144 0,1-6 68 16,-1 0 33-16,1-4 0 0,0-13-91 0,-1-1 72 0,3 0 21 0,4-2-35 0,0 3-25 0,2 1 34 0,2 2-42 15,4 1 29-15,1 5-9 0,0 5 1 0,3 0 57 94,2 3-1-94,0 0-22 0,3 11-6 0,-4 7-34 0,0 1 40 0,-6 6 13 0,-2 2-43 0,-4 5 2 0,-7 1 28 0,-2 0 243 0,-11 0-116 0,-8-4-57 0,-6-2-30 0,-5-3 223 0,1-9-121 0,-4-6-45 0,1-7-34 0,-1-2 117 0,2 0-172 0,-3-10 0 16,10-7 0-16,2-4 0 0,8-4 0 0,4-2-18 15,8 0-858-15,2-3 432 0,0 6 224 0,17 2 68 0</inkml:trace>
  <inkml:trace contextRef="#ctx0" brushRef="#br0" timeOffset="-121700.78">21181 17445 1758 0,'-10'-20'0'0,"2"3"0"0,0 3 0 0,-6-3 0 0,0 9 0 0,-4 1 0 0,-2 6 623 0,-5 1-292 0,-3 6-148 0,-3 11 279 0,2 10-217 0,2 4-104 16,2 6-52-16,5 4 10 0,5 6-99 0,2 5 0 31,10-8 0-31,3 4 0 0,0-2 0 0,14 2 0 0,9 2 0 0,7-15 0 0,4-4 0 0,7-4 0 16,10-13 0-16,5-8 0 0,9-6 0 0,-5-1-706 15,2-16-8-15,0-4 338 0</inkml:trace>
  <inkml:trace contextRef="#ctx0" brushRef="#br0" timeOffset="-119906.46">24913 17288 1113 0,'0'-13'0'0,"0"3"0"0,0 3 0 0,0 3 0 0,0 3 0 0,0 1 0 0,0 5 0 0,5 14 259 0,0 8-110 0,6 5-56 0,-2 9 238 0,3 7-138 0,-2 1-82 0,4 6 11 0,-5 1-42 0,2 7 0 0,-3 4-42 0,0 8 110 0,-4-11-59 0,1-7-26 0,-2-6 0 0,0-10 80 0,0-9-52 16,0-1-17-16,-1-21-10 0,2-5 111 47,0-5-68-47,-1 0-35 0,3-7 201 0,3-11-273 0,3-11 0 0,7-9 0 0,1-7 0 0,6-9 0 0,5-6 0 0,-3 2 0 0,1-3 0 0,3 0 0 16,1-1 0-16,-2 1 0 0,1-6 0 0,-7 18 0 31,-6 3 0-31,-5 11 0 0,-7 4 0 0,0 12 0 0,-4 1-78 0,-3 14-244 0,0 4 94 0,0 0-522 15,0 0 356-15,0 11 179 16,0 2 78-16,0 4-334 0</inkml:trace>
  <inkml:trace contextRef="#ctx0" brushRef="#br0" timeOffset="-119723.83">25497 17662 1657 0,'-9'0'0'0,"-2"0"0"0,5 1 0 0,-1 1 0 0,4 0 0 0,-1 0 868 0,4-2-420 0,0 0-204 0,5 0 470 16,11 0-714-16,6-2 0 0,3-3 0 0,0-4 0 15,2 4 0-15,4-4 0 16,-3 3 0-16,5-3 0 0,-5 4-169 0,-1 1 95 16,-3 1 56-16,1 0-1104 0</inkml:trace>
  <inkml:trace contextRef="#ctx0" brushRef="#br0" timeOffset="-119538.81">25588 17852 2934 0,'-22'4'0'0,"5"5"0"0,4-1 0 0,2 2 0 0,7-6 0 0,4 2 0 0,3-3 0 0,9 0 0 0,8-3 456 0,7 0-199 16,3 0-114-16,2-2-2 0,4-8-141 0,-1 2 0 16,0-3 0-16,6-1-317 15,-8 2-1-15,3 1 179 0,-1-1-361 0,0-2 269 0,1 4 135 0,5-1 77 31,-10 0-930-31</inkml:trace>
  <inkml:trace contextRef="#ctx0" brushRef="#br0" timeOffset="-119105.29">26447 17327 2046 0,'-21'-8'0'0,"1"5"0"0,-4 3 0 0,5 0 0 0,0 15 0 0,-1 7 0 0,1 1 0 0,0 5 676 0,1 3-310 0,11 0-169 16,5 2 75-16,2 0-118 0,4 0-59 0,13 0 30 0,5 2-125 16,7-6 0-16,3-4 0 0,7-1 0 15,-2-4 0-15,1 1 0 0,3 1 0 0,-7-3-124 16,-6-4 0-16,-4 6 80 0,-4-4-231 0,-6 5 100 16,-4 0 87-16,-10-1-38 15,0-1-22-15,-15-3 55 0,-8 2 29 0,-4-3 31 94,-5-1-13-94,-5-7 10 0,1-1-1 0,1-5 169 0,1-2-85 0,1 0-41 0,-1-7-10 0,14-9-32 0,3-2-1 0,7-3 10 0,7-1 353 0,3 0-144 0,0-2-83 0,10 0-16 0,10 0-55 0,4-2 33 16,3 1-31-16,2 0-113 0,4-5 61 0,-3 5 21 0,0 0 0 0,-1 0-111 0,0-3 62 0,-2-2 13 0,3-4 1 0,-13 3 69 0,-1 3-1 0,-9-3-53 15,-6 6 246-15,-1-1-110 16,-5 2-53-16,-15 9-26 0,-8 3 237 0,-3 5-163 62,-5 7-110-46,-4-3 0-16,5 3 0 0,-2 3 0 0,9 6 0 0,0 3 0 0,7 3 0 0,3 2 0 0,13 0 0 0,5 4-735 0,1-1 342 0,16 2 149 0,6-1-694 0,9 1 432 0</inkml:trace>
  <inkml:trace contextRef="#ctx0" brushRef="#br0" timeOffset="-118853.14">26948 17447 2422 0,'0'-10'0'0,"0"3"0"0,2 0 0 0,-1 3 0 0,1 0 0 0,-1 1 0 0,2 3 421 0,1 0-192 0,0 16-96 0,1 5 119 0,2 6-108 0,-2 9-44 0,0-1-37 0,1 4-3 16,1 3 0-16,0-1-23 0,-1 1-148 0,4 2 84 16,-2-6 26-16,1-4 1 0,-1-5-8 0,-1-6 0 15,1-6 45-15,-1-2 91 0,-1-13-128 0,0-2 0 16,0-11 0-16,4-18 0 31,-1 0 0-31,1-12 0 0,0 1 0 0,1-8 0 0,5-4 0 0,-3-2 0 0,5 1 0 0,1-8 0 0,1 8 0 0,2 3 0 16,-3 5 0-16,4 4 0 15,-2 4 0-15,-5 15-546 0,-3 11 124 0,1 7 193 16,-6 4 96-16,2 6-702 0,-3 10 390 0</inkml:trace>
  <inkml:trace contextRef="#ctx0" brushRef="#br0" timeOffset="-118557.06">27490 17757 1616 0,'-4'7'0'0,"1"3"0"0,1 2 0 0,1 0 0 0,1 3 0 0,0 6 1057 0,0-1-510 0,0 4-246 0,0 0 109 0,1-2-410 0,1 2 0 0,-1 0 0 0,1-2 0 0,1 4 0 0,-2-6 0 0,0-3 0 0,-1-3 0 31,0 0 0-31,0-4 0 0,0 0-806 0,0-5 384 0,0-5 223 0</inkml:trace>
  <inkml:trace contextRef="#ctx0" brushRef="#br0" timeOffset="-118435.7">27491 18110 2418 0</inkml:trace>
  <inkml:trace contextRef="#ctx0" brushRef="#br0" timeOffset="-118340.43">27716 17505 2381 0,'9'-14'0'0,"6"4"0"0,4 2 0 0,0 4 0 0,1 2 0 0,0 1 0 0,6 1 812 0,1 0-387 0,1 0-185 0,0 0-167 0,-3 0-73 0,3 3 0 0,-4 2 0 0,-1 2-93 0,2 2-96 0,-7-1 108 0,-2 2-1121 0,-3 1 592 0</inkml:trace>
  <inkml:trace contextRef="#ctx0" brushRef="#br0" timeOffset="-118247.9">27871 17772 2225 0,'-11'-6'0'0,"6"1"0"0,-1 3 0 0,3-2 0 0,3 3 0 0,0 1 0 0,3 0 0 0,12 0 996 0,5 1-479 0,3 5-324 0,1-1-193 0,3 5 0 0,2-5 0 0,1 4 0 0,2-1-308 0,4-3 118 0,-1 0 108 0</inkml:trace>
  <inkml:trace contextRef="#ctx0" brushRef="#br0" timeOffset="-117716.3">28421 17645 1633 0,'-18'-3'0'0,"3"-1"0"16,10 4 0-16,5 0 0 0,2 7 0 0,10 1 0 0,6 1 0 0,8-2 429 0,2-2-201 0,8-5-95 0,3 0 344 0,5 0-220 0,2 0-110 0,7 0-46 0,-3 0-88 0,-2-5 24 0,3-2 0 0,-1-2-360 0,-4 4 181 0,5-4 98 0,-15 3 36 0,-6 4-617 0,-1-1 301 0,-7 1 172 0,-8 2 5 0,-4 0-346 0</inkml:trace>
  <inkml:trace contextRef="#ctx0" brushRef="#br0" timeOffset="-117408.73">28661 17858 1689 0,'-19'0'0'0,"1"0"0"0,9 0 0 0,6 0 0 0,3 3 0 0,0 2 0 0,0 1 0 0,6-2 208 0,10 2-91 16,3-2-39-16,4 0-8 0,0 3-1 0,4 0-32 47,0 2 9-47,-4-2-316 0,-2 4 154 0,-4-1 76 0,-1 1-107 0,-5 4 90 0,-3 1 54 0,-6 1-8 0,-2 3-126 0,-2 0 72 0,-14 0-24 0,-4 1 340 16,-3 3-158-16,-1-5-53 0,0-3-66 0,7-3 465 31,1-3-208-31,4-4-110 0,4 0-7 0,8-3 70 0,0-3-73 0,8 0-37 15,12 0-10-15,5 0 0 0,4 0-18 0,-3 0-9 0,3 0-222 0,-3 6 111 32,-2 0 55-32,-1 1-279 0,-1 2 169 0,-14 4 27 31,-3-2 58-31,-5 4-44 0,-5 0 33 0,-15 2-24 0,-8 3-10 0,-8-5 436 0,-4 0-186 0,-5-2-96 0,0-4 119 0,-1 3-82 16,-5-4-55-16,7-5 4 0,2-3-1 0,7 0 33 15,2-3-47-15,2-7-489 47,16-7 235-47,7-5 130 0,4-7 57 0,4-4-793 0</inkml:trace>
  <inkml:trace contextRef="#ctx0" brushRef="#br0" timeOffset="-117135.75">28698 17105 1495 0,'-15'-18'0'0,"5"8"0"0,-3 0 0 0,9 10 0 0,-1 0 0 0,-1 10 63 0,0 3 1 15,0 2-27-15,-3 4 224 0,2 1-116 0,-3 2-54 0,3 3-28 0,-1 1-118 16,-2 2 46-16,-4 4 9 0,5-4 37 0,-4 0-149 31,1-1 74-31</inkml:trace>
  <inkml:trace contextRef="#ctx0" brushRef="#br0" timeOffset="-117026.39">28523 17382 2041 0,'-13'20'-4'0,"3"1"50"0,3-9-9 0,1-2-42 0,4-6 0 0,0-1-7 0,2-1 0 0,0-2 396 0,5 0-180 0,14 0-86 0,3-2-43 0,7-5 173 0,2-3-105 0,5 1-44 0,0 2-36 0,0-1 0 0,1 1-26 0,-1 1 0 0,-2 0-499 0,5 1 259 0,-7 4 116 0,-2-1-645 0,-3 0 361 0,1 2 140 0,0 0 93 0,-9 0-231 0</inkml:trace>
  <inkml:trace contextRef="#ctx0" brushRef="#br0" timeOffset="-116915.5">28798 17120 2069 0,'-3'0'0'0,"-3"0"0"0,-2 0 0 0,5 5 0 0,0 8 0 0,2 5 0 0,0 5 0 0,-1 2 0 0,1 9 0 0,-1 0 270 0,2 4-117 0,0 3-117 0,0 0 1 0,0 1 0 0,0 3 9 0,0-9-463 0,0-1 227 0,0 0 113 0,2-4 57 0,2-2-288 0,2 0 182 0</inkml:trace>
  <inkml:trace contextRef="#ctx0" brushRef="#br0" timeOffset="-116787.45">29359 17461 2174 0,'23'-16'0'0,"4"8"0"0,5 6 0 0,3 1 0 0,7-5 0 0,-4 3 0 0,1 1 0 0,3-3 315 0,1-1-139 0,0 0-70 0,5-1-108 0,-10 2 14 0,-4 2 1 0,-4 1-228 0,-4 2 127 16,-6 0 62-16,-1 0 41 0,-13 10-863 0,-6 2 413 15,-1-3 207-15</inkml:trace>
  <inkml:trace contextRef="#ctx0" brushRef="#br0" timeOffset="-116629.05">29571 17430 1432 0,'-11'4'0'0,"-1"-1"0"0,5 7 0 0,2 3 0 0,1 5 0 0,-2 5 0 0,2 5 0 0,-3 7 409 15,-1-1-190-15,3 1-92 16,-1 6-32-16,-4-2-30 0,4 0 1 0,-3 3-20 0,5-9-378 0,0-2 184 16,2-2 93-16,0-3 46 15,2-8-695-15,0-1 334 0</inkml:trace>
  <inkml:trace contextRef="#ctx0" brushRef="#br0" timeOffset="-116467.58">29707 17520 1113 0,'0'-8'0'0,"0"1"0"0,2 3 0 0,0 2 0 0,-2 2 0 0,0 0 422 0,0 13-193 0,0 4-96 16,0 7 32-16,0 0-64 0,-2 7-23 0,-3-1-9 15,0 1-237-15,2-1 102 0,2 4 52 0,1-3-631 16,0 5 313-16,0-6 160 16</inkml:trace>
  <inkml:trace contextRef="#ctx0" brushRef="#br0" timeOffset="-116078.62">30269 17689 674 0,'0'-29'0'0,"0"5"0"0,-3-3 0 0,-6 10 0 0,-1 3 134 16,-6 3-49-16,-3 5-25 0,-3 1 43 0,-4 5-24 0,-1 0-9 15,0 11-34-15,-5 8 54 0,0 7-26 0,4 0-1 16,-6 5-17-16,13-2 81 0,3 1-45 0,8 1-23 15,3-1 1-15,2 3 130 0,5-7-81 0,0-1-37 16,2-2-111-16,10-4 37 16,5-3 1-16,2 3-111 0,4-12 69 0,4-5 40 15,4-2 0-15,-1-2-526 0,2-10 267 0,2-2 97 16,-7-4 17-16,-1-2-288 16,-4 0 201-16,-3 2 104 0,-2-2 145 0,-2 0-35 0,-5 3 10 0</inkml:trace>
  <inkml:trace contextRef="#ctx0" brushRef="#br0" timeOffset="-115950.72">30289 17781 39 0,'2'-15'477'0,"-2"3"-257"0,0 3-128 0,-2 0 581 0,-11 8-299 0,-2 1-178 0,-5 1-40 0,2 15 112 0,-2 3-116 0,2 4-49 0,5 2-37 0,1 1 54 0,4 1-42 0,2 0 1 0,4 3-43 0,-1 1 9 0,3-5-8 0,0 1-1 0,11-3-231 0,6-1 116 0,0-4 58 0,5-3-546 0,1-8 164 0</inkml:trace>
  <inkml:trace contextRef="#ctx0" brushRef="#br0" timeOffset="-115769.79">30643 17272 692 0,'-7'-3'0'0,"3"3"0"0,1 0 0 0,-2 17 0 0,-3 7 0 0,-1 9 0 0,-2 6 0 0,-4 7 515 0,2 7-239 0,-3 7-111 0,4-4-13 15,2-3-59-15,-2-4-28 16,3-3 1-16,1-10-38 0,3 2 18 0,3-20-10 0,2-9 1 0,0-6-45 15,0-3 1-15,0 0 44 0,6-1-89 0,3-12 40 16,0-2 24-16,2 2 0 0,-1 0 82 0,3 0-31 16,3 4-48-16,-3 3 83 0,2 4-39 0,1 1 0 15,-1 1-22-15,-2 0-58 0,4 9 35 0,-5 6-8 16,-4 3 39-16,-2 7-52 0,-4 1 19 0,-2 5 22 16,0 2-121-16,-14-1 54 0,-4-3 21 0,-5-2 1 15,-3-3-3-15,-2-5 1 16,-4-1-8-16,5-11 52 0,-6-2-11 0,5-5-17 15,-1 0-4-15,6 0-109 0,-3-7 54 0,10-5 28 0,6-2 1 0,5-2-211 16,5-3 107-16,0 0 59 16,12-1-580-16</inkml:trace>
  <inkml:trace contextRef="#ctx0" brushRef="#br0" timeOffset="-115587.56">31101 17573 2189 0,'-20'-8'0'0,"-3"8"0"0,-7 0 0 0,-3 9 0 0,-5 11 0 0,-5 7 0 0,0 2 0 0,4 7 0 0,-5 2 710 0,17-1-341 0,10 0-167 0,7 0-82 0,10-6 15 15,5-1-50-15,16 1-15 0,7-10-448 0,11-2 208 16,3-5 103-16,3 1 51 0,7-3-421 0,10 0 246 16,-5-9 109-16</inkml:trace>
  <inkml:trace contextRef="#ctx0" brushRef="#br0" timeOffset="-115470.95">31629 17938 2632 0,'-19'-21'0'0,"15"13"0"0,4 6 0 0,3 1 0 0,1-1 0 0,0 0 0 0,-3 2 0 0,-1-3 0 0,0 1 107 0,0 2-36 0,0 0 10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1:12:31.5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10445 1201 1174 0,'-4'-9'0'0,"1"-3"0"0,0 5 0 0,2 0 0 0,1 3 241 0,0-2-102 0,0 3-51 0,0 1 227 0,0-1-143 0,0 3-68 16,4 0-33-16,4 0 244 15,0 7-130-15,3 4-78 0,-2 6-35 0,1 6 256 16,-1 1-145-16,-1 1-74 0,-2 6 118 0,0 1-126 16,-3 1-101-16,2 4 0 0,-4 2 0 0,1-3 0 31,-1 7 0-31,2-6-325 0,-3 1 147 0,0-4 107 0,0 0 54 0,0-6-347 0,0 2 131 0,0-12 115 15,2-5-45-15,-1-7-562 0,0-4 344 0</inkml:trace>
  <inkml:trace contextRef="#ctx0" brushRef="#br0" timeOffset="215.08">10396 1563 1380 0,'-7'-3'0'0,"-3"-1"0"0,4 1 0 0,1 0 0 0,2 0 0 0,3-2 0 0,0-2 306 16,16-2-135-16,8 1 333 0,8-4-233 0,5 0-117 94,8 0-49-94,-4 3 69 0,1 3-69 0,1 2-33 0,-4 1-1 0,-2 3-145 0,2 4 64 0,-13 12 20 0,-6 3-1 0,-6 5 28 0,-6 6 0 0,-7 1 0 15,-1 6-192-15,0-4 91 0,-11 0 51 0,-7-1-176 0,-1-3 72 0,-2 0 61 0,2-7-19 0,-1-5-289 0,1-6 155 0,1-4 87 0,0-6 42 0,1 2-464 0,3-3 259 0,1-4 123 0</inkml:trace>
  <inkml:trace contextRef="#ctx0" brushRef="#br0" timeOffset="643.85">10226 1412 2054 0,'-9'-5'0'0,"-2"3"0"15,5-1 0-15,1 1 0 0,5 1 0 0,0 1 0 0,0 0 0 0,2 0 0 0,7 1 293 0,3 4-119 0,1 4-73 0,2-1-210 0,1 1 73 0,-2 6 36 16,-1-3 1-16,-2 7-237 0,-1-2 132 0,-5 3 70 15,-1 1 36-15,-3 3-101 32,-1 1 68-32,0 4 43 0,-1-5-46 0,-11 0 1 0,0 2-26 0,-1-3 23 0,1-2-91 0,2 3 35 15,0-10 9-15,3 1 592 0,1-3-251 0,5 0-125 16,1-3-21-16,0 4 40 0,0-5-63 0,4 4-26 16,6-3 1-16,2 3-108 0,-2 1 41 0,2 4 9 15,-1-3-32-15,-3 1 32 0,1 1-1 0,-2 0-96 16,-3 4 64-16,-2-6 1 0,-2 3 0 0,0-3 57 78,-2 2 0-78,-8-5-45 0,-4 0 17 0,-1-4 174 0,-4-4-83 0,2-1-38 0,-2-2 0 0,1 0 190 0,1 0-97 0,3 0-55 0,4-2 183 0,2-1-224 0,4-1-53 0,2 1 0 0,2 1 0 0,2 1 0 0,12-1 0 0,9 2 0 16,6 0 0-16,4 0 0 78,8 0 0-78,0 0 0 0,2 0 0 0,5 0 0 0,2 0 0 0,5 2 0 0,6 1 0 0,-10 0 0 0,-2 1-840 0,-1-3 354 0,-3 1 224 0,-2-2-248 0,4 0 227 0</inkml:trace>
  <inkml:trace contextRef="#ctx0" brushRef="#br0" timeOffset="791.09">11082 1327 780 0,'-14'7'0'0,"3"0"0"0,3 3 0 0,3 2 0 0,2-1 0 0,2 5 861 16,1 1-417-16,0-2-204 0,3 2 218 0,8 0-212 0,3-2-104 0,-2 5-738 16,4-6 312-16,-4 0 160 15,2 2 80-15,-3-4-445 0</inkml:trace>
  <inkml:trace contextRef="#ctx0" brushRef="#br0" timeOffset="1017.03">11060 1201 1755 0,'7'-12'0'0,"1"5"0"0,5-2 0 0,6 1 0 0,2 3 0 0,3 0 0 0,6 2 0 0,1-1 274 0,7 4-119 0,3-4 188 0,-2 2-158 0,0 2-74 0,-5 0-38 0,1 0-49 16,-5 6 12-16,0 6 9 0,-11 3-9 0,-3 4-70 15,-6 3 36-15,-6 4-1 0,-4 3 35 0,0 5-216 16,-2-5 103-16,-10 1 57 15,-4-1-339-15,-1 4 184 0,-2-6 23 0,-1 2-343 0,0-6 234 0,-2-5 113 16,3-6 55-16,-3-7-364 0,1-2 210 0</inkml:trace>
  <inkml:trace contextRef="#ctx0" brushRef="#br0" timeOffset="1146.76">11172 1422 1333 0,'-14'-10'0'0,"2"0"0"0,1 0 0 0,6 6 0 0,3 1 0 0,2-1 0 0,0-1 0 0,14 0 488 0,6-3-217 0,3 1-122 16,5 0-57-16,0-1 117 0,2 1-87 0,-1 3-43 15,2-3 10-15,-4 4-257 0,-4 1 102 16,0 0 51-16,-4 2-684 0,-3 0 367 16,-2 2 193-16</inkml:trace>
  <inkml:trace contextRef="#ctx0" brushRef="#br0" timeOffset="1296.98">11167 1511 1590 0,'-13'3'0'0,"3"2"0"0,-1-1 0 0,2-1 0 0,9 0 0 0,0-3 0 0,3 0 0 0,9 0 0 0,8 0 394 0,2 0-169 0,0 0-100 0,3-3-44 0,-2 0-182 0,2-5 68 0,-2 4 35 0,0-1 9 0,-3 1-519 31,-4 0 272-31,1 0 136 0,-3-1-290 0,-2 3 199 0,-1-4 102 0</inkml:trace>
  <inkml:trace contextRef="#ctx0" brushRef="#br0" timeOffset="1584.52">11331 1172 1105 0,'0'5'0'0,"0"0"0"0,0 2 0 0,-3 7 0 0,-2 2 0 0,-1 7 0 0,-6 9 515 16,2 4-243-16,-6 5-119 0,-4 7-58 0,-4 2 122 15,-3 3-91-15,-1 5-36 0,-1-12-31 0,2-3-218 16,0-5 97-16,1-6 50 16,3-7-183-16,2 0 125 0,7-14 48 15,4-9-471-15,3-2 264 0,6-2 20 0,1-11 102 0,0-6-358 0,4 0 219 0,10 0 105 16,1 1 52-1,5 3 27-15,0 4-1 0,3 1 55 16,2 3 8-16,3 2 0 0,-3 3 0 0,6 2 0 0,-3-3 0 0,8 1 0 31,-5 2 0-31,1 0 0 0,0 0 0 0,2 0 0 0,-4 0 0 0,7 0 0 0,-10 2 0 16,-4 1 1577-16,1-3-771 0,-4 3-733 16,-6-1-1-16,2 0-27 0,-10-2-9 0,-5 4-718 0,-1-3 359 0,-3 1 128 15</inkml:trace>
  <inkml:trace contextRef="#ctx0" brushRef="#br0" timeOffset="1726.12">11135 1731 1683 0,'-11'13'0'0,"3"3"0"0,2 6 0 0,3-2 0 0,3 1 0 0,0 1 0 0,0 0 260 0,0-1-112 16,0 1-46-16,4-2-83 0,7-8 17 0,-2 5 0 31,4-5 0-31,-2-1-582 0,5 0 300 0</inkml:trace>
  <inkml:trace contextRef="#ctx0" brushRef="#br0" timeOffset="1843.57">11397 1729 2660 0,'0'0'0'0,"0"2"0"0,0 3 0 0,0 3 0 0,0 8 0 0,0 4 0 0,4 10 0 0,1 10 0 0,-1 11 897 0,-2 3-523 0,1 5-374 0,-1 2 0 0,1 1 0 0,0-5 0 0,4 1 0 0,-3-16-372 0,1-2 147 0</inkml:trace>
  <inkml:trace contextRef="#ctx0" brushRef="#br0" timeOffset="2382.11">12480 1602 1588 0,'-25'-18'0'0,"6"-2"0"0,3 8 0 0,3-3 0 0,5 1 0 0,6 2 0 0,2 0 521 0,2 1-242 0,11 3-122 0,7-1-51 0,3 5-40 0,6 4 0 0,-1 0-30 0,3 0 178 0,-1 11-90 0,3 5-34 0,-8 1-10 0,-4 2-28 0,-3 4-16 0,-4 2 0 0,-7 3 32 0,-2 3 9 0,-5 1-41 0,-6 1 0 0,-13-1 3 0,-4 0-3 0,-6-1 0 0,-3 4 9 0,-5-12-61 0,-1-1 25 0,-2-3 1 0,0-6-100 0,0-5 55 0,0-1 37 0,8-7-150 15,5 0 82-15,5-7 29 16,8-7 25-16,5-1-483 0,7-4 226 0,2-2 101 0,17 0 66 0,9-2-504 15,7-1 286-15,5-1 141 0,9-5 63 0</inkml:trace>
  <inkml:trace contextRef="#ctx0" brushRef="#br0" timeOffset="2568.69">12803 1505 1660 0,'10'-7'0'0,"-2"0"0"0,-5 5 0 0,0 2 0 0,-3 0 0 0,0 6 0 0,-8 11 0 0,-6 6 0 0,0 2 878 0,-4 3-420 0,0 5-212 0,4 0 401 0,0 3-605 15,5-4-42-15,5 2 0 0,2-3 0 0,2-2 0 0,4-4 0 0,13 1 0 0,7-7 0 16,6-7 0 47,4-4 0-63,4-7-211 0,3-1-135 0,1 0 200 0,-5-9 86 0,-4-9-1004 0,-2-7 514 0</inkml:trace>
  <inkml:trace contextRef="#ctx0" brushRef="#br0" timeOffset="2805.97">12998 1152 1584 0,'-4'-15'0'0,"4"7"0"0,0 1 0 0,0 2 0 0,9 0 0 0,3 4 0 0,4-1 396 0,0 2-181 0,1 0-89 0,0 0-45 0,0 8-77 0,-1 2-1 0,-2 5 42 0,-4-1-9 0,-5 7-243 0,-3-1 122 0,-2 2 60 16,-3 1-97-16,-13 1 80 15,-1-4 31-15,-5 1 0 0,-1-3 238 0,1-2-100 0,-5 1-50 0,1-1 350 16,4-5-206-16,5-3-95 15,0-1-36-15,6-2 123 0,3-3-88 0,5 1-36 0,3-3-9 0,11 0 62 16,12 0-142-16,4-3 0 31,10-5 0-31,2-1 0 0,2 0 0 0,2 1-395 0,1-1 109 0,2 1 161 0,3 1 89 0,-7 2-958 16,-3 2 479-16,-5 1 239 0</inkml:trace>
  <inkml:trace contextRef="#ctx0" brushRef="#br0" timeOffset="2974.8">13245 1567 1809 0,'-12'3'0'0,"3"0"0"0,2 1 0 0,4-1 0 0,3-2 0 0,7 2 0 0,14-3 489 15,8 0-227-15,5 0-113 0,9-3 481 0,-5-1-301 47,5-3-147-47,-2-1-431 0,0-1 142 0,0 2 72 0,5-2 44 0,-9 2-8 0,-5 3 35 0,-2 1 0 0,-7-1 0 0,-6 3-1563 0,-4-2 737 0,-12 3 381 16</inkml:trace>
  <inkml:trace contextRef="#ctx0" brushRef="#br0" timeOffset="3159">13540 1293 971 0,'-6'-1'0'0,"2"-2"0"0,-1 0 0 0,2 3 0 0,3 0 0 0,0 10 829 0,0 7-396 0,0 9-190 16,0 4 296-16,6 8-251 0,-1 8-127 0,0 7 306 15,-1 5-467-15,-2 5 0 0,-1-9 0 0,-1 1 0 16,0-7 0-16,0-6 0 62,0-6 0-62,0 0-103 0,0-17-200 0,2-6 169 0,3-6 85 0,2-7-1090 0</inkml:trace>
  <inkml:trace contextRef="#ctx0" brushRef="#br0" timeOffset="3372.5">13732 1393 2802 0,'11'-5'0'0,"-1"2"0"0,2 3 0 0,2 0 0 0,0 0 0 0,2 0 0 0,3 8 0 0,-2 4 313 0,4 2-130 0,-3 1-77 0,1 2 113 110,-3-1-92-110,0 4-45 15,1-5-23-15,-1 6-627 0,-3-6 298 16,-3-1 153-16,-1-3 76 0,-2-3 39 0</inkml:trace>
  <inkml:trace contextRef="#ctx0" brushRef="#br0" timeOffset="3517.87">14088 1277 3313 0,'0'8'0'0,"0"0"0"0,0 4 0 0,0 5 0 0,-2 7 0 0,0 12 0 0,-1 12 618 0,0 9-618 0,-3 6 0 0,-3 9 0 0,-1 4 0 0,-4 1 0 0,2 0 0 0,-1-14 0 0,1-5 0 0,1-5 0 16,1-6 0-16,3-4 0 94,-1 3 0-94,3-17 0 0,-4-8-763 0,1-10 222 0,5-11 286 0,-5 0-951 0</inkml:trace>
  <inkml:trace contextRef="#ctx0" brushRef="#br0" timeOffset="3695">14175 1047 2410 0,'23'-12'0'0,"2"4"0"0,3 4 0 0,2 3 0 0,5 1 0 0,-11 0 0 0,0 9 0 16,-5 4 0-16,-3 2 0 0,0 2 448 0,-5 5-197 0,-10-1-116 0,-1 2-234 0,0 1 66 0,-16-1 34 0,-5 1-161 0,-5 1 107 0,-6-8 40 0,1-3 25 0,-2-4 185 0,1 0-81 0,-1-1-31 0,10-6-9 0,5-1 97 47,4 0-84-47,6-2-30 0,5 0-71 0,3 0 261 0,2 0-249 0,18 0 0 0,8 0 0 0,9-2 0 0,4 0 0 0,6-1-303 0,1 3-30 0,2 0 185 16,0 3 91-16</inkml:trace>
  <inkml:trace contextRef="#ctx0" brushRef="#br0" timeOffset="4141.2">14720 1515 1836 0,'-6'-6'0'0,"3"2"0"0,3 0 0 0,0 1 0 0,4 0 0 0,15 2 0 0,8 1 605 0,4-3-285 0,3-1-142 0,8-2-62 0,-3 2 63 0,3 0-71 0,2-2-37 0,-3 6-179 0,-2-3 72 32,0 3 44-32,-12 0-822 0,-8 3 425 0</inkml:trace>
  <inkml:trace contextRef="#ctx0" brushRef="#br0" timeOffset="4290.16">14774 1752 1776 0,'-20'4'0'0,"5"0"0"0,1 3 0 0,11 1 0 0,3-3 0 0,1-1 0 0,19-1 720 0,10-3-342 0,6 0-162 0,3 0-94 0,4-3 238 16,4-5-162-16,-3-2-81 0,1-1-730 0,6-1 333 0,-8-2 154 0,2 2-429 15,-2-3 295-15</inkml:trace>
  <inkml:trace contextRef="#ctx0" brushRef="#br0" timeOffset="4540.99">15275 1434 1433 0,'-2'-7'0'0,"2"-1"0"0,0 3 0 0,0-4 0 0,14 6 0 0,5 0 0 0,8 1 0 0,5 2 699 0,4 0-331 0,6 8-158 0,-3 6 151 0,-1 3-162 0,-4 7-82 0,-3 1-41 0,-6 1-77 0,-3 6 46 47,-16-1-10-47,-6 5-108 0,-2-1 54 0,-19 4 27 0,-7-4 1 0,-7 2 12 0,-7-11-8 0,-3-2 23 0,-2-7-1 0,-4-5-115 0,4 0 58 0,-3-4-14 16,17-8-31-16,9 0-492 62,8-10 239-62,10-12 142 0,6-5-522 0,10-6 336 0</inkml:trace>
  <inkml:trace contextRef="#ctx0" brushRef="#br0" timeOffset="4656.66">15711 1388 2645 0,'6'0'0'0,"-1"0"0"16,-2 0 0-16,-1 0 0 0,-2 14 0 0,0 3 0 0,-13 8 0 0,-2 2 541 0,-1 7-253 0,-3 4-117 0,5-1 115 0,2 1-286 0,7-3 0 0,5-1 0 0,0-2 0 0,10 0 0 0,11-10 0 0,7-6 0 0,7-3 0 0,4-6 0 0,4-6 0 16,4-1-749-16,-6 0 285 0,-3-2 221 0,-6-12-871 15</inkml:trace>
  <inkml:trace contextRef="#ctx0" brushRef="#br0" timeOffset="4810.62">15907 1584 1883 0,'-10'-6'0'0,"0"2"0"0,4 1 0 0,3 1 0 0,3 0 0 0,0-1 0 0,9 2 685 0,13 0-324 0,6-1-163 16,2 1-82-16,6-2 13 16,-4 2-51-16,3-1 0 0,3 1-329 0,-7-1 144 31,4 2 71-15,2-2 45-16,-6 2-776 0,-7 0 396 0,-1 0 197 0</inkml:trace>
  <inkml:trace contextRef="#ctx0" brushRef="#br0" timeOffset="4962.5">16108 1364 1467 0,'-9'-3'0'0,"3"1"0"0,2 2 0 0,0 0 0 0,2 4 0 0,2 11 0 0,0 7 812 0,4 8-387 0,4 4-195 0,-1 7-98 0,4 4 406 16,-1 1-255-16,-3 2-239 0,2-2-44 0,-2-2-75 16,-1-2-51-16,0 1 89 15,-1-14-354-15,-1-4 212 0,0-5 108 0,-3-7-919 0</inkml:trace>
  <inkml:trace contextRef="#ctx0" brushRef="#br0" timeOffset="5105.22">16313 1416 1599 0,'4'1'0'0,"1"1"0"0,3 6 0 0,1 1 0 0,5 3 0 0,0 3 783 0,3 3-375 0,1 2-186 15,3 2-82-15,2-2-52 16,2 4-18-16,-2-7-9 0,0 0-791 0,-2-6 378 0,1-5 190 0,-3-3-475 0</inkml:trace>
  <inkml:trace contextRef="#ctx0" brushRef="#br0" timeOffset="5290.98">16662 1271 1877 0,'0'-7'0'0,"0"2"0"0,0 3 0 0,0 2 0 0,0 0 0 0,-4 9 0 0,1 14 0 0,-3 11 965 0,-2 12-466 0,-1 12-232 0,-2 10 56 0,-6 14-323 15,-5 14 0-15,0-6 0 0,0 2 0 0,-1-6 0 16,5-8 0-16,3-5 0 0,3 2 0 0,4-22 0 16,2-5 0-16,0-4-509 0,1-10 86 0,3-14 229 15</inkml:trace>
  <inkml:trace contextRef="#ctx0" brushRef="#br0" timeOffset="5473.58">16753 1605 2572 0,'15'-9'0'0,"3"-1"0"0,4 5 0 0,4 2 0 0,5-1 0 0,5 3 0 0,4-1 0 0,7-2 0 0,-3 1 205 0,-2 1-85 0,2-1-43 0,-4-1-181 0,0 2 69 0,1-1 43 0,-14 0-8 0,-4 2 35 0,-9-3 0 0,-8 0-1 16</inkml:trace>
  <inkml:trace contextRef="#ctx0" brushRef="#br0" timeOffset="5650.62">17077 1331 908 0,'0'2'0'0,"0"-1"0"0,1 4 0 0,1 2 0 0,0 3 0 0,-1 5 695 0,2 7-330 0,1 7-165 0,0 9 611 0,-2 4-393 0,0 4-191 0,-2 7-96 0,0-3-131 16,0-3 1-16,-4 3 42 0,0-14-8 0,0-3-263 47,-2-5 131-47,0-6 66 0,2-3-732 0,-1-4 408 0,3-10 191 0</inkml:trace>
  <inkml:trace contextRef="#ctx0" brushRef="#br0" timeOffset="5788.72">17415 1231 1687 0,'10'-4'0'0,"-2"3"0"0,1 1 0 0,-1 0 0 0,-1 5 0 0,1 13 1250 0,0 8-599 0,-5 12-313 0,-2 10-333 0,-1 10-5 15,0 17 0-15,0 2 0 16,-6 12 0-16,0-11 0 0,2-6 0 0,0-2 0 16,3-8 0-16,-1-2 0 15,2-2 0-15,-1-13-804 0</inkml:trace>
  <inkml:trace contextRef="#ctx0" brushRef="#br0" timeOffset="11372.31">19773 1361 1319 0,'-14'-9'0'0,"0"5"0"0,4 0 0 0,1 4 0 0,-3-3 0 0,2 3 0 0,1 3 364 0,-5 9-164 0,1 8-81 0,1 3 140 0,-5 8-101 0,4 6-65 0,1 2 53 0,2 3-54 0,0 5-27 16,5 2 0-16,4 4 113 0,1-11-74 0,1-1-34 16,13-5 0-16,5-5-8 15,4-5-1-15,4 2-14 0,1-12-9 0,2-1-369 0,0-5 185 0,3 0 91 16,-2-3-671-16,5-1 329 15,-8-5 192-15,0-1-582 0</inkml:trace>
  <inkml:trace contextRef="#ctx0" brushRef="#br0" timeOffset="11608.61">19918 1571 1008 0,'-7'0'0'0,"4"0"0"0,0 0 0 0,3 0 0 0,0 0 0 0,0 0 595 0,8 0-269 0,9 0-149 0,2 0-70 0,4 0 455 0,3 6-262 0,1 1-131 0,1 3-16 0,-4 1-63 0,-1 3-26 0,-1 4-165 16,-5 1 69-16,-5 5 35 0,-2 4 9 0,-10 0-13 62,0 2 1-62,-14 0 37 0,-10-3 0 0,-6 2-35 0,-4-4 10 0,0-6 25 0,-3-6 0 0,3-4-185 0,1-3 80 0,3-3 0 0,-1-3-249 0,14 0 151 0,0-4 73 0,12-10-452 0,3-1 253 0,2-2 128 31,7-2 54-31,16-4-548 0</inkml:trace>
  <inkml:trace contextRef="#ctx0" brushRef="#br0" timeOffset="11787.81">20239 1512 3634 0,'0'-7'0'0,"0"-3"0"0,0 6 0 0,0 1 0 0,-8 2 0 0,0-1 0 0,-3 2 0 0,-4 3 0 0,2 11 0 0,-4 7 0 0,5 2 0 0,-1 1 0 0,2 4 0 0,5 1 263 0,4 0-229 0,2 0-34 0,0 0 0 0,13 0 0 0,6-2 0 0,5 3 0 0,4-7 0 0,2-3-342 0,3-1 32 0,-2-5 175 16,2-1 85-16,3-1-844 0,-7-7 414 0,1-5 222 15</inkml:trace>
  <inkml:trace contextRef="#ctx0" brushRef="#br0" timeOffset="11948.71">20518 1660 1724 0,'-3'0'0'0,"2"0"0"0,0 0 0 0,1 0 0 0,0 0 0 0,0 0 0 0,2 0 788 0,10 0-376 0,5 3-187 16,2 0-94-16,6 0 66 0,1-2-85 0,4-1-37 0,3 3 0 0,3-3-265 16,0 0 113-16,5 0 67 0,-6 0-847 0</inkml:trace>
  <inkml:trace contextRef="#ctx0" brushRef="#br0" timeOffset="12121.98">21120 1601 1020 0,'4'1'0'0,"0"3"0"0,6 0 0 0,1-1 0 0,8 2 0 0,5-4 720 0,6-1-342 0,6 0-171 15,4 0-86-15,3 0 220 0,9-4-143 0,-6-1-87 16,-1-3-172-16,-5 4 48 15,-4 0 25-15,-6 1-1 0,1 1-660 0,-14 2 337 0</inkml:trace>
  <inkml:trace contextRef="#ctx0" brushRef="#br0" timeOffset="12422.86">21303 1767 1111 0,'0'2'0'0,"0"2"0"0,0 0 0 0,0-1 0 0,0 3 0 0,6-1 397 16,6-2-181-16,6 2-91 31,2 0-44-31,2 1 412 0,1 1-234 0,0-1-111 0,1 1-147 0,-4 1 0 0,-1 2 34 0,-3 1 10 0,-6 3-119 16,-7 1 54-16,-3 0 28 0,0 5-147 31,-15-4 87-31,-4 4 52 0,-6-6-8 0,-3-2-34 0,-1 1 38 0,-1-5-52 0,4 0 33 0,-2-1 155 16,9-4-68 30,2-1-42-46,7-2 301 0,0 0-143 0,10 0-80 0,0 0 75 16,4 0-74-16,10 0-32 0,7 0-1 0,6 0-9 0,3 0 1 0,4-2-16 0,-3 0-12 0,1-1-182 0,2 0 92 0,-3 0 46 16,-2-1 24-16,4 1-509 15,-9-1 255-15,-5 2 84 0,-2-2-584 16,-6 1 353-16,-2 0 176 0,-3-2-413 0,-4-2 299 0</inkml:trace>
  <inkml:trace contextRef="#ctx0" brushRef="#br0" timeOffset="12639.15">21487 1218 1826 0,'-2'1'0'0,"1"3"0"0,-1 3 0 0,2 2 0 0,0 4 0 0,-2 6 0 0,2 3 0 0,0 1 466 0,0 5-215 0,0 1-108 0,0 0-231 0,0-1 61 0,0 2 40 0,5-2-806 0,0-7 393 0,3-1 197 0</inkml:trace>
  <inkml:trace contextRef="#ctx0" brushRef="#br0" timeOffset="12807.39">21770 1392 1488 0,'17'13'0'0,"1"-1"0"0,8 10 0 0,-4-1 0 0,2 8 0 0,2 3 373 0,-3 2-169 0,1 2-85 0,-2 9-32 0,-8-4 560 0,-2 1-306 0,-8-1-153 0,-2-2 95 0,-2-3-124 0,0 6-117 0,-14-12-42 0,-4-3 0 0,-4-6 0 0,-5-3 0 0,-2-6-554 0,-7 1 170 0,6-11 205 0,-3-2 108 0,1-2-688 0,7-13 331 0,0-6 196 0,-3-9 90 0</inkml:trace>
  <inkml:trace contextRef="#ctx0" brushRef="#br0" timeOffset="13014.09">21978 1189 1935 0,'24'-12'0'0,"-5"3"0"0,5 6 0 0,0 1 0 0,-2 2 0 0,-1 0 0 0,2 2 0 0,-8 8 0 0,-4 1 0 0,-1 4 83 0,-3 2-24 0,-5 0 0 0,-2 5 325 16,0-2-179-16,-11 1-85 0,-4-3-42 0,-6 0-140 0,0-1 49 0,-2 0 33 15,3-7-9-15,1-3-40 16,4-4 33-16,4-1-1 0,1-2 41 0,2 0-20 16,6 0 7-16,2 0 7 0,0-2 0 0,7-5-54 31,11 0 25-31,1 1 67 0,6-3-31 0,3 5 1 0,3-3-1 0,1 3-298 15,3 1 134-15,4 1 70 0,-8 2 31 0,-2 0-770 32,-2 0 376-32</inkml:trace>
  <inkml:trace contextRef="#ctx0" brushRef="#br0" timeOffset="13158.66">22252 1594 1737 0,'-5'7'0'0,"-1"-3"0"0,5 1 0 0,1 0 0 0,0 2 0 0,0 1 0 16,6-4 0-16,8 1 199 0,11 0-81 0,3 0-33 0,3-3 406 0,5 0-227 0,1-1-115 15,5-1-57-15,0 0-113 0,4 0 37 0,-9 0-9 16,-1 0 29-16,-7 0-546 0,-2 0 273 0,-7-1 136 16,-3-1-615-16,-12 0 287 15,-5-2 210-15</inkml:trace>
  <inkml:trace contextRef="#ctx0" brushRef="#br0" timeOffset="13291.8">22525 1356 1388 0,'0'7'0'0,"-4"1"0"0,3 3 0 0,1 6 0 0,0 6 0 0,0 8 0 0,0 10 670 0,0 3-317 0,0 13-160 0,0 4-78 0,0 2 304 31,1 7-183-31,1-12-105 0,0-2-47 0,1-4-649 0,1 0 300 0</inkml:trace>
  <inkml:trace contextRef="#ctx0" brushRef="#br0" timeOffset="13832.82">23206 1463 1310 0,'-13'-17'0'0,"-1"-2"0"0,0 8 0 0,0 2 0 0,0 7 0 0,-1-1 309 0,2 3-140 0,-1 17-66 0,0 10 131 0,-1 12-99 0,0 6-40 0,6 2-34 32,4 3 149-32,4 1-87 0,1-1-43 0,1-2-71 0,13 2 37 0,13-17-9 0,4-3-1 0,9-9-366 15,2-7 184-15,3-8 91 0,9-6 55 0,-11 0-785 125,-3-9 353-125</inkml:trace>
  <inkml:trace contextRef="#ctx0" brushRef="#br0" timeOffset="13890.55">23382 1519 1121 0,'-9'-1'0'0,"3"-2"0"0,2 3 0 0,4 0 0 0,0 4 0 0,0 3 0 0,6 5 567 0,8 3-264 0,5 1-134 0,2-1 196 0,2 3-156 0,0 1-90 0,5-3-41 0,-2 1-440 16,-1-2 199-16,1-3 100 0,1 4 59 0,-6-6-838 0</inkml:trace>
  <inkml:trace contextRef="#ctx0" brushRef="#br0" timeOffset="14043.42">23770 1368 1357 0,'0'0'0'0,"-2"0"0"0,0 0 0 0,1 1 0 0,-1 15 0 0,1 7 314 0,-5 15-138 0,1 11-70 0,-3 18 675 0,-1 3-376 0,-5 10-185 16,0 2-92-16,-3-1 192 0,2-4-196 0,-1 2-124 0,8-21 0 0,0-8-118 31,4-4-43-31,1-6 98 0,3-6-765 0,0-2 441 0,0-14 208 0,0-8 107 16</inkml:trace>
  <inkml:trace contextRef="#ctx0" brushRef="#br0" timeOffset="14238.34">23989 1639 1962 0,'20'3'0'0,"-6"-3"0"0,4 2 0 0,2 1 0 0,1-1 0 0,3 0 0 0,4 1 0 0,-6-1 0 0,3-2 686 16,-2 0-325-16,2 3-163 62,-1-2-527-62,8 0 192 0,-7 1 81 0,2-2 47 0</inkml:trace>
  <inkml:trace contextRef="#ctx0" brushRef="#br0" timeOffset="14361.63">24571 1574 1403 0,'17'0'0'0,"3"0"0"0,3-1 0 0,7-1 0 0,6 0 0 0,-1-4 0 0,1 3 0 0,2-2 608 0,1 0-286 0,1 2-144 15,1-1-464-15,-6 3 156 31,-5 1 82-31,-5 0 43 0</inkml:trace>
  <inkml:trace contextRef="#ctx0" brushRef="#br0" timeOffset="14685.64">24628 1770 1265 0,'0'0'0'0,"0"0"0"0,0 0 0 0,2 0 0 0,10 0 0 0,3 0 0 0,7 0 0 0,3 0 353 0,4 6-149 0,1-2-89 0,-1 3-40 0,0 3-14 0,-7 1-1 0,-2 2-24 0,-3 1-146 0,-14 3 68 0,-3 2 39 0,-4 3 3 0,-18 0 0 0,-7 0 36 31,-1 0 8-31,-5-3 61 0,3-4-35 0,1-3 1 0,1-1-36 0,-1 0 171 0,14-6-90 0,4-1-41 0,3-3 1 0,10-1 34 16,0 0-37-16,9 0 9 0,13 0-49 0,6 0 3 0,7-1-1 0,5-1 1 0,2-2 0 0,4-2 8 109,-5 1-8-109,-2 2-475 0,1-3 222 0,-6 2 121 0,-2 0 29 16,-1 2-471-16,-15 0 235 0,-4-1 133 0,-7 1 68 0,-4-3-182 0,-1-1 124 0</inkml:trace>
  <inkml:trace contextRef="#ctx0" brushRef="#br0" timeOffset="14771.52">24865 1252 1717 0,'-2'0'0'0,"1"0"0"0,-1 0 0 0,2 0 0 0,0 5 0 0,0 5 0 0,0 4 392 0,0 6-178 0,0 1-89 0,0 5-45 0,2 4-32 0,-1 0-13 0,3 2 1 16,2-1 0-16,1-1-792 0</inkml:trace>
  <inkml:trace contextRef="#ctx0" brushRef="#br0" timeOffset="14981.33">25322 1392 2903 0,'23'13'0'0,"3"8"0"0,2 4 0 0,5 11 0 0,-7-4 0 0,-3 5 0 0,0 5 0 0,-6 2 0 0,-2 1 0 0,-4 6 0 0,-9-9 580 31,-2 1-272-31,-6-2-168 0,-12-2-140 0,-6 0 0 0,-4 4 0 0,-5-15 0 0,-2-5-205 0,-3-5 8 16,-1-5 116-16,2-8 58 0,-2-5-311 15,12 0 181-15,0-12 94 0,3-9-828 0,5-8 426 16</inkml:trace>
  <inkml:trace contextRef="#ctx0" brushRef="#br0" timeOffset="15312.14">25565 1221 1611 0,'20'0'0'0,"3"-3"0"0,-2 3 0 0,0 0 0 0,1 0 0 0,3 0 0 0,-5 5 455 0,5 3-201 0,-8 0-114 15,-3 2 76-15,-3 1-90 16,-3 3-45-16,-2 1-14 0,-6-3-209 0,0 5 89 0,-14-2 44 0,-4 1-97 31,-4-2 70-31,-3 1 45 0,-1-8-9 0,4 1-81 0,1-2 58 0,1-3 18 0,5 0 0 0,1-1 62 16,6-2-26-16,4 0-75 15,4 0 283-15,0 0-122 0,7 0-57 0,12 0-10 32,5 0 155-32,6 0-86 0,2-2-41 0,6 2-291 0,1 0 124 0,7 0 71 0,-7 0 22 0,1 0-295 15,2 0 149-15,-8 0 84 110,0 0 2-110</inkml:trace>
  <inkml:trace contextRef="#ctx0" brushRef="#br0" timeOffset="15436.95">26020 1612 1073 0,'4'6'0'0,"1"-2"0"0,1 4 0 0,5-2 0 0,1 0 25 0,5-1-1 0,7 1-24 0,2-5 0 0,3-1 858 0,5 0-411 0,0 0-206 0,0-1-104 0,2-5-275 0,-6 1 82 0,-4-1 45 0,-4 0-763 0,-10 2 390 0</inkml:trace>
  <inkml:trace contextRef="#ctx0" brushRef="#br0" timeOffset="15613.72">26063 1817 2011 0,'-5'6'0'0,"2"-1"0"0,0 2 0 0,3-1 0 0,0 1 0 0,0 0 0 0,8 0 0 0,5-2 0 0,6 3 384 0,1-3-179 16,2-1-85-16,4 1 12 0,-2 0-49 0,-1-1-24 109,5 1 8-109,-7-5-304 0,-1 3 135 0,-2 0 69 0</inkml:trace>
  <inkml:trace contextRef="#ctx0" brushRef="#br0" timeOffset="16305.45">26686 1636 1767 0,'-15'-2'0'0,"2"-2"0"0,5 0 0 0,2 3 0 0,3-2 0 0,3 2 0 0,0 1 268 0,9 0-116 0,15 0 413 0,7 0-265 0,5 0-131 47,5 0-57-47,1-2 55 0,4 1-65 0,0-4-32 0,0 4-1 0,6-3-23 0,-7 2-9 0,-2 1 0 0,-4-2 0 0,-4 3-689 0,-8 0 345 0,3 0 180 15,-14 0-952-15</inkml:trace>
  <inkml:trace contextRef="#ctx0" brushRef="#br0" timeOffset="16560.82">26828 1769 1257 0,'-14'0'0'0,"2"0"0"0,7 0 0 0,-1-2 0 0,6 1 0 0,0 1 290 16,4 0-126-16,14 0-64 0,5 0-32 0,4 0 206 15,4 0-124-15,-2 7-57 16,2 0-28-16,-3 2-79 0,-1 2 25 0,-2 0 10 0,-7 4-294 0,-2-3 154 16,-8 5 78-16,-7 1-101 15,-1 2 90-15,-4 1 53 0,-17-1-26 0</inkml:trace>
  <inkml:trace contextRef="#ctx0" brushRef="#br0" timeOffset="16621.5">27025 1952 1997 0,'-33'14'70'0,"-5"2"-31"0,0-5-79 0,-1-2 450 0,5-2-207 0,4-3-95 15,2-3-28-15,9-1 329 0,5 0-186 0,1 0-85 0,12 0 61 0,1 0-104 0,4 0-95 0,17-1 0 0,8-2 0 0,7 0 0 0,2 2 0 0,2 0 0 0,4 1 0 0,-2 0 0 0,4 0 0 0,-7 0-178 0,1 0-4 0,-7 4 85 0,-1 0 63 0,-4 0-718 0,0 1 349 0,-11-1 188 0,-7-3-214 0,-1-1 196 0</inkml:trace>
  <inkml:trace contextRef="#ctx0" brushRef="#br0" timeOffset="16995.23">26814 998 1687 0,'-3'-22'0'0,"3"6"0"0,0 5 0 0,5-1 0 0,12 1 0 0,3 0 0 0,4 1 181 0,1 6-77 0,4 1-33 0,-2 3 49 0,4 0-41 0,-6 3-1 15,4 8-32-15,-11 5-231 0,-7 4 112 0,-2 1 54 0,-8 4-212 0,-1 1 125 16,-5 3 65-16,-11-2 27 0,-5-5 34 0,-2 0-16 16,0-4 1-16,-1 4 83 15,4-9-46-15,0-1-84 0,4-3 23 0,1-2 392 31,5-2-183-31,-2 0-61 0,12-3-6 0,0-1 87 0,2-1-87 0,16 0-43 0,10 0 107 0,4 0-66 16,3 2-46-16,2 1-82 94,2 4 44-94,-5 1 0 0,-2 3 0 0,-1 4-54 0,-11 0 22 0,-6 2 0 0,-10 1 32 0,-3 2 0 0,-1-2 0 0,-14 3 10 0,-11-5-10 0,-3-4 114 0,-7-1-69 0,-2-3-82 0,-3-5 0 0,-1 1 0 0,5-4 0 0,3 0 0 0,1-1 0 0,7-9-73 0,1-2 49 0,3-3-530 0,12 1 264 0,6-1 139 15,3 0 43-15,3 1-325 0,18 2 198 0</inkml:trace>
  <inkml:trace contextRef="#ctx0" brushRef="#br0" timeOffset="20732.87">2549 8772 1319 0,'-10'1'0'0,"-3"0"0"0,4 3 0 0,-3-2 0 0,6 3 0 0,1-5 0 0,1 3 0 0,2-1 144 0,2-1-53 16,0 2-18-16,0-3 167 0,0 0-102 0,9 0-50 16,3 0-26-16,2 0 179 0,3 0-93 15,0-3-60-15,1-3-25 0,0 3 96 16,2 0-60-16,0-3-31 0,1 3 127 0,1-2-83 47,-1 1-38-47,2 4 25 0,2-4-32 0,-1 3 1 0,8-1-21 0,-3 1 73 0,5-2-41 0,0 3-30 0,0-1-49 0,10-1 0 0,-8 2 0 0,-1-1 0 15,3-1 0-15,1-2 0 0,-1 2 0 0,9-4 0 16,-11 0 0-16,2 4 0 0,1-2 0 0,1 0 0 16,-1-1 0-16,6 1 0 0,-9 2 0 0,4 0 0 31,-1-2 0-31,2 3 0 0,4-1 0 0,6-1 0 0,-8 0 0 0,1 3 0 15,0-4 0-15,3 3 0 0,-2-3 0 0,8 2 0 16,-11 1 0-16,1-2 0 16,-1 1 0-16,4 1 0 15,0 0 0-15,7 1 0 0,-9 0 0 0,2 0 0 0,-3 0 0 0,2 0 0 0,-1 0 0 16,8 0 0-16,-11 0 0 0,2 0 0 16,0 0 0-16,-1 0 0 0,3 0 0 0,8 0 0 15,-11 1 0-15,0-1 0 63,1 1 0-63,-2-1 0 0,3 0 0 15,5 0 0-15,-9 0 0 0,0 0 0 0,1 0 0 0,4 0 0 0,1 0 0 0,7-1 0 0,-11 0 0 0,0-3 0 0,2 2 0 0,1-2 0 0,-2 4 0 0,6-4 0 0,-10 2 0 0,1 1 0 0,1-3 0 0,-2 3 0 0,0-3 0 16,6 3 0 0,-7-3 0-16,-2 1 0 0,0 2 0 0,0-3 0 0,5-1 0 0,-13 2 0 15,4-1 0-15,-2-1 0 16,-1 0 0-16,0 2 0 15,1-1 0-15,-7 0 0 0,0 3 0 0,-1-3 0 0,-2 2 0 0,-4 1 0 0,4 1 0 0,-11 0 0 16,-2 0 0-16,1 0 0 63,-5 0 0-63,-1 0 0 15,-1 1 0-15,-1-1 0 0,0 2 0 0,0 0 0 0,0 0 0 0,-3-1 0 0,-4 1 0 0,-1-2 0 0,-1 2-95 0,0-2-175 0,0 0 122 0,0 0 54 16,1 0 20-1,1 0 9-15,0 0 28 0</inkml:trace>
  <inkml:trace contextRef="#ctx0" brushRef="#br0" timeOffset="20980.02">6236 8178 1726 0,'0'1'0'0,"0"1"0"0,0 2 0 0,0-1 0 0,6 4 0 0,6 1 0 0,5 2 0 0,4 5 554 0,6 0-259 0,6 5-121 16,3 0-74-16,3 1 89 0,0 0-76 0,0 1-39 16,1 0 0-16,-2-1 6 0,-7-4-44 0,-4 1-1 0,-4 0-11 0,-7-2 11 15,-4 2 0-15,-6 5 71 0,-6-2-40 0,0 5 0 16,-22 1-30-16,-7 5 77 0,-5 2-113 0,-11 5 0 16,3-5 0-16,-6 0 0 15,-3-1 0-15,-3 1 0 0,-4-4 0 0,-5 5-134 16,6-11-156-16,-1-2 144 0,1-7-584 0</inkml:trace>
  <inkml:trace contextRef="#ctx0" brushRef="#br0" timeOffset="22210.49">3624 6213 849 0,'-3'0'0'0,"2"0"0"0,-1 0 0 0,1 0 0 0,-1 0 0 0,2 0 83 0,0 0-1 0,-1 0-36 0,1 0-9 0,0 0 265 0,0 3-132 0,0 1-67 0,1 3 93 0,4 1-70 0,1 3-49 0,0 2 60 0,0 2-49 0,3 4-26 0,-2 3 0 0,3 5 77 0,-3 1-56 0,4 6 0 0,-3 2-46 0,1 0 95 0,0 5-47 0,0 6-15 0,-1-2-9 0,-1 1 19 0,-2 2 1 0,0 0-44 0,-1 1 94 0,0 8-38 15,-2-10-32-15,0-1 57 16,-1-2-41-16,1 2 1 0,0 0-41 0,0 4-9 0,-1-8-28 0,1-2 0 16,-1 3 0-16,0 0 0 15,1 7 0-15,-1-6 0 0,1 0 0 0,1 0 0 16,-1 3 0-16,3 2 0 0,-3 7 0 0,-1-12 0 15,0 3 0-15,-1 2 0 0,0-3 0 0,0 7 0 16,0 4 0-16,0-12 0 0,0 2 0 0,0 0 0 16,0-3 0-16,0-3 0 0,0 5 0 15,0-11 0-15,0-3 0 0,1 0 0 0,-1 1 0 0,2 1 0 16,-2 6 0-16,0-7 0 0,0 1 0 0,0 3 0 16,0-1 0-16,0 3 0 0,0 3 0 0,0-8 0 15,0 0 0-15,-2-1 0 16,2 3 0-16,0-5 0 0,0 7 0 0,0-11 0 15,0 0 0-15,0 0 0 16,0 1 0-16,0-1 0 0,0 5 0 0,0-3 0 0,0-2 0 0,0 3 0 16,0 2 0-16,0 1 0 0,-1 4 0 0,0-5 0 15,0 0 0-15,-1 0 0 16,-1 1 0-16,1 1 0 0,2 6 0 0,-2-7 0 16,2 2 0-16,-1 2 0 0,1-1 0 0,0 3 0 15,0 9 0-15,0-7 0 0,0 1 0 0,0-2 0 16,0-1 0-16,0-2 0 0,1 8 0 0,1-10 0 15,0 1 0-15,1 0 0 0,0 1 0 0,-2 13 0 16,0-6 0-16,1-1 0 0,-1 1 0 0,1 2 0 16,1-3 0-16,0 7 0 0,0-10 0 0,0-1 0 15,1 4 0-15,2-1 0 0,-2-1 0 0,1 4 0 16,-2-13 0-16,2 1 0 0,-2-1 0 0,3-2 0 16,-2-3 0-16,0 5 0 31,-2-10 0-31,1 0 0 0,-2 2 0 0,2 0 0 0,-3-2 0 0,2-2 0 0,-2-5-472 0,0-6 182 15,0 0 127-15,0-6-145 0,0-2 137 0,-6-1 59 94,-1 0 42-94,0-1-562 0</inkml:trace>
  <inkml:trace contextRef="#ctx0" brushRef="#br0" timeOffset="22440.47">3637 6125 1292 0,'0'0'0'0,"-5"0"0"0,0 3 0 0,-1 2 0 0,0 5 0 0,-1 4 0 0,-6 7 0 0,-1 9 0 0,-6 6 233 0,-3 11-98 0,0 3-49 0,-2 2-177 0,-3 7 74 0,8-14 22 32,6-1 0-32,5-7-519 0,1-8 270 0</inkml:trace>
  <inkml:trace contextRef="#ctx0" brushRef="#br0" timeOffset="22645.07">3705 6167 1810 0,'1'-3'0'0,"1"0"0"0,0 2 0 0,5 1 0 0,3 0 0 0,0 0 0 0,5 7 349 0,4 2-146 0,4 6-88 0,6 1 411 0,4-1-245 0,2 6-122 0,9 3-646 0,-2 2 257 0,4 2 133 0</inkml:trace>
  <inkml:trace contextRef="#ctx0" brushRef="#br0" timeOffset="24002.2">4816 7663 508 0,'-2'0'0'0,"-5"0"0"0,1 0 0 0,2 0 0 0,1 0 0 0,-3 0 89 0,3 0-26 0,0 0 160 0,-2 0-83 0,1 0-57 16,2 0 1-16,1 0 58 0,-1 0-53 0,1 0-16 15,-1 0-10-15,2 0 55 16,0 0-41-16,-2 0 1 0,2 0-41 0,0 1 102 0,0 5-56 0,0 1 0 15,0-1-1-15,0 5 0 0,0-2-44 0,0-1-23 16,2-1 22-16,3 2 0 0,2-4 1 0,-1 1-70 16,2 0 35-16,0-4 10 15,-1 1 24-15,1-3-113 0,-1 0 57 0,-1 0 11 0,0-3 0 0,-1 1-82 16,0-6 50-16,-2 1 5 47,-2 0 31-47,1 0-6 0,-2 0 8 0,0 3 64 0,0-1-31 0,0 2-5 0,0 1-28 0,-6 2 2 0,1 0-2 0,-3 0 16 0,2 2-14 0,1 6 353 15,-4 0-159-15,5 0-70 0,0 1-44 0,2 2-52 16,1-2 9-16,1-2 0 0,0 1-150 0,0-2 75 16,0-4 37-16,0 3-93 0,3-5 59 0,2 0 16 31,4 0 0-31,-4-2-178 0,0-3 98 0,-1-4 16 0,-1 3 37 0,-1-3 58 31,-1 1 1-31,-1 2-73 0,0-1 28 0,0 2 340 0,0 3-159 0,-3-3-71 0,-4 4 262 0,2 1-143 16,1 0-85-16,-3 0-159 0,3 0 37 0,2 0 24 15,0 3-1-15,2 0-358 0,0 3 200 0</inkml:trace>
  <inkml:trace contextRef="#ctx0" brushRef="#br0" timeOffset="30644.69">4605 6191 749 0,'0'0'0'0,"0"0"0"0,-1-5 0 0,-2 4 0 0,-1 0 0 0,2-4 65 0,1 4 1 0,-2-3-27 0,1 1 78 16,0 2-45-16,0-2 1 0,-2 0-34 0,2 2 32 31,-1-2-33-31,0 0 11 0,1 0-11 0,-2 3 6 0,1-2-5 0,-3 0-1 31,3 1-14-31,-1-2 24 0,-1 2-10 0,-1-1-7 0,-1 1 7 0,3-1 1 16,-5 2-1-16,2 0-2 0,-3 0 3 0,0 0-6 15,0 0 4-15,-1 0-16 0,-3 0 15 0,-1 5 7 0,3 0-7 0,-3-1-29 16,-2 3 28-16,0 0-3 16,-1 1 14-16,2 0-12 0,0-1 0 0,-3 2-43 0,3-1 41 0,-3 1-1 15,-1 1 8-15,3 0-50 16,-2 2 37-16,-1-2 4 0,3 1-1 0,-2-1-42 15,-1 3 2-15,3-2 36 0,0-1-7 0,1-2-42 16,1 1 46-16,3-1-9 0,-5 3-3 0,5-4 7 0,2-1-5 0,-1 1-9 16,1 0 12-16,-1 0 0 0,-3 1 1 15,6 0-1-15,-3-1 2 0,0 2-3 32,1-2 5-32,0 1 0 0,-6 3 3 0,4-1-6 0,1-1 2 0,-3 0-23 0,1 2 19 0,1-2 1 15,-2 4-20-15,-1-4 19 0,2 1-4 0,2 0 3 16,-3-1-3-16,1 2 3 15,-1 0-3-15,2-1-18 0,0-1 18 0</inkml:trace>
  <inkml:trace contextRef="#ctx0" brushRef="#br0" timeOffset="31218.82">3729 6590 2789 0,'-12'10'12'0,"3"1"-26"0,-3 0 27 0,2 0-3 0,0-3-2 0,3 3-47 0,-5 0 43 0,4 0 2 0,-4 1 20 0,2 1-20 0,0-2-2 0,1 0 31 0,-1 1-1 0,0 0-28 0,-2 2 2 0,1-3 13 0,2 3-11 0,-1-3-2 0,1 1 6 0,-2 1-23 0,1 1 26 0,-1-2-6 0,3 0 7 0,-2 0-39 0,2 0 1 0,-2 3 32 0,2-1-57 0,1-3 26 0,-3 3-8 0,5-3 12 0,-4 1 12 0,1 4 3 0,2-3-11 0,-2-2 12 0,2 1-5 0,0 2 0 0,-1 0-3 0,-1 0 11 0,2-2-7 0,-2 1-1 0,3 0 5 0,-2 0-4 16,-1 0 3-16,0 4-3 16,0-5-10-16,0 1 11 0,1-2 0 0,1 2 0 0,-1-1-1 0,-3 3 0 15,5-4-1-15,0 2 14 16,-3-2-13-16,4 2 0 0,-2-1 0 0,-2 3 18 0,3-1-17 0,1-2 1 15,0 4 0-15,-2-3 4 16,0 1-3-16,1 3-1 0,0-2 7 0,-1-1-7 31,1 1 4-31,0-1-4 0,-2 4 2 0,1 0-1 0,2-2 0 0,-3-2 8 0,2 2-7 0,-1-2-1 16,2 3 0-16,-3 1 13 0,4-1-12 0,-2 0 0 16,3-3 1-16,-4 3 25 0,2 1-23 0,-1 3 1 15,3-3 23-15,-1 0 4 16,0 2-27-16,-1-2 0 0,0 2 3 0,0 4 3 15,1-6-3-15,-1 0-12 0,0 0 12 0,1-1 1 0,0 0-2 0,-1 3-25 16,1-3 25-16,1 1-2 0,-2 0 1 0,1-3-21 16,0 6 21-16,0-4-5 15,2 0-7-15,0 2 8 0,1-2 1 0,-2 1-16 16,-1 5 16-16,3-5-3 0,-2 0 2 0,0 0-3 16,0 3 2-16,2-1-3 15,-1 2 4-15,-1-3-12 0,2 0 11 0,0 1-2 0,0 0 1 0,0-1-2 16,0 7 2-16,0-7 0 0,0 1 0 0,0-1 0 15,0 3 0-15,0-3 0 0,0 8 0 16,0-6 0-16,2 1 0 0,1 0 59 0,3 2-27 0,-2-3 3 16,0 7-28-16,2-7 41 15,1 3-40-15,-1-2 6 32,0 2-5-32,2-2-18 0,-1 7 22 0,2-7 1 0,-3 0-31 0,3 3 28 0,0-2-1 0,-2-1-11 0,5 7 13 0,-4-7-8 15,2 0 4-15,-1-1-37 16,3 3 35-16,0 0-3 0,2 3 4 0,-1-4 40 0,2 0-1 0,0 2-39 15,1-1 0-15,2 1 28 0,3 5 3 16,0-6-23-16,2 1-35 0,1-1 34 16,4 2-2-16,3 3-7 0,6 1 10 0,-1-1 1 15,4 2-3-15,6 2-38 0,5 4 0 0,10 5 35 16,-7-4-1-16,3 6-125 0,-1-1 58 0,3 2 23 16,-1 2-261-16,6 6 123 0,-10-11 78 0,2-6 19 15,2-7-435-15,2-1 236 16,1-5 118-16,11-3-569 0</inkml:trace>
  <inkml:trace contextRef="#ctx0" brushRef="#br0" timeOffset="33755.31">4379 6246 280 0,'0'-3'0'0,"0"-3"0"0,0 1 0 0,0 0 0 0,0 0 0 0,0 0 0 0,0 1 0 0,0 0-25 0,0 2 36 0,0-2-6 0,0 3 5 0,0-5 3 16,0 5-3-16,0-1-19 15,-1 0 18-15,0 2-1 0,-1-3 1 0,-1 0 41 0,-1 2-40 0,0-4-1 16,1 4 1-16,2-1 48 16,-2 0-46-16,-1-1 2 0,2 2 33 0,-1-1 2 0,1 1-34 0,0-2 33 31,1 2-30-31,-1-1 11 0,1 1-10 0,1-2 36 0,0 3 0 0,0-3-25 0,0 3-5 0,0-4 47 15,0 3-6-15,0-3-31 0,1 1-6 0,2 1 34 16,4-3-1-16,1 0-15 16,-1 0-25-16,4 0 16 0,-3 1-1 0,5-1-37 15,-3-2 9-15,4-1 27 0,0 4-1 0,1-2-13 16,-2 1 12-16,3-1-5 0,1 1 13 0,0-1-60 16,-2 2 48-16,4 1-8 15,-3-1 6-15,1 1 3 0,3-1 2 0,-4 3-12 0,2-3 34 0,-2 2-29 16,3 1 1-16,-2-1 15 0,5 0-7 0,-5 2-5 15,0-1-2-15,1 1-1 16,-2 0 2-16,1 0 2 0,3 0 5 0,-5 0-53 0,2 0 45 0,-3 0 1 16,5 0-1-16,-3 0-23 15,5 1 26-15,-2-1-5 0,0 0-37 0,1 0-2 16,-1 0 36-16,2 0-52 0,4 0 27 0,-3 0-6 16,-3 0 26-16,4 0-55 0,-2-1 25 15,1-2-6-15,1 1 23 0,-3 1-43 16,0-2 37-16,-1 3 5 0,-1-2 0 0,1 2-39 0,5 0 27 15,-6 0 6-15,-2 0 39 0,2 0 0 0,-2 0-39 16,2 0 0-16,2 0 59 0,-5 0-28 0,-1 2 7 0,0 2-4 16,1 1 5-16,1-4-27 15,2 3 14-15,-4-3-19 0,1 3 17 0,-1 1-7 16,1-3 11-16,-2 2-38 0,6 2 5 0,-7-3 23 31,1 1-30-31,-1-1 1 0,1 2 19 0,3-1 9 0,-6-1-8 0,2 2 1 0,1 0-4 0,-3-1 30 16,3 2-1-16,3 1-22 0,-5-3-2 0,1 2 15 15,3-2-12-15,-3 1-1 0,1 2 5 0,4 0-9 16,-4 0 10-16,0-2-4 16,-1 4-36-16,2-1 35 0,-3-1 1 0,5 3 3 15,-3 0-8-15,-2-1 3 16,1-1-2-16,0 1-4 0,0 1 4 0,3 2 2 0,-4-2-4 0,1 1-12 47,2-1 13-47,-3 0-1 0,0 1 0 0,3 1-1 0,-3 0 1 0,0 0 0 0,1 0-10 0,-1-1 9 0,1 2 0 0,3 1 2 0,-6-3-26 15,1 1 22-15,0 2-1 0,0-2 18 16,-1 0-17-16,6 4 2 0,-8-3-2 0,3-1 28 16,0 5-26-16,0-5 0 47,-1 2 1-47,4 6 27 0,-4-8-25 0,1 2-2 0,0 1 48 0,1-2-46 0,-2 1 5 0,5 4-16 0,-3-6 15 0,-2 2-1 15,0 0 3-15,0 2-41 0,2-1-1 0,-1 3 40 0,1-2-3 0,-4 1-45 16,3 1-3-16,-2 0 43 0,3 1-7 0,0 3-25 0,-2-4 23 15,-1-2 4 64,2 1-12-79,-3 0 9 0,4 3-9 0,-4-4 0 0,0-1 24 15,0-1-17-15,-1 3 0 0,-2-1 1 0,5 5-1 0,-5-7 6 0,-1 3-5 0,2 2 45 0,-2-4-1 0,1 3-40 0,0 5 5 0,-1-8 44 0,3 4-46 0,-3-2 5 0,1-2-1 0,-1 3-2 0,1 2 6 0,-1-3-32 0,0-2-1 0,3 1 29 0,-2-1-2 0,0 2-62 16,1 0 28-16,-1-2-4 15,-1 2 32-15,-1 0-59 0,1-2 26 0,1 4-12 16,0-1 35-16,0 0-39 0,-2 0 35 0,1-1-10 31,-3 0 30-31,2 3-29 0,1-3 2 0,-1 0 41 0,-1 0 0 0,1-2-33 0,-1 2-1 16,2-3 32-16,-1 5-32 0,-1-6 11 0,0 2-6 0,1-1-42 16,0-1 0-16,0 1 43 15,-2 4-4-15,1-4-25 0,-1 2 25 0,0-2-4 0,2 2 41 0,-2-1-41 16,0 3-1-16,0-2 38 15,0 2-35-15,0-2-2 0,0 1 1 0,0 0 49 16,0 3-4-16,0-2-31 0,0-1-7 0,0-1 48 16,0 3-43-16,0 0 9 0,0-2-7 0,0-1-15 15,0 1 16-15,0 0 4 0,0 0-38 0,0 4 33 16,0-4 0-16,0 0 0 0,0 0-1 0,0-2-3 16,0 2 2-16,-2 2 38 0,1-3-38 0,-1 0-1 31,0 0 1-31,0 0 41 0,1 1-39 0,-2 2 3 0,0-2-3 0,2-2 9 0,-1 2-6 0,1 3 5 15,-1-2 37-15,0 5 4 16,2-7-43-16,-1 2 4 0,-1-1-48 0,0 1 1 16,1-1 43-16,-4 5 1 0,4-4-2 0,-2 0-3 15,0 2 3-15,0-2-1 0,1 2 0 0,-3 4 1 16,1-3-1-16,-1-3 25 0,2 5 1 0,-2-4-25 31,-1 2 39-31,1 0 2 16,1-1-37-16,0-3-10 0,-3 1 11 0,1-2 8 0,0 1-6 0,-2 2-28 0,3-2 28 0,-1-5 4 15,-4 3-4-15,4-1-31 0,1-1 1 0,-4 4 28 16,2-2-9-16,0-2-28 16,-1 2 33-16,3 1-10 0,-5 1 11 0,1 1-7 15,0-1-1-15,2 0 35 32,-2 0-31-32,-1 0 0 0,2-1 0 0,-4 6 17 0,2-5-14 0,2 0 0 0,-2-2 1 0,0 0 35 0,-1 4-31 0,2-3-3 15,0-3 4-15,1-1 33 47,-3 2-32-47,3 0-2 0,-3 1 25 0,3-3-23 0,0 0 3 0,-1 0-3 0,1 1 5 0,-2-2-4 0,-3 4 11 0,4-3-145 0,-2 2 61 0,0-1 33 0,0 0-8 0,-2 2 6 16,0 1-14-16,-1-2 40 0,4-2-21 0,-5 3 20 15,1-3-16-15,-2 2 9 0,2 1 29 0,-3-1 4 16,1-1-37-16,-2 0 61 0,2-2-26 0,-2 4 1 16,-4 0-19-16,4-3 42 0,0 2-38 0,0-3-4 15,2 3 12-15,-2-3 3 16,-2 1-2-16,6-3-8 0,-1 0 9 0,-1-1-21 15,2-1 16-15,2 1-3 0,-5 1-32 0,2-4 31 0,1 2-3 0,3 0-9 16,-5-1 8-16,1 2 3 16,-2 0-4-16,3-3 36 0,1 0-34 0,-2 1 0 15,1-2 1-15,2 1 30 0,-5 0 2 0,4-1-30 16,2-1 2-16,-2 2 31 0,1-1-25 0,-2-1-5 16,1 0 14-16,-2 2-11 0,4-2 5 0,-1 3-29 15,-2-1 2-15,-2 1 25 63,5-1-1-63,-3 1-31 0,-1-1-1 0,2 2 27 0,-1-2-4 0,-3 2 37 0,1-2-37 0,2 0 2 0,1-1-6 0,-1 1 12 0,-4-2-10 0,1 3 4 0,1-3 21 0,3 0-21 0,-2-2 3 15,-2 3-36-15,2-2 35 0,-3 1 3 47,3 0-3-47,2-2-41 0,-3 2 0 0,1 0 37 0,1-2-2 0,-1 3-28 0,1-3 27 0,1 1-7 0,-1-2 5 0,3 1-1 0,-3 1-3 0,-1-2-2 0,3 0 17 0,-3 0-15 16,3 0 2-16,-1 0 31 15,-2 0-29-15,-2 0 1 0,2 0-1 0,-2 0-28 0,3 0 29 16,-8-2 1-16,1-1-1 0,-5-3-91 16,1-1 43 77,-6 1 18-93,0-1 1 0,-2 1-88 0,-6-3 50 0,-7 0 12 0,4-1 5 16,0-2 4-16,-1 0 22 0,-3-3-42 0,1-4 37 0,-7-1-39 0,13-1 8 0,2-3-215 0</inkml:trace>
  <inkml:trace contextRef="#ctx0" brushRef="#br0" timeOffset="40091.9">7212 4346 2088 0,'-13'-9'0'0,"6"5"0"0,-4 1 0 0,4 1 0 0,-4 2 0 0,1 2 0 0,-5 13 0 0,1 4 0 0,-1 10 0 0,3 5 0 0,-3 5 140 0,2 2-51 16,1 12 146-16,4-3-103 0,5 2-47 0,3 0-1 0,0-5 34 0,8-3-39 0,11-2 8 0,2-17-49 0,7-2-180 0,3-10 90 0,-1-3 45 0,4 0 9 0,-1-10-530 0,-3 0 278 0,1 0 85 15,-3 0-322-15,-1-8 183 16</inkml:trace>
  <inkml:trace contextRef="#ctx0" brushRef="#br0" timeOffset="40324.87">7395 4604 1327 0,'0'-5'0'0,"0"-2"0"0,0 1 0 0,0 4 0 0,0-2 0 0,5 3 0 0,6-1 498 31,4 2-220-31,-2 0-125 0,4 2-57 0,-1 6 276 0,0 4-166 0,0 5-85 0,2 4 48 0,-9 1-71 15,0 3-30-15,-7 5 1 0,0 2-72 0,-2 0 1 0,-2 5 49 0,-11-2-37 16,-5-1 29-16,-5-2-1 16,-1-5 0-16,-4-3-121 0,-4 2 70 0,0-12 21 0,1-8 0 0,0-4-331 15,1-2 168-15,3-2 41 16,-2-7-430-16,12-7 257 16,6-5 125-16,10-3 62 0,1-1-450 0,4-5 257 0,18-3 117 0</inkml:trace>
  <inkml:trace contextRef="#ctx0" brushRef="#br0" timeOffset="40493.03">7707 4495 990 0,'4'-7'0'0,"-3"2"0"0,2 0 0 0,-3 4 0 0,0 1 726 15,0 0-344-15,-8 6-172 0,-5 8-86 0,-2 5 301 0,-1 3-198 0,5 1-95 47,-3 3-47-47,3 3 306 0,4-3-177 0,3 6-189 0,4-4-25 0,0 0 0 0,1-1 0 0,15-2 0 0,4-1-393 0,6 0 175 16,2-7 123-16,1-6-672 0,5-2 335 0,-2-5 215 15,2-4 9-15,4 0-237 0</inkml:trace>
  <inkml:trace contextRef="#ctx0" brushRef="#br0" timeOffset="40671.03">7947 4613 1184 0,'-14'-5'0'0,"5"1"0"0,2 2 0 0,4 1 0 0,1 1 334 0,2 0-149 0,0 0-63 16,8 0 606-16,5 1-345 0,5 5-172 0,2-1 65 62,1 0-119-46,5-2-50-16,-2 1-40 0,2-1-542 0,3 0 256 0,-2-1 128 0,6-2 74 0,-5 0-892 0,0 0 458 0</inkml:trace>
  <inkml:trace contextRef="#ctx0" brushRef="#br0" timeOffset="40801.49">8358 4580 1879 0,'-4'0'0'0,"-1"0"0"0,3 0 0 0,2 0 0 0,0 0 0 0,0 0 0 0,10 2 0 0,10 0 389 16,6-2-176-16,2 0 191 16,7 0-174-16,-1 0-101 0,3 0-45 0,0 0-493 0,4 0 223 0,-3 0 112 15,2 0 65-15,-5 0-838 16,-10 0 419-16,-4 0 209 0</inkml:trace>
  <inkml:trace contextRef="#ctx0" brushRef="#br0" timeOffset="41094.18">8444 4775 1484 0,'-10'3'0'0,"4"-3"0"0,3 2 0 0,0-1 0 0,3 0 0 0,0 1 0 0,12-2-1 0,7 0-1 0,6 0 144 0,0 0-53 0,3 0 132 16,0 1-84-16,-5 3-54 0,-2-1-1 0,-3 4-242 0,-2 0 99 0,-3 4 58 16,-10 2 15-16,-3 5-86 15,0 1 56-15,-15 3 28 0,-8 2-1 0,-5 0 62 0,-4-2-9 0,-3-3-87 16,1-2 262-16,1-1-118 0,5-2-48 0,0-2 101 15,12-5-74-15,4-5-16 94,9 1 0-94,3-2 51 0,3-1-48 0,14 0-15 0,10 0-9 0,5 0 35 0,6 0-29 16,2-1-1-16,1-2-29 0,4 0 9 0,-5-2-9 0,-1 4 0 0,-1-2-708 0,-7 1 323 0,1 2 181 0,1 0-243 0,-13 0 195 0,-7 0 64 0,-3 0 57 0,-6 0-395 0,-4 0 226 0,0-7 103 0</inkml:trace>
  <inkml:trace contextRef="#ctx0" brushRef="#br0" timeOffset="41233.8">8638 4241 1902 0,'0'0'0'0,"0"0"0"0,0 0 0 0,0 0 0 0,0 9 0 0,0 1 0 0,0 9 0 0,0 2 227 15,0 4-95-15,0 4-238 0,0 1 67 0,0 0 38 16,0 2 0-16,0-1-373 0,0-1 200 0</inkml:trace>
  <inkml:trace contextRef="#ctx0" brushRef="#br0" timeOffset="41411.31">8893 4425 1939 0,'14'13'0'0,"7"9"0"0,0 1 0 0,3 6 0 0,0 7 0 16,3 3 0-16,-3 7 0 0,3 5 0 0,-8-5 681 0,-4-2-323 0,-5 1-160 0,-5-3 195 0,-3 1-178 0,-2 3-80 0,-9-11-184 0,-8-2 42 0,-5-5 1 0,-3-1 43 0,-4-5-469 0,-6-3 244 0,3-8 108 0,-3-4 55 0,-2-6-345 16,0-1 175-16,4 0 111 15,-1-12-111-15,13-13-613 0</inkml:trace>
  <inkml:trace contextRef="#ctx0" brushRef="#br0" timeOffset="41673.32">9074 4311 1964 0,'24'-18'0'0,"8"6"0"0,-5 6 0 0,4 5 0 15,-7 1 0-15,-2 0 0 0,1 4 0 0,-10 7 167 0,-3 1-65 0,-3 5 281 0,-4 2-173 0,-1 1-86 0,-2 4-151 32,0-2 28-32,-7-1 0 0,-8-2 36 0,-1 1-187 0,-4-3 93 0,-2 0 57 0,2-3 13 0,-2-7-32 0,5 0 28 0,0-1 0 0,5-3 44 0,0 1-15 15,6-4-74-15,4 0 194 0,2 0-90 0,0 0-30 16,13 0-8-16,6 0 116 0,4-4-51 0,7 1-33 15,1-3 9-15,3 1-351 0,4 3 166 0,2 0 83 63,-3-1 37-63,-1 3-372 0,-2 0 175 0,-2 0 100 0,-6 0-827 0</inkml:trace>
  <inkml:trace contextRef="#ctx0" brushRef="#br0" timeOffset="41815.61">9385 4675 1754 0,'-8'0'0'0,"2"0"0"0,4 0 0 0,2 0 0 0,0 0 0 0,13 3 0 0,7-3 222 0,5 3-93 0,5-2-46 0,4-1 372 0,0 0-214 0,4 0-103 16,-2 0-50-16,1 0-224 15,3-1 86-15,2-5 52 0,-9 2-8 0,-1 0-519 0,-6 1 281 0,-5-1 140 0,0 1-310 0,-12 1 208 16,-9-1 103-16,0-2-489 0,-2-1 278 16</inkml:trace>
  <inkml:trace contextRef="#ctx0" brushRef="#br0" timeOffset="41953.78">9646 4359 1287 0,'0'-5'0'0,"-6"4"0"0,0 0 0 0,6 1 0 0,0 1 0 0,0 16 0 0,0 6 274 0,2 9-119 0,4 9-50 0,0 0 465 0,-1 7-267 0,0 8-133 15,-2 1-67-15,1 4-34 16,-2 2 9-16,-2-12-41 0,0-5-1 0,2-3-483 16,-1-4 242-16,2-3 121 0,3-2-675 0,2-14 387 15</inkml:trace>
  <inkml:trace contextRef="#ctx0" brushRef="#br0" timeOffset="42145.28">9877 4538 1872 0,'0'0'0'0,"0"0"0"16,0 3 0-16,0 1 0 0,0 3 0 0,0 4 0 0,2 6 0 0,2 4 596 0,4 3-284 0,3 6-138 0,4 3-69 0,-2 1-34 0,7 1 0 0,5 0 182 0,-1-6-113 0,4-5-52 0,3-5-25 0,1-6-452 0,0-9 213 0,7-1 116 0,-10-3 43 0,-2-6-1171 0</inkml:trace>
  <inkml:trace contextRef="#ctx0" brushRef="#br0" timeOffset="42282.1">10233 4518 1870 0,'0'0'0'0,"0"-2"0"15,0-1 0-15,0 3 0 0,0 0 0 0,0 0 0 0,7 5 0 0,6 6 0 0,1 2 610 0,4 2-286 0,2 0-135 32,-2 3-80-32,4-1-36 0,-2-1 0 0,2 1-657 0,1-2 310 0,2-2 165 0,-4-3 68 0,-1-4-846 0,0-5 426 0</inkml:trace>
  <inkml:trace contextRef="#ctx0" brushRef="#br0" timeOffset="42449.26">10532 4333 915 0,'0'0'0'0,"-1"0"0"0,0 0 0 0,-4 2 0 0,4 12 294 0,-2 13-128 0,-3 11-66 16,2 20-31-16,-2 13 659 16,-2 19-337-16,-2-1-181 0,0 1 366 0,-1-1-270 15,1-6-135-15,0-9-275 0,1 0 79 0,6-22 26 16,-1-7 0-16,3-6-620 0,1-4 328 0,0-13 164 16,0-5 90-16,0-17-441 0</inkml:trace>
  <inkml:trace contextRef="#ctx0" brushRef="#br0" timeOffset="42630.97">10572 4743 2147 0,'11'-6'0'0,"0"3"0"0,6-2 0 0,2-1 0 0,4 3 0 0,5-2 0 0,2 2 0 0,1-3 0 0,7 0 250 0,-6 1-111 0,0 1-52 0,0-2-430 0,-5 3 190 0,0-1 94 0,0 1 57 0,-7 1-703 0,-2-3 361 0,-1 3 181 0</inkml:trace>
  <inkml:trace contextRef="#ctx0" brushRef="#br0" timeOffset="42745.99">11001 4655 1547 0,'-3'-3'0'0,"3"-2"0"0,-2 0 0 0,2 3 0 0,0-1 0 0,0 0 0 0,9 2 0 0,5 1 0 0,5 0 257 16,3 0-115-16,5 0-53 0,4 0 128 0,3 0-91 15,6 0-45-15,3 1 126 0,-6 2-90 0,2-3-40 16,-3 0-1-16,-4 0-366 0,-4 0 163 0,2 3 90 15,-14-3 32-15,-6 2-727 0</inkml:trace>
  <inkml:trace contextRef="#ctx0" brushRef="#br0" timeOffset="43061.34">11180 4807 1223 0,'0'2'0'0,"0"0"0"0,0-1 0 0,0 2 0 0,0 1 0 0,1 1 185 0,7 0-75 0,0-1-37 0,3 1 500 31,3 0-274-31,1 2-132 0,-2-2-66 0,1 1-23 0,-2 0-1 0,-1 1-33 0,-2 3-9 0,-6 1-282 16,-2 0 142-16,-1 3 69 0,-4 3-142 0,-11 3 115 15,-5-2 45-15,-2 0 26 0,-6 0-63 0,2-2-2 16,-1 0 31-16,2-5 47 16,5-4 1-16,4 0-86 0,3-2-1 0,4-5 360 15,5 5-156-15,4-5-47 31,1 0-48-31,15 0 170 0,7-3-93 0,4 1-29 0,2-3-142 0,4 3 37 0,-2-3 25 0,1 2-1 16,1-1-232-16,-2 0 125 0,3 0 71 0,-6 1-167 16,-3-2 102-16,-2 2 15 15,-6 2 37-15,-2-1-383 0,-5-3 184 0,-5 0 106 0,-5 0 48 0,0-4-286 16,0-4 166-16,-8-4 85 0,-3-7 32 0</inkml:trace>
  <inkml:trace contextRef="#ctx0" brushRef="#br0" timeOffset="43221.44">11350 4223 1490 0,'0'3'0'0,"0"5"0"0,0 3 0 0,0 4 0 0,0 7 0 0,0 4 0 0,0 4 0 0,-2 2 113 0,-1-2-39 0,3 2 0 0,0-3-190 0,0 2 81 0,0-11 29 0</inkml:trace>
  <inkml:trace contextRef="#ctx0" brushRef="#br0" timeOffset="43403.18">11618 4352 2082 0,'14'11'0'0,"3"5"0"0,3 5 0 0,9 8 0 0,-5-2 0 0,4 3 0 0,0 4 0 0,2 3 0 0,-2 2 586 0,0 5-267 0,-11-9-146 0,-5 2 74 0,-4-1-105 16,-6-2-54-16,-2 1-27 0,-5 4-134 15,-15-9 50-15,-7 2 28 0,-8-5 1 0,-4-1-169 16,-6-6 99-16,-2 0 58 0,9-11-621 0,0-9 331 15,3 0 60-15,3 0 118 0,4-16-590 32</inkml:trace>
  <inkml:trace contextRef="#ctx0" brushRef="#br0" timeOffset="43652.16">11951 4163 1202 0,'13'0'0'0,"2"-3"0"0,1 3 0 15,1 0 0-15,-3 0 0 0,4 0 286 0,-8 8-130 0,-1 2-60 0,-3 1-31 0,-4 4 149 63,0-1-90-63,-2 4-36 0,-2 1-21 0,-12-4-1 0,-2 4-31 0,-1-3 0 0,-6 1-64 0,7-4 28 0,-3-3 0 0,2-3 129 16,2 0-46-16,4-5-23 0,-1 3 8 0,6-4 173 0,4 2-103 0,2 0-51 0,0-2-25 0,3 1 49 0,12 1-29 0,5-1-8 78,5 0-57-78,2-1 19 0,6-1 0 0,0 0 0 0,7 0-474 0,-6 0 233 0,1 0 120 0,-1 0-843 0,0 0 447 0,-1 0 224 0</inkml:trace>
  <inkml:trace contextRef="#ctx0" brushRef="#br0" timeOffset="43858.98">12526 4304 1246 0,'0'1'0'0,"0"-1"0"0,0 0 0 0,0 1 0 0,0 1 0 0,0 1 0 0,0 0 366 0,-2 6-166 0,-7 1-82 0,-1 3-42 0,-6 5 395 0,-6 4-210 0,-6 3-116 0,-4 2 27 0,-6 3-68 15,-4-1-35-15,1 1 1 16,-1-2 2-16,11-8-9 0,7-5-28 0,6-6 104 0,7-4-51 0,5-1-27 16,3-1 9-16,3-1 35 0,9-2-105 0,9 0 0 15,6 3 0-15,4 0 0 16,0 1 0-16,3-2 0 0,0 6 0 0,1-4 0 16,-3 2 0-16,6 3-49 0,-6-2-44 0,-2 0 41 15,-3 0 40-15,0-2-742 0,-3 1 360 0,-1 2 171 16,-10-1 98-16,-2-1-576 0,-7 1 333 0</inkml:trace>
  <inkml:trace contextRef="#ctx0" brushRef="#br0" timeOffset="44013.03">12225 4843 862 0,'-3'0'0'0,"-3"2"0"0,0 0 0 0,4 1 0 0,2 0 0 0,0 4 615 0,0 0-294 0,5 4-143 0,11 0 534 0,5 2-339 0,3 3-169 0,4-1-76 16,1-1 68-16,1-2-81 0,1 0-39 0,3-4-257 15,-4-1 108-15,7-2 63 0,-6-3 18 16,-5-2-743-16,0 0 385 0,1-2 193 0</inkml:trace>
  <inkml:trace contextRef="#ctx0" brushRef="#br0" timeOffset="44242.09">12792 4649 2837 0,'16'-7'0'0,"5"2"0"0,4-1 0 0,8 3 0 0,7 0 0 0,-2 1 0 0,2 0 0 0,6 0 0 0,1 2 0 0,-2-1 0 0,7-1 0 0,-13-1 0 0,-2 3 0 0,-7-2 117 0,-3 1-41 0,-8-1 0 0,-8 2-34 0,-9 0-707 0,-2 0 350 0,-6 0 174 0,-16 5-736 0</inkml:trace>
  <inkml:trace contextRef="#ctx0" brushRef="#br0" timeOffset="44548.98">12868 4763 1388 0,'1'0'0'0,"-1"0"0"0,2 1 0 0,1-1 0 0,3 2 0 0,5-2 0 0,4 4 112 0,2-3-39 0,6 2 0 0,3 3 143 15,5-1-83-15,-4 2-53 16,-1 3-23-16,-2 1-118 0,-6 5 48 0,-7 0 23 16,-2 4 9-16,-9 1-84 0,-2 1 49 0,-16 0 25 15,-1 0-93-15,-7 0 58 31,-2-1 26-31,0-8 24 0,-2 1-16 0,4-4 9 16,4-1-40-16,0-4 187 0,2-1-86 0,10-2-36 0,2-2-5 0,7 0 216 0,1 0-99 0,1-2-51 16,17-2-39-16,5 1 40 62,5-2-35-62,3 4 0 0,2-1-3 0,5 2-24 0,-4 0-8 0,3 0 0 0,0 0-160 0,-1 0 80 0,-3 6 40 0,3-3-338 0,-11 2 165 0,-7-2 100 0,-3-1 9 0,-7 2-473 0,-3-4 252 0,-1 1 119 16,-4-1 74-16,0 0-132 0,-10-1 98 0,-4-11 48 78</inkml:trace>
  <inkml:trace contextRef="#ctx0" brushRef="#br0" timeOffset="44820.2">12953 3957 1740 0,'3'-14'0'0,"6"1"0"0,1 1 0 0,7 3 0 0,3 0 0 0,2 4 0 0,0 3 0 0,3 2 0 0,0 0 0 0,1 4 0 0,2 8 0 0,-9 3 0 0,-2 2 0 0,-4 5 0 0,-7 3 0 0,-3 3 83 0,-3-2-8 0,-3 0-40 0,-11 1 0 0,-5-1 0 0,0-4-35 0,-4 6 44 0,1-11-9 16,2-1 0-16,4-5 90 0,4 0-45 0,2-3-23 31,3 0 58-31,7 0-44 0,0-5-1 0,11 0 53 0,9-1-49 0,5 3 1 0,4 2-31 0,1-2 32 15,1 4 1-15,-3 3-42 0,-4 3 0 0,-4-1 0 16,-5 7 9-16,-10-1-9 0,-5 2 1 16,-9 2 72-16,-16 0-36 0,-10 0 0 15,-5-1 89-15,-2-3-68 0,-4-5-29 0,2-4-68 16,-3-2 39-16,3-6-29 16,-4-3-6-16,14 0-502 0,7-10 227 0,8-9 135 0</inkml:trace>
  <inkml:trace contextRef="#ctx0" brushRef="#br0" timeOffset="51457.22">9060 6359 1291 0,'0'-9'0'0,"-5"5"0"0,1-1 0 0,0 3 0 0,2 1 173 0,2-1-68 0,-1 0-23 16,1 2-10-16,0 0 456 0,0 0-244 0,1 7-124 15,5 0-60-15,1-2 32 0,2 5-52 0,-1 0 0 16,0-1-383-16,3 1 170 0,-5 2 86 0,4 5 52 16,-4-5-10-16,-2 4 43 0,0 1 0 0</inkml:trace>
  <inkml:trace contextRef="#ctx0" brushRef="#br0" timeOffset="51651.06">9034 6699 1720 0,'-7'0'0'0,"2"0"0"0,0 0 0 0,3 0 0 0,0 0 0 0,0 0 0 0,2 0 0 0,0 0 0 0,2 0 0 0,7 0 0 0,4 0 0 0,0 5-79 0,4 4 59 0,-1 1 29 0</inkml:trace>
  <inkml:trace contextRef="#ctx0" brushRef="#br0" timeOffset="51720.66">9109 7086 1412 0,'-14'13'0'0,"-3"5"0"0,10-6 0 0,-2-3 0 0,3-5 0 0,4 0 0 0,2-3 309 0,0 1-125 0,0-2 317 15,0 0-231-15,4-11-116 0,11-6-58 0,1-5-80 0,4 0 32 0,0-5-10 0,-1 0 0 0,2-2-527 0,0 2 263 0,0-4 132 0,4 2-309 0,-5 3 216 16</inkml:trace>
  <inkml:trace contextRef="#ctx0" brushRef="#br0" timeOffset="51900.33">9316 6486 2038 0,'0'-2'0'0,"0"-2"0"0,0-2 0 0,0 2 0 0,0-2 0 0,7 3 0 0,5-1 0 0,1 1 0 0,5 1 542 0,-1-2-257 0,7 1-124 47,-1 3-61-47,2-3-295 0,0 2 116 0,6 0 68 0,-6 1-577 0,0-2 313 0,-2 2 156 0,-2-1 79 16,-3-2-345-16,2 2 203 0,-12-1 96 0</inkml:trace>
  <inkml:trace contextRef="#ctx0" brushRef="#br0" timeOffset="52349.84">9493 6288 508 0,'-10'-5'0'0,"4"2"0"0,2 0 0 0,-2 1 0 0,5 2 0 0,1 0 317 16,0 0-139-16,0 5-71 15,1 7-34-15,3 0 267 0,2 6-156 0,0 1-73 0,0 3-37 0,-2 2 3 16,-2 5-39-16,-2 0 9 0,0 2-49 0,-2 4 0 16,-11-2 40-16,-1-2 17 0,-6 3-17 0,-2-2 9 15,0-6-9-15,1-7 128 0,1-3-63 0,2-5-33 16,2-6 0-16,5 0 156 0,7-5-99 0,2 0-44 16,2 0 0-16,2-3-38 15,12-7-7-15,8-1 10 0,1 3-140 0,4-4 66 16,-1 4 31-16,2 2-276 0,-1-1 154 0,2 2 80 0,-6 4 32 0,-3-1-179 15,-4 2 96-15,-2 0 0 16,0 2 37-16,-9 11-89 0,-3 4 51 0,-2 5 25 16,-7 3 0-16,-10 5 26 0,-3 4-9 0,-4-2 8 15,-3 0 838-15,0-1-383 0,2-3-204 0,2-4 167 47,-1 3-161-47,9-10-201 0,3-4-17 0,3-4 0 0,6-4 0 0,3-1 0 0,0-1 0 0,0-3 0 0,12 0 0 0,4 0 0 16,0 0 0-16,4 0 0 0,2-1 0 0,-2-1 0 15,0 1-104-15,-1-2 32 0,-1 3 41 0,1 0-32 16,0 0 10-16,-3 0 5 0,-2 0-9 0,3 0-3 16,-4 0 26-16,0 4 5 0,2-1-3 0,-3 2-27 15,-4-4 46-15,-1 3-13 0,-3-3 19 0,-1 2-114 16,0 0 40-16,-1-3 7 16,-2 4 22-16,0-1 18 0,-2 2-17 0,-6-2-269 0,2 3 132 0,-2-3 80 15,2 1 34-15,0-2-515 16,3 2 276-16,1-4 137 0</inkml:trace>
  <inkml:trace contextRef="#ctx0" brushRef="#br0" timeOffset="52658.07">9940 6662 2452 0,'-4'-5'0'0,"-2"-2"0"0,2 2 0 0,2 1 0 0,0 1 0 0,2-2 0 0,0 1 435 0,0 1-199 15,5-1-101-15,11 2 155 16,-1-2-127-16,9-1-55 0,0 1-41 0,4 3-414 63,4-2 191-63,2-1 96 0,0 2 48 0,5 0-337 0,-3 0 188 0,-1-1 98 93,1 3-868-93</inkml:trace>
  <inkml:trace contextRef="#ctx0" brushRef="#br0" timeOffset="52708.93">10479 6416 2121 0,'-2'0'0'15,"1"0"0"-15,-1 0 0 0,2 0 0 0,0 0 0 0,0 0 0 0,0 0 0 0,0 0 903 0,2 0-434 0,6 1-216 0,2 4-108 0,3 1-105 0,1-1-40 0,0 2 0 0,1-2-289 0,1 4 39 0,-2 1 153 0</inkml:trace>
  <inkml:trace contextRef="#ctx0" brushRef="#br0" timeOffset="52884.36">10543 6897 2392 0,'0'2'0'0,"0"1"0"0,-2-1 0 0,1 1 0 0,-1-1 0 0,2 0 0 0,-2 1 910 0,2-1-438 0,0 0-315 0,0 0-157 0,0 0 0 16,0 0 0-16,5 2 0 0,4-3-288 0,-2-1 116 31,2 3 103-31</inkml:trace>
  <inkml:trace contextRef="#ctx0" brushRef="#br0" timeOffset="54304.86">11255 6392 1421 0,'0'0'0'0,"-5"-2"0"0,3 1 0 0,2-1 0 0,0 2 0 0,2 0 0 0,7 0 0 16,7 0 338-16,4 0-154 0,2 0-74 0,3 0 141 0,3 0-107 16,0 0-53-16,6 0-223 15,-8 0 81-15,3 0 43 0,-2 0 1 0,-3 0-545 16,1 0 295-16,-3-1 156 0,-8-3 65 0</inkml:trace>
  <inkml:trace contextRef="#ctx0" brushRef="#br0" timeOffset="54586.41">11554 6154 941 0,'-6'7'0'0,"4"2"0"16,-4 5 0-16,-2 4 0 0,1 2 0 0,-6 10 0 0,-1 6 369 0,-6 5-165 0,-2 5-75 0,3-4 104 94,-1 0-99-94,-2-1-47 0,2-7-25 0,0-2 14 0,-1-2-29 0,6-12-10 47,2-6 1-47,6-5-1 0,3-5 1 0,1-2-1 0,2 0-13 0,1 0-10 0,0 0 23 0,1 3 1 15,7 4-34-15,1 6 0 0,-1 8 43 0,-2-1 20 0,-2 8-41 0,-1 2 8 0,-2 1-16 0,-1 4-42 0,0 6 31 0,0-8-7 0,0-1 26 0,-3 1-223 0,-2-4 102 0,-1-5 55 0,1 1 21 0,-1-9-180 0,2-9 85 0,1-1 54 0,0-6-471 0,2 0 247 0,-2-3 113 0,3-13-318 0,-1-6 226 0</inkml:trace>
  <inkml:trace contextRef="#ctx0" brushRef="#br0" timeOffset="54791.68">11281 6711 1141 0,'0'-15'0'0,"0"1"0"0,0 2 0 0,2 0 0 0,1 1 0 0,3-1 0 0,2 1 0 0,7 1 78 0,-2 2-41 0,7-1 1 0,2 2 593 0,3-4-288 0,0 7-157 0,1 0-74 0,1 1-21 0,-1-1-27 0,0 3 0 0,1 1-87 0,-8 0 26 0,0 0-1 0,-5 1 36 0,0 10-18 0,-2 2 27 0,-5 3-9 0,-1 4 115 0,-3 3-58 0,-2 4-19 15,1 1-10-15,1 4 33 0,-1-2-35 0,-1 1-1 16,1-1-25-16,2-1-288 0,-2 1 142 0,3 3 86 16,1-9-655-16,-3 2 324 0,2-5 169 0,-2-2-541 15,0-2 343-15,0 1 163 0</inkml:trace>
  <inkml:trace contextRef="#ctx0" brushRef="#br0" timeOffset="54954.95">11378 6792 1100 0,'-11'-8'0'0,"2"1"0"0,6 4 0 0,3-1 0 0,0 2 0 0,3-2 351 15,11 2-158-15,0-1-67 16,4 1-72-16,1-1-17 0,3 1 1 0,2 1-1 0,-4 0-600 0,1 1 275 31,-2 0 140-31</inkml:trace>
  <inkml:trace contextRef="#ctx0" brushRef="#br0" timeOffset="55181.03">11454 6865 985 0,'-9'5'0'0,"1"-2"0"0,1-1 0 0,0 0 0 0,4 2 0 15,1-3 0-15,2 1 98 0,0-1-30 0,0 2 10 0,4-3-14 16,8 0-27-16,-1 0 1 0,2 0-1 0,0 0-219 16,0 0 119-16,-1 0 46 0,-1 2-404 0,-3 3 209 15,0-3 105-15,-3 3 52 16,-3 2-138-16,0-2 100 0,0-1 31 0,-2 2 62 0,0-1 0 0,0-2 0 15,0 1 0-15,0-2 30 0,0 0-60 0,-4-2 30 16,2 1 0-16,1-1 252 0,1 0-119 0,0 0-71 16,0 0 169-16,0 0-103 15,0 0-13-15,1 0-186 0,3 0 65 0,1 0 16 0,2 0 1 0,-3 0-353 16,2 6 178-16</inkml:trace>
  <inkml:trace contextRef="#ctx0" brushRef="#br0" timeOffset="55378.94">11197 7117 1240 0,'-23'0'0'0,"0"0"0"15,8 3 0-15,7-2 0 0,4-1 0 0,4 0 0 0,0 1 274 0,15 1-127 0,13-2-56 0,8 0 427 0,7 0-243 16,10 0-120-16,6 0 190 16,-2 0-160-16,2-2-75 0,2 0-37 0,0-5-240 15,4 0 102-15,4-1 59 0,-13 1 15 0,-5 2-479 16,-2-1 253-16,-6 0 127 31,-8 3 62-31,1-3-302 0,-15 0 81 0,-8 0 124 0</inkml:trace>
  <inkml:trace contextRef="#ctx0" brushRef="#br0" timeOffset="55764.66">12143 6113 1439 0,'0'-2'0'0,"0"0"0"0,-2 1 0 0,-2 1 0 16,-4 0 0-16,-2 8 0 0,-5 9 299 0,-4 7-131 0,-3 4-66 0,-1 2-32 0,-4 4 103 0,6-1-73 0,-1-1-31 0,5-5-57 0,5-5-1 0,5-3 26 0,4-4-209 0,3-11 100 0,11-4 54 78,11 0 27-78,7-2-176 0,6-10 102 0,5-2 15 0,-3 0 34 0,1 0-240 0,-1 2 121 0,-1 0 6 0,0 1 39 0,-8 5 23 0,-6 2 1 0,-2 2 29 0,-7 2-67 0,-6 0 34 0,-2 0-10 0,-5 11 121 0,-6 2-40 0,-16 6 1 0,-3-1-39 0,-5 4 130 0,-2 1-74 0,1 1-9 16,-1-4 1-16,4 4 209 0,0 0-113 0,4 0-33 15,-1 5-35-15</inkml:trace>
  <inkml:trace contextRef="#ctx0" brushRef="#br0" timeOffset="55981.01">12048 6575 1763 0,'-11'25'159'0,"2"4"-46"0,5 0 61 0,4 1-69 0,0 5-24 0,0-7-43 0,0 2-1 0,4-1 0 0,1 1 0 0,0-2-229 0,-2 3 125 0,0-6 46 0,-2-2 30 15,-1-3-335-15,0-5 173 0,0-2 51 0,0-1 55 0,0-8-405 0,0-4 203 0,0 0 106 0,0-5-131 0,-1-10 118 0,-2-3 51 0,2-5-13 0,-2-3 41 0,-1-3 6 0,0-3 71 0,1-4 0 0,-2-5 0 0,4 6 0 0,-1-1 0 0,2 0 76 0,0 6-74 0,0 1-1 16,2-3-47-16,6 7 441 16,8 6-207-16,2-2-52 0,5 6 237 0,5 4-158 15,7-2-80-15,1 5 41 0,4 6-70 0,2 0-34 16,0 2-1-16,5-2 6 0,-10 2-9 0,-1 0-32 15,-8 5 1-15,0 4 66 0,-8 0-34 0,0 3 10 16,-10 3-42-16,-5-1 131 0,-1 7-65 0,-4-1-34 16,0 5 137-16,2 6-75 0,-2-5-52 0,0 3-104 15,0 1 32-15,0 1-1 0,2 3 31 0,2 2-146 16,2-7 68-16,1 0 39 16,-1 0 0-16,0-4-451 0,2-1 234 0,-2 5 79 15,-3-12 5-15,-1-2-419 0,-1 0 258 0,-1-5 130 16</inkml:trace>
  <inkml:trace contextRef="#ctx0" brushRef="#br0" timeOffset="56124.33">12152 6757 1566 0,'-9'-12'0'0,"5"7"0"0,4 1 0 0,0 1 0 0,4 0 0 0,13 1 294 0,5 1-133 0,4-3-62 0,6 2-31 0,-1 1 71 16,2-1-51-16,4 0-16 0,-6 1-10 0,0 1-403 15,-2 0 189-15,-5 0 94 0,-4 5-737 0</inkml:trace>
  <inkml:trace contextRef="#ctx0" brushRef="#br0" timeOffset="56246.1">12286 6875 1386 0,'-17'2'0'0,"6"-2"0"16,1 1 0-16,3 2-1 0,2-3-1 0,5 0-1 0,0 0 1 0,2 0-1 0,12 0 136 0,3-3-50 0,3 0-15 0,3-2-230 0,-2 0 99 0,1-1 50 15,-1 4 24-15,0-3-559 0</inkml:trace>
  <inkml:trace contextRef="#ctx0" brushRef="#br0" timeOffset="56415.48">12325 6555 1443 0,'0'1'0'0,"0"-1"0"0,0 3 0 0,0 2 0 0,2 4 0 0,-2 5 0 0,0 6 252 0,1 11-107 0,2 5-46 0,-2 5 172 32,-1 5-117-32,1 2-59 0,1-3-30 0,-1 1-314 0,1 1 152 0,2-12 62 15,1-6 36-15,0-3-654 0,1-6 326 0</inkml:trace>
  <inkml:trace contextRef="#ctx0" brushRef="#br0" timeOffset="56647.23">12848 6259 1463 0,'2'0'0'0,"-1"0"0"0,0 0 0 0,1 2 0 0,-2 5 0 0,0 7 0 0,0 4 205 0,-2 6-89 0,-9 5-41 0,-1 5 1 0,-6 1-74 0,4 0 1 0,-3 1 41 0,5-9-492 0,1-6 232 0,6-4 117 0,0-9-280 63,5-8 180-63</inkml:trace>
  <inkml:trace contextRef="#ctx0" brushRef="#br0" timeOffset="56814.76">12848 6428 1361 0,'2'3'0'0,"-1"-1"0"0,0-1 0 0,1 3 0 0,-1 0 0 0,3 2 0 0,0 0 127 0,1 1-36 0,-1 1-33 0,3-3-39 0,1 2 17 0,-1-2-1 125,5-3 1-125,1 3-552 0</inkml:trace>
  <inkml:trace contextRef="#ctx0" brushRef="#br0" timeOffset="56930.98">13213 6217 1606 0,'-11'3'0'0,"4"3"0"0,-4 0 0 0,2 3 0 0,-3 2 0 0,-3 5 0 0,-1 4 0 0,0 2 0 0,-2 4 0 0,0 1 187 0,-1 0-75 0,3-1-116 0,-3 3 9 0,8-8 30 0,2-3 1 0,6-6-125 0,-2-4 63 0,5-5 31 0,0 1 8 0,5-4-233 0,6-3 128 0,5-2 64 0,2-5-26 0,0 1-23 16,3 0-14-16,1 3 40 0,-3 0 135 0,1 0-53 31,-2 6-27-31,0-3 18 0,2 1 2 0,-6 2-40 0,1 0 31 0,-5 0-117 0,0 5 68 0,-6 7 0 0,1-1 64 0,-5-1-521 16</inkml:trace>
  <inkml:trace contextRef="#ctx0" brushRef="#br0" timeOffset="57073.97">12903 6629 1002 0,'-15'0'0'0,"-2"2"0"0,9-2 0 0,0 2 0 0,7 0 0 0,1-1 0 0,0 1 252 0,9 0-112 0,8-1-53 16,6-1 213-16,4 3-132 0,1-3-67 15,5 0-113-15,-3 0 19 0,0 0 1 0,0 0 27 16,-2-3-454-16,-1 0 222 0,0 1 119 16,-6-3 49-16,-4 0-265 0,-4 0 146 0</inkml:trace>
  <inkml:trace contextRef="#ctx0" brushRef="#br0" timeOffset="57316.62">12984 6321 1205 0,'0'8'0'0,"0"2"0"0,0 4 0 0,0 6 0 0,2 4 0 0,1 7 0 0,-1 5 0 0,-2 4 167 0,0 1-66 0,0 2-33 0,-5-2 36 15,-3 0-34-15,-4 2 9 0,-1-11-43 0,-1-7-25 16,1-2 0-16,-2-6 25 0,1-7-1 0,0-1 38 15,5-9-38-15,2 0 1 0,1 0 100 0,3-4-51 16,0-4-24-16,3 1 141 16,0-1-88-16,3 1-39 0,10-2 0 0,5 5 28 0,1-3-33 0,8 2 8 15,-1 3-42-15,0 0-279 16,4-2 139-16,1 3 70 0,5-3-253 0,-4 4 136 16,0-3 90-16,2 3-1 0</inkml:trace>
  <inkml:trace contextRef="#ctx0" brushRef="#br0" timeOffset="57477.74">13380 6386 1216 0,'2'-11'0'0,"-1"6"0"0,6-2 0 0,2 1 0 0,8 2 0 0,1 1 0 0,1 3 0 0,5 0 423 0,1 0-193 0,-1 0-98 0,2 0-296 0,-3 0 91 0,0 0 49 0,-1 0 24 16,-5 0-380-16,0 0 181 0</inkml:trace>
  <inkml:trace contextRef="#ctx0" brushRef="#br0" timeOffset="57677.95">13505 6039 906 0,'-2'11'0'0,"1"2"0"0,1 3 0 0,0 6 0 0,0 9 0 0,3 11 435 15,5 4-204-15,1 9-98 0,3 3-48 0,-2 1 447 16,-1 1-247-16,0 2-117 62,-4-15-94-62,0-2-39 16,-2-6 1-16,0-5-1 0,-3-2-421 0,0 2 219 0,0-10 97 0,0-7-219 0,-5 0 162 0,1-7 82 0,-3-6 40 0,4-1-740 0,-3-3 359 0,3-18 175 0</inkml:trace>
  <inkml:trace contextRef="#ctx0" brushRef="#br0" timeOffset="57863.09">13553 6428 1249 0,'0'-7'0'0,"0"-1"0"0,0 4 0 0,0 2 0 0,0 2 0 0,-3 0 149 0,-6 10-61 0,-4 13-26 15,-6 6 0-15,1 2 149 0,-1 1-88 0,-3 4-35 16,6-7-282-16,0 0 114 0,4-5 58 0,-1-3 29 16,6-6-572-16,1-2 292 93</inkml:trace>
  <inkml:trace contextRef="#ctx0" brushRef="#br0" timeOffset="57912.66">13503 6500 1691 0,'0'3'0'0,"2"-1"0"0,-1 4 0 0,1 0 0 0,1 0 0 0,2 3 0 0,1 0 0 0,3-1 259 0,1 2-112 0,1 1-46 0,2-2-8 0,2 2-29 0,1-4 1 0,-1 0-30 0,3 0-462 0,2-4 240 0</inkml:trace>
  <inkml:trace contextRef="#ctx0" brushRef="#br0" timeOffset="58053.82">13868 6243 1429 0,'15'-11'0'0,"-1"1"0"0,5 5 0 0,6-1 0 0,-3 2 0 0,3-1 0 0,5-2 0 0,-6 3 72 0,-2 1 0 0,2 1-38 0,-4 1 1 0,-1 1-141 16,-1 0 79-16,-7 0 27 0</inkml:trace>
  <inkml:trace contextRef="#ctx0" brushRef="#br0" timeOffset="58391.54">13872 6374 691 0,'0'0'0'0,"0"0"0"0,0 0 0 0,2 0 0 0,4 0 0 0,1 0 0 0,3 0 0 0,1 0 156 0,4 0-57 16,0 0-40-16,0 0 77 16,1 0-51-16,1 7-25 0,-3 1 0 0,-2 3 75 0,-2 2-55 0,-5 5-23 15,0 3 124-15,-4 2-72 0,-1 6-38 0,0 5 9 16,0 1 397-16,0 1-221 0,-1 4-111 15,-4-3 323-15,3 4-217 0,-1 0-100 0,3-9-62 0,0-4-54 16,0-2-35-16,0-5 0 0,0-1 0 0,0-4-46 16,0-5-52-16,0-5 67 15,0-5-383-15,0-1 225 0,-3 0 112 0,-9 0 31 16,1 0-238-16,-4 0 53 0,-5-5 99 0,-3-2-141 16,-3-3 119-16,-6 0 51 0,3-3 38 0,-2-1-70 15,0 1 50-15,1-3 25 0,2 4 0 0,-3 0 151 16,10 5-59-16,1 4-33 0,5 1 127 0,2 2-80 15,3 0-41-15,-2 2-5 0,11 6-13 0,1 2 28 16,0 1 0-16,0 2-407 16,9-4 184-16</inkml:trace>
  <inkml:trace contextRef="#ctx0" brushRef="#br0" timeOffset="58569.9">14095 6736 1972 0,'0'0'0'0,"0"4"0"0,1-2 0 0,4 3 0 0,2 2 0 15,-3 3 0-15,1 0 0 0,0 0 0 0,0 1 109 0,1 3-29 0,-3-3-9 32,0-2-276-32,0-1 120 0,2 1 60 0,1-3-316 0,-1-5 196 0</inkml:trace>
  <inkml:trace contextRef="#ctx0" brushRef="#br0" timeOffset="58712.43">14567 6046 1994 0,'-1'11'0'0,"-7"-4"0"0,-3 4 0 16,0 5 0-16,-7 2 0 0,-6 3 0 0,-8 10 0 0,-7 3 0 0,-7 3 176 0,-4 1-71 0,4 1-35 0,7-9-182 0,3 4 82 0,17-17 28 0,10-3 1 0,7-5-297 15,2-6 167-15,8-3 92 0</inkml:trace>
  <inkml:trace contextRef="#ctx0" brushRef="#br0" timeOffset="58946.54">14539 6235 1293 0,'0'2'0'0,"0"0"0"0,0 2 0 0,0-1 0 0,0 0 0 0,0 2 0 0,0 0 0 0,-1 3 0 0,-4 2 238 16,0 1-105-16,-4 3 33 93,-2 0-66-93,-3 4-32 0,0 1 0 0,-4 1-208 0,2-4 82 0,-3-1 47 0,3 2 24 0,1-5-1 0,4-3 23 0,-3 3 9 0,8-7-8 0,1 0-325 0,5-3 128 0,0 1 87 16,0-3-178-16,5 0 108 0,9 0 27 0,2 0-58 0,2-3 69 0,0 0 36 0,2-3 0 0,1 1 26 0,-2 2 8 0,0-1 1 16</inkml:trace>
  <inkml:trace contextRef="#ctx0" brushRef="#br0" timeOffset="59100.1">14600 6428 1216 0,'6'5'0'0,"1"-1"0"0,-1-1 0 0,-3 2 0 0,0 2 0 0,-1-2 0 0,-2 2 0 0,0 3 206 0,-14 2-86 0,-2 2-42 0,-6 3 302 0,-4 0-178 0,-2 4-83 0,-3-1-41 0,-2 2 14 16,-1 2-19-16,6-5-9 0,3-2-28 0,6-4 22 16,3-1 0-16,8-3-22 15,2-1-113-15,6-4 52 16,4-4 30-16,11 0 0 0,9 0-205 0,2 0 118 0,5-1 60 0,-1-7-375 16,1-1 161-16,0 1 109 0,0-2 0 0,0 1-262 15,0 0 168-15,-4-2 98 0,-4 4 43 0,-1-2-152 16,-5 1 98-16</inkml:trace>
  <inkml:trace contextRef="#ctx0" brushRef="#br0" timeOffset="59208.78">14714 6590 1050 0,'3'0'0'0,"0"0"0"0,0 0 0 0,1 0 0 0,-1 0 0 0,0 0 0 0,-2 0 0 0,4 0 454 0,-2 3-200 0,0 0-114 0,-1 1-52 0,1 2 199 16,0 0-125-16,-2 3-64 0,3 1-65 0,-3-1 2 16,1 3 0-16,-1-1-498 0,-1 1 249 0,0 1 125 15,0 2 71-15</inkml:trace>
  <inkml:trace contextRef="#ctx0" brushRef="#br0" timeOffset="59445.94">14600 6803 1609 0,'-6'6'0'0,"-1"0"0"0,5 2 0 0,0 3 0 0,2 0 0 0,0 2 0 0,0 4 172 0,0-4-73 0,0 6-32 15,0-2 0-15,2 0 122 0,0 1-77 0,-2 5-30 0,0-8-207 0,0 2 80 31,0 0 40-31,-5-3-143 0,-2 0 91 0,-5 1 55 0,-2-7 14 0,1-1-244 16,-5-3 129-16,2-2-3 16,-4-2 54-16,-2 0-141 0,3-2 86 0,1-9 20 0,0 0 25 0,0-3 90 0,1 2-32 0,1-1-9 15,2 5 294-15,5 1-150 16,1 1-81-16,1 6 116 0,3-2-86 0,-1 2-2 0,4 0-37 0,1 0-184 16,0 8 82-16,1 0 66 0</inkml:trace>
  <inkml:trace contextRef="#ctx0" brushRef="#br0" timeOffset="59617.7">14934 6970 2406 0,'5'7'0'0,"2"-2"0"0,7 5 0 0,0 1 0 0,5 0 0 0,1 4 0 0,-3-2 0 0,-1-2-194 0,-5 2 110 0,-5 1-873 0</inkml:trace>
  <inkml:trace contextRef="#ctx0" brushRef="#br0" timeOffset="63837.3">16306 6164 2101 0,'-6'-10'0'0,"3"2"0"0,3 4 0 0,0-1 0 0,8-2 0 0,14 0 0 0,8 0 0 0,8 2 0 0,1-4 339 0,9-1-152 16,8-1-65-16,0 1 254 0,2-1-169 15,-3 1-85-15,-1 1-43 0,-2 4-81 0,0 2 9 0,-14 0 29 16,-5 3-425-16,-5 0 213 0,-7 0 106 0,-8 4 54 16,-1 3-303-16,-10 0 173 0,-2-1 92 0,-2 1-835 15,-12 2 426-15</inkml:trace>
  <inkml:trace contextRef="#ctx0" brushRef="#br0" timeOffset="64036.87">16431 6171 1151 0,'-28'10'0'0,"6"5"0"0,3 5 0 16,10 5 0-16,2 8 0 0,7 0 0 0,2 5 509 0,12 6-237 0,8 5-117 0,3 3-60 0,0 10 682 16,-3-8-374-16,-2 2-184 0,-5 3 131 0,-7 4-350 31,-5-1 0-31,-3 10 0 0,0-13 0 0,-11-4 0 0,-6-1 0 0,-3-4 0 15,-2-5 0-15,-4 1 0 0,4-16 0 0,-3-10 0 16,-1-4 0-16,1-9 0 0,2-7 0 0,0 0-504 0,7-4 138 16,5-20 96-16,6-8-430 0,5-11 332 15,0-13 166-15,12-16-516 0</inkml:trace>
  <inkml:trace contextRef="#ctx0" brushRef="#br0" timeOffset="64740.96">16865 6229 2724 0,'8'-5'0'0,"0"1"0"0,-3 1 0 0,-2 3 0 0,-1 0 0 0,-2 9 0 0,0 4 0 0,-10 4 0 0,-6 4 0 0,0 2 313 0,-4 3-139 0,2 1-69 0,0-1-34 0,0 4 38 0,3-5-41 0,2 2 0 0,1-2-272 0,4-3 120 16,0 2 70-16,7-7 20 0,1-5-333 0,0-2 181 15,0-3 92-15,0-3-328 16,1 1 138-16,2-5 114 0,2 0 8 0,0 0 17 0,-2-2 35 0,-1-4 0 15,-1-2 24-15,1-2-26 0,-2 1 35 0,0-2 1 16,0-1 41-16,0 0 0 0,0 0-51 0,-2 0 196 16,1 3-93-16,1-3-47 0,0 3-23 0,0-2 312 15,1-1-133-15,8 0-83 0,4 5-7 0,2-3 80 16,4 3-35-16,4 0-44 0,1 2 0 0,2 3 8 16,2 2-25-16,-1 0 1 15,2 7-82-15,-6 7 29 0,2 3 9 0,-6 0-101 16,-8 7 61-16,-3-5 29 15,-7 4 1-15,-1-2-72 32,0 3 36-32,-6-5 23 0,-10 1-14 0,-4-6-75 0,-2-1 36 15,0-2 28-15,-2-3-5 0,1-2-83 0,1-4 40 0,3-2 31 0,2 0-175 0,3 0 94 0,-2-2 33 0,8-5-31 0,2 0 45 0,2-2 0 16,4 1 45-16,0 1 30 0,0-2-9 16,0 5-20-16,4 1-1 0,4 0 29 0,2 1-1 0,2 1-36 15,-1 1 8-15,-2 0-52 16,3 0 26-16,-2 0 0 0,0 0-103 0,0 1 56 0,-4 1 41 0,-1 3 0 78,-2-3 22-78,1 4 11 0,-3-2-1 0,1 3 235 0,-2 0-112 0,0-1-62 0,0 5-30 0,-7-2 494 0,3 2-233 0,-3 2-94 0,1 1-77 0,2 3 424 0,1 1-236 0,1 2-118 0,2 2 98 16,0 4-99-16,0 1-62 0,0-1 121 0,0 3-87 0,0-2-45 62,2 0 1-62,-1 5-118 0,2-6 32 0,-1-4 0 0,-1-1 42 0,-1-1-158 16,0-6 80-16,0 1 47 0,-1-6-9 0,-7-6-191 0,-2-1 112 0,-2-2 3 0,0 0-91 0,-3-5 31 0,0-7 62 0,1-7-124 0,-2-4 83 0,2-2 40 15,-1-2 0-15,1-2-7 0,0 5 8 0,4 2 41 0,-2 4-1 0,4 4 141 32,-1 5-70-32,-2 2-45 0,2 6 10 0,1 1 183 0,0 8-105 0,-1 8-31 15,-1 7 13-15,1 1-17 0,4 2 0 0,2-1-243 0,3-3 102 0,0-1 69 16,1-2 0-16,11-3-680 0,6-10 341 0</inkml:trace>
  <inkml:trace contextRef="#ctx0" brushRef="#br0" timeOffset="64884.73">16979 6863 1883 0,'6'0'0'0,"0"0"0"0,-1 0 0 0,3 0 0 0,-2 2 0 0,2 6 0 0,0 1 0 0,0 4 0 0,0-1 772 15,2 5-359-15,-2-1-192 0,-3 0-93 0,4 1-36 16,0-2-27-16,-2 0-1 0,1-1-717 0,-3-2 340 0,5-4 175 15,-2-3-277-15,1-2 226 0,3-3 113 16</inkml:trace>
  <inkml:trace contextRef="#ctx0" brushRef="#br0" timeOffset="65032.72">17205 6566 557 0,'1'-7'0'0,"4"0"0"0,1-1 0 0,5-2 321 0,2 5-143 0,2-2-70 0,9-1-36 0,5 1 586 16,9 0-301-16,2-3-165 15,2 4-78-15,3-3 317 0,-1 4-198 0,-2-1-98 16,5-1-476-16,-14 4 184 0,-4 1 97 0,-4 2-782 16,-7 0 439-16,-3 2 228 0,-14 13 102 0</inkml:trace>
  <inkml:trace contextRef="#ctx0" brushRef="#br0" timeOffset="65248.49">17362 6774 988 0,'-6'10'0'0,"3"1"0"0,1 3 0 0,2-1 0 0,0 1 0 0,0 4 259 0,2-2-116 0,7-1-53 0,2 0-27 0,-2 2 208 0,-1 0-118 0,2 2-48 0,-5-5-100 0,-2 1 31 0,-1 0 1 0,0-1-124 0,-2 0 62 0,0 0 39 0,-2-5-8 0,-5-1-111 0,1-5 71 0,-1-3 35 0,1 0 1 0,0 0-93 0,3-14 1 0,3-10 48 0,0-6-39 0,0-5-280 0,6-10 154 0,3-7 75 47</inkml:trace>
  <inkml:trace contextRef="#ctx0" brushRef="#br0" timeOffset="65369.62">17481 6135 2196 0,'0'-19'0'0,"0"-1"0"0,-2 18 0 0,-1 2 0 0,-2 19 0 0,1 22 0 0,4 12 0 0,0 13 0 0,0 3 0 0,6 6 350 0,5 8-157 0,6 10 287 16,3 13-213-16,0-12-119 0,5 1-57 15,-1-10-280-15,2-8 112 0,1-12 57 16,1 3 37-16,-6-24-607 0,-5-6 313 0,0-7 157 15,-6-7 78-15,0-13-374 0,-5-9 135 0</inkml:trace>
  <inkml:trace contextRef="#ctx0" brushRef="#br0" timeOffset="65657.82">17792 6196 1652 0,'0'-12'0'0,"0"2"0"0,0-1 0 0,0 8 0 0,1 3 0 0,3 0 309 0,5 4-137 0</inkml:trace>
  <inkml:trace contextRef="#ctx0" brushRef="#br0" timeOffset="65698.6">17813 6179 2238 0,'11'21'79'0,"1"-1"-78"0,2 6 0 0,1 3 36 0,3 0-1 0,2 1-364 0</inkml:trace>
  <inkml:trace contextRef="#ctx0" brushRef="#br0" timeOffset="65742.03">18327 6507 1685 0,'3'0'0'0,"2"0"0"0,1 0 0 0,2 0 0 0,2 0 0 0,2 0 0 0,3 0 653 0,4 0-309 0,6 0-145 0,0 0-86 0,3 0-427 0,4 0 175 0,1 1 87 0,0-1 44 0</inkml:trace>
  <inkml:trace contextRef="#ctx0" brushRef="#br0" timeOffset="65811.69">18308 6825 2145 0,'-13'4'0'0,"0"3"0"0,8 0 0 0,5-1 0 0,0 3 0 0,10-3 331 0,14 0-147 0,9-1 356 0,6-5-256 0,4 0-125 0,6 0-61 0,-2 0 32 15,4 0-70-15,3 0-60 0,-7 0 0 0,-2-7-762 32,-6 2 324-32</inkml:trace>
  <inkml:trace contextRef="#ctx0" brushRef="#br0" timeOffset="68367.64">19483 6207 908 0,'3'-7'0'0,"2"-2"0"0,1 3 0 15,-1-1 0-15,1-1 0 0,0 1 0 0,-1-2 0 0,3 0 152 0,-3 1-62 0,1-1-25 16,-2-3-1-16,1 0 90 16,-2-1-59-16,0-3-18 0,-1 2 33 0,-1-1-36 15,-1-1 0-15,0-1 7 0,0 1-43 0,0-3 10 0,-6 2-10 0,-2 1-3 0,-1 0 3 0,0 2 0 16,-3-1 1-16,-1 1 36 15,2 2-36-15,-2 4-1 0,-2-1 0 0,0 4 35 16,0 2 0-16,-1-1-25 0,1 4 58 0,-1 0-34 16,-2 4 0-16,4 8 52 0,-2 1-43 0,-1 1 10 15,4 3-53-15,1 3 78 0,1 1-39 0,2 3 0 16,1 3-39-16,-1 4 126 16,3 1-68-16,4 2-29 0,0 4 0 0,2 4-24 0,-1 8-43 0,1 0 0 15,0 7 0-15,1 4 0 16,3 4 0-16,5 6 0 0,0 8 0 0,-3-9 0 15,2 3 0-15,-1 0 0 0,1-1 0 0,-3-2 0 110,0 5 0-110,0-17 0 0,-2-4 0 0,-2-4 0 0,-1-3 0 0,0-3 0 0,0 3 0 0,0-16 0 0,-9 1 0 0,1-6 0 0,-4-2 0 0,-2-2 0 0,-8-2-66 0,3-8-60 0,-1 0 45 0,-2-9-83 0,-1 0 63 0,-1-3 31 0,-2 0-9 0,6 0-148 0,5-6 94 15,2-11 47-15,1-1 1 0,6 0 47 0,2-3-10 0,4 5 10 0,0-2-711 0</inkml:trace>
  <inkml:trace contextRef="#ctx0" brushRef="#br0" timeOffset="70174.89">19760 7246 1274 0,'0'0'0'0,"-1"2"0"0,-4-1 0 0,3 2 0 0,2-2 0 0,0-1 86 15,0 1-15-15,7-1 435 0,9 0-234 0,7 0-117 16,4 0-59-16,5-2 167 15,4-7-104-15,1 2-65 0,-1-1-28 0,0 1-93 0,3 2 32 0,-2-1 1 16,5 0 41-16,-11 2-174 0,-3 3 83 0,-3 1 41 16,-6 0-571-16,-5 1 305 31,-1 9 116-31</inkml:trace>
  <inkml:trace contextRef="#ctx0" brushRef="#br0" timeOffset="70494.07">19841 7429 1312 0,'-17'7'0'0,"5"-2"0"0,3 1 0 0,4 0 0 0,5 1 0 0,0-2 0 0,14 1 0 0,3-2 387 16,6 2-175-16,4-4-78 0,-4 1-52 0,2 1 115 15,-1 1-80-15,-3-1-40 16,-1 1-139-16,-1 2 59 16,-5-2 16-16,-4 1-39 0,-4 3 32 0,-5-1 1 0,-1 2 30 0,-1 4 38 15,-17-4-9-15,-6 0-28 0,-1 2-1 0,-5-2 131 16,-1-1-65-16,-2-1-32 15,5-5-9-15,2 1 173 125,6 0-98-125,7-4-50 0,2 0 134 0,0 2-83 0,11-2-135 0,0 0-3 0,9 0 0 0,12-2 0 0,7-2 0 0,3 0 0 0,2 2 0 0,1-1 0 0,2-1 0 0,-2 2-55 0,-3 2-53 0,5 0 77 0,-8 0 29 0,-3 0-560 0,-4 0 271 0,-3 0 85 0,-5 2-275 0,1 2 212 0,-10-2 121 0,-2-1-316 0,-2-1 214 0,0 0 106 0,0 0 53 0,0-12-155 0</inkml:trace>
  <inkml:trace contextRef="#ctx0" brushRef="#br0" timeOffset="70682.23">20030 6845 1813 0,'-11'-16'0'0,"6"7"0"0,1 2 0 0,2 4 0 0,2 3 0 0,0 0 0 0,0 5 0 0,0 9 0 0,0 6 0 0,2 1 503 0,1 4-232 0,0 2-117 16,0 4-143-16,3-2 27 15,-3 0-1-15,2 2-565 63,-1-2 283-63,3 0 142 0,2 7 79 0,-1-7-812 0</inkml:trace>
  <inkml:trace contextRef="#ctx0" brushRef="#br0" timeOffset="70807.88">20483 7202 2500 0,'0'0'0'0,"0"0"0"0,0 0 0 0,0 0 0 0,0 0 0 0,3 0 0 0,5 0 0 0,2 0 325 0,4 0-135 16,0 0-82-16,6 0-325 15,1 0 127-15,6 0 63 0,1 0 31 0,3 0-340 0,-1 0 181 16,1 0 96-16</inkml:trace>
  <inkml:trace contextRef="#ctx0" brushRef="#br0" timeOffset="70983.63">20982 7218 1645 0,'5'-1'0'0,"1"0"0"0,2-2 0 0,3 0 0 0,7 0 0 0,3-2 299 0,8 0-122 16,5 0-76-16,1 2 388 0,7-3-227 0,-2 1-113 0,4 2-56 0,1 2-274 16,-6-1 103-16,-5 2 58 15,-3 0 28-15,-3 0-298 0,-7 2 163 0,-2 5 90 16,-12 1-773-16,-7 3 403 0,0 2 202 0</inkml:trace>
  <inkml:trace contextRef="#ctx0" brushRef="#br0" timeOffset="71266.98">21083 7391 1259 0,'-15'1'0'0,"1"2"0"0,9-3 0 0,5 5 0 0,0-5 0 0,11 3 0 0,6-3 169 0,6 3-71 0,4-2-31 0,4 1 245 15,-2 2-137-15,3-2-70 0,-1 6-26 0,-6-2-84 16,-2 1 1-16,-4 6 40 0,-4-2 0 0,-4 7-160 15,-4-1 89-15,-7 4 31 32,-2 2-30-32,-17 1 35 0,-9-2 0 0,-5-1 21 0,-7 2 15 0,-1-7-48 0,1-4 0 0,-2 1 213 0,1-6-93 0,4-1-57 15,-2 1 2-15,14-4 288 0,7-2-153 0,6-1-77 16,8 0-37-16,4 0 196 0,0 0-108 0,19 0-68 16,7 0-23-16,7 0-46 15,6-1-26-15,4-2 0 0,6 2 0 0,-4 0 0 16,0-1 0-16,2 2-228 15,-2 0 79-15,0 0 93 0,4-3 54 0,-11 2-629 0,-3 0 306 0,-6-1 104 16,-4 0 93-16,-6-1-456 0,1 0 265 0,-11-4 146 16</inkml:trace>
  <inkml:trace contextRef="#ctx0" brushRef="#br0" timeOffset="71505">21068 6603 1850 0,'0'-13'0'16,"0"4"0"-16,9 1 0 0,16-1 0 0,6 1 0 0,11-2 228 0,0 2-100 0,2 2-47 0,3-1 391 0,-2-1-218 0,-1 6-109 0,2-1-46 0,-14 2-36 0,-1 1 0 0,-7 0-27 0,-5 6-575 0,-6 5 287 0,-4 2 153 0,-6-1 63 0,-3 5 36 0,-5 1 0 0</inkml:trace>
  <inkml:trace contextRef="#ctx0" brushRef="#br0" timeOffset="71784">21176 6575 817 0,'-10'0'0'0,"0"0"0"0,1 3 0 0,3 4 0 0,3 3 0 0,3 2 0 0,0 5 31 0,0 4-31 0,2 5 724 0,5 5-349 0,2 0-169 0,2 2-86 0,0 1-5 0,-3 2-39 0,-2 1 8 0,-1-6-48 0,-2-6-96 16,0 2 48-16,-1-8 24 0,-2 0 8 0,0-9-120 47,0-5 68-47,0-5 33 0,-3 0-152 0,-5-3 92 0,0-11 4 0,0-5-132 0,-3-4 65 0,4-3 52 0,-4-3-10 0,3-2 30 0,-4-1-1 0,3 2 15 16,-2 3 0-16,2 4 46 0,-2 4-24 0,-1 4 1 15,-1 0-32-15,0 11 292 16,2 4-120-16,-4 0-71 0,0 11 221 0,-1 9-131 0,-3 7-34 0,3 4-30 47,0 4-19-47,-1 1 0 0,3 0-28 0,-2-3-213 0,4-2 115 0,5-6 45 0,4-3 27 0,3-7-231 0,0-4 108 0,7-8 67 0,11-3-652 0,7 0 335 15</inkml:trace>
  <inkml:trace contextRef="#ctx0" brushRef="#br0" timeOffset="72028.17">21436 6621 1879 0,'0'3'0'0,"0"2"0"0,0 2 0 0,0 4 0 0,-1 5 0 16,-8 9 0-16,-5 8 0 0,-1 7 345 0,-1 6-155 0,2 4-77 0,3 0 392 15,0 5-226-15,7-13-126 0,4-6-59 0,2-5 12 16,12-9-35-16,5-2 9 0,2-12-44 0,3-7-78 0,-2-1 39 16,2 0 0-1,-4-9-198-15,1-5 127 0,-10-2 51 0,-1-2-140 0,-8-2 99 0,1 0 50 16,-3 2-44-16,0-1-105 0,-5 4 73 0,-6 4-3 15,-3-1 29-15,-2 5 31 0,1 0-3 0,-4 5-9 16,5 0-66-16,1 2 38 0,0 0-1 0,2 0 39 16,3 0-423-16,-3 4 203 0</inkml:trace>
  <inkml:trace contextRef="#ctx0" brushRef="#br0" timeOffset="72632.75">19659 5738 2218 0,'0'0'0'0,"0"0"0"0,0 0 0 0,0 0 0 0,0 0 0 0,6 0 0 0,5 0 0 0,8 0 357 0,6 0-150 0,4 0-90 0,6 0 89 0,4-4-85 0,2-2-42 0,6-1 0 0,2 0-33 0,-7 0-9 0,-3 2-1 0,-3 0-113 0,-7 3 57 0,-4-1 28 0,-1 3 10 0,-17 0-1352 0,-5 3 661 0,-2 9 263 0</inkml:trace>
  <inkml:trace contextRef="#ctx0" brushRef="#br0" timeOffset="72924.71">19806 5867 1233 0,'-19'0'0'0,"-1"0"0"0,7 0 0 0,-1 0 0 0,11 0 0 0,3 0 0 0,0 0 0 0,13 0 360 0,7-1-162 0,3-3-71 16,5 4-50-16,0-1 198 0,2 1-120 0,-2 0-58 15,-2 0-31-15,-1 1 32 0,-4 9-36 0,-2 0 1 16,-4 1-76-16,-5 2 24 16,-3 6 1-16,-6 1 34 0,-1 3-39 0,-9 1 0 0,-16 0 30 0,-3 3 93 15,-6 0-37-15,-5-8-33 16,3-3 0-16,1-2 139 0,5-5-81 0,5-2-41 16,3 0 10-16,8-7 68 0,8 0-121 0,6 0-34 15,0 0 0-15,9 0 0 0,14-2 0 0,7-1 0 16,4-1 0-16,4 3 0 0,0-1 0 0,1 2 0 15,4 0 0-15,-8 0 0 16,3 0 0-16,-6 0 0 0,-2 3 0 0,-4 4-15 0,0-4-51 16,-11 0-611-16,-5 0 320 0,-4-2 160 15,-3-1-200-15,-3 0 181 0,0-10 80 0,0-8-492 0,-11-8 296 0</inkml:trace>
  <inkml:trace contextRef="#ctx0" brushRef="#br0" timeOffset="73080.64">19957 5166 1986 0,'-5'4'0'0,"0"0"0"0,4 4 0 0,-1 4 0 0,2 7 0 0,0 3 0 0,0 8 0 0,0 8 0 0,0 1 448 16,0 6-205-16,0 1-104 0,3 0-51 0,7 7-17 16,2-11-9-16,4-4-895 15,2-4 434-15</inkml:trace>
  <inkml:trace contextRef="#ctx0" brushRef="#br0" timeOffset="73235.67">20337 5704 2070 0,'13'0'0'0,"2"-2"0"0,1-1 0 0,10 1 0 0,2 0 0 0,3-3 0 0,9-1 0 0,-4 2 0 0,2-1 458 0,-1-2-211 0,1 0-105 15,-1 2-398-15,0-2 155 0,-10 3 64 0,-6 1-723 16,-3-3 397-16,-7 2 198 0,-5 1 99 0</inkml:trace>
  <inkml:trace contextRef="#ctx0" brushRef="#br0" timeOffset="73399.8">20581 5396 929 0,'-3'0'0'0,"-1"2"0"31,3 2 0-31,1 3 0 0,0 8 0 0,0 5 519 0,1 10-241 0,6 7-113 0,0 5-68 0,-2 7 397 0,2 5-229 0,-4 2-115 15,-1 5-150-15,-1-11-9 0,1-4 45 0,1-7 1 32,2-2-715-32,1-7 357 0,2 2 188 0</inkml:trace>
  <inkml:trace contextRef="#ctx0" brushRef="#br0" timeOffset="73653.8">20988 5649 1349 0,'19'-10'0'0,"1"3"0"157,4 3 0-157,10-3 0 0,-3 4 0 0,2 0 0 0,2 1 515 0,1 1-240 0,-1-1-119 0,4 1 46 0,-5-1-87 0,-3 2-40 0,0 0 0 0,-4 0-667 15,-1 0 311-15,2 0 161 0</inkml:trace>
  <inkml:trace contextRef="#ctx0" brushRef="#br0" timeOffset="73826.33">21097 5809 1604 0,'-9'0'0'0,"4"0"0"0,5 2 0 0,0 0 0 0,11-1 0 0,9 2 201 0,6 0-87 0,6 0-39 15,3-2 0-15,1 3 139 0,1 0-89 0,0 2-36 0,-4 1-31 0,-5 2 0 0,-2-1-22 0,-6 6 23 0,-9 1 1 0,-6 6-16 0,-5-2-8 0,-11 1-521 0,-15 4 261 0,-4-7 129 0,-6 4 6 0,-1 0 55 0,-1-9-6 0,2-1-1 0,2-1-31 0,3-2 159 16,5-4-92-16,0 3-10 0,14-7 397 0,5 0-194 15,7 0-61-15,0 0 151 16,14-2-115-16,9-1-55 0,6-3-41 0,4 2 16 0,2 0-24 0,4 0 0 16,0 1-23-16,2 0-249 0,-7-1 119 0,1 1 65 31,-2 3 33-31,-3-4-211 16,-1 3 108-16,1-3 7 15,-10 2-599-15,-5-1 328 0,-4 0 164 0,-2-6 82 0</inkml:trace>
  <inkml:trace contextRef="#ctx0" brushRef="#br0" timeOffset="74025.46">21133 4925 2437 0,'0'-9'0'0,"12"-1"0"0,10 5 0 0,13 4 0 0,7-1 0 0,6-1 0 0,-1 0 0 0,7 2 210 0,-12 1-92 0,-2 0-41 0,-1 0 50 15,-3 0-45-15,-6 0-23 16,3 0 9-16,-15 4-581 0,-3 1 273 0,-7 1 135 0,-5 1 69 0,-3-1-810 16,0 3 396-16</inkml:trace>
  <inkml:trace contextRef="#ctx0" brushRef="#br0" timeOffset="74320.53">21220 5007 1314 0,'-9'13'0'0,"3"1"0"16,4 2 0-16,2 7 0 0,0 0 0 0,2 5 0 0,4 1 156 0,2 0-64 0,-3 2-29 0,2-2 258 0,-1 0-142 0,-1 3-72 16,-4 1-26-16,0-8-63 0,-1-3 18 0,0-3 0 15,0-6 0-15,-2-2-178 0,-7 1 98 16,0-12 35-16,-1 0-156 0,-2-2 101 16,1-11 50-16,-2-6-190 15,-1-2 110-15,3-1 12 0,2-5 37 0,-2 1-30 0,3 2 23 0,-1 1-21 16,1 4 9-16,2 9 171 0,0-1-71 0,-2 7-37 15,-1 3 1-15,-2 1 263 0,1 4-114 0,-2 14-76 16,-2 5 118-16,0 7-69 16,-2 3-49-16,-2 4-182 0,2 0 76 0,-1-1 35 0,3-3 0 0,1-4-162 15,6-4 94-15,0-1 51 32,7-12 0-32,0-10-567 0,7-2 243 0</inkml:trace>
  <inkml:trace contextRef="#ctx0" brushRef="#br0" timeOffset="74676">21445 5121 1477 0,'3'4'0'0,"-2"3"0"0,-1 3 0 0,0 6 0 0,0 2 0 0,0 5 0 0,-10 5 309 0,0 4-136 0,1 5 337 32,0-4-242-32,4-1-116 0,2-5-58 0,3-1-32 0,0-6 1 0,1 0-18 15,10-12-9-15,5-3-96 0,1-5 48 0,0-4 25 16,0-9-1-16,0-4-190 0,-4-5 103 0,-4 1 55 0,-3-1-64 0,-4 3 60 15,-1-1-40-15,-1-1 38 0,0 9-19 0</inkml:trace>
  <inkml:trace contextRef="#ctx0" brushRef="#br0" timeOffset="74725.34">21521 5284 2580 0,'-11'-8'-48'0,"-5"3"114"0,-3 0-48 0,3 5 5 0,-3 0-23 0,2 0-50 0,0 7 29 0,3 4 15 0,-1 1 48 0,8 4-42 0,2 3 33 0</inkml:trace>
  <inkml:trace contextRef="#ctx0" brushRef="#br0" timeOffset="75183.77">22358 6389 1353 0,'-22'-8'0'0,"2"1"0"0,2 3 0 0,-2 4 0 0,2 0 0 0,5 0 203 0,-4 9-82 0,1 9-43 0,-1 8 144 0,-2 8-83 16,5 5-56-16,2 3 161 0,0 5-103 0,4-1-52 15,2 0-26-15,6 1 58 0,0-14-47 0,7-6 0 16,10-6-37-16,4-9-41 0,2-4-1 0,4-5 52 15,-1-3-144-15,1-8 68 0,-2-13 32 0,1-8 1 16,2-3-306-16,0-10 142 16,-4 1 86-16,-3-2-224 0,-3-3 140 0,-1 0 29 15,-2-4 49-15,2-9-193 0,-9 7 122 0,-3-5 57 16,-3-6 29-16,-2-5 41 0,0-1-13 0,0-9-10 16,-5 17 10-16,-1 8 123 15,-2 12-62-15,-3 14-30 0,3 8 289 0,-1 19-155 0,0 1-82 0,1 22 185 16,1 12-118-16,1 10-1 15,0 9-45-15,1 6 263 0,1 7-147 0,1 4-72 16,2 4-38-16,1 0 240 0,0 12-128 0,0-19-79 0,0 1-34 0,4-2 90 16,9-5-62-16,3-4-31 15,3 4-661-15,-1-19 310 0,0-7 159 0,2-10-362 16,-3-5 257-16,0-13 72 0</inkml:trace>
  <inkml:trace contextRef="#ctx0" brushRef="#br0" timeOffset="75400.42">22681 6399 1806 0,'9'-2'0'0,"1"-2"0"0,5 3 0 0,3 1 0 0,4 0 0 0,-1 1 0 0,-1 10 0 0,4 6 294 16,-3 2-128-16,-1 4-64 0,2 4 136 0,-12 0-104 16,-1 5-49-16,-7 0-118 15,-2 3 36-15,-4 1-1 0,-15 3 44 0,-7-9-36 0,-4 0 0 0,-4-6 27 16,-4-4 0-16,0-3-39 0,-3-1 9 0,7-10 30 15,3-3-344-15,4-3 163 16,7 0 35-16,1-1 58 0,16-15-487 0,3-6 251 0,5-7 125 0,16-6-417 16,11 0 271-16</inkml:trace>
  <inkml:trace contextRef="#ctx0" brushRef="#br0" timeOffset="75597.47">23027 6309 2009 0,'5'-9'0'0,"0"4"0"0,-5 5 0 0,0 0 0 0,-1 12 0 0,-13 9 0 0,-4 8 381 0,-2 7-162 0,1 5-96 0,2 1 736 0,-1 5-519 0,8 5-340 0,3 0 0 0,7 7 0 0,3-11 0 0,18-4 0 0,10-5 0 0,9-4 0 15,9-12 0-15,9 2 0 63,0-9-355-63,5-10-120 0,3-4 257 0</inkml:trace>
  <inkml:trace contextRef="#ctx0" brushRef="#br0" timeOffset="75723.27">23676 6751 2591 0,'-5'-1'0'0,"0"-4"0"0,4 5 3 0,1-3 2 0,0 1-1 0,0 2 358 0,0 0-164 0,0 0-82 0,0 7-127 0,5 3 22 0,-1-3 10 0,4 3-855 0,0 2 400 0</inkml:trace>
  <inkml:trace contextRef="#ctx0" brushRef="#br0" timeOffset="76182.53">24538 5963 803 0,'4'-58'0'0,"-2"-2"0"0,1-10 0 0,-3 11 0 0,0-4 0 0,-3 1 99 0,-9 3-31 0,-4 9-1 0,-6 2 97 0,-1 25-69 0,-5 10-29 32,-6 10-1-32,1 3 233 0,-6 1-131 0,-6 16-57 15,8 6-41-15,2 8 173 0,-1 8-103 0,5 9-51 47,6 10 191-47,-1 14-112 0,16 0-70 0,1 10 285 0,8 7-173 0,1 6-87 0,0 8-42 0,4 18-25 0,5-14-55 0,2 9 0 0,2 3 0 0,1 4 0 16,-2 0 0-16,-1 16 0 31,-9-34 0-31,0-2 0 0,-2-9 0 0,-4-8 0 0,-14-5 0 0,-8 2 0 0,-3-25 0 0,-4-3 0 31,-4-10 0-31,-6-6 0 0,-5-9 0 0,-8-5 0 0,9-19 0 0,-1-3 0 0,6-3 0 0,3-3 0 0,7-12 0 0,5-7 0 16,16-2 0-16,9-8-856 0</inkml:trace>
  <inkml:trace contextRef="#ctx0" brushRef="#br0" timeOffset="78350.67">4351 5165 1169 0,'0'-7'-1'0,"2"-1"1"0,0 2 0 0,0 3 0 0,0-5 0 0,-1 1 0 0,0 5 0 0,-1-1 0 0,2-1 132 0,-2 1-45 0,0 3 0 0,0-3-86 0,0 3 40 0,0 0 0 0,0 0 0 0,0 0-44 0,0 10 44 0,0 2 10 0,0 3-81 0,0 3 35 0,0 3 0 16,0 5 36-16,0 3-159 0,0 5 78 0,0-2 13 15,0 6 0-15,0-1-110 0,0 3 70 0,0 7 15 16,0-1 1-16,0 2-2 109,0 0 39-109,0 0-19 0,0-1 54 0,-2 6-59 0,1-12 17 0,0 0 128 0,-1-3-62 0,-2-1-25 0,2 0-1 0,0 6-14 0,-1-10-15 16,1 0 46-16,2 0-41 0,0-1 213 0,0 1-94 0,0 8-27 0,0-9-99 0,0 0 43 0,0 2-5 0,0 0 10 0,2 2-42 0,0 5 5 0,1-7 26 0,1 3-7 0,0-2 3 0,-2 6-10 0,1 0 8 0,1 5 46 0,0-5-47 0,-3 1-6 0,1-1 5 0,0 2 29 16,-1-1-1-16,0 6-16 0,-1-9-9 0,0-1 38 15,0 0-34-15,0-2 8 16,0 2-18-16,0 5 21 31,0-7-9-31,0 1 0 0,0 1 0 0,0-1 0 0,0 4 1 0,0 4 4 0,0-7-5 0,0-1-5 16,0 3 4-16,1 1-49 0,1 5 0 0,1 4 45 0,1-6-46 0,0 3 41 15,-2 2 1-15,0 1-3 0,-1-1-40 0,0 8 43 16,0-7-3 0,-1-1-15-16,0 5 14 0,2 1-5 0,0-2 3 0,-1 6 35 15,1-16-36-15,-2 0 0 0,0 1 1 0,0 0-30 0,0 7 4 0,0-11 20 16,0 4 29-16,0 0-25 15,0 4 0-15,0 1 37 0,0 5 3 0,0-9-37 0,0 1 0 0,0 0-25 16,-3 5 0-16,1 2 26 16,-1 11 4-16,2-10 17 0,0 3-20 0,-1-3-1 15,0 0-1-15,1 1-6 0,-2 8 11 0,2-12-3 16,1 1-14-16,0 2 12 16,0 0 1-16,0 1-5 0,-3 5-25 0,1-12-4 0,1-1 27 0,-1 2-45 31,2 2 46-31,-1 2 0 0,1 14-1 0,0-8-25 0,0 2 17 0,0-1 6 15,0 2-7-15,0-1-51 0,1 11 24 0,2-15 0 16,3 2-88-16,0 4 54 31,-3 3 18-31,1 1 1 0,1 12-65 0,0-13 46 47,1 2 10-47,-4 1-21 0,0 1 36 0,0 4 5 0,-1 4-26 16,1-16 67 109,-2-3-4-125,0-2-41 0,0-5-1 0,0-2 39 0,0 2-3 0,0-17-31 0,-2-5-8 0,1-4 12 0,-3-4 15 0,3-5-11 0,-2-3-185 0,1-8 93 0,-1-6 39 0,-1 0-437 0</inkml:trace>
  <inkml:trace contextRef="#ctx0" brushRef="#br0" timeOffset="88061.35">25454 4300 2119 0,'0'0'0'0,"0"0"0"0,0 0 0 0,0 0 0 0,0 0 0 0,0 0 0 0,0 6 0 0,4 6 359 16,4 0-160-16,3 4-69 0,5 1 63 0,0 3-76 15,2 2-39-15,2-2-6 0,2 0-33 0,3 3 9 16,-4-5-10-16,-2-1-139 0,1-4 69 0,-3 0 37 16,-3-4-1-16,1 1-398 15,-9-6 211-15,-2-1 64 0,-1-3 71 0,0 0-648 0,-2 0 329 0,1 0 153 16,-2-3-324-16</inkml:trace>
  <inkml:trace contextRef="#ctx0" brushRef="#br0" timeOffset="88360.84">25804 4223 1009 0,'-1'-8'0'0,"-1"0"0"16,-1 5 0-16,0-2 0 0,1 3 0 0,-2 0 0 0,3-1 454 94,-2 3-212-94,2 0-101 0,0 0-51 0,-1 7 226 0,1 9-138 0,-2 2-59 0,-2 6-44 0,-1 6-1 0,1 6-34 0,-7 4 192 0,4 4-15 0,-8 9-79 0,3-4-54 0,-2 8-8 0,-4 2-1 0,-2 4-35 0,0-3 0 0,-2 5 45 0,5-13-45 0,2-4-1 0,2-7 1 0,1-4 7 0,0-3-7 0,7-15-40 0,5-5 0 0,-1-5 0 31,2-3 0-31,0-6 0 0,0 0 0 0,0 0 0 0,0 0 0 0,0-3-74 16,0 0-17-16,0-3 47 0,2-3 21 0,1 0-202 31,1-2 92-31,3-1 62 0,-1-1-1 0,1-1-602 0,3 0 306 0,-2 2 170 0,4 2-578 0</inkml:trace>
  <inkml:trace contextRef="#ctx0" brushRef="#br0" timeOffset="88954.71">26064 4412 1804 0,'-9'-4'0'0,"3"1"0"0,1 1 0 0,0-1 0 0,1 3 0 0,4-3 0 0,-2 2 0 0,2 1 323 0,0 0-141 15,0 0-71-15,0 0 241 16,4 1-156-16,7 5-68 0,-1-2-49 0,5 0 123 0,2-1-80 0,0 3-41 15,3-1 9-15,-3-1-83 0,0-1-1 0,-1 0 34 16,1-2-144-16,-4 1 72 16,4 1 46-16,-6-2-111 0,-1-1 68 0,0 0 34 15,-2 0 1-15,-3 0-368 0,3 0 184 0,-4 0 38 16,-3 0 63-16,-1 0-492 16,0 0 264-16,0 0 133 15,0 0 56-15,-3 0-522 0</inkml:trace>
  <inkml:trace contextRef="#ctx0" brushRef="#br0" timeOffset="89192.23">26084 4684 1303 0,'-12'1'0'0,"-2"2"0"0,7 0-2 0,0-1-2 0,2 1 0 0,1 0 1 0,4 0 617 0,0 1-281 0,0 0-153 15,8 0-73-15,4-1 371 0,5 2-222 0,3-1-109 16,2 2-45-16,2-4 50 0,1 4-57 0,-2-3-29 31,0 0-117-31,-2 0 45 0,5 2 10 0,-10-2 35 0,0-1 0 0,-2 0 0 0,-2-2 0 0,-4 2-117 0,-2-2 53 0,-4 0 32 16,-2 0 0-16,0 0-69 0,-2-5 41 0,-6-2-20 15,-1 2-6-15,-3-4-298 0,1 4 154 0,4-2 86 16,2 2-680-16,1 0 363 16,4 4 196-16</inkml:trace>
  <inkml:trace contextRef="#ctx0" brushRef="#br0" timeOffset="93863.46">27043 4113 945 0,'-14'-13'0'0,"2"1"0"0,5 3 0 0,1 4 0 0,-1-1 0 0,6 4 0 0,1 1 0 0,0 1 312 16,0 0-137-16,4 0-69 15,9 0 208-15,5-1-143 0,6 1-66 0,6-2 167 0,6 2-116 0,6-3-59 16,7 3-20-16,1-4 65 0,8 1-52 0,10-2-26 16,11 0 0-16,10-4 88 0,15 3-48 0,-7-1-37 15,6 0 0-15,6 0 22 0,5 0-25 16,13-1 10-16,-19 1 14 0,4 2-24 0,-1-2-1 0,2-1-54 15,1 1-9-15,8-4 0 0,-27 3 0 0,0-4 0 32,-2 3 0-32,-4-3 0 0,-5 2 0 0,1 1 0 0,-27 3 0 0,-5 1 0 15,-4 2 0-15,-5 1-4 0,-4 1-52 0,-1 1 35 16,-14 0-87-16,-7 0 53 0,-4 0 12 0,-7 0 0 16,-4 0-168-16,-1 0 88 15,-2 0 43-15,-11 1-312 0,-9 4 177 0,-5-2 88 16,-8 5 44-16,-6-2-297 0,1 1 176 0,-4 0 82 15,-4 4 42-15</inkml:trace>
  <inkml:trace contextRef="#ctx0" brushRef="#br0" timeOffset="94389.69">27029 3993 1131 0,'-13'-14'0'0,"6"6"0"0,0 4 0 0,1 4 0 0,4 0 0 0,1 9 132 0,-2 8-37 0,3 8-10 16,0 9 353-16,0 5-199 15,0 7-101-15,0 2 186 0,0 12-133 0,2 0-81 16,-1 8-36-16,0 4 0 0,1 7 0 0,-1-1-35 16,-1 13 10-16,0-18-77 15,0-3 33-15,0-5 0 0,0-6 34 0,-3-11-44 16,-2 5 10-16,0-21 33 0,-2-7-76 0,0-5 38 0,1-8 10 0,-3 0-34 16,0-7 9-16,-1-5-4 0,0 0-2 0,-2-5-4 31,-5-9 25-31,3-5 7 0,-2-6-1 0,3 0-133 15,-1-5 62-15,2-4 32 0,0-2-4 0,-2-1-133 0,3-3 69 0,0 10 44 16,1 5 9-16,3 3 24 0,-2 6-27 0,1 4 161 16,1 0-82-16,1 9-33 0,-1 3 0 0,3 0 124 15,-2 18-66-15,-1 6-35 0,0 2-10 0,-1 4 80 16,1 1-42-16,2 0-1 0,-2-2 0 0,-1 4-164 16,4-8 63-16,1 0 43 0,1-6-156 0,2 0 76 15,0-4 47-15,0-1-2 0,2-6-460 0,4-4 234 16,10-4 118-16,1 0-361 15,3-1 239-15</inkml:trace>
  <inkml:trace contextRef="#ctx0" brushRef="#br0" timeOffset="94563.72">27121 4737 1579 0,'7'-8'0'0,"6"-4"0"0,3 7 0 0,4-2 0 0,6 1 0 0,6-1 0 0,4 0 0 0,6 0 680 94,-5 4-326-78,2-1-157-16,1 0 69 0,0 1-113 0,-3 1-57 0,4-1-157 0,-9 1 45 0,-4 2 27 0,-3 0 0 0,-1 0 28 0,-6 0 0 0,1 0 9 0,-8 2-9 0,-3 5-1391 0,-7 0 671 0</inkml:trace>
  <inkml:trace contextRef="#ctx0" brushRef="#br0" timeOffset="94828.63">27317 4877 1841 0,'-29'7'0'0,"3"-2"0"0,9 4 0 15,7-5 0-15,1 2 0 0,9-6 0 0,0 0 0 0,12 0 0 0,8 0 0 0,4 0 214 0,7 0-78 0,-3 0-53 0,3-2-3 0,-3 0-1 0,3 2-40 0,-7 0-105 0,7 0 62 0,-11 0 17 0,-1 7-1 0,-5 1-234 32,-1 1 130-32,-6 5 65 0,-2 3 43 0,-5 1-173 0,-7 1 89 0,-13 2-24 15,-6-1 209-15,-2 2-89 0,-3-2-55 0,1-4 0 0,0-2 436 0,5-2-201 16,1-4-101-16,4-1 175 15,5-1-96-15,4-4-78 0,8-2-35 0,3 0 149 16,0 0-92-16,10 0-45 0,13-2 9 0,3-2-47 16,6-2-8-16,1-1 0 0,1 0-205 0,3 3 102 15,0-3 61-15,-6 3-447 0,-1 0 220 0,-1 0 126 16,-4 1 12-16,-3 2-560 0,2-3 297 0,-8 2 163 16,-3 1 77-16,-3-4-208 0,0-1 142 0</inkml:trace>
  <inkml:trace contextRef="#ctx0" brushRef="#br0" timeOffset="95255.83">27370 4306 1316 0,'0'-17'0'0,"0"0"0"0,0 3 0 0,2 3 0 0,6-3 0 0,3 5 0 0,3 3 0 0,-3 1 166 0,7 3-63 0,-4 2-32 0,3 0-47 15,-2 0-10-15,-3 4 25 0,0 4 0 0,-3 5-108 16,-2 1 54-16,-2 2 37 0,-5 0-11 16,0 2-11-16,-2-1-1 0,-10 1 40 0,1-1 29 0,-5-2-24 31,4-1-45-31,-2-2 233 0,1 0-109 0,3-5-46 0,3 1-14 0,-3 1 99 15,7-3-67-15,2 1-28 0,1-3 0 16,0 0 42-16,5-1-35 0,10 3 10 0,3-5-45 0,0 2 11 16,3 0-11-16,-2 2 0 0,1 1-26 15,-1 0 10-15,-8 3 16 0,-2 0 38 0,-3 2 0 0,-6 2-38 16,0 4 10-16,-4-4 89 0,-11 3-49 0,-5-3-25 16,-5-1-1-16,0-1-53 0,-6 0 10 0,7-4 19 15,-1-4-38-15,-1-1-228 0,5-2 112 16,2 0 70-16,0 0-227 0,9-2 122 0,3-7 79 15,7 1-636-15,0-2 334 0,13 2 167 16,8-1 74-16</inkml:trace>
  <inkml:trace contextRef="#ctx0" brushRef="#br0" timeOffset="95657.71">28011 4596 1517 0,'-9'0'0'0,"1"0"0"0,3 0 0 0,0 0 0 0,4 0 0 0,1 0 0 0,0 0 573 15,3 0-268-15,13 0-134 0,7 0-67 0,1 0 258 16,6 0-152-16,-1 0-92 0,3 0-113 0,-1 0 32 16,0-4 1-16,4-1 9 0,-7 4-236 0,0-1 113 15,-3-2 57-15,1 3-139 0,-5-1 98 0,0 0 57 16,-5 2 16-16,-7 0-550 15,-1 0 265-15,-3 0 43 0,-3 0 95 0,2 0-406 172,-4 0 256-172,0 0 124 0</inkml:trace>
  <inkml:trace contextRef="#ctx0" brushRef="#br0" timeOffset="95738.3">28710 4366 1516 0,'-11'0'0'0,"2"4"0"0,-2 2 0 0,-4 2 0 0,1 8 291 0,-9 2-117 0,3 7-73 0,1 4 224 0,-1 8-144 0,5 4-72 0,3 2-36 0,1 5 324 0,10-7-184 0,1-1-88 0,0-5-32 0,12-4-28 0,3-6 0 0,3 5-18 0,0-13-342 0,2-3 166 0,-2-4 83 0,-1-3-595 0,-1 0 339 0,4-3 169 0,-6-4-18 0,1 0-268 31,-1-1 184-31,-1-8 99 0,-1-3 49 0</inkml:trace>
  <inkml:trace contextRef="#ctx0" brushRef="#br0" timeOffset="95931.19">28816 4527 1368 0,'1'-11'0'0,"3"2"0"0,4 2 0 0,-1-1 0 0,5 5 0 0,0 3 0 0,3 0 0 0,2 0 0 0,0 11 465 0,5 1-204 0,-5 5-117 0,0 2 175 0,-4 1-141 15,-5 5-70-15,-4 0 56 0,0 4-55 0,-4-1-40 16,-4 2 0-16,-8-3-36 0,-6 0 5 0,-5-2-1 31,-5 2 10-31,1-8-48 0,-4-4 1 0,-1-4 37 0,2-2-225 0,-1-4 112 16,2-3 67-16,9-2 18 0,3-1-495 0,5-12 239 15,10-4 75-15,2-11-426 0,1-3 270 0,17-2 150 16,7-6 71-16,4-3-416 0</inkml:trace>
  <inkml:trace contextRef="#ctx0" brushRef="#br0" timeOffset="96076.69">29027 4442 1212 0,'2'0'0'0,"-2"0"0"0,3 0 0 0,-3 0 0 0,0 0 0 0,0 4 297 0,0 6-135 0,-3 5-62 0,-4 3 491 32,-1 4-276-32,0 3-139 0,-1 5-60 0,4-3 174 0,3 3-126 0,2-1-64 15,0 0-111-15,0 0 33 0,7-5-9 0,6-5 25 16,3-2-389-16,4-5 194 0,-1-3 97 0,8-1-652 16,-3-5 367-16,-1-3 186 0,2 0-25 0</inkml:trace>
  <inkml:trace contextRef="#ctx0" brushRef="#br0" timeOffset="96235.9">29238 4659 1333 0,'-7'-2'0'0,"-4"-3"0"0,3 2 0 0,4 0 0 0,-2-1 0 0,1 3 0 0,4 0 0 0,1-2 586 16,0 3-275-16,1 0-136 0,10 0-24 0,1 0-48 16,3 0-37-16,3 0 0 0,-1 0-253 0,3 0 112 46,0 0 56-46,1 0-567 0,-2 0 302 0,1 3 155 0,-1-1 76 0</inkml:trace>
  <inkml:trace contextRef="#ctx0" brushRef="#br0" timeOffset="96408.71">29522 4641 1516 0,'-4'-4'0'0,"1"-2"0"0,3 3 0 0,0 0 0 0,0-3 0 0,1 5 273 0,9-1-118 0,3-1-58 16,3 3 157-16,1 0-109 15,3 0-44-15,-1 0 5 16,3 0-34-16,-2 0 0 0,2 3-34 0,-3 2-504 0,1-1 262 0,-3 4 115 16,-3-1 64-16,-7 0-770 15</inkml:trace>
  <inkml:trace contextRef="#ctx0" brushRef="#br0" timeOffset="96662.05">29523 4774 1357 0,'-5'0'0'0,"2"0"0"0,1 0 0 0,2 0 0 0,0 0 0 0,0 0 0 0,9 0 112 0,4 0-37 0,0 0 0 16,2 0 167-16,3 4-102 0,0 0-42 0,-3 5-86 63,-2-3 26-63,-4 4-1 0,2-2 1 0,-5 3-121 0,-3 4 70 0,-2-3 20 0,-1 2 0 0,-1 0-4 0,-11 1 0 0,-2 0 34 0,-2-1 74 0,1-2-41 93,-1-2-1-93,5-3-83 0,0 0 133 0,5-1-52 0,-3-2 11 0,9-1-114 0,0-3 34 0,2 0 16 0,11 0 22 0,5 0 14 0,2-7-13 0,8-1 1 0,-2-2-1 0,1 0-88 0,4-1 37 0,-3 1 34 0,-2 0-609 0,-4 0 287 0,-2-2 60 0</inkml:trace>
  <inkml:trace contextRef="#ctx0" brushRef="#br0" timeOffset="96804.25">29617 4335 1627 0,'-6'0'0'0,"3"0"0"0,2 0 0 0,-2 4 0 0,3 3 0 0,0 6 0 0,0-2 0 0,0 3 121 0,0 2-43 0,3 2 11 15,-2 0-223-15,2 0 86 0,3 0 42 0,-2 2 1 16,3-5-622-16</inkml:trace>
  <inkml:trace contextRef="#ctx0" brushRef="#br0" timeOffset="96970.69">29818 4478 1797 0,'5'5'0'0,"3"4"0"0,1 6 0 0,1 2 0 0,3 7 0 0,-3 3 0 0,6 5 308 0,-3 3-136 0,3 7-58 0,-4-4 254 15,-2-2-165-15,-2 1-83 0,-5-3-41 0,0-3-13 16,-3 4-20-16,0-11-9 0,-14-1-255 16,-3-5 128-16,-4-1 63 0,0-6 33 0,-7-1-517 0,6-8 270 15,0-2 139-15,0-2-692 0,3-11 363 0</inkml:trace>
  <inkml:trace contextRef="#ctx0" brushRef="#br0" timeOffset="97204.12">29964 4381 1447 0,'20'-8'0'0,"2"1"0"0,7 2 0 0,-6 3 0 0,0 2 0 0,-3 0 0 0,-1 0 0 0,-2 0 403 0,1 5-173 0,-9 4-101 15,-3 1 2-15,-4 0-46 0,-2 2-25 0,0 0 1 16,-3 3-82-16,-12-2 25 0,-1-2-1 0,-1 1 1 15,4-2 33-15,-1-5 1 16,2 4 8-16,5-4 69 31,1-2-39-31,-1 0 0 0,6-2-39 0,1-1 34 0,0 3-24 0,0-3-10 0,8 0 71 0,4 0-35 0,4 0 0 0,3 0-27 16,1 0-238-16,1-3 114 0,3 0 58 0,1-1-766 16,1 2 388-16</inkml:trace>
  <inkml:trace contextRef="#ctx0" brushRef="#br0" timeOffset="98409.18">30686 4513 990 0,'-17'-2'0'0,"7"-2"0"0,5 0 0 0,5 4 0 0,0 0 0 0,12 4 268 0,8 7-120 0,3 0-55 16,2 1 194-16,2-3-125 0,-1 0-62 0,6 0-22 15,-5-5 99 1,3 3-70-16,-3-2-35 0,6-3 1 0,-3 2-223 0,4-1 103 0,-6 0 38 0,-5-3-233 16,-3 3 140-16,-6-3 70 0,-5 2 34 0,1-1-747 15</inkml:trace>
  <inkml:trace contextRef="#ctx0" brushRef="#br0" timeOffset="98638.09">30876 4357 1470 0,'0'0'0'0,"0"0"0"0,0 4 0 0,0 6 0 0,2 7 0 0,5 6 0 0,3 7 213 0,-2 4-88 0,3 7 241 0,-3 3-165 0,-2 4-72 0,0-5-50 0,-3-1 6 0,-1-1-24 0,-1-4 0 0,0-3-23 0,1 2-208 0,-1-10 99 0,1-5 54 62,6-7-538-62,-1-3 292 16,5-5 147-16,5-5 80 0</inkml:trace>
  <inkml:trace contextRef="#ctx0" brushRef="#br0" timeOffset="98759.66">31358 4453 1343 0,'7'-10'0'0,"4"2"0"0,4 2 0 0,2 2 0 0,6 3 0 0,4-3 104 0,-3 4-41 0,1 0 0 0,2 0-32 0,-2 0-1 0,0 0 1 0,4 0 7 0,-6 0-148 0,1 0 67 0,-2 4 33 0,-3 1 0 0</inkml:trace>
  <inkml:trace contextRef="#ctx0" brushRef="#br0" timeOffset="98990.07">31379 4684 1311 0,'-7'0'0'0,"3"-2"0"0,2 1 0 0,2-2 0 0,6 3 0 0,10-3 0 0,4 2 0 0,3 1 0 0,4 0 417 0,-2 0-195 16,3 0-92-16,-3 0 97 15,0 0-94-15,-4 4-48 0,3 3-14 0,-9 3-128 0,-6 1 48 0,-8 5 23 32,-1-1 0-32,-4 5-16 0,-14 3 9 15,-9-4 31-15,-4 3 10 0,-4-2-11 0,1 0 1 0,2 3 9 0,3-9-10 0,8-4-57 0,4 1 0 0,5-2 208 16,6-5-81-16,4 1-20 0,2-3-9 0,16-2-104 16,10 0 32-16,8-3 0 0,2-5-101 0,5-2 74 0,1 0 24 0,0-2 4 15,3 2-524-15,-1-2 229 16,-2 3 137-16,7-3-404 15,-15 2 263-15,-5 3 127 0,-4-4 64 0,-8 1-316 0</inkml:trace>
  <inkml:trace contextRef="#ctx0" brushRef="#br0" timeOffset="99145.75">31526 3858 2030 0,'-5'0'0'0,"-2"-2"0"0,4 2 0 0,3 7 0 0,0 19-125 0,0 5 42 0,3 8 1 0,2 8 33 16,3 6 408-16,-1 4-165 0,-2 5-81 0,1 5-624 16,-3-1 236-16</inkml:trace>
  <inkml:trace contextRef="#ctx0" brushRef="#br0" timeOffset="100941.62">26437 4524 1328 0,'-6'0'0'0,"-3"0"0"0,4 0 0 0,-1 0 0 0,-2 0 0 0,3 0 0 0,-2 0 0 0,-1 1 0 0,4 1 0 0,-2 0 0 0,1 0 135 0,0-2-53 0,2 5 233 0,3-3-138 0,0 1-71 0,0-1-33 0,2 4 298 0,9-3-171 0,2 2-81 0,4-2-41 0,2 0 184 0,4 1-112 0,3 0-47 0,-2-3-38 0,4-1 12 16,-4 3-40-16,-1-3 1 0,2 2-63 0,-4-2 27 0,-2 0-1 0,0 0-246 15,-6 0 142-15,2 0 69 32,-1 0 46-32,-5 0-533 0,-5 0 257 0,0 0 66 0,-3 0 86 0</inkml:trace>
  <inkml:trace contextRef="#ctx0" brushRef="#br0" timeOffset="102981.69">24396 7810 708 0,'-14'0'0'0,"3"-3"0"0,3 3 0 0,-1-3 0 0,-1 3 0 0,6 0 469 0,1 0-216 0,1 0-107 125,2 0-53-125,0 0 329 0,0 0-182 0,6 0-106 0,9 3-48 0,6-3 1 0,6 4-49 15,2-3 458-15,6 2-220 0,-2 0-123 0,4-2-57 0,1-1 68 0,0 1-94 0,-2-1-70 0,5 4 0 0,-10-4 0 0,-1 0 0 0,-3 0 0 0,-2 0 0 0,-5 0 0 0,-1 0 0 0,-8 0 0 0,-6 0-24 0,-4 0-144 0,1 0 96 0,-2 0-30 0,0 0 51 0,-5-4-18 0,-4-1 27 0,0 1-396 0,1 0 199 0,3-2 91 0,2 2 60 0,3 2-659 0,0-3 354 0</inkml:trace>
  <inkml:trace contextRef="#ctx0" brushRef="#br0" timeOffset="103493.22">25399 7364 1340 0,'-9'0'0'0,"2"0"0"0,0-3 0 0,2 2 0 0,1-1 0 0,2 1 0 0,1 1 0 0,1-3 469 0,0 2-207 0,1 0-117 16,13-1-53-16,3-1 122 0,2-1-89 0,4-1-43 0,3 0 9 0,1 3 106 16,0-2-80-16,4 1-40 15,1 2 25-15,2-2-32 0,8 1 9 0,-2 2 23 0,4 0-32 0,7 0 0 16,3 0-32-16,10 0 74 16,11 0-35-16,-5 0-77 0,6 0 0 0,3-1 0 15,5-3 0-15,2-2 0 0,17-1 0 16,-16 0 0-16,1-1 0 0,0 0 0 0,0 1 0 0,-1 0 0 15,13-3 0-15,-17 3 0 0,0-1 0 16,1-1 0 15,0 1 0-31,-3 0 0 0,14-1 0 0,-15 4 0 0,-4-1-26 0,2 0 7 0,-6 2 2 0,-4 2 7 0,5-1-18 0,-19 0 6 16,-2 3 2-16,-2 0 6 0,-9 0-34 0,-6 0 0 16,-1 6 34-16,-16-1-154 15,-3-2 72-15,-7 1 37 0,-6 0-6 0,-2-2-343 0,0 1 175 0,-8-1 102 31,-12 1 45-31,-4 1-517 0,-6 2 282 0,-5 1 133 0</inkml:trace>
  <inkml:trace contextRef="#ctx0" brushRef="#br0" timeOffset="104033.8">25516 7490 1811 0,'-6'2'0'0,"-3"4"0"0,1 6 0 0,3 2 0 0,2 5 0 0,3 8 0 0,0 2 0 0,0 7 0 0,0 8 204 0,8 1-88 0,0 3 258 0,4 7-168 0,-4 1-83 0,0 1-43 0,-2 9 5 16,-5-14-10-16,0 3-37 0,-1-3 0 0,0-4-42 0,-2 4 10 0,-8-14 33 31,1-4-1-31,-2-7 14 0,0-6-13 0,2-4-1 0,-3-5 36 0,0-8-9 16,0-4-27-16,0 0-19 0,-4-4 20 0,0-10-6 31,-5-4 14-31,7-3-109 0,-2-5 48 0,0-1 23 0,1-2 0 172,0 2-148-172,-2-2 84 0,7 7 27 0,-2 6 0 0,4 2-1 0,-1 7 34 0,3 1-27 0,-1 1 141 0,1 5-64 0,2 0-26 0,0 12-2 0,-1 5-24 0,-1 7 3 0,0 3-1 0,3 3-30 15,-2 2 34-15,2-2 24 0,-1 3-19 0,0-1-281 0,1 4 135 0,0-9 65 0,3 0 33 0,0-4 0 0,0-2 0 0,0-5-505 0,0-1-288 0,7-9 399 0,6-6 195 0</inkml:trace>
  <inkml:trace contextRef="#ctx0" brushRef="#br0" timeOffset="104289.82">25866 8088 1580 0,'-2'2'0'0,"2"3"0"0,0-5 0 0,0 4 0 0,4-4 0 0,14 0 0 0,9 0 0 0,6 0 789 16,8-4-376-16,13-3-179 0,1-6 255 0,7 2-226 0,-1-3-113 0,0 5-243 0,-5 0 65 0</inkml:trace>
  <inkml:trace contextRef="#ctx0" brushRef="#br0" timeOffset="104563.81">26396 8023 3811 0,'45'-3'4'0,"-3"1"-285"16,-7 1 159-16,-4 1 79 0,-9 0 41 0,-1 3-882 0,-14 6 374 0</inkml:trace>
  <inkml:trace contextRef="#ctx0" brushRef="#br0" timeOffset="104638.61">26028 8267 1071 0,'-16'0'0'0,"1"0"0"0,10 0 0 0,5 0 0 0,0 0 0 0,3 0 334 0,17 0-149 0,4 0-74 0,8 0 444 0,1 0-259 0,1 0-120 0,-3 0-74 15,-3 4-28-15,-1 2 1 0,-4 0-38 0,-4 4-1 0,3 1-73 0,-10 5 32 0,-5 0 0 0,-7 3-107 0,0 4 74 0,-13-1 38 0,-9 3 9 0,-4-6 71 0,-4-1 0 0,0-3-43 0,0-3 189 0,1-1-101 0,9-7-51 0,3 0-36 0,6-2 228 0,4-2-125 0,7 0-141 0,0 0 0 0,12-3 0 0,12-5 0 0,8-1 0 0,-1 1 0 0,5 2 0 0,3-2 0 0,-4 5 0 0,-1-1 0 0,1 2-24 0,-5 0-3 0,2 2-514 0,-1 0 239 0,-7 0 146 0,-7 0 12 0,0 0-418 0,-6 0 263 0,-2 0 131 0,-1 0 56 0,-6 0-412 0,-1 0 243 0,-1 0 123 0</inkml:trace>
  <inkml:trace contextRef="#ctx0" brushRef="#br0" timeOffset="104806.26">26095 7501 1301 0,'-8'-19'0'0,"0"1"0"0,4 1 0 0,4 9 0 0,1-2 0 0,11 4 250 0,5-2-107 0,3 4-52 0,4-1-17 0,-2 5 107 0,4 0-71 0,-4 1-36 31,-2 10-123-31,-1 6 44 0,-1 1 9 0,-9 4-203 0,-3 2 116 0,-6 1 57 0,0 1 30 0,0 5-63 0,-13-8 35 0,-1-2-1 0,2 2 38 0,-2-6 207 0,2 0-103 0,3 0-89 0,1-5 0 0,4-3 257 0,2 0-131 0,2-3-38 16,0 1 67-16,4 0-63 0,9-1-46 0,3-1-12 15,1 0 1-15,1 1-25 47,-3 2 0-47,1 3-52 0,-1-4 22 0,-8 6-1 0,-3-3 31 0,-2 3 12 0,-2 3-13 0,-8 0 11 0,-9-2-10 0,-4 2 29 0,-4-4 1 0,-4-3-31 0,2 0-216 0,-3-2 103 31,4-2 49-31,4-4-261 0,1-1 147 0,4 0 64 0,5 0 39 0,3-2-657 16,9-9 334-16,0 0 161 0</inkml:trace>
  <inkml:trace contextRef="#ctx0" brushRef="#br0" timeOffset="105057.99">26782 7889 2045 0,'-10'0'0'0,"4"-3"0"0,5 2 0 0,1-1 0 0,0 2 0 0,3 0 0 0,11 0 0 0,6 0 87 0,6 0-26 0,0-1 1 0,3-2-18 0,2 2-8 0,-5 1 0 0,4 0 798 0,-3 0-399 0,2 0-200 0,2 0-179 0,-7 0-1454 0,-1 1 648 0</inkml:trace>
  <inkml:trace contextRef="#ctx0" brushRef="#br0" timeOffset="105519.63">27508 7672 1148 0,'-14'-11'0'0,"1"2"0"0,-1 6 0 0,-1 3 0 0,-4 0 0 0,1 12 0 0,-2 10 458 0,1 13-211 0,-2 3-105 0,2 9-53 0,-3 3 331 0,8-1-197 0,5-1-93 78,6 0-46-78,3-3 129 0,0-6-88 0,9 3-34 0,10-16-88 0,3-5 34 0,4-4 0 0,4-6-1 0,1-3-435 0,6-1 226 0,-7-7 101 0,1 0-654 0,-1-1 322 0,-1-6 203 0,-5-7-4 0</inkml:trace>
  <inkml:trace contextRef="#ctx0" brushRef="#br0" timeOffset="105878.15">27611 7889 1301 0,'-4'-11'0'0,"0"3"0"78,-1 1 0-78,2 1 0 0,3 3 0 0,0 2 0 0,0 1 0 0,1 0 0 0,9 4 501 0,2 4-223 0,-2 2-125 0,3 1 108 0,-2 5-113 0,-1-2-55 0,-1 2-29 16,-3 2 22-16,-4 1-9 0,-1-2-40 0,-1 3-47 0,0 0 1 0,-9 1 46 0,-6-1 9 0,-4 1-109 0,-3-2 49 0,-6-2 26 0,-3-1 0 0,0-3 25 0,-3-5 8 0,8-4-8 0,3-4-955 0,6 0 433 0,7-12 224 0,9-9-132 0,1-8 169 0,10-3 98 0</inkml:trace>
  <inkml:trace contextRef="#ctx0" brushRef="#br0" timeOffset="105927.02">27720 7790 1350 0,'0'0'0'0,"0"0"0"0,0 0 0 0,0 5 0 0,-2 4 0 0,-4 6 211 0,-4 5-92 0,0 6-41 0,-2 8 597 0,3 1-319 0,0 5-150 0,4-3-90 0,5-1 246 16,0-1-162-16,2-4-82 0,11-4-41 0,7 1-292 0,1-11 122 0,6-6 64 0,-2-3-702 0,6-5 384 0,-2-3 192 0,5 0-847 0,-5-4 492 0</inkml:trace>
  <inkml:trace contextRef="#ctx0" brushRef="#br0" timeOffset="106151.89">27911 7931 1742 0,'-8'0'0'0,"1"0"0"0,3-4 0 0,1 4 0 0,3 0 0 0,0 0 0 0,0 0 0 0,7 5 0 0,7 0 684 15,3 1-328-15,0-2-159 0,2-1-271 0</inkml:trace>
  <inkml:trace contextRef="#ctx0" brushRef="#br0" timeOffset="106268.81">27983 7954 2886 0,'21'4'9'0,"2"-1"-780"0,-1-3 393 0,-1 3 200 0,1-3 98 0</inkml:trace>
  <inkml:trace contextRef="#ctx0" brushRef="#br0" timeOffset="106338.92">28255 7936 2231 0,'0'0'0'0,"0"0"0"0,0 0 0 0,0 0 0 0,2 0 0 0,3 0 0 0,4 0 0 0,2 0 0 0,3 0 0 0,5 0 0 0,-2 0 0 0,4 1-13 16,0-1 24-16,2 1 1 0,2 1-830 0,0 3 398 0</inkml:trace>
  <inkml:trace contextRef="#ctx0" brushRef="#br0" timeOffset="106459.9">28249 8130 1089 0,'0'0'0'0,"0"0"0"0,0 0 0 0,0 0 0 0,2 0 0 0,5 2 82 0,6-1 0 0,3 5-45 0,-2-2 221 0,5 1-111 0,-1 3-46 0,0 1-160 0,-1 3 49 0,-4 0 23 15,-4 3 0-15,-1 0-52 16,-5 9 48-16,-3-6-10 16,0 6 38-16,-15-1 163 0,-3 1-81 0,-3-2-42 0,-2 2 11 0,2-6 50 0,3-3-50 0,2-1-26 0,3-6 164 0,4 3-85 0,4-6-57 0,5-3-23 0,0-2-120 0,5 0 49 0,13-2 23 0,3-6-326 0,3-4 170 0,1 0 90 0,1-3 45 0,1-1-802 0,1 0 361 0</inkml:trace>
  <inkml:trace contextRef="#ctx0" brushRef="#br0" timeOffset="106593.98">28477 7629 1862 0,'-11'0'0'0,"3"0"0"0,4 0 0 0,-1 0 0 0,2 11 0 0,-2 5 0 0,-4 5 491 0,3-1-231 0,-1 3-112 0,0 2-56 0,3 2-85 0,-1 2-1 0,2 1 40 47,3-2-9-47,0-5-795 0,0-3 385 0,5-3 193 0</inkml:trace>
  <inkml:trace contextRef="#ctx0" brushRef="#br0" timeOffset="106729.63">28705 7800 1731 0,'5'0'0'0,"2"3"0"0,2 5 0 0,2 5 0 0,-2 11 0 0,1 3 373 0,-1 12-168 0,-3 4-84 0,-4 6 240 0,-1 6-162 0,-1 4-72 0,0-8 218 0,-13-3-154 0,0-2-77 0,-6-4-38 0,-1-5-139 0,-8 3 59 0,3-14 16 0,-4-9 0 0,2-3-524 15,-4-10 275-15,4-4 135 0,-1-1-713 0,8-16 345 16,6-8 226-16,3-11-222 0</inkml:trace>
  <inkml:trace contextRef="#ctx0" brushRef="#br0" timeOffset="106939.98">28817 7693 1093 0,'20'-10'0'0,"3"6"0"0,-4 2 0 0,-3 2 0 0,0 0 0 0,-6 0 381 0,-6 5-172 0,-2 9-86 15,-1-2-43-15,-1 7 372 0,0 0-198 0,-13 1-113 16,-1 0-52-16,-2 1 91 15,-1-4-71-15,-2 1-36 0,2 0 0 0,2-6-9 16,5-1-27-16,0-4-38 0,3 2 0 0,4-4 38 16,1 2 9-16,2-2-55 0,0-2 0 0,12-2 46 31,5-1-1-31,6 0-146 0,6 0 50 0,0 0 40 0,3 0-12 0,1-1-621 0,1-2 282 0,4 1 159 16</inkml:trace>
  <inkml:trace contextRef="#ctx0" brushRef="#br0" timeOffset="107147.66">29049 8067 1655 0,'-5'2'0'0,"-2"0"0"0,6 0 0 0,1-1 0 0,0 3 0 0,3-4 562 16,13 3-263-16,6-2-132 94,6 1-66-94,6-2 224 0,3 0-150 0,1 0-69 0,1 0-36 0,0 0-73 0,-2 0 0 0,2-2 47 0,-8 1-9 0,-4-2 1 0,-5 3-1 0,-5 0-1341 0,-5 0 667 0,-3 0 339 0</inkml:trace>
  <inkml:trace contextRef="#ctx0" brushRef="#br0" timeOffset="107258.63">29314 7882 1309 0,'0'7'0'0,"0"0"0"0,0 4 0 0,0 7 0 0,-2 2 0 0,2 7 0 0,-2 9 71 16,0 0-8-16,-2 4-27 0,1 0 895 0,1 1-447 15,-2 1-216-15,3-6-120 0,1-2-353 16,0-1 120-16,0-5 61 0,0 0-777 0,0 2 428 0</inkml:trace>
  <inkml:trace contextRef="#ctx0" brushRef="#br0" timeOffset="107409.54">29656 8050 1699 0,'10'-3'0'0,"6"-5"0"0,8 1 0 0,8 1 0 0,7-2 0 0,2 3 500 15,1 1-232-15,2 1-116 16,-4 3 103-16,2-3-110 0,1 2-46 0,-11-1-36 0,-2 2-174 16,-3 0 73-16,-1 0 37 0,-4 0-919 15,-2 0 455-15</inkml:trace>
  <inkml:trace contextRef="#ctx0" brushRef="#br0" timeOffset="107671.09">29816 8185 1203 0,'0'-3'0'0,"0"2"0"0,2-1 0 0,9 1 0 0,2 0 0 0,4-2 0 0,0 3 658 0,3 0-311 0,-1 0-156 0,0 5 78 0,1 4-109 0,-7 2-66 0,-3 4-30 0,-7 2-71 0,-3 6 42 0,0 2 1 0,-13 4-50 0,-4-2 20 0,-5-1 0 0,-2 3 29 0,1-2 72 0,1-3-36 0,-1 3 9 63,7-10-44-63,5-3 30 0,3-2 0 0,5-3-31 0,3-4 4 0,3-2 5 0,12-3-8 0,12 0-1 0,3-8-277 0,6-4 138 0,3-2 67 0,4-1-248 0,-4-2 147 0,0 3 55 0,-6-2 43 0,-2 2-562 0,-8 1 283 15,0-2 133-15,-14 3 80 0,-7-5-439 0,-2 2 255 0,-5-6 127 16</inkml:trace>
  <inkml:trace contextRef="#ctx0" brushRef="#br0" timeOffset="107817.74">30055 7457 2285 0,'-6'0'0'0,"-3"3"0"0,3 8 0 0,-2 7 0 0,1 9 0 0,-3 14 0 0,0 10 204 0,0 8-84 0,3 6-43 0,2 4 397 16,1 2-211-16,4-18-118 0,0 1-55 0,4-4-865 16,3-6 405-16</inkml:trace>
  <inkml:trace contextRef="#ctx0" brushRef="#br0" timeOffset="109819.01">25066 5498 381 0,'-2'0'0'0,"2"0"0"0,-4 0 0 0,1 0 0 0,3 0 0 0,-2 0 63 0,1 0 0 0,-1 0-25 0,0 0 56 0,2 0-10 0,-1 0-46 0,1 0 0 0,-2 0 44 47,2 0 10-47,0 0-54 0,0 0 0 0,0 0 46 0,0 0 0 0,0 0-46 0,-1 0 47 0,1 0-9 0,0 0-38 0,0 0 13 0,0 0-13 0,0 0 0 0,0 0 10 15,0 0 28-15,0 0 0 0,0 0-38 0,1 0 0 16,1 0 52-16,3 1-16 0,-2 3-10 15,4-2-26-15,0 2 60 0,-2-4-30 0,2 4 0 79,2-1 20-79,1-1-11 0,1 1-39 0,3-1 71 0,3 0-36 0,5-2 0 0,6 0-26 0,10 0 36 0,11 0 1 0,10 0-46 0,10-5 0 0,8-4 31 0,11 1 10 0,-4 3-41 0,2 1 42 0,3 1 1 15,-2 0-43-15,3 1 0 0,7 2 39 0,-18 0-39 16,-6 0 0-16,-1 0-66 0,-3 0 33 0,-2 2 0 31,5-2 43-31,-21 0-49 0,-3 0 0 0,-7 0 39 0,-6 0 0 0,-4-2-110 0,1-5 46 0,-15 2 22 16,-6 1-5-16,-2 1-138 0,-7-2 78 0,0 4 18 0,-2-2-284 0,0 2 159 15,-8-1 58-15,-7 1-400 16,-5 1 240-16,-5 0 110 0,0 0 70 0,-1 0-559 16,-6 3 310-16</inkml:trace>
  <inkml:trace contextRef="#ctx0" brushRef="#br0" timeOffset="110287.77">25114 5462 1489 0,'-15'-1'0'0,"7"-3"0"0,-1 4 0 16,6 0 0-16,3 17 0 0,0 7 0 0,3 6 223 0,9 6-97 0,0 7-44 0,4 10 1 0,-1 6 358 15,1 6-201-15,0 7-91 16,-7-11 42-16,-1 2-76 0,-7-2-38 0,1-3-1 16,-2-3 0-16,-2 4-27 0,-11-16-11 0,3-6-9 15,-1-6 9-15,-3-5 1 0,2-3 0 0,-4-6-71 16,4-10 31-16,-1-7 0 0,2 0-30 0,0 0 36 16,-1-10 1-16,-2-7-6 0,3-3-267 15,2-2 138-15,-1-4 49 0,-2-2-144 0,0-5 81 0,2 5 36 16,-3 0 37-16,3 3-22 0,-2 5 28 15,-2 2-1-15,2 4 16 0,0 8 145 16,-2 5-67-16,3 1-35 31,-3 7 77-31,0 10-55 0,-3 7-37 0,5 1 19 0,-1 4 185 0,2 5-69 0,-1-1-59 0,1-1-64 0,2 2 21 0,3-7 31 16,1-6-25-16,3-1-460 0,2-7 218 0,0-2 100 16,0 2 55-16,10-12-583 93,2-1 307-93</inkml:trace>
  <inkml:trace contextRef="#ctx0" brushRef="#br0" timeOffset="110378.69">25297 6033 1848 0,'0'0'0'0,"0"0"0"0,0 0 0 0,0 0 0 0,0 0 0 0,0 0 0 0,7 0 367 0,7 0-170 0,5 0-79 0,5 0 432 0,5 0-256 0,3 0-128 16,8 0-54-16,-2 0-243 0,-1 0 85 0,2 0 41 0,-6 0-704 0,2 0 383 15,-10 0 178-15,-6 0 92 0,-6 1-894 16</inkml:trace>
  <inkml:trace contextRef="#ctx0" brushRef="#br0" timeOffset="110690.3">25334 6208 1061 0,'-14'0'0'0,"3"0"0"0,3 0 0 0,2 0 0 0,6 0 0 0,0 0 0 0,3 0 0 0,13 1 432 0,4 6-196 0,2-1-90 0,3 1-59 0,-3 1 76 0,0 1-62 0,-1 4-32 0,-3-2-117 0,-1 2 53 0,-2 2-10 0,-7 1 43 0,-5-2-68 0,-1 3 33 15,-2 1 1-15,-8 3 90 0,-8-4-9 0,-9 3-47 47,-1-3 0-47,-5-1 221 0,4-1-110 0,-2-2-46 0,7-2-38 0,6-4 268 0,4-4-148 0,3-1-73 0,8-2 13 0,1 2-42 0,0-2-83 0,17 0 0 16,4 0 0-16,8-3 0 0,0-4 0 15,5 0-257-15,-5 1 84 0,1 2 106 16,-1-4 52-16,-2 5-312 0,-3-2 114 0,3 0 102 16,-9 3-45-16,-4 2-468 47,0-3 292-47,-4 1 148 0,1-1-418 0</inkml:trace>
  <inkml:trace contextRef="#ctx0" brushRef="#br0" timeOffset="111051.77">25297 5741 1352 0,'-13'-20'0'15,"5"0"0"-15,1 2 0 0,7 1 0 0,0 2 0 0,12 3 0 0,4 2 0 0,2 2 162 0,4 5-63 0,0 0-21 0,0 3-70 31,-1 0 0-31,-1 3 29 0,-2 7 0 0,0 4-113 0,-2 2 66 0,-9 3 18 0,-2-1 1 0,-5 6 28 16,0-1 1-16,-5 1-1 0,-3-3-38 0,-5-1-37 16,1-4 2-16,1-5 29 0,0 0 132 0,5-2-54 15,-2-1-18-15,5-1 103 32,0-4-57-32,3-1-36 0,0-2 3 0,4 0 98 0,8 0-54 0,4 0-41 0,1 0 0 0,1 0-23 0,2 2-9 15,-1 5 10-15,-4-2-45 0,-2 4 1 16,-1 0 34-16,-7 2 53 0,-3 3-26 0,-2 1 8 15,0 0-34-15,-10-1 109 0,-10 0-55 0,-4-1-27 16,-4-2-1-16,-1 0-89 0,-1-1 27 0,2-6-1 16,1-1 37-16,2-1-190 0,5-2 95 0,0 0 56 15,11 0-671-15,7 0 302 16,2-7 176-16,11-1-689 0</inkml:trace>
  <inkml:trace contextRef="#ctx0" brushRef="#br0" timeOffset="111335.17">25873 6033 2529 0,'-10'0'0'0,"4"0"0"0,2 0 0 0,2 0 0 0,2 0 0 0,0-3 0 0,0 1 0 0,11 1 0 0,9-4 292 16,0 4-128-16,7-1-63 0,0-1-108 0,2 0 9 15,-1 2 35-15,-2 1-453 0,3 0 226 0,-5 0 114 16,-1 0 56-16,5 4-586 15,-7 1 308-15,-2 1 156 0,-2 0 78 0</inkml:trace>
  <inkml:trace contextRef="#ctx0" brushRef="#br0" timeOffset="111429.12">26370 5824 1637 0,'-15'0'0'0,"0"0"0"0,-3 0 0 0,4 0 0 0,0 4 0 0,0 9 378 0,-2 3-170 0,4 7 282 0,-2 3-218 0,5 4-121 0,6 2-58 0,2 4 318 0,1 1-187 0,0 1-157 0,2 3-67 0,10-7 0 0,1 3 0 0,-1-4 0 16,4-1 0-16,-2-3-418 0,3 2 199 0,-6-11 124 15,4-3-766-15,-2-7 367 0,-3 0 244 16,3-6-483-16</inkml:trace>
  <inkml:trace contextRef="#ctx0" brushRef="#br0" timeOffset="111644.77">26539 5981 1434 0,'1'-13'0'0,"2"2"0"0,1 5 0 0,1 1 0 0,-1 1 0 0,3 1 0 0,0 3 0 0,-2 0 533 0,3 0-248 0,-3 12-124 0,-3 0-62 0,0 5 238 16,-2 3-155-16,0 1-72 0,-12 1 158 0,-3 3-116 16,-3-2-57-16,-5 2-20 78,0-1-19-78,-3-3-19 0,2 2 0 0,-5-4-198 0,3 0 100 0,-8 2 57 0,9-7 17 0,0-4-196 0,4-3 110 0,5-4 55 0,4-3 0 0,4 0-653 0,8-2 286 0,1-12 173 0,14-4-503 0,9-8 339 0</inkml:trace>
  <inkml:trace contextRef="#ctx0" brushRef="#br0" timeOffset="111802.74">26639 5910 1561 0,'0'-15'0'0,"0"6"0"0,0-3 0 0,0 7 0 0,0 3 0 0,-1 2 0 0,-9 0 317 0,3 7-139 0,-4 7-62 0,0 6 541 0,2 3-310 47,2 3-155-47,-1 3 297 0,5 1-415 0,1 4-74 0,2-5 0 0,0 1 0 0,1 1 0 0,10-4 0 0,1-1 0 0,4 3 0 15,1-5 0-15,4-4 0 0,1-4-850 0,2-5 441 0,1-4 149 0,2 0-778 16</inkml:trace>
  <inkml:trace contextRef="#ctx0" brushRef="#br0" timeOffset="111968.85">26821 6079 1587 0,'-7'-7'0'0,"4"3"0"0,2-1 0 0,1 3 0 0,0 1 0 0,1-2 718 0,10 3-340 0,6 0-172 0,2-3-75 0,0 3 198 16,3 0-146-16,0 0-73 0,2 0-244 0,-2 0 86 16,3 0 50-16,-4 3-841 0,-1 1 438 0,-1-1 218 31</inkml:trace>
  <inkml:trace contextRef="#ctx0" brushRef="#br0" timeOffset="112096.45">27068 6096 1300 0,'2'-5'0'0,"0"0"0"0,3 1 0 0,3 1 0 0,3-1 0 0,1 4 0 0,4-4 0 0,0 3 294 0,4-1-130 0,-1 2-63 15,4 0-256-15,1 0 105 16,-1 0 38-16</inkml:trace>
  <inkml:trace contextRef="#ctx0" brushRef="#br0" timeOffset="112406.05">27196 6157 1272 0,'-11'0'0'0,"5"0"0"15,3 0 0-15,3 0 0 0,0 0 0 0,0 0 0 0,1 0 0 0,11 3 0 0,1 5 356 0,3 0-161 0,-2 4-70 16,-4 2-49-16,3 0-118 15,-4 2 38-15,-2 2 1 0,-4 2-92 0,0 3 75 0,-3 0 23 0,0 0 6 16,-12 1 0-16,-1 0 27 0,-2-2 0 0,-1 0 161 16,-1-4-84-16,6-4-50 0,-1-3 0 15,5-3 205 95,1-4-116-110,6 3-49 0,0-4-37 0,6-3 63 0,9 0-46 0,6-3-24 0,1-4-250 0,4-3 123 0,0 0 47 0,-1 1 29 15,-1-3 0-15,0 1 28 0,-1 2 0 0,2-3-1127 0,-11 3 533 0</inkml:trace>
  <inkml:trace contextRef="#ctx0" brushRef="#br0" timeOffset="112506.89">27301 5903 2186 0,'-5'0'0'0,"-3"2"0"0,2 1 0 0,2 5 0 0,-1 1 0 0,0 2 0 0,1 2 0 0,2 1 0 0,1 3 147 0,1 0-56 15,0 2-18-15,0-1-325 16,0-2 143-16,7 1 73 0</inkml:trace>
  <inkml:trace contextRef="#ctx0" brushRef="#br0" timeOffset="112674.8">27579 5961 3016 0,'8'2'0'0,"1"3"0"0,3 6 0 0,1 0 0 0,-2 8 0 0,0 5 0 0,-2 0 0 0,-2 11 0 0,-2 5 0 0,-3-2 373 0,-2 0-168 0,-2 3-120 0,-10-2-25 0,-6-1 1 0,-4 2-16 0,-3-11-459 0,-2-1 225 0,-4-6 112 0,2-3 57 0,-2-1-327 0,6-12 187 0,3-4 98 0,3-2 50 0,2-2-878 16</inkml:trace>
  <inkml:trace contextRef="#ctx0" brushRef="#br0" timeOffset="112934.1">27751 5882 1763 0,'8'0'0'0,"1"-2"0"0,1 1 0 0,2 1 0 0,-1 0 0 0,4 0 0 0,-3 0 0 0,-1 7 412 0,-1 4-188 0,-2 0-94 32,-1 2-47-32,0 4-72 0,-6-1 25 0,-1 0 0 0,0 1 0 0,0 0-17 15,-8-2 17-15,0 0 18 0,-1-3 74 0,2-1-46 0,3-4-23 0,1 1 9 16,3-2 1-16,0-2-23 15,2-2-10-15,10-2-53 0,9 0 27 0,2 0 0 63,2-2 26-63,9-1-681 0,-3-4 325 0,-1 2 163 0,2-2-434 0</inkml:trace>
  <inkml:trace contextRef="#ctx0" brushRef="#br0" timeOffset="113337.7">26730 5491 688 0,'-16'0'0'0,"1"0"0"0,-2 0 0 0,5 0 0 0,4 0 0 0,1 0 249 0,3 0-107 0,4 3-43 16,0-3-36-16,9 1 268 0,14 0-147 0,12-1-73 16,10 0 321-16,13 0-188 0,8-5-109 0,11-4-49 15,9-1 221-15,7 0-136 0,9-2-66 0,17 3-22 16,-9 2-9-16,1 4-37 31,-6 3-1-31,-11 0-579 0,-6 7 290 0,3 9 154 0</inkml:trace>
  <inkml:trace contextRef="#ctx0" brushRef="#br0" timeOffset="113746.86">28329 6027 1902 0,'-16'-3'0'0,"3"0"0"0,9-2 0 0,4 2 0 0,19 3 0 0,13-1 0 0,6-2 0 0,4 1 458 0,5-3-201 0,1 0-115 15,-2 0-52-15,4 0 50 0,-2-2-51 0,3 2-26 16,2 3-221-16,-16-3 92 15,-3 5 52-15,-4-2 25 0,-9-1-623 0,-4 3 324 0,-2 0 171 0</inkml:trace>
  <inkml:trace contextRef="#ctx0" brushRef="#br0" timeOffset="113932.89">28681 5776 1237 0,'0'3'0'0,"-3"2"0"0,1 2 0 0,2 9 0 0,0 1 0 0,0 6 169 0,2 6-66 0,-1 9-24 0,1-1 530 0,0 4-287 16,-2 1-142-16,0 3-72 31,0-2 111-31,0 3-82 0,-2-11-55 0,1-4-537 0,1-4 247 0,0-5 121 16,0-3 62-16,5-3-847 0</inkml:trace>
  <inkml:trace contextRef="#ctx0" brushRef="#br0" timeOffset="114054.73">29177 5821 1705 0,'18'-12'0'0,"2"2"0"0,9 7 0 0,7-2 0 0,-4 4 0 0,4-2 120 0,-5 3-43 0,-2 0 1 0,-2 0-64 0,3 0 31 16,-9 9-9-16,-1-2-494 0,-3 3 221 0</inkml:trace>
  <inkml:trace contextRef="#ctx0" brushRef="#br0" timeOffset="114321.32">29183 5995 918 0,'3'0'0'0,"0"0"0"0,0 0 0 0,4 2 0 0,5-2 0 0,6 0 199 15,4 0-73-15,1 1-49 0,6 5 236 0,-3-1-139 16,0 7-68-16,-2 0-35 0,-1 3-27 0,-13 1-8 16,-4 4 1-16,-6 1-41 15,0 2-1-15,-14 1 42 0,-10 0 8 0,-1-5-23 16,-2-1 14-16,-2-4 0 0,3 0 1 0,4-5 106 47,2 2-45-47,5-6-35 0,8-4 138 0,1 0-82 0,6-1-42 0,0 0 1 0,6 0-9 0,13-1-33 0,6-7 1 0,-1-1-110 0,7 2 55 0,1-2 27 15,-1 2 10-15,0 0-461 0,-5 3 236 0,1-1 91 16,-2 2 67-16,-5 2-663 16,2-3 328-16,-11 3 178 0,-3-3-289 0</inkml:trace>
  <inkml:trace contextRef="#ctx0" brushRef="#br0" timeOffset="114544.82">29343 5396 1572 0,'-14'-4'0'0,"9"2"0"0,4 2 0 0,1 2 0 0,0 15 0 0,0 7 0 0,1 1 348 0,3 8-160 0,-1-1-75 0,2 6 86 0,2 3-80 0,-1 6-42 0,1 5 10 0,2-5-828 0</inkml:trace>
  <inkml:trace contextRef="#ctx0" brushRef="#br0" timeOffset="115928.25">30034 6304 754 0,'-15'0'0'0,"-1"5"0"0,2 12 0 0,-2 10 0 0,-6 13 0 0,5 7 273 0,-2 6-118 0,2 6-59 16,3-2-29-16,3-3 194 0,8 3-102 0,3-18-66 16,3-5-15-16,16-2 0 0,3-4-40 0,2-6-1 15,7 3-210-15,1-11 101 0,2-6 54 0,3-6-515 16,2-2 274-16</inkml:trace>
  <inkml:trace contextRef="#ctx0" brushRef="#br0" timeOffset="116137.75">30194 6590 1154 0,'0'-17'0'0,"0"0"0"0,0 10 0 0,11 2 0 0,6 2 0 0,2 3 0 0,4 0 323 15,4 5-133-15,0 7-80 0,0 3 141 0,-4 2-106 16,0 4-54-16,-3 1 14 16,-3 2-24-16,-5 1-9 0,-8 3-34 0,-4 2-121 31,0-1 60-31,-7 0 30 0,-12 2 10 0,-7-3-136 0,-4-4 78 0,-5-5 39 0,-1-1 1 0,-2 0 48 15,7-13-10-15,1-1-61 0,5-4-733 0,7 0 354 16,6-4 183-16,8-9-83 0</inkml:trace>
  <inkml:trace contextRef="#ctx0" brushRef="#br0" timeOffset="116287.43">30545 6546 1634 0,'-3'9'0'0,"-1"4"0"0,-1 7 0 0,-2 3 0 0,-1 4 0 0,2 5 0 0,-3 2 0 0,3 2 178 0,2-1-61 16,4-5-45-16,0-3 217 0,0-5-126 0,4-1-62 0,9-6-236 0,6 2 95 0,1-10 35 0,7-5-1 16,2-2-670-16,5 0 347 15</inkml:trace>
  <inkml:trace contextRef="#ctx0" brushRef="#br0" timeOffset="116425.59">30744 6711 1456 0,'-14'-8'0'0,"5"1"0"0,0 3 0 0,1 0 0 0,6 2 0 0,2 1 0 0,0 1 0 0,2 0 0 0,12 0 154 0,2 0-49 16,5-3-38-16,2 3 26 0,2-3-27 0,-1 3-1 0,1-2-437 0,1 0 199 15,-3 1 106-15,-2-3 52 0,0 1-523 0,-3-1 270 16</inkml:trace>
  <inkml:trace contextRef="#ctx0" brushRef="#br0" timeOffset="116590.57">30846 6505 1324 0,'-9'-8'0'0,"2"4"0"0,1-1 0 0,-1 3 0 0,3 2 0 0,1 0 0 0,3 17 0 0,0 0 237 0,0 8-100 0,0 1-50 0,1 6-24 0,5 3 8 0,-1-2-33 0,-2 2 0 0,2 1 311 0,-2 3-155 0,1-5-79 0,-2 4-368 0,-1-10 141 0,3-3 74 0,-3-7 39 0,0-1-515 0,0-5 276 0</inkml:trace>
  <inkml:trace contextRef="#ctx0" brushRef="#br0" timeOffset="116726.88">31035 6614 953 0,'5'2'0'0,"1"-1"0"0,0 4 0 0,0 4 0 0,4 0 346 0,-2 1-158 0,3 3-76 0,-3 3-37 31,4-1 75-31,-4 0-56 0,4-1-19 0,-2-1-222 0,0-4 92 0,1 0 46 0,2-2 1 16,-2-6-567-16,2 1 280 0</inkml:trace>
  <inkml:trace contextRef="#ctx0" brushRef="#br0" timeOffset="116886.01">31277 6552 1544 0,'-3'0'0'0,"-1"0"0"0,0 0 0 0,-1 0 0 0,-6 11 0 0,0 11 0 0,-4 9 0 0,-4 10 266 0,-4 11-113 0,-5 8-58 0,0 11 411 15,-1-5-239-15,0 1-115 0,3-3-57 0,0-4 57 16,3-10-57-16,2 2-19 0,9-22-458 0,4-5 210 15,3-7 105-15,5-5 52 0,0-7-311 0,0-3 191 16,7-3 82-16,2-1-899 0</inkml:trace>
  <inkml:trace contextRef="#ctx0" brushRef="#br0" timeOffset="117073.32">31333 6493 1298 0,'17'7'0'0,"1"4"0"0,5 6 0 0,-3 4 0 0,0 5 0 0,-5 2 0 0,-3 5 0 0,-4-1 251 0,-6 4-106 0,-2 2-55 16,-8 6 142-16,-13-5-102 0,-7-3-46 0,-5 0-63 15,-6-4 16-15,0-3 0 0,-3 1 10 0,3-12-265 16,5-6 127-16,0-1 64 16,3-5 33-16,6-6-568 0,5 0 285 0</inkml:trace>
  <inkml:trace contextRef="#ctx0" brushRef="#br0" timeOffset="117502.36">31675 6769 790 0,'0'-24'0'0,"0"6"0"0,0 1 0 0,-5 1 0 0,0 1 0 0,-7 6 0 0,-5 0 0 0,-1 6 186 31,-3 3-74-31,-1 3-38 0,0 15 0 0,0 5 189 0,0 8-105 0,5 2-64 0,3 4 131 0,7 3-94 15,-1-2-47-15,6-1-23 0,2 3 58 0,0-10-46 16,0-4 1-16,9-5-135 0,1-4 49 0,7 0 34 16,2-15-10-16,3-2-33 0,1 0 29 0,0-14 0 15,2-8 29-15,0-2-228 16,-3-5 73-16,2-3 68 16,-5-1-312-16,1-3 171 0,0-4 47 0,3-6 47 0,-7 3-95 0,-1-5 78 15,-1-3 38-15,1-3 3 0,-3-4 0 0,-1-7 27 16,-7 17 9-16,-1 9 74 0,-3 7-37 0,0 13 0 15,-3 10-37-15,-4 4 554 16,-1 5-234-16,-3 15-151 0,1 13 497 0,-1 6-296 0,-1 10-148 0,2 7-65 16,-1-1 346-16,4 4-215 93,-2 4-106-93,2-1-22 16,5-2-123-16,-1 4 0 0,3-11 0 0,0-3-316 0,0-3 59 0,5-9 147 0,4-5 73 0,1 3-249 0,2-16 157 0,-2-6 83 0,-1-6-870 0,0-3 439 0,-1 0 220 0</inkml:trace>
  <inkml:trace contextRef="#ctx0" brushRef="#br0" timeOffset="117677.49">32014 6596 2022 0,'0'0'0'0,"0"-3"0"0,0 0 0 0,0 3 0 0,2 0 0 0,1 5 160 0,3 3-67 0,0 3-27 16,-2 1-1-16,1 0-28 0,1 0 0 0,-1 1 10 0,-3-1 103 0,0-1-56 0,1 2-29 0,1-3-576 0,-1-1 263 0,1 1 136 0</inkml:trace>
  <inkml:trace contextRef="#ctx0" brushRef="#br0" timeOffset="117806.96">32179 6528 972 0,'6'-14'0'0,"2"4"0"0,3-4 0 0,-3 6 0 0,1 1 0 0,-1 2 489 0,1 4-226 0,-4-4-113 15,-1 4-47-15,-3 1 609 0,-1 0-337 0,0 17-169 16,-4 8 196-16,-15 15-182 0,-9 15-181 0,-6 15-39 16,-13 17 0-16,-5 9 0 31,-13 15 0-31,-12 16 0 0,-27 41 0 0,-5 0 0 0,-3 9 0 0,5 2-608 0,8-1 107 0</inkml:trace>
  <inkml:trace contextRef="#ctx0" brushRef="#br0" timeOffset="121025.66">31051 7868 1385 0,'3'-8'0'0,"1"5"0"0,3 0 0 0,3 3 0 15,2 5 0-15,-1 8 0 16,4 10 0-16,-8 2 0 0,-1 7 341 0,-5 6-150 0,-1 4-76 0,-1 4 85 0,-12 9-71 0,-6-6-49 0,1 2 0 0,-2-1-253 0,2-6 106 47,-1 2 63-47,3-12-223 0,6-5 130 0,1-8 65 0,4-5 34 0,1-10-649 0</inkml:trace>
  <inkml:trace contextRef="#ctx0" brushRef="#br0" timeOffset="121145.46">31153 8197 1561 0,'0'-12'0'0,"0"-1"0"0,11 5 0 0,7-3 0 0,3 5 0 0,6-1 0 0,4 0 272 0,-2 4-116 0,1-1-58 15,-1 2 4-15,-6 0-36 0,-3 2 0 0,-1 0-26 16,-4 0-400-16,-2 8 187 0,1 2 95 0,-9 3-677 16</inkml:trace>
  <inkml:trace contextRef="#ctx0" brushRef="#br0" timeOffset="121347.1">31208 8378 1468 0,'-8'0'0'0,"3"6"0"16,3 0 0-16,2 7 0 0,0 1 0 0,2 1 0 0,6 4 0 0,1 0 112 0,4 1-35 0,-4 0-1 0,3 1 289 0,-3-2-168 16,3-3-78-16,-2-1-40 15,1-2 1-15,3 1-31 0,-3-2-9 0,3-7-43 32,3 1 43-32,-2-6 0 0,4 0-1 0,0 0-367 0,-1-4 179 0,1-8 94 0,-3 0 48 0,-3-2-282 15,1-3 100-15,1 2 96 0,-7-2-499 0,-2 1 277 16</inkml:trace>
  <inkml:trace contextRef="#ctx0" brushRef="#br0" timeOffset="121671.23">31261 8290 662 0,'-2'-4'0'0,"2"1"0"0,0-2 0 0,0 1 0 0,2 2 0 0,4 1 0 0,1-3 0 0,5 4 0 0,-1-2 365 0,-2 0-168 0,2 0-79 0,-2 2-39 0,1 0 1 0,0 0-41 0,0 0 11 0,-4 0-10 0,0 6 0 0,2 4 0 16,-5 3-1 0,0 4 1-16,0 1 10 0,-2 4-10 0,-1 4 0 47,0 1-1-47,0 2 1 0,0-1 0 0,0 7 85 0,0-6-47 0,-1 1-1 0,-3-2-37 0,1 0-383 0,-3 2 176 0,-1-8 51 0,1-3-102 0,0-2 63 15,-3-5 62-15,0 1 1 0,-3-2-219 0,2-8 141 0,-3-1 64 0,-1-2-170 16,-2 0 118-16</inkml:trace>
  <inkml:trace contextRef="#ctx0" brushRef="#br0" timeOffset="121820.85">31020 8569 1370 0,'-10'-12'0'0,"-2"2"0"0,9 3 0 0,3 0 0 0,0 0 0 0,17 1 0 0,5-3 0 0,6-1 0 0,5 3 132 0,5-2-46 0,-2-3 0 16,2 4-46-16,-1-1-154 0,5-2 87 0,-8 7 29 0,-5-1-516 0,-3 1 266 94</inkml:trace>
  <inkml:trace contextRef="#ctx0" brushRef="#br0" timeOffset="121886.19">31222 8393 1025 0,'-8'-8'0'0,"2"1"0"0,5 2 0 0,1 2 0 0,0 2 0 0,3 1 0 0,6 0 31 0,1 0 0 0,2 0-26 0,-3 5 44 0,2 3-1 0,-4 0-32 0,2 2 0 0,-2 0-288 16,-1 1 132-16,-3 1 63 0,-1 0-309 0</inkml:trace>
  <inkml:trace contextRef="#ctx0" brushRef="#br0" timeOffset="121957.61">31258 8542 565 0,'-6'5'0'0,"2"-4"0"0,2 2 0 0,0-1 0 0,1 2 0 0,1-4 0 0,0 3 277 0,0-3-124 0,0 0-56 16,5 0-90-16,6 0 1 0,1-3 32 0,5-3-423 15,0-2 189-15</inkml:trace>
  <inkml:trace contextRef="#ctx0" brushRef="#br0" timeOffset="122347.86">31686 8122 1161 0,'-7'-3'0'0,"-3"-3"0"0,4 5 0 0,-3 0 0 0,5 1 0 0,-1 1 5 16,-3 11 35-16,1 0 0 0,0 5 0 0,-5 1 130 15,3 2-69-15,1 2-31 0,2 1 229 0,-2-2-130 16,3 1-64-16,3 3 39 0,2-4-57 0,0 0 0 31,0-3-47-31,15-3-37 0,-3 2-1 0,6 1 48 0,-2-7-10 0,3 0-41 0,-4 1 1 0,0-1 39 16,-3 3 11-16,-5-1-192 0,-1 2 92 15,-5-1 44-15,-1 2-305 0,0 0 157 16,-8 2 39-16,-5-4 55 16,-5-1-244-16,-1 1 132 0,1-5 66 0,-2-2-137 0,0-1 91 0,0-3 62 15,5-3 24-15,-1 0-62 16,6-9 44-16,-3-6 0 15,5 0-8-15,3-3 10 0,1 4 42 0,2-1 0 0,2 1 237 0,0 4-118 0,0 3-69 0,0 0 450 16,3 4-219-16,8 2-131 0,2 1-17 0,1 0 380 16,3 0-205-16,2 4-119 15,1 5-54-15,1 1 29 0,1 2-42 0,0 1-1 16,1 2-174-16,-2 0 61 0,-1 2 36 0,-2-2-1 16,-2 0-461-16,-1 1 249 31,-1 1 133-31,-6-3-605 0,-2-1 282 0</inkml:trace>
  <inkml:trace contextRef="#ctx0" brushRef="#br0" timeOffset="122903.85">31573 8678 870 0,'-15'0'0'0,"-1"0"0"0,8 0 0 0,-4 0 0 0,7 0 0 0,3 5 0 0,-1 2 0 0,0 5 322 16,-4-1-145-16,-3 2-66 62,1 1-44-62,2 2 260 0,-6 0-144 0,5 0-72 0,-1 1-47 0,-2-1 10 0,6-5-35 0,-1-3-118 0,4 2 60 0,2-6 28 0,0 2 1 0,0-4-93 0,4-2 56 0,9 0 33 0,4 0 0 0,2-1-204 16,1-6 110-16,0 3 15 0,-1-3-109 0,-2 2 61 47,-1 0 48-47,-3 3-6 0,0-1 15 0,-2 1 5 0,-4 2 20 0,0 0 110 0,-2 0-54 0,-4 0-29 0,-1 0 0 0,0 6 251 0,-6 5-126 0,-5-1-52 15,-5 2-36-15,-2 2 270 16,1-2-139-16,0 0-29 0,0-2 22 0,6 0-55 0,-2-3-27 0,4-1 0 15,0-2-70-15,4 2 10 0,1-3 33 0,4-3-86 47,0 0 43-47,0 0 0 0,5 0 42 0,6 0-88 0,4-3 40 16,0-3 2-16,6 1 0 0,-3 0-193 0,1-2 103 0,1 2 23 0,-2 2-107 0,-1 0 68 0,0 0 44 0,-2 0 3 16,-4 1-103-16,5 1 55 0,-6-1 42 0,-1 2-66 15,-2 0 49-15,0-3 25 0,0 3-10 16,-2 0-228-16,2 0 132 0,-4-3 65 15,-1 1 33-15,1 0-167 0,3 0 114 0,-4-1 50 0,1 3 75 0,-1-1 0 16,-1-3 0-16,1 4 0 125,1 0 228-109,-2 0-153-16,1 0-57 0,0 4 209 0,2 2-133 0,-3 1-35 0,3 1 34 0,-3 1 423 0,0 1-238 0,2 0-120 0,-1 1-60 0,2-1-30 0,0 3 10 0,1-3-39 0,-3-2-254 0,3 2 126 0,-1-3 64 0,1-1 32 0,-1 1-635 0</inkml:trace>
  <inkml:trace contextRef="#ctx0" brushRef="#br0" timeOffset="123113.79">31637 9093 1850 0,'-16'8'0'0,"1"5"0"0,7 5 0 0,4 5 0 0,4-4-96 0,0 0 29 0,0 2 0 15,0-5 30-15,0-2 357 0,0 3-140 0,0-7-79 31,0 0 159-31,0-5-111 0,0 2-57 0,0-2-18 0,-1-5-286 0,-1 0 124 32,-1 0 63-32,-1-1-511 0,-2-10 264 0,1 0 130 0,0-3 68 0,-2-3-154 0,-1 3 95 0,-3-5 48 31,3 1 24-31,-7-1-13 16,5 2 10-16,-3 3 27 0,-1-1 116 0,0 6-59 0,-1 4-28 0,-3-1-9 0,3 6 283 0,0 0-152 15,2 1-75-15,0 11-38 16,0 5 63-16,3 0-44 0,4 0 96 0,6 2-172 0,0-2 56 0,3 0 0 15,10-7 62-15,9 2-347 0</inkml:trace>
  <inkml:trace contextRef="#ctx0" brushRef="#br0" timeOffset="123235.75">31852 9134 1194 0,'0'0'0'0,"0"0"0"0,1 0 0 0,-1 0 0 0,2 0 0 0,-2 0 0 0,2 1 209 15,0-1-87-15,-2 0-33 0,2 0-261 0,-2 3 94 16,2-3 47-16,0 0-281 0,-1 0 143 0</inkml:trace>
  <inkml:trace contextRef="#ctx0" brushRef="#br0" timeOffset="123400.59">32033 8500 1678 0,'0'-11'0'0,"0"2"0"0,0 5 0 0,7-2 0 0,8 1 0 0,5 1 0 0,-1 2 0 0,3 0 385 0,-1-2-178 0,-2 4-90 0,4-2-223 16,-1 2 60-16,-8 0 27 0,0 0 0 0,-2 2-651 16,-3 7 315-16</inkml:trace>
  <inkml:trace contextRef="#ctx0" brushRef="#br0" timeOffset="123536.57">32110 8734 1141 0,'0'-2'0'0,"0"-4"0"0,0 2 0 0,0-2 0 0,2 0 0 0,11-2 0 0,-1-4 0 0,6 1 0 0,2-1-116 0,0-1 86 0,-3-1 30 0,2 5-246 0,-2-2 120 0</inkml:trace>
  <inkml:trace contextRef="#ctx0" brushRef="#br0" timeOffset="123704.68">32182 8615 1619 0,'-14'5'0'0,"2"0"0"0,4 7 0 0,5 6 0 0,-1 5 0 0,4 1 0 0,0 3 0 0,0 5 0 0,0 1 192 0,2 4-76 0,0 1-29 0,-1-6-10 0,1-1 113 0,-2 0-76 0,2-4-37 0,0-5-278 0,1 1 130 47,1-7 50-47,0-7 30 0,1-2-362 0,2-7 197 0,3 0 96 0,4-6-279 0,-1-13 166 0,6-8 39 0,0-2 56 0,4-7-244 15,0-4 142-15</inkml:trace>
  <inkml:trace contextRef="#ctx0" brushRef="#br0" timeOffset="123923.33">32562 8260 1703 0,'-4'-6'0'0,"-3"4"0"0,4 2 0 0,0 0 0 0,2 5 0 0,1 9 0 0,-2 3 101 0,2 3-44 0,-3 2 1 16,0-3-135-16,0 6 38 0,1-3 1 0,-4 0 37 16,3-1-337-16,-3 1 149 0,2-4 75 0,-2 2-456 109</inkml:trace>
  <inkml:trace contextRef="#ctx0" brushRef="#br0" timeOffset="123992.31">32460 8445 925 0,'-5'-4'0'0,"2"1"0"0,3 1 0 0,0 2 0 0,1 0 0 0,8 0-112 0,3 0 26 0,0 0 11 0,1 0 36 0,1 0-198 0,2 0 100 0,-1 0 48 0</inkml:trace>
  <inkml:trace contextRef="#ctx0" brushRef="#br0" timeOffset="124257.08">32709 8407 758 0,'0'0'0'0,"-5"3"0"0,0-3 0 0,-3 4 0 0,1 2 0 0,-7 3 0 0,1 3 279 16,-5 3-120-16,-5 2-60 0,-2 7-43 0,-1-1-17 15,-3 2 0-15,2 2 0 0,-2 2 134 0,4 1-67 16,-2 0-24-16,8-5 22 0,4-1-32 0,5-3 0 31,3-3-34-31,4-2-40 0,1 4 8 0,2-11 33 0,0-4 0 0,2 2-86 0,3-4 43 0,0-1 0 16,0-2-204-16,-2 0 115 0,-1 0 37 0,0 0 38 15,0-2-175-15,1-5 92 16,4-4 4-16,-1-2 28 0,1-4 3 0,5 0 0 16,3-1 12-16,6-3 266 0,-2 2-120 0,4 0-61 15,1 3-24-15,0 2 171 32,3 1-72-32,1-1-16 0,-2 7 199 0,-2 5-130 0,-1 2-35 0,1 0-43 0,-5 6-52 0,3 9 20 0,-10 5-11 0,-2 3-67 31,-5 2 34-31,-4 1 0 31,-1 1 34-31,0 0-348 0,-10-3 166 0,-3-3 56 0,-1-4 54 0,-1-2-550 0,3-2 272 0,-1-2 124 0</inkml:trace>
  <inkml:trace contextRef="#ctx0" brushRef="#br0" timeOffset="124486.33">32628 8754 1634 0,'-18'7'0'0,"-1"6"0"0,8 7 0 0,2 6 0 0,2 4 0 0,-5 1 0 0,4 9-126 16,-7 2 34-16,2-7 10 0,0 1 409 0,-2-5-150 0,0-2-76 31,1-4-37-31,2 1-135 0,5-13 45 0,3-2 26 0,4-8-1 0,0-1-745 78,0-2 355-78</inkml:trace>
  <inkml:trace contextRef="#ctx0" brushRef="#br0" timeOffset="124705.11">32575 9024 2080 0,'2'0'0'0,"-2"0"0"0,0 0 0 0,3 3 0 0,1 1 0 0,3 0 0 0,3 4 0 0,0 2 107 0,3 0-34 0</inkml:trace>
  <inkml:trace contextRef="#ctx0" brushRef="#br0" timeOffset="124767.78">32637 9076 2333 0,'14'14'61'0,"0"-3"-23"0,-3 2 1 0,0-2-203 0,0-2 96 0,0 0 47 0,3-3 8 0,-3-5-698 15,2-1 337-15</inkml:trace>
  <inkml:trace contextRef="#ctx0" brushRef="#br0" timeOffset="124837.96">33169 8154 3509 0,'0'-1'0'0,"-6"-2"0"15,2 3 0-15,4 14 0 0,0 18 0 0,0 15 0 0,0 18 0 0,-3 5 85 0,-3 14-23 0,-2 7-1 0,-4 0-24 0,4-4-6 0,-3 3 15 0,6-20-8 0,-1-7-685 0,3-2 343 0,-1-1 170 0,-1 9 95 0</inkml:trace>
  <inkml:trace contextRef="#ctx0" brushRef="#br0" timeOffset="125124.1">32960 9411 2378 0,'-26'0'0'0,"9"0"0"0,8 0 0 15,9 5 0-15,2 2 0 0,11-1 0 0,2-4 0 0,4-2-397 0</inkml:trace>
  <inkml:trace contextRef="#ctx0" brushRef="#br0" timeOffset="133456.45">9239 8254 1683 0,'-15'-4'0'0,"2"2"0"0,7 1 0 0,1 1 0 0,3 0 0 0,2 0 0 0,0 3 0 0,0 1 0 0,2 3 0 0,5-1 222 0,2 4-92 0,3-4-35 15,-1 1-18-15,1 1-11 0,0-2-28 0,-2 3-333 0,2 0 167 0,-1 4 93 0,0-2 31 0,-2 1-277 0,1 3 159 0</inkml:trace>
  <inkml:trace contextRef="#ctx0" brushRef="#br0" timeOffset="133523.54">9260 8632 926 0,'-4'7'0'0,"-1"-1"0"0,2 3 0 0,0-2 0 0,3 3 0 0,0-3 0 0,0 0 301 0,0 1-131 0,2 1-66 0,5 0-174 0,5 1 49 16,1 1 30-16,1 3 0 0,3-2-571 0</inkml:trace>
  <inkml:trace contextRef="#ctx0" brushRef="#br0" timeOffset="133652.1">9346 9065 832 0,'-17'7'0'0,"6"-1"0"0,1-1 0 0,4-2 0 0,0 1 435 0,3-4-199 0,-2 0-89 0,5 0-59 0,0-7 255 0,0-11-152 0,5-4-77 0,9-6-64 0,1-6-2 0,5 2-10 0,0-4 0 0,6-3-361 0,2-3 181 47,0 1 90-47,5-6-675 0,-5 6 363 0</inkml:trace>
  <inkml:trace contextRef="#ctx0" brushRef="#br0" timeOffset="133766.47">9564 8525 1505 0,'-12'0'0'0,"-1"0"0"0,5 1 0 0,-3-1 0 0,7 2 0 0,2-2 0 0,2 0 0 0,0 0 0 0,5 0 477 0,10 0-209 0,5 0-120 15,1-2-55-15,6-3 306 0,1-1-181 0,1-2-90 0,2 1-92 0,-3 1 2 16,0 1 1-16,-3 1-440 0,0-1 219 0,-3 2 111 15,1-1 64-15,-6 4-596 0,-5 0 318 0,-3 0 77 16,-3 0 107-16,-3 0-486 0,0 0 265 0</inkml:trace>
  <inkml:trace contextRef="#ctx0" brushRef="#br0" timeOffset="134133.29">9768 8354 909 0,'-4'-5'0'0,"-2"3"0"0,2 1 0 0,3-1 0 0,-2 2 0 0,3 0 0 0,0 0 0 0,0 8 414 15,0 6-188-15,0 2-94 0,1 4 212 0,-1 3-158 16,0 3-74-16,0 2-37 0,0 4 23 0,0 4-30 0,-7 6 9 16,-3-7-6-16,-4 2-33 0,1-2 1 0,-2-2-1 0,1 2 13 15,3-14-12-15,0-1-1 16,4-9 0-16,4-4-55 0,0-4 28 0,3 0 9 16,0-3-143-16,6 0 67 0,7 0 43 0,4-3-2 15,-1-2-81-15,4 0 45 0,-1 0 28 0,-5 3-35 16,2-1 28-16,-4 2-4 0,-2 1 0 0,3 0 45 15,-9 0 4-15,-1 1-44 16,-2 9 12-16,-1 0 278 0,0 3-131 0,0 5-55 0,-7-4 199 0,-2 1-110 16,0 0-66-16,1-1-11 0,2-1-17 0,2-1 11 15,1-1-43-15,0-2-40 0,3-1 0 16,0-2 40-16,0-1 0 0,9 2-91 16,2-3 41-16,2-2 25 0,3-1 0 0,1-1-152 15,0 0 84-15,2 4 13 0,-5-3-150 0,2 3 93 31,-2-1 47-31,0 2-202 0,-3 2 113 0,0 0 32 0,-4 0 34 0,1-2 1 0,-3 1 35 16,0-2 1-16,3-1 0 0</inkml:trace>
  <inkml:trace contextRef="#ctx0" brushRef="#br0" timeOffset="134421.35">10368 8354 2664 0,'-10'0'0'0,"3"0"0"0,1 0 0 0,4 0 0 0,0 0 0 0,2 0 0 0,0 0 363 0,5 0-164 15,7 0-71-15,5 0 16 0,1 0-53 0,2 0-27 16,2-2 0-16,3-1-412 109,2 3 202-109,-3-2 87 0,0 2-778 0,-4 0 422 16,-1 0 211-16</inkml:trace>
  <inkml:trace contextRef="#ctx0" brushRef="#br0" timeOffset="134491.2">10359 8714 892 0,'-20'12'0'0,"-1"2"0"0,2 2 0 0,4-2 0 0,3 1 0 0,2-3 584 0,10-7-278 0,0-1-135 0,0-1 477 0,18-3-306 0,2 0-152 0,8 0-67 0,2 0 169 0,5-7-127 0,-2-1-64 0,6-1-32 0,-3 4-234 0,4-3 110 0,-4 1 42 16,0 0-592-16,0 3 321 0,-3-1 160 0,6 2-785 15,-10 1 388-15</inkml:trace>
  <inkml:trace contextRef="#ctx0" brushRef="#br0" timeOffset="134676.68">11099 8332 2647 0,'-2'-5'0'0,"-4"3"0"0,3-1 0 0,1 1 0 0,-2 2 0 0,2-2 0 0,2 2 0 0,0 0 0 0,0 0 472 0,0 0-218 0,2 0-100 0,4 4-96 0,5 4-22 0,-2-2 0 0,1 2-835 0,2 2 418 0,2 2 217 0</inkml:trace>
  <inkml:trace contextRef="#ctx0" brushRef="#br0" timeOffset="134807.75">11175 8753 1462 0,'-11'5'0'0,"-4"5"0"0,10 0 0 0,0-3 0 0,4 2 0 0,1-4 0 0,0 1 0 0,0 0 980 0,0-3-476 0,6-1-234 16,1 0-257-16,4 0-1 0,1-1 35 0,-1 1-10 15,5 1-441-15,0-3 221 16</inkml:trace>
  <inkml:trace contextRef="#ctx0" brushRef="#br0" timeOffset="135250.38">11767 8562 1637 0,'-15'-1'0'0,"4"0"0"0,4-2 0 0,2-1 0 0,5 2 0 0,1 2 0 0,13 0 0 0,8-1 357 16,7-1-160-16,2-3-70 0,4 0-52 0,1-2 250 15,0 2-144-15,1-1-71 0,0 1-204 0,2 0 75 16,-6 2 24-16,-2-1-503 15,-4 2 269-15,-3 2 133 0,-6 0 67 0,1 0-758 0,-12 0 335 0</inkml:trace>
  <inkml:trace contextRef="#ctx0" brushRef="#br0" timeOffset="135520.38">12012 8243 874 0,'-5'9'0'0,"-4"6"0"0,8 3 0 0,-1 10 0 0,2 8 269 0,0 8-116 0,0 8-58 141,2 14 618-141,-1-3-342 16,2 5-167-16,3 1 300 0,-6-1-233 0,0-3-117 0,0 4-48 0,0-18-39 0,0-5 0 0,0-3-29 0,0-5 0 0,2-4-747 0,-1-2 383 0,-1-12 178 0,2-8 92 0,-2-10-317 0,0-2 178 0,0-1 113 0,0-20-780 0</inkml:trace>
  <inkml:trace contextRef="#ctx0" brushRef="#br0" timeOffset="135605.22">11962 8739 903 0,'-6'-3'0'0,"-1"1"0"0,0 2 0 0,-1 0 0 0,0 10 0 0,-4 7 0 0,1 4 230 0,0 6-96 0,-3 2 177 0,0 4-137 0,-1 0-68 47,0 7-24-47,3-10-291 0,4-3 124 0,-1-9 61 0,6-2 31 0,1-8-557 0,2-5 282 0</inkml:trace>
  <inkml:trace contextRef="#ctx0" brushRef="#br0" timeOffset="135688.99">11968 8788 1503 0,'5'-3'0'0,"3"3"0"0,-2 0 0 0,0 0 0 0,2 0 0 0,0 0 0 0,0 5 0 0,1 2 0 0,-2 5 332 0,1-1-147 0,2 0-64 0,-2-2-112 0,2 1 1 0,0-3 28 0,1 0-504 0,2-6 252 0,3-1 136 16</inkml:trace>
  <inkml:trace contextRef="#ctx0" brushRef="#br0" timeOffset="135955.23">12319 8405 987 0,'1'-15'0'0,"3"3"0"0,0 4 0 0,3-1 0 0,2 3 0 0,0 3 0 0,1-2 365 0,0 4-168 0,1 1-80 16,2 0-39-16,-1 1 87 0,-1 7-63 0,3 3-22 16,-3 2 14-16,-6 3-28 0,1 3 1 0,0 3 29 15,-3 1-30-15,-1 4 11 31,-1 1-39-31,-1 0 152 16,0-1-75-16,0 2-39 0,0 0 0 0,0 5 119 0,0-7-84 0,0 1-36 0,0 0 0 0,2 0-153 0,3-1 58 0,0 6 39 16,-1-5-370-16,-2-2 195 0,-1 0 97 0,-1 1-234 15,0 0 153-15,0 4 36 0,-6-9 52 0,-5-5-445 16,-3-2 229-16,0-8 115 0,-2 0 48 0,1-7-233 16,0-2 149-16,2-18 76 15,2-4 37-15,-1-11-188 0</inkml:trace>
  <inkml:trace contextRef="#ctx0" brushRef="#br0" timeOffset="136086.6">12371 8557 919 0,'0'0'0'0,"0"0"0"0,0 0 0 0,0 0 0 0,0 8 0 0,0 8 0 0,-8 9 0 0,-2 8 421 15,-2 9-182-15,-5 6-105 0,-3 5 81 0,-1 2-88 16,-2-3-44-16,1-6-256 0,1 0 115 0,6-19 43 16,6-8 27-16,1-7 0 0,7-8 26 0,1-4 0 15</inkml:trace>
  <inkml:trace contextRef="#ctx0" brushRef="#br0" timeOffset="136201.14">12308 8912 1060 0,'9'0'0'0,"-1"0"0"0,3 0 0 0,1 3 0 0,0 3 0 0,3 3 492 15,0 0-227-15,4 3-113 0,2 1-48 0,1-1 51 0,1-1-58 0,3-1-30 16,1-2 0-16,2-3-277 0,4-1 134 0,-3-4 52 16,1 0-700-16</inkml:trace>
  <inkml:trace contextRef="#ctx0" brushRef="#br0" timeOffset="136375.19">12913 8366 1538 0,'0'0'0'0,"-2"0"0"0,-1 0 0 0,-2 3 0 0,1 10 0 0,-3 5 149 16,-3 7-55-16,-3 7-28 0,-4 11-1 0,-4 8 413 15,1-1-224-15,0-1-109 0,-2-4-159 0,5-2 25 47,1-9 1-47,1-1-654 0,10-15 335 0,5-8 173 0,0-4 85 0</inkml:trace>
  <inkml:trace contextRef="#ctx0" brushRef="#br0" timeOffset="136561.44">12917 8598 935 0,'0'1'0'0,"2"1"0"0,-1 0 0 0,1 3 0 0,-1 1 37 0,3 0-37 0,0 2 0 0,3 3 0 0,0-1 744 0,-1 0-352 0,2 2-178 0,0-4-239 0,3 3 42 0,-2-2-11 0,1-1 32 0,4-5-678 0</inkml:trace>
  <inkml:trace contextRef="#ctx0" brushRef="#br0" timeOffset="136782.82">13273 8357 1518 0,'0'0'0'0,"0"1"0"0,-2 2 0 0,-1 5 0 0,-2 1 0 0,-3 1 0 0,-2 7 0 0,-1 3 0 0,-5 4 307 0,-1 4-135 0,-2 2-67 0,0 3-162 0,1-7 42 0,1 0 26 0,3-4 1 0,1-3-196 0,1-3 111 0,4-1 64 0,6-8-416 15,2-6 219-15,0-1 109 16,0 0 55-16,7-7-262 0,5-3 125 0,4-1 75 0,1 0 33 0,-2 3 217 16,1 3-91-16,-2 0-46 0,4 3-10 0,-8 2 324 15,0 0-181-15,0 0-76 0,0 0 170 0,-2 7-63 16,3 0-79-16,-7 2 160 15,1 0-109-15,-1 1-54 0,-2 1-27 0,1 1-365 0,-1 0 179 0,-1-3 74 47,-1 2 43-47</inkml:trace>
  <inkml:trace contextRef="#ctx0" brushRef="#br0" timeOffset="136918.47">12961 8844 1705 0,'-15'1'0'0,"4"1"0"0,3 1 0 0,3 0 0 0,2-2 0 0,1 2 0 0,2-3 0 0,2 3 313 15,12-2-139-15,3-1 166 0,3 0-152 0,4 0-66 16,-1 0-47-16,2 0-83 0,-1 0 0 0,-1 0 45 16,-2-1 0-16,3-2-533 0,-8-1 261 0,0 1 136 15,-3 3 68-15,-1-3-698 0,-4 0 360 0</inkml:trace>
  <inkml:trace contextRef="#ctx0" brushRef="#br0" timeOffset="137137.23">13036 8618 1389 0,'-6'0'0'0,"1"0"0"0,1 0 0 0,0 0 0 0,1 2 0 0,1 9 0 0,2 5 0 0,-3 4 261 0,3 9-116 0,0 6 325 15,0 4-217-15,-3 6-108 0,0 4-54 0,1 2 112 16,-2-5-88-16,-1-3-39 0,2-8 0 0,1-1 121 16,1-3-70-16,1-12-50 15,0-8-21-15,0-2-19 0,3-7 0 0,9 0 0 0,4 0-159 0,0-2 75 16,5-4 42-16,5-9-492 0,0-2 242 0,2-1 139 15,4-5 14-15,-2 1-338 16,1-1 178-16,-1-1 113 0,-2 0 55 0</inkml:trace>
  <inkml:trace contextRef="#ctx0" brushRef="#br0" timeOffset="137298.51">13338 8750 1909 0,'-1'-4'0'0,"-3"-2"0"0,4 2 0 0,0-3 0 0,2-1 0 0,13 1 0 0,4 0 0 0,8-1 208 0,4-1-86 0,8 0 353 15,1 0-210-15,3-2-118 16,4 4-56-16,1 0-284 0,-2 2 115 0,-2 0 58 16,3 4 37-16,-18-2-612 31,-6 3 316-31,-7 0 158 0,-5 0 78 0,-10 6-307 0,-1-1 63 0</inkml:trace>
  <inkml:trace contextRef="#ctx0" brushRef="#br0" timeOffset="137571.88">13569 8444 1169 0,'-7'-11'0'0,"-2"4"0"0,8 5 0 0,1 2 0 0,0 0 0 0,0 9 124 0,10 15-44 0,3 9 9 16,4 5 505-16,-1 8-279 0,1 4-138 0,-1 4 219 15,2 0-179-15,-1 13-82 16,-3-6-53-16,-1-3-281 0,-1 0 118 0,-2-3 59 0,-4-8 30 0,0 3-206 16,-5-18 114-16,-1-6 59 0,0-4-708 0,0-8 381 15,-8-4 86-15</inkml:trace>
  <inkml:trace contextRef="#ctx0" brushRef="#br0" timeOffset="137675.56">13606 8833 1855 0,'-10'0'0'16,"0"0"0"-16,-1 0 0 0,0 4 0 0,0 9 0 0,0 8 0 0,-1 6 0 0,-4 7 0 0,0 5 282 0,-4 9-113 0,3-7-71 0,0 0-131 0,0-4 35 0,6-8-1 0,3-6 36 0,6-2-675 0,2-17 328 0</inkml:trace>
  <inkml:trace contextRef="#ctx0" brushRef="#br0" timeOffset="137754.01">13659 8944 1579 0,'10'0'0'0,"0"0"0"0,0 0 0 0,1 0 0 0,2 0 0 0,-1 6 311 0,1 1-128 0,-2 4-78 0,-1 0 159 0,0 0-114 0,-2 0-57 0,0-2-156 0,0 3 59 0,0-3 16 16,-1-1-1-16,0-5-715 0,1-3 365 0</inkml:trace>
  <inkml:trace contextRef="#ctx0" brushRef="#br0" timeOffset="137896.06">13916 8508 1604 0,'6'0'0'0,"-5"0"0"0,3 0 0 0,4 0 0 0,3 0 0 0,6-1 0 0,4-2 0 0,3 2 553 0,7-2-259 16,7 0-129-16,2 0 5 0,8-5-58 0,-3 4-42 15,2-2 0-15,-3-2-441 0,0 1 204 0,-6 2 101 16,-3 0 61-16,-17 3-774 16</inkml:trace>
  <inkml:trace contextRef="#ctx0" brushRef="#br0" timeOffset="138250.63">14056 8678 1457 0,'-8'0'0'0,"4"0"0"0,4 0 0 0,0 0 0 0,1 0 0 0,12 0 0 0,6 0 0 0,3-3 0 0,4 0 118 0,4-3-40 0,1 1 0 0,0 1-383 0,-3-2 154 0,-3 4 79 16,-3 0 38-16,-5 0-180 0,-5 2 98 0,-2 0 44 15,-10 4 30-15,0 6-71 0,-5 3 38 0,-9 3 0 16,-2 1 376-16,-2 2-173 0,2 1-92 0,-1 0 545 16,4 1-282-16,0 3-146 0,4 0-45 0,0 7 470 15,6-4-275-15,1 0-134 31,2 1-66-31,0 0 132 0,2 0-100 0,3 4-40 0,3-8-34 0,0 1 54 0,3-4-46 0,-4-2-69 0,-1-2-68 0,1 1 19 16,-3-7 39-16,-2-1-341 16,-2-3 193-16,0-2 98 15,-8 1 47-15,-6 0-306 0,-1-6 111 0,0 0 95 0,-3 0-4 0,3 0-37 16,-3-9 58-16,-2-3 21 0,3-4 9 0,0-5-5 16,4-1 0-16,0 0 34 15,1 1-35-15,1 1 27 0,3 5 9 0,-1 5 157 16,3 3-79-16,-1 3-39 0,-1 2-9 0,0 2-58 0,1 0 32 15,1 10-2-15,1 1 36 0,2 2-452 16,-3 3 198-16</inkml:trace>
  <inkml:trace contextRef="#ctx0" brushRef="#br0" timeOffset="138388.79">14502 8936 2977 0,'1'3'0'0,"4"2"0"0,8 7 0 0,5 5 0 0,6 3 0 0,2 9 0 0,2 0 0 0,-3 5 348 0,-1 0-157 0,-3 3-70 0,-10-9-482 16,-4-4 188-16,-6 0 96 0</inkml:trace>
  <inkml:trace contextRef="#ctx0" brushRef="#br0" timeOffset="138502.92">15058 9222 0 0,'-14'3'0'0</inkml:trace>
  <inkml:trace contextRef="#ctx0" brushRef="#br0" timeOffset="142305.57">15957 8526 1250 0,'0'0'0'0,"0"-1"0"0,0 0 0 0,2-2 0 0,1 3 0 0,2 0 379 16,2 3-170-16,3 9-87 0,-1 3-33 0,2 6 404 0,0 5-228 0,0 3-114 15,-2 5 68-15,0 1-91 0,-2 9-36 0,-6 1 12 16,-1 7-34-16,0 2 1 0,-1-1-34 0,-10-2-222 31,0 5 120-31,0-14 47 0,-1-7 27 0,1-3-583 0,1-6 306 0,1-9 102 16,1-2 98-16,3-13-797 0,1-2 415 0</inkml:trace>
  <inkml:trace contextRef="#ctx0" brushRef="#br0" timeOffset="142482.87">15889 8903 1584 0,'-11'-12'0'0,"3"7"0"0,5-2 0 0,1 2 0 0,2 5 0 0,8-3 0 0,12 0 0 0,6 0 494 0,5 2-227 31,6-1-107-31,-3 2 49 0,0 0-87 0,0 0-42 0,-2 3 0 0,-1 6-43 32,2 6 10-32,-11-1-10 0,-5 4 0 0,-5 5 40 0,-5-1-40 0,-7 5 0 0,0 5 10 0,-8-1-488 31,-12-2 240-31,-4 0 118 0,-4-5-490 0,1-2 233 0,-1 0 148 0,2-10-161 0,1-3 158 0,0-6 79 0</inkml:trace>
  <inkml:trace contextRef="#ctx0" brushRef="#br0" timeOffset="142873.82">15750 8671 1298 0,'-20'-12'0'0,"6"4"0"0,3 7 0 15,0 1 0-15,9 0 0 0,2 0 0 0,0 11 0 0,0 0 375 0,2 0-168 0,4 4-76 0,6 0-53 0,1-2-41 94,-2 5 0-94,3-1-160 0,-1 7 79 0,0-3 50 0,-1 1-9 0,-5 3 41 0,2-1-1 0,-4 2 0 0,-2 3 0 0,1 2 10 0,-4-2-10 0,0-2 0 0,0 0-129 0,-5 0 52 0,-2 1 25 0,-2 3-49 0,2-7 13 0,1-1 564 0,0 1-238 0,3-6-119 0,-1 0-40 0,4 6-30 16,0-9-10-16,0-3-166 109,0 0 64-109,3-4 31 0,-2 1 0 0,4-1-60 0,-1-3 42 0,-3-3 24 0,0 0 1 0,-1-2 25 0,0 0-44 0,0 3 7 0,-9-3-206 0,-2 0 168 0,-1 0-6 0,0 0 268 0,0 0-114 0,1-3-55 0,2 1-21 0,3 2 371 0,1-2-176 0,4-1-175 0,1 3-54 0,0 0 0 0,12 3 0 0,10 4 0 16,8 2 0-16,7-1 0 0,10 1 0 0,2 1 0 0,3-4 0 0,7 1 0 0,2 1 0 0,1 0 0 15,2-1 0-15,-11 2 0 16,-3 0 0-16,-6-1-684 0,-3 0 165 0,-3-3 241 15,3 2 111-15,-13-7-699 16,-5 0 415-16</inkml:trace>
  <inkml:trace contextRef="#ctx0" brushRef="#br0" timeOffset="143030.85">16632 8747 1689 0,'0'0'0'0,"0"0"0"31,-5 0 0-31,2 0 0 0,0 0 0 0,-1 9 0 0,0 5 306 0,1 4-135 0,2 3 405 0,-2 1-259 0,1 1-145 0,2 2-68 0,0-1-453 0,0 1 193 0,0-1 97 16,0 0 57-16,2-8-839 0,2-4 427 0,3-4 212 0</inkml:trace>
  <inkml:trace contextRef="#ctx0" brushRef="#br0" timeOffset="143233.34">16562 8589 1104 0,'0'-15'0'0,"0"3"0"0,0 3 0 0,1-2 0 0,12 2 0 0,10 1 0 0,8 3 0 0,7-1 163 0,8 2-63 0,14-2-22 0,0 5 276 0,7-1-159 16,1 2-79-16,-3 0 161 0,-6 7-120 0,0 9-50 15,-22 2-42-15,-5 2 116 0,-11 7-73 0,-10 4-36 16,-8-1 0-16,-3 6 3 0,-3-2-9 0,-17 0-30 16,-8 0-258-16,-3-1 130 0,-1 0 63 15,-2 2-217-15,4-12 137 0,1-3 61 16,1-3 40-16,1-5-781 0,2-5 377 0</inkml:trace>
  <inkml:trace contextRef="#ctx0" brushRef="#br0" timeOffset="143402.57">16779 8750 1205 0,'-5'-6'0'0,"0"2"0"0,5 2 0 0,0-2 0 0,5 2 0 0,10 1 376 0,9-1-169 0,4 2-86 0,4-3-42 0,3 3 149 15,-2 0-100-15,-1 0-46 16,-1 0-595-16,-1 0 273 0,-6 6 137 0,1 5-429 47</inkml:trace>
  <inkml:trace contextRef="#ctx0" brushRef="#br0" timeOffset="143488.2">16796 8950 977 0,'-28'10'0'0,"7"-1"0"0,4 1 0 0,11-3 0 0,2-1 0 0,4-5 0 0,13-1 138 0,12 0-50 0,3 0-25 0,5-1 31 0,5-10-19 0,-6 4-10 0,1-1-28 0,1-1-150 0,-5 2 76 0,-4-3 36 15</inkml:trace>
  <inkml:trace contextRef="#ctx0" brushRef="#br0" timeOffset="143675.7">16949 8622 1445 0,'0'0'0'0,"0"0"0"0,0 0 0 0,0 0 0 0,0 5 0 0,0 10 283 0,-4 9-122 0,-5 12-63 0,-6 9 323 0,-6 14-183 0,-6 6-106 47,-7 8-47-47,-6 0 15 0,-1-3-32 0,-3-2 1 0,-4-5-23 0,11-18-125 0,4-11 59 0,3-9 28 0,7-7-509 0,10-5 268 0,1-6 145 0,12-7-672 0,0-4 328 0,5-16 200 16,14-6 88-16</inkml:trace>
  <inkml:trace contextRef="#ctx0" brushRef="#br0" timeOffset="143870.57">16763 9143 1886 0,'22'-9'0'0,"-1"3"0"0,2 3 0 0,2 1 0 0,1 0 0 0,5 2 0 0,-8 0 0 0,4 0 0 0,-3 7 287 0,0 0-126 0,1 1-61 0,4-1 152 0,-9 0-112 0,-1 0-52 0,0-4-26 0,-5-1-137 0,0 1 55 0,-1-1 38 0,-6-2-9 0,-4 0 28 0,-3 0 0 0,0 0 0 0</inkml:trace>
  <inkml:trace contextRef="#ctx0" brushRef="#br0" timeOffset="144047.43">16844 9197 1352 0,'-11'3'0'0,"2"3"0"0,2 2 0 0,-1-1 0 0,4 4 0 0,-2 1 0 0,6 1 0 0,0 1 0 0,0 0 149 16,0-1-56-16,6 1-29 0,2-2-393 0,3-2 178 0,2-1 94 0</inkml:trace>
  <inkml:trace contextRef="#ctx0" brushRef="#br0" timeOffset="144120.25">17012 9162 1090 0,'4'-4'-1'0,"1"1"-1"0,0 0 1 0,1 3-1 0,0 12 1 0,-1 17-1 0,1 17 76 0,-3 17-30 0,-1 15-10 0,-2 21 1 0,0 22 1001 0,-4 12-503 0,-11 8-252 0,-1 13-410 0,1-31 75 0,-2-4 43 0</inkml:trace>
  <inkml:trace contextRef="#ctx0" brushRef="#br0" timeOffset="147289.29">18773 9256 1167 0,'0'-7'0'0,"-3"0"0"0,1 4 0 0,2 2 0 0,0-2 0 0,0 3 0 0,0 0 170 16,9 12-67-16,2 6-31 0,2 6 204 0,2 6-109 0,-3 4-69 16,2 5-30-16,-2 4 43 15,-1 3-37-15,-2 5 1 0,-1 7-62 0,-4-4 25 0,-2-1 1 0,-2-5 1 16,0-7-2-16,0 1 10 15,0-18-9-15,0-8 44 0,0-10 0 0,-2-4-45 0,1-2 1 0,-1 0 136 16,2-15-73-16,0-11-32 0,0-8 0 0,0-3-36 16,8-4 5-16,6-2 9 0,0 2-73 0,5-1 32 15,-2 2 0-15,5 2-8 16,1 4 1-16,3-6 48 0,-1 11-10 0,1 7-32 16,0 3 0-16,-1 7 4 0,-4 5 22 0,1 2-39 15,-8 5-4-15,-1 0 1 0,-2 9 26 0,-5-1 44 16,0 5-44-16,1-2 12 0,-6-1-49 0,1-1 2 15,-1 0 37-15,2-1-199 0,-3-5 95 0,0 1 45 16,0-2 23-16,0 1-163 0,0-3 87 0,0 0 25 16,0 0 28-16,0-7-466 0,0-3 239 0,0 1 114 15,0-3 59-15</inkml:trace>
  <inkml:trace contextRef="#ctx0" brushRef="#br0" timeOffset="147667.17">19348 9090 1461 0,'0'-8'0'0,"1"-1"0"0,1 3 0 0,4-3 0 0,0 2 0 0,2 5 0 0,4-2 334 0,2 2-147 0,1 2-75 0,3 0-27 0,1 0 189 31,-2 3-117 16,1 7-60-47,-3 2-29 0,2 3-84 0,-1 1 37 0,-6 2-10 0,-4 0-170 0,-2 3 99 0,-3-3 49 0,-1 2-70 0,0 1 69 0,-5-4 21 0,-6-5-6 0,-4 1 157 0,-1-2-95 0,-1-1-26 0,-3-2-49 0,4-5 221 0,1 1-101 0,4-4-48 63,0 0-4-63,2 0 327 0,1 0-164 0,3 0-96 0,4 0-100 0,1 0-25 0,0 0 0 0,4 0 0 15,7 0 0-15,8 0 0 0,-1 0 0 0,3-4 0 0,2 1 0 0,0-2 0 0,2 3 0 0,-2 1 0 0,0-3 0 0,-3-2 0 16,-1 3 0-16,-1 1-116 0,2-2-166 0,-8 1 135 15,0-1-497-15,-1 1 302 0,-3-2 153 0,-1 5-558 47,3-2 346-47</inkml:trace>
  <inkml:trace contextRef="#ctx0" brushRef="#br0" timeOffset="148303.51">20049 9268 1716 0,'-3'0'0'0,"-1"0"0"0,3 0 0 0,-1 0 0 0,2 6 0 0,-2-1 0 0,2 2 0 0,0 0 0 0,2 2 440 16,6 1-201-16,6 0-93 0,2 0-27 0,1-3-41 16,6 0 0-16,-1 0-41 0,3-4-330 0,3 2 174 15,-3-3 73-15,1-2-620 16,-3 0 349-16,0 0 174 0</inkml:trace>
  <inkml:trace contextRef="#ctx0" brushRef="#br0" timeOffset="148533.76">19974 9583 2000 0,'-19'3'0'0,"3"4"0"0,7-2 0 0,5 0 0 0,4 2 0 0,0-2 0 0,5 2 0 0,13-1 0 0,7 0 0 0,4-1 86 0,5-2-25 0,1-1 0 16,1 0-24-16,4 1 9 16,-7-1-10-16,-4-2 722 0,0 5-361 0,-3-5-180 15,-5 1-90-15,3 1-301 78,-9-1 101-78,-5-1 55 0,-3 3 27 0,-5-3-134 0,0 0 81 0,-2 0 49 0,0 0-353 0,-2 0 173 0,-5 0 16 0,-1-6 66 0,-1 0-415 0,1-3 227 0,1 0 126 0,1 0-533 0</inkml:trace>
  <inkml:trace contextRef="#ctx0" brushRef="#br0" timeOffset="149198.34">20753 9315 1235 0,'0'-5'0'0,"0"-1"0"0,0 0 0 0,0 5 0 0,3 1 0 0,3 0 0 0,4 5 258 0,0 12-110 0,3 3-47 0,-2 6-36 0,3 8 0 0,-1 4-28 0,-4 1 181 0,2 5-90 0,-5 5-36 0,-4-2-10 0,1-3-114 0,-3 0 34 0,0-5 1 0,-3-7 34 0,-2 1 35 0,-3-16-9 0,2-7-25 0,1-7-1 0,1-3 0 16,2-3 0-16,0-14 149 0,2-11 27 0,0-5-88 15,8-5-43-15,6-1 14 0,2-8-20 0,1 6-9 16,3-2-30-16,0 0 4 0,2 1-4 0,0 1 0 16,4-4 10-16,-6 10-48 15,4 2 1-15,-4 4 37 0,-1 5-420 0,-2 5 190 0,1 1 85 0,-6 12-634 16,0 3 354-16,0 3 171 16,0 0 90-16,0 4-268 0,3 11 170 0</inkml:trace>
  <inkml:trace contextRef="#ctx0" brushRef="#br0" timeOffset="150291.91">21449 9481 1347 0,'-4'-10'0'0,"-5"0"0"0,4-1 0 0,-2 1 0 0,3-2 0 0,-5 0 0 0,2 1 0 0,-1 0 203 0,-1 2-74 0,-1 2-50 15,0 4 222-15,-1 3-132 0,-6 0-66 0,4 7 99 16,-5 13-73-16,1 6-51 15,2 3 0-15,1 7 30 0,5 1-36 0,4 0 1 0,1 3-27 0,4-8 103 16,3-2-56-16,6-2-28 0,8-6-76 0,4 4 34 16,4-15-9-16,3-3-220 15,1-8 121-15,2 0 62 0,2-1 29 0,0-13 10 16,-5-7 17-16,-3 1 3 0,-4-5-65 0,-1-1-472 16,-2-3 197-1,-1 1 125-15,-8 2 75 0,-2 1 61 16,-4 3 5-16,-1 6 1 0,-2 1 246 0,0 4-132 0,-5 7-53 0,-6 4-30 78,-7 0-1-78,4 12-30 0,-2 6 32 0,1 1 619 0,2 4-280 0,6-1-149 0,2 1-74 0,4-2-106 0,1-1 32 0,0 1 10 0,0-5-10 0,9-2-89 0,7-3 45 0,1-4 0 0,5-4-218 0,3-3 139 0,1 0 20 0,-1-4-164 62,1-11 89-62,1-5 65 0,-2-1-9 0,1-2-74 0,-9 2 64 0,-1-5 29 16,-5 2 1-16,-2-1 20 0,-5 1 8 0,0-5-10 0,-4 7 10 0,0 0 33 0,-11 1-33 0,-3 3-1 0,-5 2 112 0,1-3-65 0,-2 7-18 0,1 3 217 16,0 3-104-16,1 1-60 0,5 3-8 0,-1-1 174 15,8 1-100-15,2 2-47 0,4 0 4 0,0 0-67 16,7 0 21-16,10 0 32 0,6 5-16 0,1-5-38 0,4 2 1 0,3-2 37 16,3 0-234-16,-3 0 93 0,2 0 61 0,-3 0-84 15,-2-2 61-15,-1-1 8 0,1 0-3 0,-11 1 50 16,-6-2-10-16,-2 2-29 0,-6 1 23 0,-3-1 178 15,0 2-90-15,0 0-29 0,-8 0-23 0,-6 0 380 16,-2 6-186-16,-2 5-65 31,-2 1 118-31,5-2-115 0,0 2-52 0,2-1 63 0,3-1-152 0,4 2 0 0,-1-1 0 0,7 0 0 0,0 1 0 0,0 0 0 16,3-5 0-16,11 3 0 16,0 2 0-16,6-2 0 0,0 2 0 0,3-2 0 15,0 1 0-15,-1 3-22 0,0 0-265 0,-5 2 112 16,-3-3 78-16,-4 4-48 0,-5 2 54 0,-3 0 27 15,-2 3-9-15,0-5 84 16,-11 2-25-16,-7-2 1 0,-1-1-24 0,-2-3 235 0,-2 2-126 0,3-6-51 16,1-1-28-16,2-1 322 0,3-2-160 0,5-3-44 47,-2 0 31-47,11-2-142 0,0 0 0 0,0 0 0 0,16-9 0 0,5-3 0 0,6-3 0 0,2-3 0 0,1-3 0 0,2 1 0 15,3-2 0-15,5-5-247 0,-2 2-44 0,-1-4 99 16,-1 0 86-16,0 0 4 0,-5 3 32 0,3-1-10 15,-12 6 264-15,-7 6-112 0,-7 7-55 0,-4 4-27 16,-3 1-1-16,-1 3-36 0,0 0 9 0,-13 13 584 16,-2 8-267-16,-2 3-183 15,0 5-96-15,1 3 0 0,4-3 0 0,2 0 0 94,2 2 0-94,4-2 0 0,4 3 0 0,0 1 0 0,0-6 0 0,9-3 0 0,4-3 0 0,7-3 0 0,2-4 0 0,5-1 0 0,-1-8 0 0,0-5 0 0,4 0 0 0,-2-5 0 0,0-12 0 0,2-2 0 0,-6-4-26 0,-3-1-72 0,1-5 34 0,-4-2-125 16,-2-2 77-16,2-8 27 0,-7 4-54 0,-1-7 51 15,-6-4 26-15,-2-1-1 0,-2-6-54 0,-2-8 32 0,-14 14 8 0,-5 3 23 32,-2 10 17-32,-4 9 0 0,-4 7 0 0,-5 7 135 0,1 13-63 0,2 0-36 0,0 12 0 0,2 7 235 15,1 5-130-15,1 1-43 0,10 3 284 0,7 1-163 16,7 0-82-16,5 1 94 0,0-1-175 0,14 3-19 15,5-6 0-15,4 0 0 0,5-6 0 0,3-1 0 16,3-2 0-16,5-1 0 0,2-8-28 0,-2-2 19 16,0-5 0-16,4-1-745 15,3 0 315-15,-9 0 208 0,0-5-736 0</inkml:trace>
  <inkml:trace contextRef="#ctx0" brushRef="#br0" timeOffset="150458.39">22888 9488 1537 0,'-2'0'0'0,"0"0"-2"0,2-2 1 0,0 1-1 0,9 1 1 0,11 0-1 0,9 0 783 0,5-3-374 0,5 3-186 15,8-1-83-15,0-1 158 0,5 1-130 0,3-1-65 0,-2 0-32 16,-4 0-202-16,4 1 93 0,-18-1 33 16,-3 1-679-16,-9 0 360 0,-7-2 182 0,-7 2-766 15,-6-1 435-15</inkml:trace>
  <inkml:trace contextRef="#ctx0" brushRef="#br0" timeOffset="150656.06">23238 9186 1775 0,'-7'4'0'0,"2"4"0"0,3 4 0 0,2 8 0 0,0 7 0 0,0 11 0 0,0 6 0 0,3 11 659 0,1 8-312 0,-1 2-155 0,-2 5-77 0,0 6 71 63,-1-16-79-63,0 1-35 0,0-3-473 15,0-1 219-15,-1-5 109 0</inkml:trace>
  <inkml:trace contextRef="#ctx0" brushRef="#br0" timeOffset="151002.18">23821 9402 960 0,'8'0'0'15,"1"0"0"-15,3 2 0 0,3 8 0 0,0 4 0 0,-2 1 0 0,2 9 114 0,-4 2-39 0,-2 7 1 16,1 5-32-16,-7-2-4 0,-3 0-4 0,0-4 0 0,-3-1 8 0,-9-7-8 31,2-2 9-31,-2-11 58 0,1-7-33 0,1-4-1 0,-1 0-33 0,5-13 210 16,1-8-95-16,5-6-63 0,0-4-26 0,5-5 89 16,12-4-58-16,2 1-29 0,4-5 10 0,1 7-84 15,4 5 24-15,0-1-1 0,4 6-190 0,3 1 107 16,2 4 61-16,-2 12-234 0,-2 7 140 0,2 3 30 15,-1 5 49-15,-1 11-46 16</inkml:trace>
  <inkml:trace contextRef="#ctx0" brushRef="#br0" timeOffset="151268.29">24619 9396 2045 0,'-8'-15'0'0,"-6"-2"0"0,1 7 0 0,-2 4 0 0,-2 1 0 0,-7 2 0 0,-1 3 0 0,-4 0 0 0,2 13 332 0,4 2-148 0,1 5-74 0,4 3-36 0,1-3 8 0,10 2-47 0,7 1 407 0,0 0-204 0,5-2-100 0,9 3-52 0,4 0-66 0,3-4 16 0,4-1 0 0,1-4 0 0,1 2-184 0,-3-5 92 0,0 5 54 0,-4-5-169 0,-5-5 103 0,-5 5 27 0,-4-4 34 0,-4 1-142 0,-2 1 68 0,0-2-4 0,-15-2 68 15,-8 1-25-15,-4-2 11 0,-8 0-19 0,-6 1-51 16,1-3 37-16,3-2-1 15,-1 1 44-15,7-2-306 0,6 0 146 0,0 0 64 16,16 0-547-16,9 0 314 0</inkml:trace>
  <inkml:trace contextRef="#ctx0" brushRef="#br0" timeOffset="151417.01">24747 9578 2232 0,'5'3'0'0,"6"1"0"0,-4 1 0 0,1 2 0 0,-2-1 0 0,-1 2 0 0,1 3 0 0,-3 1 466 16,-2 2-220-16,-1 1 253 0,0-2-232 0,0 4-115 15,0 1-83-15,-3-1-492 0,-1-2 213 0,1-3 122 16,2-1 63-16,1-3-402 0,0-3 232 0,0-2 124 16,0-3-868-16</inkml:trace>
  <inkml:trace contextRef="#ctx0" brushRef="#br0" timeOffset="152034.78">24855 9242 1362 0,'0'-7'0'0,"0"4"0"0,0 1 0 0,0 2 0 0,2 0 0 0,3 2 0 0,0 13 253 0,1 6-109 0,1 4 305 32,-1 4-206-32,-1 6-104 0,0 4-42 0,-3-4-36 0,-1 2 1 0,1 1-26 15,-1-2 0-15,-1-3-107 0,0 3 63 0,0-11 17 16,0-4 0-16,0-3-55 0,0-6 41 0,0-6 0 16,0 0-138-16,0-6 84 0,0 0 1 0,0 0 40 15,0-12-75-15,8-6 47 0,1 2-70 0,2-1-269 16,2-1 175-16,-1 0 87 0,2 1 44 0,-3 3 13 78,2 2-9-78,-5 4 39 0,1 1 97 0,-3 4-49 0,-2 1-24 0,2 2 0 0,-2 0 342 0,-3 7-162 0,-1 10-98 0,0 0 511 0,0 3-276 0,0 4-139 0,0-2-34 0,0 2 38 0,0-5-67 0,0 2-34 0,0-3 0 0,0 1-202 16,7-8 79-16,2-4 46 0,7-4-335 0,-2-3 190 15,5 0 94-15,3-9 57 31,1-8-223-31,-3 0 59 0,2-5 82 0,-5 2-176 0,1-2 111 0,0 2 48 0,-6 5 37 0,-4 2 171 16,0 5-72-16,-4 3-35 0,0 1-1 0,3 4 254 0,-5 0-141 0,-1 6-73 16,3 6 352-16,-1 3-165 15,3 4-105-15,5 0 13 0,-2-2 3 0,3 0-51 16,4-1-25-16,0-3-56 0,4-1-1 0,4-3 41 16,-1-6-9-16,5-3-225 0,-4 0 113 0,3-5 55 15,0-9 29-15,-2-4-332 16,-5-4 167-16,-2-2 40 0,-4-1-132 0,-2-3 91 0,-6-2 61 0,-1-4 22 15,-5 1 4-15,0-4 0 0,-2 0 35 0,-7-3-9 16,-3-1 9-16,-1-2-8 0,2 8 8 0,-5 6-15 16,0 5 15-16,-2 9 0 15,-1 5 0-15,-4 5 216 16,3 5-104-16,1 0-40 0,2 3 347 0,2 11-176 0,6 1-100 0,-1 4-18 16,8 1 217-16,2 1-134 0,0 3-69 0,0-3 37 15,4 4-51-15,6 2-18 0,5-8-9 0,1-2-47 16,2 0 21-16,3-2 0 15,-1-1 9-15,0-3-353 0,2-5 172 0,-1-3 86 0,4-3-637 0,-3 0 311 16,5 0 178-16,-6-6 24 16,-3-6-456-16,1-3 297 0,-7-1 148 0,-2-1-122 15,-2 0 146-15</inkml:trace>
  <inkml:trace contextRef="#ctx0" brushRef="#br0" timeOffset="152518.41">26051 9457 2238 0,'-3'0'0'0,"-6"0"0"0,5 0 0 0,4-2 0 0,0 2 0 0,6 0 0 0,11 0 0 0,10 0 0 0,10 0 372 0,7 0-169 0,7-2-83 0,7 2 279 94,3 0-181-94,9 0-83 0,-6 0-54 16,-2 2 9-16,-4 3-28 0,-5 2-49 0,-10-3-53 0,1 3 21 0,-16-3 23 0,-9 0-527 0,-5-1 278 0,-11-1 141 0,-3-2 70 0,0 0-747 0,-9 0 323 0,-8 0 212 0,-5-9 105 0,-2-1-516 0</inkml:trace>
  <inkml:trace contextRef="#ctx0" brushRef="#br0" timeOffset="152675.01">26471 9227 2989 0,'-14'-12'0'0,"0"3"0"0,6 6 0 0,4 3 0 0,-1 0 0 0,1 0 0 0,0 12 0 0,4 8 0 0,0 6 0 0,0 6 0 0,0 2 0 0,0 3 0 0,1 8 0 0,1-2 504 0,-1 1-234 0,3 2-165 0,-2 0-42 0,-1-1-63 63,1 3 0-63,-1-13 0 0,-1-2 0 0,0-6 0 0,0-2 0 0,0-3-1259 0,0-4 494 0,2-12 291 0</inkml:trace>
  <inkml:trace contextRef="#ctx0" brushRef="#br0" timeOffset="152888.42">27033 9167 1846 0,'-7'-1'0'0,"2"-1"0"0,1 0 0 0,3 2 0 0,-1 0 0 0,1 12 660 0,1 5-304 0,0 10-164 0,0 7-79 0,0 7 506 16,0 5-474-16,1 7-145 0,2 12 0 0,3-3 0 15,-3 2 0-15,0 2 0 16,-1-1 0-16,0 4 0 0,-2-12 0 0,0-4 0 0,-4-2 0 0,-5-6 0 15,-4 2 0-15,-1 3-452 0,3-19 89 0,3-8 58 16,4-7 142-16,3-6-768 16</inkml:trace>
  <inkml:trace contextRef="#ctx0" brushRef="#br0" timeOffset="153065.07">27338 10135 3183 0,'2'0'0'0,"-1"0"0"0,1 2 0 0,0 1 0 0,0-3 0 0,0 4 0 0,-1-1 0 0,1-1 0 0,-1 3 0 0,1-1 497 0,0-1-246 0,-2 0-251 16,2 0-469-16,-1-1 165 0,1 2 170 0,0-4-1396 16</inkml:trace>
  <inkml:trace contextRef="#ctx0" brushRef="#br0" timeOffset="154335.94">28311 9368 1565 0,'2'-34'0'0,"5"2"0"0,7 1 0 0,9 11 0 0,10 1 0 0,7 2 157 0,3 8-60 0,7 1-29 0,8 7 400 15,-9 1-220-15,0 6-105 125,-2 11-52-125,-3 5 87 0,-9 7-71 0,1 4-25 0,-16-1-9 0,-8 3 74 0,-3 3-54 0,-6 3-28 0,-3 3 0 0,0 9 47 0,-17-7-42 0,-5 0 0 0,-5 5-38 0,-2-6-32 0,-5 9 0 0,9-15-168 0,-1-2 57 0,6 2 75 0,4-3 36 0,7 2-987 0,7 3 439 0,2-13 261 0</inkml:trace>
  <inkml:trace contextRef="#ctx0" brushRef="#br0" timeOffset="154435.09">28928 10261 2007 0,'0'2'0'0,"0"-2"0"0,0 2 0 0,0-2 0 0,0 0 0 0,0 0 158 16,0 3-60-16,0-3-31 0,0 2 873 0,0-2-455 15,0 0-309-15,0 0-176 0,0 0 0 0,0 0 0 16,0 0 0-16,0 0-1430 0</inkml:trace>
  <inkml:trace contextRef="#ctx0" brushRef="#br0" timeOffset="185494.77">3784 8610 188 0,'-3'4'0'0,"-4"2"0"0,2-4 0 0,2 3 0 0,-1-1 0 15,1 1 0-15,-1-2 14 0,3 0-9 0,-3 0 0 16,2 1 1-16,0-2 0 0,2 2-1 0,0 0 1 0,0-2 25 0,0 1-24 16,0-2-1-16,0 1 44 0,0 2-2 0,0-3-38 15,0 2 0-15,0 0 59 0,0-3 0 0,0 1-50 16,0 1 4-16,0 0 35 0,0-2-30 0,0 2-7 16,0-2 18-16,0 1 20 15,0 1-23-15,2-2-8 0,0 2 35 0,0-2-32 16,3 0 4-16,-1 0 25 0,0 0-26 0,2 0-1 15,4 0 2-15,-2 0 40 0,6 0 1 16,1 0-31-16,5-5-7 0,5-7 25 16,7-2-20-16,10-8-4 0,14-8 20 0,10-5-9 0,12-12-2 0,16-8-5 15,15-8-33-15,11-8 0 0,21-8 44 0,-11 7-63 16,2-1-3-16,8-2 50 0,5-1-6 0,8-3 31 16,17-13-25-16,-20 14-4 0,13-1-11 0,2 2 33 15,-3-1-26-15,3 0 1 16,7-6 6-16,-30 13-55 0,0 0 51 0,1 1-2 0,-1 5-39 15,-5 3 0-15,5-4 46 0,-26 13 29 16,0-2-39-16,-8 3 1 0,-11 5-5 0,-11 6-9 16,-1 4 16-16,-25 8-4 62,-6 5-7-62,-14 4 38 0,-4 4-6 0,-13 7-30 16,-3-2 12-16,-11 8 9 0,-2 1-8 0,-5 1-7 0,0 1-68 0,-2 0 33 15,0 0 5-15,0 0-336 0,-12 3 164 0,-10 12 90 0,-12 12 29 0,-7 12-630 0</inkml:trace>
  <inkml:trace contextRef="#ctx0" brushRef="#br0" timeOffset="191328.84">8453 10217 2535 0,'0'0'0'0,"-3"0"0"0,-2 0 0 0,2-2 0 0,0 2 0 0,-2 0 0 0,4 0 0 0,-1 0 0 0,2 0 339 0,0 0-142 0,0 0-26 0,2 3-67 0,7 4-33 0,1 0-1 0,2 1-119 15,0 0 38-15,-1 2 24 16,1 0 0-16,-3 2-485 0,2-2 254 0,-4 6 137 16,1 0 54-16,-5 1-908 15,1 1 452-15</inkml:trace>
  <inkml:trace contextRef="#ctx0" brushRef="#br0" timeOffset="191587.88">8397 10642 1563 0,'-9'2'0'0,"5"4"0"0,1-3 0 0,0 2 0 0,3-1 0 0,0 2 0 0,0 0 266 0,3 2-119 0,5-1-83 0,6-2 1 0,-1 2-29 16,2 2 1-16,1 2-254 16,1-2 122-16,-1 5 66 15,2 0 32-15,-5 1-653 0,1 1 334 0,-2 3 172 63,-7 0 80-63,1 2 41 0,-4-1 0 0,-2 2-247 0,0-1 116 0,0 3 50 15,-8-4 40-15,0-4 36 0,-3-4 28 0,4 0 0 0,-1-6 0 0,2 4 0 0,3-9 0 0,3-1 0 0,0 0 1062 0,0-11-150 0,6-8-437 0,9-3-211 16,2-3-117-16,3-8-109 0,1 2-1 0,2-4 0 0,2-1-685 0,5-7 352 31,-4 7 161-31</inkml:trace>
  <inkml:trace contextRef="#ctx0" brushRef="#br0" timeOffset="191724.67">8737 10432 2222 0,'-5'0'0'0,"3"-2"0"0,0 1 0 0,2-3 0 0,0 3 0 0,7-3 0 0,6 2 0 0,5-2 404 0,1 0-175 0,2-2-100 0,2 2-47 0,1-2-89 0,1 1 0 0,-1 0 44 0,6 1-616 0,-5 0 304 0,-2 0 156 0,-4 4-710 16,-1-3 400-16</inkml:trace>
  <inkml:trace contextRef="#ctx0" brushRef="#br0" timeOffset="192142.63">8976 10183 997 0,'2'5'0'0,"1"-3"0"0,0 1 0 0,2 3 0 0,1 1 0 0,-2 2 0 0,0 1 299 15,1 4-122-15,-4 0-74 0,-1 3-34 0,0 7 23 16,0 0-27-16,-10 6-1 15,-5 3-51-15,-3 0-10 0,-4 0 34 0,-2 0 23 32,-2-2-24-32,1 1 10 0,6-10-9 0,4-5 135 0,3-2-68 0,4-6-34 0,5-4 1 0,3 1-9 15,0-6-26-15,10 0 1 0,6 0 0 16,4-3 3-16,3-5-3 0,0 1 9 0,-2 2-120 0,-1-1 56 16,-4 5 27-16,1-1-114 0,-7 2 62 0,-1 0 25 15,-6 12 18-15,-3 5 75 0,0 4-23 16,-9 4-39-16,-6 1-34 0,-8 6 324 0,0-3-143 0,0-1-67 94,1-1-28-94,0-2 187 0,3-3-108 0,4 1-45 0,5-10 3 0,4-5-69 0,6-2-33 0,0-3 0 0,6-3 0 0,10 0 0 0,10 0 0 0,2-3 0 15,5-6 0-15,1-1 0 0,-2 1 0 0,4-2 0 0,-6 6-11 0,-4 1-25 0,-2 3 77 0,-4 1-47 0,-2 0 13 0,-1 5-34 0,-8 5 59 0,-7 2-32 0,0 2 0 0,-2 3 0 31,0-2 0-31,-3 2 0 0,-7-2 0 0,0-1 0 0,0-4 0 0,3-2 0 16,-1-3 0-16,1 0 0 0,4-5-108 0,1 0 36 0,2 0 39 16,0-5-1496-16</inkml:trace>
  <inkml:trace contextRef="#ctx0" brushRef="#br0" timeOffset="192306.35">9432 10440 1914 0,'5'-10'0'0,"1"2"0"0,2 0 0 0,5 1 0 0,3 1 0 0,4-1 148 0,2 2-61 16,0 2-26-16,4 0 812 16,-1 0-419-16,3 0-209 0,4-2-96 0,-3 5-149 0,-2-3 0 0,-1 3 0 15,2-3-552-15,-2 3 197 0,2 0 203 0,-6 0 90 16,-5 0-1068-16</inkml:trace>
  <inkml:trace contextRef="#ctx0" brushRef="#br0" timeOffset="192456.06">9552 10650 1928 0,'-4'0'0'0,"-1"0"0"15,3 0 0-15,2 1 0 0,0-1 0 0,10 0 0 0,5 0 508 0,7 0-237 0,2 0-117 16,4 0-51-16,1 0 342 0,-3 0-205 0,3-1-102 0,0-2-52 0,1 3-667 16,-4 0 303-16,-1 0 157 0</inkml:trace>
  <inkml:trace contextRef="#ctx0" brushRef="#br0" timeOffset="192639.5">9558 11015 2005 0,'0'0'0'0,"-2"0"0"0,1 0 0 0,1 0 0 0,1 0 0 0,15 0 0 0,4 0 482 62,3 0-223-62,10 0-102 0,-2 0-66 0,4 0 543 0,2-1-331 0,5-1-303 0,0-2 0 0,8 1 0 0,-8-1 0 0,4 0 0 0,-5 1-1062 0,-1-1 500 0</inkml:trace>
  <inkml:trace contextRef="#ctx0" brushRef="#br0" timeOffset="192883.09">10496 10355 1867 0,'-2'-19'0'0,"-5"5"0"0,5 6 0 0,2 3 0 0,8 3 0 0,3 2 0 0,-2 0 0 0,-3 0 0 0,-3 3-132 15,-1 5 79-15,-1 4 33 0,-1 3 0 0,0 0-458 16</inkml:trace>
  <inkml:trace contextRef="#ctx0" brushRef="#br0" timeOffset="193032.52">10465 10807 2660 0,'-5'10'0'0,"1"0"0"0,4 2 0 0,0-1 0 0,0-1 0 0,1 1 0 0,3-7 0 0,3 1 213 0,-3-2-90 0,0 1-44 0,-3 0-13 0,1-2-9 0</inkml:trace>
  <inkml:trace contextRef="#ctx0" brushRef="#br0" timeOffset="197922.16">11502 10326 1358 0,'-7'0'0'0,"-1"0"0"0,3 0 0 0,5 0 0 0,0 0 57 0,9 0 4 0,12 2-48 0,9-2 660 0,4 0-318 0,9 0-159 15,1 0-80-15,6-2 217 16,-5-3-153-16,5-2-72 0,-2-1-35 0,-3-1-172 16,5 2 78-16,-15 2 24 15,-8 2-502-15,-2 3 267 0,-9-2 135 0,-6 2-778 0,0 0 435 0,-10 0 164 16</inkml:trace>
  <inkml:trace contextRef="#ctx0" brushRef="#br0" timeOffset="198080.94">11674 10386 1124 0,'-15'10'0'0,"5"4"0"0,4 1 0 0,0 6 0 0,6 0 0 0,0 5 0 0,0 3 0 0,0-2 568 0,6 3-265 0,1 2-133 15,-2-1 317-15,2-1-225 0,-4 7-103 0,0-9-66 16,-2 3-223-16,1-3 83 16,1 0 42-16,-2-1-670 0,1 4 365 0,2-12 169 0,0-1 89 0,1-6-776 15</inkml:trace>
  <inkml:trace contextRef="#ctx0" brushRef="#br0" timeOffset="198359.98">11901 10493 1565 0,'2'0'0'0,"0"0"0"0,-1 0 0 0,2 0 0 0,-2 2 0 0,3 6 0 0,2 6 0 0,0 8 925 16,1 8-449-16,1 12-219 15,0 8 393-15,-1 7-592 0,-1 8-58 0,1 8 0 0,-3-6 0 0,2-3 0 16,0-1 0-16,-2-6 0 0,-1-4-231 0,2 4 129 15,-4-19 65-15,1-1-732 0,-1-8 364 0,-1-6 211 16,0-8-328-16,0-2 234 16,0-13 129-16,-6 0 62 93,-2-15-377-93</inkml:trace>
  <inkml:trace contextRef="#ctx0" brushRef="#br0" timeOffset="198460.73">11786 10635 2920 0,'-5'-15'0'0,"0"6"0"0,1 1 0 15,4 5 0-15,0 0 0 0,0 0 0 0,0 3 0 0,6 0 0 0,2 0 0 0,4 0 0 0,-1 0 0 0,1 0 0 0,1 3-251 47,0 2 143-47,1-1 73 0,-2 4-360 0,2-2 225 0,-4 3 99 0</inkml:trace>
  <inkml:trace contextRef="#ctx0" brushRef="#br0" timeOffset="198565.39">11786 10781 1105 0,'-9'0'0'0,"-2"3"0"0,2-1 0 0,4 1 0 0,0-3 0 0,2 1 125 0,1 2-44 63,1-2 10-63,1 2 135 0,0 0-94 0,0-1-48 0,1 1-23 0,7 2-382 0,-1 1 189 0,0 0 79 0,-1 1 45 0</inkml:trace>
  <inkml:trace contextRef="#ctx0" brushRef="#br0" timeOffset="198893.96">11659 11053 1615 0,'-16'9'0'0,"-3"1"0"0,11-4 0 0,2-1 0 0,3 0 0 0,3-5 0 0,0 0 0 0,11 0 0 0,8-10 216 0,7-6-90 0,5-4-44 0,4-4-80 0,3-2 0 15,4-6 44-15,-2 4-201 0,1 1 96 0,-2 0 48 16,2-1 24-16,4 2-322 0,4-1 182 0,-8 10 78 16,-3 4 42-16,-3 6-186 0,-8 5 92 0,-2 2-21 15,-3 2 289 1,-11 14-118-16,-6 2-43 0,-2 4 0 0,-3 1 353 0,0-1-177 62,0 5-99-62,-7-6-1 0,-3 1-39 0,-3-3 70 0,1 0-43 0,-4 1 45 0,4-8-43 0,-4-2-1 0,0-6-34 0,-2-1 0 0,-1 0 0 0,-4-3 9 0,3 0-9 0,-1-3-860 16,-2-9 404-16,2 1 139 0,1-2 365 0,-2 2-72 0,8-3-21 0,0 3 250 16,7 1-139-16,-1 2-70 0,6-1-35 0,2 4 733 15,0 0-317-15,12 4-188 0,8 1-95 0,6 0 315 16,5 0-204-16,5 9-94 15,-3 2-80-15,7 0-68 16,-2 5 0-16,1-4 0 0,1 3-344 0,5 2 48 0,-6-5 163 0,0-2-971 16,0-4 499-16</inkml:trace>
  <inkml:trace contextRef="#ctx0" brushRef="#br0" timeOffset="199217.32">12747 10582 2305 0,'0'0'0'0,"0"3"0"0,0 2 0 0,0 5 0 0,0 4 0 0,0 10 0 0,0 6 421 16,0 5-192-16,2 5-97 0,4 1 462 0,2 2-344 15,4-10-250-15,1-3 0 0,4-6 0 0,2-7 0 16,7-5 0-16,-2-12-142 0,1 0-19 0,3-14 99 16,0-10 48-16,-4-9-185 0,3-3 126 0,-8-3 50 15,-3-1-435-15,-4-4 220 0,-1 0 56 0,-2 1 55 16,0-3 37-16,-5 10 31 0,-1 5 0 0,-2 5 332 15,-1 6-155-15,0 10-77 16,0 2-47-16,-3 8 520 0,-2 6-236 0,2 17-146 16,-3 9-8-16,3 4 130 0,0 6-95 0,3-1-159 15,0 1 0-15,4 0 0 0,6-1 0 0,3-1 0 16,5 5 0-16,4-12 0 0,2-4-6 0,7-2-756 16,2-9 365-16,0-4 206 0,6 0 24 0,-6-11-767 31</inkml:trace>
  <inkml:trace contextRef="#ctx0" brushRef="#br0" timeOffset="199415.48">13418 10549 2101 0,'-8'-10'0'0,"4"5"0"0,1-3 0 0,3 4 0 0,0 4 0 0,10-3 238 16,6 3-100-16,2 0-42 93,2 0 718-93,2 0-389 0,2 0-306 0,1 0-176 0,2 0-10 0,5 0 61 0,-3 3 17 0,1-3-1 0,1 2 27 0</inkml:trace>
  <inkml:trace contextRef="#ctx0" brushRef="#br0" timeOffset="199516.73">13514 10781 2753 0,'-13'0'0'0,"1"3"0"0,8 2 0 0,2-1 0 16,2 0 0-16,3 1 0 0,16 0 0 0,2-2 473 0,5-1-219 0,5 2-64 0,2-4-81 0,-1 0-36 0,2 0-1 0,2 0-719 0,-1-6 341 0,5-2 181 0,-4-1 76 0,-4-4-1062 0,-2-3 537 0</inkml:trace>
  <inkml:trace contextRef="#ctx0" brushRef="#br0" timeOffset="199713.2">13913 10524 1497 0,'2'-6'0'0,"2"1"0"0,1-1 0 0,4 2 0 0,4 1 0 0,7 1 0 0,6 2 518 0,2 0-245 0,8 9-118 0,0 10 597 0,5 4-358 15,1 5-170-15,-7 1-106 16,-8 5-118-16,-4-2 0 63,-10 6 0-63,-11-1 0 15,-2 9 0-15,-18-10 0 0,-15-4 0 0,-8 0 0 0,-5-7 0 0,0-4 0 0,-6 0 0 0,10-14 0 0,1-3 0 0,8-4 0 0,3 0-294 0,6-9-118 0,6-10 197 0,15-6-722 0,3-5 451 0,12-8 225 0</inkml:trace>
  <inkml:trace contextRef="#ctx0" brushRef="#br0" timeOffset="199882.04">14365 10451 1697 0,'0'-2'0'0,"-2"2"0"0,-4 0 0 0,0 0 0 0,-1 0 0 0,-6 11 499 0,-3 5-223 0,-1 8-124 0,-2 5-58 0,4 6 818 0,1 4-611 0,6 5-301 16,6 4 0-16,2-6 0 0,8 1 0 0,14-7 0 15,4-3 0-15,7-5 0 16,5 0 0-16,-2-10 0 0,4-9-227 0,-1-2 123 15,3-7 70-15,0 0-1014 0,2-4 468 16,-10-13 276-16,0-2 134 0,-7-2-328 0</inkml:trace>
  <inkml:trace contextRef="#ctx0" brushRef="#br0" timeOffset="200022.67">14625 10647 1927 0,'-11'0'0'0,"3"0"0"0,2 0 0 0,3 0 0 0,3 0-1 0,0 0-1 0,3 0 0 0,14 3 671 15,4 1-319-15,5 2-159 0,5-1 432 0,4-1-447 0,-3-1-176 0,3 1-121 32,2-1-91-32,-3 0 122 0,2-3 62 0,5 0-1103 0,-9 0 579 0,-5-3 293 0</inkml:trace>
  <inkml:trace contextRef="#ctx0" brushRef="#br0" timeOffset="200180.29">15227 10606 1326 0,'6'0'0'0,"6"0"0"0,2 0 0 0,2 0 0 0,4 0 316 16,5 3-140-16,3-1-71 0,1 5 693 0,7-1-373 16,-1-4-200-16,-1 1-484 0,2 2 146 0,-2-4 74 15,1 2 37-15,0-1-906 0,-13 2 451 0,-6 5 226 16,-9 0 113-16,-7 1-522 0</inkml:trace>
  <inkml:trace contextRef="#ctx0" brushRef="#br0" timeOffset="200472.92">15305 10819 1384 0,'-16'0'0'0,"-1"0"0"0,10 0 0 0,3 0 0 0,4 0 0 0,1 0 0 0,17 0 380 0,4-2-165 0,5 2-94 15,6 0-43-15,0 0 392 0,0 2-218 0,-1 4-108 0,2 5-41 0,-10-3-39 0,-2 4 0 0,-4 4-246 16,-7 2 107-16,-8 3 56 0,-3 6 35 0,-3-1-160 16,-20 4 89-16,-7-3 45 0,-1 2 22 0,-3-5 26 15,1 0 5-15,2-4-77 0,6-7 21 0,4-7 214 16,6 2-98-16,6-6-62 15,3-1 150-15,6-1-71 94,7 0-50-94,14 0 92 0,5-1-63 0,8-4-33 0,5-3-40 0,-6 1-207 0,5 1 83 0,-3 0 66 0,1 1 34 0,-3-1-1 16,3 0 42-16,-14 4-8 0,-5-1-749 0,-8 0-235 0,-6 2 457 0,-3-2 229 0,0-5-318 0,-16 0 277 0,-7-9 135 0</inkml:trace>
  <inkml:trace contextRef="#ctx0" brushRef="#br0" timeOffset="200614.08">15514 10149 1951 0,'0'0'0'0,"0"0"0"0,1 0 0 0,4 3 0 0,-1 15 0 0,5 12 592 0,-2 11-278 0,-1 12-141 0,0 10-68 0,0 15 72 62,-1-3-75-62,0-3-34 0,3-3 0 0,1-8-1047 0,0-9 488 0</inkml:trace>
  <inkml:trace contextRef="#ctx0" brushRef="#br0" timeOffset="200713.81">15971 11134 3438 0,'7'13'0'0,"3"0"0"0,3 2 0 0,5 6 0 0,-5-3 0 0,-3-1 98 0,-5 4-32 0,-3 3 0 0,-2 1-31 0,-9 6-452 0,-10-4 222 0,-6 3 114 0</inkml:trace>
  <inkml:trace contextRef="#ctx0" brushRef="#br0" timeOffset="201262.43">17311 10684 1487 0,'-2'0'0'0,"-1"0"0"0,2 0 0 0,1 9 0 0,0 8 0 0,0 8 0 0,0 4 121 0,1 8-42 0,4 6 0 0,0 7 49 16,2 2-45-16,0 3 8 0,-4-9-53 0,1-10 83 15,1-1-41-15,-2-11-1 32,-1-12 42-32,2 2-33 0,-2-13-10 0,1-1-41 0,3-1 208 0,2-19-104 0,3-6-52 0,5-10 161 15,1-6-110-15,2-3-52 0,2-5-26 0,1-2-139 0,3 3 57 0,-1-10 37 16,0 13-8-16,-2 3-414 15,-3-2 221-15,0 10 110 0,-3 2-651 0,-1 4 311 16,-4 15 193-16,-1 5 92 0,-2 9-201 0</inkml:trace>
  <inkml:trace contextRef="#ctx0" brushRef="#br0" timeOffset="201566.73">17865 10810 1593 0,'-9'0'0'0,"3"0"0"0,0-2 0 0,4 1 0 0,0-1 0 0,2 2 651 0,0 0-308 0,0 0-152 0,2 0 328 0,7 0-245 0,7 0-119 0</inkml:trace>
  <inkml:trace contextRef="#ctx0" brushRef="#br0" timeOffset="201674.81">17884 10802 3821 0,'22'-1'-304'16,"0"0"170"-16,6-3 95 0,-4 2-375 0,0 1 225 0,1 1 113 0,-3 0 57 0</inkml:trace>
  <inkml:trace contextRef="#ctx0" brushRef="#br0" timeOffset="201754.71">17911 11053 3188 0,'-19'1'0'0,"7"1"0"0,-3 1 0 0,10-1 0 0,5-2 0 0,0 1 0 0,1 1 0 0,11-2 0 0,7 0 0 0,6 0 0 0,5 0 265 0,3 0-115 0,1 0-136 0,1-2 22 0,4 0 8 0,-4 1-8 0,-3-2 0 0,1 1 0 0,0 2-1 0,-1 0-1338 0</inkml:trace>
  <inkml:trace contextRef="#ctx0" brushRef="#br0" timeOffset="202144.91">18397 10669 1874 0,'-11'-15'0'0,"2"3"0"0,4 5 0 0,5 1 0 0,0 3 0 0,2 3 0 0,10 0 0 0,5 0 307 0,3 9-135 0,3 3-69 15,4-1 469-15,-3 3-272 16,1 3-132-16,-2-3-57 0,0 4-38 0,-1 2 0 15,2 3-28-15,-6-4-515 0,-2 3 252 0,-2 0 128 16,-3 0 62-16,-2 0-832 0,2 1 439 0,-9-3 124 16</inkml:trace>
  <inkml:trace contextRef="#ctx0" brushRef="#br0" timeOffset="202321.12">18788 10546 1303 0,'0'0'0'0,"-2"0"0"0,-2 0 0 0,-1 8 0 0,-2 10 320 0,2 12-142 0,-5 12-71 0,-3 17 896 16,-3 14-483-16,-4 16-233 0,1-1-130 0,-2 3-101 16,1 1-56-16,1-6 0 0,1-7 0 0,1 3 0 15,7-22 0-15,1-6 0 16,3-2-51-16,-1-3-218 0,6-7 153 0,0-3-448 0,1-25 295 0,0-11 117 16,1-3 87-16</inkml:trace>
  <inkml:trace contextRef="#ctx0" brushRef="#br0" timeOffset="202561.17">18975 10836 2040 0,'3'0'0'0,"0"0"0"0,2 0 0 0,1 0 0 0,2 0 0 0,1 0 0 0,5 0 833 0,-1 3-403 0,5 0-197 0,1 3 120 0,5-4-311 0,4 3-42 0,2-2-458 94,2-1 109-94,-1 2 193 0,2-3 95 0,3-1-574 0,-1 0 335 0,3 0 177 0</inkml:trace>
  <inkml:trace contextRef="#ctx0" brushRef="#br0" timeOffset="202680.37">19575 10819 2984 0,'0'0'0'0,"0"3"0"0,0-1 0 0,5-2 0 0,6 0 0 0,6 0 0 0,6 0 0 0,3 0 0 0,8 0 0 0,5-2 0 0,6-1 343 0,1 1-154 78,7-3-68-78,-8 1-876 0,0 1 395 0,-4 3 198 0,-4-3 98 0,-5 3-1037 0,-4 0 545 0</inkml:trace>
  <inkml:trace contextRef="#ctx0" brushRef="#br0" timeOffset="202898.36">19664 11014 1278 0,'-17'1'0'0,"6"2"0"0,4-3 0 0,4 3 0 0,3-3 0 0,11 0 0 0,11 0 396 0,7 2-181 0,4-1-89 0,6 2-38 0,-3 0 507 15,0 2-280-15,-5 2-140 0,-3-2-98 0,-4 7 0 16,-3 0-34-16,-11 5-160 0,-9 5 76 0,-2 2 38 16,-23 3 0-16,-7 5 88 15,-8-5-9-15,-7 1-41 0,0-1 0 0,-3-2 165 16,8-6-82-16,0 1-33 0,15-9-9 0,7-7-76 16,11-3 0-16,8-1 0 0,7 0 0 0,18-1 0 0,11-9 0 0,7 1 0 15,4-3 0-15,1 0 0 0,-1 2 0 0,4 1-236 16,-12 2-39-16,-3 1 147 15,0 3 31-15,-8-1-613 0,-5 4 338 0,1-3 159 16,-16 2 94-16,-8 1-199 0,0 0 142 0,0-1 70 16,-15-8-350-16,-2-6 202 0</inkml:trace>
  <inkml:trace contextRef="#ctx0" brushRef="#br0" timeOffset="203051.98">19930 10147 2832 0,'-4'0'0'0,"0"0"0"0,3 0 0 0,1 2 0 0,0 15 0 0,0 10 0 0,0 6 0 0,1 14 0 0,1 10 636 0,1 11-300 0,1 14-209 0,0-7-127 0,0-1-180 15,4-2 20-15,3-5 97 16,2-6-520-16,2 4 317 0</inkml:trace>
  <inkml:trace contextRef="#ctx0" brushRef="#br0" timeOffset="203190.94">20388 11426 3931 0,'3'0'0'0,"2"0"0"0,0 1 0 0,7 2 0 0,1-2 0 0,-2-1 0 0,-1 2-1428 16,-3 0 625-16,-2-2 397 0</inkml:trace>
  <inkml:trace contextRef="#ctx0" brushRef="#br0" timeOffset="205375.52">22648 10614 1530 0,'-5'0'0'0,"3"0"0"15,-2 3 0-15,2 4 0 0,2 7 0 0,0 6 0 0,0 5 230 0,0 5-98 0,2 10 161 0,3 1-133 0,4 4-62 16,0 4-31-16,2-1 8 0,-3 1-39 0,1 2 9 16,-1-11-9-16,-4-4-216 0,0-5 108 15,-1-5 54-15,-2-6 27 0,1-3-443 16,-2-12 226-16,0-5 117 0,0 0-482 0,-3-9 269 15,-5-8 124-15,-3-10-160 16,0-6 166-16</inkml:trace>
  <inkml:trace contextRef="#ctx0" brushRef="#br0" timeOffset="205568.06">22576 10737 1188 0,'-5'-28'0'0,"-1"-4"0"0,6 15 0 0,0 4 0 0,8 1 0 0,9 1 0 0,6 5 290 0,9 2-118 0,4 4 419 16,8 0-278-16,3 4-138 15,3 12-69-15,-1 3 271 0,4 5-161 0,-14 0-94 16,-4 5-44-16,-7 2-39 15,-8 2-3-15,-6 5 0 0,-7 8 9 0,-7-5-101 63,-7 5 46-63,-14 1 23 0,-7 1-91 0,-8-3 57 0,-10 4 37 0,3-13-8 0,-4-7 28 0,0-5 0 0,1-9-6 0,5-6-356 0,-4-4 139 0,18-5 91 0,4-7 19 0,6-15-498 0,11-7 270 0,6-13 135 16,6-3 57-16,21-4-296 0</inkml:trace>
  <inkml:trace contextRef="#ctx0" brushRef="#br0" timeOffset="205730.99">23260 10333 1636 0,'0'-15'0'0,"0"4"0"0,-2 1 0 0,2 7 0 0,0-1 0 0,0 3 852 0,0 1-408 0,0 0-204 0,-3 1 317 0,-1 16-355 0,-4 4-202 0,-3 8 0 0,-1 3 0 0,0 8 0 0,-1 4 0 0,3-3 0 0,0 4-733 0,3-1 316 0,0 0 226 0,5-2-449 0</inkml:trace>
  <inkml:trace contextRef="#ctx0" brushRef="#br0" timeOffset="205948.3">23745 10736 3168 0,'-9'0'0'0,"2"0"0"0,-1 0 0 0,2 0 0 0,3 0 0 0,1 0 0 0,2 1 481 0,0 4-223 0,0-3-234 0,6 1-24 15,5-1 0-15,-1 2 0 0,2 1 0 0,1 1-150 16,-2-2-114-16,-2 3 145 16</inkml:trace>
  <inkml:trace contextRef="#ctx0" brushRef="#br0" timeOffset="206104.75">23712 11125 2413 0,'-8'2'0'0,"1"2"0"0,4 2 0 0,1 2 0 0,2 0 0 0,0 0 98 0,4 0-31 0,6 2 8 0,1-4 782 16,6 3-436-16,-3-3-421 0,1 0 0 0,-2-1-364 31,4 1 45-31</inkml:trace>
  <inkml:trace contextRef="#ctx0" brushRef="#br0" timeOffset="208059.73">24739 10725 1558 0,'-7'-4'0'0,"3"-2"0"0,-4 4 0 0,2 2 0 0,3 5 0 0,-4 12 107 0,3 6-40 0,-2 8 0 0,3 5 398 16,-1 7-214-16,3 6-107 0,-1 5-43 0,2-4 46 15,0-1-55-15,5-4-27 0,7-6 0 0,3-4-119 16,6-5 54-16,1-15-8 0,2-9-138 0,1-6 92 16,4 0 46-16,0-11 0 0,3-14-145 15,-7-7 64-15,-2-6 57 0,0-7-148 16,-6-2 86-16,-2-1-8 16,3-6 33-16,-10 11-50 0,1 6 41 0,-3 2-1 0,-2 7 42 0,-1 4 277 15,-3 15-129-15,0 6-74 0,0 3 492 0,0 3-245 16,-3 14-136-16,-1 7 292 0,0 7-206 0,4 6-145 15,0 1-89 1,0 1 0-16,0 1 0 0,0 5 0 0,6-9 0 0,5-2 0 0,3 3 0 0,0-10 0 16,2 0 0-16,3 2-229 15,-2-14 8-15,2-3 129 0,-4-6-789 0,0-6 399 0,-2 0 222 0,0-8 102 16,-1-14-490-16,-5-9 306 16</inkml:trace>
  <inkml:trace contextRef="#ctx0" brushRef="#br0" timeOffset="208304.91">25213 10461 2439 0,'0'-12'0'0,"0"-2"0"0,0 7 0 15,7 1 0-15,1 4 0 0,2 0 0 0,2 2 0 0,5 0 0 0,0 11 0 0,-1 2 268 0,1 2-115 0,-3 4-58 0,-2-2-29 0,-1 4 74 16,-8 0-57-16,-1 3 1 16,-2-1-124-16,0-2 39 0,-12 0 0 0,0 2 47 15,-3-5-8-15,1-4-1 0,-4-4 0 0,2 2 100 16,2-1-40-16,4-5-35 0,1-3 0 0,3-2 47 15,6 1-89-15,0-1-20 32,3-1 0-32,14 0 0 0,8 0 0 0,4 0 0 0,7-4 0 0,2-4 0 0,6 1 0 0,-1 1 0 0,-1 0-136 0,0 1 50 15,-3 2 46-15,-3 1-982 16,4 2 483-16,-14 0 255 0</inkml:trace>
  <inkml:trace contextRef="#ctx0" brushRef="#br0" timeOffset="208470.28">25546 10911 1189 0,'-19'3'0'0,"2"1"0"0,8 1 0 0,5-2 0 0,4-1 693 0,0 1-328 0,12 1-164 16,9-3-72-16,5-1 237 15,7 0-164-15,3 0-82 0,2 0 168 0,-1 0-126 0,2-1-52 16,-6-3-42-16,-4 1-531 0,1-1 250 16,-2 3 126-16,-5-3-754 0,1 3 437 0,-10 0 210 15,-3 1 107-15</inkml:trace>
  <inkml:trace contextRef="#ctx0" brushRef="#br0" timeOffset="208618.95">25744 10653 1853 0,'-7'-3'0'0,"4"0"0"0,-1 3 0 0,2 0 0 0,2 0 0 0,0 4 0 0,0 13 0 0,2 4 0 0,5 8 889 0,0 6-425 0,-3 5-214 0,1 7 129 0,-2 7-283 0,0-1-96 0,-1 1 0 0,-2-4 0 0,0 0 0 0,0-6 0 0,0 4-334 16,0-16 47-16,0-5 162 15,1-10 82-15,3-7-946 0,7-10 498 0</inkml:trace>
  <inkml:trace contextRef="#ctx0" brushRef="#br0" timeOffset="208871.87">26012 10780 2579 0,'3'0'0'0,"1"1"0"0,1 7 0 0,3 3 0 0,-3 5 0 0,2 7 0 0,1 9 0 0,0 5 414 0,1 4-193 0,-3 4-92 15,3-1-46-15,-3-4 0 0,0 0-46 0,5-4 121 32,-6-12-65-32,2-9-28 0,1-6-1 0,-3-5-112 93,1-4 42-93,0-2 10 0,-1-17 31 0,2-8-15 0,-2-4-20 0,3-6 0 0,0-3 0 0,3-9 0 0,1 1 0 0,4-6 0 0,-2 3-749 0,5-7 315 0,4-2 195 0,-3 7-294 0,0 5 247 0,-1 6 126 0</inkml:trace>
  <inkml:trace contextRef="#ctx0" brushRef="#br0" timeOffset="209092.13">26429 10473 1270 0,'0'-1'0'16,"0"-2"0"-16,0-2 0 0,0 1 0 0,2-1 0 0,6 2 0 0,9 0 0 0,2 0 682 0,3 1-323 0,7 2-161 0,-1 0 216 0,1 0-193 16,-2 5-92-16,-2 7-221 15,-3 3 64-15,-4 4 32 0,-6 3 10 0,-6-2-93 16,-6 2 58-16,0-2 28 15,-8 0 1-15,-10-2-50 0,-1-1 48 0,-1-7-8 0,-2-1 38 0,3-4 209 16,0-2-156-16,3-2-36 0,3 2 339 0,3-3-324 16,5 0-68-1,2 0 0-15,3 0 0 0,0 0 0 16,5 0 0-16,9-3 0 0,6 2 0 0,2 0 0 16,2 1 0-16,3 0 0 0,6 0 0 0,0 0 0 0,-3 0 0 0,4 0-606 15,0 2 36-15,5 5 257 0,-6-2-658 0</inkml:trace>
  <inkml:trace contextRef="#ctx0" brushRef="#br0" timeOffset="209335.87">27392 10606 2173 0,'0'0'0'0,"0"0"-1"0,0 0 1 0,-1 0 0 0,-2 3 0 0,-6 5 0 0,0 1 0 0,-6 5 0 0,-3 1 0 0,-6 6 0 0,-7 3 0 0,-2 0 889 0,-4-1-432 0,-5-1-209 16,3-1-106-16,-1-3-119 0,6-2-23 0,3-4 0 15,12-5 0-15,8-2 0 0,7-5 0 0,4 0 0 16,0 0 0-16,4 1 0 16,16 0 0-16,6 2 0 0,2 4 0 0,8 0 0 15,-2 1 0-15,3 4 0 32,-2-2 0-32,-2 4 0 0,-1 1 0 0,-1-1 0 0,-3 3 0 0,3 2 0 0,-9-3-247 0,-3 0-226 15,-5-1 218-15,-3 4-732 0,-8-2 476 0</inkml:trace>
  <inkml:trace contextRef="#ctx0" brushRef="#br0" timeOffset="209540.48">27066 11113 1370 0,'-23'2'0'0,"9"2"0"0,10 2 0 0,4 0 0 0,0 0 0 0,3 5 0 0,14 1 0 0,6 0 1115 16,1-1-539-16,10 2-269 0,-3-2-136 0,1 1 175 15,2 0-300-15,-4 0-46 16,-2 0 0-16,-1-6 0 0,1 2 0 0,-5-1-844 0,6 1 397 0,-8-6 237 62</inkml:trace>
  <inkml:trace contextRef="#ctx0" brushRef="#br0" timeOffset="209660.24">27680 10967 1402 0,'12'-7'0'0,"2"4"0"0,3 1 0 0,9 2 0 0,3-2 0 0,6-1 792 0,7 2-370 0,-3 1-197 0,4 0 553 0,3 0-466 0,-2 0-312 0,1 0 0 0,3 0 0 0,-11 0 0 0,-4-2 0 0,-4 1-99 0,-6-2-132 0,5 3 142 15,-17-3 58-15,-4 3-1069 0</inkml:trace>
  <inkml:trace contextRef="#ctx0" brushRef="#br0" timeOffset="209957.54">27803 11136 1532 0,'0'0'0'16,"0"0"0"-16,2 0 0 0,6 0 0 0,6 0 0 0,3 1 39 0,5 4 1 15,3 0-40-15,2 2 0 0,3 2 0 0,-3 3 0 0,0 2 0 0,-6 1 996 16,-2 1-480-16,-5 7-232 94,-12-2-129-94,-2 1-329 0,-8 3 105 0,-13-1 51 0,-4-2 27 0,-5 1-154 0,1-6 85 0,-3-4 48 0,5-4 23 0,-2-2 1 0,7-2 22 0,-1 0 255 0,9-5-161 0,4 0-60 0,4 0-33 0,6 0 144 0,0 0-97 0,8 0-82 0,12-1 0 0,6-1 0 0,6 2 0 0,2 0 0 0,1 0 0 0,8 0 0 0,-6 0 0 0,-2 0 0 15,3 3 0-15,-2 0 0 16,-2 1 0-16,2-3-590 0,-12 1 215 0,-3-2 177 16,-5 0 55-16,-8 0-269 0,0 0 179 0,-8 0 104 15,0-3 47-15</inkml:trace>
  <inkml:trace contextRef="#ctx0" brushRef="#br0" timeOffset="210290.13">27928 10297 1993 0,'0'-23'0'0,"4"8"0"0,12 3 0 0,5 1 0 0,4 4 0 0,4 3 163 0,-2 1-55 0,-1 3-41 0,-3 0 1 0,0 10 23 15,-3 5-27-15,-3 3-1 16,-5 2-182-16,-8 2 73 0,-4 1 40 0,0 2 1 0,-13 0-143 0,-5-4 92 31,-3 6 55-31,2-9 31 0,-2-3 5 0,1 0 1 0,4-6-93 0,-1-1 216 16,7 1-74-16,3-4-39 16,7-2-45-16,0 1 243 0,1 0-104 0,14 0-56 0,6 2 79 0,5 1-68 15,1 1-30-15,2 3 0 0,-1 4 141 0,-5 3-85 16,0 6-34-16,-9 3-9 0,-9 0-66 0,-5 6-12 15,-2-1 0-15,-18 2 0 16,-5-9 0-16,-9-4 0 0,-2-2 0 0,0-6 0 0,0-5 0 0,-3-2 0 16,8-6 0-16,4 0 0 0,4-12 0 15,6-7 0-15,9-5 0 0</inkml:trace>
  <inkml:trace contextRef="#ctx0" brushRef="#br0" timeOffset="-211645.76">3049 9111 1591 0,'0'0'0'0,"0"0"0"0,0 0 0 0,0 0 0 0,0 0 0 0,-2 0 384 0,0 0-172 0,0 4-86 0,-1 13-33 0,-1 7-10 0,1 6-43 0,0 5 285 0,-1 8-143 0,4 5-60 16,0-3-47-16,0 2 116 15,4-6-76-15,8-4-37 0,5-4-1 0,3-4 24 16,2-12-35-16,4-10-1 0,-1-7-60 0,2 0-5 15,2-18 0-15,-1-12 0 0,-6-8 0 0,1-4 0 16,-7-6 0-16,-5-4 0 16,-3 5 0-16,-2-4 0 0,-6 12 0 0,0 2 0 15,-14-1 0-15,-6 9 0 0,-4 5 0 0,-8 0 0 16,-1 16 0-16,0 7 0 0,-5 1 0 0,-1 9 0 0,2 9 0 0,-3 4 0 16,11 4 0-16,7 1 0 15,6-2 0-15,11-1 0 0,5-2-112 0,0 2 31 16,14-6 40-16,15-2-944 0</inkml:trace>
  <inkml:trace contextRef="#ctx0" brushRef="#br0" timeOffset="-211054.52">6825 8921 1035 0,'-3'-26'0'0,"1"8"0"0,2 3 0 0,0 0 0 0,5 0 412 0,9 3-187 0,5-3-85 0,-2 7-56 0,6 2 172 0,3 5-110 0,-2 1-54 0,2 1-27 0,3 10 186 15,-9 8-112-15,0 4-50 0,-4 2 2 0,-6 4-27 16,-5 1 0-16,-1 5-42 15,-4-5 15-15,0 2 1 0,-13-1-1 0,-4-2 37 16,-1 0 1-16,-5 1-28 0,1-8-10 0,-6-2-28 16,0-3 0-16,0-5 28 0,0-2-103 0,2-2 61 15,4-8 8-15,6 0 0 0,4 0-460 0,9-8 229 16,3-11 95-16,6-8-695 0,17-3 400 16,7-5 195-16</inkml:trace>
  <inkml:trace contextRef="#ctx0" brushRef="#br0" timeOffset="-210853.91">7253 8788 1769 0,'0'-3'0'0,"0"0"0"0,0 1 0 0,0 1 0 0,-3 1 0 0,-5 0 0 0,0 6 0 0,-2 11 933 0,1 2-448 0,-2 4-214 0,4 7-122 0,4-3 175 0,3 7-324 0,0-1 0 0,5 3 0 0,17 3 0 16,8-7 0-16,9-3 0 0,8-2 0 0,5-6 0 78,12-4 0-78,-5-6-809 0,4-7 269 0</inkml:trace>
  <inkml:trace contextRef="#ctx0" brushRef="#br0" timeOffset="-210379.5">2782 6171 1751 0,'-14'-8'0'0,"1"2"0"0,8 3 0 0,5 1 0 0,0 2 0 0,0 0 0 0,14 0 0 0,3 0 350 0,2 2-160 0,6 4-77 16,0 2-37-16,4 0 330 0,-2 2-184 0,4 0-83 0,-6 2-50 0,-1 0-26 15,2 0 0-15,-3 2-26 16,-1 3-413-16,3 3 216 0,-8-1 94 0,0 0-833 15,-1-2 423-15,-5-2 242 0</inkml:trace>
  <inkml:trace contextRef="#ctx0" brushRef="#br0" timeOffset="-210160.55">3235 6028 1183 0,'-5'0'0'0,"-2"5"0"0,0 0 0 0,0 7 0 0,0 5 342 0,-5 8-141 0,1 11-86 0,-2 10 838 0,-6 15-457 15,-4 14-229-15,-2 14-113 94,-2 9 66-94,7-8-220 0,1 2 0 0,7 3-68 0,4 1-217 0,2 1 162 0,2 16 90 0</inkml:trace>
  <inkml:trace contextRef="#ctx0" brushRef="#br0" timeOffset="-209411.41">1787 13714 1311 0,'-28'-3'0'0,"3"3"0"0,8 0 0 0,2 0 0 0,6 7 0 15,-1-3 0 1,5 2 260-16,2-2-103 0,3 1 279 0,0-2-200 0,13 3-99 0,11-4-50 0,12 0 394 0,10-2-213 0,11 0-120 16,13 0-56-16,9-2 87 15,9-6-71-15,11 0-77 0,14 0-31 0,-1-3 0 31,17-1 0-31,9-2 0 0,6 3 0 0,9-2 0 0,-30 3 0 0,-6 0 0 16,-6 2 0-16,-8-1 0 0,-10 1 0 0,8-1 0 16,-29 0 0-16,-3-3 0 0,-5 1 0 0,-7-2-122 15,-5 0-34-15,-1-1 67 0,-23 6-34 0,-3-3-216 0,-6 3 150 0,-8 1 77 16,-7 3-436-16,-2-2 247 16,-2 1 136-16,-2 1-386 0,-10-3 258 0,-3 0 127 15,0-4 65-15,-5-8-260 0</inkml:trace>
  <inkml:trace contextRef="#ctx0" brushRef="#br0" timeOffset="-209228.85">3974 13280 1555 0,'0'-15'0'0,"0"4"0"0,2-2 0 0,6 1 0 0,8 4 0 0,4 2 0 0,9 3 271 0,8 1-117 0,6 2-59 0,7 0 475 15,-3 0-271-15,5 7-131 0,-3 8-65 0,-1 1 273 32,-5 5-170-32,-1 6-75 0,-13 1-128 0,-8 3-3 0,-8 1 0 0,-5 6 0 0,-7 1 0 0,-1 7 0 15,-16-2 0-15,-16 2 0 16,-6 2 0-16,-8 2 0 0,-5-2 0 0,-6 4 0 15,4-9 0-15,-7-1 0 0,-1-4 0 0,-1-1-656 16,2-1 144-16,-11 3 229 0,12-18 125 0</inkml:trace>
  <inkml:trace contextRef="#ctx0" brushRef="#br0" timeOffset="-208689.4">2736 12029 1182 0,'3'-21'0'0,"2"6"0"0,-1 1 0 0,-2 7 0 0,3-1 0 0,-2 8 0 0,1 0 0 0,1 5 0 16,0 17 523-16,5 6-243 0,-1 14-112 0,1 6 356 0,1 5-244 0,2 10-121 0,-3 5 302 0,2 12-211 0,1 19-146 0,-3 8-104 0,1 19 0 16,-8 21 0-16,0 23 0 0,-1 15 0 0,-2 24 0 15,0-20 0-15,-7-11 0 0,-2-10 0 0,0-19 0 16,4-17 0-16,-2 10 0 15,2-41 0-15,3-11 0 0,2-5 0 0,0-8 0 0,0-4 0 0,1 2 0 16,3-20 0-16,5-9 0 0,-2-7 0 0,2-7 0 16,0-10 0-16,-4-3 0 15,0-13-238-15,-3-5 54 0,0-1 71 0,-2 0-715 0,0-1 396 0,0-14 187 16,-4-10-492-16</inkml:trace>
  <inkml:trace contextRef="#ctx0" brushRef="#br0" timeOffset="-208495.94">2800 12091 2071 0,'-18'-6'0'0,"1"6"0"0,0 3 0 0,1 18 0 0,-3 6 0 0,-2 9 0 0,-4 7 0 0,-4 3 0 0,-1 10 178 0,1-5-74 0,5-1-33 0,7-3-451 15,2-6 205-15,9-9 102 0,2-2 60 0</inkml:trace>
  <inkml:trace contextRef="#ctx0" brushRef="#br0" timeOffset="-208330.17">2760 12051 1790 0,'4'-8'0'0,"1"-3"0"0,7 8 0 0,1 3 0 0,7 0 0 0,6 0 0 0,1 11 550 0,10 7-247 0,1 4-138 0,3 7 408 0,6 1-267 15,1 6-135-15,4 4-983 47,7 6 434-47</inkml:trace>
  <inkml:trace contextRef="#ctx0" brushRef="#br0" timeOffset="-207620.08">2324 14042 1866 0,'-15'-12'0'0,"8"9"0"0,0 1 0 0,1 2 0 0,-1 0 0 0,2 8 0 0,-1 11 0 0,3 5 320 0,3 5-142 0,0 6-70 0,0 0 310 0,5 2-181 0,11-6-105 0,4-1 121 16,4-2-108-16,5-3-53 0,1-6-28 0,4-2 20 15,-2-8-50-15,-2-7-34 0,2-2 0 0,-6 0 0 32,0-14 0-32,-4-6 0 0,-11-5-117 0,-3-6 64 0,-7-2 45 0,-1 0 0 0,-3-1-167 0,-11 0 99 15,-3 4-1-15,-4 4-112 0,1 1 67 0,-6 4 48 16,-2 4-3-16,1-3-68 16,1 11 59-16,5 5 24 15,2 2 0-15,3 2-137 0,6 0 81 0,1 6 31 47,9 11 9-47,0 6-381 0</inkml:trace>
  <inkml:trace contextRef="#ctx0" brushRef="#br0" timeOffset="-207155.04">4866 13587 1190 0,'0'-11'0'0,"0"1"0"0,0 3 0 0,0 2 0 0,0 2 0 0,0 2 377 16,0 1-162-16,0 0-93 0,0 16 295 0,0 5-190 16,0 9-96-16,0 6-47 0,0 2 349 0,0 0-202 31,2 0-98-31,3 3 41 0,1-5-69 0,0 0-34 0,4 1-50 0,-2-8-76 16,4-4 16-16,-1-7 37 0,2-7 1 0,2-5-232 15,3-6 143-15,-3 0 59 0,1-24-116 0,2-7 29 16,0-6 66-16,1-6-68 0,0-3-172 0,-4 0 132 15,-1 4 62-15,-3 1 71 0,0 4-10 0,0 4 1 16,-4 2-10-16,-3 13 325 0,-3 12-157 0,1 1-80 16,-2 5-39-16,0 5 480 0,0 12-235 0,0 12-72 15,1 3 55-15,1 6-231 0,4 0 0 0,1 7 0 16,4-7 0-16,-1 0 0 0,3-4 0 0,5 0 0 16,0-2 0-16,4 1 0 15,-2-12 0-15,0-3-502 0,-1-6 30 0,-1-4 173 16</inkml:trace>
  <inkml:trace contextRef="#ctx0" brushRef="#br0" timeOffset="-206656.67">2219 11498 707 0,'3'0'0'0,"3"3"0"0,-1-3 0 0,-1 6 0 0,4 2 60 0,-1 6 5 0,-1 3-46 0,4 4-1 0,-3 5 158 0,2 6-69 0,-2-1-35 0,4 6 10 0,-4-4 138 0,1-3-92 0,2-1-45 15,-3-4 149-15,1-4-97 0,-3 0-39 0,-2-11-35 16,-1-5 213-16,0-3-118 0,0-2-59 0,2-2 269 16,1-14-155-16,2-10-92 15,3-9-40-15,3-8 55 0,3-2-49 0,4-7-23 0,4-9 9 0,1 9-55 16,0-2-16-16,2 2 0 16,0 4-347-16,1 4 152 0,3 1 126 0,-8 19-1032 15,0 13 499-15</inkml:trace>
  <inkml:trace contextRef="#ctx0" brushRef="#br0" timeOffset="-205757.78">2725 13087 996 0,'-9'-5'0'0,"2"2"0"0,-2-1 0 0,2 1 0 0,-4 0 0 0,3 0 0 0,1 0 0 0,-2-2 0 0,1 5 0 0,-2-3 37 0,1-1 10 0,-2 2-10 0,0-1-25 0,-1 3 25 0,-1 0 0 0,-1 0 1 0,-7 0-35 0,4 0 31 0,-5 3 0 0,-3 6 0 0,-2 0 47 0,-3 3 0 0,-6 3-36 0,1 5 72 0,-2 0-40 0,-3 8 0 0,-3 1 15 0,0 5-28 0,-9 7 10 0,8 2-37 0,-1 6 62 62,1 3-31-46,3 5 0-16,2 5-31 0,-1 10 64 0,16-7-37 0,6 2 1 0,4-2-28 0,8-2 126 0,5-3-63 0,1 6-22 0,1-18 154 0,19 0-97 0,4-2-49 0,10-2 49 0,4 2-48 0,9 3-16 0,-1-9-9 0,6-1-230 0,4 0 103 0,3-5 51 0,3-3 25 0,7 1-219 16,-10-8 117-16,5-6 65 46,0-6 27-46,6-1-726 0,-3-9 309 0,8-2 180 0,-14 0-351 0,0-11 275 0</inkml:trace>
  <inkml:trace contextRef="#ctx0" brushRef="#br0" timeOffset="-204969.87">2449 13167 511 0,'-4'-3'0'0,"0"-2"0"0,1 2 0 0,-1-1 0 0,1-1 0 0,1 1 0 0,2 1 0 0,0-3 104 0,0 4-34 16,0-4 1-16,0 2 18 0,0-2-52 0,0 1 0 16,2-2 0-16,5 3 35 0,1-4 1 0,1 0-27 15,0 1-9-15,4-1 42 0,-3-1-42 0,4 1 0 16,2 2 0-16,3-6 39 15,-2 4-39-15,2 1 0 0,2-1 29 0,2 1 1 0,2-2-30 0,6-1 10 16,-4 3-10-16,2 0 0 16,-1 2 1-16,1-1-25 0,-2 3 0 0,6-3 33 15,-11 6-8-15,2-2 5 0,0 0-6 0,-2 0 0 0,3 2 10 0,-7 0 33 16,1 0-43-16,-2 0 1 16,2 0 28-16,1 0 1 0,0 0-20 0,-1 0 18 15,-1 0-28-15,0 0 0 0,0 4 0 0,1-2 33 16,3-2-24-16,-3 5-9 0,-2-2 0 0,0 1 0 15,-2-1 0-15,3 2 1 0,2-1-15 0,-5 1 14 32,0 1 0-32,2 0 1 0,-2 0 10 0</inkml:trace>
  <inkml:trace contextRef="#ctx0" brushRef="#br0" timeOffset="-204330.04">3372 13004 3160 0,'18'7'46'0,"-3"0"14"0,1 0-23 0,-2-3 0 0,1 6 0 0,-1-3 12 0,3-2-3 0,-2 2-9 0,0 1 0 0,-1-2 21 0,-1 3-21 0,3-3 0 0,2 5-35 16,-6-5 36-16,2 5-1 0,-1-1 0 0,-3-1-39 0,4 3 39 0,0-2 5 0,-3-1-38 0,0 2 27 0,1-1-4 0,-1 0-27 0,1-1 0 0,-1 3 0 0,-1-2 0 0,0 2 0 0,-1-3 0 0,-1 1 0 0,0 1 0 0,-1 3 0 0,0-2 0 0,1-1 0 0,-4 0 0 0,2 1 0 0,0 2 0 0,-1-2 0 0,1 0 0 0,0-2 0 0,-1 0 0 0,-3 2 0 0,3-1 0 0,-1 1 0 0,2-1 0 0,-2 0 0 0,-2-1 0 0,2 2 0 0,-1-1 0 0,1 0 0 0,-2 0 0 0,1 0 0 0,-3 1 0 15,4 0 0-15,-1 0 0 47,-2-2 0-47,2 2 0 0,1 0 0 0,-2-4 0 0,1 4 0 0,-1 0 0 0,0 1 0 0,-1-2 0 0,1 1 0 0,-1-1 0 0,1 2 0 0,1 2 0 16,-3-2 0-16,1-2 0 0,-1 0 0 0,0 0 0 16,0 2 0-16,0 0 0 0,0 0 0 0,0-2 0 15,0 2 0-15,0-2 0 0,0 0 0 0,0 3 0 16,0-2 0-16,0-1 0 0,0 0 0 0,0 2 0 15,0-2 0-15,0 4 0 0,0-3 0 0,0 0 0 16,0 0 0-16,0 0 0 0,0 0 0 0,0 2 0 16,-4-4 0-16,1 1 0 15,1 1 0-15,-1-1 0 0,1-1 0 0,-1 4 0 0,-3-2 0 0,2-2 0 16,-1 2 0-16,3 0 0 16,-3 0 0-16,-2 2 0 31,2-3 0-31,0 2 0 0,-1-2 0 0,0 3 0 0,1 0 0 0,-4-1 0 0,1 0 0 0,3-2 0 0,-2 1 0 0,-1 0 0 15,1 2 0-15,-2-4-39 0,4 0-3 0,-4 2 29 16,0-1 1-16,1-2-52 16,-1 5 18-16,2-4 0 0,-5 2-10 0,4-1 29 15,-3 0 6-15,2 1-13 0,-3 3 15 0,-1-5-13 32,5 1 7-32,-4-1 36 0,2 1-36 0,-2-2-4 0,-1 0-3 0,4 0 32 15,-3-3 0-15,3 2-17 0,-4-5-5 0,3 5-32 0,-4-1-6 0,2-2 42 16,2 2-38-16,-5-3-1 0,4 2 33 0,-2-1-4 15,-2 3-1-15,2-1-3 16,1-1 5-16,-1 1 40 0,-2-2-40 0,1 1-7 0,-2 1-2 0,3 0 72 16,-3-3-30-16,2 1 13 15,0 0-43-15,-2 1 51 0,-3 0-4 0,3-3-28 16,-2 2-11-16,0 0 9 0,1 0-3 0,-4 0 8 16,-2 0-19-16,2 2 17 0,-2-2-4 0,-1 1-26 15,-1 1 1-15,2 0 20 0,-8-1 0 0,6-1 17 16,0 2-16-16,-2-4-4 0,1 1 3 0,-4-1-20 15,-5-1 16-15,7 0 3 0,-3-2-58 0,1 0 27 32,-4 0 0-32,0 0 26 0,-7-2-264 0,6-10 125 0,1 1 62 0,2-5-188 15,-1-3 124-15,2-6 52 0,10 0 40 0</inkml:trace>
  <inkml:trace contextRef="#ctx0" brushRef="#br0" timeOffset="-198151.82">9854 12189 1437 0,'-9'-10'0'0,"3"3"0"0,2 3 0 0,4-1 0 0,0 2 0 0,0 0 201 0,10 1-83 0,7 1-40 0,4-2 234 0,5 3-129 0,1 0-77 0,2 3-35 0,2 6 1 0,-1 3-1 16,-2 4-34-16,5 4 9 0,-10 4-44 15,-3 0 0-15,-5 4 35 0,-7 2-39 0,-3 3 1 16,-4 2 47-16,-1-2 69 0,-18 1-39 0,-9-1 0 16,-5-2-39-16,-4-2 124 15,-7 0-53-15,2-10-40 0,1-4 0 0,1-3-96 0,2-5 32 0,5-3 1 16,-2-2 41-16,12-2-128 0,8-6 59 0,5-6 30 16,9-6-509-16,0-3 257 0,15-1 101 0,11-2-642 15,8-2 375-15,7-3 187 16</inkml:trace>
  <inkml:trace contextRef="#ctx0" brushRef="#br0" timeOffset="-197930.72">10358 12092 1688 0,'0'-7'0'0,"-3"2"0"0,-6 4 0 0,1 1 0 0,-5 0 0 0,-3 6 0 0,-3 15 418 0,-1 4-195 0,1 6-93 0,1 4 509 16,-1 4-301-16,5 3-150 0,1 6-67 0,8-3 65 15,5 0-186-15,0-1 0 0,10-3 0 0,9 3 0 16,6-15 0-16,6-5 0 15,2-2 0-15,5-5 0 0,-3-7 0 0,5 1 0 79,-8-8 0-79,0-3 0 0,2 0 0 0,-5-10 0 0</inkml:trace>
  <inkml:trace contextRef="#ctx0" brushRef="#br0" timeOffset="-197819.02">10656 12179 2350 0,'-1'-4'0'0,"-4"0"0"0,0 1 0 0,3 3 0 0,2-3 0 0,0 3 0 0,3 0 0 0,7 0 0 0,7 0 386 0,2 6-179 0,5-2-102 0,1 3-34 0,-1 0 0 0,4-1-34 0,-1 2-500 0,-2-2 245 0,0 4 127 0,-1-1 65 0</inkml:trace>
  <inkml:trace contextRef="#ctx0" brushRef="#br0" timeOffset="-197691.25">10664 12463 1179 0,'-21'5'0'0,"4"6"0"0,5-4 0 0,6-1 0 0,4 3 0 0,2-4 0 0,7 0 567 47,10-1-265-47,8-4-133 0,4 1 136 0,1-1-139 0,3 0-64 0,0 0-576 0,-1 0 255 0,3-1 128 0,2-3 74 0,-6 1-427 0,-2-1 223 0</inkml:trace>
  <inkml:trace contextRef="#ctx0" brushRef="#br0" timeOffset="-197373.28">11142 12172 2443 0,'0'1'0'0,"0"5"0"0,-3 2 0 0,2 3 0 0,-1 7 0 0,1 5 0 0,1 7 0 0,0 5 0 0,0 7 0 0,1-3 365 0,7 2-164 0,3 0 54 0,3-7-108 0,0-2-56 0,5-1-17 0,-1-12-213 0,-1-6 88 0,3-8 44 31,-1-5 0-31,0 0-111 0,2-13 87 0,-6-10 30 0,2-7-1 0,-4-1-292 31,1-6 129-31,-5 0 94 0,2-5-303 0,-2 9 173 0,-1-2 82 0,-3 4 120 0,0 3 1 0,-2 3-39 16,2 2-9-16,-3 13 342 0,-2 4-166 0,0 6-84 15,0 0-41-15,0 12 146 16,0 9-42-16,0 8-60 16,0 1 40-16,0 3 291 0,3 0-171 0,5 0-77 0,2-3-96 0,2 1 1 15,1-1 0-15,4-5-386 0,0 1 193 0,5 0 106 47,-1-8 38-47,0-6-873 0,2-2 400 0,1-7 228 0</inkml:trace>
  <inkml:trace contextRef="#ctx0" brushRef="#br0" timeOffset="-197226.65">11675 12363 1500 0,'0'-8'0'0,"0"-2"0"0,0 4 0 0,0 2 0 0,8 1 0 0,6 0 311 0,6 2-137 0,5-1-59 16,3 2 632-16,5 0-355 0,3 0-177 0,3 0 10 15,1 0-94-15,4 2-38 0,-6 2-65 0,-4-2-546 16,0-1 262-16,-3-1 146 0,-7 0 74 0,4 0-836 16,-13 0 449-16</inkml:trace>
  <inkml:trace contextRef="#ctx0" brushRef="#br0" timeOffset="-197020.65">11992 12097 2353 0,'0'5'0'0,"-3"5"0"0,3 4 0 0,0 3 0 0,0 8 0 0,0 2 0 0,0 8 0 0,0 7 464 0,0 3-217 16,0-1-106-16,0 4 288 15,0-4-197-15,0-3-167 0,0 5-65 0,0-12-116 0,0-4-6 0,0-7 79 63,0 1 40-63,1-4-779 0,6-3 418 0,0-8 196 0,4-9-854 0</inkml:trace>
  <inkml:trace contextRef="#ctx0" brushRef="#br0" timeOffset="-196912.94">12375 12293 1271 0,'16'-2'0'0,"4"-5"0"0,3 3 0 0,1 2 0 0,7-4 119 0,-5 3-46 0,2 1 0 0,-3 2 479 0,0 0-258 0,1 0-129 0,1 0-55 0,-8 0-310 16,0 3 118-16,-4 3 59 15,-2-1 29-15,-4 3-865 0</inkml:trace>
  <inkml:trace contextRef="#ctx0" brushRef="#br0" timeOffset="-196641.41">12428 12465 1459 0,'-8'0'0'0,"2"0"0"0,6 0 0 0,0 0 0 0,2 0 0 0,10 2 181 0,6 1-73 0,1 2 376 0,0 0-228 0,2 4-111 0,2-1-54 0,-4 3-23 15,-1-1 0-15,2 4-23 31,-9-3-9-31,-1 3-152 0,-7 3 76 0,-3 0 38 0,0 1 0 0,-8 4 64 0,-9-2-26 0,-6-3 0 0,-2 2 201 0,0-4-100 16,0-3-51-16,4 3 222 0,3-7-141 0,3-2-86 47,5-3-81-47,5-3 0 0,5 0 0 0,0 0 0 0,9 0 0 0,11 0 0 0,4-6 0 0,2-1 0 0,4 0 0 0,1 1-31 0,-3 0-150 0,-1 1 109 16,0 1-653-16,-4 1 350 0,-1 1 149 0,-3-1-339 15,-6 1 270-15,-5 0 129 16,-3-1 65-16,-3-3-351 0,-2-6 207 0</inkml:trace>
  <inkml:trace contextRef="#ctx0" brushRef="#br0" timeOffset="-196491.68">12579 11715 2429 0,'-6'-10'0'0,"3"5"0"0,3 2 0 0,0 3 0 0,0 13 0 0,0 12 0 0,0 8 0 0,0 6 0 0,0 5 524 0,0 6-244 0,0 6-114 0,0 0-700 16,0 4 285-16,3 5 143 0</inkml:trace>
  <inkml:trace contextRef="#ctx0" brushRef="#br0" timeOffset="-195807.84">14004 12147 2305 0,'-13'-9'0'0,"3"7"0"31,3 2 0-31,5 3 0 0,2 8 0 0,0 4 0 0,4 0 0 0,8 2 0 0,0-1 299 0,4 1-130 0,0 0-66 0,4 2 21 0,-3-4-48 0,3 4 0 0,0-1-464 0,-1 1 212 0,1-1 107 0,3 0 62 0,-8 0-334 16,2-1 189-16,-3-3 95 0,0-3 47 0</inkml:trace>
  <inkml:trace contextRef="#ctx0" brushRef="#br0" timeOffset="-195579.78">14377 11988 2194 0,'0'-4'0'0,"0"3"0"16,2-1 0-16,-1 2 0 0,-1 4 0 0,0 16 0 0,0 8 0 0,0 14 360 0,-1 9-152 0,-8 12-91 0,-4 7 212 15,-4 10-146-15,2 3-73 16,-4 3-36-16,-2 7-3 0,4-19-9 0,0-3-25 0,5-12-254 0,2-5 126 15,-2-8 65-15,6 0 41 0,4-20-544 0,2-8 283 16,0-6 142-16,0-10-621 31,1-2 329-31,3 0 169 0,6-12 100 0</inkml:trace>
  <inkml:trace contextRef="#ctx0" brushRef="#br0" timeOffset="-195442.57">14602 12236 1789 0,'12'-6'0'0,"2"-2"0"0,4 2 0 0,0 3 0 0,5-1 0 0,2 1 0 0,2 1 366 0,-1 2-164 0,4-6 303 0,-1 6-239 0,-3-1-114 0,0 1-58 0,-1 0-475 16,-2 0 210-16,-1 1 113 0,-5 7 43 0,-3 1-991 0</inkml:trace>
  <inkml:trace contextRef="#ctx0" brushRef="#br0" timeOffset="-195283.34">14739 12422 1337 0,'-19'2'0'0,"4"0"0"0,5 4 0 0,5 0 0 0,-2-3 0 0,7 2 544 0,0 1-254 0,12-3-126 15,8 2 233-15,5-3-180 0,5 1-80 0,-1-1 86 0,3-2-92 0,0 1-47 32,-1-1-24-32,1 2-627 0,4 0 311 0,-8-2 143 0,1 1 74 0,-1 2-886 15</inkml:trace>
  <inkml:trace contextRef="#ctx0" brushRef="#br0" timeOffset="-194904.64">15370 12123 2546 0,'-9'-14'0'0,"4"6"0"0,3 4 0 0,2 4 0 0,0 0 0 0,0 0 0 0,2 9 354 0,7 8-164 0,2 7 161 0,0 4-159 0,1 3-78 0,-1 6-39 0,-1 4 34 15,-2-3-109-15,-2 1 0 0,1 4 0 0,-2-1 0 16,0 1 0-16,0 1 0 0,-2-10 0 0,-2-4 0 16,3-7 0-16,0-4 0 15,-3-7 0-15,3-5 0 0,-1-7 0 0,1-1 0 63,6-17 0-63,1-8 0 0,3-8 0 0,4-7 0 15,-3-3 0-15,5-1 0 0,-1-4 0 0,4-5 0 0,2 1 0 0,3-10 0 0,-4 15 0 0,-3-1 0 0,1 6 0 0,-4 4 0 0,0 7-274 0,-1 6-83 0,-8 14 165 0,1 10-567 0,-6 2 362 0,1 0 181 63,-2 17 90-63</inkml:trace>
  <inkml:trace contextRef="#ctx0" brushRef="#br0" timeOffset="-194732.47">15858 12366 3119 0,'-5'5'0'0,"0"1"0"15,2-3 0-15,3 2 0 0,0-5 0 0,0 2 0 0,5-2 0 0,12 0 0 0,3 0 595 0,9 0-378 0,3-7-217 0,7 0 0 0,1-2 0 0,7 0 0 0,-5-1 0 0,0 2 0 0,0-1 0 16,-4 3 0-16,-4 2 0 0,2 1 0 0,-13 1 0 15,-4 0 0-15,-8 1-734 0,-5 1 191 0,-4 0 271 16,-2 0-644-16,-3-5 444 0</inkml:trace>
  <inkml:trace contextRef="#ctx0" brushRef="#br0" timeOffset="-194570.42">16167 12044 1711 0,'-7'0'0'0,"1"0"0"0,3 0 0 0,-1 0 0 0,3 7 0 0,1 10 378 0,-2 0-172 0,2 12-76 0,0 3 686 31,0 6-390-31,-1 4-196 0,-3 4-196 0,0 4-34 0,-2 4 0 0,0-9 0 0,1-3 0 0,-2-1 0 16,4-5 0-16,-3-1 0 0,3 3-75 0,0-12-173 15,3-7 141-15,0-2-1027 0,0-5 503 0</inkml:trace>
  <inkml:trace contextRef="#ctx0" brushRef="#br0" timeOffset="-194398.75">16423 12320 3295 0,'20'-15'0'0,"3"7"0"0,3 2 0 0,5-1 0 0,0 1 0 0,2 0 0 0,4 1 0 0,-6 4 0 0,-1-1 0 0,-1 2 0 0,-1 0 206 0,-4 0-86 0,3 0-33 0,-9 0-599 0,-4 0 273 0,0 2 137 0,-6 1-969 0</inkml:trace>
  <inkml:trace contextRef="#ctx0" brushRef="#br0" timeOffset="-194119.04">16502 12452 1342 0,'-8'0'0'0,"1"0"0"0,7 0 0 0,0 1 0 0,0 1 0 0,14-2 479 16,7 0-221-16,6 3-112 0,2 1-55 0,5-1 315 0,-3 0-190 0,0 1-90 16,0 3-45-16,-3-1-157 15,2 3 64-15,-10 3 20 0,-7 3-175 0,-4 2 102 0,-9 5 50 0,-2 4 8 31,-15 3 8-31,-9-4 35 0,-5 3-1 0,-4-3 171 0,1-2-86 0,0 1-77 16,-1 0-19-16,10-9 282 0,4-2-137 0,6-4-58 0,8-4-42 0,6 1-69 31,1-2 0-31,3-4 0 0,17 0 0 0,6 0 0 0,4-4 0 0,1-3-95 16,3-1-3-16,-3 2 63 0,-3-1 35 0,0 0-744 0,-1 0 364 16,-4 0 126-16,1-2 100 0,-9 1-365 0,-4-1 242 0,-4-5 120 15,-3-3 62-15,-3-3-319 47</inkml:trace>
  <inkml:trace contextRef="#ctx0" brushRef="#br0" timeOffset="-193939.46">16805 11737 2084 0,'-6'0'0'0,"1"0"0"0,2 2 0 0,1 10 0 0,1 5 289 0,-1 8-132 15,2 8-61-15,-1 7 292 0,1 10-176 0,0 6-89 16,0 9-34-16,0-5-110 15,0 3 29-15,0-1 0 0,0-3 27 0,0 7-873 63</inkml:trace>
  <inkml:trace contextRef="#ctx0" brushRef="#br0" timeOffset="-193824.27">16849 12903 2382 0,'0'0'0'0,"0"2"0"0,0 1 0 0,0-3 0 0,0 1 0 0,0 1 961 0,0-1-466 0,0 2-402 0,1-2-93 0,1-1 0 0,-2 2 0 0,1-2 0 0,-1 1 0 0</inkml:trace>
  <inkml:trace contextRef="#ctx0" brushRef="#br0" timeOffset="-192649.23">18903 12185 1452 0,'-18'0'0'0,"3"0"0"0,5 0 0 0,7 0 0 0,3 0 0 0,1 0 0 0,19 0 234 0,10 0-98 0,6 0-50 78,12-1-24-78,2-6 375 0,8-2-190 0,-5-2-110 0,-2 1 20 0,-1 1-60 0,1 0-30 0,-3 1 0 16,1-1-20-16,-16 6-9 0,-7-2-1 0,-7 3-614 0,-8 1 308 0,-3 1 162 0,-8 0 67 0,0 0-229 0,-10 0 88 0,-7 0 79 0,-3 3-3 0,-5 5 95 0,-2 1 9 0,1 2-37 16,0 0 345-16,0 6-172 0,3 0-86 0,-3 3 482 15,7-2-241-15,3 2-141 0,2 2-8 0,5 1 243 16,3 2-173-16,-1 7-79 0,7-3-132 0,0 5 0 15,5 4 0-15,6 3 0 0,3 3 0 0,2 7 0 16,-1-7 0-16,-4 2 0 0,0-1 0 0,-3 0 0 16,-4-4 0-16,-2 6 0 0,-2-13 0 0,-2-1 0 15,-13-5 0-15,-2-2 0 0,-7-9 0 0,-5 1 0 32,2-12 0-32,-4-6-76 0,0 0-123 0,1-11 84 0,2-7 21 0,0-6-188 15,12-5 127-15,6-5 59 0,5-9-564 0,5-5 311 16,2-3 156-16</inkml:trace>
  <inkml:trace contextRef="#ctx0" brushRef="#br0" timeOffset="-192514.77">19494 12355 2752 0,'23'-9'0'0,"2"6"0"0,0-1 0 0,6 2 0 0,-7-1 0 0,-1 1 0 0,2-1 0 0,-3 2 0 0,4-1 0 0,1 1 311 0,-5 1-142 15,-2 0-66-15,3 0-522 0,-7 0 229 0,2 0 113 16,-2 9 67-16,-9 2-992 0</inkml:trace>
  <inkml:trace contextRef="#ctx0" brushRef="#br0" timeOffset="-192326.01">19601 12562 1294 0,'-25'6'0'0,"4"2"0"0,5 2 0 0,5 0 0 0,1-2 0 0,10-5 691 0,0-1-327 0,0-1-163 0,12 2 416 0,8-3-290 0,6 0-135 0,2 0-82 0,7 0 18 0,1 0-121 0,0 0-7 0,5 0 0 0,5 0 0 0,-7 0 0 0</inkml:trace>
  <inkml:trace contextRef="#ctx0" brushRef="#br0" timeOffset="-191787.16">20468 11851 1600 0,'0'-29'0'0,"0"7"0"0,0 1 0 0,9 10 0 0,10 5 0 0,0 4 0 0,5 2 0 0,2 0 276 0,2 8-109 0,0 10-70 0,-2 6-30 0,-1 2 236 0,-4 5-134 0,-3 3-65 0,-2 7-20 0,-7-4-46 16,-8 1-1-16,-1 0-120 0,0 3 60 0,-6-5 31 15,-11 5 9-15,-4-10-15 0,-7-2 35 0,-3-5 1 47,-3-3-1-47,-3-8 69 0,-1-4-30 0,7-9-9 0,3 0-85 0,1-2 117 0,8-9-44 0,3-6-1 0,2-1 52 0,10-1-39 16,4-3 0-16,0 2-187 0,14-3 78 0,7 5 41 16,8-3 8-16,4 4-720 0,5 5 343 0,2-3 183 15,5 6 55-15,-2 1-748 0</inkml:trace>
  <inkml:trace contextRef="#ctx0" brushRef="#br0" timeOffset="-191598.14">21060 11797 1928 0,'-19'0'0'0,"-2"5"0"0,5 7 0 0,0 4 0 0,3 5 0 0,3 3 0 0,1 8 428 0,4 4-187 0,5-3-106 0,0 1 258 16,5 0-178-16,14 1-89 0,2-5-44 0,7 1-217 15,-3-9 81-15,3-4 46 0,2-6 0 0,-1 0-643 16,1-5 343-16,1 0 183 0,-6-7-430 0,-4 0 276 16</inkml:trace>
  <inkml:trace contextRef="#ctx0" brushRef="#br0" timeOffset="-191403.93">21247 11904 1326 0,'-3'-7'0'0,"1"2"0"0,2 2 0 0,0 1 0 0,0 1 0 0,1 1 0 0,12 0 0 0,1 1 539 0,2 9-250 0,1 2-126 16,0 1-63-16,2 2 132 0,-7 3-102 0,2 0-46 16,-4 2-1-16,-7 3-175 0,0 0 65 0,-1 3 41 15,-2-1-139-15,-8-1 82 16,-8 0 39-16,-6-2-64 0,-4-3 52 0,-3-1 36 16,2-6-9-16,-4-3-327 0,6-5 158 0,1-4 20 15,-2 0 53-15,13 0-361 0,5-11 204 0,8-9 103 16</inkml:trace>
  <inkml:trace contextRef="#ctx0" brushRef="#br0" timeOffset="-191245.71">21462 11786 2276 0,'0'0'0'0,"-6"0"0"0,1 4 0 0,-1 0 0 0,1 4 0 0,-3 1 0 0,2 5 0 0,0 4 0 0,0 2 408 0,1 6-186 0,5 1 7 0,0 1-86 0,0 3-58 0,6-3-24 0,11 0-165 0,2-3 70 0,3 1 36 0,4-2 9 0,1-9-636 15,2-3 331-15,3-2 166 0,-3-6 83 0</inkml:trace>
  <inkml:trace contextRef="#ctx0" brushRef="#br0" timeOffset="-191102.72">21758 12032 1700 0,'0'0'0'0,"-2"-1"0"0,-3-1 0 0,1 2 0 0,-2 0 0 0,4 0 0 16,-1 10 0-16,-2 2 292 0,1 5-127 0,-4 0 163 0,2 2-151 0,0 3-69 15,-1-2-36-15,1 2-150 0,-3-1 57 0,4-1 39 16,0-3-10-16,2-4-556 0,2-2 293 0,1-7 146 16</inkml:trace>
  <inkml:trace contextRef="#ctx0" brushRef="#br0" timeOffset="-190917.73">21923 11872 1823 0,'7'0'0'0,"-1"0"0"0,3 3 0 0,-2-1 0 0,6 3 0 0,-6-1 353 0,3 0-157 0,0 3-80 0,2-3 78 0,-1 5-78 0,3-1-30 0,-3-1-9 0,-3 1-290 0,6-1 126 0,-5 0 62 31,-1-2 31-31,4 3-847 0</inkml:trace>
  <inkml:trace contextRef="#ctx0" brushRef="#br0" timeOffset="-190779.63">22182 11760 1803 0,'0'0'0'0,"-2"0"0"0,-1 0 0 0,0 0 0 0,0 8 0 0,-3-1 0 0,2 7 0 0,-2 6 359 0,-3 2-161 0,0 8-80 0,-3 5 300 0,-1 6-181 0,-1 3-105 0,-3 1-47 0,2 2-240 0,-1-5 96 0,3 3 49 15,-3-2-295-15,6-13 166 0,3-4 89 0,1-5 43 0,-1-5-808 0</inkml:trace>
  <inkml:trace contextRef="#ctx0" brushRef="#br0" timeOffset="-190592.69">22390 11684 1579 0,'22'0'0'0,"2"0"0"0,1 0 0 0,3 6 0 0,-4 9 0 0,-5 5 0 0,-3 3 430 0,-2 6-196 0,-9 8-99 16,1 4-3-16,-6 2-52 47,-9 3 0-47,-10 3-44 0,-8 1-195 0,-2-3 97 0,-7 6 59 0,3-12-497 0,-4-4 268 0,-4-1 135 15,-2-2 66-15</inkml:trace>
  <inkml:trace contextRef="#ctx0" brushRef="#br0" timeOffset="-190245.48">20128 12426 1605 0,'-25'-4'0'0,"8"3"0"0,3 1 0 0,14 0 0 0,0 0 0 0,20 3 0 0,13-1 0 0,9 1 477 0,14-3-210 16,6 0-120-16,13 0 93 0,8 0-101 0,15 0-50 15,20-5-26-15,29-5 238 16,-4-2-136-16,13 1-64 0,7-3-31 0,1 3 33 0,-8 1-33 16,11 4 9-16,-41 3-333 0</inkml:trace>
  <inkml:trace contextRef="#ctx0" brushRef="#br0" timeOffset="-190162.7">21999 12347 3554 0,'106'0'-35'0,"-8"8"-588"0,-8 0 331 0,-2 0 137 0,-28 1 86 0,-8-1-467 0,-4 1 249 0,-7-6 125 0,-7-3 62 0,-7 0 21 0,-18 0 10 0,-9-6 29 0,-4-1 0 0</inkml:trace>
  <inkml:trace contextRef="#ctx0" brushRef="#br0" timeOffset="-189746.16">20583 12806 1389 0,'-13'-17'0'0,"3"3"0"0,3 3 0 0,7 1 0 0,0-1 0 0,4 2 0 0,12 4 398 47,8-1-181-47,3 5-90 0,4 1-46 0,3 0 155 0,0 4-104 0,-3 10-48 0,-1 4-40 0,1 3-7 0,-5 6-1 0,0 5 10 0,-12 1-168 0,-5 1 80 0,-7 5 39 0,-2-3-146 0,-3 2 93 0,-12 2 55 0,-8-6 15 0,-8-3-21 16,-5-3-14-16,-6-5 36 0,1-4-54 0,-5-4 261 15,8-10-109-15,4-5-54 47,4 0 86-47,4-5-64 0,7-10-15 0,1-4 23 0,14-3 22 0,4-2-38 0,7 0 1 0,15-3-129 0,7 5 46 0,5-5 10 0,0 7 35 0,3 4-417 16,2 1 205-16,0 4 76 0,1 1 60 0,5-1-784 15,-6 10 398-15,0-1 195 16</inkml:trace>
  <inkml:trace contextRef="#ctx0" brushRef="#br0" timeOffset="-189186.41">21267 12705 1926 0,'-17'0'0'0,"-2"0"0"0,4 4 0 0,-5 4 0 0,2 8 0 0,0 8 0 0,-2 3 325 0,0 10-144 0,5 6-73 0,0 5 447 0,11-3-264 0,4-1-127 0,0-2-64 0,14-4-31 0,8-8-1 0,5 6-22 0,2-18 42 0,2-1-314 0,0-6 131 0,-1-3 65 0,0-2-500 0,-2 0 292 0,-8-6 133 0,-1 2-555 0,-3-2 267 0,-3 0 178 0,-2-2 89 0,3-4-409 0,-9-4 254 0</inkml:trace>
  <inkml:trace contextRef="#ctx0" brushRef="#br0" timeOffset="-188828.31">21414 12833 903 0,'0'0'0'0,"0"0"0"0,-3 0 0 0,1 0 0 0,0 2 334 0,1 7-139 0,1 4-84 0,0 1-37 0,0 6 232 16,0 4-134-16,0 0-68 0,3 5 287 0,3-4-181 0,3 1-87 0,1-2-43 16,1-1-70-16,3-5 27 0,-2-2 8 0,4-6-184 15,-2-6 88-15,3-4 43 0,-1 0 1 0,4-15-211 31,3-9 136-31,-5-5 55 0,2-3 28 0,-2-7-167 0,-3 1 12 0,1-1 73 16,0-2-93-16,-5 7 73 0,-3 6 33 0</inkml:trace>
  <inkml:trace contextRef="#ctx0" brushRef="#br0" timeOffset="-188723.74">21703 12771 1940 0,'1'-18'42'0,"2"6"-39"0,-3 2-9 0,0 8 382 0,0 2-184 0,-3 8-102 0,1 6-20 0,-1 5 228 0,1 2-104 0,2 0-84 0,0 0-37 0,0 0-1 0,3 1 0 0,4 0-35 0,2 2-255 0,-1-4 122 0,3-2 67 0,-3 0-575 0,5-3 295 0,0 0 163 0,0-1 29 0,0-7-600 0,0-2 340 0,-2 0 170 0</inkml:trace>
  <inkml:trace contextRef="#ctx0" brushRef="#br0" timeOffset="-188615.15">21953 12951 849 0,'8'-2'0'0,"-1"-2"0"16,-2 3 0-16,3-1 0 0,-3-1 0 0,-1 3 460 0,-2 0-211 0,2 6-106 0,-2 6-53 0,-2 5 448 0,0 1-255 0,0 4-124 0,-7 3-61 0,-2-1 145 0,-2 3-104 0,-1 5-41 0,-1-7-36 0,1 2 0 0,-2-4-25 0,3-2-84 15,-1-5 41-15,4 1 10 0,1-7 33 0,1-6-1364 16,3-4 661-16</inkml:trace>
  <inkml:trace contextRef="#ctx0" brushRef="#br0" timeOffset="-188483.23">22077 12875 1678 0,'2'0'0'0,"1"0"0"0,2 0 0 0,-1 1 0 0,3 2 0 0,-3 4 0 0,0 1 0 0,2 3 0 0,1 6 622 15,-1 0-294-15,1 3-138 0,1-2 93 0,-2 3-124 16,3-3-62-16,-1 0 22 0,-2-1-42 0,3-2 9 16,-3-6-50-16,0 0-5 15,0-6 5-15,-1-3 0 0,4 0 0 0,-1 0-41 16,-1-15 16-16,1-2 1 0,5-7 24 0,-1-3-184 16,4-3 101-16,-1-5 31 0,2 4-415 0,-1-1 191 15,0 1 116-15,0 4-234 0,4-5 151 0,-5 10 90 16,-1 4 41-16,-4 1-473 15,3 5 257-15,-2 4 128 16,-1-1 54-16</inkml:trace>
  <inkml:trace contextRef="#ctx0" brushRef="#br0" timeOffset="-188344.45">22548 12633 1842 0,'6'-8'0'0,"-1"3"0"0,1 0 0 0,3 0 0 0,2 4 0 0,0 1 0 0,3 0 0 0,-1 7 0 0,6 10 0 0,-1 1 869 0,2 9-408 0,-3 0-216 16,-1 5 269-16,-2 2-514 31,-5 1 0-31,-2 6 0 0,-4 5 0 0,-3-2 0 0,-6 2 0 0,-10 4 0 0,-9-1 0 0,-2 1 0 0,-5 6 0 0,-2-12-16 16,-1-1-265-16,-6-1 159 0</inkml:trace>
  <inkml:trace contextRef="#ctx0" brushRef="#br0" timeOffset="-186763.79">23231 12123 1512 0,'-4'0'0'0,"1"0"0"0,-1 0 0 0,2 0 0 0,2 0 0 0,0 0 214 0,0 0-79 0,5 0 213 0,6 0-156 0,7-2-78 0,2 2-38 0,3-1 169 16,3-2-95-16,0 1-62 0,-2 2-25 0,2 0-263 15,-4 0 118-15,1 0 59 0,1 0 40 0,-7 6-647 16,-3 4 333-1,-6 2 167-15</inkml:trace>
  <inkml:trace contextRef="#ctx0" brushRef="#br0" timeOffset="-186609.4">23258 12468 2026 0,'-20'5'0'0,"2"2"0"0,2 2 0 0,5-1 0 0,0 1 0 0,8-2 0 0,3-2 319 0,0-2-142 15,11 0-70-15,10-1 156 0,4-2-105 0,8 0-65 16,1 0-28-16,2-2 13 0,2-1-41 0,-1-2 0 15,4-2 8-15,-8 2-594 16,2 1 293-16,-2 1 146 0,-2-3-718 0,2 1 416 0</inkml:trace>
  <inkml:trace contextRef="#ctx0" brushRef="#br0" timeOffset="-186328.12">24036 11673 2965 0,'0'-9'0'0,"-5"0"0"0,-2 6 0 0,4 1 0 0,1 2 0 0,-1 6 0 0,1 14 0 0,1 9 0 0,1 10 0 0,0 9 438 0,0 3-205 0,0 7-98 0,3 7 25 0,2 13-160 0,2 4 0 0,-2 13 0 0,-2-12 0 0,-2-2 0 15,1-1 0-15,-2-5 0 0,0-2 0 0,0 2 0 0,0-17 0 0,0-12 0 16,-3-3 0-1,1-7 0-15,1-6 0 0,1-3 0 32,0-16 0-32,0-6-20 0,0-5-158 0,0 0 71 0,0 0 15 0,0 0-281 0,0-5 170 0,0-4 82 15,1 1 41-15,1-2-218 0,-1 1 130 0,1-1 55 0</inkml:trace>
  <inkml:trace contextRef="#ctx0" brushRef="#br0" timeOffset="-184374.36">24591 11653 1486 0,'-3'-15'0'0,"-5"-1"0"0,6 9 0 0,2 5 0 0,0 0 0 0,0 2 0 0,0 0 0 0,2 7 0 0,6 7 0 0,-1 6 209 0,2 4-84 0,-2 2-44 15,-2 4 196-15,2-3-124 0,-3 3-57 0,0-3 47 16,-2 3-51-16,1-1-27 0,0 1 10 0,2-5-42 16,-4 0 6-16,1-4 0 0,1 0 0 0,0-2-16 15,-1 0 26-15,0-7-10 0,2-4 0 0,-2-2-59 16,0-3 30-16,0-3-10 0,-1 0 4 0,-1 0 35 16,0 0-28-16,0 0 85 0,0-3-36 0,0-2 0 15,0 0-31-15,0 1-82 0,0 0 41 0,0-4 0 16,0 4 45-16,0-2-261 0,0-2 123 15,0 4 59-15,2-1 25 0</inkml:trace>
  <inkml:trace contextRef="#ctx0" brushRef="#br0" timeOffset="-183089.03">25630 11743 1025 0,'-11'-14'0'0,"0"3"0"0,-1 1 0 0,1 2 0 0,0 4 0 0,2 1 0 0,-1 3 0 0,2 0 170 0,-2 3-67 0,3 11-22 0,1 3 149 0,2 7-95 0,2 2-49 15,2 4-24-15,0 2 190 16,0 4-98-16,2-1-62 15,7-1-28-15,2 1 79 0,6-4-53 0,3 3-26 0,4-2 167 0,0-8-101 16,2-4-46-16,3-8 0 0,0-1 21 0,3-8-34 16,0-3 10-16,-2 0-98 15,0-15 28-15,0-12 0 0,-1-5 27 0,-3-5-177 0,-2-2 98 0,-9 1 35 16,-7 2 0-16,-6 1-135 0,-2 3 62 0,0 3 48 16,-15-3-18-16,-9 11-6 15,-8 3-1-15,-5 7 9 0,-6 6 234 0,-5 5-97 0,-4 0-64 16,6 5 206-16,1 10-112 0,5 3-39 0,2 2-33 15,7 4-78-15,1 1 36 0,15-4 35 0,6 1-3 16,9-2-621-16,0-1 294 0,7 3 135 16,12-6-745-16,5 1 430 15</inkml:trace>
  <inkml:trace contextRef="#ctx0" brushRef="#br0" timeOffset="-181075.81">24622 12622 866 0,'0'-7'0'0,"0"-1"0"0,-3 2 0 0,0 2 0 0,1 3 0 0,-1 1 0 0,0 0 102 0,-6 0-24 0,4 13-10 0,-1 5 257 16,0 6-145-16,0 4-71 15,1 2-37-15,1 7 197 0,4-6-122 0,0 1-54 16,0-1 117-16,2-1-87 0,11-2-43 0,2 0 9 16,4-7 6-16,1-2-29 15,1-7-1-15,3-3 24 0,-1-3-27 0,5-1 10 0,-6-5-36 0,2-1-11 16,-1-10 12-16,-3-4 0 0,-1-5-1 0,1-3-57 16,-7 0 25-16,-4-4-1 15,-4 1-41-15,-1-5 38 0,-2 2-1 0,-2-6 15 16,0 4-40-16,-7-2 13 0,-8 1 1 0,-4 1 1 15,-5 2 23-15,-3 2-16 0,-4 9 12 0,3 7-12 32,-5 4 11-32,-1 4-4 0,4 3 3 0,-4 0-141 0,9 15 68 0,3 2 30 0,6 2-149 0,7 4-200 15,3 2 170-15,6-2 80 0,3-1 49 0</inkml:trace>
  <inkml:trace contextRef="#ctx0" brushRef="#br0" timeOffset="-180183.92">25788 12586 876 0,'-8'-7'0'0,"1"0"0"0,0 2 0 0,2 2 0 0,0 1 0 0,2 0 0 0,1 2 347 16,2 0-155-16,0 2-78 0,0 11 258 0,0 3-172 15,0 3-81-15,2 5-42 0,6 3 90 0,-4 0-66 16,3 5-22-16,-1-5 116 0,0 3-79 0,-1 2-39 31,3-3-1-31,-4 3-1 0,0 1-29 0,-1-8-10 16,0-2 1-16,-2 0-30 0,-1-7 29 0,0-2 1 0,0 0 55 15,0-10-33-15,0-1 1 0,-1-3-24 0,-6 0 30 0,3 0 9 16,-3-3-39-16,-1-3-55 16,4-2 28-16,0 0 0 0,0 1 28 0,0-1-281 15,3 1 132-15,-1 0 60 0,2 4 37 0,0-5-762 0,0-1 371 0,2 2 171 32,8 0-590-32</inkml:trace>
  <inkml:trace contextRef="#ctx0" brushRef="#br0" timeOffset="-179737.37">26348 11684 1306 0,'-4'-22'0'0,"4"3"0"0,-2 6 0 0,2 4 0 0,0 1 0 0,0 6 0 0,0 2 0 0,0 0 240 0,2 14-101 0,0 8 241 0,0 10-163 0,0 11-94 16,-2 8-43-16,0 14 304 0,0 8-174 0,-8 13-86 0,2 18-34 0,-2-1 132 0,0 18-92 0,-1 12-47 0,0 8 1 0,1 0 35 0,-1 5-119 0,7-40 0 0,0-11 0 0,2-20 0 0,0-12 0 0,0-10 0 0,3-3 0 0,-1-20 0 0,0-8 0 0,-2-3 0 0,0-10 0 0,0-4 0 0,0-4 0 0,0-1-570 0,-2-3 196 0,-1-12 169 0,0-3 84 0,1-5-234 0,2-6 150 0,0-2 89 0</inkml:trace>
  <inkml:trace contextRef="#ctx0" brushRef="#br0" timeOffset="-179495.84">26810 12368 1838 0,'-10'-4'0'0,"2"-4"0"0,4 5 0 0,1 1 0 0,3 2 0 0,0 0 355 0,3 0-159 0,9 0-71 16,2 0-49-1,8 0 379-15,2 0-210 0,5 0-104 0,-1 0-52 0,6 0-107 16,-4 0 23-16,1 0 0 0,-1 0 31 0,0 0 0 15,-1 0 1-15,-1 0 8 0,-7 0-8 0,-3 0-1 16</inkml:trace>
  <inkml:trace contextRef="#ctx0" brushRef="#br0" timeOffset="-179340.61">26847 12664 2044 0,'-19'0'0'0,"1"0"0"0,3 2 0 0,12 0 0 0,3-2 0 0,0 3 0 0,2-3 0 0,9 1 0 0,12-1 810 0,7 0-392 0,4 0-191 0,5 0-105 0,3 0-44 0,2-1 10 0,-2-2-485 0,-2 3 217 0,-2 0 107 0,1 0 55 0</inkml:trace>
  <inkml:trace contextRef="#ctx0" brushRef="#br0" timeOffset="-178693.36">27738 12005 2269 0,'-5'-6'0'0,"-2"0"0"0,3 6 0 0,0 0 0 0,1 0 0 0,1 0 0 0,2 15 0 0,0 2 0 0,0 2 0 0,0 9 344 0,0 2-158 0,0 6 231 0,0 3-190 0,0 6-95 16,0 6-47-16,0 13 115 0,0-4-129 0,0 3-71 16,0 4 0-16,-1-1 0 109,-5 9 0-109,3-17 0 0,-1-5 0 0,3-5 0 0,-2-5 0 0,1-8 0 0,1 2 0 0,-4-16 0 0,4-7 0 0,-1-5 0 0,0-5 0 0,0-4 0 0,1 0 0 0,-1 0 0 0,-1-3-12 0,0-6-67 0,-2-1 23 0,2-2-981 0,2-2 491 0</inkml:trace>
  <inkml:trace contextRef="#ctx0" brushRef="#br0" timeOffset="-175830.48">8717 13542 1517 0,'-2'-1'0'0,"2"0"0"0,0-2 0 0,0 0 0 0,3 3 0 0,14-5 0 0,9 1 251 0,9-1-106 47,7-2-54-47,13-1 296 0,1 5-179 0,1-3-85 0,1 4-43 0,-5 1-16 0,0 1-27 0,1 0 11 0,-15 0-11 0,-6 0-114 0,-3 3 58 0,-5 3 28 16,1 0-378-16,-16 1 199 15,-4-2 104-15,-2 1-542 0,-4-3 254 0,0 2 167 0,-9-2 18 0,-7 1-274 78</inkml:trace>
  <inkml:trace contextRef="#ctx0" brushRef="#br0" timeOffset="-175704.81">8924 13518 1198 0,'-20'4'0'0,"4"6"0"0,-1 0 0 0,9 7 0 0,6 1 0 0,2 5 0 0,0 6 0 0,2 5 431 0,11 9-186 0,2-3-109 0,-1 4 120 0,1 3-109 0,-5 3-55 0,-1-1-27 31,-1 7 184-31,-6-10-111 0,-2 2-49 0,0-2-175 0,0 0 62 0,-5-1 31 0,-6 5 10 0,-1-11 20 0,-4-6 1 0,-1-2 0 16,-2-6 0-16,2-8-762 16,-3-1 364-16,4-14 106 0,6-2-175 0,0-6 195 0,5-14 99 0,5-10 48 15,0-8-170-15</inkml:trace>
  <inkml:trace contextRef="#ctx0" brushRef="#br0" timeOffset="-175111.93">9224 13641 2182 0,'0'0'0'0,"0"-2"0"0,0 2 0 0,0 0 0 0,0 0 0 0,-8 0 0 0,0 9 0 0,-2 3 0 0,0 5 0 0,-6 6 0 0,3 1 0 0,-2 4 171 0,3-1-71 0,3 1-31 0,2-3-1 0,3 1-134 0,1-4 52 0,0 1 36 0,3-9-11 0,0 0 27 0,0-4 0 0,0-5-431 0,3-1 215 0,0-1 68 0,-1-3 64 0,0 0-303 16,1-2 159-16,1-8 60 0,2-5 46 0,-3-2 58 15,1-2-11-15,2 2-1 0,1-1 150 0,3 0-75 16,1 2-38-16,5-2-9 16,-2 3 233-16,4 3-108 0,1 0-69 0,1 0 69 0,2 3-58 0,4 3 14 15,-7 2-31-15,3 4 5 16,-2 0-16-16,-3 2 39 0,0 9-32 0,-6 2-72 31,-3 1 30-31,-6 3 8 0,-2 1-56 0,0-1 34 0,-2 0 0 0,-7 3 17 16,-3-6-23-16,-5 0 7 0,-2-2 1 0,1-2-9 15,-2-1 28-15,-2-1-9 0,5-2 6 0,-3-3-74 16,2 0 36-16,2-3-5 0,3 0 40 0,-2 5-28 0,7-5 17 0,3 0 5 16,3 0 100-16,2 0-47 15,0 4-27-15,0 0 99 0,0 3-54 16,5 2-28-16,5 0 10 0,-1 1 12 0,3 7 12 0,-5-2-50 16,1 0 25-16,1 3 8 15,-3-1-5-15,-1 1-16 0,1 1 31 0,-4-2-49 31,-1-3 25-31,1 1-4 0,-2-3-48 0,0 0 0 0,0 0 50 0,0-7-5 0,0 1-66 0,0-3 29 16,-4 1-9-16,-2-4 2 16,0 0 0-16,0 0 30 0,-3 0-9 0,-1-1-43 0,1-6 16 0,-3-2 1 15,-3 1 12-15,2-2-71 0,-1-2 30 0,-3 2 0 16,0-2-62-16,-3 2 48 0,2-2 12 0,-1 3-15 16,2 1 36-16,3 2 5 15,0 1-16-15,1 5 117 0,-1-3-59 0,2 3-17 0,4 0-2 0,-2 7 66 16,3 2-36-16,2 2 0 0,0 1-29 0,2 0-64 15,3 0 18-15,0-1 40 0,0-1-391 0,3-2 186 16,4-2 83-16,6-2 54 0</inkml:trace>
  <inkml:trace contextRef="#ctx0" brushRef="#br0" timeOffset="-174906.75">9321 14033 1991 0,'6'3'0'0,"8"4"0"0,-7-3 0 0,3 3 0 0,0 0 0 16,0 1 0-16,-3 2 0 0,5 2 0 0,-5-2 296 0,-1 1-128 0,3 2-66 0,-4-2-95 0,3 0 0 0,-1 1 40 0,0-5-9 0,-1 0-243 0,2-4 121 0,1-1 62 78</inkml:trace>
  <inkml:trace contextRef="#ctx0" brushRef="#br0" timeOffset="-174805.26">9595 13718 975 0,'2'0'0'0,"1"-4"0"0,2 1 0 0,4-1 0 0,-1 1 0 0,4-1 582 0,4 0-278 0,3 0-133 0,1 1-68 0,5 1 372 0,1-4-220 0,5 2-100 0,-3 2-63 0,0-1-293 0,-1-1 119 0,1 2 59 0,-4 1-321 0,3-1 200 16,-10 2 85-16,-4 0 48 16,-3 7-849-16</inkml:trace>
  <inkml:trace contextRef="#ctx0" brushRef="#br0" timeOffset="-174433.73">9712 13951 783 0,'-11'11'0'0,"0"4"0"0,5 2 0 0,-2-1 0 0,5 1 0 0,0 1 0 0,3-4 201 0,0 2-82 0,0 0-42 15,0-2 1-15,1 1 110 16,3 4-66-16,0-8-48 0,-2-1 1 0,2-2-34 16,-2-1-4-16,-2-4-1 0,2 2-81 0,-1-5 36 15,-1 0 0-15,0-1 45 0,2-13-50 0,0-5 25 31,-1-5 10-31,5-7-270 0,2-2 135 0,0-5 29 0,0-3 46 0,4-5-309 0,-1-7 153 0,2 1 64 16,-4-3 47-16,3-7-62 16,1-6 54-16,-2-7 29 93,2-12 84-93,-3 17-24 0,-1 10 0 0,-4 13 409 0,-3 18-222 0,-2 12-110 0,0 10-64 0,0 7 8 0,0 26 0 0,-3 11 10 0,0 9 0 0,2 10 681 0,1 9-327 0,0 2-178 16,1 7-83-16,6 7 193 0,7 1-139 0,-3 1-70 0,6 11 188 0,1-12-133 0,2-4-62 0,1-2-129 0,3-4 34 0,1 2 9 0,-3-26 25 0,-1-7-191 0,-2-11 96 0,0-7 47 0,-5-8 24 16,2 0-438-16,-10-14 168 0,-3-1 134 15,-2-1 68-15,1-18-466 0,0-9 243 0,-1-7 112 16,3-1-239-16,-4-11 185 0,0-7 91 0,0-8-278 0</inkml:trace>
  <inkml:trace contextRef="#ctx0" brushRef="#br0" timeOffset="-174313.22">10091 13515 1765 0,'0'-21'0'0,"-1"6"0"0,-2 0 0 0,1 10 0 0,0 4 0 0,2 1 0 0,0 0 0 0,0 0 226 0,0 0-86 0,6 4-56 0,2 4-7 0,4 1 0 0,-2 0-40 0,2 3-1 0,3 1-199 0,-2 0 96 16,1 1 51-16,0 0 26 0</inkml:trace>
  <inkml:trace contextRef="#ctx0" brushRef="#br0" timeOffset="-174151.1">10505 13658 1767 0,'8'0'0'0,"4"0"0"0,3 0 0 0,5 0 0 0,3 0 0 0,1 1 0 0,4-1 0 0,3 1 469 0,0-1-216 0,2 3-108 0,5-3-46 0,-6 0-416 0,-3 2 176 0,-1-1 89 15,-4 3 45-15,-4-2-374 16</inkml:trace>
  <inkml:trace contextRef="#ctx0" brushRef="#br0" timeOffset="-173971.85">10593 13962 1570 0,'-13'10'0'0,"2"-3"0"0,9 1 0 0,2 0 0 0,0-2 0 0,2 2 0 0,15-1 372 0,2-5-172 0,3 3-82 0,6-3 460 15,1 3-271-15,4-5-135 63,3 3-59-63,-3-3-208 0,0 0 65 0,3 0 34 0,-4 0-1 0,2 0-359 0,2 2 205 0</inkml:trace>
  <inkml:trace contextRef="#ctx0" brushRef="#br0" timeOffset="-173774.68">11356 14105 2525 0,'0'-11'0'0,"-1"6"0"0,0-1 0 0,1 0 0 0,0 5 0 0,0 0 0 0,-2-2 0 0,0 2 213 0,0 1-93 0,-3-2-776 0</inkml:trace>
  <inkml:trace contextRef="#ctx0" brushRef="#br0" timeOffset="-172398.87">11853 13503 1088 0,'0'-15'0'0,"0"2"0"0,0 0 0 0,3 2 0 0,-1-5 0 0,-2 2 0 0,1-6 219 0,-1 3-96 0,0-4-42 15,0 1 118-15,0-4-80 16,0 1-41-16,0-4 10 0,0 5-16 0,-6 0-34 0,0 2 1 0,-4-3-4 15,1 3 3-15,-4-1 10 32,0 8-9-32,-3 3 27 0,-1 3 1 0,-2 6-29 0,-1 1 0 0,-2 0 81 0,2 12-46 0,0 9 1 15,1 5-36-15,4 6 126 0,3 7-63 0,-1 4-22 16,10 4 132-16,3 3-86 16,0 0-44-16,3 5 97 0,7 0-71 0,3 6-39 0,2-5-68 0,1 1 0 15,3-1 0-15,-3-1 0 0,0-1 0 0,-1 3 0 16,-5-14 0-16,-3-4 0 15,-4-4 0-15,-3-2 0 94,0-6 0-94,-3 6 0 0,-11-13 0 0,-1-6 0 0,-8-3 0 0,0-2-179 0,-4-1 17 0,2-8 78 0,-1 0 16 0,3 0 26 0,1-4-12 16,3-5-1-16,0-4-28 0,10-3-508 0,4-3 276 0,5-3 139 0,0-7-413 0,6 1 275 0,13-7 129 0,2 2 78 0</inkml:trace>
  <inkml:trace contextRef="#ctx0" brushRef="#br0" timeOffset="-172201.79">12056 13300 1667 0,'12'-39'0'0,"-6"12"0"0,-3 8 0 0,-1 9 0 0,-2 2 0 0,0 4 0 0,-3 4 387 0,-8 0-180 16,-1 6-84-16,-4 8 534 16,-1 7-309-16,1 6-155 0,-2 5-68 0,2 1 99 0,5 2-224 0,3 6 0 15,4 1 0-15,-1 2 0 0,4 8 0 0,1-8 0 16,0 1 0-16,1 2 0 0,10 2 0 0,0-1 0 15,3 6 0-15,-3-9 0 16,0-3 0-16,-2-1 0 0,-5-1 0 0,0-2 0 16,-3 5 0-16,-1-14-177 0,0 0-132 0,-5-4 136 15,-1-4-635-15,-4 3 375 16,0-9 202-16</inkml:trace>
  <inkml:trace contextRef="#ctx0" brushRef="#br0" timeOffset="-172028.56">11766 14359 1582 0,'0'6'0'0,"-6"3"0"0,3 0 0 0,-1 6 0 0,4-3 0 0,0 3 0 0,0 2 0 0,0 2 746 0,3 3-354 0,1 2-168 0,3-2-99 0,1 1 125 16,-3 1-107-16,1 2-53 0,-1-1-161 0,1 3 63 16,-3-4 18-16,-1-7 0 0,-1 0-617 0,-1-4 322 15,0-5 161-15,0 0-772 0,0-8 444 0</inkml:trace>
  <inkml:trace contextRef="#ctx0" brushRef="#br0" timeOffset="-171809.16">11758 14345 1042 0,'2'-6'0'0,"-1"-3"0"0,4 5 0 0,1 1 0 0,3 0 0 0,5 1 617 0,0 0-291 0,9 2-135 0,-2 0-82 0,4 4 463 0,3 6-268 0,-1 5-133 0,2 2 41 0,-5 1-92 62,-3 3-41-62,-4 3-74 0,-7-1 32 0,-3 4 0 0,-2 2 9 0,-5-3-100 0,-9 5 46 0,-15-3-1 0,-3 1 46 0,-8-3-46 0,-5 2 55 0,1-9-9 0,3-6-14 0,-2-1-178 0,4-3 83 0,4-4 8 0,-1-1-476 0,11-4 242 0,8 0 135 0,9-8 45 16,3-10-209-16,7-5 145 0,15-5 63 0,5-2-575 16</inkml:trace>
  <inkml:trace contextRef="#ctx0" brushRef="#br0" timeOffset="-171646.19">12296 14108 811 0,'6'-19'0'0,"-1"7"0"0,0 3 0 0,-1 2 0 0,-3 0 0 15,2 5 880 17,-1-3-413-32,0 5-219 0,-1 0-106 0,1 0 823 0,-1 5-547 0,2 9-418 0,-3 6 0 0,0 7 0 0,-7 7 0 0,-5 3 0 0,-4 3 0 0,3-1 0 15,-4 5 0-15,5-9 0 0,-2-2 0 0</inkml:trace>
  <inkml:trace contextRef="#ctx0" brushRef="#br0" timeOffset="-170436.34">3166 15220 1877 0,'0'-9'0'0,"-6"2"0"0,3 4 0 0,1-1 0 0,1 2 0 0,1 2 0 0,0 0 0 0,0 6 365 0,0 6-163 0,6 9-82 0,1 4 258 0,1 7-160 0,-1 2-96 16,0 4-41-16,-3 3 60 0,1 2-52 0,-1 2-25 15,-2 8 9-15,2-10-30 0,-3 1-5 16,0-3-1-16,0-5-261 0,3 3 140 16,-3-14 56-16,1-4-507 15,-1-6 266-15,2-6 147 0,-3-7-10 0,0-2-590 0,0 0 347 0,0-14 169 16,0-13 84-16,0-4-220 0,-6-5 153 0</inkml:trace>
  <inkml:trace contextRef="#ctx0" brushRef="#br0" timeOffset="-170245.55">3124 15334 735 0,'-3'-26'0'0,"3"3"0"0,0 7 0 0,0 4 0 0,11-4 553 0,7 8-263 0,1 2-126 0,6 4-63 0,4 0-32 0,2 2 0 0,5 0-22 0,-4 14 395 0,-2 1-52 0,1 6-176 0,-3 0-89 0,-4 5 96 0,0 5-83 0,-12 0-55 0,-5-1-80 0,-6 3 0 0,-1 2 35 0,-1 0-1 0,-11 0-111 0,-6-5 52 0,-4-5 29 0,-2-1 0 0,-6-1-192 15,1-6 111-15,-4-2 65 0,4-6-36 0,0-4-170 16,4-3 56-16,4-2 74 15,1 0-425-15,0-2 226 0,9-12 129 0,8-7-489 0,3-9 304 0</inkml:trace>
  <inkml:trace contextRef="#ctx0" brushRef="#br0" timeOffset="-170083.4">3590 14757 1671 0,'-8'-16'0'0,"5"8"0"0,2 2 0 0,1 4 0 0,0-1 0 0,0 3 1104 0,0 0-524 0,0 0-276 15,0 4-32-15,-2 7-272 0,0 9 0 0,-1 3 0 16,-3 6 0-16,3 3 0 0,0 5 0 16,0 1-203-1,2 0-246-15,0 2 244 0,-1 3 130 0</inkml:trace>
  <inkml:trace contextRef="#ctx0" brushRef="#br0" timeOffset="-168856.66">3941 15180 1979 0,'-7'-5'0'0,"1"5"0"0,6-3 0 16,0 3 0-16,0 0 0 0,4 0 0 0,1 0 0 0,2 3 768 62,3 2-365-62,1 1-183 16,1 0-515-16,0 3 162 0,-3 0 85 0,3 4-1175 0</inkml:trace>
  <inkml:trace contextRef="#ctx0" brushRef="#br0" timeOffset="-168753.4">3967 15616 2119 0,'-18'6'0'0,"6"1"0"0,2 4 0 0,7-5 0 0,0 0 0 0,3-4 340 0,0 2-152 0,0-3-75 0,0 1-38 0,4 0 618 16,6 4-319-16,-3-2-345 0,5 0-29 0,1 3-308 15,3 2 26-15</inkml:trace>
  <inkml:trace contextRef="#ctx0" brushRef="#br0" timeOffset="-167783.95">4729 15197 915 0,'-5'-7'0'0,"-1"1"0"0,2 2 0 15,2 1 0-15,1 1 0 0,-1 2 0 0,2 0 0 0,0 0 295 0,0 15-133 0,0 5-63 16,0 7 227-16,2 5-144 0,-1 4-72 0,5 8 60 94,-2-3-70-94,-2 1-32 0,3-1 0 0,-2 2 121 0,0-3-76 0,3-1-29 0,-2-9-9 0,1-5 51 0,3-5-45 0,-3-4 1 0,0-8-45 0,2 2-13 0,0-10 14 0,-1 0-1 0,5-4-73 0,-3-13 37 0,6-8-1 0,1-7-222 15,-2 0 125-15,1-4 55 0,3-1 37 0,-2-1-188 0,1 0 99 0,-1-1 12 63,-2 6-9-63,-1 4-125 15,-3 8 90-15,1 2 44 0,-5 2-9 0,-2 12 175 0,-1 2-60 0,0 3-31 0,-2 6 292 0,0 13-160 0,0 2-77 0,0 5 345 0,0 2-173 0,0 1-101 0,0 1-3 0,0-5 11 0,1 3-36 0,5-4-9 0,0-6-44 0,2 1-120 0,2-2 59 0,3-4 31 16,-1 2 9-16,0-8-403 16,1-6 210-16,-1-1 107 0,2 0-738 0,-2 0 385 15,0-10 183-15,-1-5-425 0,-4-3 313 0</inkml:trace>
  <inkml:trace contextRef="#ctx0" brushRef="#br0" timeOffset="-167527.3">5121 14932 1336 0,'0'-16'0'0,"0"4"0"0,0 0 0 0,5 4 0 0,0-1 0 16,6 6 0-16,0 1 0 0,0 2 227 0,4 0-95 0,-4 2-47 0,2 7-15 0,0 4 110 15,-6 4-72-15,-2 2-35 16,-2 3-119-16,-3-2 41 0,0 3 10 0,0-4 1 15,-5-2 1-15,-3-1 30 0,-3-1 1 0,-1-4 141 16,1 2-62-16,0-2-44 0,4-5 0 0,0 0 88 31,-1 0-62-31,3-1-22 0,2-4-9 0,3 3 156 0,0-3-94 0,0-1-46 0,5 1 83 0,9-1-56 16,3 0-41-16,3 0-125 0,4 0 46 0,4 0 0 16,2-2 47-16,5-2-483 0,-5-1 237 0,1 0 123 15,2 1 42-15,-5 1-975 16,1 2 491-16</inkml:trace>
  <inkml:trace contextRef="#ctx0" brushRef="#br0" timeOffset="-167357.23">5352 15296 2321 0,'-14'8'0'0,"6"-4"0"0,3 4 0 0,5-1 0 0,0-3 0 0,0 3 0 0,11-1 0 0,7-3 0 0,5 1 0 0,4-4 348 0,4 0-155 0,1 0-78 0,2 0-1 16,-5 0-42-16,-1 0-1 15,-2 0-34-15,-2 0-532 0,-2 0 266 0,1 0 143 16,-7 0 57-16,-4 0-671 0,-5 0 361 0,-4 0 179 16</inkml:trace>
  <inkml:trace contextRef="#ctx0" brushRef="#br0" timeOffset="-167161.02">5545 15080 1354 0,'0'3'0'0,"0"0"0"0,0 1 0 0,1 3 0 0,1 3 0 0,-1 3 0 0,0 5 527 0,1 5-245 0,-1 6-122 0,-1 2-62 0,0 6-30 0,2 5 10 0,-2-2-41 0,0-1 336 0,0-3-376 0,2-1 0 0,-1-3 40 0,2 1-238 0,0-12 114 0,0-5 63 0,3-5-583 0,2-7 322 0,-1-4 85 0,2 0 109 0,2-15-545 0,-3-9 299 0</inkml:trace>
  <inkml:trace contextRef="#ctx0" brushRef="#br0" timeOffset="-166903.61">5705 15086 1349 0,'1'-7'0'0,"1"1"0"0,2 3 0 0,4 3 0 0,-3 0 0 0,1 16 0 0,1 7 0 0,-1 11 486 0,4 7-215 0,-5 2-121 47,1 3 178-47,2 4-145 16,-1-3-73-16,0-2-37 0,3 3 71 0,-3-14-59 0,3-7-24 0,-4-6 3 0,2-9-26 0,-1-2 8 0,-5-10-8 0,3 0-15 0,2-1 14 0,-3-15 1 15,0-6-1-15,4-4 76 0,0-3-42 0,-1-3 0 16,2-3-34-16,-2-3-179 78,5-3 89-62,-2-7 55-16,1 6-646 0,0-2 303 0,-1 2 165 0,0-1-675 0,0 1 407 0,-1-4 194 0</inkml:trace>
  <inkml:trace contextRef="#ctx0" brushRef="#br0" timeOffset="-166650.67">5974 14790 898 0,'0'0'0'0,"0"0"0"0,0 0 0 0,0 0 0 0,2 0 0 0,7 0 0 0,2 0 517 0,3 0-244 0,3 0-118 0,2 0 83 0,3 0-100 16,-2 0-50-16,2 2-17 0,-1 3-241 0,-2 2 104 0,-3 1 52 0,-1 3-265 0,-9 3 155 0,-1 2 84 15,-5 3 32-15,0-1-49 0,-11 3 37 0,-10 1-1 16,-2 1-55-16,-3 3 250 0,3-6-142 0,0-2-28 0,3-2 493 0,3-3-245 15,4-1-99-15,1-2-65 0,6-2 257 0,6-4-154 16,0-1-77-16,2-1 9 16,11 0-34-16,5-2-9 0,3 0-43 0,3 0-339 31,4-2 170-31,-3-3 84 0,4 1 52 0,-3-2-338 0,0 2 186 0,1 1 92 0,-2-1-30 16,1 1-824 15</inkml:trace>
  <inkml:trace contextRef="#ctx0" brushRef="#br0" timeOffset="-166456.95">6667 14933 1748 0,'0'0'0'0,"0"0"-1"0,0 0-2 0,0 0 1 0,0 0 0 0,-1 0 0 0,-7 5 1 0,-4 7 295 0,-4 5-133 16,-3 6-62-16,-2-1 242 0,-6 7-151 0,-1 0-77 16,-1 3-29-16,2-2 160 0,3-7-103 0,4 1-52 0,6-4 103 0,4-3-78 15,2-1-29-15,8-7-38 0,0 0-47 0,4-2 0 16,12-2 0-16,4 2 0 15,5 0 0-15,-2-1 0 0,4-3 0 0,1 0 0 16,0 2 0-16,-2-2 0 0,3 4 0 0,-6-2-67 16,0-2-237-16,-2 2 163 0,-3-1-495 0,2 1 288 15,-10 2 160-15,-1-2-749 0</inkml:trace>
  <inkml:trace contextRef="#ctx0" brushRef="#br0" timeOffset="-166292.14">6379 15467 1561 0,'-8'0'0'0,"-5"0"0"0,11 3 0 0,2 2 0 0,0 2 0 0,3 2 511 0,11 2-237 0,1 2-110 15,5 2-69-15,3 0 436 0,1 2-248 0,0 0-123 16,2-1-386-16,-1 2 140 16,-1-3 57-16,0-2 32 0,-2 0-397 0,-1-4 215 0,2 2 108 0</inkml:trace>
  <inkml:trace contextRef="#ctx0" brushRef="#br0" timeOffset="-166095.4">6940 15245 3057 0,'11'-8'0'0,"1"3"0"0,7-2 0 0,1 2 0 0,1 1 0 0,7-2 0 0,1 3 0 0,1-3 0 0,0 6 0 0,-2-4 0 0,1 2 0 0,-1 0-207 0,0 1 120 0,2-1 71 0,-8 2-368 0,-2-3 210 0,-4 3 104 0</inkml:trace>
  <inkml:trace contextRef="#ctx0" brushRef="#br0" timeOffset="-165792.71">6973 15386 855 0,'-8'4'0'0,"0"-3"0"0,4 3 0 0,4-4 0 0,0 2 0 0,10-1 405 0,4 1-185 0,7-2-92 0,2 4 417 0,1 1-259 0,2 1-126 0,1 2-62 0,-3 1-74 0,-3 0 11 0,2 4 8 0,-6 0-142 0,-6 2 66 0,-6 1 35 47,-5 5-1-47,0 1 37 15,-7 3 5-15,-13-3-8 0,-6 3 0 0,1-4 164 0,-2 1-81 0,1-2-42 0,0 2 256 0,6-8-152 0,5-4-73 0,6-3-36 0,0-1-44 0,7 0-27 0,2-3 0 0,2-3 0 0,14 0 0 0,8 0 0 31,4 0 0-31,5-3 0 0,2-6 0 0,-2 1 0 0,3-4 0 0,-3 5-41 16,1-3-191-16,2 2 134 0,-7 0-688 0,-3 2 376 78,-3-4 187-78,-3 5 94 0,-4-4-454 0,1-3 265 0,-9 0 145 0</inkml:trace>
  <inkml:trace contextRef="#ctx0" brushRef="#br0" timeOffset="-165506.74">6990 14548 1675 0,'2'-23'0'0,"1"-2"0"0,7 8 0 0,8 2 0 0,2-2 0 0,3 3 0 0,-2 5 84 16,2 1-14-16,-3 6-10 0,-4 2 38 16,1 0-30-16,-5 4-1 0,-2 8-31 0,-3 1-16 0,-7 3-9 0,0 4 25 15,-6 1 0-15,-8 2 79 16,-2 0-39-16,-2 3 8 0,1-5 167 0,1-2-108 15,5-1-53-15,1-2-27 0,6-1 127 0,-2 3-68 16,6-5-48-16,0 0 96 0,4 0-67 0,15-1-34 16,3 4 10-16,2-5-38 15,7 2-41-15,-1-1 0 0,1 2 0 0,-3 1 0 0,-1 4 0 0,-10 0 0 16,-10 0 0-16,-7-1 0 31,0 3 0-31,-22-2 0 0,-12 3 0 0,-7-7 0 0,-7-3 0 0,-2-3 0 16,-7-3 0-16,0-6 0 0,-4 0 0 0,9 0-685 15,4-7 140-15,9-7 255 0</inkml:trace>
  <inkml:trace contextRef="#ctx0" brushRef="#br0" timeOffset="-164715.14">22794 11653 1417 0,'-15'0'0'0,"4"0"0"0,-1 0 0 0,0 0 0 0,7-1 0 0,1-1 0 0,2 2 0 0,2 0 0 0,0 0 222 0,0 0-83 0,0 0 334 0,0 0-218 0,5-3-109 0,10 3-55 0,8 0 329 0,8 0-183 0,9 0-104 0,6 0-48 0,17 5 142 0,12 4-141 0,15-2-86 31,25 4 0-31,20 0 0 0,33 2 0 0,41-5 0 0,28-1 0 0,24-7 0 16,32 0 0-16,-40-4 0 0,12-10 0 0,3-5 0 0,8 2 0 15,-5 0 0-15,25 0 0 0,-53 6 0 16,13 0 0-16,0 4 0 0,6-1 0 0,-22 4 0 15,30-1-84-15,-70 2 3 0,1 0 12 0,-3 2-1 16,-12-1 64-16,-6-1-41 16,-40 0 10-16,-25 3-243 0,-11 0 121 0,-22 0 61 0,-22 6 31 0,-22 3-840 15</inkml:trace>
  <inkml:trace contextRef="#ctx0" brushRef="#br0" timeOffset="-161403.74">12850 13600 2395 0,'-9'17'0'0,"-1"2"0"0,0 4 0 0,0 5 0 0,-1 9 0 0,4-2 0 0,1 4 0 0,1 2 0 0,2 0 0 0,3-1 209 0,0 2-76 0,0-10-52 16,6-5 1-16,6-1-89 0,2-4 45 0,6-2 1 47,-1-1 9-47,-1-8-10 0,2-3 1 0,0-3-320 0,2-1 159 0,-2-4 81 0,2 0 49 0,-3 0-523 0,-1-2 250 0,-2-10 74 15,0-2 79-15,-3 2-344 0,4-5 199 0,-4 0 105 16</inkml:trace>
  <inkml:trace contextRef="#ctx0" brushRef="#br0" timeOffset="-160802.27">13182 13665 918 0,'0'-8'0'0,"-1"-3"0"0,1 6 0 0,-2-3 0 0,1 4 0 0,-1 1 0 0,1 2 0 0,0 0 407 31,1 1-190-31,-3 0-89 0,3 9-44 0,0 6 224 0,0 5-135 0,0 1-57 47,0 4 75-47,0 1-75 0,3 1-40 0,4 2-12 0,1-3 0 0,4 4-16 0,-3-6-10 0,3 0-24 0,1-3 0 0,0-1 24 16,1-3 1-16,1 1-60 0,1-8 26 0,-1-4-1 15,-2-3 35-15,-1-3-50 0,3 0 3 0,0-1 7 31,-1-16-56-31,0-5 38 0,1-2 6 0,-2-2-88 0,1-3 48 0,-1 0 30 0,-4 0-12 0,0-2-61 32,-1-2 40-32,-2-3 0 0,1-1 34 0,-3-3-35 31,-2 6 12-31,-2 4 0 0,0 5-7 0,0 7 112 0,0 6-50 0,-6 3-7 0,-1 7 282 0,-1 2-146 0,0 11-63 0,1 9-40 94,1 6 4-94,1 3 0 156,4 3 9-140,1-1 364-16,0 3-187 0,0 1-94 0,1 0-47 0,5 1-78 0,2-5-7 0,3-1 0 0,1-3 0 0,-2-1 0 0,4 4 0 0,-2-9 0 0,4-2 0 0,-4-3 0 0,2-3 0 0,-3-1-704 0,2-1 199 0,-3-6 239 0,0-4 105 0,-2-1-417 0,2 0 269 0,-2-4 136 0,2-7 57 0,-1-3-378 0</inkml:trace>
  <inkml:trace contextRef="#ctx0" brushRef="#br0" timeOffset="-160698.86">13685 13759 1247 0,'-4'-3'0'0,"0"2"0"0,0-2 0 0,4 1 0 0,0-1 0 0,0 2 0 0,0-2 299 0,3 3-131 0,10 0-65 0,2 0 356 0,9-1-201 0,1 1-115 0,3 0-53 0,3 0 90 0,2 0-71 0,1 0-35 0,6 0 9 0,-6 0-316 0,2 0 135 0,-1 0 69 0,-3 0-219 0,-5 0 144 0,1 0 80 0,-9 0 26 0,-2 0-676 0,-6 0 240 0,-2-2 200 0,-3 1-307 0</inkml:trace>
  <inkml:trace contextRef="#ctx0" brushRef="#br0" timeOffset="-160106.84">13897 13476 813 0,'0'-7'0'0,"0"-1"0"0,0 2 0 0,0 2 0 0,-1 0 0 0,-1 0 0 0,2 1 173 0,-1 3-58 0,1-3-44 0,0 3 1 0,0 0 232 0,0 10-134 0,0 5-65 0,0 4 224 0,1 5-151 0,1 3-69 0,-1 5 85 0,2 4-78 0,1 0-39 0,-1 5 9 0,0-2-104 32,0 1 28-32,3 2 0 0,-2 1 28 0,-2-4-55 31,3 7 37-31,-2-14-9 0,-1 2 27 0,1-5-107 0,0-5 53 0,-2-3 28 0,-1 2-63 0,0-16 34 16,0 2-13-16,0-6 1 0,0-3 6 0,-1 0 1 62,-5 0 7-62,3 0-225 0,-2-3 111 0,1-6 58 0,-3 2 26 16,4-5-520-16,2 3 268 0,1 0 130 0,0-3 64 0,0 0-207 0</inkml:trace>
  <inkml:trace contextRef="#ctx0" brushRef="#br0" timeOffset="-159651.15">14275 13621 1128 0,'-2'-9'0'0,"0"2"0"0,1-1 0 0,1 5 0 0,0 0 0 0,0 0 0 0,0 2 0 0,0 1 355 78,1 0-164-78,4 0-78 0,4 7-38 0,-1 4 158 0,2 2-99 0,-2 4-40 0,2 3 35 0,-2 2-46 0,2 7-24 0,-1-2 0 0,-2 6-23 0,2 4 9 0,-3-6-9 0,1 6 69 0,-1-3-34 0,-1 2 0 0,2-1-26 0,-3-5-3 0,2-3-6 0,-3-7 0 0,0-2 0 0,1-3 50 0,-3-5-17 0,1-5-8 16,0-5-4-16,-1 0-22 16,4-5 1-16,0-12 0 0,5-5 92 0,0-5-51 0,5-6 1 0,1-2-146 15,4-3 52-15,0-3 27 0,8-5 8 0,-3 7-152 16,0 0 82-16,0 2 29 0,2 2 25 0,-4 3-96 15,5-2 54-15,-6 13 2 0,-4 3 63 0,-2 4-15 16,-2 4-16-16,-5 4 49 0,1 1-28 0,-7 5-6 16,-1 0-20-16,-2 0 158 15,0 0-71-15,0 5-18 0,0-1-20 0,0-1-41 63,0-1 1-63,-2 1 45 0,-1-1-18 0,1 3-421 0,-1-3 202 0,1 1 88 0,-2 1-623 0,2-1 346 0,-1-1 173 0,1 4-221 0,-1-2 189 0</inkml:trace>
  <inkml:trace contextRef="#ctx0" brushRef="#br0" timeOffset="-157612.47">14909 13935 1791 0,'-11'0'0'0,"2"0"0"0,2 0 0 0,3 0 0 0,4 0 0 0,0 0 0 0,1 0 0 0,18-2 0 0,9 0 0 0,6-3 0 0,8 0 0 0,5 1 0 0,5-4 766 0,-3 4-369 0,2 1-178 16,1 1-240-16,1-1 31 0,-2 1-1 0,1 1-172 0,-16 1 96 0,-6 0 53 0,-10 0 25 0,-5 0-558 0,-7 3 292 0,-3 0 74 78,-5-1 95-78,-2-2-657 0</inkml:trace>
  <inkml:trace contextRef="#ctx0" brushRef="#br0" timeOffset="-157407.67">15281 13600 2008 0,'-8'1'0'0,"0"3"0"0,4 8 0 0,-1 3 0 109,-1 8 0-109,6 6 0 0,0 9 0 0,0 7 352 0,0 8-156 0,0 7-69 0,3-4 220 0,0 3-154 0,0-1-78 0,0-3-37 0,2-3-65 0,0 3 35 0,0-16-10 0,1-4 1 0,3-9-434 0,-1-3 217 0,-2-8 108 0,5-3-539 0,-5-10 319 0,0-2 82 0,2-3 109 0,3-14-525 0,-2-9 292 0,2-5 138 0</inkml:trace>
  <inkml:trace contextRef="#ctx0" brushRef="#br0" timeOffset="-157300.71">15615 13776 945 0,'6'0'0'0,"0"-3"0"0,-1 3 0 0,1 0 0 0,-1 3 764 15,-1 11-365-15,-1 4-181 0,-1 3-91 0,-1 4-45 0,1 4 10 0,-1 0-54 0,-1 3 1 0,0 1 605 0,2 3-303 0,-2-2-151 0,2 8-338 0,-1-14 88 0,1-2 49 0,2-3 25 16,0-7-757-16,1-7 390 0,2 0 206 0,1-9 88 0,1-7 27 0</inkml:trace>
  <inkml:trace contextRef="#ctx0" brushRef="#br0" timeOffset="-157154.91">15909 13503 985 0,'17'-9'0'16,"4"8"0"-16,3 1 0 0,8 0 0 0,4 12 725 0,-4 9-348 0,5 9-170 0,-4 8-85 0,0 9 293 0,-5 6-189 0,-2 17-85 15,-15-5 465-15,-8 6-479 16,-3 4-127-16,-14-3 0 0,-12 0 0 0,-7 4 0 16,0-18 0-16,-4-4 0 0,0-7 0 0,1-6 0 0,0-9 0 0,-4 0-880 15,10-16 403-15</inkml:trace>
  <inkml:trace contextRef="#ctx0" brushRef="#br0" timeOffset="-153706.79">16682 13961 2039 0,'-8'-7'0'0,"2"0"0"0,0 1 0 0,2 6 0 0,3 0 0 0,1-3 0 0,0 3 304 0,0 0-134 0,3 0 267 0,8 0-204 0,0 3-98 0,4-3-49 0,1 5-9 16,0 0-39-16,1 2 8 0,-3-3-9 0,3 2-269 16,-5 1 134-16,4-3 68 0,-4 3 34 0,4-4-701 15,-5 3 358-15,-1 0 181 0</inkml:trace>
  <inkml:trace contextRef="#ctx0" brushRef="#br0" timeOffset="-153406.33">17358 13556 1961 0,'-5'-10'0'0,"-1"-2"0"0,1 3 0 0,2 4 0 0,1 2 0 0,2 1 0 0,-1 0 380 0,1 0-162 0,0 2-96 0,0 0-43 0,0 6 0 0,5 9-43 0,5 7 792 0,-2 12-600 0,0 10-228 0,-2 11 0 0,-2 6 0 0,-3 11 0 0,2 0 0 16,-2 12 0-16,-1-7 0 0,0 2 0 0,0-3 0 16,2-7 0-16,0-8 0 15,-1-2 0-15,3-22 0 0,0-12 0 0,-1-9 0 0,0-11 0 0,-1-5 0 16,0 0 0-16,-1 0 0 0,-1-9 0 0,0 1 0 16,0-1 0-16,0-6 0 0,0 1 0 0,0-4-47 15,-1 1-161-15,-1 3 91 0</inkml:trace>
  <inkml:trace contextRef="#ctx0" brushRef="#br0" timeOffset="-151693.66">18034 13892 1175 0,'-10'-19'0'0,"-2"4"0"0,1-4 0 0,5 7 0 0,-4-1 0 0,3 2 173 0,1-1-68 0,-2 2-35 0,0 2 99 0,-1 5-71 0,4 0-31 0,-1 3 0 0,-4 6 4 62,0 17 0-62,-3 6-25 0,-1 8-10 0,5 6 26 0,-1-1-25 0,5 3-1 0,1-4 125 0,3 3-54 0,1-11-40 0,0-3 1 0,3-4 41 0,7-5-37 0,3-6 1 0,2 2-54 0,3-13 17 0,0-4 1 0,4-2-1 0,-1-17-41 16,2-10 1-16,3-5 49 0,-4-9-8 0,-3 0-327 16,1-4 163-16,-2-5 55 0,-3-2-299 0,1-7 152 31,-6 3 104-31,-2-2 1 0,-5-3-7 0,0-1 42 0,-1-5-8 0,-2 19 148 0,0 9-49 0,0 13-24 16,-2 14 0-16,-3 9 127 0,1 2-84 0,-2 3-30 15,1 24 1-15,-3 8 370 0,2 12-191 16,1 4-41-16,0 11 285 0,4-4-199 15,1 5-95-15,0-1-47 0,0 1 63 0,0-2-55 16,0 3-18-16,5-11-129 0,3-2 47 0,4-7-1 16,0-7 45-16,4-4-264 0,1-1 141 0,0-15 57 15,-1-9 33-15,1-3-755 0,-2-2 311 0,4-2 205 16,0-3-509-16</inkml:trace>
  <inkml:trace contextRef="#ctx0" brushRef="#br0" timeOffset="-151106.41">18556 13796 398 0,'-10'-17'0'0,"3"5"0"0,-2 4 0 0,1-3 0 0,4 3 245 0,0 1-105 0,-1 2-42 0,3 2 99 0,1 2-80 0,1 1-41 15,0 0 174-15,0 0-107 0,0 6-44 16,0 11-36-16,0 2 238 0,0 6-132 0,1 5-67 16,1 3-33-16,0 5 213 0,-1-4-128 0,2 1-59 15,2-1-29-15,0-2 46 0,0-2-38 0,4 2 10 16,-2-8-82-16,3-1 0 0,2-5 34 0,-1-6 0 16,2-5-93-16,4-2 56 0,0-5 14 0,0-8-123 15,2-12 73-15,0-8 28 0,-1-5-1 16,4-4-196-16,-8-2 103 0,3 1 21 15,-4-4 35-15,0 4-63 0,-1-3 34 0,-3 9 12 16,-2 8 126-16,-3 5-50 16,-4 6 0-16,0 6 120 15,0 2-83-15,0 5-28 0,0 5 0 0,-2 15 298 0,-7 6-155 0,3 3-53 0,1 8-41 16,2-3 212-16,1-1-123 0,2 1-153 0,0 0-6 0,0-4 0 16,0 5 0-16,7-6 0 15,5-4-260-15,4 0 81 0,1-4 107 0,3-2-312 16,5 0 202-16,-2-7 47 0,5-7 65 0,0 0-683 15,-1-5 359-15,4 0 179 0,5 0 80 0,-12-2-374 16</inkml:trace>
  <inkml:trace contextRef="#ctx0" brushRef="#br0" timeOffset="-150704.84">19383 13994 1678 0,'0'-15'0'0,"0"1"0"0,0-1 0 0,0-2 0 0,0 1 0 0,0-4 0 0,0 6 0 0,-4-1 0 0,-1 2 284 15,-1 4-123-15,-2 2-63 0,-4 2 299 0,-1 5-185 79,-2 0-88-79,-1 18 18 0,-1 6-53 0,-1 9-26 0,-1 2 8 0,7 3 91 0,2 1-63 0,3-1-31 0,6-1-1 0,-1 3 14 0,2-10-45 0,0-3 0 0,3-3-159 0,7-2 79 0,4-6 40 0,0-1 10 0,4-12-237 0,2-3 120 0,1-1 70 0,1-17-200 78,1-7 121-78,-1-4 14 0,-3-5 47 0,2-2-338 0,-4-3 181 0,1-5 90 0,-3-2 45 0,1-8-144 0,-5 4 99 0,-1-8 45 0,0-5-15 0,0-12 30 0,-3 0 1 0,6-10 59 0,-5 20 9 0,-1 7-39 0,-2 12 0 0,-4 17 443 15,-1 12-221-15,0 5-120 0,0 12-27 0,-3 5 297 16,-6 17-118-16,0 8-102 31,-1 10-49-31,0 8 303 0,3 3-171 0,1 5-82 0,3 4 132 0,1 3-106 0,2 2-53 0,0 6-10 0,0-13-72 16,0 0-8-16,0-2 0 0,8-3-78 15,3-3-11-15,4 0 72 32,2-13 22-32,1-10-227 0,0-5 129 0,0-9 64 0,-1-8-30 0,-1-4-669 0,-1-1 348 0,-3-14 172 0,0-6-457 0,-2-6 314 15</inkml:trace>
  <inkml:trace contextRef="#ctx0" brushRef="#br0" timeOffset="-150382.1">19879 13732 1597 0,'1'-8'0'0,"1"2"0"0,-2-1 0 0,0 3 0 0,3 3 0 0,-1-1 0 0,-1 2 0 0,2 4 861 15,2 12-404-15,1 7-214 0,-1 6-104 0,1 3 448 0,2 4-540 0,1 3-47 0,0 7 0 0,1-10 0 0,1 5 0 0,1-4 0 16,1-1 0-16,0-3 0 16,2 1 0-16,-3-14 0 0,-1-3 0 0,-1-7 0 0,-1-6 0 0,2-4 0 31,0 0 0-31,3-4 0 0,-2-18 0 0,7-3 0 0,1-8 0 0,0-3 0 15,5-6 0-15,0-1 0 16,2-2 0-16,-1 1 0 94,-2 2 0-94,1 1 0 0,3-3 0 0,-8 11 0 0,-3 8 0 0,-2 1 0 0,-3 7 0 0,-2 6 0 0,0 0 0 0,-9 9-43 0,1 2-15 0,-2 0 0 15,0 0-4-15,0 5 31 0,0 5-38 0,-3 3-605 0,-5 4 318 0</inkml:trace>
  <inkml:trace contextRef="#ctx0" brushRef="#br0" timeOffset="-150258.14">20698 14156 3658 0,'2'4'0'0,"-1"-3"0"0,1 4 0 0,0-5 0 0,-1 4 0 0,1-3 0 0,1 1 193 16,-1 0-113-16,1-2-80 0,-2 0 0 0,2 0 0 15,-2 0 0-15</inkml:trace>
  <inkml:trace contextRef="#ctx0" brushRef="#br0" timeOffset="-139190.17">23076 13485 1063 0,'0'-16'0'0,"0"5"0"0,0 4 0 0,0 6 0 0,0 1 342 0,0 0-152 0,0 14-68 15,0 7-46-15,2 9 234 16,1 5-136-16,-1 6-68 0,3 1-35 0,-1 6 229 0,-3-4-136 0,1 3-63 94,-1 1-24-94,1-2 0 0,-2 5-40 0,0 2-79 0,0-14 34 0,0-3 1 0,-5-4 44 0,-3-4-152 0,-1-8 76 0,-1-2 47 0,0-11-9 0,-4-7-38 0,0 0-11 0,0-4 36 15,-2-13-47-15,-4-4-150 0,3-6 71 0,1-2 59 0,0-5-126 0,0 0 85 0,0 0 42 0,-1-2 29 0,3 7 13 0,1 6 1 0,1 5 0 0,3 5 282 16,-1 7-141-16,-2 1-80 15,4 5-22-15,2 7 327 0,-1 17-153 0,2 4-87 16,-1 2-12 0,0 2 89-1,5-1-37-15,1-2-46 0,0 0-191 0,0 0 73 0,0-5 36 0,7 1-764 0,9-8 381 0,4-8 197 0,4-6 69 0</inkml:trace>
  <inkml:trace contextRef="#ctx0" brushRef="#br0" timeOffset="-139064.41">23282 13839 1785 0,'6'0'0'0,"0"0"0"0,3 2 0 0,-2-1 0 0,1 3 0 0,-2-1 0 0,1 2 0 0,-3 2 680 16,2 0-322-16,-1 1-160 0,-1 4-71 0,0 0-34 15,3-3-28-15,-2 3 1 0,0 0-544 16,-1-1 258-16,4-1 138 0,-1-3-981 0</inkml:trace>
  <inkml:trace contextRef="#ctx0" brushRef="#br0" timeOffset="-138850.25">23548 13655 1315 0,'5'0'0'0,"1"0"0"0,2 0 0 0,3 0 0 0,1 0 0 0,1 0 776 0,5 0-370 0,0 0-184 0,4 0 35 0,6 0-110 0,3 0-46 0,-2 0-37 0,3 0 0 0,-2 0-27 0,2-2-1 0,-1 2-1032 0,-8-4 501 0,-4 4 251 0</inkml:trace>
  <inkml:trace contextRef="#ctx0" brushRef="#br0" timeOffset="-138598.28">23776 13455 2090 0,'0'7'0'0,"0"1"0"0,0 6 0 0,0 4 0 0,0 5 0 0,5 10 0 0,0 6 0 0,0 12 392 16,-1 2-182-16,0 5 126 15,-2 5-149-15,-1-2-76 0,-1-3-37 0,0 2 145 0,0-14-96 0,0-4-43 16,-7-11 0-16,0-2-172 16,0-10 65-16,-4 1 41 0,1-15-10 0,-2-5-166 15,-4 0 100-15,-2-2 48 0,-2-11-189 0,-3-4 117 16,3-2 55-16,0-6-160 0,3-1 90 0,1-4 8 16,7 2 32-16,-1-1-10 0,9 7 9 0,1 1 25 15,0 6 1-15,3 2 164 63,10 4-82-63,5-3-50 0,1 6 8 0,3 3 101 0,2 0-62 0,1 3-13 0,5-3-488 0,-2 1 224 0,0 1 103 0,2-1-748 0</inkml:trace>
  <inkml:trace contextRef="#ctx0" brushRef="#br0" timeOffset="-138443.89">23983 13770 1426 0,'-2'0'0'0,"-4"-4"0"15,1 0 0-15,3-2 0 0,2 2 0 0,0-1 287 0,4-3-117 0,11 2-71 16,7-2-31-16,5 1 521 0,1 2-277 0,5-1-137 16,3 0-407-16,-5 1 130 0,2 0 70 0,1 1-644 15,0 1 356-15,-5 2 178 0,3-1 99 0,-12 2-627 16,-3 0 325-16</inkml:trace>
  <inkml:trace contextRef="#ctx0" brushRef="#br0" timeOffset="-138068.7">24232 13554 1026 0,'-8'-12'0'0,"0"4"0"0,0 0 0 0,3 4 0 0,2 2 0 0,0 2 0 0,1 0 0 0,2 9 222 16,-3 8-85-16,3 1-54 0,-2 5-24 0,1 2 296 15,-1 4-159-15,-3 0-71 0,-2 1 85 0,2-2-86 16,-3 0-45-16,2 0-16 0,-3 1-1 0,0-1-17 16,5-7-9-16,1-3-108 0,1-3 54 0,2-1 28 15,0-6-1-15,0 4-91 0,0-5 54 0,5-2 33 16,3 5-11-16,1-3-12 15,-3 5-14-15,-1 0 27 16,-2 1-51-16,-1 1 28 0,-2 2-7 0,0 2 113 0,-2 0-45 0,-10 4-1 16,-4-3-38-16,-2-1 49 0,-2-1-16 0,-2-3 1 15,-3 1-1-15,-3-3-195 16,7-7 90-16,-1-4 40 0,4-1 5 0,1 0-129 0,3-2 71 0,1-9 39 16,7-4-244-16,2-2 130 0,4 0 65 0,0 0 98 15,0 1-1-15,1 3-41 0,11 3 9 0,-1 3 412 16,4 1-206-16,0 5-103 0,3 1-51 15,4 0 599-15,-3 0-272 0,2 9-158 16,3 2-48-16,1 6 75 16,-1-1-87-16,5 4-36 0,-4 1-120 0,0-1 33 0,6 2 0 0,-4-2-641 15,5-2 338-15,1 3 178 0,-3-10 75 0,-1-2-822 16,-1-6 378-16</inkml:trace>
  <inkml:trace contextRef="#ctx0" brushRef="#br0" timeOffset="-137673.72">24517 13641 1606 0,'-7'-9'0'0,"1"3"0"0,3 4 0 0,3 0 0 0,0 2 0 0,3 0 0 0,12 0 39 0,-1 0 661 0,6 2-323 0,2 0-175 0,0 1-83 0,3-3-237 0,1 3 77 0,-1-2 38 94,5 1 10-78,-5-2-638-16,-3 0 323 0,-2 1 161 0,-1-1 80 0,-4 3-540 0,-1-1 276 0,-8-2 152 0,-4 2 72 0,-2-2 35 0,0 0 1 0,-8 0 35 0,-4 0-9 0,-2 0 9 0,0 0 0 0,-1 0-89 0,2 0 62 0,2 0 36 0,0 0 27 0,2 5 411 0,1 5-241 0,3 4-82 0,2 3-59 0,0 5 281 0,0 6-136 0,3 0-46 46,0 8-45-46,0 2-24 0,0 1 0 0,0 2-95 0,0 6 45 0,0-9-9 0,-3-1 36 0,0-4-36 0,-2-4 0 0,-2 0 45 0,2-14-9 0,-1-4 148 0,-1-5-75 0,0-6-38 0,0 0-1 0,2-2 219 47,1-12-131-47,2-4-62 0,2-2 72 0,0-3-67 0,6 0-32 0,5-5-180 0,4 3 69 0,3-1 39 16,2 0 0-16,5-2-176 0,1 0 108 0,5-5 62 0,-4 3 18 16,5 1-681-16,1-3 333 0,2-1 98 0</inkml:trace>
  <inkml:trace contextRef="#ctx0" brushRef="#br0" timeOffset="-137330.58">25027 13461 1591 0,'0'-6'0'0,"-3"2"0"0,-1 0 0 0,2 1 0 0,0-1 0 0,2-1 0 16,0 4 0-16,0 0 0 0,3-2 0 0,9 2 193 0,1 0-78 0,0 1-180 16,4 0 47-16,0 0 26 15,-3 0 1-15,3 5-96 0,-5 2 61 0,3 0 40 16,-5 0-9-16,-2 3-215 0,-3 3 119 0,-4 1 60 0,-1 0-23 0,0 6 26 15,-9 1-35-15,-6 1 0 32,-4 1 415-32,-3 1-181 0,-1 2-91 0,-2 3 375 0,5-5-201 0,1 0-109 0,8-5-54 0,1 3 156 15,3-2-97-15,7-3-62 0,0 0-25 0,7-3 3 0,9 0 0 0,6-3-31 16,3 3-89-16,-3-1 40 16,4-2 25-16,-3 1 0 0,-2 0-178 0,-3 5 102 0,2 2 59 0,-10-1 2 15,-3 0-6-15,-7 2-1 0,0 4-11 0,0 0 387 16,-10 5-179-16,-4-7-87 15,-3 2-47-15,-1-2 46 0,-2-2-98 0,0-1 0 16,0 0 0-16,1-5 0 0,1-5 0 0,0 0 0 16,0-4 0-16,0-2-5 0,-1 1-50 0,7-4-1175 15,-2 0 574-15</inkml:trace>
  <inkml:trace contextRef="#ctx0" brushRef="#br0" timeOffset="-136704.75">26210 13502 2285 0,'0'-9'0'0,"0"4"0"0,0-2 0 0,0 2 0 0,0-2 0 0,-1 5 0 0,-3 1 0 0,-5 1 345 0,-7 0-154 0,-3 4-77 0,-7 10-36 0,-2 4-40 0,-6 5-1 0,0 2-219 0,-1 1 109 0,-1 3 56 16,-1 1 36-16,8-5-754 0,3 2 374 0,3 2 187 15</inkml:trace>
  <inkml:trace contextRef="#ctx0" brushRef="#br0" timeOffset="-136569.71">25769 13839 1197 0,'0'0'0'0,"0"0"0"0,0 0 0 0,0 0 0 0,0 0 202 0,0 0-82 0,3 0-41 0,9 2-1 0,8-1 493 0,9-1-257 0,2 0-143 16,8 0 139-16,6 0-136 0,0 0-70 0,6 0-26 47,-8 0-550-47,-3 0 255 0,-6 0 127 0,-4 0-801 0,-2 0 445 0,-3 0 222 0</inkml:trace>
  <inkml:trace contextRef="#ctx0" brushRef="#br0" timeOffset="-136397.95">26033 13700 1248 0,'-10'0'0'0,"-1"0"0"0,4 1 0 0,3 5 0 0,2 5 0 0,2 3 0 0,0 6 0 0,2 7 569 16,9 5-270-16,-3 4-131 15,4 4 361-15,-7 2-245 0,2 4-124 0,-3 2-51 0,-3-9-112 0,1 1 1 16,-2-2 39-16,0-3-479 0,0-3 239 0,-3 2 130 16,-4-13 50-16,-1-4-604 15,-1-6 296-15,2-7 173 0,2-4-14 0,-3 0-233 16,1-10 188-16,3-12 90 0</inkml:trace>
  <inkml:trace contextRef="#ctx0" brushRef="#br0" timeOffset="-136280.25">25952 14009 1248 0,'-7'-9'0'0,"-4"-2"0"0,0 9 0 0,5 1 0 0,-8 1 0 0,4 1 0 0,-2 12 0 0,-5 5 285 0,6 2-129 0,-3 1-59 16,0 3 196-16,3-2-127 0,-2 3-56 0,7-5-316 16,-1-2 121-16,7-3 62 0,0-3 30 0,0-6-686 15</inkml:trace>
  <inkml:trace contextRef="#ctx0" brushRef="#br0" timeOffset="-136103.03">26053 14016 1591 0,'2'0'0'16,"-1"0"0"-16,3 0 0 0,0 0 0 0,0 0 0 0,-1 2 0 0,-1-2 0 0,4 5 712 0,-1-1-338 0,-1 2-168 0,3 2-75 0,0-2-169 16,-1 4 38-16,0-1 0 78,4 0-320-78,-2-1 179 0,3 0 99 0</inkml:trace>
  <inkml:trace contextRef="#ctx0" brushRef="#br0" timeOffset="-135916.35">26399 13825 1698 0,'0'0'0'15,"-1"0"0"-15,1 0-1 0,0 0 0 0,0 0 0 0,-2 0 0 0,2 2 587 0,0 3-275 0,0 2-129 0,0 1-78 0,0 3-272 0,0-1 101 0,0 5 52 0,0-4-747 0,2 0 401 0,2-2 191 0</inkml:trace>
  <inkml:trace contextRef="#ctx0" brushRef="#br0" timeOffset="-135796.86">26553 13571 1826 0,'1'-7'0'0,"1"2"0"0,1 4 0 0,0 1 0 0,2 0 0 0,0 16 0 0,2 11 0 0,-1 13 0 0,-1 6 835 0,0 10-399 0,1 12-193 0,-5 0-109 0,1 3 302 0,-2 0-415 0,0-6-21 47,0-2 0-47,-2 0 0 0,-5-18 0 0,0-8-352 0,-1-3 108 0,-1-9 139 0,0-7 70 0,-1-6-351 0,3-12 206 0,2 0 80 0,4-19 62 0,1-12-898 0</inkml:trace>
  <inkml:trace contextRef="#ctx0" brushRef="#br0" timeOffset="-135438.16">26847 13718 3931 0,'11'0'0'0,"-3"0"0"0,3 0 0 0,-1 6 0 16,2 9 0-16,-2 2 0 0,-3 8 0 0,0 5 0 0,-2 3 0 0,-2 6 0 0,-1 2 0 0,-1-7 0 0,-1 3 0 0,0-2 0 0,0-6 0 0,0-5 0 0,0-2 0 0,-1-14-164 0,1-2-20 0,-2-6 110 0,2 0 55 0,0-2-829 15,-1-7 305-15,-1-10 265 0,0-4 49 0,-1-5-391 16,-3-4 292-16,3-6 146 0,-3-9-72 0,0 2 132 15,1-9 61-15,3-1 36 16,2 2 25-16,0-1 0 0,0-5 0 0,0 12 182 16,2 4-127-16,10 8-46 31,5 2-1-31,5 6 190 0,4 0-126 0,6 15-50 0,2 2 60 0,5 4 451 0,2 5-243 0,2-1-126 0,6 2 173 0,-8 0-155 0,-3 0-73 0,-2 11 171 31,-4 0-121-31,-3 2-62 0,-2 7-21 0,-9 0 250 0,-6 5-145 0,-3 5-73 16,-1 2-35-16,-5 7 153 0,1 9-86 0,-4-2-118 15,0 2-22-15,0 3 0 0,0 2 0 0,-2-3 0 16,-1 9 0-16,0-15 0 0,3-2 0 0,-3-6 0 16,3 0 0-16,0 2 0 0,0-12 0 0,0-3-827 15,-3-7 348-15,2-4 227 0,-1-6 80 0,-3 1-601 16,-1-6 372-16,-4-1 183 0</inkml:trace>
  <inkml:trace contextRef="#ctx0" brushRef="#br0" timeOffset="-135294.83">27042 13814 2359 0,'-14'-11'0'0,"2"4"0"0,8 1 0 0,2 0 0 0,2 5 0 0,0-3 0 0,13 1 0 0,12 3 284 0,6-3-124 0,2 2 145 0,9 1-135 0,0-2-57 16,-5 2-43-16,1 0-654 0,0 0 311 0,-4 0 154 16,-2 0 78-16,-1 6-934 15</inkml:trace>
  <inkml:trace contextRef="#ctx0" brushRef="#br0" timeOffset="-135170.3">27155 13962 2174 0,'-14'-4'0'0,"7"0"0"0,1 1 0 0,6 2 0 0,0-2 0 0,0 0 0 0,10 0 0 0,9 0 0 0,0-4 0 0,4 2 89 0,1-4-27 16,3 4 1-16,-3-2-631 0,2-1 301 0,-3 1 143 15</inkml:trace>
  <inkml:trace contextRef="#ctx0" brushRef="#br0" timeOffset="-134957.46">27319 13481 1914 0,'0'0'0'0,"-3"0"0"0,1 7 0 0,-1 5 0 0,1 10 0 0,1 8 0 0,-4 15 0 0,2 11 0 16,-1 9 599-16,-1 10-273 0,-1-10-149 0,2 3-110 0,0-10 0 15,0-6-30-15,2-5-256 16,0-1 138-16,2-16 52 62,0-7 31-62,0-5-715 0,0-6 374 0,0-5 187 0</inkml:trace>
  <inkml:trace contextRef="#ctx0" brushRef="#br0" timeOffset="-134656.89">27726 13643 1429 0,'33'-10'0'0,"4"6"0"0,-10 4 0 0,2 0 0 0,-7 12 0 0,-2 4 0 0,-4 2 399 0,-1 3-173 0,-9 1-100 0,-3 2 279 0,-3 0-185 0,-2 3-93 0,-12 2-40 0,-8-4-53 0,-2-1 1 0,-4-3-1 0,-1-4-268 0,-4 0 135 0,2-2 76 0,2-5 24 0,3-3-628 0,4-4 331 0,2-3 122 31,2 0 98-31,2 0-639 0,7-10 344 16,4-5 167-16,2-1 38 0,3-2 79 0,0 3 36 0,0 0 426 15,0 4-224-15,5 4-93 0,5 2-47 0,2 3 328 0,2 2-187 0,1 0-103 16,2 5-38-16,0 9 888 0,2 3-431 0,1 2-217 15,-1 5 231-15,4 1-214 94,-3 1-120-94,-1 1-56 0,1-1-317 0,0-2 130 0,-1-3 66 0,3-2 42 0,-6-8-10 0,2-6 33 0,1-5 0 0</inkml:trace>
  <inkml:trace contextRef="#ctx0" brushRef="#br0" timeOffset="-134539.3">28019 13735 1613 0,'6'-10'0'0,"1"1"0"0,10 0 0 0,9 2 0 0,5-2 0 0,6 5 0 0,6 0 391 0,5 2-178 0,3 1-88 0,7-2-36 0,-10 2 425 16,2-3-238-16,-5 2-121 0,-2-2-457 0,-6-2 169 15,1 3 93-15,-17-1-708 0,-6 4 383 0,-8-5 193 16,-7 3 95-16</inkml:trace>
  <inkml:trace contextRef="#ctx0" brushRef="#br0" timeOffset="-134301.65">28408 13347 1291 0,'0'0'0'0,"0"1"0"0,0 5 0 0,0 3 0 0,3 9 0 0,4 11 221 0,-3 11-92 0,4 12-46 15,-3 17 638-15,-1-4-346 0,-1 7-170 0,-1-1-85 16,-2-8 128-16,0-5-106 0,0 0-44 16,-2-16-259-1,-7-9 98-15,-2-4 50 0,-3-2 24 0,-2-8-395 31,-3 0 218-31,-1-10 97 0,-1-6 53 0,-1-3-275 0,0 0 99 0,0-5 96 0,-3-10 17 0,7-3 9 16,1-4 34-16,4-3 0 0,-1 4 237 0,6 0-119 16,-1-2-67-16,7 11 311 0,2 5-174 0,0-1-88 47,0 4 7-47,10 0 71 0,3 1-16 0,6 3-46 0,1 0 0 0,2 0-734 0,4 0 340 0,0 3 168 0,-1 1-456 0</inkml:trace>
  <inkml:trace contextRef="#ctx0" brushRef="#br0" timeOffset="-134105.27">29129 13307 2526 0,'0'5'0'0,"0"-5"0"0,0 2 0 0,0 1 0 0,0 0 0 0,0 3 0 0,-2-2 0 0,-5 5 96 0,-4 0-31 0,-6 6 1 0,-2 3-233 0,-8 5 97 15,2 3 42-15,-8 3-747 0,-1 3 369 0,-4 2 186 32,-3 0 92-32</inkml:trace>
  <inkml:trace contextRef="#ctx0" brushRef="#br0" timeOffset="-133887.08">28680 13711 770 0,'-11'7'0'0,"1"-3"0"0,2 3 0 0,2-1 0 0,3-1 322 0,1 2-135 0,2-2-80 0,5-2 373 0,13 1-222 0,8-4-111 15,4 3-56-15,9-3 365 0,1 0-214 0,2 0-104 16,0 0-51-16,0-3-291 15,2-2 129-15,-4-2 51 0,-4 2-781 0,-3-2 421 0,-6 2 210 0</inkml:trace>
  <inkml:trace contextRef="#ctx0" brushRef="#br0" timeOffset="-133771.84">28952 13594 1972 0,'-4'0'0'0,"-1"0"0"0,3 3 0 0,2 9 0 0,0 5 0 0,0 10 0 0,0 7 0 0,2 12 283 0,3 8-124 0,-1 6-52 0,2-2 567 0,-4-1-319 0,-1-3-159 0,-1-6-81 0,0-4-131 0,0-2 35 0,-3-14-9 0,-3-6-545 0,1-7 285 0,-2-4 143 0,-2-8 71 0,3 0-814 0,0-3 430 0,-1-11 112 0,6-10-394 0</inkml:trace>
  <inkml:trace contextRef="#ctx0" brushRef="#br0" timeOffset="-133545.77">28924 13866 1863 0,'-15'2'0'0,"2"6"0"0,-2 3 0 0,0 4 0 0,-2 7 0 0,-2 1 0 0,-6 7 265 0,-6 5-106 0,-1-2-67 0,2-1 104 0,-2-1-80 0,6-5-40 0,5-6 0 0,3-3-424 0,11-12 187 0,7-5 98 0</inkml:trace>
  <inkml:trace contextRef="#ctx0" brushRef="#br0" timeOffset="-133431.2">28932 13909 1510 0,'6'0'0'15,"-1"0"0"-15,0 0 0 0,-1 3 0 0,2-1 0 0,-1 1 0 0,-1 4 0 0,-1-2 490 0,1 2-227 0,-1-2-114 0,0 1-408 0,-2 1 146 0,3-3 84 0,-2 0 28 0,3-1-682 0,2-3 327 0,2 0 163 0,2-3 82 0,2-8-181 0,1-5 133 0</inkml:trace>
  <inkml:trace contextRef="#ctx0" brushRef="#br0" timeOffset="-133268.62">29287 13546 1116 0,'14'-24'0'0,"0"1"0"0,-3 12 0 0,-6 2 0 0,-3 6 0 0,0 2 0 0,-2 1 0 0,0 0 289 0,0 1-131 0,-4 11-61 0,-4 5 346 0,-1 4-204 0,1 0-101 0,1 8-43 0,2-4 342 0,3 3-201 16,-2 1-100 0,4 0 121-16,0 5-101 0,0-8-65 0,0 3-48 0,0-2-43 0,0 1 0 0,0 2 0 0,2 4 0 0,1-3 0 15,-2-3 0-15,0 4 0 0,-1 0-12 0,0-3-21 16,0 8 44-1,0-8-10-15,0 0-202 0,-1-5 109 0,0 0 0 32,-2-5-166-32,1 1 86 0,1-11 60 0,-2-6 38 0,-1-3-105 0,-4 0 72 0,0 0 45 0,-7-7-19 15,0-8-99-15,-4-2 72 0,-1-1 36 0,-3-2-22 0,-5-2 29 0,-2-3-9 0,3 4 38 16,2 2 9-16,2 4-9 47,1 3 1-47,2 3 332 0,3 1-175 0,4 5-74 0,7 0-42 0,3 3 7 0,3 0 2 0,0 3 0 0,0 3 3 0,9 3-643 0</inkml:trace>
  <inkml:trace contextRef="#ctx0" brushRef="#br0" timeOffset="-133084.53">29476 13962 1624 0,'0'0'0'0,"0"0"0"0,0 0 0 0,1 3 0 0,4 0 0 0,-3 0 0 0,1 2 615 0,0 1-290 0,1 1-145 0,-2 1 79 62,-1 1-117-62,1-2-53 0,-1 1-27 0,1 1-802 0,2-3 376 0,1 1 191 0,2-5 91 0</inkml:trace>
  <inkml:trace contextRef="#ctx0" brushRef="#br0" timeOffset="-132927">29784 13701 1663 0,'0'6'0'0,"0"3"0"0,0 0 0 0,0 6 0 0,0 0 0 0,0 3 0 0,0 5 577 0,0-5-270 0,0 2-136 0,0 4-26 79,0-6-59-79,0-2-26 0,0-3 1 0,0-4-547 0,0-2 261 0,0 1 139 0,2-8 56 0,1 0-827 0,-2-3 411 0</inkml:trace>
  <inkml:trace contextRef="#ctx0" brushRef="#br0" timeOffset="-132798.89">29998 13302 3206 0,'0'17'0'0,"0"3"0"0,0 13 0 0,0 11 0 0,0 15 0 0,0 12 0 0,-2 12 0 0,-3 1 0 0,0-1 343 0,2-3-153 0,2-9-78 0,1-5-32 0,0 2-80 0,0-20 0 32,0-6 0-32,-2-4 0 0,-4-6 0 0,-1-6 0 0,0-2-596 0,-2-11 135 0,-2-5 249 0</inkml:trace>
  <inkml:trace contextRef="#ctx0" brushRef="#br0" timeOffset="-132556.45">30065 13787 2066 0,'0'-3'0'0,"0"0"0"0,0 1 0 0,0-1 0 0,6 3 364 16,1 0-165-16,-1 0-82 0,3 7-41 0,-1 6 202 31,-1-1-113-31,-2 1-69 0,-1 0-31 0,-1 4 44 0,-2-2-37 0,4-2-1 0,-1 2-739 0,-3-6 346 110,2 2 179-110,0-5 89 0,-2 0-899 0,5-6 459 0,-1 0 221 0</inkml:trace>
  <inkml:trace contextRef="#ctx0" brushRef="#br0" timeOffset="-132412.2">30349 13500 1735 0,'0'0'0'15,"-4"0"0"-15,1 2 0 0,-3 1 0 0,0 3 0 0,1 1 0 0,-3 1 0 0,-3 3 675 0,1 2-324 0,1 0-159 0,-2 1-78 0,2 2 67 0,-1-4-73 0,2 1-27 0,3-5-99 0,3 1 27 0,2-3 0 0,0-6 25 16,11 0-81-16,8 0 49 16,9-5-8-16,0-5 28 0,6-4 13 15,2 3-1-15,0 1 1 0,1-1-36 0,-8 2 7 0,0 1 1 16,-3 1-18-16,-5 3-261 0,-3 3 118 0,-2 1 78 0,-11 0-718 0,-5 5 380 16,-3 10 190-16,-16 2-600 0</inkml:trace>
  <inkml:trace contextRef="#ctx0" brushRef="#br0" timeOffset="-132270.89">30289 13813 2002 0,'0'0'0'0,"0"0"0"15,0 0 0-15,0-2 0 0,0-1 0 0,9 3 0 0,4-1 125 0,3-5-40 0,4 3-31 0,5-2 417 16,0 0-219-16,2 0-108 0,2 1-55 0,1-3-374 16,-4 1 155-16,-3 2 82 0,-6-2 42 0,-2 0-758 15,-1-1 375-15,-4 1 190 0,-5-3-272 0</inkml:trace>
  <inkml:trace contextRef="#ctx0" brushRef="#br0" timeOffset="-132106.93">30620 13410 1324 0,'-8'1'0'0,"1"4"0"0,0 5 0 0,2 8 0 0,-7 13 0 0,-1 7 0 0,-6 20 492 0,0 0-232 0,-1 13-113 0,0 1 648 31,4-3-379-31,3-7-191 0,8 3-87 0,5-24-4 31,1-8-134-31,16-7 0 0,8-5 0 0,8-10 0 0,11-6 0 0,7-5 0 0,5 0-74 0,6-16-141 0,3-4 125 0,1-2 62 16,9-2-457-16,-14 1 208 16</inkml:trace>
  <inkml:trace contextRef="#ctx0" brushRef="#br0" timeOffset="-131971.22">31295 13968 2518 0,'-15'-10'0'0,"12"6"0"0,3 3 0 0,3 1 0 0,8 0 0 0,-2 0 0 0,-4-2 0 0,-4 1-849 0,-1-5 407 0</inkml:trace>
  <inkml:trace contextRef="#ctx0" brushRef="#br0" timeOffset="-126690.47">22021 14783 2004 0,'-6'-8'0'0,"0"3"0"0,3 3 0 0,-1 2 0 0,4 5 0 0,0 9 0 0,0 8 0 0,5 2 294 0,3 6-129 0,1 4-54 0,1-1 156 0,-2 3-114 0,-2 6-58 0,4-1-29 0,-3 4-95 0,-1 4 43 0,0-6-10 0,-1-4 33 0,-1-2-139 0,1-3 70 0,-2-5 35 0,1 3-403 0,-3-14 215 0,1-9 105 0,-1-3-487 0,-1-6 231 0,0-6 149 0,0-13 65 0,0-12-302 0,0-7 193 0,0-1 96 0,0-7 49 0,-1-4-50 0,-6 4 53 0,-1-3 5 0,-1 3 78 0,1 1 0 62,2 3 0-62,0-4 0 0,3 16 274 0,-3 5-174 0,6 5-69 0,0 8 600 0,2 5-283 0,13 1-179 16,6 6 3-16,3 0 345 0,7 8-240 0,5 6-120 0,1 3-60 0,6 5 107 0,-6 0-89 0,0 0-38 0,-6 2 0 0,-3 5-31 62,-9-1-8-62,0 7 9 0,-16-5-58 0,-3 5 24 0,0 0 0 0,-19 0 83 0,-4-1-30 0,-8 5 10 0,-2-12-38 0,-1-1-67 0,-2-4 33 0,2-5 0 0,3-2 34 0,-2-4-429 0,11-8 200 0,5-3 85 16,4 0 56-16,9-17-675 0,4-10 343 0,0-11 163 0</inkml:trace>
  <inkml:trace contextRef="#ctx0" brushRef="#br0" timeOffset="-126429.12">22501 14539 1968 0,'2'-12'0'0,"-1"-1"0"0,1 7 0 0,0 5 0 0,-2-2 0 0,0 3 0 0,0 0 408 0,0 0-176 0,0 10-102 0,0 3 300 16,0 4-196-16,0 4-99 0,-4 3-39 0,1 1-470 31,3 2 206-31,0-1 102 0,0-2 53 0,0 3-920 0,2-1 468 0</inkml:trace>
  <inkml:trace contextRef="#ctx0" brushRef="#br0" timeOffset="-126326.55">22853 14600 2068 0,'0'0'0'0,"1"1"0"0,-1-1 0 0,1 3 0 0,2 2 0 0,-3 2 0 0,2 1 0 0,-1 2 0 0,1 0 107 0,1 3-35 0,0-2 0 0,3 3-35 0,2 0-595 0,0-1 307 0</inkml:trace>
  <inkml:trace contextRef="#ctx0" brushRef="#br0" timeOffset="-125999.89">23188 14563 1437 0,'-13'4'0'0,"3"1"0"0,-1-1 0 0,-3 4 0 0,-3 4 0 0,-3 3 0 0,-5 4 205 0,0 3-89 0,-2 1-39 0,-1 4-11 0,-2 1 1 0,-6-1-21 0,10-2-8 0,-5-2-78 0,4-3 39 0,1-2-1 0,4-4 40 0,-2 1-32 0,12-9-9 0,6-3 40 0,4 0 159 0,2-3-80 0,0 0-39 0,3 3 163 0,14-3-107 0,3 0-47 0,4 0-25 0,4 0 44 0,4 0-34 0,1-3 10 62,-2-1-44-62,-2-1-140 0,1 2 71 0,-5 1 34 0,0 0 0 0</inkml:trace>
  <inkml:trace contextRef="#ctx0" brushRef="#br0" timeOffset="-124912.23">23081 14867 2662 0,'18'-3'-262'0,"-2"3"143"0,-2 0-774 0,-8 0 428 0</inkml:trace>
  <inkml:trace contextRef="#ctx0" brushRef="#br0" timeOffset="-124777.15">22824 15036 1795 0,'-26'5'0'0,"0"1"0"0,9 1 0 0,2 0 0 0,7-2 0 0,3-2 0 0,5-2 0 0,0 0 0 0,3-1 240 0,16 0-101 0,6 0-51 0,5 0 52 0,0-1-51 0,5-3-17 0,-4-1-9 0,-1-1-161 0,1 1 68 0,-2 2 34 0,-4 0-249 0,5 0-166 0,-9 0 220 0,-4 2 114 47</inkml:trace>
  <inkml:trace contextRef="#ctx0" brushRef="#br0" timeOffset="-124638.06">22937 14905 1381 0,'-10'0'0'0,"2"0"0"0,0 2 0 0,3 4 0 0,-2 1 0 0,4 5 0 16,0 3 237-16,1 3-101 0,2 7-49 0,-3 3 222 0,-1 5-127 0,0 4-77 0,-4 0-34 0,2 0-176 0,-5 2 72 0,4-3 34 0,-6 0-174 0,5-10 100 0,1-2 55 0,1-10 28 0,2-7-523 0,2-4 275 0,2-3 63 0</inkml:trace>
  <inkml:trace contextRef="#ctx0" brushRef="#br0" timeOffset="-124540.72">22889 15151 746 0,'7'-3'0'0,"-1"-1"0"0,3 3 0 0,0 1 0 0,0 0 0 0,2 0 0 0,2 9 549 0,2 2-256 0,1 5-118 0,1 0 311 0,-1 2-224 0,-1 1-112 0,0 0-57 0,2 0-173 0,0 4 69 0,-2-5 19 0,0-4 0 0,-3-2-612 0,4-5 321 0,-1-1 160 0</inkml:trace>
  <inkml:trace contextRef="#ctx0" brushRef="#br0" timeOffset="-124448.97">23349 14746 1082 0,'8'-7'0'0,"2"2"0"0,3 1 0 0,4 0 0 0,0 0 0 0,8-2 630 0,0 3-301 0,3-1-147 0,3-1-72 0,2 1-33 0,1-1 0 0,6 1-31 0,-10 2-635 0,0-1 306 0,-5 3 153 0,-4 0 77 0</inkml:trace>
  <inkml:trace contextRef="#ctx0" brushRef="#br0" timeOffset="-124366.56">23403 14938 725 0,'0'5'0'0,"-1"-3"0"0,1 1 0 0,0-1 0 0,0 2 107 0,0-4-35 0,3 0 0 0,10 0 95 0,2 0-69 0,1 0-32 0,4-2 1 0,0-2-304 0,3-1 134 0,-2-5 75 0,-4 5-481 0</inkml:trace>
  <inkml:trace contextRef="#ctx0" brushRef="#br0" timeOffset="-124294.03">23567 14822 13 0,'-9'-10'0'0,"-1"2"0"0,1 2 0 0,0 3 0 0,1 1 0 0,1 2 513 0,-3 0-230 0,7 5-127 0,-1 9 263 0,4 11-191 0,0 1-96 0,0 8-48 0,0 7 302 0,0 0-180 16,0 5-84-16,0-1 54 0,2 5-69 0,0 0-36 0,-1 5 9 0,-1-12-54 0,0-3 10 0,0-5 0 0,-8-5 0 0,-3-5-176 0,-5 0 98 0,3-16 34 0,-4-5-197 0,1-4 120 0</inkml:trace>
  <inkml:trace contextRef="#ctx0" brushRef="#br0" timeOffset="-96570.77">24016 14823 740 0,'-8'-4'0'0,"3"-3"0"0,-1 7 0 0,2-3 0 0,0 3 0 0,2 0 0 0,2 3 437 15,0 14-200-15,0 2-98 16,0 5 156-16,0 5-118 0,2 2-74 0,3 2 51 0,1 2-58 0,-1 1-28 0,3-1 0 0,1 5 2 16,0-7-30-16,1-5-1 0,2-3 1 0,2-4-27 15,-1-5 26-15,5 1 10 16,-4-11-9-16,3-6-30 0,1 0 1 0,-1-6 29 15,1-12 2-15,1-6 8 0,-3-6-11 0,-1-5-98 0,-1-2 40 0,-3-4 25 32,0-3-14-32,3-3-113 0,-6 4 61 0,-2 1 38 0,0 1-15 0,-3 4-4 15,-1 3 16-15,-2 13-1 0,0 6 4 0,0 7 60 16,0 7-21-16,-3 1-25 0,-3 1 207 0,0 19-99 31,2 8-48-31,0 5 167 0,2 5-89 0,0 1-53 0,2 5 4 0,0-7-5 0,0 1 0 0,2-2-37 16,6 0-1-16,3-4-156 31,0 4 87-31,3-8 31 0,1-3-142 0,0-4 90 0,-1-1 29 0,1-6 28 0,2 3-471 0,-6-8 229 0,0-1 71 0,-3-5-352 16,0-3 239-16,-4 0 120 0,3 0 50 15,-3 0 39-15,-1-5 1 0</inkml:trace>
  <inkml:trace contextRef="#ctx0" brushRef="#br0" timeOffset="-96222.96">24566 14823 2061 0,'-4'0'0'0,"-2"0"0"0,-2 0 0 0,4 0 0 0,2 0 0 15,2 0 0-15,0 2 0 0,8-1 233 0,6 2-88 16,8-2-58-16,3-1 194 0,3 0-122 0,3 0-60 0,2 0-31 0,3 0-221 0,-5 0 91 0,3 0 50 15,1 0-520-15,-5-1 285 0,0-2 143 0,1 3 80 16,-9-1-697-16,-5 1 273 16</inkml:trace>
  <inkml:trace contextRef="#ctx0" brushRef="#br0" timeOffset="-95864.72">24850 14601 1571 0,'0'0'0'0,"0"0"0"0,0 3 0 0,0 4 0 0,0 1 0 0,0 7 0 0,-2 6 0 0,-1 9 0 0,-5 7 0 0,-3 5 350 0,-7 3-155 0,-1 4-79 0,-3 0-39 0,-6-2 7 16,-2 2 11-16,0-15-57 15,2-5 102-15,4-9-52 0,3-4-24 0,6-10 207 16,3 1-107-16,11-7-68 0,1 0-29 0,0 0 43 16,11 0-36-16,9 0 0 0,4 0-26 0,4 0 61 15,3-2-35-15,5 2-48 16,-2 0-103-16,3 0 34 0,3 0 50 0,-6 0-10 15,-1 0-549-15</inkml:trace>
  <inkml:trace contextRef="#ctx0" brushRef="#br0" timeOffset="-95715.98">24941 15113 3000 0,'30'0'-161'0,"-2"0"-623"0,0 0 364 0,-8 0 195 0,-4 0 94 0,-7-2-197 0,-5-1 144 0,-3-2 74 0,-1-1 26 0</inkml:trace>
  <inkml:trace contextRef="#ctx0" brushRef="#br0" timeOffset="-95581.67">24935 14967 1637 0,'-10'-1'0'0,"0"0"0"0,-2 1 0 0,7 0 0 0,0 2 0 0,3 10 0 0,2 6 0 0,0 3 0 0,0 4 0 0,0 1 207 0,2 2-85 0,1 7-42 0,2 1-5 0,-3 3 9 0,1-6-46 0,2 0-1 0,-3-2-449 0,0-5 224 0,-2-1 114 0,0-1-493 0,0-11 287 0,-9-5 144 0,1-4-4 0</inkml:trace>
  <inkml:trace contextRef="#ctx0" brushRef="#br0" timeOffset="-95482.45">24776 15293 469 0,'-17'-20'0'0,"-2"2"0"0,1-3 0 0,8 8 0 0,2 5 0 0,4 4 230 0,4 2-96 0,0-1-48 0,0 3 333 0,4 0-195 0,11 3-94 0,5 3-45 0,1 2 143 15,2-1-95-15,4-1-38 0,0 0-33 0,1-1-91 16,0-5 34-16,0 0 0 16,0 0-576-16,4 0 314 31</inkml:trace>
  <inkml:trace contextRef="#ctx0" brushRef="#br0" timeOffset="-95282.3">25147 15044 1876 0,'-3'0'0'0,"0"0"0"0,-1 0 0 0,2 0 0 0,1 1 0 0,0 8 0 0,-1 3 0 0,2 2 0 0,0 3 355 0,0-1-164 0,0 3-76 32,0-1-39-32,0-2-268 0,0 0 115 0,0 1 68 0,0-6 18 0,2-1-352 15,-2-5 190-15,0-2 96 16,0-3-55-16,0 0 65 0,0-5 36 0,0-11-181 0,0-4 84 0,0-4 6 31,4-1 23-31,5-2 201 0,2 2-80 0,4 1-40 0,2 3 0 0,2 2 256 31,5 0-147-31,2 7-23 0,3 5-49 0,1 2 216 0,3 5-113 0,-2 0-32 0,3 15-12 0,-9 3-35 16,-1 7 1-16,-7 4-26 0,-2 0-35 0,-7 1 1 16,-2 0 43-16,-6-3-177 0,0 0 84 0,-5-4 42 15,-9-5-1-15,-1-3-241 0,-3-1 132 0,-2-9 31 16,2-5 41-16,-1 0-263 0,-1 0 136 0,2-9 51 16,-2-4-17-16,4-1 53 15,6-1 0-15,0 0 90 16,1 1 0-16,5 3-46 0,-2 0-9 0,6 1 335 0,0 4-162 0,0-2-83 0,3 5-40 0,10 0 383 15,-2 1-189-15,2 0-52 16,4 2-62-16,-1 0 9 0,2 0-27 0,-1 0 0 16,-1 0-495-16,-2 2 229 15,0-1 120-15,0 0 59 0,-6-1-309 0,3 0 139 0,-4 0 100 0,-1 0-456 16,-4 0 255-16</inkml:trace>
  <inkml:trace contextRef="#ctx0" brushRef="#br0" timeOffset="-95136.23">25383 14892 813 0,'-5'-22'0'0,"-2"5"0"0,3 4 0 0,0 7 0 0,0 4 0 0,2 2 0 0,1 5 182 0,-1 15-71 0,1 4-37 0,-1 6 0 0,1 4 284 16,-4 3-165-16,3 1-78 0,-3 5-38 0,-2 1 255 15,1-1-147-15,-1 2-64 16,3-6 191-16,-2-3-137 0,4-2-69 0,0-6-33 16,2-5-41-16,0 1 16 0,0-13-10 0,2-4-135 0,6-7 68 0,5 0 34 15,5-9-1-15,2-9-479 0,4-8 238 0,-1-2 134 16,2-4-20-16,0-4-722 15</inkml:trace>
  <inkml:trace contextRef="#ctx0" brushRef="#br0" timeOffset="-94811.62">25741 14883 847 0,'8'-8'0'0,"4"5"0"0,-1-1-1 0,-2 3 1 0,-1 1 0 0,1 0 0 0,-2 3 578 0,2 8-270 0,1 4-126 16,-3 5 260-16,-1 1-202 15,-3 4-102-15,-1 3 114 0,-2 2-108 0,0 5-43 16,-2 0-37-16,-11 1-55 0,-6 0 0 0,-4-1 28 0,0-3 1 0,-7 1-72 31,3-10 31-31,-1-3 0 0,1-7 40 0,2-2-390 0,-2-3 204 0,10-8 89 16,2 0-640-16,5-12 332 0,6-10 161 0,4-6-187 15,0-7 168-15,1-1 99 0,11 1 45 0,2 4 22 16,2 1 22-16,2 8 1 16,1-2-11-16,-1 9 235 0,1 6-113 0,-3 5-56 0,2 2-28 0,-2 2 663 15,4 2-311-15,-6 14-181 94,1 5 531-94,-2 3-328 0,-1 2-162 0,-1-2-83 0,1 6-44 0,-3-10-37 0,0 1 0 0,-1-5 0 0,1-3-1 0,1-3 1 0,-1-3 10 0,0-7-1647 0,-2 0 735 16</inkml:trace>
  <inkml:trace contextRef="#ctx0" brushRef="#br0" timeOffset="-94688.31">25889 14988 1121 0,'0'-21'-1'0,"0"4"0"0,4 0 0 0,5 0 0 0,4 5 0 0,4-2 0 0,3 7 468 0,6-1-216 0,4 5-108 0,3 1-54 0,1 0 115 0,3 1-75 15,-5 1-52-15,-3 0-127 0,-2 0 43 16,-2 0 0-16,-4 1-563 0,1 1 313 0,-7 0 142 16,-7-2 76-16,-5 0-657 0</inkml:trace>
  <inkml:trace contextRef="#ctx0" brushRef="#br0" timeOffset="-94484.4">26179 14671 725 0,'-8'-9'0'0,"3"4"0"0,2 2 0 0,1 3 0 0,2 0 0 0,0 7 496 16,0 14-229-16,3 5-106 0,4 8-67 0,5 6 386 15,-5 7-221-15,2-1-112 16,-3 9-54-16,-1 5 199 0,2-6-132 0,-5-3-62 16,-1-3-30-16,-1-5 0 15,0-6-31-15,-4 2-110 0,-9-14 51 0,-2-4 29 0,-3-6 0 0,-2-8-58 16,0-3 44-16,-3-4 10 0,3 0 34 0,2-9-48 16,0-5 1-16,4-6 1 0,3-3-1 0,2-5-80 15,7 1 47-15,2 0 9 16,0-4-121-16,9 3 70 0,6 3 38 0,4-7-441 0,3 6 230 0,5 0 111 15,0-2 55-15,5 1-442 16,4-3 249-16,7-4 114 0</inkml:trace>
  <inkml:trace contextRef="#ctx0" brushRef="#br0" timeOffset="-94360.89">26763 14565 1123 0,'2'-10'0'0,"1"3"0"0,-1 0 0 0,0 0 0 0,-2 3 0 0,0 3 0 0,-6 1 395 0,-6 0-178 0,-3 0-91 31,-3 5-35-31,0 5-152 16,-2 7 49-16,-1 0 24 0,-3 2-613 0,-2 7 319 0</inkml:trace>
  <inkml:trace contextRef="#ctx0" brushRef="#br0" timeOffset="-94219.02">26351 14897 1807 0,'0'4'0'0,"0"-4"0"0,0 3 0 0,0 0 0 0,2-2 0 0,7-1 0 0,9 0 294 0,13 0-120 0,5 0 318 15,10-1-228-15,8-10-113 16,3-2-57-16,1-2-57 0,2 0 7 0,-12 3-9 0,-5 1-1 0,-7 3-555 15,-8 1 278 1,-4 4 139-16,-4 0 80 0,-15 1-830 0,-5 2 421 0</inkml:trace>
  <inkml:trace contextRef="#ctx0" brushRef="#br0" timeOffset="-93998.73">26680 14768 1896 0,'-9'0'0'0,"3"0"0"0,1 0 0 0,2 0 0 0,3 0 0 0,0 14 0 0,0 2 0 0,3 7 0 0,4 5 360 15,5 4-166-15,-5 6 360 0,1 4-259 0,1 1-129 16,-5 2-64-16,-1 3-99 16,0-9-10-16,-3-3 44 0,0-4 0 0,0 1-215 0,-4-8 107 0,-3 1 64 15,-2-10 16-15,1-9-614 0,0-7 321 0,-2 0 160 78,6-11-758-78,-2-13 414 0,3-4 220 0,-1-9-160 0</inkml:trace>
  <inkml:trace contextRef="#ctx0" brushRef="#br0" timeOffset="-93874.93">26635 14962 1731 0,'-2'-1'0'0,"-5"-2"0"0,-5 3 0 0,2 0 0 0,-4 8 0 0,-1 10 0 0,-1 6 0 0,-4 5-1 0,-6 4 281 0,4 4-127 0,-2 0 137 0,-2 3-128 0,3-6-63 32,5-2-31-32,4-3-546 0,8-14 253 0,6-6 131 0,0-9 65 0</inkml:trace>
  <inkml:trace contextRef="#ctx0" brushRef="#br0" timeOffset="-93741.96">26785 14990 946 0,'23'-3'0'0,"-6"0"0"0,1 3 0 0,0 0 0 0,-2 0 570 63,2 4-267-63,1 3-124 62,-7 1-76-62,-2-3 80 0,4 2-73 0,-6-2-37 0,4 2-307 0,-4-5 130 0,1 0 71 16,-2-2 34-16,6 0 1 0</inkml:trace>
  <inkml:trace contextRef="#ctx0" brushRef="#br0" timeOffset="-93531.93">27208 14536 787 0,'2'-11'0'0,"0"2"0"0,-1 1 0 0,-1 7 0 0,0 1 0 0,0 0 405 0,-1 9-184 0,-8 9-93 0,0 3-45 0,0 7 431 0,-3 2-230 0,2 1-128 0,2 0-60 0,0 2 217 0,4 0-139 0,1-1-68 0,1 2 11 0,2-4-45 0,0 1 1 0,3-2-81 0,6 3 44 0,4-3 1 16,0 8 9-16,-2-10-111 31,1 2 51-31,-1 0 26 0,-2-1-1 0,-2-2-105 0,0 6 74 0,-3-8 12 0,-3-3 1 0,-1-3-107 15,0 1 60-15,-1-5 3 0,-8-1 17 0,-1-9-1 16,-5-4-1-16,-1 0-9 0,-1 0 0 0,2-4 19 16,-5-9 3-16,2-4-111 0,0 1 53 0,0-2 26 15,2 2 0-15,-4 0 49 0,6 3 8 0,0 2-40 16,4 6 211-16,-3-1-96 16,5 5-48-16,-4 1-28 0,3 0-2 0,2 0-4 15,2 9-7-15,0 2-502 0,5 1 242 0,0 0 114 0</inkml:trace>
  <inkml:trace contextRef="#ctx0" brushRef="#br0" timeOffset="-93403.87">27552 15045 2016 0,'13'2'0'0,"-3"1"0"0,2 1 0 0,4-1 0 0,-1 1 0 0,-1-2 0 0,1 4 706 0,-2-2-340 0,-1 2-166 0,-2-2-82 0,1 1-245 15,-2 2 81-15,2 1 49 0</inkml:trace>
  <inkml:trace contextRef="#ctx0" brushRef="#br0" timeOffset="-92873.68">29033 14504 1120 0,'-16'-41'0'0,"-2"5"0"0,-1 3 0 0,-4 1 0 0,-3 8 0 0,0 1 0 0,-7 2 59 15,-2 10 0-15,2 7 279 0,-5 2-142 0,9 2-84 0,1 13-37 0,4 11 202 16,3 7-120-16,10 10-61 78,0 9-20-78,11 2 90 0,0 4-65 0,5 9-33 0,8 2 241 0,3 5-137 16,-2 5-58-16,1-15-43 0,-2-1-1 0,0-1-33 0,-3-7-1 0,-2-6-158 0,-3 7 88 0,-5-17 31 0,0-4 0 0,-1-3-178 0,-15-5 109 0,-2 5 64 93,-3-15 7-93,-3-4-156 0,-5-4 36 0,1-6 61 0,-4-1-302 0,0 0 153 0,5-14 91 0,4-6 41 0,3-6-274 16,6-7 158-16,7-9 78 0,7-12-399 0,2 1 243 0,19-2 118 0</inkml:trace>
  <inkml:trace contextRef="#ctx0" brushRef="#br0" timeOffset="-92718.95">29037 14475 1299 0,'11'-24'0'0,"-3"10"0"0,-2 2 0 0,-6 12 0 0,0 0 0 0,-2 0 0 0,-12 9 777 16,-3 6-370-16,1 8-177 0,-5 5-100 0,3 2 259 0,2 5-176 0,1 2-89 0,1 5 238 0,4 5-362 78,2-1 0-78,6 0 0 0,2 4 0 0,0 4 0 0,2-3 0 0,9 8 0 0,4-9 0 0,-1-3 0 0,0-5 0 0,-2-1 0 0,-4 0 0 0,-3 3 0 0,-5-10 0 0,0-3-1306 0,-9-1 377 0</inkml:trace>
  <inkml:trace contextRef="#ctx0" brushRef="#br0" timeOffset="-92418.64">28678 15426 2223 0,'0'0'0'0,"-4"6"0"0,3 0 0 0,1 7 0 16,0 8 0-16,0 5 0 0,0 9 0 0,1 6 406 0,3 5-186 0,-3 4-82 0,0-3 140 0,0-5-121 0,-1-1-60 15,0-5-31-15,0-4-462 16,0-1 225-16,0-15 99 0,0-8 55 0,0-6-694 16,0-2 371-16,-1-12 184 0,0-10-558 0,1-10 343 15,0-3 168-15,0-7 83 0,0-4-55 0,0-3 87 16,0-4 37-16,0 10 51 0,0 2 0 0,1 2 0 16,6 7 0-16,1 3 353 31,4-1-222-31,0 14-80 0,6 7-43 0,3 6 643 0,2 3-331 0,5 8-51 0,0 12 160 0,0 7-201 15,-4 5-95-15,-2 2-49 0,-2 3 104 0,-4 1-76 16,-3 6-28-16,-10-7-8 0,-3-2 0 0,-2 2-40 31,-16-2 1-31,-9 0 22 0,-7 2-14 16,-2-11-8-16,-3-5 0 0,-2-3-94 0,0-6 48 0,1-4 22 16,-1-1-427-16,11-7 193 0,5 0 120 0,11-3 21 15,8-17-686-15,6-7 356 0</inkml:trace>
  <inkml:trace contextRef="#ctx0" brushRef="#br0" timeOffset="-92278.37">29282 15207 1437 0,'8'-8'0'0,"1"2"0"0,-4 6 0 0,-3 0 0 0,-2 8 714 0,0 7-338 0,-9 10-170 0,-6 4 428 0,-3 1-303 0,-2 4-147 16,2 0-135-16,0 0-49 0,2 2 0 0,0 5 0 15,4-5-783 1,4-1 349-16</inkml:trace>
  <inkml:trace contextRef="#ctx0" brushRef="#br0" timeOffset="-91663.51">29678 14822 1460 0,'0'-7'0'0,"0"1"0"0,0 4 0 0,2 2 0 0,4 0 0 0,0 9 0 0,1 9 0 0,3 9 236 0,-5 2-90 0,0 6-59 0,-1 1 194 15,0-2-123-15,-3-2-60 31,1 2-30-31,-2-1 180 0,0-9-110 0,0-4-50 0,1-6 50 0,1-3-50 94,1-5-26-94,4-5 10 0,5-1 132 0,5-19-84 0,6-12-42 0,5-9 57 0,1-6-109 0,8-9-26 0,-5 1 0 0,1-3 0 0,-4-2 0 0,-3 4 0 0,-3-1 0 0,0 2-449 0,-13 18 216 0,0 7 89 0,-7 13-601 0,0 8 354 0,-2 8 176 0,1 0 80 0</inkml:trace>
  <inkml:trace contextRef="#ctx0" brushRef="#br0" timeOffset="-91239.17">30591 14943 688 0,'-3'-30'0'0,"1"7"0"0,2 5 0 0,0-5 0 0,0-3 0 0,0 4 0 0,-5 3 411 0,2 1-201 0,-1 0-102 0,-2 2 129 0,-2 1-90 0,-1 8-60 0,-3 6-25 0,-3 1-47 0,-3 6 22 0,-4 15-1 0,-5 11 11 0,4 3-10 0,-5 7 0 31,6 2 0-31,0 2 148 0,6 0-74 0,-2 4-28 0,13-13-9 0,2-1 99 0,3-5-69 0,0-3-33 0,0-5-6 0,3 0 9 0,11-14-37 0,6-7 0 0,4-2-61 0,1-2 31 0,4-19 0 0,1-4 39 0,-1-4-148 0,-4-5 69 0,0-4 35 0,0-4-269 0,-1 2 123 0,1-9 47 0,-7 5 48 0,0-5-106 0,-3-6 65 94,-1-2 3-94,-6-4 22 0,1-9-9 0,-3 16 37 0,-4 3 0 0,-2 12 10 0,0 12-10 0,0 16 0 0,-12 4-9 0,2 7 275 0,-4 24-114 0,-1 10-71 0,3 6 277 0,1 4-158 0,1 9-48 0,1 0-52 0,2 4 277 0,3 0-152 0,-2 2-76 0,4-1 7 0,0 8-32 0,2-16 1 16,0 1-51-16,2-6-121 0,7-4 61 0,4 6 39 15,-1-19-9-15,1-3 30 16,0-5-1-16,0-6 1 0,1-6-1527 0,-2-1 717 0</inkml:trace>
  <inkml:trace contextRef="#ctx0" brushRef="#br0" timeOffset="-90917.93">30889 14853 1132 0,'0'-5'0'0,"0"2"0"0,0 1 0 0,0 2 0 0,0 6 0 0,-1 13 0 0,-4 3 865 16,2 7-414-16,-2 4-197 0,1-1-114 0,0-1 148 16,4 3-126-16,0 0-62 0,0-6 36 0,0 5-40 15,8-11-34-15,2-2 0 0,5-7-254 0,1-5 115 16,0-6 57-16,6-2-229 0,-3-2 138 0,1-13 74 16,0-7 37-16,-1-5-282 62,0-5 92-62,1-4 91 0,-6-2-52 0,-1 1 36 0,3-2 39 0,-4 3 0 0,-3 1 81 0,2 3-52 0,-8 14 10 0,-1 4 0 0,-2 9 354 0,0 5-177 0,0 0-98 0,-7 12 281 63,0 12-140-63,2 3-88 0,-1 5 3 0,4 4 16 0,2 2-27 0,0-3-10 0,0-1-40 0,2-2-398 0,9 2 199 0,3-5 99 0,6 3-314 0,2-9 168 0,4-5 108 0,2-4 56 0,2-5-652 0,0-4 331 0,7-3 155 0</inkml:trace>
  <inkml:trace contextRef="#ctx0" brushRef="#br0" timeOffset="-90564.8">31559 14965 1234 0,'0'-33'0'0,"0"0"0"0,0 4 0 0,2-4 0 0,-1 11 0 0,-1 5 0 0,0 6 0 0,-3 6 0 0,-10 5 227 0,-2 0-85 0,-4 15-58 0,-1 10 114 0,-1 6-80 31,0 6-41-31,1 2 0 0,-2 5 45 0,9-3-47 0,1 0-1 0,5-1-37 0,2-2 125 0,0-5-62 0,4 5-23 0,1-14-68 15,0-1 28-15,1-6 0 0,9-6 0 0,2-5-149 16,2 0 84-16,4-6 28 0,1-9-1 0,0-11-241 16,1-8 133-16,0-2 32 0,1-6-260 0,-2 1 136 109,-3-4 87-109,1-4 17 0,2 0-32 0,0-9 37 0,-1 1 9 0,-2-9 46 0,3-7 0 0,-2-7 0 0,-1 0 0 0,2-6-340 0,-5 23 175 0,-8 12 82 0,-3 15 42 0,-2 17 293 0,0 12-126 0,0 1-72 0,-2 16 278 0,-3 15-165 0,-2 7-83 0,-2 5 259 0,1 7-154 0,-1 5-24 0,4-1-58 0,2 1 362 0,-2-1-197 0,4 3-100 16,-3-6-48-16,4 11 21 0,0-17-40 0,0-1 1 15,0-6-32-15,7-1-390 0,-1-8 195 0,-1 5 107 16,3-15-670-16,-3-7 335 0</inkml:trace>
  <inkml:trace contextRef="#ctx0" brushRef="#br0" timeOffset="-90322.1">31866 14841 1201 0,'0'0'0'0,"0"0"0"0,2 5 0 0,4 10 0 0,0 4 0 0,1 6 0 0,3 7 0 0,-3 6 515 0,0-2-253 0,-1 3-125 16,-2-3-62-16,0-2 289 0,1-6-164 0,-1-1-73 0,-1-12-65 0,0-4-1 15,-2-8-25-15,1-3 1 16,-1 0-29-16,2 0-9 15,0-14 38-15,1-8 52 0,2-8-26 0,4-1 0 0,3-10-18 0,1 4-142 16,3-5 67-16,2-2 33 0,3 0-267 0,4 2 137 16,2-6 51-16,-3 12 39 15,4 2-354-15,-3 4 182 16,2 6 71-16,-2 7-513 0,4 3 298 0</inkml:trace>
  <inkml:trace contextRef="#ctx0" brushRef="#br0" timeOffset="-90170.7">32438 14867 1950 0,'2'-3'0'0,"1"-4"0"0,4 1 0 0,5 1 0 0,6 0 0 0,8 1 0 0,3 0 215 0,7 0-80 0,1 0-54 32,-2 1-108-32,2 2 32 0,-5 1 0 0,-1 0-655 0,3 0 301 0,-11 2 162 0</inkml:trace>
  <inkml:trace contextRef="#ctx0" brushRef="#br0" timeOffset="-90015.75">32408 15111 1258 0,'-10'0'0'0,"4"0"0"47,6 0 0-47,0 0 0 0,2 2 0 0,12 1 0 0,6-1 582 16,7-2-273-16,6 0-136 0,1 0-32 0,6 0-44 0,-5 0-34 0,3-2-1 0,2-3-410 0,3-3 190 0,-2 0 96 0,3-1-732 0,-8-4 384 0,-4 2 186 0,-5-4 94 0</inkml:trace>
  <inkml:trace contextRef="#ctx0" brushRef="#br0" timeOffset="-89803.18">32917 14979 1926 0,'-2'0'0'0,"-6"-3"0"0,-3 2 0 0,2 1 0 0,0 0 0 0,2 1 0 0,-1 10 0 0,2 4 0 0,0 3 0 0,1 5 262 0,5 0-112 0,0 6-57 0,0-2 204 0,8 3-130 0,9 2-56 0,4-7-42 0,4-6-78 15,5-4 0-15,2-6 45 0,2-6 1 0,2-3-120 0,-4 0 55 0,-3-14 32 16,0-9-111-16,-7-5 73 78,-5-4 34-78,0-8-341 0,-14 1 174 16,-3-3 20-16,0 0 67 0,-12 1-271 0,-4 0 156 0,-5 0 71 0,-3 14 48 0,-1 7 86 0,-1 7-23 0,0 8 0 0,-3 3 214 0,8 2-114 0,6 14-62 0,-1 7-30 0,6 7-5 0,5 5-27 0,-1 4-8 0,6 1-203 0</inkml:trace>
  <inkml:trace contextRef="#ctx0" brushRef="#br0" timeOffset="-88907.51">23957 15792 1842 0,'1'-9'0'0,"2"5"0"0,1 2 0 0,3 2 0 0,-1 14 0 0,-1 7 0 0,-1 5 257 0,-2 8-111 0,0 7-44 0,-2 0 192 0,0 2-128 0,0 4-65 16,0 3-31-16,-6 1-74 0,2 2 10 0,0-8 32 15,2-2-256-15,0-7 127 16,1-6 65-16,1-9-534 0,0-4 288 15,0-17 140-15,0 0 72 0,0-17-525 0,3-13 273 0,2-9 138 16,-2-5 59-16,-3-1-140 0,0-2 127 0,-2-5 64 16,-9 0 38-16,1-2 26 15,-2-7 0-15,3 9 0 0,-2 0 0 0,4 2 0 0,0 7 0 0,3 7 451 16,4-3-273-16,0 20-97 16,12 7-59-16,11 3 654 0,10 9-319 0,5 0-159 78,13 0-72-78,-1 0 261 0,6 6-175 0,3 5-87 0,1 4-44 0,2-1 167 0,6 3-96 0,-16 1-62 0,-3 5 15 0,-5 2-34 0,-5 4-1 0,-7 7 90 0,2 5-52 0,-17-2-75 0,-6 6-33 0,-7 2 0 0,-4 3 0 0,0 8 0 0,-10-11 0 0,-1-1 0 62,-2-1 0-62,-2-4 0 0,7-4 0 0,-3 5 0 0,3-16 0 0,2-3 0 0,0-7-1160 0,-1-5 425 0,0-8 348 0,-3-2 166 0</inkml:trace>
  <inkml:trace contextRef="#ctx0" brushRef="#br0" timeOffset="-88742.39">24151 16051 1917 0,'-20'0'0'0,"8"-2"0"0,7 2 0 0,5 0 0 0,0 0 0 0,3 0 0 0,13 0 0 0,4 0 0 0,2 2 565 0,7 0-264 0,0-2-132 0,3 0-66 0,4 0-277 15,-9 0 101-15,1 0 56 0,-4 0-561 0,-2 0 309 16,-2 2 152-16,-2-1-226 0,-11 1 177 0,-5 4 89 31,-2 0 44-31,0-1-407 0,-14 2 200 0,-5-1 93 0</inkml:trace>
  <inkml:trace contextRef="#ctx0" brushRef="#br0" timeOffset="-88497.14">24255 16287 2105 0,'-7'0'0'0,"0"0"0"0,-1 0 0 0,4 0 0 0,1 0 0 0,0 0 0 0,-3 0 0 0,5 0 0 0,1 0 0 0,0 3 0 0,0 0 358 0,0 2-161 0,0 1-72 0,0 1-210 0,0-1 61 0,1 2 30 0,3-2 0 0,-1 0-530 0,1 2 289 0,-1-1 132 0,1-1 69 0,1-1-278 0,0-3 68 0</inkml:trace>
  <inkml:trace contextRef="#ctx0" brushRef="#br0" timeOffset="-88205.05">24972 15837 2008 0,'-1'0'0'0,"-5"0"0"0,6 0 0 0,0 0 0 0,4 0 0 0,4 0 55 0,5 0-27 0,1 1-1 0,6 1 243 0,2 0-122 0,1-2-56 0,0 0-28 0,-1 3-837 0,1-3 369 0</inkml:trace>
  <inkml:trace contextRef="#ctx0" brushRef="#br0" timeOffset="-87603.56">24960 16112 1634 0,'-11'0'0'0,"1"0"0"0,0 0 0 0,6 0 0 0,4 0 0 0,0 0 0 0,0 0 0 0,10 0 0 0,10-1 182 16,4-5-73-16,5 0 23 0,1-5-48 0,3 3-24 15,1-2 9-15,-5 1-549 0,-1-1 257 0,-3 0 130 16,-4 1 65-16,-3 1-513 0,-1 0 267 0,-11 4 136 16,-5-3 66-16,-1 2-156 93,-7 0 113-93,-10-2 37 0,-4 2 78 0,-1 3 0 0,-2 2 0 0,-1 0 0 0,4 0 0 0,2 0 0 0,-1 6 0 0,3 5 0 0,9 6 0 0,-1 2 0 0,5 5 0 0,1 5 0 0,1 6 0 0,2 0 0 0,0 2 0 0,2 1 2 0,3 1-4 0,4 1 1481 0,1 2-855 0,-1-10-299 0,0-5-145 0,-1-5-506 16,0-7 180-16,-3-6 92 78,2-5 53-78,1-4-580 0,-2-17 278 0,5-12 106 0,-2-7 80 0,3-7-132 0,3-8 97 0,-1-2 62 0,1-3 28 0,2 1-29 0,2-2 27 0,2 4 1 0,3-5 275 0,-4 15-119 0,0 9-65 0,-7 8 292 0,2 12-177 0,-7 10-90 0,-2 4-54 0,-3 0 777 16,-1 18-370-16,-2 6-185 0,0 2-92 0,-4 4 118 31,-3-4-110-31,0 3-50 0,1-5-26 0,-3-2-244 0,6-3 110 0,1 0 64 0,-1-9-564 0,1-2 304 16,1-1 153-16,-1-5-195 15,-1-2 164-15,-1 0-33 0,2-5 83 0,-4-8-188 16,3-5 124-16,0-5 63 0,-2-3 31 0,4-3 112 15,1 0-36-15,0-5 0 0,0 2 176 0,6 1-111 16,6-1-55-16,5-1-37 0,3 9 428 16,2 6-212-16,7 3-105 0,3 7 265 0,3 6-161 0,4 1-71 15,-2 1-50-15,0 14 91 0,0 6-65 0,-3 4-33 16,-2 0-1-16,-1 3 113 0,-11-1-77 0,-3-2-34 16,-3 1-43-16,-7-2 10 15,-4 0-1-15,0 2 9 0,-3-7-266 0,-4-3 129 16,-11 0 64-16,1-4-533 0,-4-5 262 0,0 3 150 47,1-7 23-47,0-2 54 0,-2 0-40 0,-1 0 38 0</inkml:trace>
  <inkml:trace contextRef="#ctx0" brushRef="#br0" timeOffset="-87470.65">25449 15963 866 0,'-1'0'0'0,"-3"-1"0"0,0-4 0 0,4 2 0 0,0 1 339 0,0 1-152 0,2-1-75 0,11 0-29 0,0 0-9 0,4 2-38 0,-1 0 1 0,4 0 174 0,-1 0-135 0,2 0-30 0,-5 0-10 0,0 0-767 0</inkml:trace>
  <inkml:trace contextRef="#ctx0" brushRef="#br0" timeOffset="-87344.21">25444 16105 1289 0,'-2'0'0'0,"2"0"0"0,0 0 0 0,0 0 0 0,2-1 0 0,9 1 143 0,2 0-59 0,4 0-23 0,2 0 213 16,2 0-119-16,1 0-60 0,4 0-20 0,-4 0-290 15,-1 0 125-15,-3 0 63 0</inkml:trace>
  <inkml:trace contextRef="#ctx0" brushRef="#br0" timeOffset="-87203.35">25451 16249 1153 0,'-17'0'0'0,"4"1"0"0,5 3 0 0,5-2 0 0,2 2 0 0,1-1 0 0,0 0 0 0,8 0 0 0,9-3 687 16,3 2-325-16,2-2-164 0,2 0-222 0,5 0 39 0,-5 0-9 15,2-2 30-15,-1-6-773 16,-2 1 369-16,0-2 186 0</inkml:trace>
  <inkml:trace contextRef="#ctx0" brushRef="#br0" timeOffset="-87080.98">25579 15990 1942 0,'-18'8'0'0,"3"4"0"0,-4 7 0 0,9 5 0 0,0 6 0 0,1 9 0 0,4 7 0 0,5 4 0 0,0 6 243 0,1-5-108 0,17-6-50 15,5 0 441-15,7-9-245 0,1-8-122 0,12-1-563 16,-2-18 215-16,3-7 113 0,5-2 56 0</inkml:trace>
  <inkml:trace contextRef="#ctx0" brushRef="#br0" timeOffset="-86677.93">27150 15663 1039 0,'-19'-34'0'0,"-1"2"0"0,5 15 0 0,-4 6 0 0,-1 0 0 0,-4 7 253 0,-2 4-109 0,-7 0-45 0,9 15 124 0,2 11-93 0,3 8-48 0,7 10-22 0,4 7 218 0,2 11-112 0,6 0-69 0,0 1-31 0,7 1 244 0,5-1-136 0,3-1-70 0,2 4 62 0,-3-19-70 0,-4-3-29 0,-3-1-1 0,-5-7-128 0,-2-5 50 0,0 2 33 0,-12-13-137 0,-5-4 77 0,-5-3 37 31,-2-2 1-31,-5-4-71 0,-1 0 50 0,2-7 23 0,3 0-49 0,0 0-340 16,5-5 142-16,1-6 108 0,3-6-355 0,10-4 233 0,6-7 112 0,0-6 56 0,11-7-514 0</inkml:trace>
  <inkml:trace contextRef="#ctx0" brushRef="#br0" timeOffset="-86428.32">27230 15670 1832 0,'0'-9'0'0,"0"2"0"0,0 5 0 0,0 2 0 0,-7 6 0 0,-4 19 309 0,-4 10-137 0,-3 13-68 0,1 10 646 0,1 0-362 0,5 2-176 0,3 3-88 0,5 2-84 0,3-4-40 0,0 2 0 31,5-15 0-31,11-7 0 0,1-5 0 0,-3-3 0 0,0-5 0 0,-1 3 0 0,-4-11-40 0,-5 0-786 94,-4-2 426-94,0 2 217 0,-12-1-28 0</inkml:trace>
  <inkml:trace contextRef="#ctx0" brushRef="#br0" timeOffset="-86313.99">26854 16716 1551 0,'0'4'0'0,"0"3"0"0,0 4 0 0,0 8 0 0,0 3 0 0,0 8 486 0,-1 1-230 16,-1-1-110-16,-2 1-59 0,0-1-25 0,2-3 0 0,1-1-18 0,0-9-631 31,1-6 293-31,-1-4 148 0,1-7 73 0,0 0-616 0,-2 0 318 0</inkml:trace>
  <inkml:trace contextRef="#ctx0" brushRef="#br0" timeOffset="-86167.59">26814 16702 1543 0,'2'-16'0'0,"2"2"0"0,0 5 0 0,6 4 0 0,3 2 0 0,3 3 0 0,4 0 291 0,2 6-119 0,1 7-73 0,0 3 63 0,0 7-63 16,-1 0-31-16,-4 2-1 16,2 5-22-16,-9-5-9 0,-6 2 0 0,-3 0 58 0,-2 1-29 0,-6-2 0 15,-11 3-20-15,-6-8-138 16,-8-1 65-16,1-3 32 0,-6-4-1 0,2-4-369 16,-1 1 198-16,6-8 43 0,3-2-286 0,6 0 151 15</inkml:trace>
  <inkml:trace contextRef="#ctx0" brushRef="#br0" timeOffset="-85814.9">27490 16443 1743 0,'-1'-12'0'0,"-4"4"0"0,4 3 0 16,-1 2 0-16,1-1 0 0,-2 4 0 0,0 0 554 0,-1 12-258 0,-5 6-131 78,-2 6-64-78,-4 2 240 0,-2 5-157 0,4 1-74 0,-6 0-600 0,3 4 263 0,-1-3 131 0</inkml:trace>
  <inkml:trace contextRef="#ctx0" brushRef="#br0" timeOffset="-85137.72">27878 16058 1095 0,'-6'0'0'0,"-2"0"0"16,3 0 0-16,-1 12 0 0,-1 6 0 0,1 10 0 0,1 4 0 0,0 9 422 0,2 0-198 0,3 3-93 16,0-2-47-16,0-2 155 0,8-6-102 0,3-1-40 15,2-11-35-15,2-8 46 0,3-4-35 0,0-7-1 16,2-3-3-16,2 0-23 0,0-14-9 0,3-10-51 15,-1-6 25-15,0-7 0 16,5-5 36-16,-7-2-200 0,-1 0 95 0,-1-2 48 0,-5 3 23 0,2 0-118 16,-1-4 62-16,-5 13 1 15,-7 7 23-15,-3 9 196 0,1 5-87 0,-2 10-54 0,0 2 384 0,-7 1-193 16,-5 24-99-16,-1 5 35 16,2 9-63-16,-1 3-44 15,4 4-56-15,3 0 0 0,3 0 0 0,2-1 0 0,0 0 0 0,2 0 0 16,7 3-72-16,7-10-6 0,3-3 57 0,3-7-1230 15</inkml:trace>
  <inkml:trace contextRef="#ctx0" brushRef="#br0" timeOffset="-84478.81">28932 16325 916 0,'-5'-23'0'0,"-1"5"0"0,0 3 0 0,-2-4 0 0,2 5 0 0,-3 0 0 0,2 3 0 0,-5-2 118 0,2 6-40 0,-5 2 9 0,1 3 112 16,-1 2-81-16,0 5-40 0,-4 14 40 16,2 5-40-16,-6 10 9 0,4 2-50 0,5 7 94 15,-1 2-47-15,5-2-24 0,4-2 1 0,3 2 35 16,3-11-34-16,0-5 0 0,3-5-49 0,11-5 24 16,3-2 10-16,0-11-10 0,7-4-72 0,-1-5 36 31,5-17 0-31,-2-6-228 0,1-3 127 0,-3-6 61 0,-1-4 13 0,-3-1-337 15,-1-1 156-15,-1-1 94 0,2-10 0 0,-7 9-41 0,-3-6 59 0,-1 3 28 16,-3-3 1-16,-3 3 5 31,-1-3-10-31,0 16 34 0,-2 14 72 0,0 7-36 0,-5 8 0 0,-8 6 269 0,2 8-162 0,0 18-67 16,-1 6-21-16,1 8 334 0,0 5-145 0,2 3-97 16,-2 6 9-16,6-6 135 0,0 3-109 0,-2-3-54 15,3 2 38-15,2-1-47 16,0 5 11-16,2-9-56 0,0-6-151 0,2-4 76 0,10-5 38 15,-1-8-624-15,8 3 327 0,-2-14 160 0,2-9 38 0</inkml:trace>
  <inkml:trace contextRef="#ctx0" brushRef="#br0" timeOffset="-83901.73">29404 16334 1012 0,'-13'-12'0'0,"4"2"0"0,-3 2 0 0,1-1 0 0,-4 1 0 0,2 4 0 0,-1-1 0 0,3 1 0 0,0 3 472 0,4-1-218 0,1 0-99 0,1 2-64 0,5 0 260 0,0 0-157 0,0 8-78 15,0 2-40-15,3 4 10 16,2 0-49-16,3 2-1 0,0-2 1 0,1 4 0 0,-2-3 0 0,2 4 9 0,-4-5-9 0,4 1 0 0,-3 0 0 0,-3 0 0 0,1-2 0 0,-1 5 9 31,0-5-9-31,-2 2 177 0,-1 0-89 0,0 2-43 0,0-3-85 0,0 3 23 16,0-5 7-16,0 2-50 0,0-5 3 0,-1 2 1 15,-2-4 0-15,3 2-155 0,0-4 85 0,0-5 38 32,3 0 23-32,5 0-214 0,5-8 109 0,3-9 31 0,2-5 41 0,3-5-196 15,-1-4 111-15,4-3 54 0,-1-7-43 0,1-4 41 0,-4 3 32 0,3 0 1 16,-5 1 153-16,-3 6-65 15,0 4-32-15,-2 0 124 16,-8 17-74-16,-4 5-41 0,0 5 1 0,-1 4 367 0,0 0-192 0,0 13-48 78,0 9-64 32,-2 5 266-110,0 6-148 0,0 2-75 0,2 8 42 0,0-5-63 0,0 0-34 0,0 0-56 0,0-5-110 0,6 0 37 15,7 4 65-15,-1-12-182 16,3-1 113-16,3-7 57 0,1-6 29 0,3-4-589 0,3-1 228 0,-5-6 164 0,2 0 57 0,-5-6-494 0,-1-5 294 0</inkml:trace>
  <inkml:trace contextRef="#ctx0" brushRef="#br0" timeOffset="-83463.26">30043 16420 843 0,'0'-16'0'0,"0"-1"0"0,0 3 0 0,3-1 0 0,0-2 0 0,-2 1 0 0,1-1 191 0,-2-5-67 0,0 5-49 0,0 2 168 0,0-2-103 0,0 5-51 0,-9-1-27 0,0 3 128 0,-4 6-81 0,-3 4-36 0,-3 0-1 0,-3 15-3 0,-2 12 1 0,-1 4-25 15,2 8 128-15,4 2-68 0,5 5-35 0,0-2 1 16,3 1 157-16,6-1-86 0,3-9-58 0,2-5 26 16,0-3-37-16,2-5 1 15,11-5-38-15,4-6-163 0,3-11 77 0,3 0 44 16,3-14-1-16,1-10-106 0,0-4 74 0,2-7 48 0,-2-3-249 0,-4-1-129 15,1-6 127-15,1-4 112 0,-2-2-246 0,1-11 161 16,-5 7 93-16,-1-5 2 0,-1-1 42 0,-2-3 0 16,-6 4 41-16,1-2-8 15,-8 19 8-15,-2 12 1 0,0 16-1 0,-5 8 167 16,-6 7-83-16,-2 4-51 0,3 19 437 0,-2 7-178 16,4 4-130-16,-1 8-65 0,4 2 407 0,-2 8-205 78,4-4-118-78,-1 3 119 0,1-2-114 0,2 1-56 0,0 9-19 15,1-13-260-15,0 1 112 0,1-2 55 0,7-1 28 0,2-3-655 0,6 0 351 0,-3-13 112 0,2-5-326 0,2-7 195 0,0-8 138 0</inkml:trace>
  <inkml:trace contextRef="#ctx0" brushRef="#br0" timeOffset="-83180.07">30501 16240 1415 0,'0'-3'0'0,"0"2"0"0,2 1 0 0,-1 0 0 0,1 7 0 0,1 7 0 0,-2 10 0 0,1 0 0 0,-2 5 501 0,0 0-233 0,0 3-115 0,0-1-59 0,0 1 157 0,0-1-99 0,0-7-62 0,0-4-26 0,0-5-1 0,0-5-26 0,0-3-1 0,0-2-26 0,0-5 26 0,5-7 1 0,4-11 33 0,4-9 1 0,6-4-35 0,2-5 10 0,5-4-176 0,3-2 83 0,6-5 42 0,4 2 0 0,2-3-532 0,3-2 265 0,-4 10 105 32,0 7-546-32,-5 6 338 0,-2 6 170 0</inkml:trace>
  <inkml:trace contextRef="#ctx0" brushRef="#br0" timeOffset="-83009.26">31118 16187 1352 0,'0'0'0'0,"0"-1"0"0,11-1 0 0,3 2 0 0,6 0 0 0,5 0 0 0,6 0 0 0,8 0 0 0,5 0 847 0,0-2-410 0,1 0-200 31,3 1-302-31,-5-1 51 0,-3-3 25 0,6 4 9 0,-17 0-749 0,-8 1 370 0,-6 0 186 0</inkml:trace>
  <inkml:trace contextRef="#ctx0" brushRef="#br0" timeOffset="-82904.94">31093 16412 1192 0,'-8'0'0'0,"8"0"0"0,0 0 0 0,3 0 0 0,16 0 0 0,3 3 150 0,10-3-87 0,6 1-44 0,4-1-1 0,8 0 438 0,3 0-215 0,3-6-103 0,4-4-554 0,1-3 212 0,5-1 111 0,-17 4 49 0,-2-4-666 0</inkml:trace>
  <inkml:trace contextRef="#ctx0" brushRef="#br0" timeOffset="-82569.98">31802 16225 1518 0,'-20'-3'0'0,"1"1"0"0,2 2 0 0,2 5 0 0,8 6 0 0,1 5 112 0,1 3-47 0,5 4-24 0,0 5 404 0,0 1-195 0,9-2-112 0,3 3-51 0,7-4 98 0,1-2-74 0,3-5-38 0,4 1 10 0,-1-11 11 0,5-7-30 16,0-2 1-16,-2 0-120 0,3-13 46 0,1-5 31 0,-9-3-9 0,0-6-127 0,-7-2 75 0,-3-4 37 0,-8-2-196 0,-2-6 87 0,-4 4 63 0,-5 2-26 0,-15 0-136 0,-6 4 70 0,-8 5 54 0,-8-1 5 0,-1 15 115 0,-4 6-34 0,0 6-1 0,2 0 71 0,6 10-54 0,-5 9-34 0,17 3 8 0,6 5-101 0,9 0 40 0,6 4 17 0,6-3-463 0</inkml:trace>
  <inkml:trace contextRef="#ctx0" brushRef="#br0" timeOffset="-77967.41">11325 16924 1729 0,'-3'-6'0'0,"-2"0"0"0,5 5 0 15,0-2 0-15,2 3 0 0,10 0 0 0,9 0 0 0,6 0 0 0,6 0 0 0,4 0 78 0,5-1 0 0,5-1-40 0,5-3 1 0,7 0 9 0,-7 2-9 0,-3-2-1 0,-2 1 1 0,-8 2-1 0,-3 0-1 16,-2 0 10-16,-14 2-11 0,-7 0 1 0,-5 0 219 16,-6 4-863-16,-2 2 257 0,0 5 85 0,-16-2-139 0</inkml:trace>
  <inkml:trace contextRef="#ctx0" brushRef="#br0" timeOffset="-77765.12">11437 16998 1078 0,'-7'8'0'0,"-3"5"0"0,7 4 0 0,3 7 0 0,0 6 141 0,0 7-41 0,5 1-36 0,5 7 549 0,1 3-287 0,0 1-144 0,0 9-72 0,-2 5 351 0,-1-8-217 0,1-2-102 0,-2-4-52 0,-3-3-256 0,3-5 102 0,-2 5 61 0,-4-16-511 0,1-4 276 0,-1-6 138 0,-1-7-272 47,3-8 205-47,-3-2 62 15,2-3 61-15</inkml:trace>
  <inkml:trace contextRef="#ctx0" brushRef="#br0" timeOffset="-77250.67">11808 17014 1456 0,'-11'1'0'0,"-3"3"0"0,6 3 0 0,-6 5 0 0,2 2 0 0,-3 1 0 0,0 5 512 0,-5 1-227 0,6 2-129 0,0-5 126 0,4 2-122 0,-1-3-61 0,7-4-87 0,-4 3 9 0,8-4 17 16,0-5 0-16,4 0-70 0,6 0 35 15,6 1-1 1,4-2 46-16,3-3-125 0,0 0 58 0,1-1 28 16,-1 1 1-16,1 3-120 0,1 1 76 0,-8-1-35 15,-2 1-18-15,0 6 21 0,-2-2 28 0,-5 2 61 0,3 4-4 0,-9-1-38 16,0 2 4-16,-2-1 66 0,0-1-31 0,0-1 11 16,-4-1-29-16,-5-2 53 0,1-4-27 0,-1-1 19 15,1-2-42-15,0-2-7 16,-1 3 28-16,2-3-14 0,-2-1-65 0,1 2 32 15,2 2 0-15,-3 1-6 0,4 1-5 0,-3 1 34 16,2 1-14-16,2 1 85 0,-1 0-39 0,0 5 0 16,2-5-40-16,1 0 53 15,1 2-21-15,1-3 1 0,0 1-13 0,0 1 35 0,0-7 12 0,0 2-48 16,0-1-44-16,0 2 0 0,0-2 59 0,0 3-97 16,0-1 39-16,0 2 1 0,0-1 32 0,0 1-63 15,0 2 25-15,0-1-1 0,0-3 13 0,0-1-11 16,0-2 7-16,0 0 15 15,0-2-25-15,0-1 29 16,0-2-17-16,-5 0 7 0,-4-2-169 0,-1-8 81 0,-2-2 37 0,-2-4-192 16,3 0 116-16,-3 0 54 0,0-1 26 0,4 4-38 15,-3-1 32-15,2 2-9 16,4 4 43-16,1 1 24 0,4 2 0 0,-5-1-25 0,6 3 1 0,-3-1 19 16,4 1-20-16,0 3 1 0,0-3-119 0,2 3 60 46,8-1 29-46,-2-1-238 0,5 0 139 16</inkml:trace>
  <inkml:trace contextRef="#ctx0" brushRef="#br0" timeOffset="-77129.88">11978 17483 1633 0,'9'-7'0'0,"1"4"0"0,0 1 0 0,1 0 0 0,2 2 0 0,-3 0 0 0,0 0 274 0,1 0-117 0,-2 7-60 0,2 0 190 31,-1 1-115-31,0-1-72 0,-2 1-31 0,1 1-514 0,1-2 241 0,0 0 121 0,2 0 70 0</inkml:trace>
  <inkml:trace contextRef="#ctx0" brushRef="#br0" timeOffset="-76928.75">12403 17215 1925 0,'1'-5'0'0,"2"-2"0"0,2-1 0 0,7 3 0 0,3 1 0 0,4-1 640 0,7 3-301 0,2-4-151 0,10-1-66 0,2 2 11 0,1-4-48 0,5-2-24 0,-4 1-237 0,-1-1 106 47,2-1 63-47,-13 5-845 0,-8 2 417 0,-5 3 208 0</inkml:trace>
  <inkml:trace contextRef="#ctx0" brushRef="#br0" timeOffset="-76741.75">12459 17425 2099 0,'-11'10'0'0,"2"4"0"0,-2-1 0 0,7 1 0 0,2 0 0 0,2-3 0 0,0 0 0 0,0-3 0 0,2 4 218 0,8-5-96 0,1-2-109 0,-1 0 23 0,2-1-1 0,-1-1 1 0,-2 5-403 16,0-5 197-16,-1 0 102 0,-3 1 53 0,-2 0-321 0,-1-1 182 0,-1 2 96 15,-1-1 40-15,0-4-247 31,0 0 115-31,0 0 57 0,-1-5-28 0,-1-7 33 0,1-8 10 0,1-6-15 0,0-6 28 0,0-5 0 16,0-6 29-16</inkml:trace>
  <inkml:trace contextRef="#ctx0" brushRef="#br0" timeOffset="-76563.7">12565 16895 1155 0,'3'-41'0'0,"-1"3"0"0,-1 7 0 0,1 9 0 0,-2 9 0 0,0 6 346 0,0 7-160 0,0 0 365 31,0 20-257-31,0 15-129 0,0 13-65 0,0 14 167 0,0 6-120 0,2 8-56 16,7 4-27-16,3 3 201 0,4 9-106 0,1-12-66 0,5 2-45 0,5-1-79 15,-2-7 25-15,5-7 0 16,0 1-283-16,-6-29 157 0,-3-8 85 0,-2-11-425 16,-8-7 251-16,-3-5 70 0,-4-6 4 0,-3-2-153 15,-1-10 132-15,0-14 66 0,-5-7 33 0,0-10-343 16,-3-5 179-16,2-5 103 0</inkml:trace>
  <inkml:trace contextRef="#ctx0" brushRef="#br0" timeOffset="-76431.69">12824 16737 2382 0,'0'-15'0'15,"0"4"0"-15,0 2 0 0,3 4 0 0,1 5 0 0,3 0 0 0,-2 8 0 0,2 11 0 0,1 2 0 0,-3 6 253 0,1 4-109 0,-1 2-571 0,-2 2 232 0,0 2 115 16,0 6 67-16</inkml:trace>
  <inkml:trace contextRef="#ctx0" brushRef="#br0" timeOffset="-75737.72">11861 17515 941 0,'0'0'0'0,"-2"0"0"0,1-3 0 0,-1 3 0 0,-1-3 0 0,3 2 0 0,0 1 0 0,0 0 164 0,0 0-68 15,0 7-30-15,0 2 0 0,3 3-30 0,5 5 0 0,1 0 10 0,4 3 400 0,-2-1-205 0,1 3-102 0,0 0-9 0,0 2-47 0,2 0-15 0,-4-2-8 16,1 0 1-16,-3-3 0 0,-2 0-25 0,-1 1 24 63,0 1 9-63,-4-8-33 0,1-2 0 0,-2-1 69 0,0-3-34 0,0-2-1 0,-6-2-24 0,-1-3 60 0,-3 0-34 0,0 0 0 0,1 0-36 0,-5-5-110 0,1-2 65 0,0-6 18 0,0 2-577 0,0-4 281 62,-1 0 149-62,0-2-377 0,2 1 246 0</inkml:trace>
  <inkml:trace contextRef="#ctx0" brushRef="#br0" timeOffset="-75058.88">13168 17236 1650 0,'-10'-4'0'0,"2"-1"0"0,1-1 0 0,2 0 0 0,3 6 0 0,2-3 164 0,0 3-63 0,0 0 475 0,7 0-270 0,12 0-125 0,1 0-76 0,7 0 239 16,1 0-153-16,3 0-77 0,0 0-38 0,2 0-260 31,-5 0 107-31,-2 0 56 0,1 0 29 0,-4 0-745 0,-2 0 386 0,0 3 204 16</inkml:trace>
  <inkml:trace contextRef="#ctx0" brushRef="#br0" timeOffset="-74837.07">13195 17486 1603 0,'-9'0'0'0,"2"2"0"0,4 1 0 15,3 1 0-15,0 2 197 0,5-1-72 0,13 1-48 0,7-3 0 0,5-3-41 0,5 0 1 0,0 0-1 0,7 0 1058 0,-5 0-534 0,3 0-471 0,0-6-89 0,2 3-365 0,3-1 21 0,-6 3 186 0</inkml:trace>
  <inkml:trace contextRef="#ctx0" brushRef="#br0" timeOffset="-74224.5">14544 17067 875 0,'0'-31'0'0,"-5"2"0"0,-1-1 0 0,1 4 0 0,-2-7 0 0,2 7 108 0,-3 0-34 0,0 0-1 0,-2 4 161 16,0 0-98-16,-3-2-39 15,1 7-34-15,0 5 78 0,0-2-52 0,-1 4-24 16,0 4-1-16,-1-2 41 0,6 7-38 0,-1 1 0 15,2 0 134-15,0 1-81 0,4 10-41 0,0 6 108 16,3 5-79-16,0 11-35 0,0 8 0 0,0 7 213 16,3 11-114-16,4-3-71 0,-1 5-32 0,3-1 54 15,-3-1-42-15,2 0-81 0,2 7 0 0,-2-15 0 32,1 3 0-32,-2-2 0 0,1-4 0 0,-3-3 0 0,-4 6 0 0,-1-16-32 15,0-1 10-15,-14-5 30 0,-3-2-2 0,-6-8-74 16,-4 3 22-16,1-12 26 0,-2-6-23 0,0-3-177 15,1-1 88-15,6 0 56 32,-3-5 12-32,10-10-383 0,3-6 204 0,6-6 102 0,5-10-237 0,0-8 169 0,4-11 75 0</inkml:trace>
  <inkml:trace contextRef="#ctx0" brushRef="#br0" timeOffset="-74037.76">14801 16749 2239 0,'0'-12'0'0,"0"2"0"0,0 3-2 0,0 3 0 0,0 2 1 0,0 1 1 0,-4 1 0 0,-4 14 0 0,-2 12 635 0,-2 9-298 0,1 10-149 0,-2 5-65 0,3 3 273 0,4 1-378 0,1 3-18 0,5 1 0 0,0 1 0 16,0 4 0-16,8-13 0 0,7-4 0 0,1-4 0 16,2-1 0-16,0 5-117 0,-5-14-159 0,0-1 157 15,-8-2 76-15,-1 4-1142 0</inkml:trace>
  <inkml:trace contextRef="#ctx0" brushRef="#br0" timeOffset="-73793.22">14547 17849 2115 0,'-11'9'0'0,"5"1"0"0,0 4 0 0,3 0 0 0,1 5 0 0,2 7-1 0,-1 2 378 0,1 3-176 0,0-3 138 0,0 3-151 0,0 0-76 0,0-5-38 0,1 5 10 0,1-12-48 0,-1-3 0 15,1-4 0-15,1-7-729 0,-3-2 365 0,0-3 192 0,0 0 82 0,0-7-719 0,0-13 396 0</inkml:trace>
  <inkml:trace contextRef="#ctx0" brushRef="#br0" timeOffset="-73652.65">14524 17779 2183 0,'6'-15'0'0,"0"3"0"0,1 2 0 0,5 3 0 0,2 5 0 0,4 2 0 0,1 0 0 0,3 7 0 0,2 8 0 0,3 6 284 0,-4 1-128 0,0 7 132 0,-3-1-125 0,-4 3-62 0,-3 4-22 0,-6-1 24 0,-7 0-32 0,0 1 0 16,-8 1-33-16,-14-1 30 16,-6 4 9-16,-1-10-38 0,-4-4-1 0,0-1-104 0,0-6 52 0,2-5 26 15,0 2-385-15,8-11 200 16,3-4 57-16,8 0-607 0,1-2 333 0,10-15 176 31,1-11 78-31</inkml:trace>
  <inkml:trace contextRef="#ctx0" brushRef="#br0" timeOffset="-73521.47">15044 17506 1619 0,'0'-1'0'0,"0"-3"0"0,0 2 0 0,0 1 0 0,0-2 395 0,0 3-169 0,-6 0-99 0,-2 11-45 0,2 5 764 16,-3 6-404-16,-2 2-248 0,0 6-194 0,1 0 0 16,0-1 0-16,2 3-634 15,1-1 256-15,1 1 208 0,-1-1 113 0</inkml:trace>
  <inkml:trace contextRef="#ctx0" brushRef="#br0" timeOffset="-73029.19">15479 16862 2026 0,'0'-8'0'0,"0"0"0"0,0 5 0 0,1 0 0 0,1 3 0 0,0 6 0 0,1 14 0 0,-2 8 0 0,1 11 779 15,0 9-370-15,-2 7-187 16,0 5-92-16,0 5 235 0,0 6-365 0,-4-4 0 0,0-1 0 0,-1-3 0 16,2-7 0-16,0-8 0 0,1 0 0 0,0-22 0 15,2-8 0-15,0-6 0 16,0-9 0-16,0-3 0 31,0 0 0-31,0-1 0 0,0-6 0 0,0-5 0 16,0-5 0-16,0 1-537 0,2-3 190 0,0 2 159 0</inkml:trace>
  <inkml:trace contextRef="#ctx0" brushRef="#br0" timeOffset="-72382.84">16489 17190 1320 0,'-11'-21'0'0,"-1"4"0"0,0-2 0 0,3 6 0 0,-2-4 0 0,2 0 0 15,-4-2 0-15,-2 4 0 0,-3-4 191 0,1 5-82 0,1 6-35 0,-3 1 124 0,-2 5-80 16,0 2-41-16,-5 0 76 0,3 16-62 0,0 9-27 15,0 11-1-15,0 5 99 0,-1 11-54 0,8-2-40 16,2 3 0-16,3 0 45 0,7-4-39 0,4-3 1 16,0 0 81-16,0-14-64 0,13-7-27 0,6-10-1 15,3-3-84-15,1-12 28 16,2 0 9-16,-1-3-80 0,1-18 50 0,0-10 25 16,1-6 0-16,-1-5-277 0,3-8 136 0,-7 2 73 15,0-1 5-15,1-2-173 0,-3-4 68 0,-1-3 69 16,1-12-256-16,-6 8 157 0,-4-3 75 0,-2-2 37 15,0 8-59-15,-7 7 48 0,5 2 15 0,-5 28 261 16,0 10-114-16,0 12-57 0,-5 0-29 0,-5 23 469 16,-2 10-237-1,1 14-122-15,-3 10-7 0,3 10 508 0,2 0-281 0,1 2-143 0,4 6 9 16,2-13-187-16,2-1 0 0,0-3 0 0,2-3 0 16,7-4 0-16,5 5 0 0,3-19 0 15,0-5 0-15,2-7-60 0,-3-8 43 0,-1-2-778 16,1-6 361-16,-6-9 139 0,0 0 134 0,-1-9-304 15,2-8 214-15</inkml:trace>
  <inkml:trace contextRef="#ctx0" brushRef="#br0" timeOffset="-72092.58">16733 17131 1230 0,'-1'2'0'0,"-2"5"0"0,-2 2 0 0,1 4 0 0,0 4 0 0,1 4 162 0,-3 8-63 15,4 7 624-15,1 1-343 0,1 6-163 47,0-4-94-47,0-3 358 0,9-4-223 0,2-5-110 0,3-5-55 0,5-4-118 0,1-13 26 0,-1-5 0 0,6-2 36 0,-1-15-310 0,3-10 155 0,-1-6 87 16,-5-1-236-16,-1-6 152 0,-2 0 76 0,-3-1-95 15,-2 2 71-15,1-6-68 16,-6 12 56-16,1 1 89 0,-4 6-25 0,-2 7-1 16,-1 6-25-16,0 2 344 0,-2 11-166 0,0 0-61 15,-6 14-53-15,-1 11 398 0,-1 5-200 0,2 8-135 16,4-2-90-16,1 3 0 0,1 2 0 0,0 0 0 15,0-5 0-15,6 7 0 0,6-9 0 0,4 0-485 16,4-8 143-16,1-3 144 0,5-5 107 0,2-1-856 16,-1-11 459-16,-1-6 226 0</inkml:trace>
  <inkml:trace contextRef="#ctx0" brushRef="#br0" timeOffset="-71735.98">17457 17229 1485 0,'0'-30'0'0,"0"4"0"0,-1 2 0 0,-5 6 0 0,-4-2 0 0,-4 14 0 0,0 4 0 0,-5 2 283 0,-1 8-122 109,0 13-63-109,-3 8 364 0,4 3-218 0,5 7-103 0,2 2 98 0,2 5-101 0,5-3-51 0,1 6-15 0,4-11 119 0,0-3-77 0,3-4-38 0,8-2-1 0,6-8-239 0,2 0 109 0,2-15 41 0,3-6-342 0,2 0 196 0,-1-12 98 0,-1-12-397 0,2-6 186 0,-4-5 128 0,-4-2 61 0,-2-5-99 0,-1-5 72 0,-2 1 38 0,1-12-10 0,-3 5-34 0,-1-6 39 16</inkml:trace>
  <inkml:trace contextRef="#ctx0" brushRef="#br0" timeOffset="-71608.36">17588 17084 1372 0,'8'-70'-37'0,"0"-5"-52"0,0-10 17 0,-2 19 9 0,-4 11 142 0,2 14-59 0,-4 15-27 0,0 18-1 0,-4 1 567 0,-4 10-287 0,-2 21-100 0,-2 11-88 0,3 9 20 0,-1 7-45 0,2 11 75 0,1-1-54 0,2 2-4 0,2 3 1 0,-1-2 315 0,3-2-31 0,-1 10-153 0,2-14-90 0,0-2-123 0,0-2 42 0,3-4-29 0,4 5-441 0,1-22 216 0,-1-7 127 0,1-10 63 0,-1-6-700 15,-1-7 328-15,3-3 172 0,-1 0 100 0,0-13-220 0</inkml:trace>
  <inkml:trace contextRef="#ctx0" brushRef="#br0" timeOffset="-71480.82">17876 17066 1877 0,'-1'1'0'0,"-2"6"0"0,3 3 0 0,-2 7 0 0,0 7 0 0,1 13 474 0,-1 4-223 0,0 9-107 0,2 3 804 0,0 6-711 0,0-4-237 0,0 6 0 16,0-15 0-16,0-6 0 0,5-8 0 0,0-9 0 15,2-7 0-15,-1-6 0 0,0-10 0 0,2 0 0 16,0-10 0-16,1-12 0 0,2-9 0 0,5-5 0 16,2-7 0-16,3-5 0 0,7-6 0 0,3-5 0 15,6-3 0-15,3-9 0 16,-1 11 0-16,2 2 0 0,-2-2 0 0,2 4-910 0,-2 7 323 0</inkml:trace>
  <inkml:trace contextRef="#ctx0" brushRef="#br0" timeOffset="-65252.58">18819 17254 1813 0,'-9'-6'0'0,"3"-1"0"0,1 4 0 0,2-1 0 0,3 1 0 0,0-1 144 0,0 4-58 0,3-3 1 16,11 3-48-16,1 0 494 0,7 0-247 0,2 0-113 15,2 0-72-15,-2 0 13 0,5 0-37 0,0 0 0 0,2 3-374 0,0-1 178 16,-3 1 74-16,-3 3-712 0,-2 0 396 0,-3 3 197 15,-7 3 18-15</inkml:trace>
  <inkml:trace contextRef="#ctx0" brushRef="#br0" timeOffset="-65053.14">18870 17541 1824 0,'-12'0'0'0,"2"0"0"0,4 0 0 0,2 0 0 0,-1 6 0 0,5 0 0 0,0-3 0 0,2 5 669 15,11-4-315-15,6 2-158 0,2 1 67 0,5-2-118 0,3 0-53 0,6-2-600 16,0 2 273-16,3 0 136 63,1 0 78-63,-3 1-926 0,0-2 470 0</inkml:trace>
  <inkml:trace contextRef="#ctx0" brushRef="#br0" timeOffset="-64610.94">19519 17358 839 0,'-13'-7'0'0,"-2"1"0"0,4 2 0 0,3-1 0 0,5 0 0 0,2-3 365 0,1-3-163 0,0-6-74 0,12 1 75 0,7-5-83 16,7-3-41-16,4 2 87 0,3 0-64 0,2 1-23 16,-2 4-10-1,-1 9 29-15,-2 2-31 0,0 5 0 0,-2 1-30 0,6 0 172 16,-9 15-91-16,0 2-40 16,0 7-1-16,-2-2 202 0,2 2-121 0,5 2-51 0,-7-4 75 0,4-2-80 15,1 0-102-15,2-4 0 0,2-4 0 0,4 4 0 16,-6-10 0-16,4-2 0 0,-6-4-2 0,0 0-9 31,-3 0 23-31,0-7-594 0,-10-2 297 0,-4-1 94 0,-6 3 95 0,-3 0-806 0</inkml:trace>
  <inkml:trace contextRef="#ctx0" brushRef="#br0" timeOffset="-64406.36">19863 17415 622 0,'-4'8'0'0,"-1"1"0"0,0 4 0 0,3 3 0 0,0 2 0 0,2 4 748 94,0 3-356-94,0 2-178 0,0 8-79 0,0-4 496 0,2 3-297 0,3 2-148 0,0-2-75 0,0-2-37 0,0 7 9 0,-1-11-46 0,-1-2-820 0,0-2 410 0,0-6 205 0,-1-4-697 0,3-1 426 0</inkml:trace>
  <inkml:trace contextRef="#ctx0" brushRef="#br0" timeOffset="-64260.84">20072 17443 1341 0,'2'0'0'0,"-2"-1"0"0,4 1 0 0,1 0 0 0,-1 0 0 0,1 10 0 0,2 5 848 0,-1 8-405 0,2 6-204 16,-1 5-101-16,0 10 449 0,-2-1-279 0,2 6-281 31,-1 0-27-31,-1 0 0 0,0-1 0 0,-1 3-611 0,1-13 301 0,-2-3 174 31,2-8 86-31,1-2-963 0,-1-8 494 0</inkml:trace>
  <inkml:trace contextRef="#ctx0" brushRef="#br0" timeOffset="-64108.4">20471 17612 3058 0,'0'0'0'0,"0"0"0"15,0 0 0-15,0 0 0 0,0 3 0 0,0-2 0 0,0 2 0 0,0 2 0 0,0 0 332 0,0 4-147 0,2-2-75 0,-1 4-549 0,2 0 238 0,2 1 128 32,1-1 50-32,0 0-462 0</inkml:trace>
  <inkml:trace contextRef="#ctx0" brushRef="#br0" timeOffset="-63897.21">20976 17532 2782 0,'0'0'0'0,"0"0"0"0,0 0 0 0,0 0 0 0,0 0 0 0,8 0 515 0,1 0-240 0,2 1-119 0,5 5 47 0,4-1-203 0,3 0 0 0,4-1 0 0,5-1 0 0,1 2-118 15,4-2 77-15,-3-2-1030 16,-1 1 518-16,-3-1 258 0</inkml:trace>
  <inkml:trace contextRef="#ctx0" brushRef="#br0" timeOffset="-63592.02">21012 17757 2010 0,'-10'-2'0'0,"2"-1"0"15,4 0 0-15,4 2 0 0,0-1 0 0,0 1 265 0,11 1-115 0,8 0-57 16,5 0 242-16,3 1-150 31,6 5-65-31,-4 5-47 0,1 0 0 0,-2 2-37 0,-2 2-1 0,-1 5 1 0,-4 3 9 0,-3 0-9 0,-10 2 0 0,-5 2-777 0,-3 3 377 16,-5 1 193-16,-15-4 90 0,-8-2-35 15,-8-6 42-15,1-4 6 16,2-6 198-16,-5 0-92 0,9-8-32 0,2-1 487 0,6 0-256 0,3 0-83 16,9-1-80-16,-2-1 497 15,9-2-272-15,2-1-283 0,2 0-16 0,17 5 0 0,5-2 0 16,5 2 0-16,3 0 0 0,4 0 0 15,2 2 0-15,1 3 0 0,-1 0-370 0,5-1 116 16,-8 1 141-16,-2-1-384 0,0-3 239 0,-5 1 66 16,-3 1 78-16,1-2-505 0,-11-1 296 0,-2 0 143 15</inkml:trace>
  <inkml:trace contextRef="#ctx0" brushRef="#br0" timeOffset="-63100.68">21063 16818 1623 0,'-12'-17'0'0,"9"4"0"0,1 2 0 0,2 8 0 0,5-1 0 0,12 2 0 0,3 1 0 0,1 1 0 0,8 0 391 0,-3 0-181 0,2 7-88 0,-1 4-75 0,-2 3-11 0,-1 3 0 16,-1 2 9-16,-11 0-103 15,-3 3 48-15,-7 0 22 0,-2-1 1 0,0 1-73 0,-14 2 57 0,-6-6 14 16,-4-2 99-16,-1-3-38 31,-1-6-23-15,4 0-18-16,-1 0 205 0,8-7-106 0,3 0-56 0,4 0 88 0,8 0-64 0,0 0-39 0,10-2 17 0,13 0-56 0,8-3 16 0,4 0 0 15,8 5 0-15,-2 0-31 0,2 0 8 0,-4 7 23 32,-6 9-47-32,-4 0 23 0,-8 5 0 0,-7 3 24 0,-7 5 51 0,-7-3-8 0,-10 2-64 0,-18-2-8 15,-5-4-7-15,-9 2 0 63,0-10 0-63,-1-4 0 0,-1-4 0 0,-1-4 0 0,4-2 0 0,-3 0 0 0,12-2 0 0,5-7 0 0,7-5-242 0,6-4-110 0,9 2 151 0,1-3 97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1:19:14.6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3-01-06T01:19:17.871"/>
    </inkml:context>
    <inkml:context xml:id="ctx2">
      <inkml:inkSource xml:id="inkSrc174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2" timeString="2023-01-06T01:21:51.557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2896 6237 632 0,'-7'-11'0'0,"2"2"0"0,0 1 0 0,1 2 0 0,-4 1 0 0,5 2 145 0,3-1-52 0,-2 4-27 0,0-3 105 0,1 3-65 0,1 0-24 31,0 0-10-31,0 0 33 0,0 0-33 0,0 0 0 0,0 3-33 0,0 2 43 0,0 6-42 0,0 2-1 31,0 6 98-31,0 3-49 0,0 5 0 0,0 7 31 0,0 6-45 0,0 2 1 94,0 8-36-94,0 7 125 0,0 7-62 0,0 14-21 0,0-1-10 0,0 10-32 0,0 2 1 0,0 2-1 0,1 9 69 0,1-16-37 0,0-4 1 0,-2 1-33 16,2-3-25-16,-1-3-1 0,4 7 37 0,-4-21-45 0,3-2 35 0,-2-3-1 0,1 2 1 0,-1 1-11 0,0 9 21 0,-1-10-21 0,1-4 9 0,-2 4-36 15,0-1 1-15,0 4 30 0,0 3-5 0,0-8-35 0,0 0-1 0,0 1 35 16,0 0-31-16,0-1-1 16,0 5 38-16,0-13-60 0,0-3 0 0,0 2 38 15,0-2 7-15,0-1-39 0,0 7 34 0,0-12-18 16,0 2 11-16,0 1-31 0,2 1 28 0,-1-2-3 16,1 6 5-16,0-10-32 0,0-2-1 0,1 0 30 0,-2-1-45 0,0-1-2 15,-1 9 44-15,1-10-72 0,1-3 33 0,0 0-10 16,-1 0 40-16,1-3-57 0,-1 3 21 0,-1-9-8 15,3 1 35-15,-2-3 7 0,-1 1-10 0,2 0-10 16,-2 4 2-16,0-5 4 0,0 2 2 0,0-6-2 16,0 5 6-16,0-2-3 0,0 1-6 0,0-6 12 15,-2 2-6-15,-2-4 5 0,1 0-4 0,0-3-45 16,0 4-5-16,2-8 47 16,-3 0 1-16,2-1-44 15,0-2 1-15,0 0 24 0,1 0 13 0,-1 0-61 0,-1 0 29 0,1-2-9 31,-3-3-303-31,1-7 158 0,-1-5 94 0,1-2-235 16,0-5 160-16</inkml:trace>
  <inkml:trace contextRef="#ctx0" brushRef="#br0" timeOffset="351.19">2983 5961 1081 0,'-18'0'0'0,"0"0"0"0,2-2 0 0,1 2 0 0,0 0-81 0,0 9 7 0,1 3 44 15,-5 6 0-15,-3 6 450 32,-3 8-180-32,1 6-105 0,-6 7-47 0,0 4-31 0,0 6-17 0,1-3 0 0,0 5-206 0,9-15 96 0,5-6 52 0,5-5-449 15,6-8 229-15,4-8 116 0,0-7 56 0</inkml:trace>
  <inkml:trace contextRef="#ctx0" brushRef="#br0" timeOffset="464.76">2887 6013 1129 0,'7'-16'0'0,"2"9"0"0,0 4 0 0,6 3 0 0,3 0 0 0,5 3 245 0,8 9-93 0,-3 5-60 0,5 2-27 0,3 6 1 0,1-1-26 0,1 2 463 0,7 3-310 0,-6-4-82 0,1-1-35 0,4 1-820 0,-2 2 392 0</inkml:trace>
  <inkml:trace contextRef="#ctx0" brushRef="#br0" timeOffset="1455.17">2089 8802 704 0,'-12'-5'0'0,"1"2"0"0,5 0 0 0,1 2 0 0,0-1 0 0,3 2 0 0,0 0 0 0,2 0 231 16,0 0-95-16,10 0-49 0,3 2 189 0,6 2-118 16,4 1-50-16,-1 1-39 0,3-2 147 0,4-2-89 15,0 2-44-15,3-3 60 0,4 3-42 0,-4-4-36 16,4 1 0-16,2-1 4 0,4 0 0 0,8 0-29 16,8 0 9-16,-1 0 38 15,0 0 0-15,8-1-47 0,4-1-2 0,3-1 2 0,11-3 9 0,-10-1-9 31,3 2-44-31,-1-2 1 0,3 2 42 0,7-1 9 0,-16 1-8 0,-2 3-1 0,2-2 1 0,-2 4-6 16,4-3-9-16,6 2 21 0,-16 1-32 0,0 0-6 16,-1 0 17-16,-2 0 4 0,1 1-47 0,10 2 52 15,-15-1-8-15,5-2 0 16,-2 2-26-16,3-2 24 0,-3 0-1 0,8 0-15 0,-13 0 11 0,-1 0 1 16,2 0-6-16,1-2 32 15,1 0-5-15,9-2-16 0,-11 1-8 0,-2 0 43 16,3 2-51-16,0 0-9 0,0-1 0 0,5 2 0 31,-11 0 0-31,2 0 0 0,2 0 0 0,-1 0 0 0,0 0 0 0,6-1-19 16,-10 1-18-16</inkml:trace>
  <inkml:trace contextRef="#ctx0" brushRef="#br0" timeOffset="2050.56">6284 8500 1748 0,'3'1'0'0,"3"1"0"0,2 3 0 0,5 1 0 0,3 0 0 0,2 5 0 0,5 0 0 0,2 2 0 0,4 1 498 0,5 6-221 0,-5-3-125 0,3 4-58 0,-3 1 207 0,-3 1-132 0,-1-2-67 0,-4 2 55 0,-12-3-64 0,-3 0-29 0,-6 2 0 0,-12-1-38 0,-15 6 8 0,-11 4 10 0,-8-2-143 0,-12 3 67 0,-10 4 34 0,-13 3 0 0,-13 7-758 0,-20 12 392 0</inkml:trace>
  <inkml:trace contextRef="#ctx1" brushRef="#br0">14448 7726 0,'0'0'15,"0"0"1,0 0 0</inkml:trace>
  <inkml:trace contextRef="#ctx0" brushRef="#br0" timeOffset="6615.64">5592 8743 417 0,'-6'0'0'15,"-3"0"0"-15,0 0 0 0,2-3 0 0,-1 2 0 0,1 1 0 0,-6 0 0 0,6 0 0 0,-2 0 61 0,1 0-32 0,-2 1-1 0,2 5 0 0,-3-2 46 0,2 2-43 0,1-1 0 16,0-1 0-16,0 3 0 0,1-1 1 0,0-2 8 16,2-1-80-16,-1 2 34 93,2-1-1-93,1-1-3 0,1-3 0 0,0 5 35 0,1-5-1 0,-1 0-51 0,2 0 1 0,0 0 29 0,-3 0 11 0,3 0 48 0,0 0-4 0,0 0-55 0,0 0 152 0,0 0-66 0,0 0-34 0,0 0 16 0,0 0 36 0,0 0-29 0,0 0 1 0,0 0-4 0,0 0-36 0,0 0 11 0,0-3-10 0,3 3 21 16,2-2-21 46,0 2-1-62,7 0 1 0,-2-3 63 0,5 3-36 16,3 0-1-16,3-3-26 0,6 2 69 0,5-1-35 0,7-1 10 0,3 0 14 0,7 0-28 0,6-3-1 0,5 1-65 0,6 1 36 0,8-3 10 0,-6 0-10 0,-2 1-17 0,-1 1 16 0,-2-2 1 16,-4 4 0-16,5 0-56 0,-14 1 23 0,-6 0-1 0,-1 1 34 0,-5 1-74 15,-2-1 33-15,4 0 7 16,-13-4-38-16,-2-2 26 0,-4 3-14 0,-2-3 7 0,-2 1 26 0,-8 1 0 16,-3-1-6-16,-2 2-21 15,-4 2 20-15,0 1 4 16,0 0 1-16,0 1-122 0,-6 0 54 0,-5 0 29 0,-2 0-493 0,0 0 247 15,-4 1 96-15</inkml:trace>
  <inkml:trace contextRef="#ctx0" brushRef="#br0" timeOffset="8114.01">3198 6321 165 0,'0'0'0'0,"-2"0"0"0,0 0 0 0,-1 0 0 0,1 0 0 0,1 0 147 0,-1 0-53 0,0 0-27 0,-2 0 0 0,3 0-51 0,-1 1 32 0,0 1-10 0,1 2-15 0,-2-1 13 0,3 0 1 0,0 2-3 0,0 2 11 0,-2-3-8 125,2 5-1-125,0-2 18 0,0 2-18 0,0 0 1 0,0 2 9 0,0 1-36 0,0-2-2 16,0 1 28-16,0 3-2 0,0 1-32 0,0 0 8 0,0-1 20 0,0 3-25 0,2-3 21 0,-2 1 4 0,3 2-50 0,0 0 50 0,0-2-11 0,-1 1 6 0,2-1-19 0,-1 2 16 0,-1-2-5 0,1 3 9 0,-1-5 2 0,1 3-7 0,0-4 0 0,1 1 0 0,-1 0-20 0,-1 3 24 0,2-4-4 0,-3 1-12 15,2 1 11-15,1-3 0 0,0 3-35 0,-1 2 38 0,2-4-7 0,-2 0 2 0</inkml:trace>
  <inkml:trace contextRef="#ctx0" brushRef="#br0" timeOffset="8384.45">3242 6863 1606 0,'5'12'16'0,"-2"3"2"0,1-3-3 0,0 2-22 0,3-2 21 0,-4-2-2 31,1 2 1-31,1 2-1 0,1-5 2 0,-3 2-3 0,2-1 1 0,1 0 0 0,-2 0 1 0,1 1 3 0,0-1-4 0,-2 0 0 0,3 1 0 0,-1-2-4 0,0 3 4 0,2 0 4 0,-4-2-4 0,1 2-13 0,1-1 13 0,1-1-2 0,-1 3 2 0,-1 1-27 0,1-3 25 0,1 1-1 0,-2-1 4 0,3 0-3 0,-3 2-1 16,4-1 3-16,-4 0-3 0,2-1-1 0,0-2 1 0,1 0-1 0,-3 3 1 0,5-1 2 0,-4-2-2 0,0 0-3 0,3 0 3 0,-3-1 0 0,0 2 0 0,4 2 9 0,-2-2-9 0,-1-2 1 0,1 1 23 0,-1 3-23 0,0-3 0 0,4 2 14 0,-3-3-14 0,-1 2 2 0,2-1-1 0,-2 0 1 0,3-1 0 0,-2 4 4 0,-1-4-5 0</inkml:trace>
  <inkml:trace contextRef="#ctx0" brushRef="#br0" timeOffset="9377.68">3572 7482 2251 0,'6'8'12'0,"3"0"1"0,-3 1 0 0,3 0-23 0,-1-1 22 0,-3 0-1 0,4 1-31 0,-2-1 29 0,0 0 1 0,2 2-18 0,-3-4 17 0,4 3-3 0,-4-1 2 0,-1-2-13 0,6 4 11 0,-5-2 1 15,1-2-1-15,0-1-16 0,-2 5 15 0,2-5-1 0,3 4 0 0,-5-2-4 0,1 0 3 0,2-3 1 0,-2 3-5 0,1 0 4 0,-1 0 1 0,0-1 0 0,1 0-2 0,0 0 2 0,-3 0-3 0,4 0 2 0,-1 1 0 0,-2 0 0 0,3-1 0 0,-3 1 0 0,0 0 0 0,0-1 0 0,5 2 0 0,-7-2 0 0,4 1-1 0,-1 0-22 0,-1-3 33 0,0 3-11 0,3 0 0 0,-3-1 18 0,-1-3-17 0,2 2 0 0,0 1 1 0,-3-6 3 0,5 7-1 0,-1-2-3 0,-1-1 3 0,-2-1 1 0,5 3-2 16,-4-3 0-16,5 4 2 0,-3-4-26 0,-1 0 23 0,3 4 0 0,-2-2-48 0,-1 0 46 0,6 2-2 0,-5-1-17 0,2-2 15 0,-1 4 2 0,2-1-3 0,-3-2 3 0,2 1-3 0,-1 1 1 0,0-1-3 0,1-1 9 0,-4 2-9 0,5 0 3 0,-1 0-2 0,-3-1 15 0,3-1-12 0,-1 2-1 0,1 0 10 0,0 0-9 0,1-1 2 0,-4 0 1 0,2-1-2 0,0 2 0 0,1-2 1 0,2 2 32 0,-3 0 0 0,3 1-32 0,-2-5 2 0,0 5-30 0,0-5 30 0,3 5 0 0,-4-3 1 0,2-1-7 0,0 3 7 0,0-2-1 0,-1 0 24 0,3 2-23 0,-1-2 1 0,-3-1-28 0,4 0 26 0,-4 1 0 0,3-1 0 0,0 1-13 0,0-1 11 0,-3 2 1 0,4-2-5 0,-4 0 39 0,1-1-31 0,2 1-2 0,0 0 2 0,-3-1-11 0,2 1 9 0,-1-1 0 0,1 0-16 0,1 0 16 0,-1 1-3 0,-1 0-5 0,4 0 7 0,-3 1-1 0,-1-1 0 0,5 0 17 0,-5 0-16 0,1-1-1 0,-2-1-1 0,3 3-9 0,-3-4 9 0,5 3 3 16,-6-3-2-16,2 3-5 0,-1-3 6 0,1 1-1 0,11 3-18 0,-13-3 17 0,1 1-23 0,1 0 22 0,-1-2 0 0,1 2-4 0,0 1 3 0,-1-1-1 0,0 1 2 0,0-1-2 0,0 1 21 0,1 0-20 0,1 2-1 0,-2-5 1 0,1 5 39 0,-1-3-37 0,1 1 1 0,-1 1-1 0,2-5 3 0,-3 5-2 0,-1-4-7 0,3 2 8 0,-1-1 2 0,1 1 0 0,-2 0-17 0,-1-2 16 0,4 1-1 0,-3 1 0 0,1-2-31 0,0 0 30 0,1 4-3 0,-2-5 2 0,2 5-20 0,1 0 19 0,-3-3-3 0,3 2 49 0,-3-2 1 62,3 3-46-62,-1-2-35 16,0-2 1-1,-2 1 34-15,3 1-1 0,-2-1-13 0,0-1 13 0,2-1 1 0,-5 2-1 0,3-1-10 0,2 2 9 0,-3-3 0 0,1 0 2 0,-3 3-3 0,1-3 1 0,3 2-4 0,-2-2 0 0,0 0 0 0,-1 3 2 0,-2-3-8 0,3 1 9 0,-1-1-1 0,0 0 0 0,0 3-1 0,0-3 2 0,-2 0-1 0,1 0 1 16,0 0 8 78,2 1-9-94,-3-1-1 0,1 4 1 0,3-4 3 0,-4 0-3 0,1 1 0 0,1 2-13 0,0-3 13 0,-2 2 1 0,1-1 0 0,1 0 0 0,-1-1 1 0,0 2-2 0,-2 0-25 0,3-2 24 0,-2 3-1 0,0-3 1 0,1 2-10 0,0-1 9 0,-1 0-2 0,0-1 2 0,0 3-5 0,1-1 4 0,2-1-2 0,-4-1 2 0,1 2-1 15,1 0 1-15,-1-2 15 0,2 0-14 0,-3 3-2 32,2-2 1-32,1-1 2 0,-3 3-1 0,1-3 1 15,1 3 0-15,0-2-10 0,1-1 10 0,-4 2-1 0,3-1 0 0,0 2 4 16,-1-2-3-16,0 0-4 0,2 0 11 0,-2 1-8 31,0-2 1-31,1 3-31 0,-3-3 1 0,3 0 26 0,-2 1 0 0,3-1-36 16,-3 0-3-16,-1 0 39 0,1 0-1 0,0 0-120 0,0 0 51 0,0 0 30 15,-1 0-126-15,-1 0 70 94,1 0 24-94,-2 0-9 0,2 0-90 0,0 0 70 0,-2 0 35 0,0 0-226 0</inkml:trace>
  <inkml:trace contextRef="#ctx0" brushRef="#br0" timeOffset="11810.2">3847 5375 207 0,'0'-5'0'0,"-3"1"0"0,1-1 0 0,-2 3 0 0,-2-3 101 0,3 0-40 16,1 5-1 62,-1-1-31-78,2-1 121 0,0 0-55 0,-1 0-16 0,0 2 5 0,1 0 0 15,1 0-42-15,-3 0-13 0,3 0 12 0,0 4 11 0,-1 1-11 0,1 3-2 0,0-1 3 0,-2 0-1 0,2 3 0 0,-2-1 13 0,2 2-13 0,-2-1 1 0,2 1-1 0,-2 1-15 0,1-1 15 0,1 3 10 0,-1-3-50 0,0 2-1 47,1 0 35-47,-2 0-38 0,0 1-1 0,2 0 46 0,-1 0-14 0,1-1-29 0,0 0-5 0,0-1 34 0,0 2-9 0,0 1-28 16,0-3 27-16,0 1 5 0,0-2-9 0,0 1 3 0,0 0-2 0,0 0 9 15,0 0-13-15,0 0 8 0,1-1-1 16,1 0-30-16,0 1 29 0,0 4 5 0,1-6-6 0,1 4-27 16,-1-3 26-16,1 2 1 47,0-2-2-47,-2 5 4 0,3-3-5 0,-2-1 2 0,1-2-4 0,-1 2-4 0,2 0 4 0,-2 3 3 0,0-3 20 0,3-3-21 0,-3 2 1 0,-1-1-8 0,2 3 11 0,0-4-3 15,1 1-1-15,-1-1-2 16,-1 2 2-16,1-1 1 47,0 4 5-47,2-6 11 0,-2 1-16 0,3 4 0 0,-1-1 1 0,0-1 10 0,0 4-6 0,2-3-4 0,-2 3 3 0,1-3-2 0,1 2-1 0,-3 2-33 15,4 0 37-15,-2 0-5 0,-1-3 1 0,0 1-45 0,1 1 43 0,-2-2-3 16,3 4 5-16,-1-6-24 0,-3-1 19 0,4 2-3 31,-1-1 3-31,-2-1-7 0,2 3 8 0,0-4-10 16,-1 0-17-16,1 2 22 0,0-2 0 0,0 1-13 15,3 2 14-15,-5-2-2 0,3 1 1 0,0 0-10 16,0 1 9 0,-1 0-3-16,1 1 4 0,-1-3-10 0,3 0 8 0,-3 3-1 0,2-4 1 0,-2 2 9 15,4 3-8-15,-4-5-1 0,1 1 1 0,1 0-1 16,-1-1 0-16,2 4-3 0,-1-2 4 0,1-1 0 16,-3 2-1-16,0-2 1 0,1-1-1 0,0 1 0 15,2 3 2-15,-4-5 30 0,4 3-31 0,-3-2 2 0,2-1-1 16,-1 3-1-1,0-3 1-15,0-2 1 0,0 3-28 0,3-2 27 0,-4 0 0 0,5 3-12 16,-5-1 11-16,5-4 0 0,-4 5 0 0,3-3-42 16,0 3 40-1,1 1-3-15,0-3 2 0,-2 2-14 0,2-3 12 32,-1 4-3-32,-1-2 3 0,5 1 30 0,-5 1-30 0,0-4-1 0,1 1 38 0,0 2-34 0,-3-1-2 0,5 0 5 0,-4 1-3 0,1-4 2 15,0 1-1-15,0 2-7 0,-1-3 7 0,3 5 6 31,-1-5-5-31,-4 0-28 0,4 3 0 0,-1-2 24 0,1 1 1 0,0 0-31 16,1-1 1-16,-3 3 20 0,3-3-42 0,0 0 41 16,-2-1 3-16,4 5-4 31,-3-5 3-31,-1 0-4 0,3 3 2 0,-3-3-1 0,3 1 0 0,-2 0-4 0,2 0 2 0,-3-1-2 0,0 1 5 0,2-3 0 16,-2 3-1-16,3-2-14 0,0 0 15 0,-3-1-1 15,3-2-14-15,-3 3 14 16,1-1 0-16,6-1 26 0,-7 1-27 0,3-2 0 15,-1 2 0-15,0-1 41 0,2 0-38 0,1 3-3 16,-2-4 4-16,-2 4 19 0,4-2-17 0,-4 2-1 16,4-1 4-16,-2 1 24 109,1 0-21-109,-1-1-5 0,0 2 31 0,1-1-1 0,1 1-22 0,0 0-4 0,0 2 4 0,1-1-3 0,-2-1 4 16,1 3 4-16,2-3-2 0,-2 0-4 0,-1 1 5 0,0-1 22 0,1-1-23 0,0 1-1 0,1 4 5 0,-1-3-9 0,-4 1 5 0,2-1-1 0,2 0 35 0,-5 1-34 0,3 3 1 0,0-6-2 0,-5 2 1 0,1-2 1 0,1 0 0 0,-1-1-24 15,3 2 25-15,-3-2-2 0,0-1 4 0,2-1-20 0,-4 0 17 0,4 0 0 16,0 2-1-16,-1-3-16 0,-1 0 12 0,0 2 2 16,0 2 28-16,2-4-28 15,-1 3-1-15,2 2 4 0,-4-2-2 0,4 1-1 94,-4 0 2-94,4 3 76 0,-1 1-33 0,1-2-3 0,-2 0-31 0,0-2-75 0,0 0 36 0,-1 1 0 0,4 0 39 0,-5-3-32 0,3 0 25 0,-2-1 0 0,2 0-27 0,-3 0-1 16,5 1 23-16,-4-3-34 0,1 3 31 0,-1-1 2 0,1-1-7 0,-1 1-12 0,3 2 12 0,-3-1 3 0,-1 1-12 0,0-1 14 0,3-1 0 0,-2 4-2 93,-1-3-1-93,-1-1 2 0,2 1-3 0,-3 0 2 0,2-1 3 0,2 1-3 0,-3-1-1 0,0 0 5 0,0-1-4 0,2 2 0 0,0-3 0 0,-1 2 0 0,0 1 0 0,0-3 0 0,1 2 1 0,-3 0 1 0,2 0-1 0,3-1-1 0,-3 3 1 0,1-5-20 0,-3 4 19 0,1-3 0 0,1 0-9 16,-1 4 7 0,0-4 1-16,-1 0-30 0,0 2 29 0,-1-2-1 0,2 1-1 0,-1-1-33 15,-1-1 2-15,2 2 27 0,-3-2 2 0,3 0-84 0,-2 0 36 0,2 1-10 16,-1-1 50-16,0 0-86 0,-1 0 39 0,2 3 11 15,-2-3-24-15,3 1 24 0,-3 1 19 0,0-1 45 16,2 0-1-16,-2 2-55 47,0-2 7-47,2 2 83 0,-3 0-35 0,-1-1 6 0,2 2-45 0,1-3 103 0,-2 3-45 0,-1-1-15 0,2 0 3 0,-2 0 3 0,2-1-29 16,-2 2 46-16,-1-3-52 0,4 3 19 15,-5-4-4-15,2 3 5 0,0-2-27 0,-1-1 22 16,0 2 0-16,-1-1-20 0,1-1 18 0,0 0-6 0,-2 2 5 0,1-2-10 15,-1 0 7-15,2 0-2 0,-2 0 3 0,0 0 13 32,0 0-13-32,0 0 0 0,0 0-35 0,0 0 0 0,0 0 34 0,0 0-88 31,0 0 42-31,0 0-5 0,0 0 44 0,0 0-520 0</inkml:trace>
  <inkml:trace contextRef="#ctx0" brushRef="#br0" timeOffset="14588.56">2916 8918 400 0,'0'0'0'0,"-1"0"0"0,-2 2 0 0,0-1 0 0,2-1 0 0,-1 2 0 0,0 0 0 0,0 0 0 0,1-1 0 0,-2 1 38 0,1-2-15 0,0 2 0 0,2-2 24 0,-2 3-16 0,1-3-7 0,-1 1 39 0,2-1-1 0,-2 0-33 0,2 3-1 0,-1-3 13 0,1 0-11 0,0 0 1 47,0 0-1-47,0 0-46 0,0 0 46 0,0 0 9 0,0 0-8 0,0 0 2 0,0 0-3 0,0 0-3 0,1 0 2 0,3 0 5 0,1 0-5 0,1-3-16 0,0-1 14 0</inkml:trace>
  <inkml:trace contextRef="#ctx0" brushRef="#br0" timeOffset="15251.18">2912 8928 1231 0,'8'-5'26'0,"-3"0"-41"0,5 0 40 0,-4-2 2 0,1 2-1 0,4-5-2 0,-3 4 1 0,2-5 3 0,-1 5-4 0,4-5-36 0,-5 1-1 0,6 0 29 0,-2-1-47 0,2-1 50 0,-2 0-1 0,1 0-31 0,0 1 29 0,-2 0-5 0,3 0 4 0,0-2-35 0,-3 3 32 0,2-2-5 0,-2 3 4 0,1-1-44 0,-1-3 41 0,3 2-4 0,0-1 3 0,-2 2-26 0,2-2 25 0,-1-1-3 0,6-1-20 0,-4-1 20 0,-1 1 1 0,0-3-16 47,3 2 15-47,-1 1-2 0,3-3-1 0,-3 5 2 0,1-3-1 0,-2 1-1 0,2-1 1 0,-1 2 20 0,4-5-20 0,-5 5 1 15,2-2 0-15,0 1 32 0,-4-1 2 0,4-1-32 16,2-1 60-16,-2 3-57 16,-1-1 5-16,1-2 14 0,2 0-13 0,0 2-2 0,2-6 8 0,-1 2-17 0,-1 3 14 15,1-3-3-15,0 1 5 0,1-2-48 16,5-2 44-16,-6 3-2 15,-1 1-4-15,3-3-27 16,-2 1 24-16,-1 1 4 0,3-3-22 0,-3 5 20 16,0-1-4-16,-2 0-13 0,2-1 14 0,-2 1 1 0,3-2-1 0,-4 2 7 0,2 1-7 0,-1-3 0 15,3-1 0-15,3 0 21 16,2-6-19-16,-4 5-1 16,2-3 0-16,0 2-10 0,0 0 11 0,-2 0-1 31,2-4-22-31,-5 9 22 0,-2 0-1 0,-1-1-20 0,-1 4 20 0,0-2-1 0,3-4-1 0,-6 8-5 0,1-2 4 0,0 1 1 15,1-1-3-15,1-2 17 0,1 2-16 0,-1 1 2 32,-1 0-1-32,1-3 38 0,4 1-35 0,0-5-1 0,-1 3 23 0,0-1-22 0,2 1 4 15,1-3-21-15,-4 1 19 0,8-4 0 32,-5 4 2-32,-2 3-57 0,2-1 52 0,-3 0 1 0,1-1-2 0,5-1-31 0,-6 4 26 0,2 0 4 15,0-3-8-15,0 0-1 0,4-1 1 0,0-4 11 16,1 3-9-16,0 0 2 15,-1-2-2-15,2 1 15 0,3-4-13 0,2-3-1 16,-3 5 2-16,0-2 10 0,-2 2-8 0,1-1-2 0,-2 1 4 0,3-5-1 16,-5 7-1-16,-1 2 0 15,1-2 0-15,1 1-1 16,2-3 1-16,1-1-1 0,-3-1 1 0,5 2-1 16,-1-2 1-16,1-3-1 0,2-1 1 0,2-1-1 0,-3 3 1 0,-1 1-22 15,2-1 20-15,-2 0 2 0,-2 1-2 0,5-2-28 16,-5 7 27-16,-1-3 1 15,1 2-2-15,-1-1-28 0,1 1 25 0,5-5-2 16,-4 6-33-16,1-1 31 16,0 0 4-16,2-2-21 0,-2 1 16 0,7-5-3 0,-10 8 5 0,-1 0-20 0,-1 3 18 0,1-2-2 31,0-1-2-31,-8 9 34 0,-3 3-30 0,0-1 1 0,-3 3-1 0,-1 3 30 16,-2-3-31-1,-3 5 6-15,-2 0 45 0,1 1-43 0,0 0-2 0,-2-2-32 31,0 2-3-31,0 1 39 0,0 0-3 16,0 0-204-16,0 0 96 0,0 0 42 0</inkml:trace>
  <inkml:trace contextRef="#ctx0" brushRef="#br0" timeOffset="16472.59">2894 8850 255 0,'0'0'-1'0,"-2"0"1"0,1 0 0 0,-3 0 0 0,3 0 0 0,-1 0 0 0,2 0 127 15,-2 3-35-15,1-3-10 0,-1 0-46 0,2 0 30 0,-2 0-27 0,2 0 1 16,-2 0 29-16,2 0-28 31,0 0 1-31,0 0-24 0,0 0 23 0,0 0 0 0,0 0 10 0,0 0-21 0,0 0 10 0,0 0 0 16,0 0 5-16,0-3-29 0,0 0 31 0,0-1-7 15,2-1-4-15,0-1-33 32,1 0 32-32,-1 0 2 15,1-3-3-15,1 0 2 0,-3 1-3 0,3-1-32 0,1 3-2 0,-3-5 41 0,1 4-12 0,0-1-39 0,0-1-4 0,0 1 43 16,0-2-8-16,1 3-28 16,-1-2-6-16,0 1 35 0,4-4-7 0,-4 5-33 0,1-1-4 0,1-3 34 15,-2 1-29-15,3 0 30 0,-3 2-9 0,2-3-18 16,-2 1 20-16,1-2 0 0,1 1 2 0,-1 2 24 15,-1-2-25-15,0 1-1 16,0 1 1-16,4-4 39 0,-4 1-37 0,1 0 0 63,-1-1 0-63,3 0 33 0,0-1-30 0,0-5 7 0,2 3-15 0,-3-1 10 0,3-2-1 0,3-1 3 0,-2-1-3 0,2-5 6 0,1 6-6 0,-1-2-8 0,2-2 9 0,2 2-4 0,-4 0 4 0,5-5-50 15,-3 4-2-15,0 1 43 0,0-1 3 0,3 2-30 16,-3-2 27-16,3-5-2 0,-4 4 23 0,5 2-22 47,-3-4 0-47,2-2 18 0,0-1-18 0,5-4 1 0,-3-1-1 0,2 0 17 0,0-2-15 0,4 1 3 0,-3-5-2 0,3-6-22 0,-4 7 22 15,-1-1 2-15,1-2-2 0,0 1-40 16,-1 0 38-16,3-6 0 16,-4 6-41-16,0 0 37 0,2-2 0 0,-1-2-22 15,4-5 21-15,-4 9-6 0,-2 0 4 0,3 1-3 16,-1-2 3-16,0 1-4 0,5-5 3 0</inkml:trace>
  <inkml:trace contextRef="#ctx0" brushRef="#br0" timeOffset="16697.65">3817 6911 1809 0,'19'-38'-4'0,"1"-3"0"0,3-3 0 0,-3 1 16 0,6-7-15 16,-4 10 2-16,2-1-39 0,-1 0 38 0,-3-3 0 0,3 3-37 0,4-6 34 0,-5 10 0 0,-1-4 0 0,1 0 0 0,-2-1-1 0,3-3-3 0,6-4 0 0,-8 6-4 0,1 2 5 0,0-1-9 0,0 1 8 0,2-3 38 0,3-4-2 0,-6 12-31 0,-1-5-25 0,4 2 25 0,-3 0 0 0,0-1-38 0,5-2-2 0,-8 8 38 0,2 2 0 0,-2-1-18 0,3-1 16 0,-2 2-6 0,7-7 3 0,-5 8 24 0,5 0-23 0,-1-3-7 0,0-1 5 0,2 0 52 0,1-7-53 0,-4 6 2 0,2-3 38 0,-3 1-32 0,-2-1-3 0,1 1-22 0,1-4 26 0,-7 13-1 0,1 0 5 0,0 2 8 62,-1 3-12-62,0 0 0 0,0-5-2 0,1 9 10 0,-1-3-10 0,1 1 1 0,-2-2 1 0,4 0 45 0,-8 6-44 0,1 2 0 0,-1 2 38 0,-2 1 0 0,-2 3-30 0,2-2 41 0,-4 2-39 0,0 5-2 0,-1-1 7 0,-2 5-37 0,-1-1 1 0,2 0 32 16,-3 2 1-16,0 0-63 0,0 0 28 0,0 9-1 47,0 4 25-47,-4 8-347 0,-4 0 152 0</inkml:trace>
  <inkml:trace contextRef="#ctx0" brushRef="#br0" timeOffset="17190.45">3858 6936 1020 0,'0'0'0'0,"0"0"0"0,0 0 0 0,0 0 0 0,0 0 0 0,0 0 0 0,1 0 0 0,1 9 0 0,0 5 194 16,3 9-76-16,3 9-38 0,1 10 8 0,1 8 0 16,1 12-35-16,1-1-54 31,-3 6 0-31,3-3 44 0,-2 0-1 0,-2-5-121 15,2 4 71-15,-4-20 20 0,-2-9 0 0,-1-5 30 0,-2-10 0 0,1-7-8 16,1 2-253-16,0-14-70 0,-2 0 140 0,-1 0 42 0,0-4-87 0,3-12 69 31,-2-5 34-31,1-7-38 32,2-5 43-32,2-6 0 0,1-5 44 0,-1-8-115 0,0 1 83 0</inkml:trace>
  <inkml:trace contextRef="#ctx0" brushRef="#br0" timeOffset="17445">4078 6803 631 0,'0'-37'0'0,"0"11"0"0,2 9 0 0,-1 5 0 0,3 5 0 0,-3 6 0 0,3 1 208 0,-2 0-88 0,1 15-39 0,2 7 1 0,2 8 157 0,-2 7-99 0,3 9-38 31,-1 0-11-31,-2 3 118 0,2 2-85 0,1 2-41 0,-3-1-84 0,3 7 53 0,0-12-11 0,-3 0-59 16,3 0 30-16,-2-4-1 0,2-1 30 0,2-2-222 16,-7-15 106-16,4-6 57 46,-1-6 30-46,-3-7-426 79,-1-3 208-79,1 0 44 0,-1-3 75 0,-1-3-261 0,1-10 154 0,3-8 75 0,-3-4-89 0,1-4 73 0,-1-3 57 0,0-5 43 0</inkml:trace>
  <inkml:trace contextRef="#ctx0" brushRef="#br0" timeOffset="17747.41">4261 6870 1318 0,'0'-18'0'0,"0"2"0"0,0 7 0 0</inkml:trace>
  <inkml:trace contextRef="#ctx0" brushRef="#br0" timeOffset="17924.18">4263 6820 1318 0,'1'-3'0'0,"3"3"0"0,-1 0 0 0,3 15 0 0,-2 6 195 0,0 7-77 0,1 7-27 0,2 2 76 0,-4 4-63 0,1 2-31 0,-1 0 1 0,0 1-33 0,0 4 11 0,1-7-10 0,0-1 26 0,-2-2-164 0,3-1 69 0,-1-4 34 0,1 6-269 0,-1-15 146 0,-1-3 69 0,2-6-430 0,1-4 203 0,-2-7 127 0,0-1-2 0,1-3-178 0,0-17 144 0,-3-5 70 16</inkml:trace>
  <inkml:trace contextRef="#ctx0" brushRef="#br0" timeOffset="17964.13">4458 6984 870 0,'3'-11'0'0,"2"0"0"0,2 5 0 0,-2 6 0 0,1 0 0 0,3 0 0 0,-3 3 189 0,4 13-64 0,-6 3-47 0,2 5 1 0,-2 3 230 0,2 5-134 0,-3-2-66 0,0 8 4 0,1-5-40 0,-3-1-1 0,1-2-274 0,1 2 121 0,-2-2 62 0,1 1 41 0,-1-6-432 0,1-4 222 0,0-2 112 0</inkml:trace>
  <inkml:trace contextRef="#ctx0" brushRef="#br0" timeOffset="31390">8036 6300 2293 0,'-10'-3'0'0,"2"-2"0"0,-1 4 0 0,3 1 0 0,1 0 0 0,-2 0 0 0,3 0 0 0,3 2 337 0,1 5-149 0,0-3-75 0,0 6-21 0,0-3-17 0,1 0-10 16,6-1-26-16,3 2-242 15,-2 0 120-15,2-1 61 0,0 2 40 0,-2 0-221 16,0 0 120-16,1 2 61 78,-3-2-677-78,-1 4 350 0</inkml:trace>
  <inkml:trace contextRef="#ctx0" brushRef="#br0" timeOffset="31464.61">8012 6606 1629 0,'-1'0'0'0,"1"0"0"0,0 0 0 0,0 1 0 0,0 1 0 0,0 0 0 0,0-1 0 0,0 3 0 0,0 1 7 0,0 0 31 0,3 2 1 0,3 1 9 0,0 3-650 0</inkml:trace>
  <inkml:trace contextRef="#ctx0" brushRef="#br0" timeOffset="31596.18">8011 7029 746 0,'-15'18'0'0,"2"0"0"15,1-1 0-15,1-1 0 0,4-8 0 0,2-1 624 0,5-5-293 0,0-2-146 0,0 0 367 0,2 0-247 0,8-8-138 0,5-4 86 0,4-6-107 0,1-6-54 0,4 0-26 0,1-6-217 0,-2 1 89 0,0 2 51 0,1-2 25 0,-2-1-706 0,1 0 366 0,3-2 191 0,-6 3 82 0</inkml:trace>
  <inkml:trace contextRef="#ctx0" brushRef="#br0" timeOffset="31754.87">8250 6523 2721 0,'-12'0'0'0,"5"0"0"0,-2-1 0 0,5-1 0 0,1-1 0 0,3 3 0 0,0-2 0 0,1 1 0 0,11-5 448 16,4 2-210-16,3 0 130 0,5-3-212 0,2 0-156 15,0 3 0-15,4-3 0 0,-4 2 0 0,1 4 0 16,-2-4 0-16,2 4-533 0,-2-1 254 0,1 2 169 15,-7 0 69-15,-1 0-869 0,-2 0 452 0,-5 0 126 16</inkml:trace>
  <inkml:trace contextRef="#ctx0" brushRef="#br0" timeOffset="32412.24">8469 6321 2071 0,'-8'-5'0'0,"-1"4"0"0,2 0 0 0,2-3 0 0,-1 4 0 0,5 0 0 0,-1 4 0 0,2 4 0 0,0 8 329 0,0-1-144 0,0 6-65 0,0 0 55 15,0 5-68-15,2-2-35 0,-2 5 1 0,0 1-106 16,0 4 45-16,-2-4-9 0,-7-2 35 0,-3 0-120 16,-1-5 60-16,-3-2 30 15,-3 2 20-15,2-12 11 0,-1-2-1 0,4-4 134 32,2-3-67-32,4-2-34 0,1 0-40 0,3 0 150 0,4 0-72 0,0 0-35 0,6-2-47 0,10-3-27 15,1 3 0-15,4-1 0 0,2 1 0 0,-2 1 0 16,4 1 0-16,-2 0 0 0,3 0-233 0,-6 0 44 15,-1 0 83-15,0 0-671 0,-3 0 360 0,-4 1 188 16,3 1 85-16,-7 1-427 0,-2-2 266 0,-3 0 133 16,-2-1 67-16,-1 0-104 31,0 0 76-31,0 0 52 0,-5 0 1 0,-2-1-28 0,-1 0 36 0,3-2 72 0,-3 1 160 0,1 1-118 16,3 1-41-16,-1 0 355 0,-2 0-198 0,3 7-98 31,-6 3-59-31,4 3 338 0,-1 4-117 0,-3 1-99 0,-4 2-11 0,1 5 48 0,-4 2-66 0,-3-2-29 15,1 2 1-15,-6-1 33 94,2-1-31-94,-3 2 9 0,5-8 148 0,3-4-93 0,3-4-47 0,6-2-1 0,1-4-46 0,4-2 10 0,4-3-10 0,3 0 204 0,14 0-102 0,3-7-51 16,4-1-26-16,4-2-186 0,0 2 75 0,-1-2 43 0,0 3-188 0,-2-2 115 0,1 3 58 0,1-3 38 0,-7 1-620 0,2 1 293 0,-5 0 82 0,-1 0-212 31,-2 0 200-31,0-4 91 0,-6 6 60 0,-5-2-6 0,0 0 29 0,-1 0-1 0,-2 3 28 0,0-2 317 0,0 4-154 0,-2-1-82 16,-1 3 244-16,-2 0-163 0,3 0-81 0,-2 0-33 15,2 0 591-15,2 11-255 16,0 3-155-16,0 0 194 0,0 1-175 0,0 4-76 0,4 2-54 0,2-3-74 16,-2 3-1-16,4-1 33 0,-4 2-1 0,5-2-433 15,-5-2 212-15,2-1 111 16,-2-2 55-16,1 1-701 0,-1-6 355 0,3 1 90 62,-5-9-164-62</inkml:trace>
  <inkml:trace contextRef="#ctx0" brushRef="#br0" timeOffset="32516.81">8730 6752 1965 0,'0'-2'0'0,"0"-3"0"0,0 5 0 0,3-3 0 0,1 1 0 0,3 2 0 0,0 0 0 0,6 0 956 0,0 0-461 0,4 0-231 0,4 0-105 0,1 0-80 0,3 0-66 0,2 0-13 0,4 0 0 0,-2 0-632 0,3 0 297 0,-2 0 180 0,-2 0-964 0,-3 0 543 0</inkml:trace>
  <inkml:trace contextRef="#ctx0" brushRef="#br0" timeOffset="32664.26">9232 6441 2329 0,'0'-1'0'0,"0"-6"0"0,2 2 0 0,0 0 0 0,-1-1 0 0,6 5 0 0,-2 1 0 0,3-3 0 0,1 3 794 16,2 0-378-16,2 0-189 16,2 4-95-16,2 7-451 0,2-5 187 0,-2 5 80 15,3 1-940-15,-1 1 514 0</inkml:trace>
  <inkml:trace contextRef="#ctx0" brushRef="#br0" timeOffset="32841.12">9366 6778 1871 0,'-12'4'0'0,"1"0"0"0,4 2 0 0,3 0 0 0,1-1 0 0,3 1 602 16,0 2-282-16,0 0-133 0,7-1-79 0,5 1 606 15,1-2-585-15,0 2-129 47,1-1 0-47,3 2 0 0,-3-4 0 0,4-2 0 0,-4 3-849 0,1-2 410 0,-1-4 238 0</inkml:trace>
  <inkml:trace contextRef="#ctx0" brushRef="#br0" timeOffset="33004.94">9705 6445 1556 0,'7'-4'0'0,"4"-3"0"0,3 1 0 0,0 0 0 0,5 1 417 0,2 4-190 0,2-4-96 0,4 5-46 0,5-2 742 31,-4 2-400-31,4 0-195 0,-3 0-233 0,3 0 0 0,0 0 32 0,-6 2-685 0,-3 0 338 0,-3 1 176 0,-5 2 88 0,-8-3-896 15,3 3 447-15,-10-5 236 16</inkml:trace>
  <inkml:trace contextRef="#ctx0" brushRef="#br0" timeOffset="33284.33">9899 6241 1139 0,'-8'-4'0'0,"2"-1"0"0,0 5 0 0,1 0 0 0,5 0 0 0,0 2 648 0,0 13-305 0,5 6-154 16,4 9 278-16,4 4-221 0,2 7-104 0,-4 6-53 0,2 6 488 0,0 6-486 15,-3 10-91-15,-2-9 0 0,-4 0 0 0,-1-1 0 16,-1-4 0-16,-2 0 0 16,0 6 0-16,-5-15-68 15,-7 0 47-15,2-3-679 0,-3-7 368 0,0-8 184 125,2-6-482-125,-1-21 301 0,5-1 146 0,0-18 74 0,2-11-397 0,2-13 235 0,0-7 108 0</inkml:trace>
  <inkml:trace contextRef="#ctx0" brushRef="#br0" timeOffset="33332.87">9909 6674 1469 0,'1'-13'0'0,"2"1"0"0,0 1 0 0,-3 11 0 0,0 0 0 0,0 2 0 15,0 15 0-15,-10 5 676 0,-1 5-311 0,-2 3-169 0,-1 0 87 0,0 2-123 0,-1-1-62 0,0-1-31 0,0 3-399 0,5-8 179 0,-2-4 95 0,5-1 47 0,0-8-816 0</inkml:trace>
  <inkml:trace contextRef="#ctx0" brushRef="#br0" timeOffset="33478.73">9965 6706 2267 0,'0'0'0'0,"0"0"0"0,0 3 0 0,0-1 0 0,0 3 0 0,0-1 0 0,0 0 0 0,0 1 164 0,0 2-54 0,0-3-42 0,3 1-531 0,6-5 250 0</inkml:trace>
  <inkml:trace contextRef="#ctx0" brushRef="#br0" timeOffset="33689.47">10305 6387 1057 0,'2'-5'0'0,"0"0"0"0,-1 2 0 0,2 2 0 0,-1-2 0 0,1 3 530 0,-2 0-238 0,0 4-132 0,0 8 184 0,1 1-153 0,0 4-78 0,1 1-29 0,0 5-15 0,4-4-9 15,-2 5-23-15,3-2-53 0,0-3 26 0,4 3 0 0,1 2 35 0,2-4-140 0,2 2 66 0,0-1 32 16,-2-3 1-16,0 2 17 15,1 2-10-15,-3-4 18 0,-6-1 2 0,-2 4-40 16,-4-1 24-16,-1 4-31 0,0 2 0 0,-9-3 26 16,-7 0 6-16,-3 1-414 47,-1-1 196-47,-3-2 94 0,1 2 42 0,3-10-323 0,0-7 168 0,1-6 91 0</inkml:trace>
  <inkml:trace contextRef="#ctx0" brushRef="#br0" timeOffset="33810.33">10319 6507 2817 0,'-7'4'0'0,"0"2"0"0,1 2 0 0,-1 5 0 0,-3 5 0 0,1 5 0 0,-2 10 0 0,0 2 0 0,0 4 0 0,-3 4 365 16,2-1-164-16,2 0-399 0,-4 2 126 0,6-16 50 0,-1-2 29 0,5-8-805 0,2-6 418 0,2-3 217 0</inkml:trace>
  <inkml:trace contextRef="#ctx0" brushRef="#br0" timeOffset="33940.99">10250 6799 2095 0,'3'0'0'0,"1"3"0"0,1 2 0 0,3 1 0 0,2 1 0 0,2 2 0 0,3 3 0 0,4 0 722 16,3 0-344-16,5 4-170 0,0-2-86 0,5 0-94 15,-1-3 8-15,-2-2 0 0,2 0-665 0,1-2 332 32,-3-2 167-32</inkml:trace>
  <inkml:trace contextRef="#ctx0" brushRef="#br0" timeOffset="34098.08">10770 6440 2612 0,'0'1'0'0,"0"-1"0"0,0 1 0 0,0 2 0 0,0 4 0 0,0 5 0 0,-6 5 0 0,-5 5 0 0,-2 4 569 0,-3 6-272 0,0 2-130 0,-3 0-186 0,5-1 27 15,1-3 0-15,3-2-725 0,5-10 371 0,5-5 191 0,0-7 96 16</inkml:trace>
  <inkml:trace contextRef="#ctx0" brushRef="#br0" timeOffset="34217.58">10820 6546 2306 0,'3'3'0'0,"0"1"0"0,0 1 0 0,3 0 0 0,-4 3 0 0,5 0 0 15,-3 1 0-15,5 0 0 0,-4 1 256 0,1 0-111 0,2 0-54 0,1 1-19 0,-1-4-639 0,0 0 301 0,3-4 151 0</inkml:trace>
  <inkml:trace contextRef="#ctx0" brushRef="#br0" timeOffset="34553.68">11127 6448 1596 0,'0'0'0'0,"0"1"0"0,0 2 0 0,0-1 0 0,0 1 0 0,0 4 174 0,-3 1-70 15,-3 4-33-15,-2 1 536 0,-2 4-277 0,-3 1-151 0,-2 2-72 0,-3-1-199 0,-1 0 64 0,0 0 32 0,1-1 8 0,4-7-603 0,1 0 313 0,4-8 157 16,1-3-579-16,6 0 353 0,0 0 179 0,2-8-136 47,0-3 135-47,7-1 66 0,7 0 34 0,-1 0 113 0,1 5-36 0,3-1 1 0,-1 5-45 0,2 2 496 0,1-2-248 0,0 3-132 0,-2 0-54 0,1 0 686 0,-1 3-352 16,-1 4-94-16,1-2 74 0,2 4-144 0,-5 1-84 0,1-2-457 15,-5 1 190-15,0 1 96 0,-4-2 47 0,-1 1-367 16,-3 1 203-16</inkml:trace>
  <inkml:trace contextRef="#ctx0" brushRef="#br0" timeOffset="34670.25">10857 6784 1612 0,'-9'0'0'0,"3"0"0"0,1 0 0 0,5 0 0 0,0 0 0 0,0 0 0 0,0 0 0 0,11 2 682 0,8 0-324 0,2-2-160 15,5 2 131-15,-1-2-138 0,1 0-82 0,0 0-553 0,-2 0 239 0,-1 0 121 0,-1 0 60 0,0 0-697 16,-5-2 368-16,-5 0 187 0,-4 2 92 0,-3-2-359 31,-2 0 206-31</inkml:trace>
  <inkml:trace contextRef="#ctx0" brushRef="#br0" timeOffset="34910.72">10984 6474 1719 0,'0'0'0'0,"0"0"0"0,0 0 0 0,0 0 0 0,0 2 0 0,0 8 0 0,0 1 0 0,4 6 0 0,-1 3 273 0,-3 9-118 0,2 4-26 16,-2 4-47-16,0 4-23 0,0 3 9 0,-9-3-137 16,-4-1 53-16,-4-3 25 0,-2-3 1 15,2-4 0 1,-5 2 8-16,5-11 18 0,2-7 0 0,-1-4 82 16,5-5-41-16,3-1 0 0,3 1 202 0,5-5-126 0,0 1-59 0,4 1 187 31,10 1-122-31,8 0-62 0,2 1-22 0,4-2-73 0,2 1-2 0,1-1 0 31,4-2 0-31,0 0-170 0,5 0-10 0,-5 0 104 0,-2-4 56 0,4-6-383 31,-4-1 169-31,1 0 127 0</inkml:trace>
  <inkml:trace contextRef="#ctx0" brushRef="#br0" timeOffset="35054.06">11279 6599 1570 0,'-3'-2'0'0,"2"1"0"0,1 0 0 0,0-1 0 0,0-1 0 0,11 3 717 16,8 0-342-16,6 0-169 0,4 0-85 0,6 0 100 16,1 0-97-16,3 0-45 0,2 0 1 0,4-3-548 15,-2-5 252-15,2 4 135 0,-11-1-381 0,-6-2 240 16,-9 2 120-16</inkml:trace>
  <inkml:trace contextRef="#ctx0" brushRef="#br0" timeOffset="35396.37">11548 6282 1727 0,'-4'9'0'0,"0"4"0"0,2 5 0 0,2 8 0 0,0 8 0 0,0 9 0 0,2 7 0 0,4 12 811 32,-1-6-392-32,1 1-191 0,0-1-97 0,-3-1 98 0,2-6-96 0,-2 4-40 0,1-16-387 0,-3-1 164 46,3-5 83-46,-4-4-271 0,0-4 177 0,0 0 97 0,-4-13 35 0,-1-7-699 0,1-3 358 0,-2 0 66 0,-1-6 127 0,-2-10-314 16,3-6 222-16,1-3 107 0,-2-6 53 0,4-5-98 0,-6-8 89 0,8 5 45 125,-2-3 53-125,1 4 0 0,2 4 0 0,-2 6 108 0,1-2-99 0,1 13-17 0,-1 5-1 0,0 3-27 0,-4 6 1 0,2 3 6 0,-3 5 29 0,-5 21 1602 0,0 7-784 0,-2 5-391 16,-3 3-195-16,-3 2 203 0,-1-1-190 0,0-3-109 0,-1-7-500 0,4-2 200 0,2-7 100 0,5-7 49 0,1-1 35 0,3-10-9 0,4-5 24 0,2-3-1554 0</inkml:trace>
  <inkml:trace contextRef="#ctx0" brushRef="#br0" timeOffset="35583.12">11518 6742 1454 0,'7'0'0'0,"-2"0"0"0,2 0 0 0,2 0 0 0,-1 0 373 0,2 5-168 0,-1 5-85 16,3-1-33-16,-3 0 533 0,3 2-293 0,0-2-145 0,-1 1-381 0,2 0 118 109,-1-2 67-109,-1-2 20 0,1-1-942 0,1-5 463 0</inkml:trace>
  <inkml:trace contextRef="#ctx0" brushRef="#br0" timeOffset="35667.74">11767 6442 1548 0,'5'-9'0'0,"4"-1"0"0,1 3 0 0,4 2 0 0,2 1 0 0,4 1 581 0,3 0-273 0,5 3-128 0,-2 0-76 0,5 0 186 0,-2 0-127 0,2 0-63 0,-2 3-33 0,6 2-49 0,-9-3-8 0,-4 3 25 0,-2 0-627 0,-7-1 313 0,-4-1 158 0,-3 7-762 0,-6-3 447 0</inkml:trace>
  <inkml:trace contextRef="#ctx0" brushRef="#br0" timeOffset="35989.05">11918 6529 1090 0,'0'0'0'0,"0"0"0"0,0 3 0 0,0-1 0 0,0-2 0 0,0 3 261 0,3 1-113 0,7-1-47 0,3 2-37 0,0-2 190 16,3 1-109-16,1 1-55 15,2 0-22-15,-2 0-23 0,-2-1-9 0,-2 3-1 0,-3 1-82 0,-1-1 42 16,-6 2-1-16,-2 2 199 31,-1 3-83-31,0-1-37 0,-1 4 0 0,-7-1 339 0,-1 6-180 0,1-1-102 0,2 1-47 0,-1 4 263 0,2-1-346 0,3 4 0 16,0 3 0-16,2-4 0 0,0 1 0 0,0-4 0 31,2 3 0-31,1-4 0 0,3 2 0 0,-1-5 0 16,-2-6 0-16,-2 1 0 0,-1 0 0 0,0-5 0 47,-1 3 0-47,-13-6 0 0,-5 1 0 0,-4-2-117 0,-7 0 10 0,-1 0 17 0,-7-3 19 0,6-1 45 0,-3-3-10 0,4 0-1 0,-3-3 31 0,7-8 0 15,-4-3-39-15,11-3-129 0,5-1 69 0,6 0 35 0,5-1-1 0,4 2-368 31,0-4 193-31,13 4 109 0</inkml:trace>
  <inkml:trace contextRef="#ctx0" brushRef="#br0" timeOffset="36159.91">12386 6854 3345 0,'5'4'0'0,"3"1"0"0,4 2 0 0,5 1 0 0,1 4 359 0,3 0-163 0,4 3-165 0,-3-3-34 0,0 0-27 0,-7 3 32 0,1-4-1 0,-2 1-580 47,-5-2 276-47,1-2 135 0</inkml:trace>
  <inkml:trace contextRef="#ctx0" brushRef="#br0" timeOffset="38780.58">6222 4954 1326 0,'-7'-7'0'0,"-1"2"0"0,0 0 0 0,5 5 0 0,2 0 0 0,-2 10 0 0,2 9 0 0,1 6 0 0,0 9 165 0,0-1-68 0,1 2 18 0,6 1-39 0,3 1 0 0,1-3-39 0,5 3 65 0,-2-12-37 0,3-3-1 0,3-6-27 0,0-2 42 15,-1-8 0-15,6-2-34 0,-5-4-8 0,-3-4 31 16,2-16-1-16,-5-6-30 0,-1-6-65 15,0-3 42-15,-6-2-10 0,-4 0-54 16,-1-3 44-16,-2 2-1 16,0 1 43-1,0-3-205-15,-9 7 91 0,-6 4 31 0,-3 1 29 0,-4 4-164 0,-2 7 85 0,-7 0 14 0,4 16 33 0,-2 1-21 16,2 7-1-16,0 13 9 16,-1 5-9-16,10 5 128 31,5 1-46-31,5 2 340 0,6-4 141 0,2-1-222 0,0 1-116 0,14-11 16 0,6-1-66 0,4-4-33 0,7-8 0 15,6-2-77-15,6-3 10 0,-2 0 33 16,-1-10 1-16,-1-4-356 0,-1-1 178 0,0-4 89 0,2-2-752 0,-7 3 365 16,-5 0 206-16</inkml:trace>
  <inkml:trace contextRef="#ctx0" brushRef="#br0" timeOffset="38927.01">6690 4797 1037 0,'-5'0'0'0,"0"0"0"0,1 0 0 0,4 2 242 0,0-1-103 0,0-1-51 0,7 0-26 0,10 0 670 0,4 0-338 0,2 0-183 0,6 0-88 0,-2 0-131 15,5-1 0-15,-2-3 44 0,5 0 10 0,-4 1-679 0,3-1 335 0,-7 1-751 16</inkml:trace>
  <inkml:trace contextRef="#ctx0" brushRef="#br0" timeOffset="39080.6">6780 4940 1579 0,'-18'5'0'0,"7"0"0"0,6-1 0 0,1 2 0 0,4-3 0 0,0 1 0 0,13 0 422 15,5-1-197-15,6-3-93 16,6 0-47-16,1 0 297 0,1 0-172 0,4-3-76 0,-5-1-558 0,1-2 231 16,1 2 116-16,-2-1-849 15,0-2 452-15</inkml:trace>
  <inkml:trace contextRef="#ctx0" brushRef="#br0" timeOffset="39474.5">7166 4806 1795 0,'-5'0'0'0,"4"-1"0"0,1-2 0 0,0 0 0 0,0 1 0 0,12 0 0 0,5-2 0 0,8-2 715 0,2 2-342 0,3 1-168 31,2-2-84-31,2-1-17 16,4 2-33-16,1-2 10 0,-3 2-409 0,-1 0 183 0,-5 1 91 0,-4 3-601 0,-5-3 346 0,-1 3 184 0,-12 0 76 0,-4 0-574 15,-4 3 255-15,0 2 165 16,-6 1 83-16,-4-2-65 16,-6-2 79-16,0-1 33 0,-2 1 1 0,-1-2 192 0,2 1-89 0,0-1-29 15,2 3 153-15,0-2-96 16,-1 3-49-16,3 2 347 0,-3 2-200 0,3 2-92 0,-1 2 43 0,-1 2 272 78,3 2-157-78,-5 4-93 0,-2 5-36 0,1 2 68 0,1-1-63 0,-1 2-30 0,3-4 0 0,3 0 51 0,-2-5-32 0,6-7-9 0,5 0 206 0,3-7-124 0,0-1-61 0,2-4 183 0,12 0-113 0,6 0-70 0,3 0-32 0,7-6 69 16,2-1-137-16,-2-1 0 78,7 3 0-78,-4-2 0 0,-2 5 0 0,0-4 0 0,0 2 0 0,-2 2-349 0,3 0 76 0,-13 1 125 0,2-1-390 0,-5 2 193 0,-6 0 154 0,-1 0-565 0,-4 0 350 0</inkml:trace>
  <inkml:trace contextRef="#ctx0" brushRef="#br0" timeOffset="39635.33">7493 4932 1511 0,'-11'-4'0'0,"1"1"0"0,3 0 0 0,2 1 0 0,-1 2-2 0,0 0 193 15,6 8-82-15,0 6-37 0,0 5 544 0,6 6-292 0,1 4-135 0,2-1-83 0,0 2-35 0,-1 6 1 0,0-3-37 0,0 2 0 0,-2 4 113 0,1-8-61 0,-1-2-26 47,-2-2-607-47,-2-3 291 0,1-2 146 0,-2-3-284 0,1-9 210 0,-2-5 16 0,0-5 86 0</inkml:trace>
  <inkml:trace contextRef="#ctx0" brushRef="#br0" timeOffset="39816.71">7253 4438 2444 0,'0'-17'0'0,"0"3"0"0,1 3 0 0,16-1 0 0,2 4 0 0,5 2 0 0,8 0 0 0,2 1 440 0,5 3-201 0,6-2 110 16,-7 0-161-16,-2 2-76 0,-3 1-37 0,1 0-141 16,-3-2 51-16,-4 3 35 0,-7 0-9 0,-3 0-513 15,-5 0 269-15,-5 4 135 0,-3 2 68 0,2-1-774 16,-6-3 306-16,0 3 235 16</inkml:trace>
  <inkml:trace contextRef="#ctx0" brushRef="#br0" timeOffset="39942.51">7461 4386 1499 0,'-18'7'0'0,"3"0"0"0,-2 5 0 0,8-3 0 0,2 5 0 0,3 1 0 0,2 1 0 0,2 4 261 16,0 1-103-16,0 1 159 0,0-1-140 0,2 1-70 15,5 2-36-15,-1-4-347 16,-2 5 165-16,0-7 69 0,3-2 39 0,0 0-303 0,-2-5 172 0</inkml:trace>
  <inkml:trace contextRef="#ctx0" brushRef="#br0" timeOffset="40070.81">7524 4421 2009 0,'2'0'0'0,"0"0"0"0,-2 0 0 0,1 0 0 0,1 4 0 0,1 5 0 0,1 3 0 0,0 8 0 0,2 3 415 0,0 8-180 0,2 4-130 16,-2 6-35-16,6 0 1 0,-5 4-34 0</inkml:trace>
  <inkml:trace contextRef="#ctx0" brushRef="#br0" timeOffset="41422.71">4137 4085 1252 0,'-6'-2'0'0,"0"0"0"0,-2 0 0 0,2 0 0 0,2 2 0 0,-2 0 0 0,1 2 0 0,2 14 0 0,0 3 173 0,1 7-72 15,0 9-32-15,2 6 47 0,0 9-38 0,0 2-1 16,0 7-30-16,4-7-19 0,2-3 9 0,7-7 1 16,-2-5 0-16,3-10-1 0,4 0 11 0,-2-17 8 15,3-6-15-15,0-4-3 0,-1-2-1 0,0-11 28 16,1-10 9-16,-3-4-36 0,-5-6-1 0,2-5-36 16,-6-2-1-16,1-2 38 15,-3-6 9-15,-5 6-154 0,0 0 68 0,0 0 28 16,-4-2 1-16,-9 3-187 0,-6-7 105 0,-3 12-44 15,-4 2 66-15,-4 10 11 0,0 7 1 0,2 7 108 16,-4 5-42-16,6 5-27 0,3 10-9 0,3 12 319 16,4 4-150-16,0 1-70 0,10-1-39 0,5 2 324 15,1-4-164-15,0-2-55 0,7-3-50 0,7 2 15 16,4-7-37-16,2-1 1 0,4-3-37 0,1-4 9 16,4-2 0-16,1 0-159 15,0-4 75-15,-2 0 42 0,2-8 0 0,3-4-465 16,-7-2 242-16,8-3 76 0,-11 1 75 0,1 1-673 15,-3-2 356-15</inkml:trace>
  <inkml:trace contextRef="#ctx0" brushRef="#br0" timeOffset="41524.32">4497 4081 2116 0,'-2'2'0'0,"-1"-2"0"0,0 1 0 0,-2 0 0 0,2 2 0 0,3-3 0 0,0 3 0 0,0-3 0 0,8 0 315 0,3 0-139 0,5 0-58 0,1 0-45 0,3 0 0 0,3 0-36 0,2-3-506 0,-2 0 253 0,1 1 137 0</inkml:trace>
  <inkml:trace contextRef="#ctx0" brushRef="#br0" timeOffset="41678.54">4556 4296 1711 0,'-17'8'0'0,"0"-1"0"0,7 2 0 0,-2-4 0 0,7 1 0 0,2-2 0 0,3-2 349 0,0-2-156 0,11 0 89 0,9 0-122 0,6-2-62 0,1-5-20 0,4-1-538 0,-1 1 249 0,3 0 125 0,1 2 61 0,-4 3-445 0</inkml:trace>
  <inkml:trace contextRef="#ctx0" brushRef="#br0" timeOffset="42178.11">4938 4027 1464 0,'-12'-4'0'0,"2"-2"0"0,-1 5 0 0,0 1 0 0,-1 0 0 0,-4 9 0 0,6 8 432 0,0 7-198 0,2 5-97 15,-1 1-50-15,4 5 85 0,1 4-58 0,3-5-42 16,1 0-1-16,0-2-59 0,1-3-1 0,8-4 27 16,5-1-141-16,-1-10 66 15,2-5 37-15,0-4-206 0,2-5 121 0,1 0 71 16,-3 0 21-16,0-11-244 31,1-7 86-31,-5-1 71 0,2-5-15 0,-1 2-57 0,-4-2 60 0,-1 0 27 0,-3-1 1 0,3 2 75 0,-5 0-24 0,3-2-10 16,-3 8 85-16,-1 4-50 0,1 0-24 0,-2 5 350 15,0 4-164-15,0 1-98 0,-2 3-13 0,-4 16 258 16,1 8-125-16,-4 2-80 0,4 3-33 0,2 1 5 16,-2-1-50-16,2-3-1 0,2-2 1 0,1 0-154 15,0-7 77-15,0 3 48 16,0-10-109-16,7-1 69 0,2-9 35 0,2 0-217 15,1-5 92-15,3-10 69 0,-2-6-16 0,1-6-16 16,0 2 9-16,-1-1 24 16,1 2-21-16,1-3 141 0,-4 8-48 0,1 2-29 15,-2 4-6-15,1 2 112 0,-2 7-54 0,2 2-19 0,-2 2 25 0,-2 6-29 32,-1 9 10-32,-3 6 10 0,0 4-5 0,-1 1 23 0,0-1-45 0,-2 0-29 15,0-3-1-15,0-5 31 0,0-2-1 0,0 1 56 16,0-10-29-16,-6-3-9 0,3-3-20 15,0 0 119-15,1-13-54 0,2-7-15 16,0-4-69-16,0-5 39 0,0-4-3 0,1-1-120 0,5-4 66 0,5 4 27 16,0 1 1-16,3 0-434 0,3 4 214 0,1 5 90 15,3 2 57-15,-1 9-639 16,0 6 336-16</inkml:trace>
  <inkml:trace contextRef="#ctx0" brushRef="#br0" timeOffset="42447.49">5569 4084 991 0,'-8'-10'0'0,"-4"1"0"0,-2-2 0 0,4 2 0 0,-2 2 0 0,-2 4 269 0,4 1-116 0,-5 1 328 15,1 1-212-15,4 1-121 0,-2 13-55 0,4 4 67 16,-1 2-61-16,3 7-31 0,1-2 9 0,5 1 118 16,0-1-79-16,0 2-39 15,3-4 0-15,8-1-10 0,0 4 10 0,5-7-39 16,2-2-194-16,2-4 97 0,0-3 48 0,1-3-578 15,2-2 322-15,-1-5 106 79,-3 0 89-79,3-5-419 0,-2-9 228 0,-3 1 108 0</inkml:trace>
  <inkml:trace contextRef="#ctx0" brushRef="#br0" timeOffset="42549.94">5665 4071 1762 0,'-15'0'0'0,"1"0"0"0,3 0 0 0,6 0 0 0,1 0 0 0,2 0 0 0,2 0 0 0,0-3 623 0,3 1-298 0,13 1-144 0,1-2 74 0,5-2-108 0,-1 0-56 0,6 0-443 0,-5 3 190 0,3-2 100 0,-2-1 49 0,-1 2-606 0,-1 0 328 0,1 3 173 0,-6-3 73 0,-2 1-372 0,-3 1 111 0</inkml:trace>
  <inkml:trace contextRef="#ctx0" brushRef="#br0" timeOffset="42726.06">5794 3841 1956 0,'-9'0'0'0,"1"0"0"0,1 0 0 0,2 0 0 0,-1 5 0 0,4 8 0 0,0 3 0 0,2 6 0 0,0 5 0 0,0 2 0 0,0 11 0 0,2-1 329 0,0 3-146 0,4-2-73 0,2 3-365 0,-3-5 146 0,2 5 82 0,2-14 28 0,-2-3-520 0,2-5 271 0,1-2 136 0,2 0 73 0,-4-12-292 0,4-5 77 0</inkml:trace>
  <inkml:trace contextRef="#ctx0" brushRef="#br0" timeOffset="43306.11">6125 4091 1354 0,'3'-17'0'0,"0"-2"0"16,-1 0 0-16,0 1 0 0,0 0-1 0,-2-1 0 0,0 2 0 0,0 6 244 0,-9 4-103 0,1 2-51 0,-4 1 234 15,0 2-134-15,-1 2-80 0,-2 10-36 0,-1 9 30 16,2 8-33-16,0 5 0 0,-2 4-24 0,4 3 44 15,1 0-27-15,3-2 0 0,2-2 10 0,5-2 0 16,-2 3-27-16,3-13-77 16,0 1 34-16,0-7 1 0,5-2 33 0,8-6-243 0,-1-2 127 0,3-7 52 15,0-2 4-15,3-10-328 16,1-10 156-16,-3-4 93 0,4-1 8 0,-7-2-187 0,2-2 122 0,-1-1 61 16,-3 0 27-16,0 2 0 15,1-8 24-15,-4 11 148 0,-1-2-69 0,0 6-34 16,-5 3-1-16,0 4 351 15,-1 3-201-15,-1 10-64 0,0 1-55 0,0 2 549 16,-3 8-270-16,-2 10-123 0,-3 6-78 0,2 0 116 0,-3 7-92 0,3-3-47 16,1 3-105-16,0 2 38 0,1-7-9 0,0-3-77 15,4 0 53-15,0-4 28 16,0-2-1-16,0 0-310 0,0-9 164 0,8-5 72 0,0-3 47 0,4 0-380 16,1-10 185-16,3-6 56 0,-1-5 64 0,1-6 54 15,0 4 1-15,-1-4 0 16,1 1 172-16,-1 0-95 0,1 5-34 0,-4 3 116 15,2 5-80-15,-3 1-39 0,0 5 0 0,0 4 255 16,-5 3-129-16,2 8-16 0,-4 13-49 0,-2 3 190 16,0 6-109-16,-1 5-45 0,-1 0-38 0,0 0-61 15,0-5 1-15,0 0 32 0,0-6-175 0,0 0 96 16,0-10 36-16,0-7-89 16,0-5 66-16,0-2 9 15,3-7 25-15,5-9-219 16,-3-8 107-16,4-1 16 0,1-1 39 0,2-1-57 0,-3 4 37 0,5-1-15 0,-6 9 52 0,5 1 233 15,-4 4-115-15,1 3-55 16,-1 6 204-16,2 1-111 0,-5 0-61 0,1 14-22 16,-1 1-23-16,-2 6 27 0,1 3-17 0,0 1-206 0,-1-3 99 0,-1-3 64 15,1-2-1-15,1-3-712 16,3 1 346-16,-3-6 157 0</inkml:trace>
  <inkml:trace contextRef="#ctx0" brushRef="#br0" timeOffset="43594.39">6761 3917 2165 0,'0'-11'0'0,"0"2"0"0,3 1 0 0,0-3 0 0,1 8-1 0,-2 0 0 0,-1 1 0 0,0 2 309 0,1 0-137 0,-2 8-59 0,0 6 25 0,0 6-51 0,-4 2-26 0,-5 1 0 0,-2 1-85 0,-1 1 40 0,-1 1-10 0,0-4 32 15,0-2-65-15,1-3 32 0,1-1 1 0,-2 1 251 0,3-4-114 16,1-7-53-16,3 1 246 15,1-1-335-15,-1-3 0 47,5-2 0-47,1-1 0 0,3 0 0 0,14-3 0 0,4-5 0 0,7-2 0 0,2 1 0 0,3-3 0 0,1 3 0 0,3 0 0 0,1 0 0 0,0 1 0 0,2-1 0 0,-6 3 0 16,-6 2 0-16,-3-1 0 0,-7 5 0 0,0-2 0 16,-11 2 0-16,-5 0-734 15,-2 0 69-15,-7 0 314 0,-7 0 158 0,-6 0-824 0</inkml:trace>
  <inkml:trace contextRef="#ctx0" brushRef="#br0" timeOffset="43754.83">6901 3854 1604 0,'0'-3'0'0,"0"-2"0"0,0 5 0 0,0-1 0 0,0 1 0 0,0 0 0 0,0 9 0 0,3 12 927 0,0 4-450 0,-2 10-220 16,0 7-110-16,0 6-56 0,-1 6-27 0,0 9 8 0,0-4 220 0,0 4-292 0,-2-2 0 0,-2-5 0 0,1-5 0 0</inkml:trace>
  <inkml:trace contextRef="#ctx0" brushRef="#br0" timeOffset="51568.81">2999 8788 698 0,'-2'0'0'0,"-2"0"0"0,-2 0 0 0,5 0 0 0,-2 0 0 0,0 0 0 0,0-3 0 0,0 3 0 0,-1 0 0 0,1 0 77 0,1 0-33 0,-1 0 44 0,2 0 0 0,-3 0-33 0,4-3-11 0,-1 3 47 0,-1 0-47 0,-1 0 0 0,3-2 1 0,0 2 45 0,0-1-46 0,0 0 1 0,0 1-1 0,0-4 44 0,0 3-44 0,0 0 12 16,0-3-21-16,0 1 9 0,0-1 1 0,3 1-1 16,-1-1-43-16,1-1 12 15,0-1 31-15,2 1-75 0,-2-2 31 0,3 0 1 0,-2-1 27 0,2-1-47 16,1 1 15-16,-3 2 0 0,2-2 15 0,-2 1-32 15,4-5 28-15,-2 5 16 16,-1-2-53-16,2 1 43 0,-3-1-10 0,1 1 34 16,2 1-29-16,-1-3 5 0,-1 5-5 0,0-4 21 0,1 4-18 15,-2-5-1-15,3 3 4 0,0-3-7 16,-2 3 5-16,0-1 0 0,3 1 5 0,-3-2-4 16,1 2 3-16,3-3 1 0,-3 0-19 0,-1 1 15 15,4 0-2-15,-4 0 2 0,2 0-30 0,1-6 30 16,0 6-6-16,-1-2-28 15,1 2 30-15,0-4-1 16,2-1 1-16,-3 5-34 0,0-1 31 0,0-2 1 0,0 1-1 0,1 2-11 31,0-2 11-31,-2 1 0 0,3 0 11 0,-5 2-12 0,2-1-3 0,1-1 45 0,0-1-40 0,2 1-2 16,-5 3 1-16,2-1-17 0,0-1 18 0,1 2 0 16,1-3 5-16,1 2-37 0,-3-2 32 0,0 1 0 15,4 1 0-15,-3-1-31 0,2-2 29 0,-1 4 0 16,1-4-14-16,-2 1 13 0,1 3-6 0,1-5 4 15,2-1 31-15,-2 1-1 0,-2-2-30 16,4 2 33-16,-2-3 1 0,3 1-29 0,0-4 5 16,-2 1 4-16,3-1-8 0,-3 2 0 15,4-2 15-15,-2-2-14 0,1-1 8 0,1 4-1 16,0-3-34-16,-3 3 31 0,2 0-1 0,0-1-55 16,0-2 52-16,-2 6-6 0,4-1 4 0,-5 1-8 15,3-4 7-15,-3 1 0 0,4-1-11 0,0 1-18 16,0 0 25-16,0-4-4 15,0 0 3-15,3-3 31 0,2-4 1 0,0 3-27 94,0-1 15-94,-1 1-14 0,2-4-1 0,-2 1-10 0,4-4 12 0,-4 9 3 0,-1-1-4 0,0 0 7 0,-6 4-6 0,6-5 11 0,-4 8-10 0,-1-3-58 0,1 3 0 16,-1-2 48-16,1 1 4 0,3-4 12 0,-3 3-13 0,1 1-6 0,0-2 51 0,2-1 0 0,3-1-44 0,1-4 36 0,-3 5-34 0,2-3 7 0,-2 0-6 0,2 0-13 0,-1-3 16 0,1 0 9 15,-2 3-7-15,0 0-46 0,-2 1 44 16,-1 0 3-16,2 0-2 0,0-5-51 16,1 9 48-16,-3-3-7 0,0 1-1 0,2-2 1 15,3 0 3-15,1-2 10 0,-5 3-10 0,3 1-2 16,-2-1 1-16,1 2 14 31,-4-1-14-31,6-4 3 0,-5 4-2 0,2 4 25 0,-4-4-24 0,3 1 4 0,0 1-3 0,3-4 6 16,-1 3-5-16,0-1 6 0,-1-2 42 0,1 1 1 15,2-1-44-15,4-5-7 0,-4 5 7 0,-1-1 3 0,-2 0-2 0,3 0-20 16,0-2 21-16,4-1 4 0,-6 5-4 16,1 0-46-16,2 3 44 0,-4 0-3 0,2 2 2 0,2-4-50 15,-6 8 48-15,3-1-8 16,-6 1-13-16,3-1 14 0,-1 1 2 0,2-6 30 16,-4 6-29-16,2 0-2 0,0-2 0 0,-1-1-7 15,5-5 8-15,-4 5-3 16,-1-3 2-16,3 0-14 0,-2-1 14 0,3 1-1 0,0-4 4 0,-3 5-9 15,0-2 6-15,1 3 0 0,-2-2-3 0,2 1 3 63,1-5 0-63,-6 8 12 0,3-3-12 0,-3 1 1 0,2 1 0 0,-2-1 48 0,2-1-44 0,-3 5-3 0,1 2 4 0,-4 0 19 0,4-1-17 0,-4 0-3 0,4 1 6 0,-1 5-2 16,-3-1 0-16,1 0-2 0,0 0-2 0,-1 2 3 15,0 0 4-15,-1 2-2 16,1 0-2-16,-2-1 1 0,-2 2-1 0,2 2 45 47,0-5 4-47,1 5-45 0,-3-2-1 0,4-1 16 0,-2 1-11 0,-2-1-3 15,2 1 12-15,0 2-13 0,-2-1 8 0,3-1-4 0,-3 0-63 0,2 0 30 16,-2 0 4-16,1 1-204 0,-1-1 104 0,1 2 55 0,0 0 18 0,-2 0-661 0,0 0 316 0,0 0 175 16,0 5 82-16</inkml:trace>
  <inkml:trace contextRef="#ctx0" brushRef="#br0" timeOffset="65117.41">11527 1339 1206 0,'-12'-12'0'0,"6"1"0"0,5 5 0 0,1 1 0 0,0 1 0 0,7-1 0 0,8-2 265 0,3 4-119 0,2 2 265 0,2 1-187 0,1 0-93 15,-2 4-46-15,4 5 44 32,-7 3-50-32,-1 5 0 0,-1 2-41 0,-4 3-15 0,-4 3 15 0,1 4 10 0,-7-2-10 0,-2 2 27 15,0-2-27-15,-11-3 1 0,-2 0 30 0,-6 3 11 16,-2-9-42-16,-4-3-25 0,0 2 26 0,0-8-1 16,-1-3 0-16,1 2-257 0,3-8 113 0,5 0 67 15,4 0 24-15,5-6-542 0,1-7 251 0,7-6 146 16,5-1-535-16,15-4 328 15,5-4 165-15</inkml:trace>
  <inkml:trace contextRef="#ctx0" brushRef="#br0" timeOffset="65261.68">11841 1260 2064 0,'0'-5'0'0,"-4"2"0"0,1 2 0 0,-5 1 0 0,-1 0 0 0,1 4 0 0,-3 8 0 0,-1 5 507 0,3 2-239 31,1 1-115-31,0 3 325 0,5 2-220 0,3 0-110 0,0 2-93 0,2-2-55 0,14 0-1 0,5-4-3 15,4-1 9-15,6-5-542 0,7-1 280 0,-4-5 143 16,0-5-811-16,4-4 402 0,-2 0 257 0</inkml:trace>
  <inkml:trace contextRef="#ctx0" brushRef="#br0" timeOffset="65456.54">12133 1234 1769 0,'-10'0'0'0,"0"-1"0"0,6-1 0 0,2 1 0 0,2 1 0 0,0 0 196 0,0 3-79 0,3 6-29 0,8 4 522 0,1 1-286 0,3 1-142 0,2 2-73 0,-2 0-309 0,3 2 115 0,0-1 61 0,0 0-712 0,0-3 387 31,-1 4 194-31,6-3-666 0</inkml:trace>
  <inkml:trace contextRef="#ctx0" brushRef="#br0" timeOffset="65603.41">12506 1083 1889 0,'-5'4'0'0,"2"-1"0"0,-2 7 0 0,-1 5 0 0,0 11 0 0,0 10 534 0,-3 10-248 0,-5 12-124 0,-2 13-61 0,-4 11 648 0,0-4-539 0,2-1-210 0,1 0 0 0,3-9 0 0,0-5 0 0,3 4 0 16,3-22 0-16,1 0-27 0,2-4 0 0,2-2-816 15,1-6 440-15,1-4 231 16,1-14 18-16,0-10-461 0</inkml:trace>
  <inkml:trace contextRef="#ctx0" brushRef="#br0" timeOffset="65797.14">12580 1356 2415 0,'21'-12'0'0,"-1"2"0"0,5 6 0 0,0-1 0 0,5 0 0 0,0 1 0 0,5 1 0 0,-5 3 0 0,-2-3 0 0,2 2 0 0,-1 1 0 0,1 0-232 0,3 0 145 0,-9 0 58 0,0 1 34 0</inkml:trace>
  <inkml:trace contextRef="#ctx0" brushRef="#br0" timeOffset="65890.07">12785 1548 2007 0,'-17'4'0'0,"4"-1"0"0,7 1 0 0,1-3 0 0,5 1 0 0,0 0-1 0,2-2-4 0,12 0 378 16,6 0-170-16,5 0-85 0,1 0 195 0,1-2-139 15,3-5-61-15,-4 0-614 0,1 1 269 0,-1-1 135 16,1-2 67-16,-2 2-755 0,3-1 406 0</inkml:trace>
  <inkml:trace contextRef="#ctx0" brushRef="#br0" timeOffset="66039.13">13263 1044 1838 0,'2'-2'0'0,"-1"0"0"0,1 1 0 0,1 1 0 0,0 1 0 0,2 15 0 0,1 15 1166 0,-2 8-565 0,-2 12-281 0,0 13-314 0,-2 17-6 16,0-3 0-16,0 4 0 16,0-1 0-16,-2-5 0 0,2-3 0 0,0 4-378 15</inkml:trace>
  <inkml:trace contextRef="#ctx0" brushRef="#br0" timeOffset="66819.05">14993 1206 1049 0,'1'-10'0'0,"1"3"0"0,0 1 0 0,1 5 0 0,3-1 0 0,5 2 0 0,-2 5 69 0,4 13-34 0,1 9 1 0,-2 5-1 0,2 9 367 0,-5 2-186 0,-1 4-88 15,0 1-44-15,-2 2-46 0,-5-3 2 16,0 6 9-16,-1-14 11 0,0-8-21 0,-1-4 1 0,-5-10 118 15,-1-8-60-15,1-1-20 0,1-8-12 0,-1-1 230 16,-1-15-130-16,0-9-64 16,4-6-33-16,-1-6 92 0,4-2-67 0,0 1-28 15,2-2 0-15,9 3 0 0,1 1 0 0,5-5-18 16,-1 8-37-16,4 1-11 16,2 2 0-16,5 6 0 15,-1 3 0-15,5-1 0 0,-7 12 0 0,0 4-288 0,-3 4 62 0,1 2 125 16,-2 0 21-16,1 5-795 94,-8 7 423-94,0 3 206 0</inkml:trace>
  <inkml:trace contextRef="#ctx0" brushRef="#br0" timeOffset="67521.82">15778 1352 991 0,'-3'-8'0'0,"0"3"0"0,-3-4 0 0,4 2 0 0,1-1 0 0,-2 2 0 0,1-2 165 15,0-1-63-15,1-2-23 0,-1 5-9 0,1-2 32 16,1 1-32-16,-2 2 0 0,0-1-33 0,1-1 35 16,-1 4-34-16,1-1 0 0,-5 3 35 0,1 1-35 15,-3 0 0-15,-1 5 42 16,-5 11-42-16,0 6 0 0,-3 8 0 0,-2 7 38 0,-1 1 0 0,0 7-28 15,5-5-10-15,5-1 141 16,2-2-71-16,6-3-34 0,2-3-1 0,0 0 11 16,7-11-46-16,8-6 0 0,7-7-89 0,0-7 44 15,3 0 0-15,4-2-186 0,-1-15 111 0,-1-5 58 16,-1-4 30-16,-1 1-184 16,-3-4 97-16,4-4 15 0,-7 5 34 0,-3 1-172 0,-2 2 87 0,-5 5 15 31,-2 2 32-31,0 2 162 0,-6 9-60 0,-1 4-35 15,0 3 388-15,-5 0-196 0,-5 8-104 0,1 9 260 0,-4 5-141 0</inkml:trace>
  <inkml:trace contextRef="#ctx0" brushRef="#br0" timeOffset="68109.57">15878 1451 3247 0,'-6'26'92'0,"1"-4"-16"0,3 2 10 0,2-5-48 0,0-2 0 0,3-3-61 0,8-1 31 0,5-4-1 0,3-3 41 0,2-6-247 0,3 0 118 0,1 0 60 0,0-17-240 0,0 2 136 0,0-7 23 0,-5 1-90 0,-4 1 62 0,-3-1 48 0,-5-1 13 0,-1 3 40 0,-3-3-18 0,-4 5 9 0,0 0 0 0,0 3 38 0,-12 1 1 0,-4 3-39 0,0 3-9 0,-2 2 248 0,2 5-96 0,-1 0-66 0,1 0 289 0,4 0-160 0,1 5-47 0,6-1 16 0,2 0-41 0,3 3-29 0,0-3 0 0,5 1-185 0,9-4 88 0,5-1 29 0,5 0 0 0,6 0-122 0,3-1 77 0,3-9 42 31,3-2-3-31,-3-1-328 0,5 0 125 0,-6 0 96 0,-2-1-54 0,-5 2 64 0,-2 3 24 0,-12 3 171 0,-6 2-64 0,-3 2-33 16,-5 2 0-16,0 0 421 15,-6 2-212-15,-12 10-109 16,-2 4-27-16,-3 1 495 63,2 1-258-63,0 1-231 0,-1 1-73 0,8-3 0 0,0-2 0 0,6-1 0 0,3-1 0 0,5 0 0 0,0 4 0 0,0-7 0 0,8 2 0 0,9-5 0 0,2 2 0 0,4 1 0 0,2-5 0 0,2 0 0 0,-1-1 0 0,-1 2-73 0,-4-1-117 0,-1 1 22 15,-8 0 69-15,-3 3 10 0,-7 0 25 0,-2 2 0 47,0 2 151-47,-11 2-71 0,-6 0-23 0,-5-3 179 0,-3 0-104 0,1-1-54 0,-2 0-17 0,0-4 76 109,6-1-41-109,1-5 10 0,5-1 0 0,3 0-227 0,3 0 103 0,5-1 54 0,3-12-2 0,3-1-420 0,16-3 211 0,4-3 81 0,5-1 60 0,3-3 21 0,1 2 9 0,2 2-206 0,-1-3 119 0,1 5 58 0,0-3 29 0,4-1 172 0,-7 7-67 0,-1 3-37 0,-4 2 0 0,-3 3 338 0,-3 5-188 0,-2 2-103 16,-12 0 238-16,-2 5 138 16,-2 12-199-16,-2 4-66 0,-3 6 116 0,-8 3-109 0,-1 0-150 0,-2 0-15 0,4 0 0 0,1 0 0 0,1-1 0 0,4 1 0 15,4-9 0-15,0-2 0 0,1-4 0 0,8-3 0 16,5-3 0-16,5-3 0 0,0-6 0 0,3 0 0 16,2-8 0-16,3-8 0 0,4-4-159 0,-5-4-2 15,1-1 67-15,-3-4-52 16,1-2 54-16,-4-2 26 0,2-7-9 0,-8 5-24 15,-5-5 30-15,-4-3 0 0,-4-3 31 0,-2 2-114 16,-11-4 48-16,-7 15 38 0,-9 5-1 0,-2 7 105 16,-4 8-38-16,-2 7 0 0,-3 5 289 0,5 1-157 15,4 12-85-15,2 7 219 0,7 1-138 0,3 2-36 16,4 2-45-16,13-1 275 0,0 1-226 0,6-3-96 16,10 1 0-16,7-1 0 0,4 2 0 0,1-7 0 15,3-1-128-15,2-3-81 0,1-3 124 0,0-1 61 16,8 0-1029-16,-7-5 493 0</inkml:trace>
  <inkml:trace contextRef="#ctx0" brushRef="#br0" timeOffset="68649.33">15368 860 1041 0,'-6'-17'0'0,"4"0"0"0,-2 3 0 0,4 0 0 0,0 1 0 0,0 2 228 0,0 4-100 0,8 1-45 0,9 4 312 0,1 1-178 16,3 1-89-16,4 0 78 47,-2 2-88-47,-1 9-40 0,-2 6 0 0,0 4-127 0,-6 4 44 0,2 4 9 0,-11-1 35 0,-4 2-106 0,-1-2 52 0,-3 3 28 0,-12-3-1 0,-3-1 92 15,-5-6-38-15,-2-4 0 0,-1-2 65 0,-2-5-47 0,-4 1-38 0,8-8 270 16,5 0-139-16,2-3-69 0,4 0-35 0,8 0 55 78,5 0-128-78,2 0 0 0,20-1 0 0,9-2 0 0,11-3 0 0,3 6 0 16,9-3 0-16,-3 3-844 0,6 0 381 0,8 0 238 0</inkml:trace>
  <inkml:trace contextRef="#ctx0" brushRef="#br0" timeOffset="69142.86">17403 1290 1015 0,'-8'-18'0'0,"2"3"0"0,-2-1 0 0,0 5 0 0,2 0 0 0,-2 1 0 31,-1 4 273-31,-4 0-118 0,2 3-50 0,-1 3-38 0,1 0 144 0,-2 0-87 0,1 7-43 31,1 6 4-31,-1 3-14 16,3 2-10-16,2 1 34 0,4 3-30 0,0-1 1 0,3 2-29 0,0 2 36 0,0-3-10 0,3-5-26 0,5 2 0 0,1-4 4 15,2 0-4-15,-1-1 9 0,-1-3-9 0,2-4-40 16,-2 0 1-16,-1-4 39 0,1 0-75 0,-3 0 47 16,-1-3-9-16,-3 1-25 15,-2 2 26-15,0-2-13 0,0 5 35 0,-3 0-101 31,-10-2 43-31,1 4 16 0,-3 1 0 0,-1-1-95 0,-5 2 48 0,4-4 32 16,-1 1-1-16,5-3-417 0,-1-4 208 0,6 0 98 0,0 0-428 0,8-8 273 16</inkml:trace>
  <inkml:trace contextRef="#ctx0" brushRef="#br0" timeOffset="69283.44">17489 1349 2249 0,'6'6'0'0,"0"-2"0"0,-1 5 0 0,1 3 0 0,-3 1 0 0,-1 4 0 0,-2 3 0 0,0 3 399 0,0 2-181 0,-4 3-81 0,-3-4-45 0,2-1-28 0,-3-2 0 16,4-1-27-16,0-6-228 16,1 3 123-16,3-12 48 0,0 1 29 0,0-6-692 0,0 0 360 0</inkml:trace>
  <inkml:trace contextRef="#ctx0" brushRef="#br0" timeOffset="69467.77">17593 1063 1476 0,'1'-11'0'0,"4"3"0"0,0-2 0 0,0 4 0 0,-1 5 0 0,1 1 0 0,1 0 232 0,0 1-89 0,1 11-57 0,-4 3-106 0,3 6 28 0,-1 1 1 0,1 2 28 0,-2 6-509 0,0 0 250 0,-1-1 130 0,-2 1 64 0,1 0-302 0,-1 0 166 0</inkml:trace>
  <inkml:trace contextRef="#ctx0" brushRef="#br0" timeOffset="69996.19">17677 1477 857 0,'0'5'0'0,"0"1"0"0,0 1 0 0,0 0 0 0,0 2 0 0,0-1 0 0,0 2 208 0,0-1-86 0,0 5-33 0,0-4 356 0,0 1-203 16,-1 0-103-16,1-1 91 0,0-3-97 0,0 2-38 0,0-4-34 0,0-2-94 0,0-3 35 0,7 0 0 0,4-5 35 0,2-7-181 15,2-5 87-15,3-4 46 0,0-4 25 0,1 1-117 16,0-1 66-16,1 0-16 0,-5 7 36 0,-1 1-17 0,-1 4 0 0,-1 4 140 15,-4 7-69-15,2-1-17 0,-4 3-32 0,-2 6 273 0,-2 13-125 0,-1 2-44 16,1 2-37-16,1 4 38 0,-1-4-10 0,4-2-46 16,0-1 0-16,2-4-215 0,3-3 107 0,3-2 64 15,1-7-306-15,2-4 152 78,2 0 85-78,1-5-102 0,4-12 78 0,-5-4 8 0,-1 0 32 0,0-3-99 0,-2-3 61 0,-1 0 31 0,2-1-10 0,-8 8 119 0,0-3-40 0,-4 8 0 0,-3 3-39 0,-1 4 315 16,1 1-167-16,-2 7-60 0,0 0 290 0,-7 10-147 0,0 10-90 0,0 1 69 0,3 7-58 0,1 0-44 0,3 1 0 0,0 2-67 16,0-3-1-16,4-1 34 15,8 2 9-15,3-5-96 0,3-6 43 0,3-3 0 47,4-5 44-47,0-3-166 0,3-6 91 0,-2-1-3 0,-2-4-164 0,-1-13 85 0,2-5 58 0,-5 0-77 0,2-6 54 0,-6-1 9 0,-4 0 23 0,0-3-73 16,-5-2 44-16,-3 1 1 0,0-9 34 0,-4 5-18 0,0-6 28 15,-8-3 0 1,-5-2 0-16,-5-3-41 78,-4-2 32-78,-1 16 9 0,-4 9 73 0,-3 9-37 16,-1 13 1-16,-4 6-37 0,-3 0-10 0,7 20 10 0,4 4 0 0,5 5 525 0,5 5-244 0,9-2-98 0,3 6-66 0,5-8 321 0,7 1-181 0,10-2-92 0,5-3-45 0,4-3 0 0,6 3-13 0,-3-9-10 0,2-3-284 0,4-2 131 0,1-6 65 0,5 3-582 0,-5-9 315 0,0 0 132 15,-1-3 88-15,1-9-435 0</inkml:trace>
  <inkml:trace contextRef="#ctx0" brushRef="#br0" timeOffset="70133.45">18768 1182 1470 0,'0'0'0'0,"0"-5"0"0,0 1 0 0,0-1 0 15,0 2 0-15,5 1 179 0,5 1-71 0,1-1-35 0,5 2-1 0,1-1 325 16,2 1-185-16,0 0-87 15,1 0-471-15,0 1 191 16,3 5 97-16,-2 3-886 0</inkml:trace>
  <inkml:trace contextRef="#ctx0" brushRef="#br0" timeOffset="70269.17">18694 1400 1572 0,'-16'5'0'0,"3"2"0"0,1 0 0 0,9 1 0 0,3-1 0 0,0 5 0 0,10-5 569 0,9 3-266 0,6 0-123 16,4-3-77-16,4-2 74 15,2-1-71-15,3 1-34 0,-2-5 0 0,6 0-283 16,-7 0 120-16,2 0 64 0,-5 0-726 0,0-3 390 16</inkml:trace>
  <inkml:trace contextRef="#ctx0" brushRef="#br0" timeOffset="70495.96">19288 964 2058 0,'0'0'0'0,"0"0"0"0,0 0 0 0,-1 0 0 0,1 5 0 0,0 6 0 0,0 7 901 0,0 11-432 0,0 14-217 0,1 14-97 0,0 10-59 0,3 13-96 0,-4 7 0 0,0 7 0 0,0-1 0 0,-5 13 0 0,-3-14-556 62,-2 3 107-62</inkml:trace>
  <inkml:trace contextRef="#ctx0" brushRef="#br0" timeOffset="74953.36">20817 1001 1039 0,'-5'-7'0'0,"1"0"0"0,0 1 0 0,2 3 0 0,2 1 0 0,0 2 0 0,0 0 314 0,0 0-136 0,4 2-60 31,3 7-43-31,2 5 93 0,0 2-64 0,2 2-32 0,0 6 140 0,0 4-76 0,-1-1-53 0,0 7 22 0,-2 0-32 0,-1 3 0 62,1 3-33-62,-2 8-45 0,-2-3 17 0,-2 5 1 0,0-3 27 0,-2-1-30 0,0-3 0 0,0 0 40 0,0-14-10 0,0-9 41 16,-2-5 0-16,0-7-41 0,0-7 129 0,0-1-54 0,2 0-43 0,0-15 1 0,0-11 147 0,2-6-100 0,11-6-120 0,4-4 0 16,-2 1 0-16,5 0 0 0,1 3 0 0,0 1 0 62,1 2 0-62,5-3 0 0,-4 8 0 0,0 5 0 0,-2 3 0 0,2 5 0 0,-3 6 0 0,-1 0 0 0,-3 9 0 0,-6 2 0 0,1 0 0 0,-5 0 0 0,1 3 0 0,-1 4 0 16,-4 0 0-16,1-2 0 0,-2 2 0 0,0-3 0 0,-1 2 0 0,0-4 0 31,0 1 0-31,0 0-20 0,0-3-76 0,0 1 32 0,0-1-118 0,0 0 66 16,0 0 44-16,0 0-362 0,4 0 198 0,-3-1 97 15,1-5 40-15,1 1-501 0,2 1 280 0,-1-1 140 32,1 0 71-17</inkml:trace>
  <inkml:trace contextRef="#ctx0" brushRef="#br0" timeOffset="76863.28">15742 2244 935 0,'-7'-16'0'0,"4"6"0"0,-1 0 0 0,4 7 0 0,0 3 0 0,0 0 115 16,5 4-38-16,7 12 264 0,-1 6-142 0,2 7-85 16,1 6-38-16,-3 5 173 0,1 5-105 0,-2 1-53 15,-1 5-18-15,-2-3 10 0,1-1 0 0,-4 1-45 16,-1-2-1-16,-2-5 71 0,1 0-27 0,-2-14-8 15,0-8-35-15,0-7 119 0,0-9-60 0,0-3-29 32,0 0 78-32,-2-3-59 0,-1-21-24 0,3-3 100 0,0-6-62 0,0-4-32 0,0-7-44 0,6 4-25 15,5 2 0-15,0-2 0 0,0 2 0 16,3 3 0-16,-1-4 0 0,0 12 0 16,-2 4 0-16,2 3-194 0,-2 5 86 0,0 4 32 15,0 2-514-15,-2 8 260 16,-1 1 145-16,0 0-269 0,1 6 207 0,0 2 96 0,-2 0 61 0</inkml:trace>
  <inkml:trace contextRef="#ctx0" brushRef="#br0" timeOffset="77179.25">16054 2179 881 0,'0'-9'0'0,"0"3"0"0,0-1 0 0,0 1 0 0,0-1 0 0,1 1 564 31,9 3-267-31,4-1-130 0,2 2 362 0,2 1-246 0,-1 1-123 0,5 0-51 15,-3 0-40-15,-2 9 0 0,2 0-31 0,-5 5-73 0,1 0 36 0,-2 0 10 16,-7 3 27-16,-2-1-188 0,-4 2 94 0,0-4 47 16,-1 0 0-16,-10 0 18 15,-1-4 29-15,-5-1-55 16,-1-2 225-16,1-2-122 0,0-1-35 0,2 1 280 0,2-5-145 0,2 0-104 16,3 0-82-16,2 0 0 0,1 0 0 0,5 0 0 15,0 0 0-15,0 0 0 16,5-2 0-16,9-1 0 0,0-2 0 0,2 1 0 15,2-1 0-15,1 3 0 0,2 0-278 0,-1-2-21 0,0 3 157 0,3-1 16 63,-1 2-810-63,-2 0 449 0</inkml:trace>
  <inkml:trace contextRef="#ctx0" brushRef="#br0" timeOffset="78016.12">16753 2406 976 0,'0'-6'0'0,"0"-3"0"0,0 1 0 0,0 0 0 0,0-2 0 0,0-2 0 0,0 2 129 32,0-2-46-32,-1 2 187 0,-2-2-116 0,0 1-59 0,-5-3-20 0,0 6-9 0,-2 0-29 0,-5 2 0 15,0 5 0-15,-4 1 114 0,-3 0-48 0,0 6-37 16,-1 8-1-16,1 3 82 0,3 2-54 0,1 0-29 15,-1 4 134-15,10-5-85 0,4 3-38 0,2-3 90 16,3 0-63-16,0 0-33 0,8-1 9 0,5-2-14 16,3-3-27-16,3 0 0 0,0 0 0 0,1-2-50 15,2 1 34-15,-7-1-9 32,2-2 25-32,-6 4-84 0,-1-1 42 0,-3 3-1 0,-3 2-15 0,-4-1 22 0,0 2-7 0,-4-1-29 15,-11 1 27-15,-2 1-20 0,-3 5 21 0,-2-7-291 16,3-2 137-16,-1 0 76 0,1-5 36 0,7 0-291 15,0-5 134-15,5-4 89 32,7 0 40-32,0-15-633 0</inkml:trace>
  <inkml:trace contextRef="#ctx0" brushRef="#br0" timeOffset="78145.91">16878 2501 2199 0,'8'0'0'0,"-2"0"0"0,2 0 0 0,0 0 0 0,-3 0 0 0,1 7 0 0,0 5 0 0,-3-1 0 0,-2 4 335 16,-1 1-149-16,0 4-58 15,0-2-45-15,0 2 9 0,0-4-55 0,0-1-494 16,0-2 247-16,0-2 123 0,0-6 63 0,0-1-321 16,2-4 186-16,1 0 95 0</inkml:trace>
  <inkml:trace contextRef="#ctx0" brushRef="#br0" timeOffset="78454.81">17057 2135 1439 0,'1'0'0'0,"3"0"0"0,-3 0 0 0,1 2 0 0,1 7 0 0,0 6 0 0,-1 8 0 0,-1 6 183 0,-1 10-73 0,0 4 235 0,0 7-154 0,0 6-68 0,-1-7-48 0,-2-1-69 0,-2-4-1 0,3-4 32 0,1-5 0 0,1-1 9 0,0-18-9 0,0-8 0 0,0-3-286 0,1-5-11 0,6 0 158 0,1-16 65 0,2-4-259 0,1-4 145 0,1 0-1 0,-1 1 133 0,2-2-34 0,1 4 16 0,-1 4 0 0,0 5 0 0,0 3 0 0,1 1 1 0,0 4-11 0,-5 4 10 0,5 0 0 0,-6 9 0 0,0 10 0 0,1 6 0 0,-3 1 60 0,-2 6 139 0,-3-3-86 0,0 7-43 47,1-3 581-47,-2 0 34 0,0-2-296 0,0-10-163 0,0-6-75 0,0-3-461 0,2-8 192 15,-1-4 96-15,1 0 57 0,1-4-749 0,3-16 357 0,-1-1 177 0,0-6 89 0</inkml:trace>
  <inkml:trace contextRef="#ctx0" brushRef="#br0" timeOffset="79013.16">17423 2363 918 0,'10'-10'0'0,"2"3"0"0,-1 3 0 0,4-3 0 0,2 3 0 0,0 0 488 0,3 1-216 0,1 1-122 0,-1 2 257 0,-1 0-185 0,0 2-92 0,-3 9-25 0,4 2-25 0,-11 5-8 0,-1 5-36 0,-7 1-141 0,-1 4 70 0,0 4 46 15,-9-2-10-15,-5-2-73 0,-8 2 55 0,-1-3 27 16,-3-3 0-16,-3 2 113 0,4-8-47 0,0-5-31 15,2 0 244-15,6-3-129 16,1-4-63-16,4 2 102 0,5-5-86 0,5-2-38 31,2 1-4-31,0 0-71 0,13-2 0 0,8 0 0 0,1 0 0 0,4 0 0 0,2 0 0 0,2 0 0 16,1 0 0-16,3-2-286 0,-3-4 72 0,-1 3 94 16,0-3 74-16,-1 1-46 0,-2-3 48 15,4-1-674-15,-9 1 345 0,1-4 168 31,-4-4 84-31,-1 0-421 0,-2-4 253 0,3-4 117 0,-7 0 72 0,-4-4-47 0,0 2 56 0,-5 2 26 16,-2 2 1-16,1 0 288 0,-2 8-126 0,0 5-67 31,-8 5 531-31,-3 2-300 0,0 2-149 0,-1 6 480 0,0 11-283 0,2 8-137 0,0 7-68 0,2 1 113 16,4 6-91-16,-1 7-36 16,5-7-9-16,0 0 136 15,0 2-90 1,9-3-45-16,6-1-1 0,2 3-50 0,5-16 5 0,4-6 0 0,2-8-138 0,4-7 70 0,2-3 33 0,5-10-222 0,-4-16 122 0,0-7 67 15,-4-5 34-15,-1-3-213 0,-1-7 62 0,-10 6 71 32,-2-2-33-32,-4-4-127 0,-7-3 99 0,-2 3 51 0,-4-12 16 0,0 13-130 15,-17 4 82-15,-6 7 42 0,-5 7-9 0,-1 10 25 32,-4 3-9-32,2 14 370 0,-1 2-168 0,1 8-85 0,3 10-42 0,2 2 463 15,2 4-217-15,7-2-124 0,8 3-18 0,5 1 135 0,4 1-103 0,0 0-53 16,4 4-16-16,10-7 45 15,4-2-40-15,1 1-4 0,5-4-430 0,-1-3 195 16,3 3 108-16,1-7-858 0,1-6 429 0,0 0 241 0</inkml:trace>
  <inkml:trace contextRef="#ctx0" brushRef="#br0" timeOffset="79578.28">18570 2264 1298 0,'-12'0'0'0,"2"-2"0"0,1-1 0 0,7 3 0 0,2 0 0 0,0 0 347 0,11 0-155 0,9 0 461 0,7 0-297 0,4 0-164 0,5 0-78 0,1-3 65 0,4-1-71 0,-1-2-34 16,1 4 8-16,-8 0-226 0,-2-1 92 0,-3 3 44 0,-5 0 1 0,-6 5-629 16,2 4 346-16,-10 5 160 0,-5-1-406 0</inkml:trace>
  <inkml:trace contextRef="#ctx0" brushRef="#br0" timeOffset="79714.67">18707 2516 2271 0,'-14'5'0'0,"-4"1"0"0,13 1 0 0,3 0 0 0,2 0 0 0,0 0 0 0,6-3 0 0,11-1 0 0,4-1 336 16,4-2-149-16,3 0-85 0,3 0-33 0,-1-2 0 16,4-1-23-16,-5-4-276 0,1-1 133 0,-2 2 67 15,2-2 34-15,2-1-769 0</inkml:trace>
  <inkml:trace contextRef="#ctx0" brushRef="#br0" timeOffset="80010.14">19115 2305 1676 0,'1'-3'0'0,"4"-5"0"0,0 2 0 0,2 2-2 0,3 0-1 0,2 0 1 0,6 1-1 0,1 1 1 0,1 2 730 0,5 0-348 0,1 0-172 0,-1 9 32 0,0 2-102 0,3 3-41 0,-8 5-35 0,-2 0-289 0,-4 4 133 0,-7 5 65 0,-4-1 33 0,-2 7-124 0,-1-3 75 0,-15 4 40 0,-9 0-156 0,-6-1 99 16,-4-4 14-16,-7 1 196 0,7-10-117 0,-2-4 0 16,3-2-102-16,4-5 554 15,4-3-239-15,3-1-118 0,8-6-30 0,8 0 17 16,6 0-113-16,0 0 0 0,8 0 0 0,12-2 0 16,6 0 0-16,5 0 0 15,4 2 0-15,2 0 0 16,2 0 0-16,6 0 0 0,-6 0 0 0,5 0 0 31,-4 0 0-31,3 6-1049 0,0 2 478 0,3 2 257 0,-9 0 144 0</inkml:trace>
  <inkml:trace contextRef="#ctx0" brushRef="#br0" timeOffset="80120.97">19806 2822 2937 0,'-2'-3'0'0,"-1"0"-6"0,3-3-5 0,-2 2 0 0,2 3 1 0,0-2 1 0,0 2 2 0,0 1 0 0,0-3 180 0,0 3-61 0,0 0-45 0,0 0-629 0</inkml:trace>
  <inkml:trace contextRef="#ctx0" brushRef="#br0" timeOffset="81006.06">21608 1180 1712 0,'-8'0'0'0,"1"-3"0"0,3-2 0 0,4 1 0 0,0 1 0 0,10-2 0 0,9-3 246 0,6 0-94 15,4-2-61-15,2 2 229 0,4-1-140 0,-3 1-71 0,1 1-34 0,2 3-286 47,-3 1 120-47,-5 3 65 0,-1 0 33 0,-4 5-300 0,-4 7 167 0</inkml:trace>
  <inkml:trace contextRef="#ctx0" brushRef="#br0" timeOffset="81162.49">21708 1414 1885 0,'-14'0'0'0,"3"0"0"0,3 0 0 0,5 3 0 0,3-1 0 0,0 2 0 0,0-1 0 0,12-3 750 0,8 0-355 0,6 0-178 0,3 0-88 0,3-7 54 16,0 2-76-16,1-2-34 16,0 2 0-16,3-1-724 0,-2 0 346 0,6 1 182 0,-4 2-406 0,0 2 282 15</inkml:trace>
  <inkml:trace contextRef="#ctx0" brushRef="#br0" timeOffset="82079.8">23022 551 1491 0,'5'0'0'0,"2"-5"0"15,2 3 0-15,5-4 0 0,4 2 0 0,3 1 0 0,5-1 0 0,6 1 0 0,4 0 165 0,6 2-54 0,0 1 218 0,-1 0-145 0,2 0-73 0,1 0-35 0,2 0 41 16,-8 0-44-16,-2 0 0 16,-4 1-34-16,-3 2-151 0,-3-3 76 0,0 3 47 15,-13-2-9-15,-5 2-374 0,-6-3 206 0,-2 3 95 16,0 1-294-16,-5-1 112 0,-11 2 120 0,-6 0-438 31</inkml:trace>
  <inkml:trace contextRef="#ctx0" brushRef="#br0" timeOffset="82404.36">23127 546 1203 0,'-9'5'0'0,"0"0"0"0,2 4 0 0,4 2 0 0,3 5 0 0,0-2 0 0,0 10 0 0,8 1 540 0,5 3-251 0,-4 4-115 0,2 0-72 0,-2 3 242 16,-1-1-152-16,-4 3-77 15,0-1-28-15,-2 7-38 0,-2-8-10 0,0-4-100 16,0 2 49-16,-2-8 26 0,-3-5 0 0,0 2-198 15,-1-15 106-15,-1-3 59 16,2-4 29-16,-1 0-187 0,-2-2 99 0,3-7-23 0,-2-4 49 0,1-4-73 16,2 1 48-16,-1-2 75 0,1 1 1 0,-5 1-53 15,5 3 14-15,0 6 225 0,-1 0-104 0,-1 2-42 110,1 5-33-110,-4 0 95 0,1 0-52 0,0 3-4 0,0 11 1 0,-3 1 57 0,0 1-35 0,3 4-7 0,-1-2 1 0,2 3-240 0,2-4 100 0,1-1 59 0,1 1-553 0,3-6 270 0,0-2 144 0,1-4-594 0</inkml:trace>
  <inkml:trace contextRef="#ctx0" brushRef="#br0" timeOffset="82633.5">23371 802 1305 0,'12'-5'0'0,"2"1"-1"0,1 2 1 0,0 1-1 0,-4 1 1 0,-2 1-1 0,0 10 0 0,-3 3 64 0,0 4 9 0,-5 2-34 0,-1 1-1 0,0 2-1 0,0 0 1 0,-7 1 0 0,-6 0 421 0,2-5-216 0,-4 1-103 0,-2-5-24 0,1-3-40 0,-1-2 1 0,2 0-29 0,6-6 118 0,1-2-64 0,2-2-31 0,5 0-1 0,1 0 38 0,0 0-26 0,9 0-8 0,6-5 65 0,5-2-51 31,5 3-24-31,1-2 0 0,4 1-66 0,-3 2 15 0,4-1 1 0,-3 2-287 0,3 0 156 0,0 2 88 31,-7 0 29-31,-1 0-602 0,-1 0 273 0,-4 0 156 0,-3 5 27 0,2 4-258 16,-13-1 188-16,0 2 90 0</inkml:trace>
  <inkml:trace contextRef="#ctx0" brushRef="#br0" timeOffset="83023.92">22601 1239 729 0,'-9'-5'0'0,"4"2"0"0,3-1 0 0,1 3 0 0,1-1 407 31,0 1-184-31,0-1-84 0,0 0-55 0,2 1 0 0,8-1-47 0,4 0 1 0,1 1 0 0,5-3 839 16,4 1-424-16,3 0-208 31,5 0 139-31,4-1-191 0,7 2-193 0,10-3 0 0,3 5 0 0,8-3 0 0,3 3 0 0,12 0 0 16,12 0 0-16,-8 0 0 0,2 3 0 0,-1 4 0 15,3 0 0-15,-6-1 0 32,8 1 0-32,-20-4 0 0,1 1 0 0,-6-3 0 0,1-1 0 0,-7 0-9 0,2 0-219 0,-18-1 62 0,-6-3-64 0,-9-1 96 15,-1 0 48-15,-9 2-53 0,2-2 42 0,-14 1 34 16,-4 3 0-16,-1-1-26 15,0 2 26-15,-12 0 0 0,-4 0 16 16,-5 0-149-16,1 0 80 0,-4 0 38 0,-1 0-438 0,-4 0 239 0,-3 0 110 0</inkml:trace>
  <inkml:trace contextRef="#ctx0" brushRef="#br0" timeOffset="83322.41">22776 1416 1520 0,'-8'-16'0'0,"4"6"0"0,4 2 0 0,2 4 0 0,15-3 0 0,8 0 0 0,8-1 295 16,9 3-134-16,5 0-62 0,17 0-31 0,9 3 334 15,12 0-183-15,14-1-81 0,-11 3-55 16,-2 0 61-1,-4 0-54-15,-3 5-26 0,-9 4 0 16,6-2-79-16,-20-1 22 0,-6 1 0 0,0-1-173 0,-9 0 101 0,-5-1 52 0,3-2-242 16,-19-1 142-16,-3 0 35 0,-8-2 49 0,-4 0-178 15,-5 0 96-15,0 0-15 0,-6 0 36 16,-12 0-120-16,-4 0 87 0,-6 0 42 0,-1 0-338 0,-6 0 182 16,1 0 104-16</inkml:trace>
  <inkml:trace contextRef="#ctx0" brushRef="#br0" timeOffset="83680.33">22751 1471 1372 0,'-15'4'0'0,"6"3"0"62,1 12 0-62,7 6 0 0,1 5 345 0,0 9-154 0,0 8-68 0,1-4-47 0,8 6 165 0,1-1-101 0,-2 2-52 0,2 4 26 0,-3-10-44 0,-2-1 1 0,-2-2-171 0,-2-2 68 0,-1-7 35 0,0 4 9 0,-4-14-67 0,-8-5 46 0,-4-7 0 0,1-1 46 0,-3-7-99 94,-4 1 41-94,1-3 22 0,-1-3-42 0,1-11-36 0,-2-2-1 0,1-2 35 0,-6-2-15 0,7-1 4 0,0-3 33 0,-1 0-73 0,-1 1 35 0,-1 0 0 0,-2 1 26 0,7 9 49 0,-1 4-5 0,1 3-37 0,2 5-10 0,-3 1 139 0,1 0-63 0,2 9-27 0,4 9 14 0,-1 4 7 0,1 1-22 0,3 2-19 15,1 1-190-15,7-4 94 0,2-1 54 16,0-3-449 31,10-3 228-47,7-6 117 0,6-2 48 0</inkml:trace>
  <inkml:trace contextRef="#ctx0" brushRef="#br0" timeOffset="83897.38">23120 1630 1448 0,'0'-9'0'0,"0"1"0"0,-2 1 0 0,-9 2 0 0,-1 5 0 0,-7 0 0 0,-1 1 0 0,-8 16 555 0,3 6-259 0,-7 4-120 0,9 1 99 0,3 0-119 16,3-1-59-16,8 1 179 0,4-2-120 0,1 0-49 15,4-6-40-15,9-1-37 16,9-4 7-16,4-2 1 0,1-2-1 0,2 2-211 0,-1-6 101 0,-4 0 55 16,-3 2 28-16,-2 0-239 15,-5 1 133-15,-3 3 19 0,-5-1-140 16,-2 4 72-16,-2 0 61 0,-11 1 6 0,-7 1 0 0,-2 2 31 15,-3-5 10-15,-3-1-55 0,0 1 27 0,-2-3 0 16,4-5 28-16,-2 3-341 0,12-9 175 0,2-1 83 16,9-1 41-16</inkml:trace>
  <inkml:trace contextRef="#ctx0" brushRef="#br0" timeOffset="84067.36">23191 1867 2043 0,'7'0'0'0,"-1"0"0"0,1 0 0 0,-1 0 0 0,1 0 0 0,-2 4 0 0,-3 6 0 0,-1 2 312 0,1 1-137 0,-2 2-17 16,0-1-61-16,0 3-20 0,0-3-10 0,0 2-187 16,0-5 79-16,0-2 39 0,0 2 10 0,0-7-541 15,0 0 285-15,0-4 142 0,0 0 72 0,0-4-635 32,0-7 317-32,1-7 124 0,0-4-93 0</inkml:trace>
  <inkml:trace contextRef="#ctx0" brushRef="#br0" timeOffset="84438.27">23313 1598 1068 0,'1'-4'0'0,"0"1"0"0,2 1 0 0,-2 1 0 0,2 1 0 0,-1 0 0 0,1 13 0 0,0 1 129 47,0 7-45-47,-1 2-136 0,2 3 54 0,-2-1-9 0,1 1 45 0,0-2-1 0,0 3 0 0,0-3 0 0,1 5 9 0,-3-7-437 16,4-1 196-16,-4-5 100 0,1 0 48 0,-1-1-71 0,-1-3 15 0,0-4 43 15,0-3 116-15,0-1-44 16,0-1-20-16,0-2 284 0,0-1-145 0,0 0-70 15,0 0-15-15,0 0 285 16,0-1-134-16,2-6-82 0,6-2-19 0,0-2 92 0,2 0-75 0,1-3-38 16,2 2 0-16,2-2 105 0,0-1-62 0,0 4-45 15,-1 1-56-15,2 2 20 0,-5 3 0 0,4 2-40 16,-1 1 9-16,-4 2 32 16,-1 0-1-16,-3 11-26 0,-2 6 26 0,2 1 9 0,-5 4-9 0,-1 1 31 15,0 2-34-15,0 0-7 0,0-3-39 0,-1 1-92 31,-1-5 50-31,-2-4 36 0,3-2-406 0,1-4 208 0,0-3 92 0,0-3-527 79,0-2 311-79,0-2 152 0</inkml:trace>
  <inkml:trace contextRef="#ctx0" brushRef="#br0" timeOffset="84984.61">23692 1719 1336 0,'0'-9'0'0,"0"0"0"0,0 1 0 0,0 0 0 0,0 0 0 15,6 4 0-15,3-2 482 0,1 2-222 0,5 2-112 0,-1 1-55 0,5 1 65 0,-3 0-65 0,-2 1-30 0,2 11-133 0,-1 0 52 0,-4 5 27 0,-1 0-234 0,-7 3 126 0,-3 1 68 0,0 3 33 0,-1 0-108 0,-14-2 71 110,3 3 43-110,-5-4-46 0,0-1 201 0,-1-2-109 0,-1-2-28 0,2-4-78 0,-2 5 267 0,6-10-112 0,1 1-54 0,4-2 4 0,3-1-24 0,5-2 63 0,0-1 329 0,0-2-197 0,13 0-93 0,7 0-47 0,4 0-264 0,2-2 118 0,2-4 44 0,-1-2 28 0,5 0-552 0,-2 1 258 0,1 0 152 0,3-3 13 0,-6 2-42 0,-1 1 67 0,-3-3 34 15,-2-1-736-15,-2-1 379 16,3-2 182-16,-10-2-50 0,0-1 143 0,0-4 71 0,-4-1 37 0,-4-2 34 16,5-1 0-16,-8 4 0 0,-2 4 0 0,0 1 306 15,0 3-190-15,-4 6-76 16,-4 2-48-16,0 5 547 0,-4 0-269 0,1 8-45 15,0 10 31-15,-3 2-109 0,6 7-46 0,2 4 188 16,0-1-125-16,4 3-64 31,2 0-32-31,0 0 96 0,0 0-55 0,0-2-40 0,3-6 0 0,11-2-69 0,1 0 0 0,1-5 37 16,4-3 9-16,2-11-122 0,0-4 56 0,2-3 29 0,2-15-297 0,-1-11 141 16,-1-2 93-16,-6-3-180 15,-3 2 114-15,-5-3 14 0,-4 0 43 0,-4 1-67 16,-1-5 37-16,-1 8 32 0,-3-3 1 0,-11 6 13 15,-6 3 10-15,-3 6 0 0,-1 1-9 0,-2 12 217 16,2 6-104-16,-1 0-52 0,4 2 407 0,-1 10-195 16,9 0-115-16,2 5 155 0,5 0-119 0,4 1-33 15,2 0-40-15,0 4 117 32,3-4-83-32,10-2-36 0,1 1 1 0,3-5-167 0,3 3 65 0,4-3 42 15,-2-3-9-15,4-4-556 0,2 1 295 0,3-5 127 16</inkml:trace>
  <inkml:trace contextRef="#ctx0" brushRef="#br0" timeOffset="85100.95">24865 1722 0 0,'0'0'0'0,"0"0"0"0</inkml:trace>
  <inkml:trace contextRef="#ctx0" brushRef="#br0" timeOffset="88860.79">13838 6464 2270 0,'-1'0'0'0,"-3"0"0"0,4 0 0 0,0 0 0 0,2 0 0 0,11 2 0 0,8 4 0 0,9 2 0 0,9-4 356 0,7 0-158 0,9-2 113 0,15-2-125 0,-1 0-79 0,4 0-34 0,2-8-56 0,-5-4 22 0,-6-1 0 0,3 1 10 0,-22 0-10 0,-9 4 0 0,-8 4 0 0,-9-1 0 0,-10 5-677 0,-3 0 349 0,-6 0-739 16,-4 0 480-16,-10 6 255 15</inkml:trace>
  <inkml:trace contextRef="#ctx0" brushRef="#br0" timeOffset="89051.21">14104 6500 1391 0,'-20'11'0'0,"5"3"0"0,3 10 0 0,5 2 0 0,4 6 0 0,3 6 0 0,0 8 696 0,3 3-329 0,8 14-154 31,0-5-92-31,-2 3 407 0,1 1-244 0,-4 1-123 0,1-3-42 0,-2 8-68 15,-3-15-51-15,-1-2-52 0,2-2-13 0,-3 0 52 16,0-2 26-16,-3 2-454 0,-3-15 235 0,-1-8 122 16,0-6 62-16,1-13-632 15,3-7 258-15,0 0 179 0,3-7 53 0,0-18-394 16,0-13 259-16</inkml:trace>
  <inkml:trace contextRef="#ctx0" brushRef="#br0" timeOffset="89761.19">14438 6671 1695 0,'2'-3'0'0,"-2"2"0"0,0-1 0 0,0 0 0 0,0 2 0 0,0 0 0 0,-8 7 315 0,-3 8-138 0,-3 3-70 0,-3 6 267 15,-2 1-172-15,3 4-82 16,-2 0-41-16,2 1-18 0,1 0-22 0,2 2 9 16,5-6-10-16,7-6-160 0,1-1 81 0,0-4 39 15,1-2-246-15,10-5 138 0,4-7 74 0,0-1-151 16,-1 0 106-16,0 0-29 15,-1 0 50-15,-3-1-293 0,-2-5 158 0,-3 3 77 0,-2-2 39 0,-1 2-52 16,-1-1 37-16,-1-1 9 0,0-2 46 0,0 1 95 31,0-2-47-31,-1 2 0 0,-3-3 222 0,3 2-131 0,1-3-69 0,0 2 148 0,0-2-102 0,3-1-9 16,7-2-42-16,2 1 304 0,2 3-149 0,1 0-62 16,1-2-40-16,2 4 1 15,2 0 9-15,-2 3-50 0,-1 3-1 0,-1 1-138 16,-1 0 70-16,-4 12 34 0,-1 3 9 0,-4 1 25 15,-4 7 0-15,-2 0 0 0,0 2-227 0,-11 1 86 16,-2 1 59-16,-1-5-26 0,-3-1 34 0,-2-3-5 63,2-2-1-63,-2-4-38 0,-1-1 27 0,4-7-3 0,1-2 39 0,4-2-120 15,0 0 56-15,3 0 26 0,-1-4-86 0,7-4 52 0,2-1 26 0,0 0 64 0,0 1-40 0,2 1 1 0,3 2-9 0,4-1 44 0,-1 2 1 0,0 1-36 94,1 2-1-94,2-1-5 0,-3 2 5 0,-2 0 1 0,3 0 0 0,-4 0-83 0,-1 6 41 0,1-2-6 0,-3 2 73 0,-1-1 1 0,-1 2-26 0,0 1 177 0,0-2-86 0,0 5-52 0,-1-4 4 0,-6 3 342 0,3-2-177 0,-1 5-80 0,-1-2-47 0,1 3 213 0,2-2-85 0,2 3-68 0,-1 2-35 0,2-2 291 47,0 5-160-47,0 2-71 0,0 0 97 0,0-1-94 0,0 1-46 0,2 0-138 0,-1-1 45 0,1 2 10 0,-1-5 36 0,1-2-178 15,-2-2 88-15,0 0 46 0,0-3-1 0,0 0-44 16,-2-6 37-16,-4-3 26 0,-2-2-63 0,-1 0-204 16,0-2 76-16,-1-7 73 15,0-6-87-15,0-4 77 0,0-4 39 0,1 0 3 0,0-1 0 0,-1 2 26 16,4 2 9-16,1 5 211 16,-4 4-105-16,3 2-53 0,0 3-26 0,-1 1 121 15,0 5-50-15,1 0-42 0,-2 0 11 0,1 14 228 16,-2 3-92-16,0 0-69 0,1 3-130 0,2 0 34 15,-2-2 28-15,5 0-616 0,1-1 296 0,2 0 150 16,0-11 58-16,7 1-735 0</inkml:trace>
  <inkml:trace contextRef="#ctx0" brushRef="#br0" timeOffset="89928.9">14603 7229 1844 0,'3'0'0'0,"3"0"0"0,-1 0 0 0,0 2 0 0,0 3 0 0,0 4 0 0,-1-1 636 0,1 2-299 0,-2 2-150 0,1 0-74 0,0 1-54 0,0 3-12 0,-1-5-9 0,0-2-531 0,2 2 266 0,0-5 132 0,2-2-915 0</inkml:trace>
  <inkml:trace contextRef="#ctx0" brushRef="#br0" timeOffset="90063.16">14805 6899 1207 0,'13'-11'0'0,"7"0"0"0,5 4 0 0,-1-4 0 0,11 1 0 0,-5 2 775 0,3 1-369 0,1 1-184 0,2 0-92 0,1-1 53 0,1-1-64 0,-7 4-45 0,-1 1-220 0,-2 2 92 15,-5 1 45-15,2 0-802 0,-14 4 409 0,-4 8 204 16</inkml:trace>
  <inkml:trace contextRef="#ctx0" brushRef="#br0" timeOffset="90450.73">14938 7152 1178 0,'-4'13'0'0,"2"0"0"0,2 6 0 0,0-5 0 0,0 2 0 0,0 0 0 0,0-1 0 0,6-3 0 0,-2 5 201 0,0-5-86 0,2-3-39 16,0 0-70-16,-4-2 0 16,1-4 31-16,0 2-41 0,-1-5 16 0,0 0 0 15,-1 0 25-15,-1-9 0 0,2-7 0 0,2-4 9 16,-2-2-8-16,5-7-380 15,0-3 179-15,1-7 50 0,1-4 57 0,5-8-306 0,-3-2 168 16,4-3 68-16,-2-9-88 0,4-5 89 0,-1-7 43 0,2-11 127 16,-2 14-37-16,-4 3 1 0,-2 15-47 0,-5 8 199 15,-4 16-99-15,1 4-60 0,-2 25-14 0,0 3 681 16,-7 6-334-16,1 15-112 31,0 9-102-31,-1 11 429 0,3 7-261 0,4 9-126 0,0 10 396 0,0 8-261 0,0 14-121 0,0-10 76 16,4 1-253-16,4 1 0 0,3 1 0 0,6-2 0 15,1 4 0-15,2-19 0 0,0-5 0 0,1-3-36 16,-1-8-161-16,-2-7 118 0,0 0 67 0,-6-23-626 63,-4-9 325-63,-4-8 60 0,0-2-519 0,-3-10 368 0,2-14 173 0</inkml:trace>
  <inkml:trace contextRef="#ctx0" brushRef="#br0" timeOffset="90571.24">15361 6517 1568 0,'0'-9'0'0,"0"5"0"0,0 3 0 0,0 1 0 0,1 0 535 0,4 2-239 0,4 15-135 0,0 2-61 0,2 3 205 0,3 5-134 0,-1-1-67 0,4 3-24 0,-1 0-354 0,1-1 155 0,2-1 79 0,3 1-980 0</inkml:trace>
  <inkml:trace contextRef="#ctx0" brushRef="#br0" timeOffset="90727.97">15868 6813 1478 0,'0'0'0'0,"0"0"0"0,0 0 0 0,0 0 0 0,7 0 573 0,2 0-273 0,7 0-132 0,0 0-67 0,7 0 412 0,1 0-240 0,8 0-109 16,-1 0-69-16,2 0-141 0,1 0 40 0,0 2 1 31,-1 0-759-31,1 3 409 0,-9 0 191 0</inkml:trace>
  <inkml:trace contextRef="#ctx0" brushRef="#br0" timeOffset="90935.87">15853 7163 2031 0,'-13'2'0'0,"5"1"0"0,6-1 0 0,2 2 0 0,6-3 0 0,11 2 449 0,9 0-212 0,7-3-100 0,6 0-51 0,3 0 564 15,2 0-309-15,6 0-341 0,-7 0 0 0,4 0 0 94,-3 0 0-94,2 0 0 0,-7 0-994 0</inkml:trace>
  <inkml:trace contextRef="#ctx0" brushRef="#br0" timeOffset="92271.21">17772 6670 516 0,'0'-12'0'0,"0"-2"0"0,0 5 0 0,0-2 0 0,0-1 0 0,0 3 0 0,0-4 0 0,-1-2 262 0,-1 3-117 0,-1 1-53 0,1-3-26 0,-1 1 138 0,2 0-82 0,-4-2-32 16,5 2-10-16,-3-1-65 15,0 3 23-15,-1-3 1 0,-1 2-57 0,0-5 38 16,-2 5-9-16,1 3 27 0,0-2-29 0,-3 2 30 16,1 0 9-16,0 5 34 0,-3 1-44 0,2 1-30 15,-4 2 24-15,1 0 73 0,-4 6-26 0,2 8-9 16,0 4-36-16,-1 8 107 0,1 2-51 0,0 7-26 15,-2 10 124-15,6-1-79 0,2 9-36 0,1 3 120 47,4 7-77-47,0 2-39 0,3 13 10 0,0-7-9 0,0 5 0 0,1-1-40 0,3 1 1 0,0-3-43 0,-2 8 9 0,0-21 33 16,-2-3 1-16,0-4-26 0,-2-5 0 0,-6-4 26 16,-5 0 11-16,0-16-11 15,-3-3-1-15,-1-6-34 0,1-2-1 0,-1-6 16 16,-3-1-19-16,6-10-99 0,-2 0 41 0,4 0 38 31,-4-3 1-31,4-6-135 0,1-3 76 16,2-2 41-16,4 3 4 0,0 0 0 0,4 1-2 0,1 1 1 0,0 2-35 0,3 2 5 0</inkml:trace>
  <inkml:trace contextRef="#ctx0" brushRef="#br0" timeOffset="93744.47">17830 7677 1336 0,'-13'0'0'0,"7"0"0"0,1 0 0 16,4 0 0-16,1 0 0 0,0 0 0 0,11 2 565 0,10 0-269 0,9-2-130 0,4 0-64 0,5 0 268 15,4 0-166-15,3 0-75 16,-5 0-51-16,2 0-9 0,-1 0-1 0,2 0-31 16,-2 0-194-16,2-2 106 0,-10 2 39 0,-4 0-245 15,-5 0 147-15,-4 0 73 0,-6 0 37 0,0 0-846 16,-12 2 415-16,-3 7 161 15</inkml:trace>
  <inkml:trace contextRef="#ctx0" brushRef="#br0" timeOffset="94088.36">18163 7729 1113 0,'-11'3'0'0,"2"3"0"0,0 2 0 0,1 1 0 0,-2 6 0 0,4-2 0 0,-4 7 0 0,3 1 479 46,-1 3-222-46,-2 0-110 0,-1 6 189 0,-2-5-154 0,-1 0-73 0,0 1 44 0,-3-4-58 0,-1-2-29 0,2-1 9 0,3-9 136 16,4-3-87-16,3-5-44 0,2-2 1 0,4 0 206 0,0 0-151 16,2 0-136-1,12 0 0-15,6 0 0 0,7-5 0 0,2 1 0 0,4-1 0 0,0 4 0 16,0-3 0-16,-1 2 0 0,0 2 0 0,0-2 0 16,5 2 0-16,-9 0 0 0,-2 0 0 0,-3 0 0 15,-3 0 0-15,-4 4-718 0,2 0 306 0</inkml:trace>
  <inkml:trace contextRef="#ctx0" brushRef="#br0" timeOffset="94119.42">18402 8047 2581 0,'3'6'-675'0,"-2"-3"320"0,-1-1 158 0,-1-2-347 0,-9 0 245 0,-2 0 135 0</inkml:trace>
  <inkml:trace contextRef="#ctx0" brushRef="#br0" timeOffset="94166.61">18233 7843 1113 0,'-9'-7'0'0,"4"2"0"0,1-2 0 0,4 7 0 0,-2 0 0 0,2 0 0 0,0 3 610 0,0 12-287 0,2 5-143 0,2 4 429 0,3 4-286 0,0 5-134 0,-5-1-81 0,4 7 167 0,-4-1-119 0,-1 3-111 0,1 1-45 0,-2 4 0 0,0-8 0 0,0-1 0 0,0-4 0 0,-2-4-361 0,-3-4 142 0,1 1 137 0,2-14-786 0,-1-7 436 0,-1-5 101 0</inkml:trace>
  <inkml:trace contextRef="#ctx0" brushRef="#br0" timeOffset="94353.86">18018 7261 2385 0,'-9'-20'0'0,"1"6"0"0,7 4 0 0,1 0 0 0,1 5 0 0,13 2 0 0,7-3 0 0,3 3 289 31,4-1-126-31,7-1-55 0,-3-1 432 0,4 1-252 0,5 0-130 0,-1 1-158 31,-1 0 0-31,6-1 0 0,-10 5 0 0,-6-3-440 0,-3 3 182 0,-6 0 147 0,-5 3 74 0,-2 8-796 16,-12 1 342-16,-1 3 242 0,0-1-267 0</inkml:trace>
  <inkml:trace contextRef="#ctx0" brushRef="#br0" timeOffset="94525.26">18199 7163 1372 0,'-14'0'0'0,"3"0"0"0,0 0 0 0,5 6 0 0,-3 6 0 0,5 0 0 0,3 6 0 0,1 6 334 0,0 2-148 0,0 4 224 0,0 6-177 0,0-3-103 16,0 2-47-16,0-3-209 0,0-1 81 0,0-3 41 15,0 2 9-15,1-10-543 32,4-3 287-32,0-5 144 0,1-5-606 0,1-7 342 0</inkml:trace>
  <inkml:trace contextRef="#ctx0" brushRef="#br0" timeOffset="94639.1">18269 7265 1594 0,'0'-13'0'0,"0"-4"0"0,0 6 0 0,2 5 0 0,-1 1 0 0,0 3 0 0,5 2 305 15,-3 0-125-15,0 13 132 16,0 6-138-16,0 3-69 0,-2 7-34 0,-1 1 110 0,0 4-63 0,0-3-46 15,0 0 1-15,0-1-510 0,0-2 236 0,0-4 119 16,0 4 69-16,0-9-763 0</inkml:trace>
  <inkml:trace contextRef="#ctx0" brushRef="#br0" timeOffset="95387.93">18169 6411 282 0,'0'-18'0'0,"-4"2"0"16,-1-2 0-16,0 5 0 0,-1 0 0 0,0 1 134 0,-3 0-47 0,1 5-1 0,-2-3 82 31,2 6-69-15,-4 3-30-16,3 1-1 0,-5 0 12 0,0 13-31 0,-3 5-10 0,4 9-1 0,-2 2 52 0,1 4-25 0,-1 2-1 0,5 4 82 0,1-6-59 15,7-3-24-15,-2-3 33 0,4-1-29 0,0-3 0 16,0-2-19-16,4-7-52 0,5-6-1 0,3-3 44 15,4-5 0-15,1 0-41 0,1-3 9 0,0-13 32 16,1-4 0 0,0-2-154-16,-1 0 58 0,-2-2 45 0,2 1-184 0,-7 2 100 0,1 4 26 15,-2 3 33 63,-2 0-17-62,-2 5 1-16,2-2-5 0,-7 4 5 0,1 4-16 0,-2 3 1 0,0 0-11 0,0 12 0 0,-7 4-11 0,0 7 51 0,1-1 1 0,0 1 760 0,-1 2-259 0,3-1-214 0,1-2 168 0,1-5-194 0,2-2-92 0,0-1-220 0,0-4 64 0,0-4 32 0,5 0 9 0,4-6-94 0,2-2 54 0,4-10 31 0,0-6-17 0,3-3-115 16,1-4 48-16,1 1 39 15,0 2-16-15,-1-2 17 0,0 6-10 0,0 0 0 16,3 1 73-16,-7 10-21 16,-1 1 0-16,-2 4-25 0,-1 2 105 0,-3 0-49 0,0 11-14 0,-5 7 89 15,-3 3-49-15,0 0-28 16,0 0 15-16,0 1-15 0,-6-2-10 0,0-4-9 0,1-3 19 0,-1-2-38 15,1-5 28-15,-2 2 2 0,3-8 79 0,0 0-40 16,0-2 4-16,4-12-77 0,0-5 37 0,0 0 5 16,0-6-8-16,5 0-112 15,5-3 52-15,2-1 28 0,2 2 1 0,3-6-331 16,0 9 167-16,2 2 84 0,1 3 28 0,-1 6-576 16,-1 2 296-16,4 5 140 62,-6 6-195-62,1 0 176 0,-4 12 89 0</inkml:trace>
  <inkml:trace contextRef="#ctx0" brushRef="#br0" timeOffset="95559.98">18763 6416 174 0,'0'-7'0'0,"-6"-1"0"0,-1 4 0 0,0-3 0 0,-1 3 0 0,0 2 520 0,-1 2-240 0,-2 0-121 0,-1 3-60 0,-2 10 413 0,3 4-241 0,-3 6-117 0,3 3-57 0,1 1 274 0,2 3-166 16,1 2-74-16,4-6-5 0,3 0-44 0,0 2 0 0,5-5-128 15,8-2 42-15,3 2 10 0,6-9 32 16,-1-3-439-16,6-8 219 0,-1-3 111 47,4 0 64-47,-5 0-825 0,1-9 404 0,0-8 159 0</inkml:trace>
  <inkml:trace contextRef="#ctx0" brushRef="#br0" timeOffset="95700.53">18888 6407 1673 0,'-13'0'0'0,"3"0"0"0,3-3 0 0,3 3 0 0,2 0 0 0,2 0 0 0,2 0 0 0,11 0 360 0,9 0-162 0,3-3 125 16,5 2-134-16,4 0-79 0,1-5-37 0,2 2-99 15,-2 1 32-15,1-1 0 0,2-1 42 0,-5 3-497 16,-4 1 243-16,-1 0 123 0,-3 1 60 0,-5 0-674 16,-1 0 361-16,-8 0 70 0</inkml:trace>
  <inkml:trace contextRef="#ctx0" brushRef="#br0" timeOffset="95867.6">19168 6213 1191 0,'-9'0'0'0,"1"0"0"0,2 2 0 0,1 3 0 0,-2 7 0 0,2 2 0 0,0 6 297 0,2 6-130 16,-2 3-64-16,0 6 166 31,0 4-115-31,-3 6-49 16,6-4-38-16,-3 0-91 0,4 0 30 0,-1-4 1 0,2 1 31 0,0 1 10 0,2-12-9 0,6-3-1 0,5-7-1203 0,3-3 586 15,1-7 204-15</inkml:trace>
  <inkml:trace contextRef="#ctx0" brushRef="#br0" timeOffset="96507">19416 6546 546 0,'6'-21'-1'0,"0"-1"1"0,-1-1-1 0,0-5 1 0,-2 4-1 0,-2-4 1 0,2 9 236 0,-3 1-99 15,0 5-50-15,-3 4-25 0,-4 4 0 0,-3 3-16 16,-1 2-9-16,-4 7 756 0,-1 14-379 0,-2 3-187 15,-1 6-95-15,1 3 51 16,2 0-77-16,3 2-35 0,1 1 8 0,2-1 0 0,3-2-42 0,2 3-40 0,3-11 16 0,2 2 0 16,0-7 24-16,0 1-201 15,0-7 101-15,5 0 59 0,6-10 17 0,3-4-275 16,0 0 112-16,4-12 78 0,0-7-4 0,4-5-97 16,-4-4 37-16,-2-3 51 0,1-1-191 0,-1-1 119 15,2-4 50-15,-6 5-4 94,1 2 37-94,-4 0-1 0,-1 5 38 0,-4 7 273 0,-1 0-146 0,0 9-59 0,-3 9-34 0,0 0-1 0,-6 5-33 0,-2 14-1 0,-2 1-9 0,1 2 755 0,1 5-283 0,2 1-194 0,0-1-35 0,2-1-79 0,-1 0-30 0,3-4-216 0,2-3 84 0,0-2 41 0,0-2 0 0,0-1-336 0,2-3 198 0,7-9 85 31,0-2 12-31,2 0-386 0,3-5 165 0,2-9 115 0,1-4 39 0,0-4-25 0,2-1 50 0,1-2 24 16,-3 1-12-16,3 0 0 0,2-2 28 15,-5 7 133 1,0 1-62-16,-3 7-31 0,-1 5 0 0,-2 3 211 0,0 1-131 0,-7 2-34 16,-1 12-36-16,-1 9 319 0,-2-1-155 0,0 4-78 0,0-1 16 0,0 0-27 15,0-4 0-15,0-3-40 16,0-2-93-16,0-5 46 0,0 1 9 0,0-8-220 16,1-2 127-16,4 0 44 0,1-8 38 0,1-6-176 93,0-1 91-93,0-5 11 0,-1 5 34 0,-1-2 68 0,3 2-23 0,-3 3-36 0,2 0-5 0,-3 8 10 0,0 1-1 0,0 3 1 0,0 0 699 0,-1 1-298 0,3 13-173 0,-2 4 6 0,-1 2-79 0,3 1-41 16,1 0 0-16,2 3-216 0,-1-3 84 0,2-1 46 0,2-3-1 0,-1-5-467 0,2-2 254 0,3-2 105 0,-3-8 66 0,2 0-724 78,0 0 369-78,0-6 185 0,-1-8-101 0</inkml:trace>
  <inkml:trace contextRef="#ctx0" brushRef="#br0" timeOffset="96698.78">20120 6315 839 0,'10'-22'0'0,"-2"9"0"0,1 6 0 0,-5 0 0 0,1 4 0 0,-2 3 0 0,-1 0 217 0,-1 10-94 0,-1 4 298 0,0 3-192 0,-7 1-95 0,-5 5-49 0,-3 2 49 0,-1-5-52 0,-2 3-1 16,1-3-44-16,-1-1 46 15,1-1-1-15,2-2-36 0,1-2-8 0,4-3 105 0,1-5-53 0,0 2-27 16,3-4 120-16,2 1-63 0,4-5-46 0,0 0 64 15,8 0-51-15,8 0-24 0,7-2-1 16,1-1-44-16,2-3-9 0,4 0 28 31,0 4 0-31,0-1-238 0,5 2 128 0,-6-2 51 0,-1 2 29 0,0-1-640 0,-3 1 316 0,-3 1 109 16,0 0-539-16,-8-1 359 0,-5 1 175 0,-4-3-286 16,-4 0 250-16,-1-4 124 0</inkml:trace>
  <inkml:trace contextRef="#ctx0" brushRef="#br0" timeOffset="96831.77">20284 6237 691 0,'0'-11'0'0,"-3"1"0"0,-2 1 0 0,2 5 0 0,1 4 0 0,-2 0 0 0,3 6 38 0,0 11-1 0,-2 6 10 0,2 3 954 15,-1 3-482-15,1 5-241 0,-3 2-120 0,1 1-29 16,-1 4-37-16,2-3-9 0,-3 1-46 0,2 2-545 16,0 3 272-16,-4 3 137 15</inkml:trace>
  <inkml:trace contextRef="#ctx0" brushRef="#br0" timeOffset="97539.17">20649 7104 925 0,'-4'-26'0'0,"0"0"0"0,-3-3 0 0,1 1 0 0,-3 3 0 0,-1 2 0 0,1 0 347 0,-3 1-156 0,1 1-69 16,1 10 192-16,-3 5-139 0,3 5-70 0,-4 1-25 15,-2 7-23-15,-4 15 9 16,3 8-31-16,-1 6-27 0,5 5-1 0,-3 2 28 31,5 3 0-31,-1 4 58 0,6-10-33 0,4-2-1 0,2-2 13 0,0-6 0 16,0-1-37-16,0 0 9 0,2-11-45 0,10-8 0 16,2-7 36-16,2-3-192 0,4 0 91 0,3-13 54 15,-1-13 17-15,2-6-330 0,-2-3 155 0,4-3 84 16,-3-3 16-16,4-7-221 0,-8 5 130 0,4-5 63 15,-3-4 31-15,1-7-113 16,0-7 72-16,2-12 28 0,-3 2-36 0,0-2 41 94,0 1-1-94,-3 9 19 0,-2 9-1 0,-3 7 14 0,-9 32 9 0,-3 14 340 0,0 6-171 0,-13 11-84 0,-5 22-42 0,-3 12-10 0,-1 7-33 0,-1 10 35 0,0 6 594 0,4 4-152 0,0 0-203 0,-1 14 53 0,7-19-133 0,4 1-62 0,3-1-31 0,1-4 133 0,5-7-83 15,0 6-31-15,8-20-9 0,6-13-156 0,4-8 58 0,3-13 29 0,2-8 8 0,-1-4-393 32,1-21 206-32,1-9 104 0,-1-5-398 0,1-6 198 0,2-3 120 0,-7 1-85 0,2-1 100 0,0 2 48 15,-2 4 25-15,-2 2-47 16,2 0 27-16,-7 16 9 0,-6 7 36 0,-5 10 376 0,-1 7-189 0,0 0-93 16,0 15-56-16,-7 11 411 15,-4 5-217-15,3 3-46 0,4 3 257 0,0-3-187 0,3 7-84 0,1-10-55 16,0-1 66-16,3-4-57 15,8-2-27-15,4-5-38 16,6-2 18-16,1-12-9 47,7-5 0-47,3-2-187 0,1-17 94 0,2-5 46 16,-1-6 33-16,-6-1-415 0,-7-4 210 0,-2 0 49 0,-5-2 70 0,-7 2-240 0,-1-7 126 0,-6 3 76 0,-6 1-5 0,-14 3 37 0,-2-1-1 0,-6 4 13 0,-2 2-9 0,5 17 33 0,0 4 0 0,4 9 244 93,3 0-122-93,3 0-62 0,2 9-38 0,7 6 559 0,5 6-273 0,1-1-85 0,0 7 186 0,6-1-169 0,6 3-76 0,5-4-52 0,1-1-291 0,5 0 125 0,2-2 61 0,4 1-895 0,1-8 473 0,4-4 227 0</inkml:trace>
  <inkml:trace contextRef="#ctx0" brushRef="#br0" timeOffset="98270.5">22370 6367 877 0,'-9'-33'0'0,"-2"3"0"0,2 3 0 0,-2 4 0 0,-6-2 0 0,1 9 0 0,-3 5 0 0,-1 4 324 16,-3 3-143-16,1 4-72 0,-6 0 84 0,7 0-82 16,0 17-37-16,2 7 214 0,-1 3-125 0,3 6-63 15,1 8-23-15,7 1 289 0,2 5-165 0,2 3-82 16,3 6-42-16,2 3 391 0,0 7-265 0,0-4-203 47,0 7 0-47,6 5 0 0,0 6 0 0,-1 17 0 0,-3-11 0 0,0 9 0 0,-2 5 0 0,-2 1 0 0,-10 3 0 0,-5 8 0 0,-1-25 0 0,-4-3 0 15,-4-6 0-15,-1-11 0 0,-2-10 0 0,-1-2 0 16,1-21 0-16,0-14 0 16,0-5 0-16,0-6 0 0,2-8 0 0,2-1 0 15,9 0-506-15,6-10-62 0,2-5 265 0</inkml:trace>
  <inkml:trace contextRef="#ctx0" brushRef="#br0" timeOffset="99632.29">22807 7287 1349 0,'0'0'0'0,"-2"0"0"0,-1 0 0 0,1-2 0 0,0 2 0 0,0-3 0 0,2 3 0 16,0 0 0-16,0 0 0 0,2 0 226 0,7 0-100 0,8 0 180 0,3 0-134 0,3 0-68 0,7 0-24 0,2-3 101 0,4 3-73 0,2 0-35 0,1 0 0 0,2 0 5 0,3 0-32 0,-6 0-9 16,-5 0 0-16,1 3-46 0,-4 2 0 0,-5-1 46 15,-1 1-170-15,-9-1 81 0,-3 2 44 0,-7-4-426 16,-2 1 199-16,-3-3 119 15,0 2 11-15,0 1-364 0,-5-2 216 0,-6 0 108 16,-5 1 55-16</inkml:trace>
  <inkml:trace contextRef="#ctx0" brushRef="#br0" timeOffset="99948.93">22925 7277 818 0,'-14'0'0'0,"-4"5"0"0,9-2 0 0,-1 6 0 0,5 1 229 0,0 3-96 0,4 5-48 0,1 4 485 0,0-2-272 0,0 6-130 0,1 3 237 16,2 0-184-16,1 2-93 0,0 5-36 0,-1-6-20 16,0 1 0-16,-1 0-35 0,-2-2-1 0,0-1-100 15,0 2 59-15,0-8 16 0,0-5 1 0,0-3-51 16,-5-4 38-16,-1-2 9 16,1-4-143-16,1-4 86 0,-4 0-2 0,1 0-113 15,-3-3 53-15,0-1 11 0,2-5 42 0,-2 1-54 0,-2-4 38 0,3 2 1 16,-4-1 26-16,1 1 38 15,3 2 10-15,-3 1-38 0,2 3 0 0,-3 2 112 16,3 2-50-16,-3 0-30 0,1 0 49 0,-1 10-26 16,1 4 1-16,3 0 46 0,-1 0-36 15,1 4-7-15,0-5 1 0,7 0-214 32,1 1 93-32,1-3 50 0,0-2 0 0,0-2-579 0,12-2 300 0</inkml:trace>
  <inkml:trace contextRef="#ctx0" brushRef="#br0" timeOffset="100239.02">22973 7525 1894 0,'11'-9'0'0,"5"0"0"0,-1 3 0 0,6 0 0 0,-1 3 0 0,3 1 0 0,-3 1 0 0,2 1 321 16,-2 0-142-16,0 0 6 0,0 3-74 0,-1 6-28 16,-4 1-9-16,-4 1-107 0,-3 3 35 0,-4-1 0 0,-2 2 35 0,1 2-279 15,-3-3 136-15,0-1 71 16,-9-1 36-16,-5 1-135 0,2-1 96 0,-3-3-14 15,-2 0 143-15,1-1-66 0,-2 0-34 0,7-4 163 16,-2 3-86-16,2-1-50 0,5-3 0 0,1-2 328 16,4 3-162-16,1-2-39 0,0 3-45 0,1-5-71 15,8 0 8-15,8 0 0 16,2 0-169-16,2 0 85 16,5 0 51-16,-1-3-397 0,-2 2 212 0,1-2 87 0,-2-1 58 0,-2 3-567 0,-1-1 274 0,-6 1 151 15,-4 1 70-15,-3 0-211 0,-4 0 141 0</inkml:trace>
  <inkml:trace contextRef="#ctx0" brushRef="#br0" timeOffset="100514.46">22445 7902 1421 0,'-17'0'0'0,"5"-3"0"0,1 3 0 0,11-3 0 0,0 3 0 0,11 0 525 0,17 0-245 0,13-1-121 0,14-4-53 0,7 0 167 0,12-1-118 0,6-1-59 0,11 3 209 0,20-2-126 0,-7 3-75 0,7 1-35 0,3-1-70 0,-2 3 38 0,-11 0-1 0,8 0-161 78,-29 3 76-78,-4 3 43 0,-7 1-1 0,-2 0-250 0,-7-2 146 0,1-1 83 0,-22-1-7 0,-5-3-179 0,-10 0 43 0,-5 0 77 0,-6 0-249 0,-7 0 144 0,-6 0 86 0,-3 0-209 0,-17 0 143 0,-5 0 71 0,-6 0 36 0,-8 0-513 0</inkml:trace>
  <inkml:trace contextRef="#ctx0" brushRef="#br0" timeOffset="100878.9">22601 8191 1229 0,'-15'0'0'0,"3"0"0"0,-2 0 0 0,2 0 0 0,4 0 0 0,-4 0 0 0,10 0 571 0,2 0-267 0,0 0-134 15,10 0-67-15,14-2 302 16,12-1-176-16,9-2-100 0,11 1-47 0,6-2 166 0,7 0-106 0,3-1-52 16,11 2 10-16,-2-1-37 0,6 0 1 15,5 1-81-15,-1-1 26 0,0 2 1 16,2 0-10-16,-22 1-31 0,-7-1 11 0,-8 2 28 0,-8 0 0 0,-6-1-242 16,2-2 140-16,-18 2 8 0,-7 0 49 0,-3-2-330 46,-10 1 168-46,-3 0 67 0,-3 1 38 0,0 0-202 0,-17-1 130 0,-7 1-115 0,-2 1 123 0,-10 2 60 0,-6 0 22 0,1 0 9 16</inkml:trace>
  <inkml:trace contextRef="#ctx0" brushRef="#br0" timeOffset="101191.13">22485 8231 1839 0,'-10'0'0'0,"0"5"0"0,2 2 0 0,4 4 0 0,3 6 0 0,1 5 0 0,0 7 0 0,1 4 257 16,8 7-110-16,0 3 22 16,4 1-66-16,-2 5-24 0,-3-8-10 0,0-5-67 15,-1 0 0-15,-4-7 34 0,1-3 1 0,-3 1-149 16,-1-13 70-16,0-4 39 0,-1-4 0 0,-9-6-118 0,-2 0 78 0,-4 0 49 16,-1-6-220-16,-1-6 77 0,-2-5 67 0,0-1-29 15,0 0 35-15,-7-1-7 16,6 3 8-16,-5-1 65 0,2 4-1 0,0 0-37 15,0 5 0-15,-4 0 101 0,4 6-44 0,3 2-18 16,2 0 0-16,-2 2 176 0,1 10-94 0,0 5-33 16,4 3 22-16,2 1-22 15,1 3 0-15,5-2-230 0,0 0 94 0,0 2 53 0,6-7-2 0,2-2-467 16,0-1 240-16,0-2 107 0,7-2 62 0</inkml:trace>
  <inkml:trace contextRef="#ctx0" brushRef="#br0" timeOffset="101534.64">22680 8468 2292 0,'0'-17'0'0,"0"4"0"0,-3 1 0 0,-5 6 0 0,-4 4 0 0,-3 2 0 0,-2 0 0 0,-2 7 0 0,-3 9 309 0,2 2-141 0,2 3-66 0,2 3 160 109,6 0-112-109,-2 1-57 0,7-1-19 0,3-2-51 0,2-1 14 0,2-4 0 0,8 0 0 0,5-4-1 0,5 3 10 0,5-9-9 0,0-1-256 16,0-3 128-16,1 1 63 0,-3 0-141 0,1-1 70 0,-10 0 55 0,0 0-22 0,-8 1-13 0,-1 0 10 0,-5 3 0 0,0 1-11 0,-7 0 188 0,-13 2-72 0,-3-2-32 0,-2 0 1 0,0 1-1 0,-6-1 11 0,6-1-35 78,0-2-267-78,1-5 130 15,5 3 72-15,3-3-522 0,2 0 276 0,8 0 151 0</inkml:trace>
  <inkml:trace contextRef="#ctx0" brushRef="#br0" timeOffset="101639.42">22827 8572 999 0,'8'0'0'0,"5"-4"0"0,-7 2 0 0,1 2 0 0,-4 0 0 0,0 3 657 15,-1 7-311-15,-2 3-145 0,0 2-87 16,0 0 361-16,0 2-220 0,0-1-109 0,-5 1-54 0,4-1-14 0,-2-1-42 0,-2-4 1 0,4 1-372 0,0-4 186 0,0-2 93 0,-1 1-622 15,2-5 350-15,-2-2 181 0,2 0 88 0,0-6-598 16,0-8 310-16,-1-4 145 0,-1-5 88 0</inkml:trace>
  <inkml:trace contextRef="#ctx0" brushRef="#br0" timeOffset="101784.67">22869 8314 1375 0,'3'-16'0'0,"0"6"0"0,0 3 0 0,-1 5 0 0,1 1 0 0,-2 1 0 0,1 0 0 0,0 12 0 0,-1 5 420 0,1 1-192 16,-2 3-96-16,2-1-47 0,1 4-76 15,-2-3-8-15,1 0 36 0,1 0-580 0,1-1 289 16,-1-1 146-16,-1 0-295 31</inkml:trace>
  <inkml:trace contextRef="#ctx0" brushRef="#br0" timeOffset="102046.24">23003 8557 690 0,'0'3'0'0,"0"-1"0"0,-2 2 0 0,-1 2 0 0,-1-1 0 0,0 2 413 0,2 3-178 0,1-1-104 15,1 1-47-15,0-3 223 0,0 4-134 0,0-3-69 16,0 0-24-16,0-1-10 0,0-2-33 0,1-3-96 16,3-2-133-16,2 0 115 0,2 0 66 0,0 0-103 15,0-12 76-15,4-1 37 0,-3-1 0 0,4-1 2 16,-2 0 23-16,3 2-66 0,0 2 1 0,-2 0 263 16,2 2-111-16,-1 4-61 0,4 0-27 0,-6 3 296 15,6 2-144-15,-5 2-50 0,1 11 132 16,-1 5-110-16,-1 5-46 0,-3 3-24 15,0 0 0-15,-4 2-40 0,-2-1-1 0,0 3-54 16,-1-1 36-16,-1-7-9 0,0-5 28 0,0-5-338 16,0-3 169-16,0-6 84 0,0-3 36 0,0 0-726 15,0-12 324-15,2-9 188 0</inkml:trace>
  <inkml:trace contextRef="#ctx0" brushRef="#br0" timeOffset="102612.32">23427 8417 1562 0,'0'0'0'0,"-5"0"0"0,-1 0 0 0,2 0 0 0,4 0 0 0,0 0 0 0,0 3 0 0,2 1 421 0,9-2-197 15,2 4-93-15,4-2-48 0,0 4-21 32,0 1 0-32,4 0-16 0,-4 2-9 0,1 1-165 0,-2 0 83 0,-4 2 41 0,-4 3-214 0,-3 3 137 0,-4 0 55 0,-1 1-17 15,-5 3 12-15,-10-1 26 0,-4 0-50 0,-4 3 456 16,2-6-218-1,1-3-90-15,0-1-54 0,3-4 252 0,4-1-113 0,2-4-67 16,6-3-15-16,5-4 116 0,0 0-88 0,5 0-43 16,14-4-167-16,5-6 71 0,2-4 21 0,4-1-502 15,-1 0 267-15,2-1 132 63,1-1 68-63,2 0-532 0,-5 0 228 0,0-2 149 0,-1 4 66 0,0-4-213 0,-2 1 148 0,4-3 63 0,-8 4 47 0,-1-1-4 0,-4 2 0 0,-2 2 40 0,-6 3 201 0,-1 0-110 0,-5 8-41 0,-3-1 507 0,-4 4-278 15,-9 0-140 79,-3 4-65-94,-4 13 553 0,-2 2-287 16,3 6-133-16,1 6-67 0,2 1 241 0,1 1-145 0,7-1-86 0,3-1-38 0,5 3 0 0,0-4-39 0,5 0-6 0,9 2-30 0,9-10 0 0,7-2 0 0,4-8 0 0,4-3 0 0,3-9 0 0,2 0 0 0,-4-13-88 0,0-9-61 0,-3-3 93 0,-4-4 19 0,-5-3 32 0,2-1-71 0,-15 1-73 78,-3 1-324-78,-7-1 116 0,-4-1 161 0,0-2 79 0,-8-6-144 0,-13 10 117 0,-8-1 54 0,-3 3-11 0,-4 7 33 0,-2 8 0 0,-5 4 22 0,6 10 347 0,0 0-169 0,6 12-84 0,4 5-42 0,5 2 658 0,1 0-297 0,17 1-121 0,4 0-110 0,1-1 208 16,15 2-154-16,5-4-143 0,7 1-47 0,1-6 0 46,4-3 0-46,3-1 0 0,1-5-16 0,1-1-17 0,2-2 43 0,-4 0-8 0</inkml:trace>
  <inkml:trace contextRef="#ctx0" brushRef="#br0" timeOffset="104302.07">22902 5966 1270 0,'-6'-10'0'0,"1"1"0"0,2 3 0 0,3 1 0 0,0-4 0 0,0 4 0 0,3 0 384 0,12 2-173 0,4-3-87 16,4 3-43-16,4 1 73 0,-1-1-63 0,0 1-27 31,0 2 1-31,0 0-71 16,2 0 53-16,-4 8-10 0,-4 3-131 0,-6 3 66 0,0 1 33 0,-8 2-164 0,0 3 108 0,-6-1 40 0,0 0 23 0,-10 1-51 15,-6-1-2-15,-1-1 25 32,-5 0-33-32,-1-5 263 0,3-2-115 0,-1-1-50 0,1-3-5 0,4-2 286 0,-2 2-132 0,10-6-89 15,-2-1 65-15,4 0-69 0,3 0-33 0,3 0 11 16,0 0-36-16,9 0-9 0,9 0 0 0,6 0 72 15,3 0-37-15,-1 0 1 0,9 0-51 0,-6 0-23 16,3 0 0-16,0 0 0 0,-2 0 0 0,-1 0 0 16,1 0 0-16,-8 0 0 0,-3 0-499 0,-5 0 205 15,-2 0 143-15,-4 0-646 0,-2 0 371 0,-4 4 198 16</inkml:trace>
  <inkml:trace contextRef="#ctx0" brushRef="#br0" timeOffset="104835.57">22571 6348 1291 0,'-7'-2'0'0,"0"-2"0"0,1 1 0 0,2 2 0 0,4-1 0 16,0 0 0-16,0 1 213 0,6-1-88 0,7 0 286 0,8 1-192 0,8-1-92 0,4 0-44 0,6 0 111 0,9 1-69 0,2 1-49 0,3 0 0 0,10 0 124 15,6 0-82-15,5 0-41 0,12 0 10 0,-9 3-22 16,5-1 0-16,3-2-28 31,1 0 0-31,1 0-1 0,7-5 10 0,-15-7-208 0,-2-2 99 0,-3-1 50 16,-4 1 24-16,-9 0-83 0,0 1 24 0,-23 6 33 0,-4-1-28 0,-8 4-97 0,-4-1 69 0,-9 3 5 31,0-2-8-31,-11 3-41 0,-2 1 31 0,0 0 26 0,-4 0-205 0,-9 0 113 16,-7 3 47-16,1 6-522 0,-6 3 294 0,-1 2 147 15,-1 6 74-15</inkml:trace>
  <inkml:trace contextRef="#ctx0" brushRef="#br0" timeOffset="105556.12">22860 6493 651 0,'-2'0'0'15,"-3"-3"0"-15,2 1 0 0,0 0 0 0,0 2 0 0,-3-2 0 0,2 2 243 0,2 0-104 0,-2 0-51 0,1 0-25 0,0 0 171 16,-1 0-89-16,2 0-59 16,1 0-24-16,0 0 153 0,-2 0-89 0,3 0-45 15,0 0 9-15,0 2-53 0,0 0 0 0,3 3 214 94,8-5-107-94,5 4-53 0,9-1-19 0,5 0 146 0,6-2-91 0,13-1-45 0,9 1 0 0,8-1 80 0,19 0-53 0,5 0-41 0,10 0 1 0,6-1 4 0,-2-3 1 0,-4 0-62 0,8 1-12 0,-26-2 0 0,-9 3 0 0,-7 2 0 0,-8-2 0 0,-9 0 0 0,0 0 0 0</inkml:trace>
  <inkml:trace contextRef="#ctx0" brushRef="#br0" timeOffset="105632.99">24210 6476 3931 0,'25'-1'-47'0,"0"-2"-11"0,-5 0 42 0,-4-2-189 0,-1 0 101 16,-10 3 21-16,-3-1 36 0,-2 1-84 0,0 2 50 0,-6-3 5 0,-8 2-9 0,-2 1 49 0,-7 0-1 0,-3 0-425 0,1 1 213 0,-6 7 106 0,-4-1 44 0,-1 1-544 0</inkml:trace>
  <inkml:trace contextRef="#ctx0" brushRef="#br0" timeOffset="105884.55">22768 6541 712 0,'-10'0'0'0,"1"0"0"0,0 0 0 0,4 0 0 0,0 0 351 0,-1 0-148 16,2 5-87-16,3 10 164 0,1 6-122 0,0 6-60 0,0 4-30 0,1 8 197 0,6-2-118 0,1 6-55 16,0 0-28-16,0 1-51 0,-1-2 24 0,-1 4 9 15,-2-13-65-15,-3-3 28 31,1-3-1-31,-2-4 75 0,0-5-46 0,-3 3 9 0,-6-14-9 0,-2-3 45 0,-4-4-45 0,0 0 0 0,-3 0-36 0,-2-8 69 32,2-4-12-32,-1-6-23 0,1 4 12 0,3-7-125 0,-2 1 59 0,0-2-85 0,1 5 59 0,3-1 34 15,2 3-11-15,0 1 61 63,1 3-34-63,-4 1 9 15,8 5-29-15,-2 1 121 0,2 4-52 0,-3 0-1 0,2 0-51 0,-2 11 19 0,2 6-1 0,-1 1-7 0,-2 4 29 0,2 1-189 0,-4 4 91 0,4-2-455 0,-1 0 242 0,1-3 125 0,2 0 45 0,-1-1-493 0,3-1 269 0,2-7 147 16</inkml:trace>
  <inkml:trace contextRef="#ctx0" brushRef="#br0" timeOffset="107277.06">23181 6770 899 0,'0'-6'0'0,"0"-1"0"0,0 2 0 0,0-2 0 0,0 2 0 0,0-2 0 0,0 1 0 0,0 0 0 0,0 1 0 0,0-1 0 0,0 0 168 16,0 4-66-16,-2-1-33 31,-6 3 0-31,-3 0 61 0,-1 0-39 0,-5 10-31 0,-2 2 123 0,2 5-73 0,-3 2-37 0,2 2 45 0,0 1-31 0,5 0-10 0,2-3-41 0,4-1 97 16,5 0-49-16,2 0-24 15,0-2 10-15,0-5-38 0,6 1 3 0,8-5 1 0,-1 2 0 16,1-3-56-16,0 3 36 0,-2-4-8 31,-1 0-9-31,-5 2-1 0,-1-1 38 0,-3 1 38 0,0 4 10 0,-2-3-69 16,0 2 16-16,-6 1 29 0,-3-4 0 0,-3 1-36 0,-2 1 12 15,0-3-198-15,1-2 92 0,2-2 48 0,-1-2 23 0,4 0-585 16,3 0 280-16,4-2 125 16,1-14-521-16,1-2 332 0</inkml:trace>
  <inkml:trace contextRef="#ctx0" brushRef="#br0" timeOffset="107447.85">23258 6800 1371 0,'2'0'0'0,"0"0"0"0,-1 0 0 0,1 0 0 0,-1 2 0 0,2 5 279 0,-3 1-121 0,0 9 326 0,0-2-228 0,0 6-110 0,0-1-56 0,0 4 21 16,-3 0-37-16,0 2 17 63,2-8-55-63,-1 0-213 0,2-3 107 0,-2-1 53 0,2-4 26 0,0-2-539 0,0-8 279 0,0 0 144 0,4 0-646 0,3-12 359 0,0-6 179 0,0-4-103 0</inkml:trace>
  <inkml:trace contextRef="#ctx0" brushRef="#br0" timeOffset="107770.6">23378 6599 915 0,'0'0'0'0,"0"0"0"0,2 0 0 0,-2 0 0 0,2 0 0 0,-1 0 0 0,1 4 0 0,1 4 63 0,2 3-27 0,1 5 8 0,0-1-8 0,-1 6 31 16,3 0-1-16,-1 4-30 0,-2 0 0 0,3 1-206 0,-4 1 97 16,0-3 52-16,-3 0-194 0,0 0 110 15,0 1 57-15,-1-9 27 0,0 2-30 0,0-4 23 0,0-1-75 0,0-4 310 16,0-1-122-16,0-4-49 15,0-4-27-15,0 0 111 0,0 0-47 0,0 0-37 110,4-2 22-110,-1-8 230 0,3-2-112 0,1-1-70 0,2-3 7 0,1 3-39 0,4-3 9 0,-1-2-47 0,-1 4 0 0,5 0 0 0,-2 2-1 0,2 4 83 0,1 1-32 0,-3 2-10 0,-2 5-40 0,3 0 51 0,-3 0-26 0,-3 15 0 0,3 2-16 0,-5 4 17 0,-3 4 0 0,-2 2-26 0,-1 1-2 0,0-1 2 0,-2 3 9 0,0-6-184 15,0-5 88-15,0-4 43 0,0-2 0 0,0-5-433 16,0-1 210-16,0-7 115 0,2 0 26 0,4-7-528 16,1-10 290-16,1-4 147 0</inkml:trace>
  <inkml:trace contextRef="#ctx0" brushRef="#br0" timeOffset="108406.12">23834 6713 1379 0,'6'-7'0'0,"1"0"0"0,1 3 0 0,0 1 0 0,3-1 0 0,1 2 0 0,1 1 0 0,2-2 267 0,-1 3-120 0,2 0 9 0,-3 10-61 0,-2 1-29 47,-1 4 0-47,-1 1-127 0,-3 4 44 0,-5 0 27 0,-1 4-1 0,0-2-24 0,-10 1 25 0,-1 2 9 0,-4-5 16 0,-2 1 167 0,-3-2-83 0,0-4-42 0,1-2 100 0,0 1-61 16,3-7-45-16,3-2 216 31,3-1-126-31,4-2-62 0,-1-1-32 0,5-1 28 0,2 0-34 0,1 0 1 47,15-1-27-47,4-5-98 0,2-1 49 0,4-1 34 0,1-3-9 0,-2 2-282 0,6-2 154 0,-3-1 76 0,4-1-172 0,1-1 66 15,-4 1 73-15,-2-1-260 0,0-2 150 0,-5-1 73 0,3 0 38 0,-1-3-9 16,-7 4 46-16,-5 1 1 0,-3 3-1 0,-4 0 111 31,-4 7-55-31,-1-1-37 0,0 5 9 0,-4 1 370 0,-11 0-196 0,1 9-58 0,0 6 292 0,-3 2-152 16,5 2-110-16,2 3-52 0,0-1-24 15,3 2-1-15,6-1-25 0,-1 3 94 0,2-7-61 0,0 1-69 16,5 0 0-16,5-4 0 16,8 0 0-16,1-7 0 0,2-4 0 0,4-4-10 15,3 0-26-15,0-4 36 0,4-8-293 0,-4-6 128 63,-2-2 83-63,-2-2-115 0,-3-2 88 0,-3-3 11 0,0 2 25 15,-10-2-85-15,-5 2 61 0,-1-1 31 0,-2-3 0 0,-5 2 8 0,-10-3 13 0,-5 5 9 0,-3 6 1 0,-5 4 80 0,-1 3-41 0,-1 7 1 16,-5 2 317-16,8 3-156 0,2 0-96 0,1 7 237 0,6 3-151 0,5 2-33 31,2 2-47-31,10 2 242 0,1 1-286 0,0 0-32 0,9 1 0 0,7-2 0 16,3 0 0-16,5-2 0 0,3-2 0 0,-2 0 0 94,4-2 0-94,0-1 0 0,3-1 0 0,-2 0 0 0,1-4 0 0,0 1 0 0</inkml:trace>
  <inkml:trace contextRef="#ctx0" brushRef="#br0" timeOffset="108491.21">24895 6834 1944 0,'-4'-5'0'0,"-1"-2"0"0,4 2 0 0,-1 1 0 0,2 3 0 0,0-1 0 0,0 1 640 0,0-1-306 0,0 2-150 0,0 0-75 0,0 0 475 0,0 0-448 0,0 0-136 0,0 0-269 0,0 0-1 0,0 2 152 0</inkml:trace>
  <inkml:trace contextRef="#ctx0" brushRef="#br0" timeOffset="112147.38">25279 7003 760 0,'-5'-12'0'0,"0"3"0"0,3 4 0 0,-1-2 0 0,3 7 0 0,0-3 425 0,0 3-194 0,0 0-96 0,3 3 247 0,6 6-162 0,1 6-96 0,1 2 118 0,-1 7-102 0,1 3-51 0,-1 6-26 0,2 3 10 16,-5 2-35-16,0 3 0 0,0 2 0 0,-4 4-7 0,0 5 7 0,1 5 9 0,-2-6-9 0,-2-4-33 0,0-1 0 0,0-7 33 15,0-8 38-15,-2-1 10 0,-4-19-48 0,2-4 0 16,-1-7 180-16,0-1-90 0,-1-16-45 0,4-8-19 15,1-9-64-15,1-7 0 16,0-1 0-16,3-4 0 0,11-1 0 16,1-5 0-16,3 10 0 0,2-3 0 0,2 4 0 0,1 3 0 15,0 3 0-15,7-1 0 0,-7 14 0 0,0 8 0 16,-3 7 0-16,-2 3 0 0,-3 4 0 0,1 0 0 16,-5 0 0-16,-2 11 0 0,-3 2 0 0,3 1 0 15,-5-3 0-15,2 3 0 0,-2-3 0 0,-1-4-6 16,0 2-214-16,-2-3 100 0,1-1-571 15,1-1 317-15,-1-2 173 0,-1-2 81 0,0 0-496 16,-1 0 289-16,1-7 144 0,1-6-315 0,-2-4 234 16</inkml:trace>
  <inkml:trace contextRef="#ctx0" brushRef="#br0" timeOffset="112574.84">25680 6909 995 0,'0'-21'0'0,"1"-2"0"0,1 10 0 0,0-2 0 0,2 5 0 0,0 0 245 0,6 3-104 15,3-1-42-15,1 4 366 0,4 1-214 0,3 1-106 31,5 1-54-31,-1 1 254 0,1 0-144 0,0 0-86 0,-2 8-39 0,-2 2 13 0,-3 0-26 0,0 4 0 16,-1 1-167-16,-8 0 66 16,-6 2 38-16,-2 2 1 0,-2 3-186 0,-5-1 112 15,-9 3 65-15,-5-7-2 0,-2 2 3 0,-4-5 0 16,1 0-25-16,-2-3 352 0,-2 3-167 0,5-8-72 16,2 1-52-16,3-2 242 140,1-5-115-140,7 4-156 0,-4-2 0 0,10 0 0 0,4-2 0 0,0 0 0 0,7 0 0 0,12 0 0 0,6 0 0 0,4 0 0 0,4 0 0 0,3 0 0 0,-3-2 0 0,4 0 0 0,2 1 0 0,-5-2 0 16,-3 3 0-16,-3-3 0 0,-4 3 0 0,-1-5 0 0,-1 2 0 0,-9-1 0 0,-4 2-16 0,-6-2 9 0,0 1 1 0,-2-2-41 0,-1 0 9 0,0 0 147 0,0 1-104 0,-4-3-5 0,-2 1 0 0,2-1 0 0,-2 2-12 0,2-1 24 0,1 1-25 0</inkml:trace>
  <inkml:trace contextRef="#ctx0" brushRef="#br0" timeOffset="112618.09">26141 6991 3470 0,'-3'-3'-237'0,"0"-3"91"0,3 6-334 0,0-3 222 0,0 1 109 0,0 2-736 0</inkml:trace>
  <inkml:trace contextRef="#ctx0" brushRef="#br0" timeOffset="114744.35">26794 7138 841 0,'-9'-23'0'0,"6"7"0"0,1 3 0 0,-1 1 0 0,-2 0 0 0,1 0 129 0,-1-1-36 0,-3 8-9 15,1 1-47-15,-2 1 230 16,-1 3-115-16,-5 0-57 0,-3 15 124 0,-1 8-95 16,-3 9-44-16,-2 7 159 31,1 8-100-31,-3 6-42 0,6-5-34 0,1 2 156 0,5-5-90 0,3-2-46 0,5-5-1 0,5-1 53 0,1-11-53 0,6-11 0 16,11-5-45-16,9-7-30 0,2-3 1 0,5-3 39 15,0-15-142-15,2-8 66 16,0-3 33-16,-2-2-269 0,1-2 141 0,-1-1 87 62,-6 2-12-62,-4 0-191 0,-5 6 88 0,-2 0 66 0,-5 7-13 0,0 0 114 0,-10 11-21 0,-1 5-1 0,0 3-30 0,-12 7 121 0,-2 16-61 0,-2 5-39 0,-1 3 328 0,3 2-163 0,-1 1-52 0,8-5 162 16,2 1-93-16,2-2-42 16,3-6-47-16,0-5-71 15,10-2 0-15,5-8 32 0,4-2-1 0,6-3-175 0,1-2 84 0,2-10 45 0,2-9 0 16,-2-2-248-16,-4-3 119 0,2-3 42 15,-9 5-48-15,-5-1 28 63,-2 0 45-63,-6 2 70 0,-2 1-37 0,-2-4-8 0,0 7 8 0,-12 0 200 0,-3 0-100 0,-7 2-48 16,-2 4-26-16,-1-6 203 0,0 10-99 0,-2 2-23 0,3-1-35 0,0 5 125 0,5-1-67 0,-1 0 2 0,7 2-15 0,5 0-36 0,2 0-6 0,6 0-70 15,0 0 44-15,3 0-8 78,20 0 34-78,5 0-183 0,6 0 85 0,3-1 29 0,8-5 30 0,-3-5-264 0,2 4 131 0,-2-6 43 0,1 3 40 0,-2 1-135 0,1-4 65 0,-10 4 47 0,-7 4 52 0,-5-3-14 0,-6 4-1 0,-9 1 143 0,4 1-81 0,-9 2-25 0,0 0-1 0,-14 0 396 0,-3 2-203 0,-4 5-78 16,-2 4-60-16,2 3 347 16,-2-2-182-16,3 4-218 15,2-1 0-15,2 0 0 0,1 2 0 0,4-5 0 0,6 0 0 0,3 2 0 0,2-2 0 0,0 0 0 16,2 1 0-1,15-3 0-15,4-3 0 0,4 2 0 0,4-3 0 0,-2-2 0 16,3 1 0-16,-4-3-161 0,-4 4-31 0,-4-2 38 16,-3 1 60-16,-4 2-12 0,-4 6 24 0,-7-2 10 47,0 1 183-47,-10 5-74 0,-8 1-37 0,-5-1 93 0,-2 4-75 0,-1-3-23 0,-3 1 1 0,4-1 138 0,0-5-76 0,3 2-1 0,1-1-32 0,6-7-222 15,6-2 98-15,7-5 70 16,2 0 1-16,0 0-675 0,11 0 338 0,11 0 164 15,4-12-525-15</inkml:trace>
  <inkml:trace contextRef="#ctx0" brushRef="#br0" timeOffset="115166.31">27720 7111 474 0,'0'-7'0'0,"-2"1"0"0,-3 3 0 0,-1 1 367 0,2 2-165 0,-6 0-73 16,1 7-51-16,2 13 399 0,-4 2-223 0,2 8-110 15,-1 5 260-15,0 4-175 16,1 0-103-16,5 0-45 0,3 2 81 0,1-3-63 16,0 0-31-16,1-1-61 0,12-13 29 0,2-2 0 15,5-7 1-15,1-6-122 0,2-8 61 0,3-1 40 16,0 0-10-16,0-13-39 0,-3-4 34 0,3-7 1 16,-1-3 4-16,1-5-202 0,-7 3 65 0,-2-3 66 156,0-1-102-156,-6-2 72 0,-3 0 12 0,0-6 16 0,-7 9 25 0,-1-4 5 0,-4 0 0 0,-9-3 0 0,-8 4 0 0,-3-4-9 0,-1 14 9 47,-6 6 121-47,1 8-53 0,-3 8-31 0,-4 0 330 0,9 3-167 0,1 12-62 15,2 5-50-15,2 7 268 0,6 1-143 0,1 1-55 0,11-1-29 0,5-3-27 0,0 3 0 0,7-2-28 0,10-3-311 0,2 3 164 0,2-8 70 0,5-1 38 0,4-3-320 0,3-3 150 0,1-2 98 0,3 2-828 0,-1-7 437 0,1 0 214 0</inkml:trace>
  <inkml:trace contextRef="#ctx0" brushRef="#br0" timeOffset="115465.6">28516 7028 1776 0,'-16'-5'0'0,"-2"0"0"0,-2 4 0 0,0 1 0 0,-1 0 0 0,-5 0 0 0,4 11 0 0,1 1 0 0,1 4 456 0,1 2-210 0,-1 3-96 0,9-1 67 15,6 1-90-15,5 0-45 0,0 0-24 0,1 1 102 0,12 2-54 0,4-7-39 0,2 1-59 0,3-2 0 0,0-2 28 0,-3 1 0 0,1 1-148 0,-6-4 69 0,-3-1 40 63,-2 0 0-63,-6 1-201 0,-1-1 117 0,-2 4 15 0,-2-4-71 0,-13 3 43 0,-5-2 40 0,-4 1-13 0,-7-1 63 0,1 2-52 0,-3-1 25 0,1-4-31 0,1-1-1 0,0-2 33 0,7 0 0 0,-1-2-291 16,13-4 150-16,5 0 71 0,7-4 35 0,2-14-407 15,15-3 221-15</inkml:trace>
  <inkml:trace contextRef="#ctx0" brushRef="#br0" timeOffset="115623.35">28598 7218 1447 0,'10'0'0'0,"0"0"0"0,-3 6 0 0,2 4 0 0,-4-1 0 0,-2 6 0 0,0 3 0 0,-1 2 0 16,-2 0 408-16,0 0-185 0,0 2-94 0,-5-1-50 0,0 0 10 16,2-6-53-16,0-1-163 0,2-2 82 0,-2-4 40 31,3-4 1-31,0 0-479 0,0-4 255 0,0 0 132 0,4-8 66 0,2-6-46 15,1-4 50-15</inkml:trace>
  <inkml:trace contextRef="#ctx0" brushRef="#br0" timeOffset="116222.54">28741 7014 1486 0,'4'-15'0'0,"-1"2"0"0,2 4 0 0,-2-1 0 0,6 2 0 0,-3 7 0 0,1 1 0 0,2 0 234 0,-1 9-99 0,1 6-49 0,0 3 181 0,-3 7-119 16,2 3-57-16,-5 5-9 0,0-2-23 0,-2 4 0 0,1 2-14 0,-2-6-46 15,0 2 1-15,0-1 36 16,-2-4 0-16,-3 2-101 0,-5-2 60 0,4-7 16 16,2-4-192-16,-3-8 109 0,3-3 7 0,3-6 43 15,1 0-182-15,0-7 97 0,5-12 17 0,7-2-32 16,6-6 36-16,-1 1 25 16,3 1-8-16,0 3 72 0,0 2-39 0,-1 3 0 15,0 1-1-15,-3 5 139 0,2 0-78 0,-7 8-26 0,-1 1 347 0,-2 2-176 16,-2 0-62-16,-5 7-53 15,1 9 312-15,-2 0-170 0,0 5-80 0,0-1 110 16,-5-1-95-16,1 3-39 31,1-2-32-31,2-4-25 0,1 0 1 0,0-4 1 0,0-3-1 0,0 0-154 0,4-6 73 0,8-3 40 0,3 0-346 0,1 0 194 16,4-12 54-16,1-2 68 0,2-2-395 0,-1 0 198 16,0-1 90-16,-1 0 74 0,0 2-1 0,2 1 24 15,-8 2 9-15,-2 1 269 0,-3 5-134 0,-4 1-68 16,-3 2-33-16,-1 1 164 15,-2 2-95-15,0 2-51 110,-5 10 504-110,-6 1-249 0,5 4-84 0,-2 3-66 0,1 0 125 0,4 0-106 0,3-1-113 0,0 1-27 0,0-3 0 0,1 4 0 0,12-6 0 0,2-4 0 0,5-3 0 15,4-5 0-15,1-3 0 0,7 0-2 0,-3-1-134 0,0-12 86 0,-2-5-278 0,2 2 161 0,-6-8 23 0,1 0 54 0,-9 1-84 0,-3-3 69 0,-4-3 34 0,-7 0-20 0,-1-2 28 0,0-7-10 0,-7 3 37 0,-12-4-41 0,-2 1 0 0,-4-2 41 16,-1 6 0-16,-3-2 76 0,2 14-34 0,1 6 0 16,-3 9 128-16,4 5-85 0,0 2-40 0,-3 0-9 15,15 8 379-15,2 5-188 0,7 5-61 0,4 2 235 16,0 4-156-16,0-4-91 0,11 2-40 0,4-2-143 16,4-2 50-16,1-1 26 15,1 4 9-15,1-10-713 0,3 2 365 0,0-4 154 16,-2 0-480-16</inkml:trace>
  <inkml:trace contextRef="#ctx0" brushRef="#br0" timeOffset="116757.36">30052 6924 1135 0,'0'-10'0'0,"0"0"0"0,0 5 0 0,9 3 0 0,7 2 0 0,3 3 0 0,5 15 329 0,3 9-147 0,2 5-72 16,-2 8 181-16,1 6-119 0,-7 1-73 0,-3 0-31 31,-4 6 16-31,-9-2-24 0,-3-1 0 0,-2 4-53 0,0-16-9 0,-9-5 38 0,-6-9 0 0,0-9 36 16,4-7 1-16,-2-5-29 0,3-3-8 0,4-11 177 15,2-12-89-15,4-9-44 0,0-5 64 0,4-6-45 16,14-1-37-16,1-4 1 0,4 2-129 0,5-2 51 16,-1 4 26-16,7-4-128 15,-6 11 72-15,4 6 40 0,1 7 1 0,-4 7-75 16,0 7 29-16,1 5 43 0,-8 5-41 0,-2 5-509 15,-3 11 238-15,2 7 142 0,-2-2-472 0,-1 0 311 16,0 2 151-16</inkml:trace>
  <inkml:trace contextRef="#ctx0" brushRef="#br0" timeOffset="117218.95">31183 7138 999 0,'0'-17'0'0,"0"0"0"0,0 2 0 0,0-3 0 0,0 3 0 0,0-1 0 0,0 0 20 0,0-1-23 0,0 2 0 16,-9-2 390-16,-2 4-179 0,-6 4-87 0,-3 1-42 47,-2 6 118-47,-6 2-80 0,-2 0-32 0,-1 16 9 0,-1 9-30 0,1 6 1 0,1 7-29 0,3 4 89 0,-2 4-36 0,10-1-9 15,8-2-43-15,0 0 79 0,6 1-40 0,2-7 1 16,3 5 13-16,0-13-54 15,10-8 0-15,9-5 0 0,4-9-146 0,6-7 73 16,1 0 46-16,2-7-190 16,0-13 98-16,-1-8 56 0,2-3 5 0,-2-4-250 15,5-4 111-15,-8 1 77 0,-1-3-6 0,0-1-27 0,-3-3 29 0,5-9 18 16,-13 5 15-16,1-4 19 0,-2-4 0 0,-2-4 0 94,-5-4 35-94,4-5-8 0,-5 12-27 0,-4 5 82 0,-2 9-41 0,-1 12 0 0,0 11-41 0,-4 7 32 15,-4 11-26-15,-4 3 37 0,1 14 358 0,-2 9 7 0,-1 7-174 0,0 6-39 0,4 3 124 0,0 6-124 0,0 7-61 0,0 4-31 0,1 4 232 0,-2 6-122 0,5-7-138 0,0-2-39 0,3-2 0 0,-1 2 0 0,4-3 0 0,0 5 0 16,0-13 0-16,0-9 0 0,7-7 0 0,0-4-68 16,3-6-158-16,1 0 138 0,2-16-393 0,-4-3 173 15,5-1 142-15,-3 0 23 0,2-1-593 0,2-11 341 0</inkml:trace>
  <inkml:trace contextRef="#ctx0" brushRef="#br0" timeOffset="117505.58">31567 6988 2827 0,'8'-13'0'0,"5"5"0"0,-3 8 0 15,3 0 0-15,-3 10 0 0,-4 12 0 0,-2 8 0 0,-1 3 0 0,0 3 0 0,0 0 0 0,-3 2 275 0,0 1-119 0,0 2-61 0,-3 0 224 0,-1 1-132 0,0-9-115 0,1-6-72 0,0-4 0 0,-2-5 0 0,4-9 0 0,1-1 0 0,0-8 0 0,0-1 0 0,0-16 0 0,0-7 0 0,1-5 0 0,10-6 0 0,-3-1 0 0,5-3 0 0,3-2-47 0,3 0 26 0,2 3-145 0,2-7 76 0,3 12 9 0,2 4 191 0,2 2-70 78,2 8-29-78,1 4-6 0,5 1 71 0,-4 14-34 0,-5 0-26 0,4 5 89 0,-5 9-105 0,1 3 0 0,2 1 0 0,-10 0 0 0,1-1 0 0,-4-2 0 0,-4 2 0 0,-3-2 0 16,4 0-72-16,-11-5-17 0,-1 0-852 0,-2-2 452 0,1 0 227 0</inkml:trace>
  <inkml:trace contextRef="#ctx0" brushRef="#br0" timeOffset="117638.7">32411 7324 0 0,'-26'-8'0'0,"19"8"0"0</inkml:trace>
  <inkml:trace contextRef="#ctx0" brushRef="#br0" timeOffset="154052.34">8018 8296 1590 0,'-2'-10'0'0,"-2"3"0"0,1 2 0 0,1 3 0 0,1-3 0 0,1 5 0 0,0 0 684 0,0 0-323 0,0 0-161 16,0 0 61-16,1 0-103 0,4 0-64 0,3 0 95 47,-2 5-75-47,4 1-38 0,-1 1-1 0,1 1-151 0,-2 2 53 0,0 0 30 0,0 2 0 0,-1-1-442 15,1 2 237-15,-1 4 127 0,-2-5 49 0,-1 5-928 16,1-1 457-16</inkml:trace>
  <inkml:trace contextRef="#ctx0" brushRef="#br0" timeOffset="154383.9">8036 8627 1619 0,'0'4'0'0,"-4"1"0"0,0-1 0 15,1 1 0-15,3 1 0 0,-2 2 0 0,2-2 617 0,0 2-289 0,0 0-145 0,2 1-72 0,9 3-318 16,-2 0 132-16,3 0 52 0,1 5 31 0,-1-2-686 16,2 5 358-16,-3-4 179 0,-1 8-594 0,-1-4 372 15,-3 2 182-15,-3-1 90 0,-3 2 39 0,2 1 52 16,-2 2 0-16,0-4 91 0,-4-1-84 0,-5-1 0 15,0-1-45-15,-3-2 649 16,3 3-335-16,-1-7-152 0,3-2-81 0,1-4 896 0,5-2-450 0,-1 0-225 16,2 2 400-16,0-7-317 15,2 0-240-15,9 0-107 78,4-2 0-78,2-6 0 0,3-6 0 0,2-3 0 0,-1-5 0 0,4 0 0 0,1 0 0 0,-1-6 0 0,-2 2 0 0,0 1 0 16,0-4 0-16</inkml:trace>
  <inkml:trace contextRef="#ctx0" brushRef="#br0" timeOffset="154534.29">8332 8548 2741 0,'-6'-6'0'0,"-1"0"0"0,4 1 0 0,3 2 0 0,0-1 0 0,0-2 0 0,0 3 0 0,10-1 546 0,3 1-254 0,3 2 60 16,3-3-352-16,2 1 0 0,0 2 0 0,3-1 0 15,-2 0-90-15,2 2 9 0,-2 0 59 0,5 0-322 16,-5 0 187-16,-4 0 97 0,0 0 49 0,-4 0-801 62,-1 0 278-62,-1 0 242 0,-7 0-355 0,-4 0 304 0</inkml:trace>
  <inkml:trace contextRef="#ctx0" brushRef="#br0" timeOffset="154971.69">8525 8340 1351 0,'-2'-4'0'0,"-3"0"0"0,1 2 0 0,-1-1 0 0,4 1 0 0,-1 2 0 0,2 0 0 0,0 2 261 15,0 8-111-15,2 2 262 0,1 5-186 0,2 3-85 16,-2 1-56-16,-2 4-102 15,1 2 28-15,-2 3 0 0,0 5 36 0,-4-2-155 0,-9 1 73 0,-3 0 37 16,-4 2-1-16,-4-2 26 16,1 2 21-16,-1-11-10 0,3-3 161 0,2-9-80 15,6-2-45-15,2-4 180 0,3 0-98 0,8-7-64 16,0 0-26-16,4 0-19 0,13-1-9 0,5-8 0 16,4 0 10-16,1-3-224 31,0 1 107-31,2 1 54 0,-4 0 26 0,2 2-173 0,0-2 110 0,-9 3 41 0,1 2-433 0,-4 3 217 0,-4 2 46 0,-2 0 75 15,-4 4 24-15,-5 9 9 0,0 6 35 0,-13 3 404 16,-5 4-203-16,-3 5-100 16,-3 3-60-16,0-2 595 0,-4 4-271 0,5-6-158 15,2-1-84-15,3-2-85 0,2 1 0 0,8-9 0 16,4-4 0-16,4-3 0 0,0-2 0 0,6-5 0 16,5 2 0-16,5-7 0 15,2 0 0-15,2 0 0 0,-1-2 0 0,1-3 0 0,4-3 0 0,-7 1 0 16,2 1 0-16,-2-1 0 0,0 3 0 0,-3 0-59 15,5 1-9-15,-8 1-13 94,1 1 81-94,0 1-1 0,-5 0-38 0,2 0-118 0,-1 6 49 0,-3 2 40 0,-4 3-1 0,1 0 31 0,-1-2-1 0,-1 2 12 0,0 0-9 0,0-3-688 16,0 2 342-16,0-3 173 0,0-2 85 0</inkml:trace>
  <inkml:trace contextRef="#ctx0" brushRef="#br0" timeOffset="155149.65">9028 8432 2358 0,'-4'-7'0'0,"-3"0"0"0,3 3 0 0,2 4 0 0,-1-3 0 0,3 3 0 0,0 0 899 0,5 0-431 15,7 0-262-15,5 0-206 0,3 3 0 0,1 0 0 0,5 0 0 16,-1-2 0-16,1 2 0 15,3-2 0-15,0 1-286 16,-2 3 95-16,-5 2 113 16,1 2 57-16,-5 0-1000 0,-3 7 523 0</inkml:trace>
  <inkml:trace contextRef="#ctx0" brushRef="#br0" timeOffset="155290.45">9056 8839 1502 0,'-17'6'0'0,"2"2"0"0,8 1 0 0,-2 0 0 0,9-6 0 0,0 2 0 16,3-3 858-16,16-2-411 0,5 0-206 0,5 0-93 0,2 0 548 15,4 0-657-15,2-1-39 0,1-5 0 0,-2 6 0 16,6-6 0-16,-8 2-349 0,1 0-34 0,-1 1 210 16,-1 3 104-16,-2 0-492 15,2 0 300-15</inkml:trace>
  <inkml:trace contextRef="#ctx0" brushRef="#br0" timeOffset="155455.57">9648 8407 3159 0,'0'0'0'0,"0"-2"0"0,0-1 0 0,0-2 0 0,0 4 0 0,0 1 0 0,0 0 0 0,0 1 0 0,1 9 437 0,5-3-191 0,0 6-735 47,3 1 264-47,-1 2 130 0,1 3 65 0</inkml:trace>
  <inkml:trace contextRef="#ctx0" brushRef="#br0" timeOffset="155566.45">9707 8881 2418 0,'-18'8'0'0,"10"-2"0"0,3 0 0 0,2-1 0 0,3-1 298 47,0-1-130-47,0-1-58 0,0 1-41 0,0-1 661 0,0-1-592 0,3 1-138 0,5 0 0 0,-3 1 0 0,3 1 0 0</inkml:trace>
  <inkml:trace contextRef="#ctx2" brushRef="#br0">8285 6201 0</inkml:trace>
  <inkml:trace contextRef="#ctx1" brushRef="#br0" timeOffset="159335.06">21008 15254 0,'0'0'16</inkml:trace>
  <inkml:trace contextRef="#ctx0" brushRef="#br0" timeOffset="163191.92">11871 8592 1618 0,'0'-8'0'0,"0"0"0"0,0 1 0 0,0 4 0 0,0 2 0 0,0 1 0 0,1 0 0 0,2 3 0 0,2 10 0 0,1 7 212 16,-1 4-86-16,-1 6 62 0,1 3-75 0,0 5-26 0,0 0-11 0,2 0-20 15,-3-2-17-15,5 0 1 0,-2 0-1 16,5 3-31-16,-2-12 32 0,3-5-1 15,2-3 0-15,2-5-30 16,0-10 31-16,3-3 9 0,-2-1-13 0,0-14 4 0,1-11-1 0,0-8 0 16,-2-6-12-16,2-7-8 15,-4 0 16-15,-2-2-13 0,-1 3 11 0,-1 0 0 47,-1 0-12-47,-1-2-189 0,-5 13 92 0,-2 8 30 0,0 8 31 0,-2 8 152 0,0 6-64 0,0 3-34 0,0 1 242 0,-5 11-120 0,-2 13-64 0,2 5 72 31,0 4-64-31,2 5-93 0,3 0-12 0,0 0 0 0,0-1 0 0,1 2 0 0,6-3 0 0,5 5 0 16,0-6 0-16,2-5 0 16,4-3 0-16,0-3 0 0,1-4 0 0,3 2 0 15,-2-11-261-15,-3-3-248 0,2-6 244 0,-1-2-232 0,0 0 229 0,2-2 104 32,-6-15 66-32,1-5-593 0</inkml:trace>
  <inkml:trace contextRef="#ctx0" brushRef="#br0" timeOffset="163417.1">12517 8562 1351 0,'-5'0'0'0,"1"-1"0"0,2 0 0 0,1-2 0 0,1 3 0 0,0 0 0 0,0 0 693 0,9 0-327 0,6 0-163 0,4 0-82 0,3 4-41 0,4 0 9 0,2-3-50 0,0 2-336 0,4 0 169 0,0 2 83 0,-2 1-947 0</inkml:trace>
  <inkml:trace contextRef="#ctx0" brushRef="#br0" timeOffset="163545.24">12611 8845 1302 0,'-10'0'0'0,"1"0"0"0,2 0 0 0,2 0 0 0,4 0 0 0,1 0 0 0,0 0 64 0,11 0-1 0,8 0-24 0,6-1 0 15,4-3 0-15,4 1 10 0,-3-3-10 0,1 1 0 0,3 0 0 0,-6 0 0 0</inkml:trace>
  <inkml:trace contextRef="#ctx0" brushRef="#br0" timeOffset="163685.1">13019 8632 1211 0,'7'-12'0'16,"7"-1"0"-16,-1 5 0 0,5 1 0 0,5 4 0 0,5 0 769 0,3 3-365 0,7 0-172 0,-7 5-102 0,0 10 209 0,-7 3-149 0,-2 5-76 0,-7 2-38 0,-2 6 187 0,-13-2-117 0,0 3-89 31,-13 1-57-15,-8 2 0-16,-6 2 0 0,-5 0-119 0,-3-4 63 0,-2-6 47 0,0 0 1 0,-1-8-390 0,5-3 215 0,0-1 120 0,10-9-54 0,9-6-574 0,0 0 324 0,13-6 164 15,1-13 81-15,3-10-265 0</inkml:trace>
  <inkml:trace contextRef="#ctx0" brushRef="#br0" timeOffset="163829.42">13427 8531 1280 0,'12'-13'0'0,"-2"5"0"0,-2 5 0 0,-4 0 0 0,-4 3 0 0,0 3 431 0,-4 14-202 0,-9 6-95 0,-4 4 851 0,1 6-473 0,-1 2-237 0,3 2-190 0,2-3-85 0,5-1 0 0,4 0 0 0,3 2 0 0,0-4 0 0,2 9 0 16,15-13 0-16,3-3 0 0,8-3-110 0,0-4-23 16,8-1 96-16,0-13-429 0,0-3 212 0,-1 0 140 15</inkml:trace>
  <inkml:trace contextRef="#ctx0" brushRef="#br0" timeOffset="164003.76">13681 8592 2705 0,'-8'-6'0'0,"5"3"0"0,0 1 0 0,1-2 0 0,2 4 0 0,0 0 0 0,4 0 0 0,8 9 0 0,2 3 444 0,2-2-194 0,-1 4-110 0,4 0-51 0,-4-1-506 0,4 2 228 0,-2-1 113 0,3-2 67 0,-1 0-895 47,-2-3 451-47</inkml:trace>
  <inkml:trace contextRef="#ctx0" brushRef="#br0" timeOffset="164168.39">14019 8444 1622 0,'0'-17'0'0,"0"10"0"0,0 1 0 0,-1 2 0 0,-1 4 0 0,2 0 405 0,-2 15-174 0,-1 11 368 0,-1 8-280 0,-3 12-141 15,-1 4-70-15,-3 11 361 0,-1 0-469 0,-2 6 0 16,-5 8 0-16,2 7 0 0,-5 1 0 0,-1 6 0 47,3-16 0-47,3-3 0 0,-2-5 0 0,3-7 0 0,3-7-424 0,1-3-2 0,6-21 227 0,4-9-501 15,-3-8 327-15</inkml:trace>
  <inkml:trace contextRef="#ctx0" brushRef="#br0" timeOffset="164476.34">14273 9152 3931 0,'0'0'0'0,"0"0"0"0,-2 0 0 0</inkml:trace>
  <inkml:trace contextRef="#ctx0" brushRef="#br0" timeOffset="164515.14">14270 9152 3931 0,'-2'0'0'0,"-2"0"0"0,2 0 0 0,-3 5 0 0,2 7 0 0,-3 3 0 0,-3 4 0 0,1 3 0 0,-3 2 0 0,2 6-113 0,-1 1-172 0,-5 5 169 0</inkml:trace>
  <inkml:trace contextRef="#ctx0" brushRef="#br0" timeOffset="164858.85">15400 8628 1344 0,'0'-4'0'0,"-5"0"0"0,2 2 0 0,0 2 0 0,-1 0 0 0,3 15 0 0,1 7 0 0,0 6 0 0,0 5 224 0,0 7-94 0,0 6-36 0,0-1-10 0,1 3-46 15,3 1-1-15,0-1 162 32,2-8-81-32,-1 1-30 0,1-15-10 0,-1-6 40 0,0-8-39 0,-2-8-1 15,2-4-40-15,1 0 203 0,3-7-106 0,0-20-48 0,7-7 132 0,0-9-90 0,4-7-46 0,2-9 10 16,0 6-56-16,1-3 1 16,3 0 0-16,1 2-144 0,-2 3 72 0,2-3 45 15,-6 16-9-15,-1 9-502 0,-4 5 266 0,1 9 97 16,-4 9 78-16,4 4-771 0,-5 2 401 0,0 8 196 15</inkml:trace>
  <inkml:trace contextRef="#ctx0" brushRef="#br0" timeOffset="165089.56">16037 8711 1682 0,'-5'0'0'0,"-1"0"0"0,-1 0 0 0,3 0 0 0,1 0 0 0,-2 0 0 0,5 0 794 0,0 0-377 0,5-1-191 0,12-2-93 0,3 1-48 0,2-4-14 0,5 2-371 0,2-1 169 0,-1 0 85 62,2 1 42-62,0 2-404 0,1 1 232 0,-6 1 102 0,-2 0 56 0</inkml:trace>
  <inkml:trace contextRef="#ctx0" brushRef="#br0" timeOffset="165215.87">16136 8893 1737 0,'-17'2'0'0,"-1"1"0"0,7-3 0 0,3 3 0 0,3-3 0 0,3 2 0 0,2-2 0 0,0 0 0 0,2 0 784 0,14 0-373 0,6 0-187 0,1 0 151 0,2 0-169 16,3-2-75-16,0-1-68 0,-1 3-549 0,1-3 253 31,0 1 136-31,-2 0-807 0,4 2 480 0,-5 0 227 0</inkml:trace>
  <inkml:trace contextRef="#ctx0" brushRef="#br0" timeOffset="165640.4">16664 8357 3610 0,'0'-8'0'0,"-2"2"0"0,0 0 0 0,2 4 0 0,-2-3 0 0,2 2 0 0,0 3 0 0,0 0 0 0,2 0 0 0,6 8 0 0,1 1 0 0,2 2 0 0,-2 3 0 0,3-1 0 0,-1 1-911 0,1 1 459 0,2 0 231 0,-3-2 113 0,0-1-423 0,2-4 248 0</inkml:trace>
  <inkml:trace contextRef="#ctx0" brushRef="#br0" timeOffset="165713.46">16951 8254 1434 0,'2'-11'0'0,"4"-1"0"0,-3 4 0 0,0 4 0 0,1 0 0 0,-4 3 0 0,4 1 0 0,-3 0 300 0,-1 12-136 0,0 5 320 0,0 1-224 0,-7 9-112 0,-7 0-56 0,-2 7-149 0,-2 1 41 0,-3-1 27 0,-2 1-1 0,-3 1-393 0,-2 0 210 0,-7 5 114 0,2-4 43 0,0-7-162 0,3 1 107 16,-2-9 54-16,1 3-249 0,8-12 126 0,3-5 6 0,7-4 49 0,7-4 308 0,3 0-130 0,1 0-73 0,2 0 501 0,8-2-254 0,14-3-142 0,5-2-15 0,5-1 482 0,10-1-268 0,-1-1-149 0,7-2-69 0,1 0-39 0,3 0-67 0,1 0 0 0,4-2 0 0,-10 3 0 0,-2 3 0 0,-2 0 0 0,-6 1 0 0,-4 4-93 0,2 1 14 0,-16 2-1078 0,-3 0 570 0</inkml:trace>
  <inkml:trace contextRef="#ctx0" brushRef="#br0" timeOffset="165898.48">16565 8963 2415 0,'0'-2'0'0,"1"-2"0"0,6-1 0 0,5 2 0 0,7-2 0 0,9 0 0 0,4 2 435 0,6 2-200 0,7 1-99 0,2 0-50 0,-2 0-25 31,2 11 9-31,-12 3 140 0,-5 4-87 0,-8 1-43 0,-8 3 0 0,-7 4-214 0,-7 1 81 0,-13 2 45 16,-15 2-1-16,-8-1-56 15,-4-2 51-15,-8 2 33 0,4-9-155 0,-1-3 59 16,1-3 49-16,2-4-51 0,5-6 36 0,-1 0-48 15,19-5 38-15,8-2-603 16,11-13 310-16,1-11 155 0,20-4 78 0,10-6-613 16</inkml:trace>
  <inkml:trace contextRef="#ctx0" brushRef="#br0" timeOffset="166048">17083 8901 824 0,'20'-12'0'0,"1"2"0"0,-10 5 0 0,-5 5 290 0,-5 0-126 0,-1 0-65 31,0 5-31-31,-12 7 828 0,-4 6-435 0,-4 1-212 0,-1 3-106 0,0 1 534 0,3 1-617 0,0 4-60 0,6-4 0 0,6 0 0 0,4 2 0 0,2-2 0 47,2 0 0-47,15 3 0 0,10-7 0 0,8 1 0 0,10-4 0 0,7-2 0 0,2-1 0 0,8 3-809 16,-2-6 201-16</inkml:trace>
  <inkml:trace contextRef="#ctx0" brushRef="#br0" timeOffset="166172.98">17820 9215 3052 0,'0'-12'0'0,"0"3"0"0,5 4 0 0,3-2 0 0,1 2 0 0,-3 0 0 0,2 2 0 0,1 3 0 0,1 0 720 0,-2 0-561 0,1 0-159 15,3 0 0-15,-2 5 0 0,-2 1 0 0,-2 3-1408 0</inkml:trace>
  <inkml:trace contextRef="#ctx0" brushRef="#br0" timeOffset="170468.78">19205 8944 1399 0,'0'-5'0'0,"0"1"0"0,0 1 0 0,0 1 0 0,0 2 0 0,2 0 0 0,3 5 0 0,6 10 0 0,3 3 448 0,-2 6-204 0,4 1-104 0,-1 7 10 0,1-3-60 0,-5 2-27 0,4 4-54 0,-2 1-1 0,-2-1 30 0,0 4 10 0</inkml:trace>
  <inkml:trace contextRef="#ctx0" brushRef="#br0" timeOffset="170559.73">19363 9286 2478 0,'2'30'-60'0,"1"-1"48"0,-3-6 26 0,0-4-356 0,0-2 197 0,0-10 26 0,-5-7 66 0,-1 0-489 0,-2 0 252 0,0-19 126 0</inkml:trace>
  <inkml:trace contextRef="#ctx0" brushRef="#br0" timeOffset="170631.36">19251 8886 1567 0,'0'-12'0'0,"0"2"0"0,5 3 0 0,7 0 0 0,4 2 0 0,4 5 315 0,4 0-138 0,6 2 177 0,3 13-158 0,4 2-79 0,4 5-29 0,-4 4 214 0,-4 1-131 0,0 5-67 0,-11 1-33 0,-1 4-53 0,-4 6 30 0,-15-2-10 0,-2 3 1 0,-12-1-44 0,-16 3 44 0,-5 3 8 0,-6-7 87 0,-5-2-48 0,-1-4-61 0,1-5-25 0,-1-4 0 0,-2 1 0 0,10-12 0 0,5-5 0 0,6-5 0 0,5-6 0 0,7 0 0 0,6-3-646 0,8-18 303 0,2-3 145 0,18-8 91 0,4-4-825 0</inkml:trace>
  <inkml:trace contextRef="#ctx0" brushRef="#br0" timeOffset="170765.01">19875 8998 3048 0,'0'0'0'0,"0"0"0"0,0 0 0 0,0 0 0 0,0 0 0 0,0 0 0 0,0 0 0 0,0 0 0 0,4 0 0 0,-1 4 0 0,5 2 187 0,1 1-79 0,-1 2-36 0,1 2-743 0,-1 0 354 0,4 4 177 0</inkml:trace>
  <inkml:trace contextRef="#ctx0" brushRef="#br0" timeOffset="170825.92">19890 9419 2740 0,'-8'1'0'0,"1"1"0"0,4 2 0 0,2-2 0 0,-1 3 0 0,2 2 0 0,0-1 0 0,3 3 889 0,7-1-587 0,3 1-302 0,0 1 0 0,1 1 0 0,2-1 0 0,-2-1 0 0,3 1 0 0,-3 0-392 0</inkml:trace>
  <inkml:trace contextRef="#ctx0" brushRef="#br0" timeOffset="173421.03">21501 9252 1362 0,'-10'-8'0'0,"3"2"0"0,-4 0 0 0,6 1 0 0,2 5 0 0,1-2 0 0,2-1 230 0,0 2-96 16,0-2-39-16,4 0-18 0,11 3 0 0,2-1-39 15,5-2-1-15,3 2 44 0,0 1-9 0,3 0-35 0,-1 0 1 0,-1 1-64 16,1 6 32-16,-2 2 10 0,-2-3-71 0,-7 5 47 16,2 6-1-16,-9 0 2 0,-2 0 22 0,-2 7 20 62,-5-3-54-62,-3 3 104 0,-10 0-42 0,-7 3 0 0,-4-2-45 0,-3 3 174 0,-3-5-72 0,1-2-37 0,0-3 0 0,2-1-69 0,4-5 12 0,1-2 40 0,10-8-466 0,5-2 218 31,7-2 104-31,0-17-630 0,18-11 342 0,10-4 165 0,3-5 96 0</inkml:trace>
  <inkml:trace contextRef="#ctx0" brushRef="#br0" timeOffset="173564.42">21862 9147 1839 0,'4'-8'0'0,"0"-3"0"0,-1 9 0 0,-1 1 0 0,-2 1 0 0,0 0 0 0,0 9 344 0,-5 7-144 0,-3 8-85 0,0 0 462 0,2 5-270 0,0 0-135 0,1 0-67 0,5 2 49 0,0-1-63 0,0-1-64 0,6 1-27 0,8 0-100 0,5-4 18 0,2 2 69 0,7-9-695 0,-1-5 373 16,3-4 187-16,3-5-821 16,-2-5 434-16</inkml:trace>
  <inkml:trace contextRef="#ctx0" brushRef="#br0" timeOffset="173723.08">22171 9162 1579 0,'-10'0'0'0,"4"0"0"0,1 0 0 0,-1 0 0 0,5 0 0 0,-1 0 0 16,2 0 0-16,0 4 545 0,0 2-254 0,8 4-127 0,1 1-63 0,2 2-79 0,4 1 25 0,0-2-10 0,2 0-536 0,0 3 268 47,2-3 134-47,1-2-685 0</inkml:trace>
  <inkml:trace contextRef="#ctx0" brushRef="#br0" timeOffset="173869.38">22481 9102 2840 0,'0'-8'0'0,"-3"1"0"0,1 5 0 0,-2-3 0 0,3 5 0 0,0 0 0 0,-2 17 0 0,-2 7 0 0,-4 11 0 0,0 9 0 0,-3 7 677 0,-4 8-319 0,0 6-302 0,-4 6-56 0,-2 3 0 0,0 9 0 0,2-18 0 0,3 0-70 0,3-8-57 0,-1-1 82 0,-2 5-937 0,5-15 504 0</inkml:trace>
  <inkml:trace contextRef="#ctx0" brushRef="#br0" timeOffset="174330.72">21348 9241 1397 0,'0'-14'0'0,"0"8"0"0,-1 0 0 0,-1 5 0 0,-2-2 0 0,-1 3 0 0,-3 0 0 0,-3 3 181 0,-3 8-72 0,-2 3 10 15,-3 4-41-15,-2 3 0 0,-6 3-31 16,1-2 28-16,-2 2 0 0,2-4-38 0,0 0 1 0,2-1 55 15,0 0-18-15,9-8-9 16,4-3-29-16,3-3 179 0,6-2-89 0,2-3-45 16,0 2 36-16,0-2-45 0,11 0 0 0,8 0-94 15,0 0 29-15,4 0 1 0,0 0 37 0,0 0-380 16,-3 0 186-16,4 0 93 0,-2 0 37 0,-3 2-762 16,3 2 341-16,-5 3 206 15,-6 1 97-15</inkml:trace>
  <inkml:trace contextRef="#ctx0" brushRef="#br0" timeOffset="174543.87">20984 9618 1379 0,'-18'0'0'0,"1"0"0"0,3 0 0 0,3 1 0 0,2 2 0 0,7-3 0 0,2 2 294 0,0 1-129 0,13 2 423 0,7-3-276 0,7 3-127 0,2-5-79 0,1 5-13 0,6-1-28 0,-2-1 0 0,0-1-27 0,5 4-573 78,-9-2 282-78,-2 1 145 0,-3 1 73 0,-2 1-310 0,-4-1 191 0,-4 6 105 0,-9-4-752 0</inkml:trace>
  <inkml:trace contextRef="#ctx0" brushRef="#br0" timeOffset="174691.95">20734 9169 1085 0,'-5'0'0'0,"1"0"0"0,-1 0 0 0,5 0 0 0,0 0 0 0,0 17 566 0,0 0-269 0,1 7-130 16,4 5-65-16,2 4 161 16,1 2-112-16,0 12-48 0,-1 1-105 0,-1 2 1 0,1 3 38 0,-1 0-444 15,0 0 222-15,0 6 121 16,-1-12 46-16,1 2-668 16,-2 0 335-16</inkml:trace>
  <inkml:trace contextRef="#ctx0" brushRef="#br0" timeOffset="174958.48">23090 9004 1345 0,'0'0'0'0,"0"0"0"0,0 0 0 0,0 0 0 0,-9 3 0 0,-8 7 0 0,-8 7 0 0,-10 5 0 0,-10 7 0 0,-6 5 0 0,-9 3 518 0,-4 1-231 0,12-5-130 0,8-6 109 0,13-7-115 0,14-8-57 0,10-5 56 0,6-2-47 0,1-3-38 0,13-2 0 0,11 2 7 0,6 0 0 0,3-2-35 0,4 1 8 0,-2-1-14 32,-4 0 5-32,1 2 1 0,-2 1-1 0,-2 0-347 0,2 3 182 0,-10-3 79 0,-5 7-757 0,1-2 362 15,-8 5 207-15,-7 2-574 0</inkml:trace>
  <inkml:trace contextRef="#ctx0" brushRef="#br0" timeOffset="175106.28">22674 9586 1960 0,'-22'0'0'0,"5"0"0"0,3 0 0 16,3 0 0-16,7 0 0 0,4 0 0 0,0 0 0 0,3 2 746 0,8 3-354 0,9 2-169 0,2-2-98 0,6-2 103 16,1 1-96-16,1 0-48 15,4-1-43-15,1 0-280 0,-3-3 124 0,-1 0 75 0,-1 0-841 16,3 0 459-16,-6 0 229 0</inkml:trace>
  <inkml:trace contextRef="#ctx0" brushRef="#br0" timeOffset="175362.65">23157 9222 2731 0,'4'-7'0'0,"5"3"0"0,2-1 0 0,4 5 0 0,4-3 0 0,0 3 0 0,1 0 0 0,2 11 0 0,2 2 0 0,-2 2 0 0,0 4 0 0,0 5 224 0,-10-2-98 0,0 5-45 15,-7-4-254 1,-3 6 105-16,-2-1 51 0,-6 3-111 0,-12-5 77 0,-6-3 44 16,-3-2 0-16,-1-1 186 0,3-8-72 0,-1 2-27 15,6-7-87-15,3-1 452 16,6-4-212-16,3-2-101 31,0 2-81-31,8-2-51 0,0 0 0 0,6 0 0 0,13 0 0 0,8 0 0 0,5 0 0 0,4 0 0 0,3 0 0 0,1 0 0 0,4 0 0 0,-4 0-503 16,8 0 92-16,-10 0 214 0,-3 0 27 0</inkml:trace>
  <inkml:trace contextRef="#ctx0" brushRef="#br0" timeOffset="175530.65">24028 9601 2986 0,'0'0'0'0,"1"0"0"0,1 0 0 0,0 0 0 0,-1 0 0 0,-1 2 0 0,2 5 0 0,-2 1 0 0,0 2 423 0,0 6-194 0,0 3-97 0,-7 5-667 0,-5 7 293 0,-1 0 135 0</inkml:trace>
  <inkml:trace contextRef="#ctx0" brushRef="#br0" timeOffset="176385.23">25181 8815 1404 0,'-5'-1'0'0,"1"-2"0"0,2 3 0 15,2 0 0-15,0 0 0 0,0 7 90 0,0 3-27 0,6 1 10 0,5 4 315 0,2-1-176 94,0-1-87-94,3 4-152 0,1-2 33 0,3 4 8 0,-2-5 23 0,-1 1-480 0,2 0 240 0,-1-1 120 0,-2-2 60 0,3 0-617 0</inkml:trace>
  <inkml:trace contextRef="#ctx0" brushRef="#br0" timeOffset="176497.84">25498 8726 802 0,'0'-4'0'0,"0"1"0"0,0-2 0 0,0 4 0 0,0 1 0 0,0 0 430 0,0 8-187 0,0 10-107 0,-7 11 217 0,-4 5-158 0,-1 7-79 15,-2 5 228-15,-3 5-144 0,-2 2-86 0,2 0-39 0,-1 2-235 16,2-1 98-16,0-6 50 15,0 1 34-15,3-8-732 0,0-7 373 0</inkml:trace>
  <inkml:trace contextRef="#ctx0" brushRef="#br0" timeOffset="176659.62">25052 9402 1758 0,'-14'-10'0'0,"7"5"0"0,3 3 0 0,3-2 0 0,1 3 0 0,4-1 684 0,13 2-324 0,8-3-161 0,5 3 223 15,7-4-183-15,-2 1-106 16,4-1-47-16,0 3-36 0,3-2-50 0,1-1 0 0,3 2 0 0,-4 1-618 16,-3 1 263-16,-3 0 196 15,-3 0 99-15</inkml:trace>
  <inkml:trace contextRef="#ctx0" brushRef="#br0" timeOffset="176859.18">25300 9539 1264 0,'-12'0'0'0,"3"0"0"0,8 0 0 0,1 0 0 0,0 0 30 0,1 0 0 0,9 5-30 0,5 3 0 0,1 4 0 0,1-1 0 0,-1 2 0 0,-2 2 608 0,0 0-285 0,-3 1-134 0,-2 1-80 0,-7 1 68 16,0 0-70-16,-2 6-35 0,-6-4-37 0,-10 6 12 16,-4-7-10-16,-6 2 0 15,-5-3-169-15,-1-3 85 0,0-4 42 0,-2-3-431 0,9-5 190 0,3-3 120 16,7 0 60-16,8-11-296 0,7-7 163 0,0-5 71 0</inkml:trace>
  <inkml:trace contextRef="#ctx0" brushRef="#br0" timeOffset="177010.95">25520 9557 3462 0,'5'-1'-1'0,"0"-2"0"0,0 3 1 0,-3 0 0 0,0 0 0 0,-2 6 0 0,0 6 0 0,-2 5 0 0,-5 2 0 0,-3 1 0 0,2 4 0 0,1 0 471 0,2 0-471 0,2-4 0 0,3 4 0 0,0-1 0 0,7-3 0 0,7 2 0 0,5-5 0 0,7-4-87 0,2-2 61 0,2-4-1022 0,3-2 543 0,-1-5 265 0</inkml:trace>
  <inkml:trace contextRef="#ctx0" brushRef="#br0" timeOffset="177506.13">24993 9111 1193 0,'3'-20'0'0,"0"1"0"0,-2 8 0 0,0 6 0 0,-1 0 0 0,0 5 0 0,0 0 188 0,-10 0-66 0,-2 2-48 0,-6 12 71 0,-2 4-55 0,-6 3-26 0,-3 4 0 0,-5 4-91 0,1-3 27 0,-2-1 1 0,1-1 36 0,3-2-35 0,1-4 35 0,-2 0 9 0,11-7 137 0,4-5-74 0,6-1-35 0,2-4 80 0,8-1-59 0,0 0-19 16,1 0-10-16,12 0-5 78,7 0 1-78,6 0-26 0,5 0 1 0,1 3 34 0,3 0-34 0,-1 2 0 0,0 2-1 0,-2 2-340 0,0-1 170 0,3 2 95 0,-10 0-676 0,-1 0 323 0,-5 1 183 0,-5 2-238 0</inkml:trace>
  <inkml:trace contextRef="#ctx0" brushRef="#br0" timeOffset="177665.56">24591 9506 1178 0,'-19'0'0'0,"3"0"0"0,8 0 0 0,4 0 0 0,4 0 106 0,0 5-35 16,3-1 9-16,12 0 383 0,9-1-213 0,2-2-107 15,4 2-53-15,1-2 53 0,3-1-43 0,-2 0-37 16,-1 0-452-16,-2 0 213 31,0 2 106-31,0-2-698 0,1 1 375 0,-6 1 191 0</inkml:trace>
  <inkml:trace contextRef="#ctx0" brushRef="#br0" timeOffset="178032.03">24255 9215 1371 0,'-7'-12'0'0,"0"6"0"0,2 0 0 0,5 5 0 0,0 1 0 0,0 0 270 0,0 7-107 0,4 11-68 0,5 6 220 15,1 5-139-15,-1 5-70 0,2 3-34 0,-2 6 118 0,-1-2-81 0,0 0-37 16,-2 4-290-16,-1 2 128 0,0-3 63 0,1 5-476 94,-4-11 265-94,2 0 137 15,1-5 69-15,-1-2 35 0</inkml:trace>
  <inkml:trace contextRef="#ctx0" brushRef="#br0" timeOffset="178268.47">26266 9019 1452 0,'0'-9'0'0,"0"4"0"0,0 2 0 0,0 2 0 0,0 1 0 0,-2 0 0 0,-7 3 0 0,-8 12 587 16,-2 5-275-16,-4 6-138 0,-7 3-69 0,-2 3-53 31,2-2-15-31,-2 0-1 0,1-2-45 0,3-3 1 0,0 0 53 0,10-8-8 0,5-3-1 0,5-5 1 16,7-3-1-16,1-1 227 0,0 1-104 0,6-5-66 16,10 1-29-16,5 1 184 15,4-1-107-15,3 3-107 0,2-3-34 0,-5 1 0 16,4 1 0-16,-4 1 0 0,2 0 0 0,-1 2 0 15,4-2 0-15,-7 2-669 0,-3 2 318 0,-1-3 138 16,0 3 105-16,-7 0-942 16</inkml:trace>
  <inkml:trace contextRef="#ctx0" brushRef="#br0" timeOffset="178434">25942 9532 1799 0,'-22'0'0'0,"5"0"0"0,7 0 0 0,7 0 0 0,3 0 0 0,0 7 448 0,2 1-205 0,12 1-104 15,6 2-42-15,6-2 530 0,1 1-296 0,4 1-147 63,0-1-121-63,1-2-63 0,5 1 0 0,-6-5-24 0,1 2-453 0,0-1 257 0,-1-5 128 0,-1 3-978 0</inkml:trace>
  <inkml:trace contextRef="#ctx0" brushRef="#br0" timeOffset="178674.02">26655 9085 2271 0,'0'0'0'0,"-1"0"0"0,-5 5 0 0,1 2 0 0,-5 5 0 0,-4 7 0 0,-4 3 0 0,-8 8 337 0,3 0-154 0,-3 2 107 0,-3 0-127 0,3-4-63 47,5-3-32-47,0-4 44 0,9-9-43 0,7-7 0 0,2-2-32 0,3-3 81 0,0 0-41 0,6 3-40 0,14-3-37 0,4 0 0 0,7 0 0 0,2 0 0 15,0 0 0-15,6 0 0 0,-6 0 0 0,2 0-452 16,-2 0 221-16,-3 0 96 0,1 0 69 0,0 0-384 0,-8 0 205 0,-3 4 104 16,-4-1 52-16,-3-1-593 31,-6-2 322-31</inkml:trace>
  <inkml:trace contextRef="#ctx0" brushRef="#br0" timeOffset="178800.74">26736 9094 3167 0,'-12'-1'0'0,"4"-1"0"0,1 2 0 0,3 2 0 0,-1 14 0 0,4 9 0 0,-4 8 0 0,5 8 0 0,-4 10 0 0,4 6 486 16,-1 9-225-16,-2 5-244 15,2 3-17-15,-2-1 0 0,0 3 0 0,1-17-588 0,-1-4 154 0,-4-3 235 0,2-1 117 0</inkml:trace>
  <inkml:trace contextRef="#ctx0" brushRef="#br0" timeOffset="180393.12">19159 10206 1520 0,'0'0'0'0,"0"0"0"0,0 0 0 0,0 0 0 0,0 0 0 0,0 12 0 0,0 4 337 0,0 3-151 0,2 5-74 0,2 5-37 15,4 4 326-15,-2 0-186 0,0 6-89 94,1 2-45-94,2 2 31 0,-3 1-38 0,2 4 10 0,-3-6-281 0,-1-2 118 0,1-3 57 0,-2-2-497 0,2-7 278 0,-4 4 149 16,1-14 30-16,-2-6-299 0,0-7 178 0,0-5-13 0,-2 0 80 0,-7-11-387 0</inkml:trace>
  <inkml:trace contextRef="#ctx0" brushRef="#br0" timeOffset="180580.26">19177 10299 872 0,'7'-16'0'0,"1"7"0"0,5 5 0 0,2-1 0 0,6 5 245 0,4 0-108 0,2 0-50 0,2 17-26 0,2-2 520 0,5 6-263 0,-8 3-145 0,0 3 197 0,-4 2-166 0,-2 2-84 0,-7 1-50 0,-2 9 10 0,-10-8-43 15,-3 7 0-15,-8-4-42 0,-12 0 1 0,-6 0 41 63,-6 2 9-63,-1-12-8 0,-1 0-1 0,-2-3 0 0,2-5 0 0,0-1-122 0,-2 0 70 0,9-9 21 0,6-3-475 0,1-1 232 0,7-4 84 0,5 0-517 0,2-1 308 0,6-14 167 16,9-12 79-16</inkml:trace>
  <inkml:trace contextRef="#ctx0" brushRef="#br0" timeOffset="180743.82">19721 10060 1606 0,'8'-15'0'15,"-2"6"0"-15,-1 1 0 0,0 8 0 0,-1-2 0 0,-3 2 786 0,-1 5-374 0,0 11-188 16,0 5-93-16,-7 0 154 0,-1 8-115 0,1 0-72 16,0 0-198-16,0 1 68 0,2 3 34 0,2-4-766 46,1 7 410-46,1-7 191 0,1 3 100 0</inkml:trace>
  <inkml:trace contextRef="#ctx0" brushRef="#br0" timeOffset="180885.73">20086 10348 2642 0,'0'0'0'0,"0"0"0"0,1-1 0 0,1-1 0 0,0 0 0 0,0 2 0 0,-1 0 0 0,5 0 0 0,-1 0 210 16,0 4-87-16,2 2-427 0,-2 4 165 0,1 1 88 31,-1 4 43-31</inkml:trace>
  <inkml:trace contextRef="#ctx0" brushRef="#br0" timeOffset="181006.27">20058 10638 1678 0,'-14'2'0'0,"3"2"0"0,1 2 0 0,1-2 0 0,5 2 0 0,-1-1 0 0,5 1 0 0,0 0 667 0,2 0-316 0,8 0-157 16,8-2-79-16,2 1-124 15,-1-2 18-15,6-1 1 0,1 1-735 0,1 0 380 0,2-3 190 0</inkml:trace>
  <inkml:trace contextRef="#ctx0" brushRef="#br0" timeOffset="181210.56">20753 10167 3931 0,'-12'0'0'0,"-2"2"0"0,0 5 0 0,1 7 0 0,-2 7 0 0,-2 9 0 0,-2 9 0 0,4 6 0 0,0 10 0 0,8-3 0 0,7-1 0 0,0 0 0 0,7-8 0 15,11-6 0-15,4 2 0 0,0-16 0 0,3-6 0 0,0-4 0 0,-2-6-256 0,-4-2 138 0,3-2 87 0,-9-3-1011 0,-3 0 523 0</inkml:trace>
  <inkml:trace contextRef="#ctx0" brushRef="#br0" timeOffset="182229.99">20441 10014 846 0,'-3'-4'0'0,"-1"0"0"0,0-1 0 0,0 1 0 0,-1 1 0 0,2-2 0 0,-2 4 0 0,2-1 109 16,0 1-36-16,2-2 25 0,-4 2-30 0,4 0 9 15,0 1-40-15,0 0-7 16,-1 0 7-16,0 0 0 0,1 2 0 0,-1 4 16 0,-1 0-16 0,1 3 0 16,-3 0 0-16,3 2 53 0,-1 0-27 0,0 2 10 15,1 0 79-15,1 1-58 16,-1 1-28-16,2 2 58 0,0 0-44 0,0 4 10 16,0-1-53-16,0 2 110 0,2 2-55 0,2 2-28 15,2 3 1-15,2 3 24 0,-3-1-10 0,1 4-42 16,-4 0 0-16,3 4 56 15,-4 0-28-15,1 7 9 0,-2-7 81 0,0-1-59 0,0-2-29 0</inkml:trace>
  <inkml:trace contextRef="#ctx0" brushRef="#br0" timeOffset="182292.34">20410 10668 3813 0,'2'32'104'0,"2"1"-90"0,0-9-14 0,3-5 0 0,1-1 0 0,0-2 0 0,3 1 0 0,-2 0 0 0,-3-1 0 0,2-1 0 0,-5 3 0 0,-1 6 0 0,-2 5-19 0,0-1-330 0,-9 1 177 0,-2 0 62 0,-4 1 50 0,-2 1-102 0,0 1 53 0,3-10 40 0,3-4 1 0,2 0-131 0,6-7 81 0,3-4 40 0,0-2-8 0</inkml:trace>
  <inkml:trace contextRef="#ctx0" brushRef="#br0" timeOffset="182622">21077 10307 1992 0,'-14'-7'0'0,"5"1"0"0,3 6 0 0,2 0 0 0,1 6 0 0,0 11 0 0,-1 5 0 0,2 5 0 0,2 7 567 0,0 1-265 0,0-1-134 0,4 2-158 0,6 3 8 0,1-6 18 16,1-4-1-16,4-1-269 0,-2-9 135 0,3 0 76 0,-4-9 25 0,3-8-323 0,0-2 179 0,-1-1 89 0,1-13-195 0,1-5 118 0,-4-7 10 0,-2-4 47 15,0-3-92-15,1-4 64 0,-1 0 33 0,0-6 58 32,-2 9 9-32,-2-2-34 0,1 7-1 0,-2 5 266 0,-3 3-129 0,0 3-77 15,-2 10-25-15,-1 4 562 0,0 4-274 0,0 10-136 0,-6 10-13 0,-1 6 95 78,3 8-103-78,-2 2-47 0,3 3 154 0,1 2-101 0,2 2-51 0,0 2-252 0,0-7 97 0,0 0 52 0,7-4 27 0,5-2-761 0,1-1 393 0,4 3 154 0,-2-15 109 0</inkml:trace>
  <inkml:trace contextRef="#ctx0" brushRef="#br0" timeOffset="182778.94">21605 10579 2957 0,'0'-9'0'0,"0"4"0"0,0-1 0 0,0 5 0 0,0-2 0 0,0 3 0 0,0 0 0 0,0 9 0 0,0 4 0 0,0 4 373 0,0 6-169 15,0 2-84-15,-2 1-178 0,-2 1 56 0,-5-1 14 16,6-3 0-16,-2 0-665 16,2-4 344-16,-1-3 172 0,0 1-829 0,4-9 476 0</inkml:trace>
  <inkml:trace contextRef="#ctx0" brushRef="#br0" timeOffset="183002.53">21761 10442 1610 0,'2'0'0'0,"2"0"0"0,-1 0 0 0,2 0 0 0,-1 2 0 0,3 8 0 0,-2 3 180 0,1 5-72 0,-2 2-37 0,1 3 261 15,-1 3-140-15,0-3-83 0,-1 0-36 0,-1-3 24 16,1-4-31-16,-2-2 0 0,2-2-21 0,-1-6 26 0,1-6-35 0,2 0 60 16,2-7-30-16,1-11-1 15,3-2-20-15,3-9-44 31,0-2-1-31,3-4 36 0,2 0-1 0,3-3-233 0,1-2 112 0,-4 6 54 0,2 2 32 0,-1 4-764 0,-1 1 370 0,2 6 152 16</inkml:trace>
  <inkml:trace contextRef="#ctx0" brushRef="#br0" timeOffset="183329.58">22197 10203 1140 0,'0'-6'0'0,"-1"-1"0"0,1 3 0 0,0-4 0 0,0 6 0 0,0-5 524 0,0 5-249 0,1 1-119 0,10-1-61 0,0 2-29 0,3 0-1 0,6 9-21 15,1 1 443-15,-1 9-226 0,2 1-113 0,3 5-23 0,-4 2-45 0,2 5-13 0,-8 1-9 0,-6 0-85 0,-1 6 31 0,-5-1 0 0,-3 6 32 0,-7 2-124 0,-13-3 58 0,-6-1 32 0,-5-1 1 0,0-6-35 0,-2-5 9 0,-1 1 33 0,6-14-343 16,3-6 163-16,8-6 49 0,3-5 50 16,3 0-19-16,9 0 34 0,2-10-23 0,2-6-1056 15</inkml:trace>
  <inkml:trace contextRef="#ctx0" brushRef="#br0" timeOffset="183556.17">22598 10181 2426 0,'-2'-8'0'0,"2"1"0"0,0-1 0 0,0 4 0 0,0 1 0 0,0 1 0 0,0 0 350 0,5 2-157 0,0 0-71 0,2 0 402 0,1 4-244 0,0 4-244 0,1 0-36 0,-2 1-149 0,4 3-7 0,-3 0 90 0,0-1 51 0</inkml:trace>
  <inkml:trace contextRef="#ctx0" brushRef="#br0" timeOffset="183682.41">22642 10650 2485 0,'-9'0'0'0,"-1"0"0"0,8 0 0 0,-1 1 0 0,3 2 0 0,-2-2 0 0,2 4 0 0,0-3 311 0,0 1-157 0,0 0-79 16,7 0-1140-16</inkml:trace>
  <inkml:trace contextRef="#ctx0" brushRef="#br0" timeOffset="184934.26">23419 10256 1151 0,'0'-9'0'0,"-7"-2"0"0,3 9 0 0,1 0 0 0,0 2 0 0,1 2 0 0,1 14 0 0,1 7 448 16,0 4-210-16,0 8-101 0,0 2-50 0,0 4 271 15,0-2-160-15,0 9-72 16,0-5-8-16,1 1-41 0,1-1 1 0,-1 3-323 16,1-4 142-16,-2 4 78 0,1-13 27 0,-1-3-504 31,0-4 269-31,2-6 135 0,-1-6 3 0,2-4 57 0,7-10-106 0,1-6 61 0</inkml:trace>
  <inkml:trace contextRef="#ctx0" brushRef="#br0" timeOffset="185162.78">23933 10294 1374 0,'9'-6'0'0,"-2"1"0"0,1 4 0 0,-5 1 0 0,-2 0 0 0,-1 8 0 0,-4 8 277 0,-11 2-120 0,-5 3 250 0,-5 3-176 0,0 0-102 16,-1-2-45-16,-1 2 169 0,1-3-108 0,3 0-54 16,-1 3-18-16,7-7 105 0,4 0-71 0,6-2-35 15,5-1 0-15,2-3 172 0,2 4-207 0,16-6-37 16,6-1 0-16,6-2 0 0,1 0 0 0,7-5 0 15,-2 4 0-15,-3-4 0 16,-4 3 0-16,1-3 0 0,-4-1 0 0,-2 0 0 0,-2 0 0 0,-9 0-917 16,-3 0 386-16,-5 0 247 15,-4 0 124-15,-1 3-343 0</inkml:trace>
  <inkml:trace contextRef="#ctx0" brushRef="#br0" timeOffset="185427.75">23724 10730 2747 0,'-20'3'0'0,"0"-1"0"15,7 5 0-15,-2-2 0 0,10 1 0 0,5 1 0 0,0 0 0 0,0 2 0 0,10-1 0 0,9 2 432 0,3-2-202 0,3 0-97 0</inkml:trace>
  <inkml:trace contextRef="#ctx0" brushRef="#br0" timeOffset="185493.72">23754 10817 3786 0,'31'7'140'0,"-4"0"-135"0,10-2-5 0,-8-1-468 0,-1-1 175 0,1-2 165 0,-1 3-958 0,2-2 560 0</inkml:trace>
  <inkml:trace contextRef="#ctx0" brushRef="#br0" timeOffset="185651.12">24273 10480 2343 0,'-8'0'0'0,"3"0"0"0,2 3 0 0,-1 9 0 0,2 3 0 0,0 6 0 0,-1 6 0 0,3 0 0 0,0 2 532 0,0 4-248 0,0-4-125 0,5-2-161 0,4 0 46 0,3-6-9 0,1-5 1 0,3-7-334 0,-1-4 166 0,4-5 84 0,2 0-140 0,-1-5 107 0,0-13 59 0,-1-4 28 0,1-2-427 0,-4-4 204 0,4-5 26 0,-6 2 82 0,-2-2-30 0,-1 0 47 0,1 1 28 0,-4 3 165 0,2-4-77 0,-6 12-25 0,-2 4-1 16,1 6 442-16,-3 6-237 0,0 3-120 0,0 2 226 16,-3 6-153-16,-3 13-13 0,0 7-60 0,1 2 249 15,-1 6-149-15,5-2-65 16,1 1-46-16,0-4 2 0,0 2-39 0,0-4 0 31,1 4-340-31,6-9 165 0,4-2 88 0,2-2-573 16,1-3 326-16,0-4 120 0,4-1 94 0,0-9-396 0,2-1 222 0,-1 0 112 0</inkml:trace>
  <inkml:trace contextRef="#ctx0" brushRef="#br0" timeOffset="185902.41">25159 10309 1730 0,'0'-3'0'16,"-2"-2"0"-16,-1 3 0 0,0 0 0 0,-6-1 0 0,0 3 0 0,-6 0 303 0,-1 3-133 0,-7 7-68 0,-1 4 168 0,-5 1-117 0,-4 2-50 15,4-1 74 1,3 1-70-16,3-2-36 0,3-2-1 0,5-2 61 0,0 3-39 0,10-6-33 16,5 2 0-16,0-2 127 0,9 0-75 0,9 0-74 15,6 4-37-15,4-7 0 0,-2 2 0 0,8-1 0 16,-3 2 0-16,-1-3 0 15,4 5 0-15,-10-5-251 0,2 0-34 0,-1 2 156 0,-4 0 38 0,-1-1-840 16,-1 2 439-16,-6 0 233 0,-7 0 112 0</inkml:trace>
  <inkml:trace contextRef="#ctx0" brushRef="#br0" timeOffset="186045.32">24980 10653 892 0,'-19'0'0'0,"7"0"0"16,2 0 0-16,5 0 0 0,1 0 324 0,3 0-144 0,1 0-64 0,0 2 369 0,9 5-225 15,5 2-113-15,5 2 248 16,-2-4-181-16,5 5-80 0,-2-3-54 0,0 2-222 0,2-2 88 0,1-3 45 16,-3 2 22-16,7-1-731 15,-3-4 372-15,0 0 191 0</inkml:trace>
  <inkml:trace contextRef="#ctx0" brushRef="#br0" timeOffset="186309.22">25509 10380 1437 0,'4'-11'0'0,"4"2"0"0,3 4 0 0,0-1 0 0,3 5 0 0,2 1 0 0,2 0 463 0,2 1-206 15,-4 10-116-15,2 5 152 0,-2 2-130 0,-3 3-63 16,-1 4-33-16,-5 2-191 0,-3-1 75 0,-4 0 42 16,0 2 0-16,-17 2-157 0,-3 2 108 15,-6-6 41-15,1-1-1 0,-5-3 25 0,3-3 0 16,0-2 26-16,-1-2 145 0,9-6-138 31,3-4-1-31,5-1 404 0,4-2-208 16,3-2-89-16,4 1-48 0,0-1-37 0,11 0 0 0,11 0-28 0,2 0 0 0,6 0-29 0,2 0-6 0,0 0 0 15,2 0 0-15,2 0 0 0,6 0 0 0,-1-1 0 16,4-1-1273-16,-1-2 560 0</inkml:trace>
  <inkml:trace contextRef="#ctx0" brushRef="#br0" timeOffset="186448.31">26314 10640 2107 0,'6'2'0'0,"2"3"0"0,1-1 0 0,0 3 0 0,-2 0 0 0,-2 2 0 0,-3 3 0 0,-2 2 287 0,0 4-126 0,-4 1-55 0,-12 8-81 0,-5-2 10 0,-4 2 0 0,-4 1 0 0</inkml:trace>
  <inkml:trace contextRef="#ctx0" brushRef="#br0" timeOffset="187069.36">28131 10389 1424 0,'0'1'0'0,"1"3"0"0,1 6 0 16,1 4 0-16,2 8 0 0,-1 8 0 0,1 5 0 0,1 4 185 0,-1 2-78 0,-1-2-35 0,1-1-4 0,2 0-32 0,-4-8 1 16,6-2 9-16,-6-11-48 0,2-6 0 0,-3-7 38 15,1-1-41-15,3-3-1 0,0-3 52 0,1-14-9 16,2-7 135-16,1-4-68 0,4-4-33 0,1-6 115 15,3-2-65-15,0 5-47 0,3-2 0 0,2 0 2 16,3 2-40-16,0 3 1 16,3-3 9-16,-6 7-135 0,1 8 62 0,0 3 32 15,-3 4-181-15,1 0 115 0,-5 10 44 0,-4 1 27 16,-3 2-610-16,-3 0 294 0,-2 6 90 0</inkml:trace>
  <inkml:trace contextRef="#ctx0" brushRef="#br0" timeOffset="187484.86">27827 10330 902 0,'0'0'0'0,"-4"0"0"0,-3 0 0 0,1 0 0 0,-5 0 0 0,0 0 0 0,-5 9 164 0,-5 4-63 0,-7 4-23 31,0 4-9-31,-5 3 21 0,-4 2-27 16,-1 1 1-16,-4 1 35 0,8-6-35 0,6-4 0 0,6-2 27 31,3-4-26-31,10-6 0 0,1 1-18 0,8-4 146 0,4-3-77 0</inkml:trace>
  <inkml:trace contextRef="#ctx0" brushRef="#br0" timeOffset="187553.76">27447 10580 2411 0,'25'0'77'0,"6"0"69"0,5 0-45 0,1 0-37 0,3 0 1 0,0 0-74 0,-4 0 0 0,-2 0 46 0,8 0 10 0,-13 0-9 0,-1 0-1 0,-6 2-616 0,-1 3-61 0,-6 2 287 0,-2 2 163 0</inkml:trace>
  <inkml:trace contextRef="#ctx0" brushRef="#br0" timeOffset="187621.38">27375 10834 2633 0,'-18'0'0'0,"6"2"0"0,-1 1 0 0,10 2 0 0,1 2 0 0,2 0 0 0,3 0 0 0,16 0 0 0,4-1 0 0,5-2 339 16,5-1-151-16,1-1-310 0,0-2 79 0,1 0 40 0,0 0 10 0,-5 0-613 0,-3 0 321 0,-3 0 161 0,0 1 81 0,-8-1-394 15,-1 2 226-15</inkml:trace>
  <inkml:trace contextRef="#ctx0" brushRef="#br0" timeOffset="187799.97">27249 10473 1313 0,'-3'-4'0'15,"-3"2"0"-15,3 2 0 0,1 0 0 16,0 11 0-16,2 13 0 0,0 5 548 0,0 8-256 0,2 1-127 0,4 10-64 0,3 7 58 0,-1-4-65 0,-1 1-28 16,2 0-1-16,-1-2-187 0,1-4 80 0,0 6 49 15,0-14-540-15,2-5 285 0,1 2 143 0,3-10-673 16</inkml:trace>
  <inkml:trace contextRef="#ctx0" brushRef="#br0" timeOffset="188085.84">28881 10330 2119 0,'5'-4'0'0,"-3"2"0"0,-1 0 0 0,0 2 0 0,-1 0 0 0,-4 6 0 0,-13 8 0 0,-4 4 0 0,-6 3 0 0,-4 4 293 0,-1-1-132 15,-1 1-63-15,-2 0 8 16,1 0-34-16,0-2-1 0,0-2-25 0,11-6-50 0,6-7 0 0,8-1 41 47,6-6 0-47,3 1 44 0,0-2 10 0,10 0-54 0,12 0 0 0,7 0-1 0,1 0 1 0,3 0 0 0,5 0 9 0,-5 5-9 15,2 2 0-15,-1-1 159 16,-2 3-79-16,-1-1-40 0,2 3-44 0,-7 1-629 0,-3 1 280 0,-5-1 147 16,-3 2 89-16,-7 1-827 0,0 0 427 0,-8-2 225 15</inkml:trace>
  <inkml:trace contextRef="#ctx0" brushRef="#br0" timeOffset="188225.16">28617 10771 1885 0,'-29'0'0'0,"6"-2"0"0,6 2 0 0,7 0 0 0,6 0 0 0,4 0 0 0,0 0 267 0,5 2-115 0,10 3 174 16,6 2-136-16,4-1-81 16,2-2-36-16,5-1 256 0,1 2-146 0,3-1-64 0,-4-4-46 0,0 2-613 15,2-2 288-15,-4 0 145 0,2 0 71 0,4 0-859 16</inkml:trace>
  <inkml:trace contextRef="#ctx0" brushRef="#br0" timeOffset="188545.83">29314 10335 3352 0,'0'-9'0'0,"0"4"0"15,0-2 0-15,-2 4 0 0,-2 3 0 0,-1 0 0 0,-3 3 0 0,0 8 0 0,-6 4 0 0,0 2 0 0,-1 6 0 0,-3-2 0 0,-2 6 0 0,-3-3 0 0,1 0 0 0,4-2 0 0,-1-6 0 0,4-1 0 0,4-1 0 0,0-6 124 0,4 0 27 0,4-4-61 0,3-4-28 0,0 0 1 0,4 0-43 0,16 0 16 0,6 0-3 0,3 0-33 0,8 0 0 0,1-2 0 0,1 0 0 0,1-2 0 0,3 3 0 0,-5 0 0 0,-3 1 0 0,3 0 0 0,-2 0 0 0,-3 0 0 0,3 0-1030 0,-10 0 343 0,-4 0 325 0,-6 0 163 0,-7 0-211 0,2 0 178 0</inkml:trace>
  <inkml:trace contextRef="#ctx0" brushRef="#br0" timeOffset="188668.67">29463 10263 1467 0,'-12'-5'0'0,"5"0"0"0,-1 3 0 0,7 2 0 0,-2 0 0 0,2 14 243 15,1 9-103-15,0 4-52 16,0 10 784-16,0 0-423 0,0 6-206 0,0 5-103 15,0 6 149-15,0 0-289 16,0 8 0-16,0-11-103 0,-5-3-68 0,2-1 104 0,0-3 51 0,-3-4-665 16,0 3 367-16,2-13 171 0,-2-4 89 0,0-6-440 15,2-7 134-15</inkml:trace>
  <inkml:trace contextRef="#ctx0" brushRef="#br0" timeOffset="189026.03">29770 10140 1997 0,'-3'-17'0'0,"-6"0"0"0,6-3 0 0,3 8 0 0,2 0 0 0,13 1 0 0,3 3 0 0,5 1 331 0,6 2-138 0,-1 2-83 0,4 3 165 16,1 3-120-16,-1 9-59 0,2 5-29 0,-1 1-46 15,-9 5-9-15,-3 4 24 16,-4 3 1-16,-7 0 41 0,-6 4-41 0,-3 5 8 16,-1-6 68-16,-12 3-38 31,-5-1 0-31,-4 1-39 0,0 0 106 0,-3 5-142 0,2-8 0 0,2 0 0 0,5 2 0 0,0 0 0 0,6-2 0 0,2 4 0 16,5-6 0-16,2-2 0 0,0 5 0 0,9-4 0 31,6 2 0-31,-1 6 0 0,2-8 0 0,0 1 0 0,-3-1 0 0,-1 0 0 15,-1 0 0-15,-4 2 0 16,-6-5 0-16,-1-5-256 0,0 2-130 0,-11-5 174 0,-2 0 87 0,-5-1-1062 16</inkml:trace>
  <inkml:trace contextRef="#ctx0" brushRef="#br0" timeOffset="189144.61">30228 11382 0 0,'-13'-11'0'0,"13"7"0"0,0-2 0 0,8 4 0 0</inkml:trace>
  <inkml:trace contextRef="#ctx0" brushRef="#br0" timeOffset="196119.11">8212 11143 993 0,'-27'0'0'0,"8"0"0"0,8 0 0 0,1 2 0 0,3 0 0 0,7-1 0 0,0 2 0 0,0 2 0 0,14 0 611 0,5-1-287 0,4 3-143 0,7-1 186 0,4-4-155 0,-1 3-93 0,3-5-40 0,3 4 0 0,-4-4-42 0,0 0 1 0,1 1-239 0,-6-1 115 0,-4 0 61 0,-3 3 32 0,-4-3-354 16,-2 1 192-16,-3 1 106 0,-6-2-31 0,-6 0-119 0,-2 1 22 0,-6-1 75 15,-8 4 112-15,-4-3-33 16,-4 1 9-16,-1 1 268 0,0 1-147 0,1 2-71 0,1-1-38 0,1 3 488 16,3 0-218-16,2 4-130 0,3-1-7 0,3 4 267 15,1 5-171-15,5-1-100 16,3 9-44-16,0 2-4 0,3 9-79 0,5 3 0 15,8 13 0-15,1-4 0 0,0 3 0 0,1 0 0 16,-5 0 0-16,3-3 0 16,-3 4 0-16,-7-16 0 0,-3-2 0 0,-2-4 0 15,-1-6 0-15,-3-3 0 0,-8 2 0 0,-10-11 0 0,-1-1 0 0,-4-7 0 16,-2 1 0-16,-1-5 0 16,-4 1 0-16,5-4 0 0,2 0 0 0,1-1 0 15,5-12-18-15,2-1-134 0,0-6 50 0,9-4-497 16,4-3 281-16,5-7 140 0,0-2 70 0,2-5-631 15,8-4 342-15,9 6 184 0</inkml:trace>
  <inkml:trace contextRef="#ctx0" brushRef="#br0" timeOffset="196254.28">8699 11410 1012 0,'13'-10'0'0,"3"3"0"0,0 4 0 0,-4 2 0 0,3-2 0 0,-1 3 793 0,-2 0-378 0,3 0-189 0,2 0 220 0,-2 0-209 16,3 0-99-16,-2 4-224 15,4-1 62-15,2 4 41 0,-6 1-11 0,0 2-852 0,0-1 442 0</inkml:trace>
  <inkml:trace contextRef="#ctx0" brushRef="#br0" timeOffset="196436.08">8776 11718 2586 0,'-16'7'0'0,"4"0"0"0,4 3 0 0,3-5 0 0,2 3 0 0,3-3 0 0,3 0 0 0,13-2 0 0,6-3 886 0,2 0-427 0,8 0-459 0,-3 0 0 0,4 0 0 0,0-3 0 0,0-2 0 63,-1 1-166-63,4 3 106 0,-5 0 44 0</inkml:trace>
  <inkml:trace contextRef="#ctx0" brushRef="#br0" timeOffset="197541.93">9527 10919 1579 0,'-4'-5'0'0,"3"0"0"0,1 1 0 0,0 0 0 0,0 0 0 0,1 0 0 0,12 2 240 0,6 1-92 0,4 1 71 15,2 0-91-15,3 1-45 0,3 9 0 0,2 7 83 94,3 3-54-94,-9 2-42 16,-1 7-1-16,-4 3 1 0,-4 3 0 0,-7 5-32 0,-1 6-26 0,-10 1-9 0,0-2 34 0,-10 0-41 0,-10-1-1 0,-2-6 43 0,-6-1 8 0,0-13 88 0,0-7-49 0,0-5-23 0,0-6-1 0,3-6 16 0,-6 0 9 0,8-1-49 0,3-12 1 0,1-5-12 0,4-4 12 0,0-1 9 47,7 2-10-47,6-3-59 0,0 2 29 0,2-2 0 0,0 3-37 0,3 1 42 0,8 2-16 0,2 5-29 0,2-2 21 0,2 3 0 0,1 2 7 0,2 2-21 0,0 1 5 0,-1 3 0 15,2 1 10-15,0 1-385 78,2 2 175-78,0 0 94 0,-1 0-681 0,2 0 386 0,-4 5 192 0,3-1-506 0</inkml:trace>
  <inkml:trace contextRef="#ctx0" brushRef="#br0" timeOffset="197663.53">10102 10877 1677 0,'-15'0'0'0,"2"0"0"0,0 5 0 0,2 6 0 0,-5 7 0 0,1 7 0 0,-3 8 751 0,3 3-362 0,4 6-175 0,4 0-89 0,4 3 166 0,3-2-128 0,0 0-53 0,8-8-43 0,7-8 0 16,8-5-29-16,2-2-541 0,3-7 270 0,3 0 145 16,0-9 58-16,-5-4-829 0,4 0 440 0,-3 0 221 15</inkml:trace>
  <inkml:trace contextRef="#ctx0" brushRef="#br0" timeOffset="197954.99">10272 11030 1458 0,'-3'-15'0'0,"1"1"0"0,2 7 0 0,0 0 0 0,12 2 0 0,1 2 0 0,5 3 632 0,6 0-288 16,0 0-158-16,2 3 57 0,3 9-103 0,-2 2-51 0,-2 7 62 15,2 3-48-15,-12 1-37 16,-3 1-1-16,-7 4-140 0,-5 1 55 0,0 0 28 16,-11 4 10-16,-8-5-71 0,-7 1 44 0,-5-4 2 15,-4 1 44-15,-3-4-34 0,-3-2 9 0,8-8-22 16,3-6-226-16,3-4 88 15,7-4 72-15,9 0-448 0,3-12 228 79,8-13 134-79,10-10 62 15,14-6-540-15,5-5 301 0</inkml:trace>
  <inkml:trace contextRef="#ctx0" brushRef="#br0" timeOffset="198025.8">10572 10875 1434 0,'8'-8'0'0,"-2"1"0"0,-3 3 0 0,1 3 0 0,-3 1 0 0,-1 6 0 0,0 11 829 0,0 2-396 16,0 5-189-16,-1 2-107 0,-1 1 421 0,2 0-262 0,0 2-296 0,0 2 0 0,2 1 0 0,5-3 0 0,7-3 0 0,2 1-848 0,3-2 430 0,1-5 227 0,5 3 124 16,1-11-426-16</inkml:trace>
  <inkml:trace contextRef="#ctx0" brushRef="#br0" timeOffset="198168.66">10879 11137 1378 0,'0'-6'0'0,"0"0"0"0,0-1 0 0,0 2-2 0,0 4 1 0,0 1 0 0,0 0 551 0,0 1-257 0,0 11-120 15,0 0-73-15,-3 7 325 16,0 3-194-16,-3 1-98 0,-1 2-48 0,2-1-239 16,-3-2 91-16,1 2 49 0,2-7-645 0,-2 0 348 15,-1-3 174-15,5 3-749 0</inkml:trace>
  <inkml:trace contextRef="#ctx0" brushRef="#br0" timeOffset="198337.14">11010 10955 2397 0,'6'-8'0'0,"1"4"0"0,5-1 0 0,-4 2 0 0,3 0 0 0,2 3 0 0,-3 0 0 0,1 0 0 0,5 0 0 0,-4 7 498 0,0 1-230 0,2 0-116 16,-4 2-439 15,2 2 162-31,-1 0 90 0,-4-2-733 0,0-1 402 0,-1 1 200 0,0-4 100 0</inkml:trace>
  <inkml:trace contextRef="#ctx0" brushRef="#br0" timeOffset="198499.94">11269 10836 1646 0,'2'-7'0'0,"-1"-3"0"0,2 7 0 0,1-1 0 0,-2 0 0 0,1 4 0 0,0 0 0 0,-1 14 423 62,0 7-194-62,-2 8-98 0,0 6-38 0,0 4 508 0,-5 4-283 0,-5 3-142 0,-2 0 4 0,1 4-72 0,-3 4-82 0,-2-8-358 0,4 2 157 0,2-1 105 0,0-6 53 0,1 0-758 0,1 1 415 0,3-18 193 16,3-4 22-16,1-8-435 0</inkml:trace>
  <inkml:trace contextRef="#ctx0" brushRef="#br0" timeOffset="198707.57">11465 10783 1774 0,'16'-7'0'0,"1"6"0"0,2 1 0 0,2 0 0 0,4 6 0 0,-3 10 0 0,3 4 764 0,-5 6-368 0,0 4-181 16,-4 6-89-16,0 4 240 0,-7 5-164 0,-2 8-114 0,-7-6-88 0,0 1 0 15,-8-1 0-15,-11-2 0 16,-2-3-196-16,-3 5 28 0,-3-13 98 0,-1-2-629 16,-3-5 368-16,-1 0 183 15,-3-5 21-15,-6 2-808 0</inkml:trace>
  <inkml:trace contextRef="#ctx0" brushRef="#br0" timeOffset="199015.98">9636 11712 1791 0,'-16'-16'0'0,"10"6"0"0,6 3 0 0,1 4 0 0,20 0 0 0,10-2 0 0,7 1 0 0,8-4 617 0,15 2-281 0,4-4-154 0,14 2-73 0,13-2 205 0,10 1-139 0,10-3-69 16,11 0 30-16,-14 1-54 15,2 0 0-15,-4-1-81 94,-2 3-1-94,-7-1 0 0,3 0 0 0,-24 6-118 0,-3 0 33 0,-4-2 61 0,-10 1 30 0,-7 2 1 0,-2 0 39 0,-20 3-10 0,-10 0-565 0,-4 0 19 0,-13 0 237 0,-4 0 118 0,0 6-86 0,-14 1 106 0,-12 2 48 0,-7 5-109 0,-6-2 79 0,-3 4 40 0,-9 0-9 16,-1 1-393-16</inkml:trace>
  <inkml:trace contextRef="#ctx0" brushRef="#br0" timeOffset="199319.31">9996 11897 1346 0,'-13'-5'0'0,"1"-1"0"0,9 4 0 15,3 2 0-15,3 0 0 0,11 0 213 0,6 6-88 0,5 5-35 0,0 4 303 16,7 1-178-16,0 3-89 0,-1 3-44 31,-1 1 1-31,1 3-37 0,-6 0-9 0,-7 6-39 0,-5 0-1 0,-7 6 40 0,-6-1 0 0,0 6 41 16,-17-7-41-16,-11 0 0 0,-6-4-1 0,-7-3 170 31,-1-7-84-31,-5 4-34 0,5-15 111 0,0-3-81 0,2-5-40 0,2-3-1 0,6 0-47 0,1-7-30 16,15-5 0-16,5-5 0 15,9 0 0-15,2 0 0 0,4-3 0 0,12-1 0 32,8 1 0-32,1 2 0 0,6 0 0 0,3 2 0 0,0 1 0 0,4-2 0 0,-4 8-145 0,-2-3-114 15,-1 2 100-15,2 2-615 0,-2 1 368 0,6-2 175 16,-7 6 102-16,-2-2-588 16,1 0 340-16</inkml:trace>
  <inkml:trace contextRef="#ctx0" brushRef="#br0" timeOffset="199521.35">10531 11907 1337 0,'-6'-9'0'0,"2"3"0"0,-2 3 0 0,2 1 0 0,-5 2 0 0,1 2 259 0,1 13-111 0,-1 7-56 0,2 7-28 0,-1 6 633 0,2 4-321 0,4 0-174 0,1 2 229 0,0 0-197 0,0 0-143 0,5-2-150 0,6 3 35 0,5-10 26 63,-1-7-1-63,6-4-572 0,1-7 304 0,-3-5 152 0,5-2 85 0,-4-7-373 0,-1 0 144 0,-1-14 136 0</inkml:trace>
  <inkml:trace contextRef="#ctx0" brushRef="#br0" timeOffset="199783.65">10753 11940 1139 0,'0'-3'0'0,"-3"1"0"0,0 2 0 0,0 0 0 0,1 2 242 0,0 11-94 0,-1 5-60 0,3 5 458 0,0 3-255 15,0 5-127-15,0 0 153 16,5 2-131-16,3-2-79 15,2-2-35-15,2-4-100 0,0-4 33 0,4-4-1 0,1-5 42 0,-3-7-322 0,2-5 157 0,1 0 77 16,-3-13 40-16,3-8-158 31,-3-5 108-31,-2-3 39 16,0-2-379-16,-5-1 185 0,3 0 42 0,-3-5 66 0,-2 7 36 0,0 4 0 0,-1 1 26 0,1 5 246 0,-4 4-123 0,1-1-70 16,-2 12-22-16,0 3 494 46,0 2-247-46,0 8-76 0,-3 10-77 0,-2 3 247 0,3 6-153 0,2 2-74 0,0 0-21 0,0 3-26 0,0-1 1 0,2-2-376 0,4-4 170 0,2-2 91 47,3 0 45-47,2-4-817 0,1-1 416 0,3-1 136 0</inkml:trace>
  <inkml:trace contextRef="#ctx0" brushRef="#br0" timeOffset="199937.41">11241 12096 2159 0,'-1'-11'-1'0,"0"11"0"0,1-3 1 0,0 1 0 0,-2 2 0 0,2 5 0 0,-2 6 342 0,0 5-157 0,-1 5-74 16,1 3 72-16,-3 1-73 0,3 2-36 0,-5 0-135 0,3-4 44 0,1-2 26 16,-2-1 1-16,3-3-516 0,-1-5 271 15,0 0 145 1,1-7 58-16,2-5-683 0,0 0 351 0,0-5 107 0,0-11 111 0</inkml:trace>
  <inkml:trace contextRef="#ctx0" brushRef="#br0" timeOffset="200146.7">11362 11947 2014 0,'12'-7'0'0,"-3"4"0"0,2-1 0 0,1 3 0 0,-3 1 0 0,2 0 0 0,-3 8 0 0,-3 4 0 0,-2 8 0 0,-2-2 401 0,1 5-182 0,-1 1-83 0,2-3 83 0,-3 0-92 0,0-3-46 0,0-3-23 0,0-4-56 0,0 2 42 0,0-9-9 0,0-1 0 0,2-3-63 15,-2 0 31-15,5-10 0 0,2-3-104 0,0-7 63 0,1-4 37 0,2-1 1 31,1-1-295-31,0-6 125 0,6 3 47 0,-6-2-625 16,3 5 355-16,0-2 179 16,3 4 89-16,-4-1-242 0</inkml:trace>
  <inkml:trace contextRef="#ctx0" brushRef="#br0" timeOffset="200303.99">11686 11729 1403 0,'5'-2'0'0,"3"-6"0"0,-1 3 0 0,4 2 0 0,-3 2-1 0,6-1 0 0,-1 2 329 0,5 0-138 0,-2 11-81 16,1 7-37-16,-1 5 739 15,1 7-387-15,-6 5-194 63,0 6 136-63,-10 2-366 0,-1 3 0 0,0 4 0 0,-15 6 0 0,-4 3 0 0,-6-8 0 0,-3-3 0 0,-5 2 0 0,-3-6 0 0,-2-4 0 0,-4 1-909 0,7-14 380 0,4-9 270 0,4-8 1 0</inkml:trace>
  <inkml:trace contextRef="#ctx0" brushRef="#br0" timeOffset="201474.28">12352 11284 1075 0,'0'0'0'0,"0"0"0"0,0 0 0 0,0 0-1 0,0 0 316 0,0 0-139 0,1 2-60 0,9 4-44 0,0-2 0 0,6 0-35 0,-2-1-1 0,2-2 498 0,5 1-240 0,1-2-134 0,1 0-253 0,1 0 66 0,4 0 31 0,0 0 1 0,3 0-644 16,-4-2 334-16,-4 2 171 0</inkml:trace>
  <inkml:trace contextRef="#ctx0" brushRef="#br0" timeOffset="201626.92">12439 11633 2044 0,'-30'10'0'0,"12"-1"0"0,8 3 0 0,5 3 0 0,5-6 0 0,0-1 0 0,0 0 0 0,14-4 0 0,5-4 569 0,8 0-265 0,3 0-133 15,2-3 53-15,6-5-84 0,-4 1-55 0,2-4-358 31,2 2 155-15,-2 0 79-16,2-2 38 0,4-2-744 0,-5 4 386 0,-1-4 199 0</inkml:trace>
  <inkml:trace contextRef="#ctx0" brushRef="#br0" timeOffset="201845.23">13042 10921 2061 0,'5'0'0'0,"-1"2"0"0,5 6 0 0,-2 7 0 0,2 11 0 0,1 14 0 0,-4 16 242 0,0 12-103 0,-1 21-41 0,-4-5 590 16,-1 5-325-16,0 0-163 0,0-4-82 0,-3-4-96 15,-3 3-22-15,3-24 0 0,0-2 0 0,1-6 0 16,1-4 0-16,1-2 0 0,0 4-174 0,0-16-99 16,0-4 155-16,0-9-742 0,1-7 429 0,4-13 143 15,1 2 115-15,0-3-220 0,0-16 178 0</inkml:trace>
  <inkml:trace contextRef="#ctx0" brushRef="#br0" timeOffset="202153.31">13469 10873 1969 0,'14'-22'0'0,"6"7"0"0,7 6 0 0,2 4 0 0,-1 2 0 0,6 1 0 0,-6 2 343 0,0 5-153 0,-4 12 342 16,0 2-248-16,0 6-113 0,-14 6-72 0,-5 2 45 15,-5 7-53-15,0 2-27 16,-10 0-20-16,-7 6-44 16,-7-9 0-16,-4-1 0 0,-2-4 0 0,-4-4 0 0,2-5 0 0,-8 3 0 15,7-15-281-15,0-4 125 0,2-5 80 0,4-4-633 16,3 0 316-16,1-4 168 94,14-12 99-94,8-11-523 0,1-5 306 0,7-8 153 0</inkml:trace>
  <inkml:trace contextRef="#ctx0" brushRef="#br0" timeOffset="202471.16">13770 10764 1710 0,'7'-13'0'0,"4"4"0"0,-7 8 0 0,-1 1 0 0,-2 0 0 0,-1 8 0 0,0 11 0 0,-1 3 452 0,-9 5-211 0,2 5-103 0,0 2-50 0,-1 2 509 0,5 2-279 0,1 6-132 0,3-7-246 0,0 3 49 0,0-5 23 0,7 0-622 0,7-4 323 0,2 1 172 15,4-13 71 1,2-6-650-16,0-6 293 0,3-7 201 0,0 0-13 0,-1-10-302 0,-8-10 244 0,1-3 117 15,-9-2 58-15,0 1 25 16,-1-2 71-16,-3 2 0 0,-4 2 0 0,0 2 0 16,0 2 0-16,0 3 447 0,0 0-270 0,-2 8-102 15,-1 3-56-15,1 2 629 0,2 2-259 0,-4 2-184 16,4 9-35-16,0 5 314 0,0 4-224 0,4 1-111 16,4 3-56-16</inkml:trace>
  <inkml:trace contextRef="#ctx0" brushRef="#br0" timeOffset="202543.19">14000 11110 3298 0,'12'21'118'0,"1"-4"-44"0,1 0-127 0,4-3 45 0,1-4 0 0,-3-6-278 0,7-3 171 0,-5-1 71 0,-1-1 41 0,-2-13-274 0,-2 0 134 0,-4-4 84 15,0-2-44-15,-4 3-64 0,-3 1 66 0,-2 0 31 0,0 6 0 0,0 1 365 0,0 1-176 0,-2 4-73 0,-3 4 211 0,1 0-112 0,2 7-81 0,-1 7 448 0,3 1-228 0,0 3-129 0,0 2-84 0,6 1-71 0,4 0 0 0,1 1 0 0,5 2 0 0,-1-3-423 0,4-1 155 0,1-2 152 0,2-2 77 0,-1-3-1138 0</inkml:trace>
  <inkml:trace contextRef="#ctx0" brushRef="#br0" timeOffset="203223.56">14818 10843 2000 0,'-1'-7'0'0,"1"2"0"0,0 1 0 0,0 2 0 0,7 2 0 0,6 0 0 0,4 0 0 0,3 6 0 0,4 5 261 0,0 0-113 109,3 7-55-109,1-1 97 0,-1 2-80 0,-4 2-38 0,-3 0 1 0,-4 1-16 0,-2 2-20 0,-6 2 9 0,-8 0-10 0,0 1 1 0,-19 3 0 0,-7 2-15 0,-9-3 15 0,-7 8 8 0,0-8-8 0,-5 0-33 0,4-3-1 0,-1-3 34 0,7-5-1 0,-1-1-275 0,16-9 115 0,6-6 72 0,9-2 20 0,7-4-582 0,7-16 274 0,16-6 145 0,10-3 76 16,4-8-267-16</inkml:trace>
  <inkml:trace contextRef="#ctx0" brushRef="#br0" timeOffset="203423.48">15152 10778 1205 0,'-10'-3'0'0,"-2"1"0"0,3 2 0 0,-1 2 0 0,-7 12 0 0,1 7 0 0,1 5 796 0,-2 10-370 16,5 0-200-16,5 3 488 0,4 6-339 0,3 1-186 93,0-1-189-93,8 3 0 0,9-10 0 0,3-3 0 0,4-5 0 0,0-4 0 0,1-4 0 16,3-1-25-16,-3-10-374 0,-3-2 217 0,2-5 110 0,-3-1 54 0,-2-3-983 0,3 0 451 0</inkml:trace>
  <inkml:trace contextRef="#ctx0" brushRef="#br0" timeOffset="203620.95">15344 11059 1100 0,'0'0'0'0,"0"0"0"0,0 0 0 0,0 1 0 0,2 4 0 0,1 8 0 0,2 2 630 0,2 2-296 0,-1 4-149 0,3 1-74 0,-3 4 251 0,2 2-154 0,-3-4-90 0,1 0-40 0,-3-4 88 0,3-3-64 0,-3-3-34 0,-1-2 44 0,1-6-44 0,-1-6 1 0,1 0 125 32,3-5-168-32,3-11-26 0,2-5 0 0,2-6 0 0,2-2 0 0,3-3 0 0,3-2 0 0,3-1 0 15,4-4-17-15,-5 6-8 0,-1 3-606 0,1 2 291 16,-1 5 165-16,-4 6-624 15,3 0 373-15,-7 10 199 0,-5 5 95 0</inkml:trace>
  <inkml:trace contextRef="#ctx0" brushRef="#br0" timeOffset="203874.8">15931 10684 1474 0,'0'-10'0'0,"0"4"0"0,0 3 0 0,0 0 0 0,0 2 0 0,0 1 814 0,1 11-389 16,2 11-195-16,2 9 408 0,-3 11-301 0,1 8-324 15,-1 8-13-15,-2 10 0 16,0 16 0-16,0 11 0 0,-7 14 0 0,-4 19 0 0,-1-9 0 0,-2 1 0 16,-2 1 0-16,1-4 0 0,-4-5 0 0,2 11 0 15,4-37 0-15,6-13-127 0,0-19 11 0,1-12-644 31,0-12 361-31,0-3 173 16,-1-16 100-16,3-1-314 0</inkml:trace>
  <inkml:trace contextRef="#ctx0" brushRef="#br0" timeOffset="204259.58">13598 11807 1498 0,'-2'0'0'0,"-2"-3"0"0,4 2 0 0,0 1 0 0,0 0 0 0,0 0 0 0,6 1 510 0,4 6-236 0,2 3-119 0,3 0-50 0,-2 3-64 0,1-2-4 0,0 3-1 0,0 3-173 0,-1-2 86 0,1 5 54 0,-3-4-682 0,-1 4 345 0,1-2 172 0</inkml:trace>
  <inkml:trace contextRef="#ctx0" brushRef="#br0" timeOffset="204453.09">13891 11662 1804 0,'0'0'0'0,"0"0"0"0,0 2 0 0,0 4 0 0,0 8 0 0,-2 10 0 0,-11 12 0 0,-3 12 0 0,-7 15 664 0,-6 14-313 0,-5 8-157 16,0 4 103-16,-3 3-120 0,7-18-76 0,6-11-100 15,4-11 36-15,4-6-1 79,4-9 1-79,3-3-494 0,7-15 243 0,2-4 125 0,0-8 63 0,3-7-805 0,9 0 421 0,4-5 88 15</inkml:trace>
  <inkml:trace contextRef="#ctx0" brushRef="#br0" timeOffset="204707.01">13942 12091 1810 0,'0'0'0'0,"1"0"0"0,-1 0 0 0,1 0 0 0,-1 6 0 0,0 9 0 0,0 2 0 0,0 5 343 0,2 6-158 0,0 2 84 0,2-1-115 0,2-1-60 0,2-1-28 0,2-2-46 0,3-6 17 0,0-6 0 0,4-7-1 0,1-6-282 16,1 0 141-16,2-3 80 0,-6-15 27 0,1-4-256 0,-4-2 150 0,2-3 63 47,-3-2-136-47,-3 5 36 0,-5 4 60 0,0 3 226 0,2 5-91 0,-4 2-46 15,1 3-10-15,-2 4 128 0,0 3-79 0,0 7-20 0,-2 11-27 0,-1 4 331 0,-1 2-154 0,2 3-33 16,2-1-56-16,0 1-9 0,2-1-42 0,7-4 0 31,5 3-437-31,3-9 213 0,2-3 112 0,4-6-663 32,5-5 360-32,-1-2 150 15,5 0 89-15</inkml:trace>
  <inkml:trace contextRef="#ctx0" brushRef="#br0" timeOffset="204906.73">14840 11762 2614 0,'0'0'0'0,"0"0"0"0,0 0 0 0,0 0 0 0,0 0 0 0,0 1 0 0,3 7 0 0,2 0 359 0,3 3-162 0,4 1-72 0,1 0-164 15,4 4 36-15,-1-2 1 16,0 2 38-16,3-1-252 0,0 0 121 0,-1-1 65 0,-2-2 33 0,1 2-931 15,-4-4 454-15</inkml:trace>
  <inkml:trace contextRef="#ctx0" brushRef="#br0" timeOffset="205076.34">15187 11638 1828 0,'0'-8'0'31,"0"6"0"-31,0-1 0 0,1 3 0 0,0 0 0 0,1 15 354 0,-2 12-150 0,0 6-89 0,-2 11 562 0,-7 9-320 0,-2 5-161 0,-5 8-80 0,-1 12-32 0,-5-2-84 0,1 0 0 16,1-1 0-16,-3-8 0 0,3-5 0 0,5-1 0 16,4-24-48-16,5-5-191 0,2-11 138 0,3-11-915 47,1-5 458-47,0-5 278 0</inkml:trace>
  <inkml:trace contextRef="#ctx0" brushRef="#br0" timeOffset="205316.56">15281 12085 1471 0,'6'-3'0'0,"-1"3"0"0,0 0 0 0,0 0 0 0,-1 3 0 0,1 9 354 16,-4 3-158-16,4 4-81 0,-4 0-40 0,1 3 291 15,-2 3-156-15,0-4-92 0,0 0-35 0</inkml:trace>
  <inkml:trace contextRef="#ctx0" brushRef="#br0" timeOffset="205373.17">15320 12257 3047 0,'0'16'60'0,"0"-3"-85"0,0-1 39 0,0-6-9 0,0-5 30 0,2-1-124 0,1 0 63 0,5-7 30 0,1-7 9 0,5-8-187 0,0-2 105 0,5-5-4 0,2-1 44 0,1-6-58 0,6-3 38 0,0 3-39 0,4-3-473 0,0 0 264 0</inkml:trace>
  <inkml:trace contextRef="#ctx1" brushRef="#br1" timeOffset="-202025.43">27073 17227 0,'0'0'0,"0"0"0</inkml:trace>
  <inkml:trace contextRef="#ctx0" brushRef="#br1" timeOffset="-198468.91">17513 10935 1652 0,'-12'-7'0'0,"3"2"0"0,1 3 0 0,3 0 0 0,2 2 0 0,-2 0 0 0,5 0 563 16,0 0-263-16,0 0-130 0,0 7-67 0,0 2 134 31,3 2-90-31,4 0-59 0,0 4-241 0,0 2 95 0,0 0 49 0,0 4-617 0,1 2 342 0,-2-2 156 0,-1 2 83 0,0 1-334 16,0 0 207-16,-3-1-67 0</inkml:trace>
  <inkml:trace contextRef="#ctx0" brushRef="#br1" timeOffset="-198030.27">17425 11309 708 0,'-10'5'0'0,"-2"4"0"0,7-2 0 0,2-2 0 31,3 1 221-31,0-3-92 0,0 3-45 0,6-1 9 0,10-1 260 0,3-2-158 0,1-2-78 16,3 4-40-16,0-2 1 31,0-1-31-31,-4 3-8 0,0-1 179 0,-5 2-90 0,-3 0-45 0,0 2-98 0,-3 4 36 0,-6 2-10 0,-2 6 27 0,-8 2-29 16,-11 6-1-16,-6 0 30 0,-4 6 10 0,-2-4-205 0,-2-4 54 0,2 3 62 31,3-9-21-31,1-1-409 0,2-4 181 0,13-6 132 0,4-8-285 0,8 0 202 16,0-3 102-16,4-11-192 0,12-3 161 0,6 0 90 0,1 3 38 0,0 0 74 15,1 5-64-15,-2-2 32 16,-1 10 0-16,-4-2 146 0,-1 3-112 0,0 0-36 0,-4 3 1 16,3 8 553-16,-5 5-217 0,-3 2-173 15,-3 5 572-15,-2 1-348 0,-1 4-174 0,1 4-57 16,-2-3-64-16,0-1-26 0,0 0 0 0</inkml:trace>
  <inkml:trace contextRef="#ctx0" brushRef="#br1" timeOffset="-197913.58">17590 11848 2972 0,'-2'21'38'0,"2"2"10"0,-1-10-10 0,1-4-700 0,0-5 350 0,0-4 175 0,0-2 87 0</inkml:trace>
  <inkml:trace contextRef="#ctx0" brushRef="#br1" timeOffset="-197832.45">17769 11515 2082 0,'9'-14'0'0,"-3"9"0"0,-2-1 0 0,-1 5 0 0,-2 1 0 0,-1 0 0 0,0 0 0 0,-1 8 0 0,-10 5 0 0,-3 3 0 0,-2 1 264 16,-1-2-113-16,0 2-47 0,-2-2-38 0,0-1 0 0,2 0-28 0,-1-3 114 0,2-2-58 0,-2 3-18 0,5-6-10 0,1 0 108 0,4-1-69 0,1-2-33 0,2-1 0 0,4 2 19 0,1-1-52 0,0 2-1 0,11-3 41 0,5 2-41 0,6 2 1 0,-1 1-143 0,4 0 66 0,0-2 38 0,-1 5 0 0,1-3 38 0,1 4 10 0,-4-6-10 0,-3 2 0 0,1-2-1393 0,0 0 658 0,-3-5 330 0,3 0 154 0</inkml:trace>
  <inkml:trace contextRef="#ctx0" brushRef="#br1" timeOffset="-197753.53">17942 11175 2392 0,'0'-3'0'0,"0"0"0"0,0 3 0 0,0 0 0 0,0 3 0 0,0 14 0 0,-2 8 0 0,2 9 462 0,-1 7-212 0,-2 5-106 0,-5 12 375 16,0 12-355-16,2-3-164 0,0 0 0 0,4-2 0 31,0-6 0-31,2-7 0 0,0 3 0 0,0-17-471 0,0-3 123 0,4-8 193 15,4-4-388-15,-1-10 236 0</inkml:trace>
  <inkml:trace contextRef="#ctx0" brushRef="#br1" timeOffset="-197610.15">18021 11531 1645 0,'0'-2'0'0,"0"-1"0"0,0 3 0 0,0 0 0 0,0 0 0 0,0 0 0 0,2 3 84 0,1 6-9 0,0 2-37 16,2 3 0-16,1 2 626 0,2 1-313 0,-2 0-147 15,0-2-87-15,2 0-725 0,3-5 323 0,-3 1 161 16,1-3-786-16</inkml:trace>
  <inkml:trace contextRef="#ctx0" brushRef="#br1" timeOffset="-197090.94">18374 11061 1216 0,'3'-1'0'0,"3"0"0"0,-2 1 0 0,1 0 0 0,0 2 432 15,-3 9-202-15,-1 6-95 0,-1 1-49 0,0 4 229 47,0 2-138-47,-8 3-60 0,-1 2-45 0,-3 0-211 0,-1 0 89 0,-1 0 43 0,-2-6-187 0,-1 2 125 0,3-8 49 0,0-3-50 16,2-4 43-16,2-3 0 0,1-3 44 0,3 0 69 16,3-4-108-16,3 0 15 15,0 0-61-15,0 0 304 0,4-2-118 0,10 1-54 16,0-4 237-16,5 2-133 0,2-3-57 0,0 2-78 0,4-2 14 0,-2 1-9 31,0 2 0-31,1-1-256 0,0 0 127 0,-1 2 65 16,-1-1 42-16,-5 1-217 0,-3 2 85 0,0 0 68 31,-6 0-21-31,-2 0-378 0,-3 5 184 0,-3 1 117 0,0 5 15 0,-12 2 47 0,-4 0 0 0,-6 2 45 16,-4 2 109-16,-1-1-50 0,1 1-29 0,-2-2 258 15,-2 4-143-15,2-1-72 0,-1 4-46 0,5-2 340 16,-1-2-135-16,5 2-92 0,1-4 9 0,4 1 54 15,0-2-53-15,8-3-42 16,4-3 36-16,3-3-33 0,0 0-1 0,1-3-33 16,8-1-33-16,6-2-10 0,3 0 43 0,2 0 38 0,2-2 0 0,3-7-38 31,5 1 10-31,-2-2-39 0,0 1-1 0,3-1 31 0,0 2-1 0,2-2-72 94,3 3 35-94,-5 0-9 0,0 3 22 0,-3 3-518 0,-1 0 233 0,-2-1 132 0,1-1-539 0,-10 3 324 0,-4 0 158 0,-3 0-372 0,-2 0 265 0,-6 0 133 0</inkml:trace>
  <inkml:trace contextRef="#ctx0" brushRef="#br1" timeOffset="-196910.79">18673 11531 1185 0,'0'-5'0'0,"0"-2"0"0,0 0 0 0,0 2 0 0,0 2 0 0,0 0 0 0,0 3 0 0,2 0 76 0,2 0 0 0,2 3-29 0,-3 5-8 0,2 2 636 0,0-1-318 0,-1 6-160 0,0-3-79 0,-1 2-317 0,-2 3 113 0,1-5 62 0,-1 2-262 0,-1 1 162 0,0-1 81 0,0 3-639 0</inkml:trace>
  <inkml:trace contextRef="#ctx0" brushRef="#br1" timeOffset="-196649.66">18450 11688 1704 0,'-16'2'-1'0,"4"4"-1"0,-3 2 0 0,8 0 0 0,1 2-1 0,3 4 1 0,-1 1 0 0,3 2 312 16,-1 4-127-16,2-1-79 0,0-1 386 0,0 3-226 0,0-3-114 0,0 5-56 0,0 1-136 0,0-6 35 0,0 2 0 0,-1-4 45 0,-1-2-505 16,-1-4 253-16,2-2 135 0,1-5-228 0,0-4 173 0,0 0 85 0,1-11-620 0,12-9 315 0,1-5 150 15,3-5 87-15,0 0-162 0,5-2 120 0,-2-1 61 16,2 0 21-16,-3 5 22 16,-1 3 50-16,-2 4 5 0,-1 5 347 0,-2 2-211 0,2-1-96 0,-5 13 248 15,-4 2-163-15,-4 9-69 0,1 14-44 0,-1 8 805 63,0 2-381-63,-2 6-204 0,2-1-97 0,1 0 393 0,5-3-246 0,1-2-122 0,7 0-52 0,0-10 31 0,5-6-51 0,4-8-86 0,5-9-80 0,1 0 27 0,5-9 53 0,-7-17-8 15,1-3-253-15,-5-7 148 16,0 0 74-16,-8-5-97 0,3-3 96 0,-10 5-50 0,-6 2 50 0,-3-2-274 16,-1 5 137-1,0 7 69-15,-1-2 25 0,-7 16-486 0,2 9 265 0</inkml:trace>
  <inkml:trace contextRef="#ctx0" brushRef="#br1" timeOffset="-196513.71">19365 11975 2602 0,'0'0'0'0,"0"0"0"0,-5-2 0 0,2 1 0 0,-1-2 0 0,0 2 0 0,1 1 319 0,1 0-142 0,-1 0-61 0,3 0-45 0</inkml:trace>
  <inkml:trace contextRef="#ctx0" brushRef="#br1" timeOffset="-195036.08">20005 11359 1867 0,'0'-12'0'0,"2"4"0"0,2 1 0 0,7 5 0 0,3 2 0 0,5 0 0 0,0 5 0 0,7 7 0 0,4 2 269 31,-4 7-120-31,-1 2-57 0,0 3 64 0,-5 4-60 0,-1 3-30 0,-3 6-82 0,-10-3 21 0,-2 3 1 0,-4 3 31 0,0-4-103 16,-12 1 52-16,-5 2 35 0,-5-9-10 0,-4-6 39 16,-2-4-13-16,-5-7-31 0,3-3 24 15,-4-7 218-15,6-5-113 0,1 0-57 16,4-8 97-16,3-4-68 0,3-5-36 0,1-1 221 31,9-3-269-31,6 3-23 0,1 0 0 0,1-3 0 0,14 3 0 0,5-3 0 63,0 3 0-63,5 4 0 15,3 0 0-15,0 2 0 0,2-2 0 0,-4 7 0 0,1 0 0 0,-1 4 0 0,1 2-103 0,-4 1-128 0,7 0 122 0,-8 0-796 0,-1 4 434 0,-3 4 217 0,0 0 108 0,-3-3-556 0</inkml:trace>
  <inkml:trace contextRef="#ctx0" brushRef="#br1" timeOffset="-194840.56">20510 11380 1968 0,'-8'0'0'0,"0"0"0"0,2 2 0 0,-2 5 0 0,-1 4 0 0,0 5 0 0,-1 7 0 0,-4 6 0 0,5 7 811 0,1 3-387 0,5 2-193 94,1 3 68-94,2-5-131 0,0 4-138 0,10-11-36 0,5-6-19 0,7-5 30 0,5-6 1 0,1-3 14 0,3 0-20 15,-2-12 0-15,1 0 0 0,-2-2-1539 0</inkml:trace>
  <inkml:trace contextRef="#ctx0" brushRef="#br1" timeOffset="-194648.57">20713 11471 1136 0,'-6'-14'0'0,"4"5"0"0,2 0 0 0,0 5 0 0,0-4 0 0,3 7 0 0,14 1 716 0,-1 0-340 0,4 0-169 16,1 7 213-16,1 4-182 0,-1 1-106 0,-1 4-31 15,-1 1-33-15,-2 3 1 0,-2 1-32 0,-1 4-86 0,-9-2 38 0,-3 0 25 16,-2 5-1-16,-4-4-106 16,-11 2 65-16,-4 0 42 0,-6-2-9 0,-4-5-76 15,-6-2 5-15,-1-2 43 0,-1-3-211 0,-2 0 108 16,8-6 27-16,3-5-262 0,6-1 163 0,5 0 80 16,9-11 41-16,6-6-232 0,2-7 140 0,16-3 67 15</inkml:trace>
  <inkml:trace contextRef="#ctx0" brushRef="#br1" timeOffset="-194501.28">20949 11341 1938 0,'6'-11'0'0,"2"7"0"0,-2 2 0 0,0 1 0 0,-2 1 0 0,-3 3 0 0,-1 14 0 0,0 1 514 0,0 4-239 0,0 5-109 0,0-2-70 0,0 3 711 16,0-1-672-16,0 2-135 0,0 1 0 0,2 5 0 0,4-8 0 0,7-1 0 15,0-1-208-15,5-3 90 0,7-1 86 0,-3-7-982 16,3-6 503-16,-1-3 268 15,1-5-22-15</inkml:trace>
  <inkml:trace contextRef="#ctx0" brushRef="#br1" timeOffset="-194354.86">21255 11579 1444 0,'0'-7'0'0,"0"0"0"0,0 2 0 0,0 3 0 0,1 1 0 0,1 1 0 0,-1 0 777 16,1 3-360-16,-1 12-195 15,-1 3 222-15,0 4-204 0,0 3-101 0,0 5-51 16,-4 2 72-16,-4-5-160 0,-2 3 0 0,0-4 0 15,-3 3 0-15,-1-5 0 0,-2 1 0 0,1-6-788 16,1-5 366-16,1-5 230 0,3-5 115 0,3-4-976 16</inkml:trace>
  <inkml:trace contextRef="#ctx0" brushRef="#br1" timeOffset="-194215.83">21375 11504 3067 0,'9'-3'0'0,"3"3"0"16,1-3 0-16,1 3 0 0,-3 0 0 0,0 3 0 0,3 6 0 0,-3 0 0 0,3 3 399 0,-4 3-185 0,0-3-89 0,0 2-412 0,0-1 162 0,1 0 90 16,-2 0 32-16,-3-3-1029 0,3-2 511 0</inkml:trace>
  <inkml:trace contextRef="#ctx0" brushRef="#br1" timeOffset="-194052.05">21628 11396 810 0,'0'-10'0'0,"0"4"0"0,0 1 0 0,0 2 0 0,0 2 0 0,0 1 707 0,0 1-340 0,0 16-165 16,-4 7 556-16,-2 7-360 63,-4 10-181-63,-3 4-81 0,0 2-27 0,-2 1-37 0,-1 0 1 0,-1 4-203 0,1-4 83 0,-3 7 52 0,8-14-10 0,-2-5-642 0,6-4 342 0,2-5 171 0,2-12 85 0</inkml:trace>
  <inkml:trace contextRef="#ctx0" brushRef="#br1" timeOffset="-193795.36">21828 11337 1719 0,'25'-7'0'0,"0"7"0"0,3 0 0 0,-4 13 0 0,-1 8 0 0,-5 5 901 0,-3 7-431 0,-5 5-217 0,-5 7 162 0,-4 9-242 16,-1 1-173-16,-16 2 0 0,-7-2 0 15,-4 1 0-15,-3-6 0 0,-7 4 0 0,1-16-143 110,-2-1-124-110,-4-6 152 0,-3 1 76 0,-5-7-992 0,-5 4 496 0</inkml:trace>
  <inkml:trace contextRef="#ctx0" brushRef="#br1" timeOffset="-193600.51">19896 12136 3128 0,'0'-16'0'0,"4"5"0"0,12 6 0 0,14 2 0 0,15 2 0 0,17-2 0 0,17 2 0 0,7-3 0 0,11 3 451 0,7-2-208 0,7 0-134 0,4-6-109 15,15-2 0-15,-24 1 0 0,0-1 0 0,-3 0 0 16,-4 4 0-16,-7 0 0 16,0 4 0-16,-30 1 0 0,-6 2 0 0,-7 0 0 0,-9 2 0 0,3 1 0 15,-20 4 0-15,-4-4-423 0,-10 1 123 0,-8 0 137 16,-1 2 38-16,-11-1-328 15,-14 3 214-15,-9 4 101 0,-6 0 51 0,-4-1-557 16,-7 4 304-16</inkml:trace>
  <inkml:trace contextRef="#ctx0" brushRef="#br1" timeOffset="-193341.85">20253 12293 1418 0,'9'-14'0'0,"7"4"0"0,5 8 0 0,9 2 0 0,1 0 0 0,3 13 0 0,-1 5 503 0,-1 6-233 0,-1 5-116 0,1 5 229 0,-10-2-178 0,-5 3-84 16,-4 2-42-16,-7 1-163 0,-6 0 61 0,0 6 38 15,-17-6-8-15,-7-3-21 0,-7-3 26 0,-6 0-1 16,-2-6-29-16,-7-1 36 16,2-10-9-16,3-6-33 0,-4-3 31 0,3-4-1 15,3-2-30-15,-5 0-27 0,15-8 26 0,5-9-19 16,10-1 43-16,8-3-26 31,6-1 28-31,1-4 14 0,18 4-11 0,13-1-163 0,6 2 77 0,3 0 32 0,9-1-86 0,-7 7 49 0,4 2 34 0,-2 4-437 16,1-2 227-16,0 2 113 0,9 3 48 0</inkml:trace>
  <inkml:trace contextRef="#ctx0" brushRef="#br1" timeOffset="-193104.38">20853 12284 1795 0,'-19'-3'0'0,"3"3"0"0,-2 0 0 0,-1 10 0 0,-3 9 0 0,4 5 0 0,3 5 0 0,2 5 833 0,5 8-399 0,4 2-198 0,4 6 257 0,0-8-353 15,12-2-140-15,6-4 0 0,5-1 0 0,1-7 0 16,6-1 0-16,-2-11-89 16,0-8-139-16,-2 2 133 0,1-8 65 0,-3-2-722 78,4 0 403-78,-10-5 78 0</inkml:trace>
  <inkml:trace contextRef="#ctx0" brushRef="#br1" timeOffset="-192746.28">21020 12356 2653 0,'-15'5'0'0,"4"2"0"0,-4 5 0 0,7 1 0 0,2-1 0 0,0 5 0 0,2 4 0 0,4 3 489 0,0 1-217 0,0 4-123 0,8-5 166 0,4-1-262 0,3 0-53 0,2-5 0 0,1 3 0 15,-2-9 0-15,3-3 0 0,-3-4 0 0,-2-4 0 0,1-1 0 0,2 0 0 16,-6-1-384-16,1-10 152 47,-2-4 134-47,-2-6-400 0,0 0 244 0,1-5 55 0,-6-1 86 0,0 0-34 0,-2-2 55 0,1-1 28 0,0-1-1 0,1 1 60 0,-1 8-32 0,-1 3 0 16,-1 4 1-16,0 3 354 0,0 3-177 0,0 3-97 0,0 6 404 0,0 5-228 15,0 11-48-15,0 8 196 0,0 3-166 0,0 5-74 16,2 0-50-16,1 3-102 15,4-2 30-15,1 1 0 0,-1-3 30 0,6 2-155 16,0-9 73-16,-1-4 41 0,2 0 0 0,1-7-555 16,-3-5 232-16,5 0 169 0,-5-8-667 0</inkml:trace>
  <inkml:trace contextRef="#ctx0" brushRef="#br1" timeOffset="-192670.51">21345 12700 1334 0</inkml:trace>
  <inkml:trace contextRef="#ctx0" brushRef="#br1" timeOffset="-192596.11">21452 12492 1603 0,'0'0'0'0,"0"0"0"0,0 0 0 16,0 0 0-16,0 0 0 0,0 0 340 0,0 8-157 0,-1 1-73 0,-2 6 453 0,-2 1-263 0,-2 6-132 0,0 2-57 0,-1-1-54 0,-2 5-21 0,-3-4 1 0,3 1-1 0,-2-5-227 0,0 3 123 0,1-11 48 0,3-2-623 0,0-4 339 0,3-6 171 0,2 0-780 16</inkml:trace>
  <inkml:trace contextRef="#ctx0" brushRef="#br1" timeOffset="-192473.82">21551 12373 1346 0,'6'0'0'0,"-1"4"0"0,2 2 0 0,-1-1 0 0,-2 7 0 0,0 0 0 0,-2 6 700 15,1 4-332-15,-2 2-167 0,0 6-73 0,2-3 200 16,-1-1-146-16,-1-4-74 31,3 1-37-31,-1-5-9 0,1-1 8 0,-2-9-35 0,2-4-73 0,2-4 37 0,-1 0-1 0,2-4-38 16,1-12 32-16,-1-6 1 0,-1-4 41 0,3-1-74 15,-1-5 38-15,2-1-3 0,-5 2-5 0,6 0-479 16,-3 2 238-16,3-2 91 16,2 1 68-16,1 1-731 0,0 0 398 0</inkml:trace>
  <inkml:trace contextRef="#ctx0" brushRef="#br1" timeOffset="-192296.68">21930 12180 1229 0,'1'0'0'0,"2"-1"0"0,-3-1 0 0,4 2 0 0,1 0 0 0,0 0 732 16,0 0-352-16,5 10-173 0,0 6 369 0,3 2-270 15,0 7-135-15,2 7 159 0,-2 0-330 0,0 9 0 32,-5 5 0-32,2 1 0 0,-6 6 0 0,-3 7 0 0,-1-9 0 0,-9-1 0 0,-10-2 0 0,-5-3 0 15,-1-5 0-15,-10 2-74 0,2-18-217 0,-1-5 131 16,1-4-938-16,5-10 530 0,3-5 267 0</inkml:trace>
  <inkml:trace contextRef="#ctx0" brushRef="#br1" timeOffset="-192081.6">22394 12026 3744 0,'2'0'0'0,"-2"-7"0"0,0 5 0 0,2 1 0 0,0-1 0 0,-1 1 0 0,1 1 187 0,1 0-187 0,0 1 0 16,1 10 0-16,3-3 0 62,-2 6 0-62,1 0 0 0,-1 1 0 0,1 0 0 0</inkml:trace>
  <inkml:trace contextRef="#ctx0" brushRef="#br1" timeOffset="-191682.59">23008 11985 2896 0,'-12'0'0'0,"-1"0"0"0,3 0 0 0,6 6 0 0,4-1 0 0,6 2 0 0,20-2 0 0,13 0 0 0,16-4 472 0,15 1-219 0,12-2-108 0,17 0-45 0,2 0-37 0,14-3-61 0,5-7-2 0,2 0 0 0,-9 0 0 0,3 0 0 0,-38 5 0 0,-14 3 0 0,-11 0 0 0,-13 2 0 0,-7 0-12 0,-6 0-246 0,-15 0 142 0,-11 2-947 0,-1-2 497 0,-9 0 265 0,-14 0 132 0</inkml:trace>
  <inkml:trace contextRef="#ctx0" brushRef="#br1" timeOffset="-191375.8">22955 11169 2356 0,'20'-22'0'0,"8"2"0"0,8 18 0 0,8 2 0 0,2 0 0 0,1 11 0 0,-5 7 0 0,2 7 0 0,-15 3 547 0,-2 5-256 0,-4 5-126 16,-7 5-64-16,-2 0-33 0,-5 6 8 0,-9-8-38 15,0 2-180-15,-16-2 90 0,-7 0 45 0,-7-2-1 16,-6 2 24-16,-4-14-9 16,-2-3 30-16,-3-7 47 0,-2-2-47 0,-1-10 1 0,-1-1 8 0,10-4 55 15,4 0-39-15,9-6-36 0,3-3-10 0,6-5 6 16,5 0-16-16,12-1-6 16,0 1 0-16,15-4 0 0,9 0 0 0,9 3 0 0,6-5 0 15,-1 7 0-15,3-1 0 0,0 5-281 16,-1 0 92-16,4 3 72 0,4-2 63 0,-9 5-912 15,1 3 464-15,-1 0 233 0</inkml:trace>
  <inkml:trace contextRef="#ctx0" brushRef="#br1" timeOffset="-191186.65">23556 11200 2434 0,'-14'0'0'0,"-1"7"0"0,2 6 0 0,1 10 0 0,-2 6 0 0,3 8 0 0,0 9 0 0,4 6 267 0,1 9-106 16,6-10-70-16,0-1 355 16,5-1-207-16,9-11-102 0,3-4-52 0,6 2-219 0,-4-17 80 0,4-5 44 15,1-5-636-15,-2-5 340 0,-1-4 172 0,3 0 93 16,-4-1-893-16,-3-11 449 0</inkml:trace>
  <inkml:trace contextRef="#ctx0" brushRef="#br1" timeOffset="-190948.14">23773 11321 1286 0,'-7'2'0'0,"1"1"0"0,0 1 0 0,-2 7 0 0,4 2 0 0,-1 5 62 0,3 6 0 0,2 2-25 0,0 6 9 0,0-1 793 0,0 3-402 0,7 1-200 0,2-4-100 0,3-1-11 0,0-1-36 0,4-9-9 78,0-3-580-78,3-8 267 0,-2-2 135 0,3-7-564 0,3 0 359 16,-3 0 164-16,-1-11-21 0,0-8-493 0,-5-4 308 0</inkml:trace>
  <inkml:trace contextRef="#ctx0" brushRef="#br1" timeOffset="-190645.81">24001 11264 1611 0,'-4'-16'0'0,"-2"8"0"0,2 4 0 0,2 2 0 0,0 2 0 0,0 0 0 0,1 14 0 0,1 7 371 0,0 6-167 0,0 3-84 0,0 5 422 0,0 1-253 0,0 3-117 16,0-3-72-16,1-2 93 0,3 0-78 15,2-2-39-15,3-3-235 0,0 3 107 0,1-12 39 16,0-5 26-16,2-4-343 0,0-6 183 0,2-5 92 16,-1 0 55-16,2-3-405 0,-2-14 148 0,-1-4 121 15,1-7-104-15,-2 2 101 0,1-6 42 0,-4 1 35 16,-2 3-59-16,-1 2 42 0,1 4 0 0,-5 2 219 16,2 2-98-16,-1 6-35 0,-2 4 0 15,0 5 468-15,0 3-251 0,0 0-138 16,-2 9 1-16,-2 9 517 0,0 5-278 0,2 3-145 125,2 1 70-125,0 3-185 0,0-6-66 0,0 2 0 0,0-2 0 0,0-2 0 0,0-2 0 0,0 3-303 0,6-8-35 0,-3 2 188 0,-2-5 93 0</inkml:trace>
  <inkml:trace contextRef="#ctx0" brushRef="#br1" timeOffset="-189834.66">24229 11474 595 0,'0'0'0'0,"0"0"0"0,0-2 0 0,-1 1 0 0,1-2 0 0,0 3 92 0,0 0-28 0,0 0 8 0,0 0 256 0,0 0-147 0,0 0-73 0,0 0 254 0,0 8-155 0,1-1-90 31,1 4-41-31,0 1 176 0,0 4-109 0,-2 0-53 0,0 4-19 0,0 1-42 0,-2 1 6 0,-5 5 0 16,-2-3 0-16,-2 3-136 0,-2-2 77 0,1 0 25 0,-2-6-375 0,1 1 205 31,-2-5 102-31,5-5-619 0,-3 0 289 0</inkml:trace>
  <inkml:trace contextRef="#ctx0" brushRef="#br1" timeOffset="-189562.29">24374 11313 2036 0,'0'0'0'0,"0"1"0"0,0 3 0 0,0 1 0 0,0 2 0 0,0 4 0 0,0 2 297 0,0 6-130 0,0 4 114 110,2 4-114-110,-1 1-70 0,1-1-30 0,-1 4 15 0,1-3-22 0,0-2-1 0,0 0-14 0,-1-10-9 0,1 0-1 0,2-5 1 0,-3-5-28 0,1 0 82 0,-1-3-32 0,1-3 1 0,1-3 134 0,2-9-135 0,4-6-58 0,2-3 0 15,2-3 0-15,2 1 0 0,-1-4 0 0,2 0 0 0,2 0-20 0,2-3-5 0,-3 3 26 0,1 4-764 0,-1 2 376 0,-3 1 150 0,-1 2 106 0,3 0-656 16,-6 6 380-16</inkml:trace>
  <inkml:trace contextRef="#ctx0" brushRef="#br1" timeOffset="-189368.37">24709 11228 2173 0,'2'0'0'0,"-1"-2"0"0,0 1 0 15,2-2 0-15,1 3 0 0,4 0 0 0,-2 0 478 0,5 4-221 0,3 8-110 0,-3 5 348 0,6 4-229 0,0 6-151 16,-3 2-115-16,-1 4 0 16,-2 5 0-16,-3 3 0 0,-6 4 0 0,-2 9 0 15,0-8 0-15,-15 3 0 0,-8 1 0 0,-4-1 0 47,-6-1 0-47,-5 6-691 0,1-11 145 0,-4-3 275 0,-2-4 139 0,-4-1-520 0</inkml:trace>
  <inkml:trace contextRef="#ctx0" brushRef="#br1" timeOffset="-188930.36">24177 12005 1354 0,'-5'-2'0'0,"0"0"0"62,0 0 0-62,0 0 0 0,1-2 0 0,0 4 0 0,2-2 0 0,2 1 252 0,0-1-109 16,0-1-54-16,2 2 334 0,7 0-198 0,6 1-95 0,5 0-48 0,4 0 295 0,8 0-171 0,4 0-77 0,3 0-51 0,3 0 65 0,1 0-54 0,4 0-27 0,1 1-69 0,6 3 9 0,-8-2 33 0,-3 1-448 0,-6 0 223 0,-1 0 113 15,-6 1 56-15,3-2-654 0,-13 1 286 0,-8-1 188 16,-3 1 29-16,-7 0-452 63,-2 0 294-63</inkml:trace>
  <inkml:trace contextRef="#ctx0" brushRef="#br1" timeOffset="-188550.46">23105 12361 1159 0,'-6'-6'0'0,"3"-2"0"0,0 2 0 0,3 4 0 0,0 2 0 0,2 0 256 0,4 0-102 0,8 0-63 0,3 14-28 16,3 1 321-16,3 4-174 0,-2 3-88 0,1 4-121 0,-4-1-10 16,0 5 45-16,-6 1-79 15,-2-1 40-15,-6 5-1 0,-2 6 49 0,-2-5-159 16,-16-1 75-16,-7 0 37 0,-9-4 1 0,-3-3 61 0,-6 1 8 0,4-15-76 16,-1-5 1-16,0-6 299 15,3-3-135-15,4-2-75 16,-1-7 190-16,14-6-122 0,3 0-57 0,8 0 63 94,6-1-60-94,1 0-31 0,1 0 10 0,14 2-5 0,6-1-66 0,4 1-4 0,1 2 0 0,3 2 0 0,2 0 0 0,-3 0 0 0,-2 3 0 0,3 2-558 0,-2-1 233 0,2 3 116 0,4-3-665 0,-5 2 424 0,-3 2 207 0</inkml:trace>
  <inkml:trace contextRef="#ctx0" brushRef="#br1" timeOffset="-188379.52">23582 12380 1526 0,'-6'-4'0'0,"-3"1"0"0,3 3 0 0,-4 0 0 0,1 0 0 0,-3 15 394 16,0 9-179-16,-2 5-90 0,2 3-45 0,1 8 661 0,2-2-357 0,3 7-174 0,6-2 46 0,0-2-256 16,0-4 0-16,11 3 0 0,6-15 0 0,3-3-80 0,0-8 17 0,7-3-748 31,-2-7 423-31,4-4 221 0,-5 0 96 0,-2-12-484 0,3-4 197 0,-2-5 161 15</inkml:trace>
  <inkml:trace contextRef="#ctx0" brushRef="#br1" timeOffset="-188201.88">23786 12452 1769 0,'0'-14'0'0,"2"-2"0"0,1 8 0 0,1 3 0 0,5 0 0 0,-2 3 0 0,6 2 0 0,0 0 330 16,1 6-151-16,3 7-72 0,0 4 135 0,-3 0-103 0,0 7-52 0,-3 1-16 15,-7 3-112-15,-3-1 39 16,-1 2 0-16,0 1-225 0,-8-1 131 0,-9 4 75 15,-1-8 24-15,-7-1-211 0,-4-3 92 0,1-3 69 16,-3-5-24-16,-5 0-129 0,9-10 26 0,1-3 69 16,2 0-220-16,9-3 145 0,0-14 63 0,10-3 45 15,5-8-328-15</inkml:trace>
  <inkml:trace contextRef="#ctx0" brushRef="#br1" timeOffset="-187979.72">23961 12380 2696 0,'12'-7'0'0,"-4"3"0"0,0 3 0 0,0 1 0 0,-7 3 0 0,-1 11 0 0,0 9 0 0,-9 1 0 0,0 6 0 0,1 2 455 0,-1 1-214 16,3 0-103-16,1 3 233 0,2-2-341 0,3-1-30 0,0-1 0 0,4-7-5 0,8-5-169 0,7-6 105 0,1-4 52 0,4-4-395 78,3-4 232-78,-2-2 104 16</inkml:trace>
  <inkml:trace contextRef="#ctx0" brushRef="#br1" timeOffset="-187897.17">24260 12656 2958 0,'-7'-5'0'0,"3"-4"0"0,0 6 0 0,-1-3 0 0,1 4 0 0,1 1 0 0,2-2 0 0,-2 3 0 0,2 0 0 0,-3 6 491 0,3 3-232 0,-2 5-112 0,-3 1-198 0,2 1 43 0,-2 1 1 0,-1 1 51 16,2-2-713-16,0-1 353 0,0-3 175 0,0 0-796 0,1 0 477 15</inkml:trace>
  <inkml:trace contextRef="#ctx0" brushRef="#br1" timeOffset="-187680.14">24451 12417 2174 0,'2'0'0'0,"-2"0"0"0,0 0 0 0,2-1 0 0,-2-1 0 0,0 0 0 0,1 1 0 0,-1 1 0 0,2-2 819 0,0 2-392 0,-1 0-196 16,1 0-12-16,-2 0-158 0,5 0-61 0,-2 0 0 15,0 0 0-15,2 0 0 16,-1 0 0-16,1 0-94 0,-2 0 59 0,0 2 34 16,0-1 1-16,0 1-232 0,0 0 133 0,1-2 72 15,-3 0 25-15,1 0-490 0,-1 0 229 0,2 0 114 0,-1 0-292 0,-1 0 195 16,-1 0 109-16,0 0 52 16,0 0-525-16</inkml:trace>
  <inkml:trace contextRef="#ctx0" brushRef="#br1" timeOffset="-186961.91">24704 12239 2233 0,'-11'0'0'0,"5"0"0"0,0 1 0 0,-2 13 0 0,0 5 0 0,-4 12 0 0,-2 4 0 0,0 13 93 0,0 6-29 0,-6 11 8 0,4-3 648 0,-1 1-343 0,-3-1-171 0,2-2-375 0,1-4 102 0,-1-1 60 0,9-16 17 0,1-8-478 0,1-6 252 0,4-7 125 0,0 0 72 0,3-15-661 0,0-3 327 0,0 0 139 78,0 0 89-78</inkml:trace>
  <inkml:trace contextRef="#ctx0" brushRef="#br1" timeOffset="-186452.79">24837 12337 2327 0,'-3'0'0'0,"-3"0"0"0,5 0 0 0,1 0 0 0,0 4 0 0,0 1 416 0,1 5-192 0,8 2-85 0,2 3-57 0,3 2 211 16,3 4-129-16,-3 2-65 0,-2 6-32 15,2 2-68-15,-7-2 13 0,-1 5 0 16,-4 0-241-16,-2 2 132 0,-5-1 65 0,-9 2-259 16,-8-5 159-16,-2-2 83 0,-3-4 27 0,-1-5-324 93,-2-3 132-93,0-2 87 0,7-11 31 0,3-5-84 0,3 0 73 0,9-12 36 0,3-8 1 0,5-10 26 0</inkml:trace>
  <inkml:trace contextRef="#ctx0" brushRef="#br1" timeOffset="-186306.15">25113 11943 2290 0,'1'-13'0'16,"0"-1"0"-16,9 5 0 0,2 0 0 0,6 1 0 0,1 2 0 0,7-1 830 0,3-1-389 0,3 6-207 0,4-2-100 0,2 2-132 0,-2 1-2 0,-2-1 0 16,1 2 0-16,-9 0-16 0,-6 0-133 0,-6 11 92 0,-7 4-1102 0,-7 5 581 47</inkml:trace>
  <inkml:trace contextRef="#ctx0" brushRef="#br1" timeOffset="-186170.26">25186 12182 1867 0,'-3'0'0'0,"-2"0"0"0,5 0 0 0,0 0 0 0,3 0 0 0,6 0 0 0,7 0 0 0,7 0 245 0,4-2-105 16,4-1-53-16,2-1-212 0,3 2 89 0,-2-4 31 0,2 1-1 0,-1 0-770 63</inkml:trace>
  <inkml:trace contextRef="#ctx0" brushRef="#br1" timeOffset="-186047.16">25857 11670 2731 0,'0'-9'0'0,"0"0"0"0,0 1 0 0,0 7 0 0,0-2 0 0,0 3 0 0,2 16 0 0,1 14 512 0,-1 11-238 0,0 11-119 16,0 8 104-16,0 2-259 0,0 9 0 0,-1 5 0 0,1 7 0 0,-1 2 0 0,5 10 0 0,-2-13 0 0,0-3-60 0,-2-1-147 0</inkml:trace>
  <inkml:trace contextRef="#ctx0" brushRef="#br1" timeOffset="-184171.86">27725 11536 1798 0,'0'-7'0'0,"0"4"0"0,0 0 0 0,0 3 0 0,0 0 0 0,0 0 0 0,0 3 0 0,0 7 232 0,4-3-97 0,3 1-49 0,0 1 209 15,2 3-134-15,-2 0-61 0,3-1-32 0,-1-1-187 16,1 4 88-16,-1-3 29 0,1-1-611 0,-1 0 325 16,3 1 162-16,0-5 83 0</inkml:trace>
  <inkml:trace contextRef="#ctx0" brushRef="#br1" timeOffset="-183895.4">28199 11456 1466 0,'0'0'0'0,"0"0"0"0,0 0 0 0,0 0 0 0,0 0 0 0,0 5 0 0,-1 8 180 0,-11 3-71 78,-4 8-26-78,-8 5 162 0,-3 3-103 0,-7 4-53 0,-4 3-25 0,0-1-97 0,-7 3 44 0,6-8-8 0,-2-3-72 0,1-6 54 0,1-6 26 0,2-2 0 0,-5-5 3 0,15-10-10 0,5-1 33 0,4 0 55 0,6 0-27 0,8-1-89 0,1-5 5 0,3 3 365 0,1-1-147 0,12 0-81 16,12-1-37-16,3 0 90 31,13-1-57-31,-1 0-43 0,5 2 22 0,0-3-28 0,4 5 1 0,-5-3-29 0,10 4-72 0,-13 0 31 0,-2 1 1 0,-2 0-451 16,-4 0 237-16,-6 0 124 0,2 2 24 0,-18 4-308 15,-2-2 126-15,-8 0 109 16,-1-4 33-16,0 0-528 0,-10 0 305 0</inkml:trace>
  <inkml:trace contextRef="#ctx0" brushRef="#br1" timeOffset="-183712.21">28020 11343 1050 0,'-9'4'0'0,"4"6"0"0,-1 6 0 0,0 7 0 0,2 8 0 0,0 7 652 0,1 7-307 15,0 8-154-15,-2 5 422 16,0 0-288-16,1 8-134 0,-1-9-82 0,-2-4-104 15,3-4 33-15,-2-3-1 0,-1-5 1 0,2 1-195 16,1-11 92-16,0-5 52 0,0-4-574 0,0-2 313 16,1-5 155-16,1-2-759 0,1-11 390 0,1-2 224 15</inkml:trace>
  <inkml:trace contextRef="#ctx0" brushRef="#br1" timeOffset="-183584.81">27937 11892 1267 0,'-6'-3'0'0,"0"0"0"0,-1 1 0 0,-3 2 0 0,0 0 0 0,0 8 0 0,-6 7 0 0,-1 4 516 0,-5 5-231 0,1 1-128 0,-3 3-59 0,4 0-102 16,-5-1 42-16,5 0-1 0,1 0 10 0,8-13-254 15,5-1 121-15,5-9 63 0</inkml:trace>
  <inkml:trace contextRef="#ctx0" brushRef="#br1" timeOffset="-183463.04">28055 11948 1849 0,'6'3'0'0,"-1"1"0"0,1 1 0 0,3 1 0 0,-5 1 0 0,3 1 0 0,-1 2 0 0,-3 0 0 0,1-1-15 0,1 6 36 0,-3-7-10 0,0 6 27 0,-1-3-724 15</inkml:trace>
  <inkml:trace contextRef="#ctx0" brushRef="#br1" timeOffset="-183283.86">27740 12250 1610 0,'-15'0'0'0,"5"0"0"0,5 0 0 0,1 0 0 0,4 0 0 0,9 0 0 0,11 0 0 0,4 0 0 0,9-4 74 0,2-4 9 0,-2 0 359 0,3-1-203 0,-1 1-100 0,0-1-51 0,1 0-453 0,-8 3 196 0,0-1 104 0,-3 0 51 0,-4 3-679 0,-6-2 350 0,-2 1 179 0</inkml:trace>
  <inkml:trace contextRef="#ctx0" brushRef="#br1" timeOffset="-183169.87">28017 12082 374 0,'-9'-7'0'0,"-5"3"0"0,6 1 0 0,0 3 0 0,-1 0 0 0,-1 3 358 16,1 11-160-16,-7 3-71 0,6 7-49 0,-7 4 291 16,-1 7-165-16,-5 1-84 15,-4 6 55-15,-4 6-60 0,2-5-43 0,2-1-322 16,4-4 144-16,4-9 71 16,7-6 37-16,4-4-228 0,8-13 127 0,0-6 68 0</inkml:trace>
  <inkml:trace contextRef="#ctx0" brushRef="#br1" timeOffset="-182970.86">27896 12317 1334 0,'6'5'0'0,"-1"1"0"0,-1 3 0 0,3 4 0 0,-1 1 0 0,1 2 0 0,-1 4 0 0,5-3 645 0,-1 4-303 0,1-1-143 0,1-3-86 0,-2-2-25 0,5-1-25 0,-2-5 0 0,0-1-625 0,5-6 310 63,-1-2 140-63,1 0-787 0</inkml:trace>
  <inkml:trace contextRef="#ctx0" brushRef="#br1" timeOffset="-182872.13">28488 11676 1702 0,'0'0'0'0,"0"0"0"0,0 0 0 0,-3 3 0 0,-4 6 0 0,-2 6 0 0,-6 7 0 0,-1 4 690 15,-7 6-327-15,-4 3-162 0,-7 9 111 0,4-2-143 0,-3 1-65 0,4-5-407 16,4-4 170-16,3-2 85 0,5-4 52 0,9-15-839 15,5-5 437-15,3-7 217 0</inkml:trace>
  <inkml:trace contextRef="#ctx0" brushRef="#br1" timeOffset="-182705.78">28392 11935 817 0,'0'8'0'0,"0"1"0"0,-1 8 0 0,0 5 0 0,-6 4 561 16,-2 7-253-16,1 2-140 0,-2 3-65 0,1 2 161 0,-2 0-113 0,2-3-48 0,2-7-84 0,2-4 18 15,5-7 0-15,-2-6-358 0,2-4 179 0,0-5 99 16,2-4 36-16,9-2-508 16,3-17 261-16,2-5 129 0,4-5 66 0,-1-5-392 15,1-1 212-15,-2-3 101 0</inkml:trace>
  <inkml:trace contextRef="#ctx0" brushRef="#br1" timeOffset="-182467.15">28594 11860 1569 0,'11'-22'0'0,"4"9"0"0,-4 2 0 0,-6 8 0 0,-2 3 0 0,-3 7 0 0,0 11 0 0,0 6 0 0,-6 2 486 31,-5-1-229-31,3 6-110 0,-2-1 25 0,3-3-67 0,-1 0-34 0,3 2 9 0,-1-8-119 0,3 0 38 16,3-4 0-16,0-5-364 0,0 0 202 0,0-4 109 15,7-8 41-15,3 0-428 0,2-10 226 0,2-3 32 16,-1-4 82-16,0 2-38 0,-1 0 56 0,-4 3 0 16,1 2 45-16,-3 3 358 0,-2 3-178 0,2 0-100 31,-3 4 165-31,-2 0-123 0,-1 0-61 0,0 9 396 0,0 4-199 0,0-1-45 0,0 0-73 0,0 0-225 15,0 0 81-15,0-1 39 0,0-5 1 0,0 1-498 16,0-4 263-16,2-3 117 0,8 0-610 0,3-5 338 16,0-9 167-16</inkml:trace>
  <inkml:trace contextRef="#ctx0" brushRef="#br1" timeOffset="-182257.25">28921 11838 1620 0,'7'-12'0'0,"-1"2"0"0,3 5 0 0,-5 4 0 0,-2 1 0 0,-2 8 0 0,0 8 0 0,0 5 271 15,-1 4-108-15,-7 2-67 0,-1 3 241 0,-1 6-149 0,-4-1-76 0,0 1-37 16,0 5 8-16,-2-5-45 0,-1 0-1 0,1-2-302 16,-2-4 150-16,0-1 77 93,-2 0 47-93,2-12-561 0,7-3 295 0,1-11 106 0,1-3 87 0</inkml:trace>
  <inkml:trace contextRef="#ctx0" brushRef="#br1" timeOffset="-182179.54">28819 12163 2130 0,'10'-3'0'0,"-2"0"0"0,3 1 0 0,1 2 0 0,0 0 0 0,-2 2 0 15,0 9 0-15,0 5 0 0,-1-2 0 0,2 6 245 0,-2 1-94 0,-2-1-62 0,-2-1-159 0,-1 0 53 0,-2-1 28 0,0-1-679 0,1-3 361 0,1-5 168 0</inkml:trace>
  <inkml:trace contextRef="#ctx0" brushRef="#br1" timeOffset="-182016.03">29075 11800 3353 0,'6'-11'0'0,"4"2"0"0,4 2 0 0,2 2 0 0,4-3 0 0,6 3 0 0,-1 1 0 0,3 4 0 0,5-3 0 0,-1 3 0 0,3 0 0 0,4 0 0 0,-7 0-46 0,0 0 43 0,-4 0-1 0,1 7-383 0,-7 1 212 0,-2 2 116 0,-13 2 43 0,-4 0-1081 0</inkml:trace>
  <inkml:trace contextRef="#ctx0" brushRef="#br1" timeOffset="-181894.46">29152 12008 1119 0,'-15'0'0'0,"5"0"0"0,0 0 0 0,9 0 0 0,1 0-111 0,0 0 37 0,11 0-1 0,5 0 748 0,5 0-308 0,4 0-169 0,-2 0-79 0,3 0-141 0,3-3 30 0,-3 3 1 0,2-6-613 0,-5 3 309 0,-3 0 155 0,-2 1 78 0,-4 1-500 16,-3-4 282-16,-2 3 137 0</inkml:trace>
  <inkml:trace contextRef="#ctx0" brushRef="#br1" timeOffset="-181726.92">29329 11866 1008 0,'-8'-11'0'0,"2"7"0"0,3 1 0 0,3 1-1 0,-2 2 1 0,2 2 512 32,0 12-229-32,0 10-128 0,0 4-60 0,0 8 246 0,2 5-153 0,-2 1-76 0,0 7 216 0,0-5-152 0,0 5-70 0,0-2-35 15,-4 1-83-15,-7-5 25 0,-2 2 8 0,-3-15-228 16,-3-4 121-16,-2-7 62 0,-5-8 30 0,0-5-369 15,-6-3 209-15,7-3 10 32,-2-7 75-32,3-7-508 0,4-6 271 0,4-1 134 0,5-6-183 0</inkml:trace>
  <inkml:trace contextRef="#ctx0" brushRef="#br1" timeOffset="-181320.87">30021 11501 1686 0,'0'-14'0'0,"0"5"0"0,0 9 0 0,2 0 0 0,4 9 0 0,-1 13 0 0,0 7 236 15,-2 8-100-15,-2 3-41 32,1 4-35-32,-2-1 261 0,0 0-143 0,0 4-71 0,0-3-20 0,-6 6-17 0,2-14-8 0,-1-3-63 0,1-7 37 0,1-6 0 15,1-7 0-15,2-1-89 16,0-12 40-16,-2 0 24 0,1-1 1 0,-2-16-133 0,-1-1 79 0,-1-6 22 16,0 0-362-16,0-2 159 0,-5 2 103 0,1-1 16 15,-5 2-201-15,-1-2 126 0,1 9 76 16,-1 3-9-16,-2 3 38 0,2 5 0 15,-2 5 38-15,0 0 216 0,7 4-103 0,1 11-57 0,4 5-28 16,2 4 362-16,3-1-195 0,0 2-79 16,0-2 82-16,4-2-44 15,11-3-51-15,2-2 32 0,2-5-593 0,4-3 281 0,-1-7 115 0,3-1-333 16</inkml:trace>
  <inkml:trace contextRef="#ctx0" brushRef="#br1" timeOffset="-181149.19">30212 11696 1827 0,'0'-8'0'0,"0"-1"0"0,0 6 0 0,0 3 0 0,0 0 0 0,0 0 226 0,1 3-95 0,8 6-39 0,-1 5 262 0,0-1-159 0,3 4-79 0,-2-2-41 0,2 1 100 0,1 1-61 0,-4 0-44 0,3-3-672 0,-3 0 319 31,7-3 159-31,-2-3 80 0</inkml:trace>
  <inkml:trace contextRef="#ctx0" brushRef="#br1" timeOffset="-181032.83">30533 11608 2055 0,'-7'0'0'0,"1"0"0"0,1 0 0 0,0 5 0 0,-1 3 0 0,1 4 0 0,-1 7 0 0,-4 5 0 0,0 5 126 0,-4 9 275 0,-1 2-182 0,-4 3-92 0,0 3-46 0,-3-2-111 0,-5 4 41 0,2-13-8 0,-2-1-572 0,-6 1 303 15,2-6 150-15</inkml:trace>
  <inkml:trace contextRef="#ctx0" brushRef="#br1" timeOffset="-180871.19">29701 12198 1724 0,'13'-7'0'0,"6"0"0"0,15 3 0 0,8-1 0 0,12 2 0 0,14-1 0 0,0 1 0 0,7 1 691 0,3 2-327 0,0 0-165 15,-5 0-81-15,5 0 86 0,-22 0-89 0,-12 0-39 0,-5 0-351 16,-7 0 155-1,-10 0 78-15,-5 8 48 0,-15-2-656 0,-2 2 343 0,-12 2 171 0,-11 1-707 16</inkml:trace>
  <inkml:trace contextRef="#ctx0" brushRef="#br1" timeOffset="-180389.58">30062 12250 1771 0,'-4'4'0'0,"1"6"0"15,0 5 0-15,1 2 0 0,2 4 0 0,0 7 0 0,-1 3 0 0,-2 7 0 0,0 3 590 0,0-2-282 0,-2 0-136 0,-1 0 63 0,-2-3-99 0,3 1-42 0,-5-14-33 16,5-3-70-16,0-6 45 16,0-7 0-16,0-7-247 0,-1 0 133 0,0 0 52 31,1-12 31-31,-1-6-306 0,0-4 168 0,-1-1 61 0,-3-2 57 0,0 2-316 0,-1 2 149 0,-2 1 65 16,-1 1 50-16,-5 4 0 0,-1 1 22 0,1 9 9 15,-1 4 96-15,-1 1-47 16,0 6-25-16,1 10 381 0,-1 4-209 0,8 4-57 0,2 2-62 0,3 4 393 31,5-1-201-31,3 1-88 0,0 0-46 0,0-6 4 0,11-4-34 0,5-5 0 16,6-4-455-16,3-6 211 0,8-3 115 0,-2-2 43 15,7-14-314-15,-1-5 148 0,4-4 103 0,-5-2-847 16,4-5 436-16,-5 4 233 0,-5-3 110 0,-3 2-162 16,-1 0 155-16,-6 1 78 0,2-1 35 0,-11 10 115 15,-2 1-72-15,-3 5 0 0,0 2 643 0,2 6-340 16,1-3-179-16,-2 6-76 0,3 0 645 0,2 5-270 15,0 8-194-15,5 1 19 0,1 7-98 0,-3-2-61 16,-2 3-28-16,0 5 74 16,-4-1-49-16,-4 3-26 0,-2 2 9 0,-3-3-59 15,0-3 1-15,-12 0 24 16,-12-4-145-16,-3 1 82 0,-7-8 27 0,-3-5-1 0,-4-3-258 0,3-6 128 31,2 0 79-31,-2 0-217 0,11-2 87 0,4-11 79 0,7-3-3 0,5-4-459 0,11-4 264 0,0-9 124 16</inkml:trace>
  <inkml:trace contextRef="#ctx0" brushRef="#br1" timeOffset="-180154.75">30421 12424 1560 0,'0'2'0'0,"0"5"0"0,0 1 0 0,0 6 0 0,-3 3 0 0,-9 5 0 0,1 5 0 0,-2 2 751 0,-1 0-357 0,5 0-180 16,3 2 286-16,5 1-223 0,1-10-125 0,1-1-69 15,14-2-370-15,6-6 155 0,7-6 85 0,3-2-732 16,4-5 402-16,4 0 207 0,5-11 103 0</inkml:trace>
  <inkml:trace contextRef="#ctx0" brushRef="#br1" timeOffset="-180095.08">30613 12731 1553 0</inkml:trace>
  <inkml:trace contextRef="#ctx0" brushRef="#br1" timeOffset="-180003.98">30777 12281 2120 0,'-8'-15'0'0,"8"8"0"0,0 5 0 0,11 1 0 16,2 1 0-16,0 0 0 0,-2 1 0 0,0 6 0 0,1 1 400 0,-3 0-182 0,4 1-82 0,-6 0-429 0,4-2 164 0,-2 5 82 0,3-7 42 0,-1 2-955 0</inkml:trace>
  <inkml:trace contextRef="#ctx0" brushRef="#br1" timeOffset="-179733.39">31476 11321 1323 0,'0'2'0'0,"0"2"0"0,1 10 0 0,0 6 0 0,1 8 0 0,0 10 0 0,-2 7 0 0,0 6 0 0,0 7 714 0,-4 1-338 0,-1-2-170 16,-2 2-3-16,1-12-88 0,2-7-38 0,1-8-85 15,0-6 45-15,-1-5 0 16,0-3 10-16,1-14-271 0,3-4 131 0,-4 0 65 0,0 0 33 0,-3-7-421 62,2-5 219-62,-2-3 47 0,-3-3 78 0,3 1-357 0,-2-3 196 0,-1-4 87 0,-1 3 11 0,2 0 49 0,-3 0 24 0,-3 4 0 0,3 3 84 0,-8 2-39 16,3 8 9-16,-2 2 395 16,1 2-213-16,2 3-106 0,-2 12-52 0,-1 4 572 62,9 5-287-62,1 5-86 0,4 0-90 0,3 2 130 0,2 1-109 0,0 0-46 0,4-3-96 0,10-7 33 0,6-1 0 0,5-9 0 0,3-3-524 0,8-6 271 0,0-3 122 0,2-4-825 0,2-13 451 0</inkml:trace>
  <inkml:trace contextRef="#ctx0" brushRef="#br1" timeOffset="-179584.76">31668 11732 1746 0,'4'-13'0'0,"3"5"0"0,0 1 0 16,2 6 0-16,2 1 0 0,-2 0 0 0,2 2 0 0,-6 11 0 0,5 1 409 0,-7 5-192 0,-1 1-91 0,-2 1-45 0,0 1 146 15,0 2-96-15,-12 1-38 0,-1-1-163 0,-7-2 52 16,-6-3 28-16,0 1-1 0,-6-2-131 0,-5 0 88 16,5-6 30-16,1-3-418 0,4-6 227 0,3 2 54 15,-1-5 80-15</inkml:trace>
  <inkml:trace contextRef="#ctx0" brushRef="#br1" timeOffset="-179387.88">31880 11633 928 0,'0'0'0'0,"-2"0"0"0,-4 0 0 0,-3 0 0 0,-1 5 0 0,-1 7 0 0,-2 2 0 0,0 8 992 0,-1 3-478 0,1 6-238 0,2 0-120 47,2 6 396-47,8-3-262 0,1 1-126 0,0 0-105 0,10-6-59 0,8-3 0 0,7-2 0 0,0-9-226 0,9-7 61 0,2-7 101 0,4-1-498 0,0 0 299 31,2-4 160-31,-3-8 64 0,-6-1-729 0,-6 1 365 0,-5 0 183 0</inkml:trace>
  <inkml:trace contextRef="#ctx0" brushRef="#br1" timeOffset="-179101.04">31174 12209 1465 0,'16'0'0'0,"8"0"0"0,5 0 0 0,8 0 0 31,10 0 0-31,9-3 0 0,9 0 0 0,8-5 342 16,-4 2-158-16,-5-1-74 0,-3 0 267 0,-7 3-171 0,-7 1-86 0,-6 0-33 0,-21 3-426 0,-13 0 187 0,-7 0 93 0,0 7-656 0,-19 0 374 0,-5 3 198 15,-7-4 84-15</inkml:trace>
  <inkml:trace contextRef="#ctx0" brushRef="#br1" timeOffset="-178834.25">31441 12218 1300 0,'0'3'0'0,"-2"2"0"16,2 4 0-16,0 3 0 0,0 7 0 0,0 4 0 0,0 5 230 0,0 2-102 0,0 6-46 0,2-1 495 0,-1 2-271 0,1 0-135 0,-2 4 43 0,0-12-94 0,0-3-42 0,0-5 0 0,0-3-283 0,0-6 120 0,-2-4 69 0,-1-8 21 0,-1 0-299 47,-1-2 165-47,-3-13 82 0,1-6-167 0,-2 0 55 0,0 0 82 0,-3-3-93 0,-1-1-46 0,-3 1 90 0,-4-2 37 0,3 8 31 0,-3 1-14 0,-2 6 36 0,0 3 1 0,2 5 260 0,-3 1-139 0,4 2-56 0,2 8-33 0,4 8 335 0,1 6-173 0,4 6-45 0,0 4 139 0,8-2-75 15,0 1-70-15,2 0-37 0,12-1 80 0,4-6-58 16,2 1-20-16,5-13-379 0,4-4 170 0,1-5 86 31,2-3 43-31,1 0-682 0,5-9 348 0,-8-5 116 0,3-4 105 0</inkml:trace>
  <inkml:trace contextRef="#ctx0" brushRef="#br1" timeOffset="-178730.19">31631 12441 1301 0,'0'-6'0'0,"0"0"0"0,0 3 0 0,0 1 0 0,2 0 0 0,5 2 0 0,2 0 0 0,2 4 576 0,-1 5-271 0,6-1-134 0,0 1-202 0,1 1 29 0,3-4 0 0,1-1 37 0,2-2-224 0,-1 0 111 0,7-3 64 0,-6 0-654 16,-2 0 316-16,-1-7 159 0,-2-2 78 0,-3-2-177 0,-2 0 120 0,-4-4 72 31,-6 0 33-31</inkml:trace>
  <inkml:trace contextRef="#ctx0" brushRef="#br1" timeOffset="-178620.27">31928 12318 1238 0,'-4'-8'0'0,"-2"-2"0"0,4 3 0 0,-3 1 0 0,-1 0 0 0,0 5 0 0,2 1 0 0,-6 7 132 0,3 11-48 0,-3 11-25 0,-1 8 522 16,-1 6-277-16,0 8-135 0,-3 5-66 0,-1 2 363 0,-1 3-215 0,-3 11-99 0,1-5-311 0,1-1 97 15,2-3 49-15,3-8 24 0,2-10-482 0,2-1 261 31,3-19 119-31,3-8-246 0,2-1 186 0,0-8 64 0,-1-3 55 0,2-2-815 16</inkml:trace>
  <inkml:trace contextRef="#ctx0" brushRef="#br1" timeOffset="-178392.86">32261 12168 2179 0,'13'-17'0'0,"3"2"0"0,10 5 0 0,6 5 0 0,12-2 0 0,0 5 0 0,0-1 0 0,4 0 9 0,-5-2-22 0,-3 1 0 0,-1-1-154 0,-19 4 70 0,-5 1 31 0,-9 0 0 0,-6 0-416 0,0 6 214 0</inkml:trace>
  <inkml:trace contextRef="#ctx0" brushRef="#br1" timeOffset="-178265.46">32377 12302 1637 0,'-12'0'0'0,"6"0"0"0,6-2 0 0,0 0 0 0,1 2 0 0,17 0 0 0,5-1 113 0,8 0-42 0,4-2 1 0,2-3 49 0,-2 3-47 0,1-2 0 0,3-2-435 0,0 1 183 0,0-1 92 0,4-1 46 0,-11 2-606 0</inkml:trace>
  <inkml:trace contextRef="#ctx0" brushRef="#br1" timeOffset="-178049.2">33025 11800 2189 0,'0'-3'0'0,"0"-1"0"0,0 4 0 0,0 0 0 0,2 21 0 0,6 11 0 0,0 12 0 0,-2 13 119 0,-5 6-48 0,-1 17-24 0,0 15 346 0,-7-4-183 16,-6 2-87-16,-4-2-113 16,0-6 26-16</inkml:trace>
  <inkml:trace contextRef="#ctx0" brushRef="#br1" timeOffset="-177951.99">32983 12622 3233 0,'-19'83'44'0,"8"-25"-758"0,-4-8 365 0,7-4 182 0,-5-4 91 0,3 1-761 78</inkml:trace>
  <inkml:trace contextRef="#ctx0" brushRef="#br1" timeOffset="-177864.64">32960 12821 2384 0,'-13'-3'0'0,"3"3"0"0,8 0 0 0,2 12 0 0,12 5 0 0,5 0 0 0,-5-1 0 0</inkml:trace>
  <inkml:trace contextRef="#ctx0" brushRef="#br1" timeOffset="-174956.38">19720 13266 1615 0,'-14'-5'0'0,"4"-2"0"0,1 1 0 0,3 5 0 0,4-1 0 0,2 1 397 0,0 1-179 0,4 0-90 15,11 0-35-15,8 0 374 0,8 3-215 0,7 1-106 16,6 1-55-16,4 0 64 0,13-1-49 0,-2-1-39 15,10 0 58-15,10-2-54 0,10-1-71 0,6 0 0 32,17 0 0-32,-9 0 0 0,6 0 0 0,2-1 0 0,0-2 0 0,-1-2 0 0,16-2 0 0,-20 5 0 15,6-4 0-15,5 3 0 0,2-2 0 0,6 2 0 16,18-2 0-16,-20 3 0 16,1-1 0-16,7 1 0 46,6-1 0-46,18-2 0 0,-23-2 0 0,11-2 0 0,4 1 0 0,6 1 0 0,-1-3 0 16,21-1 0-16,-30 4 0 0,2-1 0 0,9-1 0 0,1 2 0 0,-3 1 0 0,14 1 0 0,-28 3 0 0,3-1 0 0,-4 1 0 0,-2 2 0 16,-2 0 0-16,1 0 0 15,-33 0 0-15,-5 5 0 0,-2 0 0 0,-8 2 0 32,-10 1 0-32,-1 1 0 0,-31 0 0 0,-4-1 0 0,-4 1 0 0,-5-3 0 0,-9 0 0 0,-2-1 0 15,-12-2 0-15,-5-2 0 0,-1-1 0 0,-2 0 0 16,0 0 0-16</inkml:trace>
  <inkml:trace contextRef="#ctx0" brushRef="#br1" timeOffset="-174878">25875 13197 3931 0,'0'0'0'15,"-3"0"0"-15,-5 0 0 0,1-1 0 0,-4-2 0 0,1-4 0 0,-1 3 0 0,2 3 0 0,-3-1 0 0,-3 2 0 0,1 0 0 0,-8 10 0 0,3 8-251 0,-5 7 37 0,-1 4-1238 0</inkml:trace>
  <inkml:trace contextRef="#ctx1" brushRef="#br0" timeOffset="-172227.9">18727 18815 0,'0'0'0</inkml:trace>
  <inkml:trace contextRef="#ctx0" brushRef="#br0" timeOffset="-168617.09">8617 13462 2416 0,'-16'0'0'0,"2"0"0"0,6 0 0 0,3 0 0 0,1 0 0 0,4 0 0 0,3 0 0 0,10 0 337 16,12 0-155-16,7-3 132 93,7-4-138-93,5 2-69 0,1-5-35 0,7 2 176 0,-7 1-169 0,4 3-79 16,-3-3 0-16,0 2 0 0,7 0 0 0,-14 3 0 0,-3 2 0 0,-5-3 0 0,-7 3 0 0,-7 0 0 0,2 0 0 0,-16 0 0 0,-2 0 0 0,-1 0-613 0,0 0 252 0,-8 0 70 0,-4 0 117 0,-2 0 73 0</inkml:trace>
  <inkml:trace contextRef="#ctx0" brushRef="#br0" timeOffset="-168248.45">8756 13658 1336 0,'-24'12'0'0,"2"-1"0"0,5 2 0 0,8 0 0 0,1-2 0 0,8-4 0 0,0-3 0 0,6-1 590 0,13-2-276 0,3-1-138 0,6 0 236 0,2 0-192 16,2-5-91-16,3-5-204 0,0-2 57 0,0 0 27 0,3 1 10 0,-11 3-365 16,-1-1 192-16,-1 2 96 0,-6 3 48 0,-4 2-162 31,1-2 114-31,-10 3 43 0,-3 1-90 0,-3 0-124 0,-3 5 65 0,-11 2 63 16,0 5 338-16,-6 0-132 0,0 2-72 0,1-1 360 0,0-2-194 0,3 0-112 15,4-2 0-15,0-1 214 0,4 1-123 0,2-2-70 16,3 3-35-1,0 2 9-15,3 0-45 0,0 2 1 0,0 3 0 0,4 1 68 0,5 4-34 0,1 4-15 16,0-2-57-16,-1 5 0 16,3 0 0-16,-6 2 0 0,-1 1 0 0,1 2 0 15,-4-5 0-15,-2 0 0 0,0-3 0 0,-2-2 0 16,-12 0 0-16,-3-1 0 0,-2-8 0 0,-2-6 0 16,-5-4 0-16,-3-2 0 46,1-3 0-46,-6 0 0 0,6-9 0 0,2-7-101 0,3-5-37 0,1-3-535 0,2-3 318 0,1-9 149 0,7 2 89 0,5-5-583 0,2-2 332 0,3-4 164 0</inkml:trace>
  <inkml:trace contextRef="#ctx0" brushRef="#br0" timeOffset="-167939.35">8991 12833 1648 0,'0'-32'0'0,"0"13"0"0,-2 2 0 0,1 3 0 0,1 4 0 0,0 6 0 0,0-4 0 0,0 8 754 0,0 0-358 0,0 5-180 62,0 12 288-62,1 9-233 16,1 8-129-16,-1 2-142 0,-1 6 0 0,0 5 0 0,0 0 0 0,0 3 0 0,0 6 0 0,0-11 0 0,0 2 0 0,0-1-327 0,0-1-38 0,0 0 201 0,0 5 109 0,3-11-1118 0</inkml:trace>
  <inkml:trace contextRef="#ctx0" brushRef="#br0" timeOffset="-167569.68">9679 13334 2405 0,'0'0'0'0,"0"-3"0"0,0 2 0 0,0 0 0 0,0-2 0 0,0 1 0 0,8 0 418 16,2 0-195-16,8 1-93 0,2-1 289 0,3 1-191 16,1-1-120-16,1 0-209 109,0 2 52-109,1 0 43 0,-2 0 0 0,-2 0-319 0,-2 0 181 0,2 7 100 0,-8 2 36 0</inkml:trace>
  <inkml:trace contextRef="#ctx0" brushRef="#br0" timeOffset="-167472.89">9675 13676 1909 0,'-19'4'0'0,"6"-1"0"0,-1 3 0 16,8-1 0-16,6 1 0 0,0-2 0 0,2-1 916 0,12-2-439 0,6 2-212 0,8-3 99 0,-1 0-364 0,4 0 0 0,-2-4 0 0,1-2 0 15,1 3 0-15,-3-1 0 16,-1-1 0-16,-1 3-133 0,-4-1-93 0,2 2 131 16</inkml:trace>
  <inkml:trace contextRef="#ctx0" brushRef="#br0" timeOffset="-165590.95">10346 13055 1280 0,'0'-22'0'16,"0"4"0"-16,0 0 0 0,2 11 0 0,12 3 0 0,6 3 0 0,3 1 0 0,5 0 378 0,0 10-161 0,1 9-93 0,-4 2-44 0,1 4 224 15,-1 5-133-15,-8 3-66 0,2 6-11 0,-10-5-10 0,-4 2-46 0,-4 0-41 16,-1 0-1-16,-3-1 43 47,-9 4 9-47,-4-9-1 0,-9-4-9 0,0-2 1 0,-2-6-1 0,-5-3 34 0,1-3 10 0,2-10-44 0,2-2 0 0,2 0 82 0,3 0-41 16,2-12 0-16,0-2 45 0,10-4-48 0,4 0 0 0,3-3-46 15,3 1-30-15,0-1 0 16,3 0 0-16,10 4 0 0,2 0 0 0,-1 3 0 15,5-2 0-15,1 3-34 0,-1-2-8 0,3 5 35 16,-1 3-10-16,2 0-661 0,1 2 289 0,1 0 178 16,4 3-537-16,-3 2 360 0,0 0 175 0</inkml:trace>
  <inkml:trace contextRef="#ctx0" brushRef="#br0" timeOffset="-165407.04">10795 12997 1749 0,'-11'-4'0'0,"0"3"0"0,3 1 0 0,-1 1 0 0,1 10 0 0,0 7 0 0,-2 6 0 0,2 5 662 0,3 2-316 0,2 4-154 0,1 5-77 0,2 0 96 0,0-2-86 0,2 5-34 0,9-9-118 0,5-7 33 16,2-3 0-16,3-1-510 16,5-8 272-16,3-3 144 0,-2-9 59 0,-1-3-730 0,1 0 379 0,-2-3 191 15,0-9-28-15</inkml:trace>
  <inkml:trace contextRef="#ctx0" brushRef="#br0" timeOffset="-165072.11">11069 12978 1674 0,'-2'0'0'0,"-3"0"0"0,3 0 0 0,-1 0 0 0,1 2 0 0,1 8 0 0,1 4 0 0,0 4 199 0,0 6-81 0,0 0 269 15,1 6-175-15,6 3-77 0,2-2-53 0,0-2 2 16,2 0-46-16,4-6 1 15,-2 1 9-15,1-7-164 0,0-6 78 0,3-4 37 0,-1-5 1 16,-2-2-129-16,3 0 93 0,-1-14 32 16,-3-10-67-16,-2-3-15 0,2-1 49 0,-2-4-150 47,0-2 79-47,-2 2 12 0,-2 1 32 0,0 2-1 0,-1 2 27 0,-2 3 0 0,0 0-10 0,-2 12 243 0,0 4-111 0,-2 5-46 0,0 3 288 0,0 0-151 15,0 6-83-15,0 11-18 0,-2 7 262 0,-1 0-149 16,1 3-74-16,-1 5-15 0,2-1-21 0,0-2-9 15,1 0-29-15,0 2-265 63,0-4 133-63,0 2 65 0,0 1 43 0,0-7-775 0,1-2 385 0,3 0 140 0,3-7 114 0</inkml:trace>
  <inkml:trace contextRef="#ctx0" brushRef="#br0" timeOffset="-164923.74">11554 13248 1356 0,'4'-4'0'0,"1"-1"0"0,-2 0 0 0,2 3 0 0,-2 0 0 0,1 2 0 0,-3 0 312 0,3 0-137 0,-3 4 343 0,-1 9-231 0,0-1-129 0,0 7-60 0,-10-1 5 0,2 3-32 0,-1 1 10 0,-2-3-43 0,2 0-303 0,1-1 151 0,0-2 76 0,-1-2 39 0,4 1-624 0,-1-5 326 0,3-6 167 0</inkml:trace>
  <inkml:trace contextRef="#ctx0" brushRef="#br0" timeOffset="-164700.39">11679 13058 1333 0,'7'-3'0'0,"4"3"0"0,-3 0 0 0,4 0 0 0,-2 0 0 0,0 8 292 0,-1 8-127 0,-2-1-64 0,1 7 358 47,1 2-210-47,-1 3-97 0,-1-1-61 16,-3-1 49-16,3 1-50 0,-3-5-27 0,1-3 1 0,-1-1 38 0,1-5-37 0,-3-5 0 0,3-6 44 0,-1-1-36 0,1 0 1 0,1-8 37 15,0-9-41-15,3-7-7 0,-1-2-63 0,3-4-113 16,-3-1 54-16,7-6 57 0,-3 6 16 0,3 2-202 16,-2 0 90-16,1 2 64 0,0 4-774 0,3-5 377 15,-3 14 195 1,1 2 100-16</inkml:trace>
  <inkml:trace contextRef="#ctx0" brushRef="#br0" timeOffset="-164437.12">12205 12838 1308 0,'8'-8'0'0,"1"1"0"0,1 2 0 0,2 3 0 0,1-1 0 0,-1 3 366 0,4 0-163 0,-1 5-83 0,2 7 671 0,1 8-366 0,-2 4-199 0,-3 3-94 0,-1 5 228 0,-2 3-360 0,-4 1 0 16,-1 9 0-16,-5-4 0 16,0 3 0-16,-6 3 0 0,-7-3-66 0,-7 0-169 0,-2 7 145 0,-2-13-741 15,-7-1 427-15,-4-2 218 16,-1-3-41-16,-5-1-602 78</inkml:trace>
  <inkml:trace contextRef="#ctx0" brushRef="#br0" timeOffset="-164204.72">10267 13593 1750 0,'-14'-9'0'0,"1"2"0"0,6 6 0 0,3-1 0 0,4 2 0 0,0 0 0 0,14 0 255 0,13 3-109 0,10 4 172 0,13-3-141 0,11 1-60 16,11-5-45-16,7 0 262 0,18 0-149 0,17-2-73 16,13-9-38-16,26-5 46 0,-13 3-46 0,0-1 0 15,-1 6-37-15,-2 4 32 16,-11 4-52-16,7 0-17 0,-38 0-276 0,-3 11 123 0,-9 0 95 0,-7 3-430 15,-8 1 250-15,-1 2 80 16,-24-9 76-16,-5-2-159 0,-8-1 102 0,-12-5 51 16,-10 0 26-16,-8 0-341 0,-4-3 188 0,-20-1 89 15,-13 0 44-15</inkml:trace>
  <inkml:trace contextRef="#ctx0" brushRef="#br0" timeOffset="-163870.33">10616 13858 2123 0,'-20'0'0'0,"7"-3"0"0,7 3 0 0,6 3 0 0,0 10 0 0,14 1 0 0,6 3 0 0,2 1 0 0,3 3 596 0,5 3-270 0,-4-2-149 0,2 1 28 0,-3 3-84 0,0-1-41 0,-6 3-103 0,-1 0 40 0,-8 1-10 0,-9 0 31 0,-1 3-56 0,-8 0 28 0,-15-1-1 47,-7 6 39-47,-5-11 9 15,-5 3-19-15,-2-8 0 0,-3-3 0 0,0-6 6 0,-2 0-44 0,9-10 0 0,5-2 0 0,8 0 0 0,5-9 0 0,7-4 0 0,4-2 0 0,9-1 0 16,2-4 0-16,16-1 0 16,5 2 0-16,7-4 0 0,4 0 0 0,0 4 0 15,1 1 0-15,1-1 0 0,-2 2 0 0,1 2 0 0,5-1-101 0,-7 2-13 16,-1 4-656-16,1 0 365 15,0 5 184-15,2-1-575 0,5-3 369 0,-10 4 200 16</inkml:trace>
  <inkml:trace contextRef="#ctx0" brushRef="#br0" timeOffset="-163713.64">11107 13954 1588 0,'-10'-7'0'0,"0"4"0"0,-2 0 0 0,4 3 0 0,-4 5 0 0,1 14 0 0,-1 3 736 0,3 7-349 0,-4 8-165 16,6 1-97-16,0 5 403 0,4 1-245 0,3 4-221 0,0-2-62 0,0 3 0 15,10-14 0-15,6-4 0 16,5-6 0-16,1-6-82 0,4-5 12 0,4-2-760 16,-4-11 429-16,2-1 220 0,0-4 109 0,-5-13-932 15</inkml:trace>
  <inkml:trace contextRef="#ctx0" brushRef="#br0" timeOffset="-163501.95">11364 14012 1500 0,'3'-12'0'0,"0"1"0"0,2 6 0 0,-1-2 0 0,4 5 0 0,2-2 0 0,0 4 0 0,5 0 516 0,0 1-239 0,1 9-120 0,1 3-59 0,1 4 105 16,-5 1-87-16,-4 4-40 0,-2 2 82 0,-6 2-60 15,-1 2-30-15,0 6 10 0,-11-7-91 0,-7 1 26 16,-2-1-1-16,-6-1 2 0,-2-4 0 0,-3 0 33 16,2-8-9-16,-1-2-215 0,4-4 108 0,2-4 53 15,0-1 11-15,12-3-535 16,3-1 261-16,9-17 96 0,0-5-216 0,10-5 181 15,11-6 80-15,4-2-484 0</inkml:trace>
  <inkml:trace contextRef="#ctx0" brushRef="#br0" timeOffset="-163351.89">11551 13871 1019 0,'0'-17'-1'0,"0"7"1"0,0 5 0 0,0 0 0 0,-3 5 0 0,-7 0 42 0,-1 18-42 0,-7 6 934 0,4 5-448 0,0 7-224 0,3-1-112 0,3 1 453 0,0 5-272 0,7-8-226 0,1 0-105 0,1-2 0 0,14-1 0 0,5-3 0 0,5-2 0 0,3-7 0 0,3-5 0 0,2-3 0 0,3-4 0 0,-3-3 0 0,5-2-129 0,-9-1-1510 16</inkml:trace>
  <inkml:trace contextRef="#ctx0" brushRef="#br0" timeOffset="-163200.49">11901 14102 1406 0,'0'-6'0'0,"-4"4"0"0,-3 1 0 0,-2 1 0 0,3 0 238 0,-2 9-100 0,-1 8-50 0,-2 3 268 15,-2 2-150-15,4 5-89 0,-2 0-40 0,-1 4 234 16,-1-2-137-16,2 4-59 0,2-6-43 0,-2 0-289 16,5-3 128-16,0-5 62 0,-1-2-625 0,2-3 353 15,5-11 164-15,0-3-735 0</inkml:trace>
  <inkml:trace contextRef="#ctx0" brushRef="#br0" timeOffset="-162963.86">12007 13982 2078 0,'2'0'0'0,"2"0"0"0,0 0 0 0,0 0 0 0,3 2 0 0,-2 6 0 0,2 4 0 0,-1 5 0 0,1 5 0 16,-1 6 730 31,0 3-347-47,2 6-173 0,-2 0 54 15,0 4-105-15,1-5-65 0,-3-6-90 0,4-4 0 0,-3-5 1 0,-1-6-5 0,2-1 0 0,-2-11 0 0,2-3 0 0,-2-5 0 0,4-13 0 0,2-7 0 0,2-6 0 0,-1-3 0 0,2-3 0 0,2-7 0 0,4-2 0 16,-2 0-373-16,6-5 58 0,-3 10 128 0,1 1-704 31,1 5 427-31,-1 5 213 0</inkml:trace>
  <inkml:trace contextRef="#ctx0" brushRef="#br0" timeOffset="-161886.16">12312 13920 685 0,'0'-6'0'0,"0"-2"0"0,0 5 0 0,0 0 0 0,-5 0 0 0,2 0 441 0,-1 1-193 0,0 2-111 16,0 0 281-16,-3 8-191 0,-4 6-95 0,1 10 132 16,-4 6-104-16,0 6-67 0,-5 7-28 0,0 6 39 15,-5 9-34-15,-2 5 1 16,-5 11-26-16,1-3 85 0,0 1-46 0,2-6-24 16,6-3-1-16,1-12 4 0,3 2 8 0,7-22-35 15,7-9-62-15,0-3 30 16,4-7 1-16,0-6-140 0,0-2 94 0,0-4 34 78,0 0 12-78</inkml:trace>
  <inkml:trace contextRef="#ctx0" brushRef="#br0" timeOffset="-161664.56">11949 14759 3290 0,'0'-9'-105'0,"0"-7"57"0,5-2-12 0,5-3-567 0,2-6 295 0,1 0 147 0</inkml:trace>
  <inkml:trace contextRef="#ctx0" brushRef="#br0" timeOffset="-161567.47">12452 13858 1869 0,'3'0'0'0,"1"0"0"0,3-3 0 0,2 3 0 0,2 0 0 0,4 3 872 0,1 10-418 0,8 3-199 0,-1 3-115 16,1 6 201-16,3 2-341 0,-3 4 0 0,-3 3 0 0,-1 7 0 0,-9 0 0 0,-9 4 0 0,-2 0 0 0,-6 3 0 0,-14-1 0 0,-5 5 0 0,-2-15-51 0,-3-4-27 0,1-6 57 0,-1-5-836 0,4-5 350 0,-2 0 227 0</inkml:trace>
  <inkml:trace contextRef="#ctx0" brushRef="#br0" timeOffset="-160357.12">13011 13588 1509 0,'-16'-4'0'0,"5"0"0"0,-4 0 0 0,10 2 0 0,-1 2 211 0,4 0-87 0,2 0-44 0,0 0 273 16,2 0-148-16,9 0-89 15,7 2-39-15,4-2 378 16,2 0-209-16,4 0-104 0,0 0-43 0,1 0-16 0,-4 0 1 0,0 0-47 15,1 0-471-15,-2 0 245 0,-2-2 109 0,0 2-905 16,-2 0 507-16,-4 0 201 0</inkml:trace>
  <inkml:trace contextRef="#ctx0" brushRef="#br0" timeOffset="-160144.5">13015 13883 1734 0,'-23'7'0'0,"0"5"0"0,12 0 0 0,6 3 0 0,3-3 0 0,2 1 423 0,5 1-193 0,13 0-88 0,9-7-57 0,6-1 651 0,8-1-350 0,2-4-191 15,2 2-195-15,6-3 0 0,-8 0 0 0,-2 0 0 16,-2 0 0-16,1 0 0 0,-4-4 0 0,3-7 0 0,-13 4-111 0,-2-4 11 47,-9-2 69-47,-4 5 33 0,-6-1 1 0,-2-3 43 0,-3 4-128 0</inkml:trace>
  <inkml:trace contextRef="#ctx0" brushRef="#br0" timeOffset="-158606.43">13935 13212 1899 0,'0'0'-1'0,"0"0"1"0,0 0 0 0,0 0 0 0,0 0 0 0,0 0 334 15,0 0-147-15,0 5-74 0,0 12-28 0,6 10 248 16,-4 16-147-16,3 16-73 0,-1 18 162 0,-3 15-119 47,1 19-48-47,-2-7 0 0,0 3-73 0,0-6-35 0,0-3 0 0,0-8 0 0,0 5 0 0,0-32 0 0,0-8 0 0,0-10 0 16,0-7 0-16,1-6 0 31,4 1 0-31,-5-17 0 0,2-4 0 0,-2-3 0 0,0-7 0 0,0-2 0 0,0 0 0 0,0 0 0 0,0-2 0 0,0 0 0 15,0-5 0-15,0-3 0 0,0 2 0 0,-2-2 0 16,-1 1 0-16,3-3-700 16,0 4 160-16</inkml:trace>
  <inkml:trace contextRef="#ctx0" brushRef="#br0" timeOffset="-154087.45">14368 12975 1871 0,'-5'-9'0'0,"-4"0"0"16,6 6 0-16,0 0 0 0,3 3 0 0,0 0 0 0,0 0 0 0,0 5 0 0,6 5 200 0,5 4-81 0,4 1 322 0,0 1-201 0,3 1-101 0,1 1-41 0,0-1 162 0,-1 2-110 0,1-1-56 16,0-2-28-16,-4 1 45 31,7 2-27-31,-5-2-26 0,-3 0-58 0,0-3-15 0,-1 3 0 0,-5-2 26 0,2 0-405 0,-5-4 211 16,-2-1 111-16,0-2-362 78,-2-1 219-78,-1-4 45 0,1 0 71 15,0-3-686-15,3 0 373 0</inkml:trace>
  <inkml:trace contextRef="#ctx0" brushRef="#br0" timeOffset="-153770.39">14828 12876 2503 0,'-5'-1'0'0,"0"-3"0"0,2 3 0 0,0 1 0 0,1 0 0 0,-1 0 0 0,1 6 0 0,1 7 0 0,-6 7 385 0,2 5-173 0,-2 7-87 0,-4 6-44 0</inkml:trace>
  <inkml:trace contextRef="#ctx0" brushRef="#br0" timeOffset="-153682.58">14761 13052 3397 0,'-14'56'39'0,"-5"7"-1"0,-3 6 0 0,0 5 0 0,-1-1 0 0,-2 4 305 0,6-16-343 0,1-4 0 0,1-6 0 0,2-1 0 0,3-8 0 0,1 3 0 0,6-17 0 0,2-4 0 0,-3-4 0 0,3-7 0 0,-2-2 0 0,4-1 0 0,-1-7 0 0,2-3 0 0,0 0 0 0,0 0 0 0,0 0 0 0,0 0 0 0,0 0 0 0,0 0 0 0,0-3 0 0,0 3 0 0,0-3 0 0,0 2 0 0,0 0 0 0,0 1 0 0,0-3 0 0,0 1 0 0,0 2 0 0,0-4 0 0,0 3 0 0,0-2-363 0,0-3-98 0,0 3 211 0,0 0 106 16</inkml:trace>
  <inkml:trace contextRef="#ctx0" brushRef="#br0" timeOffset="-148496">15510 13147 1013 0,'-6'-13'0'0,"1"4"0"0,1-1 0 0,3 1 0 0,1 1 0 0,0-3 0 0,1 3 222 0,9 1-92 0,6 1-47 0,3 3 194 0,4-2-120 0,1 5-50 15,1 0-39-15,1 0 106 0,-1 0-67 0,1 8-35 0,-1 5 0 0,3 6-25 0,-9-2-10 0,0 6 68 0,-5 1-2 0,-4 7-32 110,-5-1-1-110,-3 8 16 0,-2-3-10 0,-2-1-38 0,-13 3-1 0,-4-3-13 0,-6 5 23 0,0-7-9 0,-6-4-1 0,-2-3 39 0,1-4-38 0,-1-8-1 0,-3 2-48 0,6-9 20 0,2-4 0 0,3-2-94 0,5-2 59 0,8-7 19 0,-1-8 7 0,13-1-429 0,0-3 212 0,17-1 84 0,9-2 60 15,4-1-580 32,6-1 298-47,2 3 164 0,4 0 76 0,-2-1-395 0</inkml:trace>
  <inkml:trace contextRef="#ctx0" brushRef="#br0" timeOffset="-148339.77">15987 13132 570 0,'1'-14'0'0,"1"0"0"0,-1 4 0 0,-1-2 0 0,0 5 0 0,-1 1 0 0,-8 3 518 0,-1 3-240 0,-4 0-121 0,-1 1 283 0,-3 14-205 31,0 7-100-31,-2 6 257 0,2 2-178 0,1 4-88 0,3 2-34 0,4-3 78 0,5-2-66 0,5 1-34 0,0-2 1 0,0-4 8 16,12 4 10-16,5-9-52 15,8-2 1-15,5-4-199 0,4-5 99 0,1-4 50 16,6 2-539-16,-5-8 288 0,1 0 89 0,-2 0-696 16,1-9 417-16,-2-5 207 0</inkml:trace>
  <inkml:trace contextRef="#ctx0" brushRef="#br0" timeOffset="-147781.56">16606 12844 1023 0,'0'0'0'0,"0"0"0"0,-4 0 0 0,1-2 0 0,0 2 0 0,0 0 419 0,1 0-191 0,-2 0-95 0,4 5-48 0,-2 2 239 0,2 3-148 0,0 2-69 0,0 3-35 0,0 2 62 0,0 1-48 0,0 5-15 0,0-1 71 0,0 2-52 0,2 6-27 0,1 0 77 0,-2 7-51 0,1 4-16 0,-1-1-10 0,1 2 24 0,0 2-25 0,-1 3 0 78,1 8-15-78,-1-6 25 0,-1 2 0 0,0-1-61 16,0 3-11-16,0 1 0 0,0 9 0 0,0-11 0 0,0-1 0 0,0-1 0 0,2-1 0 0,0-1 0 0,1 5 0 0,0-14 0 0,2-3 0 0,-1 1 0 0,-1 1 0 0,-1-1 0 0,-1 11 0 0,1-7 0 0,-2 3 0 0,0 2 0 0,0-2-10 16,0 1-5-1,0 5-16-15,0-10-4 16,0-4 90-16,0-1-34 0,0-2-6 0,0-1-15 0,0 5 0 0,0-12 0 0,0 5 0 0,1-5 0 15,1 2 0-15,-2-2 0 0,2 5 0 0,-1-7 0 16,-1-6 0-16,2-2 0 16,-2-2 0-16,0-2 0 0,0-2-78 0,0-5 18 0,0-2-82 0,0-2 50 15,0 0 36-15,0 0-93 16,0 0 48-16,0 0 31 16,0 0 1-16,0 0-59 0,0-3 50 0,-3-4 0 15,-1-1 32-15,1 0-432 0,0-2 221 0,0-1 110 0</inkml:trace>
  <inkml:trace contextRef="#ctx0" brushRef="#br0" timeOffset="-143464.37">14089 14657 1693 0,'-12'0'0'0,"-1"0"0"0,5 0 0 0,-1 2 0 0,0 1 0 0,4 0 0 0,4-1 0 0,1-2 0 0,0 1 0 0,1-1 0 0,8 0 0 0,5 0 0 0,2 0 445 16,0 0-205-16,2 0-101 0,0 0-51 0,0 0 165 0,-1-1-113 0,0 1-51 16,0 0-26-16,-1-2-1 15,-2 2-25-15,2 0 92 16,-4-3-157-16,1 3 33 0,-4 0-1 0,2 0-324 0,-2 0 179 0,1 0 98 94,-4 0 35-94,1 0-687 15,-2 0 301-15,1 0 179 0,-1 0 86 0</inkml:trace>
  <inkml:trace contextRef="#ctx0" brushRef="#br0" timeOffset="-143330.2">14460 14555 2588 0,'0'0'0'0,"0"0"0"0,0 0 0 0,0 0 0 31,0 0 0-31,3 0 0 0,12 0 0 0,0 0 443 0,8 3-207 0,0-3-99 0,4 0 134 0,4 0-116 0,3 0-59 0,2 0-91 0,-1 0-153 0,2 0 56 0,-2 0 66 0,0 0-210 0,-1-3 137 16,-3 2 79-16,-7-1-567 0,-5-2 312 0,-6 4 155 16,-3-4-38-16,-5 4-502 0,-2 0 301 0,-3 0 165 15,-2 4 77-15</inkml:trace>
  <inkml:trace contextRef="#ctx0" brushRef="#br0" timeOffset="-143042.89">14539 14741 1234 0,'-23'9'0'0,"6"-2"0"0,6 0 0 0,3-1 0 0,7 2 0 0,1-6 0 0,0 4 0 0,6-3 488 0,12 0-225 0,3 0-113 16,2-1 127-16,1 2-120 31,2 2-49-31,-3-1 74 0,-2 4-71 0,0 0-37 0,-2 1 0 0,-2 1-36 0,2 5 10 0,-8-2-10 16,-3 2-1-16,-4 3 1 15,-4 3 0 1,0 5 10-16,-12-4-10 0,-7 1-297 0,-7 1 148 0,-5-1 25 0,-2-5 57 0,-6 3-163 0,6-9 94 0,-1-2-21 15,3-4 50-15,1-2-21 0,7-5 30 0,1 0 6 16,10 0 6-16,8-2 54 78,4-8-26-78,2-5-750 0,13-1 366 0</inkml:trace>
  <inkml:trace contextRef="#ctx0" brushRef="#br0" timeOffset="-142904.18">14807 14792 2661 0,'0'-2'-2'0,"0"2"1"0,0 0 1 0,0 0 0 0,-2 0 0 0,-4 5 0 0,-1 7 0 0,0 4 0 0,-2 6 408 0,0 1-191 0,4 5 263 0,2 4-312 0,2 1-168 0,1 0 0 0,0 0 0 0,9-3 0 0,9-4 0 16,3-2 0-16,1-6 0 0,4-2 0 0,2-2 0 0,-1-7 0 0,-1-3-536 16,-1-4 234-16,0 0 170 0,-5 0-766 0,4-8 421 15,-9-5 224-15,-2 0-433 0</inkml:trace>
  <inkml:trace contextRef="#ctx0" brushRef="#br0" timeOffset="-142623.84">15016 14726 1328 0,'0'-6'0'0,"0"2"0"0,0-1 0 0,0 3 0 0,0 1-1 0,0 1-2 0,5 0 1 0,3 0 493 15,1 3-220-15,3 6-123 0,-2 1-56 0,3 1-8 0,-4 2-25 0,-2 1 1 16,1 0-251-16,0 1 109 0,-7 0 60 0,1 2-87 15,-2-3 74-15,0 0 36 0,0 1 9 0,-7-3 184 16,-5-2-94-16,0 0-35 0,-2-1-86 0,1-2 240 16,0 1-120-16,3-6-45 0,2 1-14 0,-1 0 379 47,6-3-190-32,1 0-97-15,2 1-58 0,0-1-10 0,5 0-27 0,9 0 0 0,0 0 1 0,5 0-1 0,1 0-22 0,-1 0-15 0,1-1 0 0,0-2 0 0,-3 3 0 0,2-1 0 16,-2-1 0-16,-1 1 0 15,-5 1 0-15,1-1-628 0</inkml:trace>
  <inkml:trace contextRef="#ctx0" brushRef="#br0" timeOffset="-142355.74">14558 14053 1398 0,'0'-10'0'0,"0"0"0"0,0 4 0 0,0 2 0 0,1 2 0 0,4 2 0 0,3 0 467 0,3 0-215 0,3 9-108 0,-1 3-53 0,4-1 86 0,-2 5-75 0,2 1-32 0,2 2 0 0,-3 1-33 0,1-2 0 0,0 5 9 0,-2-2-67 0,-4-4 29 15,1 2-1-15,0-3-1031 32,-3-2 522-32,3-1 135 0</inkml:trace>
  <inkml:trace contextRef="#ctx0" brushRef="#br0" timeOffset="-142073.72">14891 14043 1478 0,'2'-5'0'0,"1"0"0"0,-1-1 0 0,1 2 0 0,-2 2 0 0,1-1 0 0,0 3 0 0,-1 0 0 0,1 0 621 0,-1 0-292 0,-1 7-146 0,0 9-73 0,0 2 474 0,-1 7-265 0,-7 4-145 0,-4 8-41 0</inkml:trace>
  <inkml:trace contextRef="#ctx0" brushRef="#br0" timeOffset="-141981.41">14876 14190 3931 0,'-13'42'0'0,"-5"3"0"0,-2 4 0 0,1-1 0 0,-2 0 0 0,-2-2 0 0,4-3 0 0,3-6 0 0,0 2 0 0,3-17 0 0,7-5 0 0,1-7 0 0,4-8 0 0,1-2 0 0,0 0 0 0,0 0-57 0,0-1-96 0,0-3 13 0,1-5 54 0,4-1-264 0,1-2 146 0,2 1 89 0,0-2 38 0,0 2-609 0</inkml:trace>
  <inkml:trace contextRef="#ctx0" brushRef="#br0" timeOffset="-138885.5">15914 14536 1461 0,'-19'-4'0'0,"0"-1"0"0,2 3 0 0,11 2 0 0,1 0 125 0,5 0-49 0,0 0-25 0,0 2 1 0,10 3 466 0,10 2-244 0,3-3-119 63,5 1 289-63,5-1-204 0,0-1-101 0,6-3-15 0,-4 0-49 0,1 0 1 0,-2 0-39 0,1 0 0 0,-4 0 0 0,7 0-27 0,-9 0-10 0,-1-1-356 0,-5-3 159 0,-4-2 117 0,-2 3-736 0,-2-1 397 0,-10 1 136 0,-3 1 123 15</inkml:trace>
  <inkml:trace contextRef="#ctx0" brushRef="#br0" timeOffset="-138528.4">15988 14695 1405 0,'-12'7'0'0,"4"-1"0"0,2 4 0 0,4-1 0 16,1 3 0-16,1-1 0 0,1-2 242 0,7 0-102 0,5 1-52 0,2 1 336 0,4 1-184 0,-3-1-107 0,0 0-47 0,0-1 113 0,-2 2-81 0,-2 0-40 0,-2 3 9 0,-1-3-2 0,-9 1-24 0,0 3-1 0,0 1 41 0,-12 3-33 0,-5 2 10 0,-8-3-80 0,-6-2 39 0,-4 0 0 187,-3 1-1-187,-3-7-120 0,-3 1 69 0,7-5 22 0,3-5-1 0,6-2-276 0,7 0 127 0,6 0 80 0,4 0-198 0,11-6 94 0,0-4 74 0,13 0-15 0,10-3 37 0,5-1 0 0,6 0 1 0,0-3-1029 16</inkml:trace>
  <inkml:trace contextRef="#ctx0" brushRef="#br0" timeOffset="-138438.27">16208 14812 1830 0,'-4'-5'0'0,"-6"-1"0"0,1 2 0 0,1 2 0 0,-2 2 0 0,-3 0 0 0,0 0 0 0,-1 6 788 0,0 5-380 0,2 6-186 0,2-3-92 0,4 4 369 0,3 1-445 0,1 0-54 0,2-2 0 0,2 4 0 0,11-2 0 16,3 0 0-16,5 0 0 0,5-1 0 0,1-3 0 0,3-4 0 0,-1 0 0 0,-1-3-46 15,0-3 26-15,2-1-821 0,-7-1 414 0,-2-3 147 0,0 0 121 0,-7-3-530 0,-1-4 326 0</inkml:trace>
  <inkml:trace contextRef="#ctx0" brushRef="#br0" timeOffset="-138109.85">16135 14134 2090 0,'-6'-15'0'0,"0"4"0"0,-1 3 0 0,4 4 0 0,1-1 0 0,2 5 0 0,0 0 0 0,0 10 0 0,0 6 825 0,5 6-394 0,2 3-188 0,-1 2 99 0,0 3-342 0,0 2 0 0,-1 2 0 0,1 5 0 0,-1-6-58 0,0 2-12 0,0-1-433 0,2 4 270 0,1-4 134 0</inkml:trace>
  <inkml:trace contextRef="#ctx0" brushRef="#br0" timeOffset="-137044.05">17174 13756 1249 0,'-12'0'0'0,"0"-2"0"0,3-2 0 0,1 2 0 0,4 1 0 0,1 0 0 0,3 1 61 0,0 0 0 0,7 0-24 0,12 0 598 0,4 4-299 0,5 1-140 0,0-1-85 0,3-1 182 0,2 0-129 0,0-2-63 0,0 0-185 0,3-1 70 0,-4 0 21 0,0 0 0 0,-1 0 30 0,-3 0 0 0,-2 0 0 0,1 0-1455 0</inkml:trace>
  <inkml:trace contextRef="#ctx0" brushRef="#br0" timeOffset="-136945.64">17300 14071 1542 0,'-10'0'0'0,"1"1"0"0,3 3 0 0,3-1 0 0,1 1 0 0,2 2 226 0,0-4-95 0,6 3-46 0,10 0 608 0,6-4-333 0,5 2-161 0,2-3 19 0,6 0-90 0,3 0-46 0,3 0 10 0,-4-4-707 16,2-1 325-16,3-2 164 0,2 1 82 0,-1-1-919 0</inkml:trace>
  <inkml:trace contextRef="#ctx0" brushRef="#br0" timeOffset="-136697.5">18037 13885 2516 0,'0'-2'0'0,"-1"-2"0"0,1 1 0 16,0-1 0-16,6 3 0 0,11 1 0 0,4 0 499 0,5 0-222 0,5 0-124 0,6 0-59 0</inkml:trace>
  <inkml:trace contextRef="#ctx0" brushRef="#br0" timeOffset="-136517.47">18218 13871 3604 0,'48'0'66'0,"4"0"-30"0,7 0 189 0,-5 0-225 0,1 0 0 0,-1 0 0 0,-4 0 0 110,-3 0-151-110,3 0 62 0,-18-3 58 0,-5 1 33 0,-8 2 1 0,-7 0-1472 0,-7 0 717 0</inkml:trace>
  <inkml:trace contextRef="#ctx0" brushRef="#br0" timeOffset="-136416.49">18277 14027 999 0,'-30'9'0'0,"6"2"0"0,6 1 0 0,3 1 0 0,12-4 0 0,3-1 519 0,1-1-242 0,11-1-119 0,3 0-62 0,5 2 388 0,2-4-228 0,0 3-110 0,-1 2-55 0,-2-3 91 15,1 3-73-15,-1 1-27 0,-6-1-80 0,-3 1-1 0,-4 1 35 0,-2 2-10 0,-4 0 10 0,0 6 10 0,-10-1-10 0,-12 0 16 0,-4 0-15 0,-7 1-1 0,-3 0 1 0,-7 0-82 0,2-4 37 0,-2-3 7 0,2-3 1 0,2-3-304 0,5-4 156 0,1 2 61 0,13-4-356 0,7 0 192 0,6-1 108 0,7-7-143 0,0-3 115 16,12-2 72-16,10-4 32 0,8 0-532 0</inkml:trace>
  <inkml:trace contextRef="#ctx0" brushRef="#br0" timeOffset="-136325.95">18550 14023 1403 0,'3'-5'0'0,"-2"-1"0"0,1 3 0 0,-2 0 0 0,0 3 0 0,0 0 0 0,-11 0 732 0,-3 10-348 0,-3 7-173 0,-2 2-88 0,2 4 596 0,-2 3-360 0,6 0-359 0,1 1 0 0,6 1 0 0,4-1 0 0,2 2 0 0,2 0 0 0,13-6 0 0,8-1 0 0,5-4 0 16,4-3 0-16,2-7 0 0,5 1 0 15,-6-7-165-15,0-2-151 0,-4 0 89 0,-1-5 119 0,-4-7-766 16,0-2 410-16,-9 2 219 16</inkml:trace>
  <inkml:trace contextRef="#ctx0" brushRef="#br0" timeOffset="-136057.87">18116 13123 1845 0,'-10'-12'0'0,"3"5"0"0,6 4 0 0,1 3 0 0,0 0 0 0,8 3 0 0,9 9 81 0,3 5 0 0,4 0-44 0,2 2 516 0,2 0-258 0,2 1-119 0,-6 1-75 0,3-2 135 0,-1 2-99 0,-1 2-51 0,-3-1-24 0,2 5-617 0,-6-7 291 0,-5 3 151 0,-1-5 75 0,-4-1 37 0</inkml:trace>
  <inkml:trace contextRef="#ctx0" brushRef="#br0" timeOffset="-135876.75">18559 13100 1646 0,'0'-2'0'0,"0"-2"0"0,0 3 0 0,0 1 0 0,0 0 0 0,0 1 0 0,0 13 840 0,-3 8-401 0,-3 6-201 0,-4 10 143 0,-4 6-177 0,-1 11-83 0,-6 8-59 0,-2 4-62 0,-1 1 0 0,-2 7 0 0,4-14 0 0,4-3 0 0,4-8 0 0,0-8 0 0,9-8 0 16,0-1 0-16,4-15 0 0,1-6 0 0,0-5 0 15,0-5 0-15,0-2 0 0,0 0 0 0,0 0 0 16,0 0 0-16,0 0 0 0,-5-2-243 0,0-5 65 0,-1 2 50 0,0 0-545 15,1-3 318-15,1 4 159 0</inkml:trace>
  <inkml:trace contextRef="#ctx0" brushRef="#br0" timeOffset="-134928.02">19205 13941 1450 0,'-20'0'0'0,"9"-3"0"0,2 0 0 0,5 1 0 0,2 0 0 0,2 2 0 0,0 0 548 0,9 0-260 0,13 0-126 47,3 0 175-31,5-2-149-16,2 2-76 0,4-3-28 0,-3 3 192 0,-2-2-119 0,2 2-60 0,-2 0-132 0,-1 0 37 0,5 0 9 0,-8 0 26 0,-3 0-406 0,0 2 203 0,-5 1 101 15,-5 1 52-15,1 1-303 0,-8-2 167 0,-6-3 88 16,1 3-730-16,-2-3 376 0,-2 0 190 0,-6 0 84 16</inkml:trace>
  <inkml:trace contextRef="#ctx0" brushRef="#br0" timeOffset="-134713.41">19428 13617 1678 0,'-6'-5'0'0,"1"5"0"0,0 0 0 0,1 0 0 0,0 0 0 0,3 0 0 0,1 17 0 0,0 7 0 0,0 3 719 16,0 7-341-16,1 7-171 16,5 11-75-16,1-1 429 0,-2 8-305 0,1 0-256 0,-1-2 0 0,0-1 0 15,-1 5 0-15,1-16 0 0,-3-2 0 16,-1-6 0-16,1-4 0 0,-2-8 0 15,0 4 0-15,0-16 0 16,0-5 0-16,-2-5 0 0,-1-3 0 0,-3 0-1 0,1 0-14 0,2-10-644 16,0-2 310-16,3-5 156 0,0 0-795 0</inkml:trace>
  <inkml:trace contextRef="#ctx0" brushRef="#br0" timeOffset="-134128.85">19974 13975 2751 0,'-19'0'0'0,"7"0"0"0,2 0 0 0,-1-3 0 0,11 3 0 0,0 0 0 0,8 0 0 0,13 0 0 0,7 0 0 0,10 0 386 15,6 0-180-15,3 0-85 0,3-1-42 0,-1-2 0 16,3 0-34-16,-6 3 88 0,-1-3-49 0,-2 3-37 16,-4 0-47-16,-3 0-334 0,2 0 158 0,-14 3 101 15,-5 3 56-15,-5-2-359 16,-5 0 162-16,-4-1 118 0,-4 2-906 0</inkml:trace>
  <inkml:trace contextRef="#ctx0" brushRef="#br0" timeOffset="-133954.33">20061 14204 1267 0,'-8'3'0'0,"1"-1"0"0,2 1 0 0,5 2 0 0,0 2 0 0,0 1 30 0,8 1 0 0,7 0-30 0,4 3 0 0,0-1 819 0,1 5-382 0,-3-1-205 0,0-1-98 0,-4 1-10 0,-1-1-43 0,-4 3-1 0,-3 2-115 0,-5-1 32 0,0-1-1 0,-15 2 40 0,-9 2 0 0,-6-1 1 0,-4 2 8 0,-2-6-182 31,-3-2 86-31,1-3 44 0,3-4 0 0,2-1-336 0,3-5 139 0,12-1 63 0,10 0 62 0,8-11-469 0,0-3 255 0,15-5 120 0,11-3-188 0,6-1 163 0</inkml:trace>
  <inkml:trace contextRef="#ctx0" brushRef="#br0" timeOffset="-133803.14">20273 14254 1913 0,'8'-7'0'0,"-4"3"0"0,3 2 0 0,-3 0 0 0,-2 2 0 0,-1 0 0 0,-1 4 0 0,0 11 264 0,-3 4-114 0,-7 2 758 0,3 4-436 0,2 2-248 16,1-3-224-16,4 3 0 0,0-3 0 0,0 0 0 16,3 2 0-16,9-1 0 0,5-5 0 0,5-1 0 31,2-4 0-31,4-4-116 0,2-1-206 0,1-2 188 0,-3-8-956 0,-3 0 488 0,-2 0 284 0</inkml:trace>
  <inkml:trace contextRef="#ctx0" brushRef="#br0" timeOffset="-133574.46">20184 13464 2796 0,'-8'-10'0'0,"-4"-1"0"0,9 5 0 0,3 4 0 0,0 2 0 0,0 0 0 0,1 0 0 0,6 5 338 0,7 6-155 0,-2 0-74 0,5 3-76 0,1 3 3 0,-2-2 1 31,4 6 9-31,-4-4-552 0,0 1 272 0,-2 1 135 0,1-2 68 0,-2 0-803 16,2 1 431-16</inkml:trace>
  <inkml:trace contextRef="#ctx0" brushRef="#br0" timeOffset="-133441.08">20508 13387 2205 0,'0'-3'0'0,"0"0"0"0,0 2 0 0,0-1 0 0,0 2 0 0,0 0 0 0,0 11 463 0,0 10-218 16,-7 6-105-16,-3 12 344 16,-7 7-224-16,0 9-126 0,-10 14-134 0,1 1 0 0,-4 2 0 0,2-2 0 15,4-2 0-15,1-10 0 0,2 0 0 0,9-19 0 16,4-8-968-16</inkml:trace>
  <inkml:trace contextRef="#ctx0" brushRef="#br0" timeOffset="-131612.27">21228 13905 3179 0,'-9'0'0'0,"-1"0"0"0,0 0 0 0,3 0 0 0,4 1 0 0,0 2 0 0,1 2 0 0,2-2 0 0,0 4 0 0,0-2 0 0,8-1 0 0,5-1 0 0,2 2 0 0,4-2 0 0,0 0 0 0,3 0 0 0,0-2 0 0,-1 1 0 0,3-2 0 0,-1 0 0 0,-3 0 0 0,-3 0 115 0,2 0-526 0,-5 0 225 15,0 0 111-15,3 0-770 16,-6 0 385-16,-2 0 211 0</inkml:trace>
  <inkml:trace contextRef="#ctx0" brushRef="#br0" timeOffset="-131447.36">21278 14253 2528 0,'-8'4'0'0,"-1"1"0"0,1 1 0 0,-1 3 0 0,7-3 0 0,0 1 0 0,2 0 0 0,0 0 0 0,2-2 0 0,6 1 380 0,5-1-176 0,6-4 164 16,1 1-165-16,4-2-83 16,-2 0-41-16,5 0-364 15,-4 0 156-15,2 0 83 0,0 0 42 0,-3 0-325 0,0 0 183 0,5 0 101 0,-6 0 37 0</inkml:trace>
  <inkml:trace contextRef="#ctx0" brushRef="#br0" timeOffset="-130591.1">21984 13924 1108 0,'-14'-12'0'0,"0"0"0"0,0-3 0 0,6 6 0 0,0-3 0 0,5 0 0 0,2 1 341 0,1-3-153 0,0 1-67 15,1 2 230-15,12 1-158 0,4 1-78 0,6 1 59 16,3 2-59-16,1 3-45 16,2 3 1-16,2 0-74 0,1 0 39 0,-1 9 1 15,1 2 8-15,-5 2-123 0,-3 7 57 0,-6 1 29 0,-2 4-1 0,-10 6-127 16,-4 5 87-1,-2-1 30-15,-17 3-47 0,-5-1 8 0,-8 3 27 0,-7-3 231 16,-4 4-108-16,-2-11-52 0,1-2-28 0,-1-4 208 47,2-7-109-47,5-2-36 0,0-1 10 0,13-9 252 0,7-5-353 0,8 0 0 16,3 0 0-16,5 0 0 0,0 0 0 0,6 0 0 0,12 0 0 0,7 0 0 15,1 0 0-15,5 0 0 16,2 0 0-1,-2 0 0-15,0 0 0 0,-2 0 0 0,2 0 0 0,-3 0 0 0,6 0 0 0,-9 0 0 0,3 0 0 0,-3 0 0 0,-4 0 0 0,0 0-629 16,4 0 234-16,-8 0 183 16,-1 0-622-16,2 3 399 15</inkml:trace>
  <inkml:trace contextRef="#ctx0" brushRef="#br0" timeOffset="-130047.65">22693 13801 956 0,'0'-10'0'0,"0"2"0"0,0-2 0 0,0 3 0 0,0 3 0 0,0 1 0 0,0 0 290 16,4 3-127-16,0 0-54 0,5 3-42 0,-1 14 253 47,2 3-142-47,-2 5-71 0,2 5-36 0,0 4 37 0,-2-2-41 0,-1 5 0 0,-2-2-33 0,3 1 2 0,-1 1 9 0,-4-3 16 0,1-3 1 0,0-2-26 15,-1-3 0-15,0-4 149 16,0 0-66-16,0-12-46 0,-2-3 0 0,0-7 196 31,3 0-117-31,3-2-57 0,0-16-22 0,6-10 6 0,1-3-79 0,5-8 0 0,0-3 0 0,2-3 0 16,4-4 0-16,-2 4 0 15,1 4 0-15,1 0 0 0,-2 1 0 0,1 2 0 0,4 0 0 0,-11 10 0 16,-3 6 0-16,-2 6 0 63,-5 4 0-63,0 4 0 0,-2 3 0 0,-4 3 0 0,-1 2 0 0,0 0 0 0,0 0-122 0,0 0-6 0,0 2 38 0,0 1-373 0,0-1 214 0,0 3 106 0,0 2 54 0,5 2-727 0</inkml:trace>
  <inkml:trace contextRef="#ctx0" brushRef="#br0" timeOffset="-129824.21">23464 14280 2227 0,'0'0'0'0,"-3"0"0"0,-2 0 0 0,2 0 0 0,-2 0 0 0,3 0 810 0,0 0-391 0,2 0-192 0,-2 0-97 0,2 0-47 0,0 0-48 0,0 0-35 0,0 0 0 0,0-3-599 0</inkml:trace>
  <inkml:trace contextRef="#ctx0" brushRef="#br0" timeOffset="-126266.02">25351 13684 2282 0,'0'0'0'0,"0"0"0"0,0 0 0 0,0 0 0 0,0 0 0 0,2 0 0 0,4-1 0 0,8-2 0 0,5-2 202 0,4 0-83 16,6 0-31-16,4-1 113 0,3 4-82 0,3-2-41 0,-2 4 0 0,3-4 17 16,2 3-19-16,-7-1-10 0,0 2-28 15,-7 0-15-15,1-3 15 0,-6 1-1 0,0 2-84 0,-6-2 38 16,-5-1 23-16,-4 2-217 16,-5-1 120-16,-1-2 60 0,1 4 4 0,-3-3-376 15,0 2 169-15,0 0 105 0,-7 1 12 0,0-2-172 31,-4 2 127-31,3 0 58 0,-5 0-16 0,3 0 37 0,-2 3 0 0,-1 4 28 0,3 0 113 0,0 0-51 16,0 0-27-16,1-1 325 0,1 5-175 0,-4-1-97 16,7-1-35-16,-2 3 445 15,0 0-190-15,2 0-123 0,1 2 0 0,-4 2 202 0,5 1-156 0,2 1-74 16,-2 3 61-16,3 2-79 31,0 1-92-31,0 8 0 0,0-2 0 0,0 3 0 0,2 0 0 16,0 2 0-16,7-2 0 0,0 6 0 0,-3-10 0 0,2 0 0 0,-2 0 0 0,1-5 0 15,-1 1 0-15,-2 1 0 32,-3-8 0-32,-1 0 0 0,0-2 0 0,0-3 0 0,-10 0 0 0,-4 1 0 0,-3-4 0 0,-2-2 0 15,-4-2 0-15,0-3 0 0,-5-3 0 0,2 1 0 16,1-1 0-16,0 0-79 0,1-6-189 0,1-6 100 16,2 0 66-16,-3 0-449 0,9-1 261 0,4 1 126 31,5-2-360-31,3 0 243 0,3 0 122 0,0-2 51 0,1 2-207 0</inkml:trace>
  <inkml:trace contextRef="#ctx0" brushRef="#br0" timeOffset="-124742.92">26199 13791 2288 0,'-5'-15'0'0,"-1"6"0"0,6 6 0 0,-2-2 0 0,0 2 0 0,2 2 0 0,0 1 402 0,0 0-187 0,2 0-88 0,8 0 437 15,1 0-263-15,7 4-267 16,3-4-34-16,1 3 0 0,4-1 0 0,0-2 0 31,2 0 0-31,4 0 0 0,-1 0 0 0,-3 0 0 0,3 0 0 0,-6-2 0 47,-2-1 0-47,2 0-124 0,-9 2-195 0,-5 0 178 0,-6 1 6 0,-1 0-881 0,-4 1 489 0,0 10 235 0</inkml:trace>
  <inkml:trace contextRef="#ctx0" brushRef="#br0" timeOffset="-124553.37">26197 14069 1869 0,'-13'0'0'0,"0"0"0"0,6 0 0 0,3 0 0 0,0 3 0 0,4 0 92 0,0-1-10 0,7 2-44 0,13-1 309 0,2-1-155 0,6 1-76 0,3-3 906 0,2 0-849 0,0 0-173 0,-3 2 0 0,5 0 0 0,-8-2 0 0,8 1 0 16,-9 1 0-16,0-2 0 0,-2 0 0 0,-3 0 0 0,-2 0 0 0,2 0-956 0,-9 4 265 0,-4-3 328 0</inkml:trace>
  <inkml:trace contextRef="#ctx0" brushRef="#br0" timeOffset="-122661.89">27066 13871 1945 0,'-14'0'0'0,"-2"0"-5"0,6 0 2 0,4 0-1 0,3 0 2 16,3 0 0-16,0 5 1 0,11 2 239 0,13 0-99 15,8 0-50-15,8-2 726 0,9-2-389 0,8 1-183 0,1-4-190 0,6 0-53 16,2 0 0-16,8 0 0 0,5 0 0 16,9 0 0-16,-15-3 0 0,-6-3 0 0,-2-2 0 15,-7 1 0-15,-10-2 0 0,5 1 0 0,-20 2 0 16,-6-2 0-16,-7 0 0 0,-8-4 0 0,-7 7 0 16,-3-3-206-16,-2 4-902 15,-18-5 535-15,-5 8 266 0</inkml:trace>
  <inkml:trace contextRef="#ctx0" brushRef="#br0" timeOffset="-122330.12">27294 14069 1427 0,'-26'12'0'0,"0"3"0"0,10 5 0 0,2 1 0 0,8-4 0 0,6-5 0 0,0 0 607 0,12-2-284 0,3-1-143 0,4 2-62 0,2-4-45 0,2 1 0 0,0 0 605 0,-1 0-321 0,-1 2-262 0,3 1-95 0,-5-3 0 0,-6 3 0 0,2 0 0 0,-6 0 0 0,1 4 0 0,-10-1 0 0,0 1 0 0,-4 2 0 0,-15 4 0 16,-5-3 0-16,-8 6 0 0,-1-4 0 0,-3-4 0 31,1 0 0-31,3-4 0 0,1-1 0 0,4-3 0 0,11-2 0 0,3-4 0 0,6-1 0 0,7-1 0 0,0 0 0 0,2 3 0 47,13 2 0-47,7-5 0 0,4 4 0 0,6-1 0 0,1-1 0 0,5 0 0 0,-6-1 0 0,1-1 0 0,0 0 0 0,0 0 0 15,-3 0 0-15,7 0 0 0,-13 0 0 0,2-1 0 16,-4-3 0-16,-3-1 0 0,-3 0 0 0,2 0-824 31,-7 0 286-31,0-3 250 0</inkml:trace>
  <inkml:trace contextRef="#ctx0" brushRef="#br0" timeOffset="-122068.12">27765 14204 3117 0,'0'0'0'0,"0"0"0"0,0 0 0 0,0 0 0 0,0 0 0 0,0 8 0 0,0 6 0 0,0 6 432 0,0 4-187 16,0 3-109-16,3 4-135 0,0 3-1 0,0 5 0 15,0-1 0-15,-2 0 0 32,2-7 0-32,0 0 0 15,0-7 0-15,0-3 0 0,-1-1 0 0,0-8 0 0,0-8 0 0,-1 0 0 0,1-4 0 0,4 0 0 0,4-6 0 0,0-12 0 0,2-4 0 0,4-2 0 16,0-3 0-16,3-3 0 0,3-1 0 0,-2 2 0 15,0 0 0-15,0 1 0 63,0 2 0-63,0 2 0 0,0-5 0 0,-3 8 0 0,-5 3 0 0,-1 2-25 0,-2 1-140 0,-3 1 66 0,-1 1-721 0,-3 6 395 0,-2 1 194 0,0 2-643 0</inkml:trace>
  <inkml:trace contextRef="#ctx0" brushRef="#br0" timeOffset="-121783.74">27762 13225 1699 0,'0'-15'0'0,"0"4"0"0,0 3 0 0,-3 3 0 0,3 1 0 0,0 3 299 0,0 1-136 0,0 12-62 15,0 8 668-15,0 7-366 0,-2 4-182 0,2 5 55 16,-2 3-276-16,1-1 0 16,-1 4 0-16,-1-2 0 0,-1-1 0 0,1 6 0 62,1-8 0-62,-2 0 0 0,0-3 0 0,-2-5-27 0,2 0 11 0,2-2-285 0,-2-11 165 0,4-3 88 0,0-6-857 0,0-3 434 0,2-4 216 0</inkml:trace>
  <inkml:trace contextRef="#ctx0" brushRef="#br0" timeOffset="-121130.08">28645 13681 1279 0,'-9'-6'0'0,"0"3"0"0,4 1 0 0,5 0 0 0,-2 2 235 0,2 0-105 0,2 0-46 0,7 4-24 0,10 5 558 0,1-1-291 0,7 3-136 0,-2-3-82 0,7 2 219 15,1 1-146-15,-1-1-72 0,3-1-37 0,4 2-27 31,-4-4-10-31,-2 3-102 0,0-3 51 0,-3 0 26 16,-6-1-1-16,1 3 1 0,-11-6-9 0,-4 6 34 0,-9-4 1 0</inkml:trace>
  <inkml:trace contextRef="#ctx0" brushRef="#br0" timeOffset="-120909.78">29098 13831 3926 0,'-6'11'5'0,"-13"5"-5"0,-10-1 0 0,-2 6 0 0,-11 2 0 0,0 1 0 0,1 3 0 0,-7 0 0 0,8-1 0 0,1-2 0 0,4-1 0 0,2 0 0 0,4-4 0 0,2 1 0 0,15-8 0 0,9-5 0 0,3-6 0 0,3-1 0 0,16 0 0 0,7-3 0 0</inkml:trace>
  <inkml:trace contextRef="#ctx0" brushRef="#br0" timeOffset="-120803.48">29293 13831 2497 0,'2'1'0'0,"2"1"0"0,0 1 0 0,-1 2 0 0,1 4 0 0,-2 2 0 0,-2 6 0 0,0 1 0 0,0 5 452 0,0 1-208 0,0 7-95 16,0-6 440-16,3 0-589 0,8 0 0 0,4-4 0 0,0-1 0 0,8-3 0 0,0-8 0 0,1-4 0 0,7-5 0 0,-2 0 0 0,4-14 0 0,4-5 0 0,-8-4 0 0,-3-5 0 0,-2 0 0 0,-8 0 0 0,-4-3 0 0,0-3 0 0,-11 5 0 0,-1-1 0 0,-4 3 0 0,-13-1 0 0,-7 4 0 0,-8-1 0 0,-1 11 0 0,0 3 0 0,-3 6 0 0,0 3 0 0,1 2 0 0,1 0 0 0,10 0 0 0,5 8 0 0,1 5 0 0,7 3 0 0,1 4 0 0,3 1 0 0,7 0-581 0,0 0 88 0,3 1 229 0,8-3 113 0</inkml:trace>
  <inkml:trace contextRef="#ctx0" brushRef="#br0" timeOffset="-114878.14">8087 15438 1619 0,'0'0'0'0,"0"0"0"0,0 0 0 0,0 0 0 0,0 0 366 0,7 0-163 0,3 0-81 0,9 0 326 0,3 0-203 0,9-2-93 0,6-2-61 0,2-2 124 0,5 6-87 0,5-3-44 0,-3 0-1 0,5 3-81 0,-10-3 39 0,-2 3-1 16,-6 0-232-16,-4 0 116 16,-4 0 59-16,-2 0 38 0,-12 0-192 0,-2 3 106 0,-7 1 52 0,-2-2-659 15,0 1 322-15,0 0 116 0,-5 1 101 0,-10 1-462 31,1-2 278-31</inkml:trace>
  <inkml:trace contextRef="#ctx0" brushRef="#br0" timeOffset="-114688.08">8182 15521 1626 0,'-8'12'0'0,"6"0"0"0,1 5 0 0,1 0 0 0,0 3 0 0,2 6 0 0,8 3 0 0,3 0 568 0,3 4-264 16,-1 3-132-16,-4 4 48 0,1 5-90 0,-2 8-35 15,-4-6-10-15,-5 4-29 32,-1 1-16-32,0-1 0 0,0 6 9 0,-9-11-218 0,1 0 104 0,-5-5 52 0,3-3-362 0,-2-6 207 15,-1-1 114-15,5-18 27 0,1-8-542 0,2-5 225 0,1-1 153 0,2-18-395 16,2-9 263-16</inkml:trace>
  <inkml:trace contextRef="#ctx0" brushRef="#br0" timeOffset="-114116.77">8459 15633 948 0,'0'-1'0'0,"0"-3"0"15,0 2 0-15,0 2 0 0,0 0 0 0,0 0 0 0,-2 7 599 0,-8 9-280 0,5 1-140 0,-6 4-70 0,2 3 192 16,0 3-121-16,1-2-76 0,0 2-116 0,2 1 25 16,0-4 1-16,4-1-191 15,-3-2 118-15,5-6 44 0,0-3 27 0,0-5-118 16,0-2 72-16,0-5 36 0,5 0 8 0,1 0-261 15,3-10 56-15,-1-4 87 0,2 1 25 0,2 0-1 16,0 0 35-16,-2 2 9 0,1 2 161 0,2 0-80 16,0 0-40-16,2 1 228 0,-1 3-108 0,-2 1-66 31,1 3-8-31,3 1 98 0,-4 0-48 0,3 0-32 0,-5 0 5 0,-1 10-8 0,1-1 15 0,-5 3-38 16,0 1-54-16,-2 2 37 15,-3 2-10-15,0-2 27 0,0-1-82 0,-6 0 39 16,-5 1 11-16,-3-1-109 0,1-5 50 0,0 1 35 15,1-2 2-15,-3-1-81 16,4 0 42-16,0 0 26 0,2-3-23 0,4 0 34 0,1 1-10 0,2 2 16 16,1 0-3-16,1 0-5 47,0 1-6-47,0 3 8 0,1-2 103 0,2 4-49 0,3 2-22 0,1 2 100 0,-1-3-52 0,-2 2-31 0,4 2-1 0,-5-3 51 0,1 0-26 0,-3 4 4 15,3-6-22-15,-2-2-37 0,0-1 31 0,-2-4-6 16,0 2-30-16,0-5 5 0,0 0 31 0,0-3-4 15,0 0-181-15,-4 0 85 0,-1-4 32 0,-1-3-261 16,-3-2 133-16,1-2 75 16,-4 1 14-16,2 0-161 0,-3-1 99 0</inkml:trace>
  <inkml:trace contextRef="#ctx0" brushRef="#br0" timeOffset="-114021.2">8470 16191 1599 0,'-10'-5'-64'16,"-3"1"53"-16,2 2-1 0,1 2-27 0,-2 0 191 0,2 4-105 0,0 3-38 0,1 6 0 0,1-2-48 0,3 3 0 0,-1-1-9 0,1-1 9 0,2 0 23 0,2-1-21 0,1-4 138 0,0 2 357 0,0-2-80 0,0-6-175 0,1-1-81 0</inkml:trace>
  <inkml:trace contextRef="#ctx0" brushRef="#br0" timeOffset="-113916.48">8690 16041 1643 0,'11'0'0'0,"-2"0"0"0,1 0 0 0,0 0 0 0,1 0 0 0,-3 5 351 0,-1 5-155 0,-2 2 128 62,1 0-147-62,-2 2-71 0,1 1-26 0,-4 0-136 0,1-1 47 0,0 1 0 0,0 0 45 0,0-3-668 0,0 3 344 0,2-4 158 0,-1-4 84 0</inkml:trace>
  <inkml:trace contextRef="#ctx0" brushRef="#br0" timeOffset="-113797.8">8937 15694 2056 0,'5'-7'0'0,"2"4"0"0,3-2 0 0,3 2 0 0,4-3 0 16,3 5 0-16,5-5 380 16,-1 2-172-16,7-3-86 0,-1 1-42 0,7 0 108 0,-4-1-81 0,-2 2-35 15,-2 0 0-15,-2 4-534 0,-7 1 249 0,2 0 134 32,-13 0-673-32,-5 12 386 0,-4 6 191 0,0-1-427 0,-8 5 283 0</inkml:trace>
  <inkml:trace contextRef="#ctx0" brushRef="#br0" timeOffset="-113432.52">9065 15868 1348 0,'-17'11'0'0,"6"0"0"0,-1 2 0 0,9-1 0 0,3-2 0 0,0 2 0 0,0 2 0 0,5-2 176 0,5 6-61 0,1-6-44 0,1 5 90 0,-1 0-63 0,-2 0-31 15,-3 0 1-15,2 4 31 0,-6-3-36 0,0 1 1 16,0-2-28-16,-2 0-76 0,0 0 38 0,0-3 9 16,-2-7-63-16,-1 0 47 15,-2-7 22-15,-1 0-115 16,5 0 70-16,-1-11 23 0,2-8-20 0,0-6-247 0,0-6 119 0,5-4 71 15,4-6 12-15,0-8-157 0,1-1 96 0,2-5 50 16,-1-4 24-16,0-8-248 0,0-1 137 16,2-15 58-16,-1 8 2 0,-1-1 39 0,-1 5-1 0,-3 8 368 15,2 2-174-15,-5 29-74 0,-2 14-41 0,-2 13 481 16,0 5-234-16,0 9-136 16,0 15-10-16,-2 12 161 0,2 8-88 0,0 9-72 15,0 6-35-15,2 7 355 0,2 13-186 0,4-7-106 16,0 4 231-16,1 2-164 0,1 1-83 15,1 0-9-15,4 9-27 0,0-18-33 0,1-9-50 0,2-1-160 16,-4-6 68-16,2-2 64 0,1 2 41 0,-5-17-460 16,-2-2 242-16,-3-5 121 15,-5-7-10-15,0-8-270 16,0-5 103-16,-2-10 117 0,0-12-426 0,0-15 266 16,0-11 134-16,0-8-291 0</inkml:trace>
  <inkml:trace contextRef="#ctx0" brushRef="#br0" timeOffset="-113295.04">9460 15382 1587 0,'-2'-9'0'0,"-1"1"0"0,3 4 0 0,0 4 0 0,0 0 0 0,2 0 269 0,5 7-117 15,4 4-48-15,-3 0 274 0,6 3-170 0,0 2-87 16,0 0-41-16,4 2-178 16,-2 1 62-16,3-1 37 0,0 4-745 0</inkml:trace>
  <inkml:trace contextRef="#ctx0" brushRef="#br0" timeOffset="-113029.64">9913 15717 2060 0,'-3'0'0'0,"2"0"0"0,1 0 0 0,0 0 0 0,0 0 0 0,0 0 0 0,1 0 0 0,8 0 0 0,1 0 535 0,4 0-250 0,0 0-124 0,4 0-62 0,1 0-493 0,1 0 211 0,2 0 110 0,0 0-428 0</inkml:trace>
  <inkml:trace contextRef="#ctx0" brushRef="#br0" timeOffset="-112922.55">9907 16116 1968 0,'-16'3'0'0,"4"1"0"0,4 2 0 0,5 1 0 0,3-5 0 0,2 1 0 0,13 1 0 0,2-2 743 0,7-2-354 0,6 1-167 0,-1-1-98 0,4 0 342 0,1 0-447 0,1 0-19 0,5 0 0 0,-8 0-212 31,1 0-113-31,-1 0 181 0,-3 0-1102 0</inkml:trace>
  <inkml:trace contextRef="#ctx0" brushRef="#br0" timeOffset="-111730.34">10960 15533 1555 0,'0'-12'0'0,"-1"-2"0"0,-1-2 0 0,-1-3 0 0,2-4 0 0,0 3 0 0,-1 0 0 0,-2-3 0 0,2 0 126 0,0 0-44 0,0-5 10 0,1 4-95 0,-3 1-1 0,2 3 42 0,-3-2-43 0,0 3 42 0,-3-3 10 15,-3 8-10-15,2 1-5 0,-5 6 5 0,0 2 1 0,-3 3-1 0,-2 2 105 16,-1 2-57-16,1 13-24 0,-1 4 0 0,3 8 120 15,-1 3-63-15,6 6-45 0,7 8 157 0,1 3-96 16,4 7-48-16,0 3 96 0,1 9-63 0,10-6-45 16,2 1 0-16,1 7 91 15,4 2-165-15,-2 3 0 0,1 8 0 0,-4-16 0 0,-1-1 0 0,-4-1 0 16,-5-5 0-16,-1-5 0 16,-2 9 0-16,0-20 0 46,-7-1 0-46,-7-7 0 0,-5-5 0 0,1-4 0 0,-3-4 0 0,0-12 0 16,1-6 0-16,0-3 0 0,0 0 0 0,1-7 0 0,1-6 0 0,6-5-474 0,5-5 91 0,6-5 173 0,1-4-718 0,3-4 445 0</inkml:trace>
  <inkml:trace contextRef="#ctx0" brushRef="#br0" timeOffset="-111547.02">11024 15983 928 0,'8'-2'0'0,"1"-3"0"15,-2 4 0-15,2-1 0 0,-4 2 0 0,1 2 835 0,-3 10-399 0,0 3-199 0,-2 3-100 0,3 3-40 0,-3 2-35 63,-1 4 0-63,0 1 609 0,0 1-317 0,0 2-242 0,0 2-112 0,0-5 0 0,0 1 0 0,0-7 0 0,0-2-748 0,0-2 400 0,0-8 187 0,0-5 100 16,0-5-896-16,0 0 459 0</inkml:trace>
  <inkml:trace contextRef="#ctx0" brushRef="#br0" timeOffset="-111240.03">11144 15184 2402 0,'-9'-21'0'0,"-2"8"0"0,6 1 0 0,5 3 0 0,0 0 0 0,3 2 0 0,8 2 0 0,7 0 342 0,5 2-153 15,3 0-76-15,2 3 14 16,-1 0-50-16,-3 0 0 0,0 0-40 0,0 14-299 0,-4 2 149 0,-3 7 85 15,-7-1 28-15,-9 7-162 0,-1-1 100 16,0 5 50 0,-16-2-71-16,-1 3 69 0,-5-4-68 0,-2-4 45 0,-1-1 242 0,-2-4-108 15,4-3-95-15,-4 2 520 0,5-8-254 0,5-7-127 0,6 2-21 0,0-7-53 16,6 0-67-16,4 0 0 16,1 0 0-16,9-4 0 0,13-6 0 0,3-2 0 15,6 1 0-15,1 2 0 0,3 0 0 0,0 2 0 16,1 2 0-16,1 1-65 0,4 4-26 0,-8 0-914 31,2 0 484-31,-3 12 242 0,2 1 121 0,-4 7-566 0</inkml:trace>
  <inkml:trace contextRef="#ctx0" brushRef="#br0" timeOffset="-110521.55">11783 15877 3160 0,'-14'0'0'0,"-3"-2"0"0,4-3 0 0,-5-3 0 0,3 2 0 0,2-2 0 0,-1-3 0 0,-2 1 0 0,2-1 0 0,-3-1 0 0,4 3 0 0,0 5 0 0,-2 3 0 0,0 1 0 0,-1 0 0 0,0 11 0 0,1 12 0 0,3 6 131 0,2 6 82 0,-1 4-88 0,4 4-44 93,2 4 118-93,5-6-177 0,0 1-22 0,0-4 0 0,11-1 0 0,3-8 0 0,5 3 0 0,-1-16 0 0,2-5 0 0,2-5 0 0,-1-6 0 0,2 0 0 0,-3 0 0 0,-1-20 0 0,1-7 0 0,0-4 0 0,-2-6-31 0,3-5-105 0,-4-2-240 0,-1-4 151 0,-1-6 93 0,1-1-67 0,-5-6 80 0,3-12 32 0,-8 5 9 0,0-7 0 0,-4-5 1 0,-2-2 40 16,3 2 0-16,-1-4-37 16,-2 28 9-16,0 15 28 0,0 17-1 0,-5 16 280 0,-1 8-139 0,1 0-80 15,-3 22 359-15,2 14-172 0,-1 6-108 0,1 9-9 16,0 7 296-16,2 11-167 0,-1-5-162 0,2 6-60 15,-3 0 0-15,3 2 0 0,0 2 0 0,-1 12 0 16,4-17 0-16,0-2 0 16,0-4 0-16,8-7 0 0,8-9 0 0,-2 4 0 0,3-23 0 0,0-7 0 15,2-8 0-15,-1-9-25 0,-2-4-575 0,4-1 246 16,-4-20 163-16,1-9-208 16,2-3 181-16,-2-7 90 0,1-6 46 15,6-8-114-15,-7 3 84 0,2-6 38 0,-2-2-1 0,2 4-97 16,-4 2 68-16,4 0 24 0,-11 21 292 0,0 9-125 31,-7 13-62-31,0 9-31 0,-1 1 657 0,0 11-351 0,-4 17-94 0,-5 10 618 0,0 4-393 0,0 5-351 16,0 7-80-16,7-6 0 0,-2-1 0 0,4 0 0 15,0-5 0-15,0-1 0 16,6 1 0-16,8-13 0 16,3-8 0-16,4-6 0 0,3-10 0 0,1-5 0 0,3 0 0 0,-4-18 0 15,1-10 0-15,-4-4-138 0,0-2-123 0,-4-2 119 16,1-8 9-16,-5 6-47 15,-5-6 70-15,4 1 37 0,-4-4-1 0,1 1-72 0,1-3 45 0,-4 14 37 16,-2 4 160-16,-3 11-67 0,0 9-33 0,-1 8 463 16,0 3-257-16,0 2-115 15,-1 17-41-15,-4 13 461 0,0 1-507 0,4 8 0 16,-1 3 0-16,2 0 0 0,0 1 0 0,0 1 0 0,0-2 0 16,6-3 0-16,4 7 0 0,2-13 0 15,2-2 0-15,3-1-287 0,2-2 155 0,5-6-1047 16</inkml:trace>
  <inkml:trace contextRef="#ctx0" brushRef="#br0" timeOffset="-109993.85">13210 15666 1113 0,'-4'-20'0'0,"0"0"0"0,1-2 0 0,2 2 0 0,1-6 0 0,0 1 0 0,0-1 146 0,0-8-45 0,0 6 63 16,0-2-63-1,-2-1-33-15,0-2 1 0</inkml:trace>
  <inkml:trace contextRef="#ctx0" brushRef="#br0" timeOffset="-109882.36">13187 15320 1856 0,'-8'-36'74'0,"-1"10"-8"0,-5 2-30 0,-2 6 94 0,-1 6-47 0,-2 7-23 0,-4-1 9 0,2 6 139 0,1 8-86 0,-3 11-43 0,3 9 148 0,2 6-96 0,-2 7-38 0,11 4 64 0,1 7-61 0,5 5-29 0,3 2-1 0,0 3 158 0,0 10-137 0,9-7-87 0,1 1 0 0,1 3 0 0,4 3 0 0,-2 2 0 0,1 10 0 0,-4-14 0 0,-5 0 0 0,0 1 0 0,-3-2 0 0,-2-1 0 0,0 4 0 0,-12-22 0 0,-6-7 0 0,-4-8 0 0,-6-6 0 0,-2-10 0 0,-2-1 0 0,2-16 0 0,0-2 0 0,4 0 0 0,3-14 0 0,4-3 0 0,2-7 0 0,12-3-375 0,5-7-133 0,0-1 236 0,11-3-723 0</inkml:trace>
  <inkml:trace contextRef="#ctx0" brushRef="#br0" timeOffset="-109341.66">13369 16148 1599 0,'0'0'0'0,"0"-1"0"0,0-1 0 0,0 0 0 0,0 2 0 0,0 0 0 0,2 10 732 16,1 7-338-16,0 4-183 0,0 8 195 0,0 5-184 0,0 3-93 0,1 6-46 15,0 7 72-15,-1-5-155 0,1 3 0 0,1-2 0 16,-5-3 0-16,2 1 0 15,0-3 0-15,-1-9 0 0,-1-6-54 0,0-6-24 0,0-5 58 0,-1-7-619 16,-3 1 324-16,-5-9 42 16,3 0 119-16,1-16-486 0,1-5 302 0,0-9 151 0</inkml:trace>
  <inkml:trace contextRef="#ctx0" brushRef="#br0" timeOffset="-109022.87">13541 15337 1692 0,'-7'-17'0'0,"4"5"0"0,0 0 0 0,1 9 0 0,1 1 0 0,-3 2 0 0,-1 0 434 16,0 13-198-16,-1 3-91 0,-2 5 3 0,-3 6-56 16,-1 3-27-16,-1 4 4 0,-4-4-32 0,-2 5 9 15,4-6-9-15,-1-3 84 0,0-1-42 0,1-4 0 16,1-3-41-16,0 0 275 0,7-7-143 0,1-6-66 15,3-3-78-15,3 0-26 47,0-2 0-47,9 2 0 0,10-2 0 0,2 0 0 0,7 0 0 0,3 0 0 0,4 0 0 0,4 0 0 0,-6 0 0 0,2 0 0 0,-1 2 0 0,-1 1 0 16,-2-1 0-16,5 4 0 0,-9-5-109 0,-4 5-77 16,-5-5-670-16,-1 1 409 0,-6-1 205 0,-1-1 93 15,-9 0-538-15,-1 0 326 16,0-3 161-16</inkml:trace>
  <inkml:trace contextRef="#ctx0" brushRef="#br0" timeOffset="-108856.95">13664 15384 2431 0,'-8'-9'0'0,"1"2"0"0,-1 0 0 0,3 5 0 0,3 2 0 0,-3 0 0 0,5 11 0 0,0 9 0 0,0 5 463 0,0 7-217 0,0 5-105 0,0 7 279 0,0 5-192 0,0 2-226 0,-3 12-2 0,0-6 0 0,1-1 0 0,-1-1 0 0,2-1-202 0,1-6-72 0,0 3 164 0,-1-14 69 0</inkml:trace>
  <inkml:trace contextRef="#ctx0" brushRef="#br0" timeOffset="-106410.65">14171 15746 1753 0,'-3'6'0'0,"2"1"0"0,1 2 0 0,-2 5 0 0,2-1 0 0,0 8 0 0,0 1 0 0,0 8 235 0,2 5-98 0,-1 4-41 0,4 0 175 16,0 4-117-16,0 1-59 0,2-1-28 0,-1-4 67 31,2 2-39-31,3-12-34 0,4-6 0 0,3-6-12 0,2-8-12 0,5-7 0 0,5-2-22 0,-1-10-9 16,2-15 31-16,1-10-89 0,0-4 44 0,-1-7 1 16,1-2 53-16,-6 3-130 15,-4 1 39-15,-3-1 35 0,1 1-8 16,-4 2-77-16,3-5 38 0,-12 14 13 0,0 6 0 0,-5 10 171 0,-2 9-71 0,0 4-30 15,0 4 145-15,-2 0-78 16,-5 10-44-16,0 14 311 0,-2 7-233 16,-1 10-127-16,2 3 0 0,2 2 0 0,1-2 0 0,2 1 0 31,3-2 0-31,0-1 0 0,0 6 0 0,2-13 0 0,7-5 0 0,3-3 0 0,5-6 0 0,-2 2 0 16,3-12-302-16,-1-5 26 0,-1-5 138 15,-1-1-884-15,0 0 492 0</inkml:trace>
  <inkml:trace contextRef="#ctx0" brushRef="#br0" timeOffset="-104579.33">14983 16029 2193 0,'0'0'0'0,"-6"0"0"0,-1 0 0 0,2 0 0 0,0 0 0 0,3 2 0 0,-1-2-3 0,2 1 0 0,-4 1 1 0,5 0 248 0,0-2-104 0,0 2-53 0,0 0-139 31,0-1 43-31,0 2 11 0,3-1 32 0,3 1-631 0,1 3 317 0</inkml:trace>
  <inkml:trace contextRef="#ctx0" brushRef="#br0" timeOffset="-104199.97">15448 16056 1438 0,'-20'2'0'0,"2"1"0"0,-3 4 0 0,12 0 0 16,-1 0 186-16,8-1-74 0,2 0-37 0,0-1 459 0,17-2-239 0,10 0-132 47,9-3-63-47,10 0 462 0,4 0-261 0,6-1-136 0,8-4-165 0,-6 0 0 0,3-2 0 0,0-1 0 0,4 1 0 0,1 0 0 15,6 0 0-15,-11 2 0 0,-6-2 0 0,-2 1 0 16,-6-3 0-16,-7 1-203 0,1 0 110 0,-19-1 21 16,-7 1 47-16,-7 0-659 0,-7 1 323 0,-1 3 161 15,-3-3 70-15,-15 1-464 16,-5 3 279-16</inkml:trace>
  <inkml:trace contextRef="#ctx0" brushRef="#br0" timeOffset="-103879.36">15501 16252 1432 0,'-9'0'0'0,"1"0"0"0,1 0 0 0,3 0 0 0,2 0 0 0,2 0 400 0,0 2-186 0,4 7-89 0,8 1-44 0,5 1 185 16,2 3-114-16,2 3-49 0,1-3-37 0,1 3 19 16,-3 2-23-16,0 3-1 0,-6-1-214 0,1 4 104 15,-6 0 39-15,-7 0-90 16,-2 3 68-16,-1 1 35 0,-17-3-1 0,-5 6 92 0,-5-6-24 0,-3-5-39 15,0-3-59-15,-2-4 181 79,4-4-100-79,-3 0-21 0,10-5-15 0,5-5 489 0,8 0-235 0,4 0-247 0,4 0-24 15,1 0 0-15,1-3 0 0,19 0 0 0,4-3 0 0,6 2 0 0,2-3 0 0,7 1 0 0,-5-1 0 0,2 2 0 0,-3-2 0 0,1-1 0 16,-1 3 0-16,0 0 0 0,-7-1 0 0,-2 0-435 0,-4 4-42 0,-5-3 220 15,-1 3-614-15,2-2 408 0,-7-1 218 0</inkml:trace>
  <inkml:trace contextRef="#ctx0" brushRef="#br0" timeOffset="-103620.22">15904 16232 1314 0,'2'-2'0'0,"-1"1"0"0,1 1 0 15,1 0 0-15,2 1 0 0,1 14 574 16,0 9-268-16,0 11-135 0,1 6-66 0,-1 9 374 0,3 8-211 0,-3 0-121 15,-1-3-55-15,2-1 37 0,-3-8-46 0,2-7 0 16,-1 0-12-16,0-20-9 0,-4-8-25 0,1-6-27 16,-1-5-10-16,1 0 0 0,0 0 0 0</inkml:trace>
  <inkml:trace contextRef="#ctx0" brushRef="#br0" timeOffset="-103522.31">16004 16761 3931 0,'8'-28'0'0,"-1"-3"0"0,5-5 0 0,1-3 0 0,2-2 0 0,1 2 0 0,2 0 0 0,2 1 0 0,-1 1 0 0,1 3 0 0,3-4 0 0,-7 9 0 0,0 8 0 0,-2 3-371 0,-4 6 69 0,-2 2 138 0,-1 5 24 0,-6 5-546 0,-1 0 325 0,0 0 162 0,0 7 81 0</inkml:trace>
  <inkml:trace contextRef="#ctx0" brushRef="#br0" timeOffset="-103314.49">15920 15462 851 0,'0'-8'0'0,"0"1"0"0,-1 1 0 0,-2 1 0 0,1 1 0 0,-1 4 604 0,-1 0-283 0,3 6-142 16,-2 13-71-16,1 6 507 0,2 6-294 0,0 4-142 31,0 4-71-31,0 3 110 0,0 2-90 0,0 5-37 0,0-6-295 0,0-1 120 0,2-1 61 0,-1-3-237 16,2-4 149-16,1-2 83 0,-1-11 28 0,-1-4-657 15,-1-7 335-15,1-5 55 16,-1-5 122-16</inkml:trace>
  <inkml:trace contextRef="#ctx0" brushRef="#br0" timeOffset="-102177.33">17046 15951 817 0,'0'-11'0'0,"-4"2"0"0,-3 1 0 0,1-2 0 0,1 1 0 0,0 2 0 0,-2-2 0 0,2 0 0 0,-1 0 168 0,-2-2-54 0,2 3-43 47,-3 2 0-47,0-1 58 31,2 2-45-31,-3 3 0 0,-3-2 16 0,2 4-36 0,-4 0 1 0,0 9-26 0,-2 8 2 0,1 9-2 0,-2 6 10 0,4 6 38 16,0 5-48-16,3 5-1 0,2-1 1 0,4-1 74 0,0 1-27 0,5-7-11 0,0-6-36 0,2-5 36 0,12-7 0 0,2 2-26 62,4-16-39-62,0-6 1 0,5-2 28 0,2-8 0 0,1-15-80 0,0-8 50 0,-1-4-10 16,-2-6-53-16,0-2 45 0,-3-6 10 0,1-4-1 0,2-6-246 0,-8 6 125 0,-1-5 37 0,-3-3 40 0,-3-2-113 0,-5-1 67 15,1-11-1 1,-4 15 51-16,-2 8-7 16,0 9 8-16,0 13 214 0,-7 15-104 0,-1 4-61 0,0 11-18 0,0 12 172 0,-2 15-92 0,-2 10-23 78,2 11-30-78,-1 10 304 0,3 0-152 0,4 7-37 0,1 4-49 0,1 1 83 0,2-1-65 0,0 6-22 0,0-11 6 0,0-4-1 0,4-4-47 0,6-3-146 0,1-8 72 0,2 3 47 0,-1-22-9 0,1-5-326 0,-1-7 179 0,-4-4 69 0,0-8 50 0,-2 1-279 15,-3-3 105-15,1-2 89 0,0-11-17 0,-1-4-354 16,2-4 221-16,-1-3 100 16,3-1-349-16</inkml:trace>
  <inkml:trace contextRef="#ctx0" brushRef="#br0" timeOffset="-101901.4">17387 15838 1110 0,'0'-1'0'0,"0"1"0"0,0 0 0 0,0 0-1 0,2 0 1 0,-1 8 538 0,2 6-249 0,2 10-127 0,2 8-52 0,0 5 146 0,-1 9-110 0,2 5-55 62,-1 2-27-62,2-2 109 16,-1 2-59-16,-1-14-44 0,3-3-3 0,-1-9 0 0,-1-8-30 0,-2-7 25 0,1-2 10 0,-2-10-35 0,2 0 0 0,-1-12 137 0,4-15-68 0,5-9-34 0,2-6 6 0,2-3-78 0,1-6 0 0,-1-3 0 0,4-4 0 0,2-3 0 0,5-7 0 0,-6 9 0 15,4-1-108-15,-1 4 23 0,0 5 47 0,-4 8-161 16,2 1 91-16,-11 20 55 16,-3 8-3-16,-3 7-172 0,-5 4 80 0,-2 3 56 0,1 0 10 15,-2 0-543-15,0 12 293 0</inkml:trace>
  <inkml:trace contextRef="#ctx0" brushRef="#br0" timeOffset="-99395.12">18445 15646 1875 0,'-9'0'0'0,"3"0"0"0,-1 0 0 0,3 0 0 0,0 0 0 0,3 0 0 0,1 0 0 0,0 3 240 0,11-2-101 0,7 1-50 0,3 2-27 0,7-2 10 0,0-2-34 0,0 0 342 0,3 0-170 0,-1 0-87 0,-2 0-43 0,5 0-178 0,-8 0 64 0,2 0 35 15,-2 0 0-15,-4 0-514 0,-3 1 276 0,4 3 146 16,-9 2 13-16,-6-2 52 0</inkml:trace>
  <inkml:trace contextRef="#ctx0" brushRef="#br0" timeOffset="-99203.25">18556 15940 1789 0,'-15'2'0'0,"5"3"0"0,1 4 0 0,5-3 0 0,3 2 0 0,1 1 0 0,0-1 385 0,5-2-178 0,16-1-85 0,4 0-42 15,3-3 459-15,5-1-251 0,3 1-116 16,-2-2 82-16,0 0-159 0,1 0-95 0,-2 0 0 15,4 0-29-15,-8 2 24 0,-2-2 0 0,-4 0-360 16,-1 2 200-16,-6-2 102 0,1 3 59 0,-9-3-271 16,-6 1 60-1,1-1 109-15,-3 0-88 0,0 0-470 0,0 0 304 0</inkml:trace>
  <inkml:trace contextRef="#ctx0" brushRef="#br0" timeOffset="-98835.72">19385 15851 1604 0,'-20'0'0'0,"6"-1"0"0,3-1 0 0,1 2 0 0,10 0 0 0,0 0 593 0,6 0-278 0,15 0-139 0,5 2-70 0,8-1 566 0,7-1-323 0,6 0-233 16,3 0-116-16,3-3 0 0,-1 0 0 0,3-5 0 15,-5 4 0-15,-3 4 0 0,-4-2 0 0,-2 2 0 16,-6 0 0-16,3 0 0 0,-16 2 0 0,-6 7-468 16,-6-3 95-16,-2 3 97 0,-6-1 136 0,-2 4-919 15</inkml:trace>
  <inkml:trace contextRef="#ctx0" brushRef="#br0" timeOffset="-98516.72">19499 16100 1838 0,'-19'0'0'0,"10"0"0"0,4 0 0 0,5 0 0 0,0 0 0 0,5 0 0 0,13 0 0 0,7 0 361 0,5 0-172 16,3 0-72-16,2 0 291 0,1 0-185 0,3 0-85 31,-8 2-55-31,-4 1-119 0,1 4 36 0,-5 0 0 0,0 3 45 0,-11 0-265 0,-9 5 128 0,-3 2 64 16,-3 3-59-16,-18 2 62 15,-10 5 40-15,-8-4 18 0,-5 0-8 0,-4-1-75 16,3-4 24-16,-1-3 284 0,3 2-128 0,12-8-74 15,4-3-30-15,9-3 389 0,8-1-280 0,7-2-135 16,3 0 0-16,5 0 0 0,20 0 0 0,8 0 0 16,6 0 0-16,4 0 0 15,4 2 0-15,-2 0 0 0,-3 0 0 0,-1 1 0 0,1 0 0 32,-4 0 0-32,6 3-26 0,-14-1-58 0,-5-1 51 0,-3 0-61 15,-8 2 44-15,-2-1-92 0,-5-2-411 0,-4-1-220 0,-3-2 369 0,0 0 184 16,-10-4-349-16,-4-10 267 0</inkml:trace>
  <inkml:trace contextRef="#ctx0" brushRef="#br0" timeOffset="-98344.5">19763 15170 2461 0,'0'-8'0'0,"0"1"0"0,-3 4 0 0,3 3 0 0,0 2 0 0,0 14 0 0,0 6 0 0,0 4 0 0,0 4 0 0,0 4 579 0,2 0-271 16,1 4-136-16,-1 0-279 0,2 8 80 0,0-2 28 0,1 0-696 0,0 0 366 0,0-1 183 0,0 0 92 0,-1 5-846 0</inkml:trace>
  <inkml:trace contextRef="#ctx0" brushRef="#br0" timeOffset="-97974.08">20652 15350 1098 0,'-7'-34'0'0,"1"9"0"0,1 2 0 0,1 3 0 0,-4-1 423 15,2 4-194-15,-5-1-87 0,-1 8-58 0,0 5 200 16,0 3-124-16,-4 2-62 0,2 4 256 0,-4 10-150 0,5 9-88 0,1 6 129 62,2 8-105-62,1 6-52 0,5 3-26 0,-3 9 73 0,7 1-66 0,0 0-69 16,0 3 0-16,0 3 0 0,0 12 0 0,2-3 0 0,-1 0 0 0,4 6 0 0,-2 2 0 0,-3 1 0 0,0 7 0 0,0-19 0 0,0-7 0 0,-4-6 0 94,-6-8 0-94,-1-7 0 0,-6 2 0 0,1-20 0 0,-4-7 0 0,-1-7 0 0,0-6 0 0,-1-2-49 0,-1-2-102 0,6-12 71 0,0-1 20 0,1-6-313 0,5 1 164 0,3-4 87 0,0-2-598 0,8 5 347 0,0 1 168 0</inkml:trace>
  <inkml:trace contextRef="#ctx0" brushRef="#br0" timeOffset="-97609.39">20854 16165 1506 0,'0'10'0'16,"-6"2"0"-16,0 5 0 0,4-3 0 0,-2-2 0 0,2 3 0 0,1 0 161 0,1-1-63 0,0 5-21 0,0-7 173 0,0 2-106 0,4-1-54 0,7-1-18 15,0-4-36-15,4 1 9 16,0-7-8-16,0-2-70 16,2 0 35-16,2 0 1 0,-3-7 33 0,7-8-145 0,-6-1 64 0,0-5 41 0,-1-2-1 0,-5-1-197 15,-2 0 109-15,2-1 11 0,-8 1 6 0,-3 2 10 32,0-1 23-32,0 6 101 0,-9 0-42 0,-4 0-24 0,-1 9-20 0,-5 3 421 15,-2 2-197-15,0 3-81 0,-2 0-56 0,1 3 246 31,6 8-139-31,1 0-65 0,5 1-32 0,4 2-212 0,3 1 90 0,0 0 54 0,3 0-710 0,0-3 356 16,9-1 187-16,4 2-399 0</inkml:trace>
  <inkml:trace contextRef="#ctx0" brushRef="#br0" timeOffset="-96579.45">20905 16116 529 0,'0'-5'0'0,"0"-2"0"0,0 2 0 0,0 1 0 0,0 1 402 0,0-1-183 0,0 3-83 0,0 1-54 0,0 0 174 0,0 0-109 0,0 13-56 0,0 6-27 0,0 3 290 0,0 7-163 0,0 2-77 15,0 4 105-15,2 0-92 0,-2 4-45 0,2 0-7 0,-2-1-9 0,0-2-30 16,0-1 0-16,0-4 0 0,0-2 0 0,0 1 9 15,0-13-9-15,0-4 42 47,0-5-42-47,0-5 0 0,0-3 32 0,0 0 9 0,-2-3-41 0,2-17 0 0,0-5-44 0,0-5 44 0,0-7 0 0,2-6-232 0,4-1 109 0,2 1 58 32,1-1 21-32,0 4-208 0,-1 2 98 0,-1-2 36 0,2 15 38 0,-5 4 155 0,0 4-76 0,-2 10-26 0,-1 4 101 15,2-1-82 63,-3 4-23-78,0 11-15 0,0 9 258 0,-4 9-123 0,-3 4-31 0,-2 5 52 0,2-1-146 0,1 1 0 0,0 2 0 0,-1-1 0 16,2 0 0-16,0 2 0 0,-1-5 0 0,4-5 0 0,0-2 0 0,1-5 0 0,-1-2 0 0,2-3 0 0,0-10 0 0,0-4 0 0,0-5 0 0,0 0 0 0,0 0 0 0,0-15 0 0,0-8 0 16,2-3 0-16,1-7 0 0,1-2-239 15,3-6 87-15,0 0 49 0,1-3 34 0,0-2-90 16,2-1 61-16,-1 3 32 15,-1-4-10-15,1 14 110 0,-1 4-34 0,-5 8-1 0,0 8 119 0,-1 7-77 32,-1 3-48-32,-1 4 322 0,0 11-166 0,0 16-54 0,-3 4-52 0,-3 4 132 15,-2 6-175-15,2-4 0 0,1 1 0 0,-1-3 0 16,1 3 0-16,-3-4 0 0,2 4 0 0,2-11 0 16,-1 1 0-16,2-6 0 0,-2-1 0 0,1-9 0 15,2 3 0-15,0-10 0 16,2-5 0-16,0 0 0 0,0-3 0 0,0-14 0 0,0-2 0 0,4-10 0 15,5-3 0-15,0-6-239 0,1-6 103 0,3 1 43 16,0-10-165-16,0 6 116 0,0 4 52 31,3-3 37-31,-6 7 38 0,2 5-21 0,-1 3-9 0,-7 14 98 0,-1 7-44 0,-1 9-1 16,-2 1-44-16,0 6 254 0,-2 16-136 0,-5 7-54 16,-6 7-32-16,1 8 363 0,2-1-175 0,-2 6-33 15,3-3-96-15,-2 0-55 0,1-3 0 0,3 1 0 16,-3-1 0-16,-2 7 0 0,4-10 0 0,0-4 0 15,-1-2 0-15,0-2 0 47,4-6 0-47,-2 3-74 0,4-12-93 0,0-9 56 0,2-6 58 0,-1-2-566 0,2 0 292 0,0-12 136 0,0-8-641 0,0-4 398 0</inkml:trace>
  <inkml:trace contextRef="#ctx0" brushRef="#br0" timeOffset="-96039.08">20834 15002 1892 0,'-1'-20'0'0,"-6"-1"0"0,7 7 0 0,0 4 0 0,2 1 0 0,11 0 0 0,6 3 0 0,6 0 276 0,2 4-124 0,4 2-57 0,1 0 244 0,3 11-150 0,1 5-76 16,3 6-29-16,-10 3-93 0,-5 4 46 0,-2 0 0 47,-10 4 0-47,-3 4-109 0,-6 4 64 0,-3-5 18 0,-13 3-165 0,-11 0 97 0,-7-1 47 0,-6-4 24 0,-6 5 54 0,3-15-35 31,0-6-67-31,5-7 419 0,4-1-194 0,2-5-85 0,4 1-41 0,10-6 99 0,9 0-163 0,4 0 0 16,2-2 0-16,7-2 0 0,14 1 0 0,11-1 0 0,4-1 0 15,4 0 0-15,6 4 0 0,0-2 0 0,7 3 0 0,-6 0 0 16,3 12 0-16,-2 1-1380 78</inkml:trace>
  <inkml:trace contextRef="#ctx0" brushRef="#br0" timeOffset="-94700.39">21746 15441 973 0,'0'-9'0'0,"0"-6"0"0,-3 7 0 0,1-1 0 0,0 4 0 0,1-2 0 0,-2 2 0 0,1 4 0 0,0 1 116 0,2 2-40 0,-3 18 230 0,2 8-135 0,-3 10-57 0,0 7-43 0,1 3 250 0,1 5-142 0,2 1-70 0,0-2-36 0,0 2 161 0,2-10-102 0,6-2-48 0,6-6-23 0,3-7 39 16,0-5-31-16,5-3 10 0,-2-12-70 0,-1-9 0 16,4 0 28-16,-1-15-34 0,3-9 1 0,0-7 42 0,-3-5-8 15,-4-6-174-15,0 1 87 0,-2-1 39 16,-3-3 1-16,3-2-139 16,-5 5 77-16,-5 3 10 0,4 1 30 0,-6 6-17 0,-3 5 0 0,1 4 2 15,-2 15 273-15,0 6-119 16,-3 2-59-16,-4 2 133 0,-3 16-89 0,-1 7-27 0,1 5-29 0,1 5 151 15,3 2-76-15,3 1-32 0,-1-1-48 0,3 5-33 16,1-9-9-16,0 2 21 0,0-2-11 16,6-3-458-16,5 0 237 0,6 1 111 15,2-11-832-15,1-3 453 0,7-3 226 0,1-6-204 16</inkml:trace>
  <inkml:trace contextRef="#ctx0" brushRef="#br0" timeOffset="-94301.49">22554 15608 2126 0,'-3'-24'0'0,"-3"2"0"0,-3 5 0 0,-1 2 0 0,-3 1 0 0,-2 9 0 0,-1 5 0 0,-2 0 0 0,-5 17 0 0,-1 7 309 16,-1 8-127-16,3 4-77 0,2 5 236 0,3 3-152 16,2 3-76-16,8-2 58 0,2 6-57 0,5-13-44 15,0-1 1-15,12-4-73 0,8-8 0 0,6-4 39 16,0-1 10-16,0-13-285 0,2-7 138 0,-1 0 68 15,0-9 35-15,-2-11-327 0,3-5 113 0,-6-5 107 16,-5-4-252-16,2-5 159 0,-5-8 80 0,0-2-48 31,0-9 55-31,-5 3 41 0,0-3 0 0,-2-4 53 0,-3-8-21 0,1-5 0 16,3-11-10-16,-7 17 10 0,1 10 0 0,-2 9-1 16,0 18 256-16,-3 13-127 0,-7 7-74 0,1 12-23 15,-3 15 494-15,1 12-240 16,0 12-79-16,-1 10 193 0,2 9-154 0,4 1-89 0,0 5-42 0,4 1 144 47,2 1-92-47,0 8-72 0,0-15-57 0,0 2 0 0,5-3 0 0,6-3 0 0,2-5-28 0,5 5-71 0,-1-19 64 0,2-9 36 15,-1-7-569-15,2-8 293 0,-2-5 87 0,2-5-571 16,-7-2 366-16,2-7 178 0,-4-10 89 0,1-5-370 16,-2-4 230-16</inkml:trace>
  <inkml:trace contextRef="#ctx0" brushRef="#br0" timeOffset="-94162.5">22913 15495 836 0,'0'-8'0'0,"0"1"0"0,-2 2-1 0,-1-2 0 0,1 6 0 0,-2-1-167 0,2 2 102 0</inkml:trace>
  <inkml:trace contextRef="#ctx0" brushRef="#br0" timeOffset="-93810.73">23008 15477 1416 0,'0'0'0'0,"-2"0"0"0,-1 0 0 0,0 0 0 0,-1 0 0 0,-2 0 0 0,3 3 121 0,-1 12-42 0,-1 3 0 0,2 7 319 0,-3 4-181 0,4 9-80 0,-2 3 144 0,4 7-122 0,0 2-61 0,0 3-31 0,0-2 72 0,5 2-42 0,5-14-35 0,0-6 0 0,6-4-9 0,-3-8-17 0,4-8 1 0,-1-2-62 0,0-11 27 16,-1 0-1-16,3-11 36 0,-2-13-45 0,3-7 0 15,2-5 54-15,-5-3-242 16,1-2 109-16,-1-4 27 0,0 0 36 0,0-3-212 16,3-6 108-16,-2 10 31 0,-4 3 37 0,1 7-36 15,-5 2 29-15,-3 12 0 0,1 1 21 0,-6 15 397 16,-1 4-189-16,0 0-94 15,0 13 180-15,-3 14-110 0,-3 2-71 0,1 5 390 16,0 6-436-16,4 1-21 0,-1 7 0 0,2-1 0 16,0 7 0-16,0-9 0 15,5-1 0-15,5-3 0 0,6-2 0 0,2-5 0 0,4 0-217 0,0-11-178 16,3-3 210-16,-1-7 38 0,2-5-948 0</inkml:trace>
  <inkml:trace contextRef="#ctx0" brushRef="#br0" timeOffset="-93126.76">24173 15504 885 0,'2'-17'0'0,"5"-2"0"0,-4 0 0 0,2-1 0 0,0-1 0 0,1-5 0 0,1 1 222 0,-2 0-93 0,-1-2-45 16,0 1-1-16,-1-2 41 0,1-3-35 0,-3 6-8 15,-1 0 48-15,0 5-46 0,0 2 1 0,-6 2-47 16,-5 2 170-16,-1 9-89 0,-1 3-41 0,-1 2 182 16,-2 0-111-16,-2 7-55 15,1 9-19-15,3 4 186 0,-1 10-111 0,0 6-56 16,1 5-28-16,5 10 121 0,-3 8-65 0,8-2-70 16,1 3-51-16,1 4 0 0,2 2 0 0,0 1 0 15,0 14 0-15,0-7 0 16,2 1 0-16,3 2 0 0,1 0 0 0,-1-7 0 0,-2 5 0 0,-2-19 0 15,-1-8 0-15,0-5 0 0,0-3 0 0,-7 3 0 32,-3-18 0-32,-6-1 0 78,2-7 0-78,-2-5 0 0,-4-1 0 15,-4-4 0-15,4-7 0 0,0 0 0 0,-1 0 0 0,2-1 0 0,3-9 0 0,0 1 0 0,6-4-16 0,5-1-1079 0,4-1 529 0,1-2 264 0,0 0 132 0,10-7-275 0</inkml:trace>
  <inkml:trace contextRef="#ctx0" brushRef="#br0" timeOffset="-92951.4">24389 16075 2667 0,'8'0'0'0,"-1"0"-3"0,-2 0 0 0,4 4 1 0,-3 4 1 0,-3 2 0 0,2 5 0 0,-4 4 0 0,1 4 450 63,-1 7-197-48,-1 1-112-15,0 3 176 0,0 0-197 0,0 0-119 0,0 1 0 0,2 0 0 0,0-4-76 0,-1-6 47 0,1-6-630 0,-1-2 348 0,0-5 173 0,3-3 96 0,-2-6-363 0,0-3 98 0,-2 0 146 0,0-12-445 0,0-9 285 0,0-4 133 0</inkml:trace>
  <inkml:trace contextRef="#ctx0" brushRef="#br0" timeOffset="-92659.04">24670 15113 1047 0,'0'-11'0'0,"0"-1"0"0,0 1 0 0,0 5 0 0,0 3 141 0,0 3-52 0,0 0-27 0,-5 9 227 16,-3 7-117-16,-1 7-73 0,-3 4-31 0,-6 5 79 16,-2 2-55-16,1 3-28 0,-4 2 9 0,2-6-73 15,0-3 37-15,3-4-1 0,1-2 106 0,1-4-53 16,4-2-17-16,5-9 135 15,4-5-85-15,3 0-43 0,0-2 1 0,10-2 10 0,8 0-17 0,7 0-10 16,4 0-26-16,4-6 81 16,2 0-41-16,1-1 0 31,2 3-31-31,-6-1-169 0,0 2 79 0,-2 0 41 0,-1 0-420 0,-3 3 211 0,3-3 90 0,-9 3 66 0,-3 0-615 0,-4 0 317 16,-5 0 159-16,-6 0-159 0,1 0 149 0,-3 0 90 15</inkml:trace>
  <inkml:trace contextRef="#ctx0" brushRef="#br0" timeOffset="-92524.22">24765 15150 1434 0,'-6'-2'0'0,"-1"-1"0"0,3 3 0 0,1 0 0 0,0 0 0 0,1 13 0 0,2 4 0 0,0 5 0 0,0 8 739 16,0 8-351-16,0 5-176 0,0 7-88 0,0 7-34 0,0-4-10 0,0 0-282 15,0-5 119-15,0-2 59 16,0-5 31-16,0 7-1102 0</inkml:trace>
  <inkml:trace contextRef="#ctx0" brushRef="#br0" timeOffset="-91865.17">25054 15865 1398 0,'-2'0'0'0,"-4"-3"0"0,2 0 0 0,0 1 0 0,4 1 0 0,2 1 218 16,13 0-90-16,7 0 258 0,9 0-174 0,7 0-79 16,5 0-53-16,6 0 311 0,2 1-177 0,10-1-88 15,1 0-45-15,4 0-9 16,-11 0-36-16,-3 0 1 0,-8 2-397 0,-4-2 198 0,-9 0 99 0,-3 3 60 15,-14 0-651-15,-9 2 309 0,-4 0 181 0,-1 2-394 16</inkml:trace>
  <inkml:trace contextRef="#ctx0" brushRef="#br0" timeOffset="-91601.2">25306 16012 1815 0,'-2'5'0'0,"2"5"0"0,0 3 0 0,0 3 0 0,0 5 0 0,0 7 0 0,3 5 0 0,5 6 276 0,-1 4-110 0,-1-2-70 16,3 2 136-16,-4 2-98 0,-2-7-49 0,-1 1 22 15,1 0-26-15,-2-17-10 0,-1-6-34 0,0-8 46 16,0-6 0-16,0-2-46 0,0 0 9 0,0 0 97 16,3-13-53-16,7-8-27 0,4-2 0 0,4-4 20 15,3-2-14-15,0 2-9 0,2 0-170 0,2 3 74 16,-1 0 36-16,-1 3-439 15,1-2 225-15,-5 9 114 0,-2-1 32 0,-4 3-279 16,-3 3 121-16,1 3 97 0,-2-3 25 0,-6 6-486 16,-1-1 276-16</inkml:trace>
  <inkml:trace contextRef="#ctx0" brushRef="#br0" timeOffset="-91386.48">25540 15227 1837 0,'0'-23'0'0,"0"9"0"0,0 4 0 0,0 5 0 0,0 5 0 0,0 4 207 0,3 12-85 0,4 7-43 16,-1 4 342-16,1 7-183 0,-1 1-106 0,-1 2-47 16,0 3-186-16,1 1 68 0,-3-1 35 0,2 4-553 15,-3-4 289-15,1 1 150 0,1-1 74 0,-2 0-720 16,0 1 366-16</inkml:trace>
  <inkml:trace contextRef="#ctx0" brushRef="#br0" timeOffset="-90949.68">26350 15848 1196 0,'-9'-23'0'0,"-1"-1"0"0,1 5 0 0,2 0 0 0,-1 0 0 0,-2 0 265 0,-1 1-114 0,0-1-49 16,-3 8-38-16,0 4 175 16,2 6-102-16,-4 1-51 0,-4 0-16 0,1 14-3 15,0 10-1-15,-2 10-30 0,-1 4 21 0,3 8-21 32,-4 6 8-32,13-6 13 0,0 1 1 0,7-1-22 0,3-4-1 62,0-1-1 16,0-1 11-78,10-11-10 0,2-6 0 0,5-6 1 0,1-6-1 0,2-8 0 0,0 0 10 0,1-3-10 0,-1-14 0 0,3-8 1 0,-1-5-1 0,0-6 0 0,4-9 10 0,-5 1-10 0,0-3 0 0,3-6-3 0,-3-3-624 0,0-4 263 0,5-12 149 0,-6 5 48 0,0-5 52 0,-3-4-213 0,3 1 129 0,-4 3 64 0,-1 0 66 0,-9 28 135 0,-5 12-68 0,-1 18-34 0,-6 10 201 0,-9 1-118 0,-2 13-67 16,-3 17 489-16,3 7-245 0,0 8-70 0,5 2-79 0,1 8 208 0,0 5-132 0,6-4-80 0,1 0-35 15,2 2 77-15,1 0-59 0,1 0-89 16,0 9-210-16,0-16 84 31,0 3 81-31,4-6 41 0,4-5-294 0,0-6 168 0,-1 2 91 0,3-17-844 0,-3-6 424 0,2-11 211 0,1-5 107 0</inkml:trace>
  <inkml:trace contextRef="#ctx0" brushRef="#br0" timeOffset="-90727.4">26804 15663 2539 0,'1'0'0'0,"-1"0"0"0,3 0 0 0,-3 11 0 0,0 6 0 0,0 9 0 0,0 10 0 0,-3 6 0 0,-2 8 316 15,-1 2-140-15,0-2-71 0,0 1 33 0,4 0-42 16,0-14-36-16,2-10-15 0,0-4-10 0,0-11 1 16,0-7-1-16,6-1-34 0,7-4-10 0,1-16 44 15,5-9 1-15,4-8 47 16,3-4-24-16,11-7 9 0,1-2-48 0,2-4 15 0,8 0-13 0,-2-2-22 15,0 4-282-15,5-4 124 16,-13 14 86-16,-3 6-430 0,-2 6 245 0,-7 6 98 16,-3 7 70-16</inkml:trace>
  <inkml:trace contextRef="#ctx0" brushRef="#br0" timeOffset="-90205.25">20310 16917 1343 0,'-12'0'0'0,"-1"0"0"0,2 1 0 0,7 3 0 0,4-2 0 0,1 3 0 0,24-5 311 16,17 2-136-16,21-2-60 0,26 0 564 0,21-2-320 0,19-10-161 0,31-2 313 15,22-1-271-15,27-2-240 0,-33 6 0 0,-1 3 0 31,-7 2 0-31,-14 0 0 0,-14 6 0 0,-1 0 0 0,-37 0 0 0,-8 3 0 16,-11 6 0-16,-9-1 0 0,-10 0 0 0,2-5-635 0,-23 0 305 0,-10-3 168 16,-13 0-28-16,-13 0-619 15,-7 0 385-15</inkml:trace>
  <inkml:trace contextRef="#ctx0" brushRef="#br0" timeOffset="-89733.83">23857 16702 1342 0,'-17'-12'0'0,"7"-1"0"0,9 4 0 0,1 2 0 0,26 4 179 0,20 0-76 16,14 2-33-16,18 1 198 0,11 0-116 0,26 0-58 16,38 1-19-16,4 5 367 0,21 1-203 0,16-2-102 0,6-1 65 0,15-2-74 15,-35-2-50-15,0 0-233 0,1 0 96 0,4 0 48 16,-5-6 24-16,9-6 9 15,-36-1-8-15,-8 2 22 16,-15 3 1-16,-12 1-265 0,-17 4 127 0,-6 3 57 0,-37 0-62 0</inkml:trace>
  <inkml:trace contextRef="#ctx0" brushRef="#br0" timeOffset="-86330.41">11681 17389 1532 0,'-15'-8'0'0,"6"-1"0"0,-1 2 0 0,7 4 0 0,2 2 0 0,1 1 0 0,0 0 276 0,1 0-118 0,9 0-50 0,4 1 379 16,4 4-224-16,2 0-112 0,3 0-56 0,0 0 174 31,5-1-106-31,-3-1-66 0,2-1-30 0,-1-1-118 0,-3-1 44 0,5 0 1 0,2 0-152 16,-5 0 94-16,-2 0 51 0,0-1-700 0,-4-3 372 0,3-1 111 15,-9 0 116-15</inkml:trace>
  <inkml:trace contextRef="#ctx0" brushRef="#br0" timeOffset="-86173.72">11830 17585 1774 0,'-4'5'0'0,"-3"2"0"0,4 0 0 0,2 1 0 0,1 2 0 0,0-1 0 0,1-1 0 0,15-2 0 0,5-3 599 0,4-1-280 0,7-2-130 31,0 0 17-31,2 0-83 0,2-2-42 0,0-6-406 0,0 1 182 0,4-4 101 16,-4 4 36-16,-5-2-741 0,-1 1 394 0</inkml:trace>
  <inkml:trace contextRef="#ctx0" brushRef="#br0" timeOffset="-85972.97">12484 17425 2333 0,'1'0'0'0,"1"0"0"0,4 0 0 0,1 0 0 0,4 0 0 0,6 0 0 0,2 0 0 0,7 0 369 0,5 0-166 0,5 0-21 0,8 0-63 0,-4 0-45 0,4-2-1 0,-1-6-419 0,-4 1 192 0,-1 1 96 0,-3-1 57 0,-10 3-820 0,-7 2 414 0</inkml:trace>
  <inkml:trace contextRef="#ctx0" brushRef="#br0" timeOffset="-85716.54">12654 17556 1584 0,'-23'8'0'0,"7"-2"0"0,4 2 0 141,5-1 0-141,6-1 0 0,1 1 0 0,0 1 0 0,8 1 0 0,10-3 0 0,3 2 173 0,4 1-68 0,-1-2-32 0,1 5-26 0,-1-2-9 0,-5 0-1 0,-3 2-80 0,0-2 40 0,-5 4 0 0,-2 1 50 0,-7-3-131 0,-2 2 61 0,0 1 31 0,-13-1 64 0,-7 1 1 0,-5-1-82 0,-1-2 34 0,-2-5 215 0,4 2-105 0,-1-4-60 0,4-2 211 0,2 1-115 0,10-4-71 0,5 0-31 0,4 0 9 0,0 0-40 0,10-3-1 0,13 0 10 0,5-3-160 31,3 1 75-31,4 0 38 0,-1 2-247 0,5 0 152 0,-7 1 62 0,-2 0 35 0,0 2-508 0,-4 0 246 0,-4 0 68 0,3 0-246 0,-14 0 204 0,-2 0 99 16,-4 0 48-16,-3 0-245 0,-2 0 146 0,0 0 66 0</inkml:trace>
  <inkml:trace contextRef="#ctx0" brushRef="#br0" timeOffset="-85551.49">12721 17024 1568 0,'0'-5'0'0,"0"1"0"0,0 1 0 0,0-1 0 0,0 4 0 0,0 0 0 0,0 7 522 0,0 11-242 16,2 6-121-16,-1 3 307 0,2 4-220 0,1 6-103 15,1-1-53-15,0 3-348 0,1 3 148 0,1 5 84 16,1-9 27-16,-1 3-357 0,1-1 197 0,-3-4 98 16</inkml:trace>
  <inkml:trace contextRef="#ctx0" brushRef="#br0" timeOffset="-84685.97">13545 17169 597 0,'-4'-13'0'0,"1"6"0"0,-1-1 0 0,1 4 0 0,2 4 203 0,-3 0-82 0,0 21-41 0,-1 9 0 0,2 9-41 0,0 11 10 0,1 1-10 0,2 3 516 0,0 1-259 0,0 3-128 0,0 0-64 0,2 5 36 0,8-14-56 0,3-3 1 0,2-9-188 0,1-6 70 0,5-5 37 0,-1-1 8 0,0-11-117 0,2-6 72 0,-3-5 36 0,1-3 0 0,-3 0-537 0,4 0 205 0,-8-3 160 0</inkml:trace>
  <inkml:trace contextRef="#ctx0" brushRef="#br0" timeOffset="-84515.78">13762 17519 1958 0,'0'0'0'0,"-5"0"0"0,2 0 0 0,2 0 0 0,1 0 0 0,0 0 0 0,7 0 282 0,10 0-113 0,7 0-70 0,4 0 377 0,4 0-219 0,4 0-109 0,3 0-56 0,6-2-6 15,-2 0-9-15,-1-5-39 16,1 0-464-16,-2-1 231 0,-1-1 117 0,0 1 67 16,-13 1-722-16,-6 4 386 0,-6 3 120 0</inkml:trace>
  <inkml:trace contextRef="#ctx0" brushRef="#br0" timeOffset="-84253.61">14004 17608 1267 0,'-27'7'0'0,"5"-1"0"0,-1 2 0 0,13-1 0 0,1-1 0 0,8-3 0 0,1 0 0 0,0 1 163 0,11 1-53 15,7-2-40-15,2-1 176 16,7 1-104-16,1-1-52 0,1 2-26 0,3-1-40 0,-8 3 14 0,-1 1-1 16,-2 0-82-16,-4 4 42 15,-3-1-1-15,0 3 51 0,-11 1-178 0,-3 1 84 16,0 4 43-16,-15 0 44 0,-8 5-37 0,-8-2-31 31,-4-1 42-31,-4 2 242 0,1-6-119 0,3 0-67 0,4-5-28 0,0 1 356 0,13-7-185 0,5-4-87 16,6-1 54-16,7-1-71 15,0 0-36-15,10 0-62 16,13 0-9-16,8 0 35 0,4 0 1 0,3-1-154 0,4-1 87 0,-6 0 28 0,0-1 0 16,1 0-366-16,-1 2 200 0,-5-2 50 15,5 2 70-15,-12 1-512 0,-5 0 261 0,-3 0 130 16,-6 0-296-16,-2 0 213 0,-4 0 97 0,-4 0-97 15,0 0 107-15,0-10 52 0</inkml:trace>
  <inkml:trace contextRef="#ctx0" brushRef="#br0" timeOffset="-84058.94">14084 17108 1608 0,'0'-5'0'0,"0"1"0"0,0 4 0 0,0 0 0 0,0 12 0 0,5 9 0 0,2 8 0 0,0 3 0 0,-1 4 278 78,2 4-121-78,2 4-59 0,3 4-445 0,0-1 193 0,6 5 105 0,-4-13-315 0,4-2 189 0</inkml:trace>
  <inkml:trace contextRef="#ctx0" brushRef="#br0" timeOffset="-83820.87">14398 17556 1022 0,'0'11'0'0,"-2"5"0"0,-3 3 0 0,4 8 0 0,-4 6 277 0,3-1-125 0,2 4-57 0,0-3-28 0,0-1 415 0,0 0-223 0,4-1-100 0,7-10-66 0,2-3 68 0,3-6-62 0,3-7-31 0,1-5-237 0,2 0 113 0,0-10 42 0,1-12-272 0,-1-8 162 0,0-5 81 16,-4-3 40-16,0-3-97 0,-6 4 0 0,-4 1 55 0,-2 4-86 0,-1 1 66 47,-1 7 35-47,-1-1-52 0,-2 13 45 0,-1 4 394 0,0 4-187 0,0 4-100 0,0 3-14 0,-1 15-44 15,-2 9 61-15,1 5-39 0,2 4 106 0,0 0-62 0,2 3 115 0,5 0 155 16,4-4-159-16,2-5-76 16,3 0-38-16,4-8-566 0,1-4 265 0,5-3 141 0,-2-13 11 0,0-2-740 15,-2-2 387-15,-3-13 195 16</inkml:trace>
  <inkml:trace contextRef="#ctx0" brushRef="#br0" timeOffset="-83581.63">14846 17398 1685 0,'4'-22'0'0,"-1"6"0"0,4 4 0 0,4 0 0 0,0 7 0 0,7 4 0 0,-1 1 0 0,1 0 0 0,5 6 0 0,-4 5 0 0,0 0 182 0,-5 2-72 0,-2 3-36 0,-5 3 0 0,-6 0-58 0,-1 5-1 0,0-2 23 0,-14 0 0 0,-4 0-33 15,-3-4 32-15,-1 2 1 0,-1 0 172 0,3-5-90 0,2-2-42 0,3-2 216 16,2-4-128-16,3 0-64 0,0 3-23 0,10-7-14 0,0 3 0 15,2-6-27-15,13 3-1 0,4-3-119 0,8 0 70 0,4 0 19 16,6-3 1-16,1-3-240 16,2-4 135-16,-1 0 67 0,3 0-762 0,-9 2 389 15,-4-1 134-15,-5 3-397 0,-4 0 315 0</inkml:trace>
  <inkml:trace contextRef="#ctx0" brushRef="#br0" timeOffset="-83284.57">15229 17128 1809 0,'0'-14'0'0,"0"3"0"0,0 2 0 0,0-1 0 0,0 7 0 0,4 3 0 0,-1 0 0 0,2 0 0 0,-1 0 745 0,0 5-359 0,-1 0-173 0,1 1-89 0,-1 2 202 15,-1-2-144-15,2-2-63 16,-4 1-92-16,2 0-27 0,0-2 0 0,-1 1 0 16,1-1 0-16,-2-1-4 0,1-1-26 0,-1 1-290 46,0-1 180-46,0-1 88 0,0 3 45 0,0-2-229 0,0-1 115 0,0 0-26 0,0 0 55 0,0 2 98 0,0-2-43 0,0 0-10 0,0 0 9 0,0 0 0 16,0 0 0-16,0 0 30 0,0 0-76 0,0 0-11 16,0 0 57-16,0 0-105 0,0 0 52 0,0 0 27 31,0 0 0-31,0 0-256 0,0 0 147 0,0 0 67 31,0 0 34-31,0 0-208 0,0 0 122 0,0 0 50 0,0 0 40 0,0 0 0 0</inkml:trace>
  <inkml:trace contextRef="#ctx0" brushRef="#br0" timeOffset="-82937.78">15245 17122 1298 0,'-4'0'0'0,"0"0"0"0,1 0 0 0,2 0 0 0,1 0 0 0,0 0 187 0,0 0-79 0,1 5-35 0,7 8 207 0,7 3-122 0,5 8-60 0,1 4-21 0,1 3 175 0,-1 5-108 0,2 8-53 0,-3 6-96 0,-4 4 42 62,-4 13 10-62,-9-8-10 0,-3 4-175 0,-2-3 88 0,-16 1 43 0,-5-5-196 0,-7 3 130 0,2-17 50 0,-3-3-5 0,0-8-172 0,1-5 43 0,2-6 72 16,-2 1-42-16</inkml:trace>
  <inkml:trace contextRef="#ctx0" brushRef="#br0" timeOffset="-82221.29">15920 16987 1311 0,'-8'-17'0'0,"2"6"0"0,1 8 0 0,2 3 0 0,3 2 0 0,0 23 0 0,0 7 0 0,0 13 0 0,0 8 74 0,0 0-10 0,0 8 540 16,0 2-283-16,2 8-141 0,1 5-70 0,1 9 138 15,1-13-109-15,-1 1-50 16,-3-4-25-16,2-3-213 0,0-2 94 0,-2 7 57 15,1-19-511-15,0-4 273 0,-2-4 138 0,1-13 69 0,-1-7 33 0,2-6-53 16,-1-16 30-16,2-2-892 16</inkml:trace>
  <inkml:trace contextRef="#ctx0" brushRef="#br0" timeOffset="-82036.54">16101 17681 1153 0,'7'-7'0'0,"-4"4"0"0,2 1 0 0,2 2 0 0,-1 3 0 0,0 14 0 0,-2 2 511 0,1 8-241 0,-2 4-116 0,1 1-57 0,-3 5 384 0,1 1-221 0,1 6-101 0,-2-6-136 0,1-1 16 0,0-3 0 0,-1-4-1 0,5-5-546 0,-3-1 283 0,2-14 127 0,0-6-274 62,1-4 205-62,-1 0 103 0,2-11 51 0</inkml:trace>
  <inkml:trace contextRef="#ctx0" brushRef="#br0" timeOffset="-81802.8">16193 17084 1701 0,'9'-21'0'0,"2"3"0"0,4 2 0 0,0 9 0 0,5 4 0 0,-1 2 0 0,2 1 0 0,1 0 0 0,1 7 185 16,-5 6-77-16,-1 2-35 0,-5 4-108 0,-5 3 38 0,-4-1-1 0,-3 8 46 0,0-4-71 15,-16 3 30-15,-4-3 1 0,-3 0 30 0,0-2 21 16,-3 4-10-16,3-11-11 0,1 1 181 0,5-6-90 15,1-1-45-15,4-3-1 0,-1 0 172 0,10-3-112 16,3-2-53-16,0-1 2 0,6-1-27 16,13 0 0-16,7 0-17 0,6-1-40 15,7-5 0-15,6-5 31 0,0 2-1 0,2 0-438 0,4-3 229 0,-10 7 100 32,-2 2-1020-32</inkml:trace>
  <inkml:trace contextRef="#ctx0" brushRef="#br0" timeOffset="-80718.82">17228 16963 1415 0,'-6'-17'0'0,"5"6"0"16,-2 7 0-16,3 4 0 0,0 10 0 0,3 19 0 0,0 12 0 0,3 8 243 0,-3 11-103 0,3 6-40 0,-6 2 229 16,2 8-144-16,-2 9-74 0,0 6-35 0,0-5 6 15,0 8 10-15,0-26-53 16,0-7 0-16,1-6-63 0,3-8 32 0,-1-7-1 0,0-3-259 15,0-15 141-15,-2-10 75 0,2-5 37 16,-3-7 1-16,0 0 37 0,0-1-49 0,2-15-936 0,-1-10 454 0,6-4 226 16,2-6 114-16</inkml:trace>
  <inkml:trace contextRef="#ctx0" brushRef="#br0" timeOffset="-80411.5">17457 17578 1075 0,'7'-4'0'0,"2"3"0"0,-3 1 0 0,0 0 0 0,1 0 0 0,-1 12 0 0,0 2 0 0,-1 8 0 0,-4-1 0 0,1 2 0 0,-2 2 358 0,0 1-160 0,0-2-79 0,0 2 297 0,0-3-193 0,-3-7-92 0,-1-4-46 0,3-2-19 0,-1-2-17 0,2-6-10 0,0-2-61 0,0-2 30 0,7-13 1 0,5-5 30 0,7-2-59 0,-3-1 25 0,2 3-1 0,2-2 35 0,-1 3 27 0,0 5-22 0,2 1-40 15,-6 6 66-15,0 4-15 0,-1 3-31 0,-1 0 105 16,-2 3-48-16,0 11-6 0,-5 6-9 0,-3 1-6 15,0 4-21-15,-2 1 0 16,-1 3 0-16,0 3-207 0,0-7 99 0,-1-1 53 16,-5-4 28-16,3-2-499 0,-2-5 242 0,2 1 89 15,1-7-183-15,-1-7 138 0,2 0 81 0,-1 0-264 16,2-4 173-16,0-11 76 0,0-8 53 0,0-4-303 31,2-6 172-31</inkml:trace>
  <inkml:trace contextRef="#ctx0" brushRef="#br0" timeOffset="-80196.56">17844 17443 960 0,'7'-11'0'0,"2"2"0"0,-2 5 0 0,1 3 0 0,1 1 0 0,-2 5 0 0,0 15 311 0,-1 4-135 0,1 7-69 16,-1 0-34-16,3 5 243 0,-4-2-144 0,0 0-66 47,1-2-33-47,-1-1 62 0,1 3-38 0,0-9-10 0,-1-2-5 0,-3-6-43 0,2-4 0 0,-1-4 46 0,0-2-36 0,-1-7-10 15,0 0 0-15,-1 0 123 0,1-13-61 0,3-8-32 16,3-3 11-16,-1-2 1 0,1-3-42 0,1-3 0 15,0 1 0-15,2-2-149 0,5-4 85 0,-4 6 27 16,0 1-364-16,1 3 181 0,-2 3 99 0,1 0 26 16,1 0 37-16,-3 8-36 0,0 5 27 15,-2 4-830-15,0 4 409 0,-1 3 206 0</inkml:trace>
  <inkml:trace contextRef="#ctx0" brushRef="#br0" timeOffset="-79862.69">18507 16984 1669 0,'0'-11'0'0,"0"3"0"0,-1 1 0 0,1 2 0 0,0 2 0 0,0 1 0 0,0 2 0 0,0 8 0 0,0 13 0 0,0 10 241 0,0 9-102 0,0 8 180 0,0 5-146 0,0 10-68 0,0 4-33 0,0 8 55 0,0 11-44 0,0 11 9 0,-3-13-55 0,3-4 85 0,0-3-43 0,0-10 1 0,0-8-37 0,0 2 3 16,0-23-8-16,4-7-1 0,3-5-64 0,-4-5 32 31,2-7-1-31,-2-1-34 0,-2-13 28 0,1 0 1 0,-2 0 36 0,0-1-204 16,0-3 82-16,0-4 53 0,0 3 0 0,0-2-68 0,0-1 30 15,0 2 31-15,0-3-9 0,0 3-535 0,-2 0 279 0,2 0 134 16,0 1-526-16</inkml:trace>
  <inkml:trace contextRef="#ctx0" brushRef="#br0" timeOffset="-78953.57">18858 17689 1754 0,'2'5'0'0,"-2"2"0"0,1 3 0 0,1 2 0 0,0 1 0 0,0 3 0 0,-2 6 286 0,0 2-124 0,0 8-62 15,0 4 423-15,0 0-248 0,0-1-121 0,0 2-90 0,0-2 1 0,0-2-29 47,0 4 10-47,0-11-9 0,0-4 0 0,0-2 0 0,0-7 0 0,0-4-646 0,0 0 333 0,0-9 152 0,0 0-666 0,0 0 378 0,0-1 179 0</inkml:trace>
  <inkml:trace contextRef="#ctx0" brushRef="#br0" timeOffset="-78679.87">18922 17105 1378 0,'-12'1'0'0,"0"4"0"0,2 4 0 0,-1 2 0 0,-5 3 0 0,1 5 0 0,-9 3 0 0,3 2 408 0,-2 2-185 16,-1-1-93-16,0-3 133 15,4 0-113-15,1 0-47 0,6-9-37 0,6-5 135 0,4-2-82 0,3-2-40 16,0-1-1-16,7 1-16 0,13-4-25 0,7 0 0 15,8 0 83-15,1 0-41 0,3-3-1 0,6-4-31 16,-8 3-133-16,1-2 61 16,0 1 32-16,-3 1-373 0,-3-1 186 0,4 1 112 15,-9 1 11-15,-6 0 37 0,-3 1-37 0,-3-1 31 0,-5 3-65 16,-2-4-743-16,-8 2 403 0,0-2 197 16,0 0-226-16</inkml:trace>
  <inkml:trace contextRef="#ctx0" brushRef="#br0" timeOffset="-78454.11">19011 17070 1413 0,'-8'-8'0'0,"0"1"0"0,-2 1 0 0,5 4 0 0,0 0 0 0,3 2 0 0,1 3 0 0,-1 11 0 0,2 7 0 0,0 7 66 0,0 6 1 0,0 7-30 0,0 0 1003 16,0 12-492-16,0 3-260 0,0 2-125 0,0 4-281 16,0 1 78-16,-1-2 38 93,1 4 10-93,0-14-1013 0</inkml:trace>
  <inkml:trace contextRef="#ctx0" brushRef="#br0" timeOffset="-78042.23">20019 17519 1348 0,'-11'-17'0'0,"2"5"0"0,5 3 0 0,4 4 0 0,0 2 0 0,0 3 33 0,8 0-1 0,8 0-32 0,4 5 629 0,5 1-296 0,3 1-139 0,2 0-83 15,-1 0 70 17,3-3-72-17,0 2-36-15,-1 1-385 0,5 3 184 0,-8-1 78 0,-3 0 44 0,-3 2-1 0</inkml:trace>
  <inkml:trace contextRef="#ctx0" brushRef="#br0" timeOffset="-77909.04">19991 17852 1593 0,'-24'0'0'0,"8"0"0"16,5 0 0-16,7 0 0 0,4 2 0 0,0 2 148 0,3 3-46 0,15-2-37 0,10-2 0 0,4 2 587 0,10-1-308 0,4-3-153 16,7 1-166-16,-5-1 12 15,0 0 0-15,2 2-891 0,1 1 445 0</inkml:trace>
  <inkml:trace contextRef="#ctx0" brushRef="#br0" timeOffset="-76526.16">20937 17749 1268 0,'-4'-4'0'0,"0"-1"0"0,3 3 0 0,1 0 0 0,0 2 0 0,4 0 0 0,9 0 102 0,7 0-32 0,5 0 0 0,7 2 353 0,6 0-183 16,1 0-106-16,6-2 48 0,2 0-72 0,4 0-36 16,-2 0 0-16,3 0-26 0,-8 0-10 0,-5 0 0 15,-5 0 0-15,-4 0-869 16,-6 0 434-16</inkml:trace>
  <inkml:trace contextRef="#ctx0" brushRef="#br0" timeOffset="-76210.94">21144 17909 1687 0,'-4'0'0'0,"0"0"0"0,1 2 0 0,3-2 0 0,0 4 0 0,3 0 0 0,10 3 0 0,4-2 0 0,3 5 0 0,1-3 0 0,0 4 0 0,1-1 0 0,-2 0-35 0,-4 3 36 0,-1 4 9 0,-7-2-102 0,-6 1 65 0,-2 4 32 0,-9 1-1 0,-12-3 156 0,-7 6-53 0,-5-5-39 0,-3-1 108 16,0-1-70-16,4-4-40 0,2-1 0 0,2 0 306 0,10-7-173 0,8-2-80 16,5-3-42-16,5 1 101 0,0 1-61 0,18-2-45 31,10 0-67-31,6 0 1 0,6 0 31 0,4 0-1 0,6 0-311 0,-8 0 152 15,3 0 79-15,-3 0-221 0,-1 0 151 0,-5-2 25 0,1 2-34 0,-15 0-473 47,-5 0 279-47,-8 0 141 0,-5 0 69 0,-4 0-312 0,0-1 182 0</inkml:trace>
  <inkml:trace contextRef="#ctx0" brushRef="#br0" timeOffset="-76048.68">21427 17254 1771 0,'0'-1'0'0,"2"-1"0"0,0 2 0 0,1 0 0 0,-1 7 0 0,4 7 0 0,0 6 299 0,-2 7-130 0,0 2-66 0,2 9-33 0,0 2 92 0,1 8-53 0,3-3-40 0,-1-3-574 0,1-1 268 16,2-1 132-16,1-3 68 0</inkml:trace>
  <inkml:trace contextRef="#ctx0" brushRef="#br0" timeOffset="-75893.67">21864 17808 1825 0,'0'0'0'0,"2"0"0"0,-2 0 0 0,1 0 0 0,1 0 0 0,-1 0 0 0,2 0 0 0,-1 0 338 15,-1 0-155-15,0 4-72 0,3-1-105 0,-1 4 31 0,2-2 0 0,1 2 9 0,2-1-685 0,1-1 338 16</inkml:trace>
  <inkml:trace contextRef="#ctx0" brushRef="#br0" timeOffset="-75737.09">22193 17740 1393 0,'3'0'0'0,"2"0"0"0,5 0 0 0,0-2 0 0,9 0 0 0,4 1 0 0,5-1 647 0,5 0-304 0,7 1-153 15,4-1-77-15,7 1 312 16,-4-3-199-16,0 1-95 0,-4-1-178 0,1 1 42 31,-7 1 0-31,4 2 51 0,-13-3-680 0,-5 1 335 0,-6 2 168 0,-7 0-838 0</inkml:trace>
  <inkml:trace contextRef="#ctx0" brushRef="#br0" timeOffset="-75460.67">22364 17885 1443 0,'-30'2'0'0,"4"5"0"0,7 1 0 0,9-1 0 0,6 1 0 0,4 1 0 0,3-4 0 0,13 2 323 31,6 0-143-31,3 1-71 0,6 1-27 0,-2-3 97 0,2 0-71 0,1 1-35 16,-3 1-151-16,-2 1 58 0,-1 1 38 0,-8-2-9 16,-5 0-350-16,-4 2 189 0,-5 1 94 0,-4 3-123 15,-3 2 98-15,-18-1-6 0,-8 2 41 0,-5-1 249 16,-5 1-111-16,1-3-96 0,-2 2-9 0,7-5 564 16,8-2-272-16,3-4-101 0,7-1 217 0,4-4-178 15,8 3-79-15,3 0-55 16,8-2-73-16,13 1 0 0,9 1 29 0,4-2-48 0,7 1 34 0,-1-2-10 15,0 0 23-15,3 0-558 0,-3 0 279 0,-1 0 140 16,2 0 79-16,-10 0-739 16,-4 0 363-16,-6 0 181 0,-6 0-287 0,-7 0 234 15,-4 0 108-15</inkml:trace>
  <inkml:trace contextRef="#ctx0" brushRef="#br0" timeOffset="-75275.62">22526 17234 1193 0,'0'-2'0'0,"0"-1"0"0,0-2 0 0,0 2 0 0,0 3 0 0,0 0 691 0,4 10-328 0,2 7-162 0,3 5 319 0,0 5-232 0,1 0-131 0,0 4-60 0,2 1-354 0,0 1 146 0,0 1 75 0,1 7-316 0,2-7 190 0,-4-2 100 0,-1 1 49 16</inkml:trace>
  <inkml:trace contextRef="#ctx0" brushRef="#br0" timeOffset="-75042.36">23076 17802 2917 0,'0'-9'0'0,"0"2"0"0,0 2 0 0,0 0 0 0,0 1 0 0,0 3 76 63,0-4 8-63,0 5-48 16,0 0 0-16,0 0 439 0,2 0-220 0,1 6-203 0,4 3-441 0,0 3 161 0,1-2 132 0,3 4 66 0</inkml:trace>
  <inkml:trace contextRef="#ctx0" brushRef="#br0" timeOffset="-74530.57">23607 17486 930 0,'-20'-13'0'0,"7"6"0"0,4-1 0 0,5 4 0 0,2 4 226 16,2-2-95-16,0-1-39 0,0 3 219 0,8 0-138 15,7 0-68-15,3 0-35 0,3 0 69 0,0 5-43 16,2 7-34-16,-6-2-168 15,1 4 71-15,-2 2 35 0,-3 2 1 0,-2 2-183 16,-5 3 104-16,-4-2 57 0,-2 0 29 0,0 3-104 16,-8-1 30-16,-8 2-7 0,-4-5 124 0,-6-1-64 15,4-4-8-15,1-4 397 0,1-2-188 0,3 0-88 16,5-7-49-16,5 3 252 16,6-5-121-16,1 1-73 0,9-1-37 0,16 2 45 0,4-2-44 0,7 4-1 15,1-1-36-15,0 6-205 0,0 4 103 0,2 4 60 78,-11 1-102-78,-5 2 73 0,-7 4 35 0,-9 1-132 0,-7 1 49 0,-5 6 3 0,-25-5 40 0,-7 1 344 0,-11-4-152 0,-1-4-90 0,-5-3-34 0,-2-3 381 0,12-4-193 16,-1-8-120-16,1-2-96 0,8 0 0 0,-3-2 0 0,18-8 0 16,5-4-170-16,8 0 65 0,6-1 70 0,2-2-850 15,2 0 440-15</inkml:trace>
  <inkml:trace contextRef="#ctx0" brushRef="#br0" timeOffset="-74054.83">24354 17648 1954 0,'-6'-3'0'0,"2"0"0"0,0-1 0 0,4 2 0 0,0 2 0 0,0 0 350 0,0 0-156 0,6 3-79 0,4 3 88 0,4 1-87 15,1 1-40 17,5-3 0-32,0 2-629 0,0 0 285 0,7 0 146 0</inkml:trace>
  <inkml:trace contextRef="#ctx0" brushRef="#br0" timeOffset="-71071.33">25030 17186 944 0,'-14'-14'0'0,"2"3"0"0,7 5 0 0,-1 6 0 0,1 0 0 0,5 14 0 0,0 15 224 0,-2 9-92 0,2 8-47 0,-2 10 0 0,-1 12-37 0,1 2-9 0,-3 10 0 0,-4 4-1 0,2 4 1 16,0-4 0-16,-3 6 463 0,4-24-236 0,5-8-114 15,1-10-57-15,0-10-99 0,0-3 0 0,4-5 53 16,0-12-10-16,0-5-315 0,2-2 157 0,-4-1 79 16,1-6-18-16,-2-1 46 15,1-3-84-15,0 0 49 141,1-3-85-141</inkml:trace>
  <inkml:trace contextRef="#ctx0" brushRef="#br0" timeOffset="-70917.5">25142 17894 1169 0,'5'-4'0'0,"1"0"0"0,0 3 0 0,2-1 0 0,-1 2 0 0,3 0 0 0,-4 7 152 0,1 7-57 0,-1 2-29 0,-1 2 228 0,1 4-118 0,-2-1-74 0,-2-1-32 0,0 2 14 0,-1-3-1 0,-1-1-44 0,2 1-47 0,-2-8 19 0,0-3-1 0,0-1 29 0,0-4-84 0,0-3 42 0,0 0 9 0,0-9-46 0,4-9 40 0,9-7-1 0,-2-3 24 0,5 0 17 0,4 0-36 0,0 4 15 47,-2 2-38-47,2 5 149 0,-2 5-57 0,0 5-28 0,2 3 32 0,-5 4-6 0,1 4-28 0,-4 12-15 0,0 5 79 0,-4 5-34 0,0 2 9 0,-6 0-172 15,-1 3 63-15,0-5 32 0,-1 0 0 0,0-6-398 0,0 4 198 0,0-11 101 16,0-4 27-16,-2-3-555 16,-1-6 292-16,3 0 146 0,0-1-139 0</inkml:trace>
  <inkml:trace contextRef="#ctx0" brushRef="#br0" timeOffset="-70645.64">25762 17434 1627 0,'0'0'0'0,"-1"1"0"0,-5 7 0 0,-1 3 0 0,-2 6 0 0,-5 7 0 15,-2 3 0-15,-4 4 0 0,-2 7 328 0,0-5-150 0,-1 3-70 0,2-7-35 0,1-3 68 0,2-5-52 0,2-2-16 16,5-10 136-16,8-7-86 0,2-2-42 0,1 0 0 15,0 0 76-15,1 0-50 0,15 0-39 0,3 0 134 16,7 0-82-16,2 0-41 0,4 0 0 0,4 0-71 16,-2 0-8-16,-2 0 0 31,4 0 0-31,-4 0 0 0,1 0 0 0,5 0 0 0,-10 0-55 0,0 0-114 0,-3 3 103 0,-6-3 52 0,-2 2-359 0,0-1 142 16,-11-1 111-16,-2 0-632 0,-2 0 357 0,-2 0 178 15,0 0 89-15,-2 0-397 16,-9-3 249-16</inkml:trace>
  <inkml:trace contextRef="#ctx0" brushRef="#br0" timeOffset="-70497.55">25836 17495 1248 0,'-16'-21'0'0,"4"7"0"0,5 6 0 0,3 5 0 0,0 1 0 0,3 2 0 0,-2 7 482 0,3 15-226 0,0 8-109 0,0 8-55 0,0 9 605 16,0 7-319-16,0-1-176 0,0 3 227 0,0 3-429 15,0 7 0-15,-1 3 0 0,1 3-38 16,0-13-208-16,0-4 142 0,0-4-464 15,0-1 303-15,1-6 151 0</inkml:trace>
  <inkml:trace contextRef="#ctx0" brushRef="#br0" timeOffset="-69465.96">26718 17479 779 0,'-13'-13'0'0,"-2"1"0"16,12 5 0-16,2 3 0 0,1 3 196 0,0 1-79 0,4 0-40 0,11 0 76 15,1 0-62-15,5 3-27 0,3-1 0 0,4-2 153 16,0 0-90-16,6 0-36 0,-3 0-8 0,-1 0-66 15,4 0 21-15,-1-4-1 16,-1 1-331-16,4-2 175 16,-7 4 74-16,-6-1 41 0</inkml:trace>
  <inkml:trace contextRef="#ctx0" brushRef="#br0" timeOffset="-69315.84">26814 17759 1228 0,'-1'-2'0'0,"1"-1"0"0,0 1 0 0,0 2 0 0,1 0 0 0,9 0 0 0,5 0 0 0,5 0 0 0,2 3 619 0,5 1-291 0,3-2-145 16,9 0-38-16,-2-2-59 0,4 0-24 0,3 0 0 15,-2 0-607-15,2 0 291 16,4 0 156-16</inkml:trace>
  <inkml:trace contextRef="#ctx0" brushRef="#br0" timeOffset="-68991.6">27643 17652 1856 0,'7'-2'0'0,"2"-3"0"109,4 2 0-109,5 0 0 0,4 2 0 0,6-1 0 0,6 2 0 0,4-3 525 0,3 3-243 0,9-5-113 0,-3-1-33 0,2 0-50 0,-1-1-24 0,-3 2 0 0,-2-1-242 0,0 2 118 0,-16 2 45 0,-3 2 28 0,-9 0-786 0</inkml:trace>
  <inkml:trace contextRef="#ctx0" brushRef="#br0" timeOffset="-68828.66">27828 17701 1195 0,'-12'0'0'0,"6"0"0"0,4 4 0 0,2 6 0 0,0 2 0 0,8 1 227 0,6-1-86 0,2 2-56 16,4 1 288-16,3 2-168 0,-1-2-84 0,1 1-42 0,2 1-42 0,-9-2 0 0,-1 0 0 0,-3-1 1 0,-6 3-152 0,-6 0 75 0,-2 3 48 0,-20-2-115 0,-10 1 72 0,-7 1 35 0,-6-1 1 0,-5 1 117 0,0-1-59 0,4-7-40 0,7 0 345 0,6-2-168 0,10-5-83 0,7-2-47 16,5 1 262-16,11-2-151 0,0-1-71 0,12 1-34 0,12 4-65 15,4 0-8-15,10-1 0 16,0-1 0-16,1 1 0 0,7-1 0 0,-2-4 0 15,-2 0-42-15,8 0-96 32,-9 0 83-32,-3 0-624 0,-2 0 334 0,-4-6 96 0,-5-1 107 0,0-1-360 0,-14-1 237 0,-7-2 114 15,-1 0 56-15,-5-3-313 0,1-6 176 0</inkml:trace>
  <inkml:trace contextRef="#ctx0" brushRef="#br0" timeOffset="-68493.54">27954 17012 1370 0,'-20'-25'0'0,"6"4"0"15,4 6 0-15,8 12 0 0,2 1 0 0,0 2 78 0,5 0-33 0,7 7 0 0,2 1-31 0,6 1 224 0,4 4-100 0,2-2-51 16,1 1-24-16,-2 1-11 16,2-1-5-16,-7 2-19 0,-4-1-119 0,0-1 65 46,-5-1 31-46,-2 2 1 0,-3-1 9 0,-5-3 18 0,-1 3 1 0,0-2 157 0,-5-2-77 0,-4-1-43 0,0 5 9 0,2-7 93 0,1 2-68 0,-1 0-34 16,6 1 1-16,1 0 18 0,0 5-16 0,0-4-10 16,0 2 9-16,3 2 0 0,3 0-36 0,-4 2 35 15,-1 6-25-15,-1-3-9 0,0 0-1 0,-9 3 51 47,-5-1-25-47,-6 0 0 0,-3 1-16 0,1-5-53 0,-3-2-1 0,0-4 27 0,2-2-20 0,0-2-166 0,4-5 68 0,3-1 48 16,5 0-542-16,2-1 269 0,4-7 151 0,3-3-616 15,2-6 380-15,9-1 185 16</inkml:trace>
  <inkml:trace contextRef="#ctx0" brushRef="#br0" timeOffset="-68021.5">28687 17048 1987 0,'0'-14'0'0,"0"5"0"0,0 3 0 0,0 1 0 0,0 3 0 0,0 2 0 0,0 0 0 0,0 17 0 0,0 6 336 0,0 9-150 0,0 6-74 0,-2 9 323 0,0 8-190 0,-1 0-108 16,1 4-51-16,-3 7 39 0,-2 3-44 0,2 2 0 0,0 7-164 15</inkml:trace>
  <inkml:trace contextRef="#ctx0" brushRef="#br0" timeOffset="-67891.66">28651 17687 3701 0,'-7'61'4'0,"0"-7"1"0,1-2-424 0,-1-9 228 0,0 2 123 0,4-19-468 0,-3-9 219 0,5-10 154 0,1-5-3 0,0-2-337 0,0-2 224 0,7-11 126 0,3-11 58 0,3-4-101 0,4-5 80 0,-2-5 39 0</inkml:trace>
  <inkml:trace contextRef="#ctx0" brushRef="#br0" timeOffset="-67781.95">28840 17598 2204 0,'5'-6'0'0,"-1"4"0"0,3 2 0 0,-2 0 0 0,0 7 0 0,-3 11 0 0,-1 6 0 0,1 6 0 0,-2 0 0 0,0 7 0 0,0-4 0 0,0 1 0 0,-5 0 0 0,2-3 412 0,0-6-188 0,0 1-84 0,2-14-119 0,1-1 16 0,0-5 0 0,0-6-1 0,0 0-79 0,10-17 35 0,3-7 0 0,3-5 45 0,1-3-120 0,2 1 60 0,1-3 28 0,-4 8 1 0,2 4 23 16,-3 4-45-16,1 2 1 0,-5 6 201 0,6 0-86 0,-5 8-45 0,0 2 149 15,0 3-85-15,-4 11-43 16,2 10-10-16,-3 3 22 0,-3 2-43 0,-1 2-45 15,-1 4 0-15,0-2-182 0,-1 0 56 0,1 2 90 16,-2-11-661-16,1-3 325 0,-1-3 178 0,1-6 41 16,1-4-219-16,-1 0 159 15,6-8 92-15,-4 0-415 0,2-12 249 0</inkml:trace>
  <inkml:trace contextRef="#ctx0" brushRef="#br0" timeOffset="-67576">29367 17425 1337 0,'24'-26'0'0,"-6"9"0"0,1 6 0 0,3 5 0 0,2 6 0 0,1 0 0 0,3 0 360 16,1 4-165-16,-2 8-80 0,4 5-39 0,-3 0 243 16,1 5-142-16,-1 2-60 0,-8-1-42 0,-6 5 1 15,-8 1-40-15,-6 0 1 0,0 7-38 0,-12-4 14 16,-17-1 0-16,-3-1-11 16,-6-1-1-16,-1-5 36 0,-5 3 9 0,8-11 233 0,7-3-121 0,3-2-61 31,8-6-30-31,6-2 232 15,0-1-299-15,12-2 0 0,0 0 0 0,11 0 0 0,13 0 0 0,13 0 0 0,12 0 0 0,7-5 0 16,6 0 0-16,6-2 0 0,3 0 0 0,1 0 0 16,1 3 0-16,-19 0-85 0,-4 3-267 15,-8-1 112-15,-7 2 117 0,-4 0-1120 0</inkml:trace>
  <inkml:trace contextRef="#ctx0" brushRef="#br0" timeOffset="-66861.96">28122 17173 910 0,'0'0'0'0,"-2"0"0"0,1-1 0 0,-1-2 0 0,0 0 0 0,1 2 0 0,-3 0 141 0,2 1-56 0,0 0-24 0,0 0 226 0,-1 0-125 0,0 0-62 0,-5 0-22 0,2 2-9 0,-2 4-32 0,-2 1 1 0,-1-3 261 0,-4 3-131 0,-2 0-56 0,2-4-42 0,-4 3-18 0,0 0-15 0,1-6 1 0,1 3-380 0,0-3 199 0,4 0 86 0,2 0 47 0,3 0-652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1:26:13.47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56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3-01-06T01:28:11.822"/>
    </inkml:context>
  </inkml:definitions>
  <inkml:trace contextRef="#ctx0" brushRef="#br0">11378 7178 1382 0,'-6'-6'0'0,"-4"3"0"0,6-1 0 0,0 2 0 0,-2 2 0 0,3-2 0 0,1-2 0 0,-2 3 203 0,4-1-87 0,-3 0-39 0,3 2 124 0,0-3-81 0,0 3-40 16,0-2 9-16,0 1 1 0,0 1-26 0,0-1 0 0,3 1-25 0,1-3 35 0,3 2-26 0,-1-1-9 16,0 1 45-16,4-1-45 15,-3 0 0-15,1 0 60 0,2-1-20 0,3 1-10 31,-5-1-30-31,6 0 50 0,-4-1-25 0,1 0 0 0,4 1-15 0,-5-1 40 0,3 1-25 0,-2-1 0 16,2 2-25-16,2-2 44 0,1 0-35 0,1 1-9 63,-2 0 25-63,1 0-23 0,4 0-41 0,0 0 0 0,3 0 0 0,-1-2 0 0,0 2 0 0,1-1 0 0,2 2 0 0,1-2 0 0,2-1 0 0,-3 4 0 0,0-1 0 0,0 2 0 15,0-3 0-15,3 1 0 0,-6 2 0 0,1-1 0 16,-2 1 0-16,0-2 0 0,2 2 0 0,7-2 0 15,-8 2 0-15,4-4 0 0,1 1 0 0,0-2 0 63,2-1 0-63,5 0 0 0,-6 1 0 0,2-1 0 0,1 1 0 0,-1 1 0 0,1-1 0 0,5 1 0 0,-6-1 0 16,-1 3 0-16,1-3 0 0,-2 5 0 0,1-3 0 0,4 1 0 0,-5 1 0 0,1-1 0 0,-2-1 0 0,2 2 0 0,0 1 0 15,3-2 0 1,-5 2 0-16,0 0 0 0,-2 0 0 0,1-3 0 47,1 3 0-47,5-3 0 0,-6 1 0 0,0 1 0 0,-2-1 0 0,3 0 0 0,-2-1 0 0,6 1 0 0,-7 0 0 0,0 0 0 15,1 0 0-15,2-1 0 0,1 3 0 0,3-5 0 0,-3 3 0 0,0 0 0 16,1-1 0-16,0 0 0 0,3 0 0 0,4-1 0 0,-5 1 0 0,1-2 0 16,2 1 0-16,-1-1 0 31,1 3 0-31,7-5 0 0,-6 3 0 0,1 0 0 0,0 1 0 0,2-2 0 0,1 3 0 0,4-3 0 15,-7 4 0-15,0-2 0 0,2 2 0 0,-1 0 0 16,6-2 0-16,-5 3 0 0,0 0 0 0,1 0 0 16,4-3 0-16,0 3 0 0,6 0 0 0,-8-1 0 15,0 1 0-15,1 0 0 0,-3 0 0 0,-2 0 0 32,7 0 0-32,-10 0 0 0,-1 0 0 0,-2 0 0 15,2 0 0-15,-1 0 0 0,8 0 0 0,-11 0 0 0,1 0 0 0,-1 1 0 16,-2 2 0-16,-2-3 0 0,3 3 0 0,-9-3 0 15,-4 1 0-15,-2-1 0 0,-1 0 0 0,-3 0 0 16,1 0 0-16,-7 0 0 16,0 0 0-16,0 0 0 0,-1 0 0 0,-1 0 0 0,1 0-33 15,-1 0 47 1,-1 0-22-16,0 0 0 0,0 0 26 0,0 0-47 0,0 0-1 0,0 0-146 31,0 0 72-31,0 0 36 0,0 0 1 0,-3 0-481 0,0 0 246 0,-5 0 137 0,2 0 63 0,0 1-365 0</inkml:trace>
  <inkml:trace contextRef="#ctx0" brushRef="#br0" timeOffset="224.35">15138 6636 1773 0,'3'0'0'0,"3"0"0"0,2 0 0 0,4 0 0 0,1 0 0 0,7 2 0 0,-1 4 263 0,3 5-114 62,2 4-56-62,0 3 270 0,-1 4-164 0,4 4-71 0,-6 0-51 0,-4 5 38 0,-5 3-38 0,-5 0-1 0,-4 2-82 0,-3 5 9 0,-9-4 34 0,-14-1-153 0,-7-2 76 0,-5-1 39 16,-6-1 0 0,-9 3-408-16,0-11 209 0,-3-1 116 0,-5-2-19 0,-6 0-806 0</inkml:trace>
  <inkml:trace contextRef="#ctx0" brushRef="#br0" timeOffset="1309.14">12887 4550 596 0,'0'0'0'0,"0"0"0"0,0 0 0 0,0 0 0 0,0 0 0 0,0 0 0 0,0 0 0 0,0 0 0 0,0 0 134 31,0 0-48-31,1 0 71 0,0 0-59 0,1 0-21 0,1 5-9 0,0 3 79 0,2 1-55 0,-1 1-27 15,0 4 0-15,-1 1 42 0,3 4-40 0,-3 2 1 32,1 6 88-32,-2 3-59 0,1 8-30 0,-1 7 10 0,-2 5 79 0,0 7-59 0,0 6-29 0,0 8 99 31,-6 11-56-31,-1-5-41 0,-2 1 0 0,4 2 79 0,-2 0-55 0,2-4-29 16,2 7 10-16,1-15 10 15,1-3 0-15,1 4-47 0,0 0 0 0,0-1 62 0,0 14-21 0,0-10-10 16,0 1 22-16,0 5-91 15,0 5 0-15,0 3 0 0,0 16 0 0,0-17 0 0,-1 2 0 0,-7 4 0 16,3 1 0-16,0 3 0 16,-1 8 0-16,-2-21 0 0,5 0 0 0,-1-2 0 15,-1-1 0-15,1 0 0 16,1 9 0-16,0-18 0 0,1 3 0 0,2-1 0 0,-4 3 0 0,1-1 0 16,0 12 0-16,0-17 0 15,-2 9 0-15,3 5 0 0,-2 1 0 0,2-4 0 0,-1 12 0 0,1-19 0 16,1 5 0-16,1-1 0 0,0-5 0 0,0-7 0 15,0 8 0-15,0-15 0 0,1 0 0 0,1 0 0 32,1 3-9-32,0-1-77 0,0 6 16 0,2-15 7 15,-2-3 26-15,1-2-70 0,0 0 32 0,0 1 2 0,0 5 21 0,-3-5-75 0,1 3 45 0,1-3 24 16,-1-6-12-16,-1-3 26 31,1-9 8-31,0-5 1 0,-2-2-164 0,0-3 82 0,0-4 41 0,0-3-215 0,0-8 133 0,-5-4 61 16,-3 0 30-16,0-2-430 0,-3-12 231 0,-3-16 106 47</inkml:trace>
  <inkml:trace contextRef="#ctx0" brushRef="#br0" timeOffset="1653.14">12942 4483 1294 0,'-15'3'0'0,"-6"3"0"0,6 2 0 0,1 1 0 0,1 2 0 0,-1 3 0 0,-1 1 104 0,-7 7-22 0,2-1 32 0,0 5-38 0,-4 3 0 0,1 5-37 0,-2 2-128 0,2 5 74 0,4-7 22 0,4-1-1 0,6-5-367 62,6-4 199-62,3-10 100 0</inkml:trace>
  <inkml:trace contextRef="#ctx0" brushRef="#br0" timeOffset="1748.93">12854 4472 2035 0,'1'0'0'0,"2"0"0"16,2 0 0-16,1 0 0 0,7 6 0 0,5-1 0 0,8 7 0 0,3 4 376 0,7 4-168 0,3 8-85 0,2 3 140 0,4 4-102 0,-8-3-66 0,-3-1-28 0,0 3-187 0,-9-5 80 0,0-2 38 15,-5 1-687-15,-9-8 358 0,-4 1 185 0</inkml:trace>
  <inkml:trace contextRef="#ctx0" brushRef="#br0" timeOffset="5611.04">13693 4978 441 0,'0'0'0'0,"0"0"0"0,0 0 0 0,-3 0 0 0,3 0 0 0,-1 0 0 0,-1 0 29 0,0 0-1 0,1 0 1 15,1 0-1-15,-2 0-7 0,-1 0 14 0,1 0-7 0,1 0 9 16,-2 0-9-16,0 0 0 0,0 0 28 0,-2 1-19 0,0 1-8 62,2 1 1-62,-3-1-9 0,-1 3 9 0,0-3 0 0,-4 5 8 0,1-3-32 0,-2 3 23 0,1 2 1 0,-1-2-1 0,-5 3-38 0,0 2 6 0,-1 0 27 0,0 2-36 0,-1-1-2 16,-1 2 36-16,0 3-35 0,-4-1 36 0,5-2-11 31,-1 2 5-31,2-2-32 0,-1 1 29 0,0 1-6 16,-1 3 8-16,4-4 6 0,-1-1-10 0,2 2-3 0,-1 0 2 0,0 0 7 16,-1 2-3-16,3-4-2 0,-1-1-7 0,1 3 6 15,0-3 1-15,0 2-9 16,-3 2 12-16,4-4-3 0,-1 1-1 0,2 0-44 0,-1-1 43 0,1 1-4 0,-2 2 6 0,1-2-51 15,2 0 46-15,0 0-4 0,0 1 3 0,-1 0-19 16,-5 4 19-16,6-1-7 16,-4-2 29-16,0 2-26 0,1 1 1 0,-3-1-2 15,-3 8 47-15,3-6-43 0,0 1-1 0,0-2 16 16,-1 1-15-16,4-1 6 0,-4 4-3 0,5-7 19 16,1-3-19-16,1 1 5 15,1-1-4-15,-4 3-2 0,7-6 3 0,-4 2 2 16,1 0-35-16,-1 1 32 0,1 1 0 0,-2 1 1 0,2-3-32 0,0 3 27 15,-1-2 2-15,0 2-21 32,1 1 20-32,-3 2-3 0,1 0-3 0,1-1-5 0,0 1 5 0,0 2 3 0,0-1 0 0,-2 3 3 15,1-5-5-15,1 1 2 16,-1-1 19-16,3 0-19 0,-3 2 0 0,-1 1 26 0,4-3-25 0,-1 0 0 31,0 0 3-31,-2-1-10 0,2 0 10 0,-3 7 0 0,3-9 1 0,1 1-11 0,-2 1 9 0,2 0 0 16,-1 1 1-16,-4 3-30 0,5-4 27 0,-2 0 0 15,2 3-15-15,-2 0 14 16,0 0-2-16,-3 5 5 0,5-2-5 0,-5 0 1 0,3 1-2 0,-2 0-9 16,-1 2 10-16,1 3 1 15,2-7-2-15,1 0-4 0,1 0 5 0,-2 0 1 0,2-1-1 0,-4 4 20 16,6-6-19-16,-2 1 0 16,2 1 8-16</inkml:trace>
  <inkml:trace contextRef="#ctx0" brushRef="#br0" timeOffset="6667.94">12093 7056 1739 0,'-8'18'3'0,"-1"7"-7"0,1-3 7 0,2-2 0 0,-2 2 1 0,0 1-14 0,0 1 13 0,-1 1 1 0,4-2-1 0,-4 1-8 0,3 0 7 0,-3 1 1 0,-1 4-4 0,5-6 3 16,-4 5-5-16,-1-3 5 0,1 3 21 0,1-2-22 0,-4 3 1 0,5-5 22 0,-2 3-21 0,1-5 0 0,-2 2 2 0,2 0 8 0,-1 3-6 0,1-5-3 0,2-3 3 0,-1 2 2 0,1 3-3 0,0-2-1 0,-2 4 3 0,4-7 1 0,0 1-3 0,1 0 0 0,-1-1-8 0,-1 1 8 0,1 1 0 0,0-3-7 0,2 2 6 0,-2 0 0 0,1-2 0 0,0 3-21 0,-2 1 21 0,2-3 0 0,1 1-2 0,-4 1-18 0,3 0 18 0,0-1 0 0,0 5-2 0,1-5-3 15,1-1 2-15,0 1 2 0,0-1 26 0,-2-1-26 32,1 6-1-32,2-5 23 15,0-1-21-15,0 0 0 0,0 0 2 0,0-2-8 0,0 6 9 0,0-7-1 0,0 1 1 0,0 0-12 0,0-2 11 0,0 2-1 16,0 1 3-16,2-3 3 0,2 0-6 0,-2 1 0 47,1-1-3-47,2 0 3 0,0 2-1 0,1-2-1 0,0-2 14 0,-1 3-11 0,2-2-1 0,0 3 6 0,1-2-5 0,-1-3 2 0,1 0-2 0,3 1 10 15,-3 0-10-15,3 1 3 16,1-4-2-16,-1 1 46 0,2-2-45 0,1 1 2 16,-2-4-14-16,5 2 16 15,-2-2-2-15,-2 0 11 0,3-3-12 0,-1-2 2 0,1 0-1 0,4 0-34 31,-4 0 33-31,2 0 1 0,1-1-1 0,-2-6 26 0,1-1-26 0,4-3 2 0,-4 1-2 0,-1-2-39 32,-1 0 38-32,3-2 2 0,-2-1-13 0,3 0 13 0,-1 1-3 0,-2-3-12 15,1 0 12-15,0 0-5 16,2-1 4-16,2-2-17 0,-3 5 16 0,-1-4-3 0,2 1 2 0,-1-1-17 16,1 3 16-16,4-8 2 62,-4 4-4-62,3-3 37 0,1-5-36 0,1 2 1 0,2-6 20 0,5-7-18 0,-3 6-1 0,3-8 47 0,0 4-46 0,-1-1 3 0,2 1-2 0,3-5 35 0,-8 9-2 0,-1 1-22 0,1-1-5 0,-2 2-17 16,0-3 18-16,4-3 9 0,-8 5-8 0,1 2-38 31,-1-3 38-31,3-2-3 0,-3 0-43 0,8-5 44 0,-7 5-1 0,5 0 16 0,1-2-18 0,-2 3-7 16,6-10 8-16,-7 10-9 0,2-1 6 0,-4-1 1 15,1-1-1-15,2 0-28 0,0-2 29 0,-3 3-1 31,0 2 0-31,0-1-38 0,-1-2 36 0,2 5-1 0,1-6-30 0,-6 10-2 16,-1 0 30-16,1 3-18 0,-2-3 16 0,2 1-5 0,0-5 3 0,-2 8-17 16,1-2 16-16,-4-2-3 31,4-1 2-15,-2 1 5-16,2-4-8 0,-2 4 3 0,-2 1-2 0,1 1 9 0,0-3-7 0,0 2 1 31,6-5-9-31,-8 6 9 0,3-1 0 0,-1-2-1 0,3-2-27 0,-2 3 26 0,5-9-2 0,-5 10-26 0,0-2 26 0,-1-1 2 0,-2-1-5 0,1 2 5 15,-1-3-7-15,-1 4 4 0,-4 3-4 0,2 1 47 16,0-3-45-16,-2 3 3 0,2-3 40 0,0 6-38 47,-3-1 3-47,0 3 39 0,0-2-37 0,2 1-2 0,-3-4 6 0,-1 7-4 0,0-3 6 0,0-1-5 0,0 0 5 0,-1 1-36 16,1-5 32-16,-1 6 0 15,0-3-2-15,2 0-30 16,0-2-2-16,1-2 30 0,-2 2-31 0,0-1 0 0,0 2 23 0,0 0-26 15,-1-1-4-15,2-2 28 0,-2 7-5 0,-3-1 29 32,0 1-27-32,-1 2 3 0,1 0-4 0,-1-1 32 0,-1 5-30 0,0 0 2 0,0 0 0 0,0 0-1 31,0 0 4-31,0-4-6 0,-1 4 99 0,-2 0-43 0,0-2-16 0,-2 0 14 0,2 1-33 0,0-3-4 16,0 4 8-16,-1 0-3 0,0-2-1 0</inkml:trace>
  <inkml:trace contextRef="#ctx0" brushRef="#br0" timeOffset="6778.05">14320 5189 2181 0,'-5'-12'4'0,"-1"0"-5"0,2 1 4 0,-2 1 1 0,2 2-3 0,-3-2-9 0,3 2 9 0,-4-1 1 0,2 2 18 0,0 0-18 0,1 0 1 0,-3 1 30 0,2-1-28 0,-2-1 0 0,2 0 1 0,-1 1-30 0,-2-1 29 0,3 1 0 0,-2-1 1 0,-1-1-27 0,0 2-1 0,1-2 25 15,-2 3-1-15,0-1 1 0,0 1-4 0,-1-2-34 0,1 2-4 0,-2 1 0 0,3-1 25 0,-3 0 29 0,1 2-25 0,-3-1 1 0,4 2-3 0,-2 0 41 0,-2 1-36 0,3-2 0 0,-3 3 2 0,-2-1 38 0,3 0-36 0,0 2-1 0,-2-3 15 0,0 3-13 0,1 0 8 0,-5 0-3 0,6-3-4 0,-2 3 1 0,1 0 8 0,-1 0-9 0,-4 0 2 0,7 0 1 0,-5 0-1 0,3 0-21 0,-3 0 20 0,2 0 1 0,-6 0-1 0,4 0-78 0,-1 0 37 0,1 0-5 0,-2 3 40 0,3 0-119 0,-4-1 48 0,5 4 25 0,5-2-67 0,-3 3 37 0,5 3 27 0,2 0-403 0</inkml:trace>
  <inkml:trace contextRef="#ctx0" brushRef="#br0" timeOffset="22176.5">18425 5092 1884 0,'0'15'0'0,"0"2"0"0,0 1 0 0,0 10 0 0,0 1 0 0,1 7 0 0,3-3 0 0,-1 2 222 0,-2-1-93 0,1 4 97 0,0-2-95 0,-1 7-37 16,-1-6-33-16,0-5-182 0,0 2 79 0,0-7 40 15,0-2-1-15,0-2-440 0,0-9 235 0,0-6 123 16,0-4 61-16,3-4-661 16,-2 0 256-16</inkml:trace>
  <inkml:trace contextRef="#ctx0" brushRef="#br0" timeOffset="22401.7">18397 5132 1838 0,'5'-15'0'0,"3"2"0"0,5 2 0 0,7 2 0 0,4 3 0 15,6 3 0-15,7 3 0 0,2 0 0 0,3 4 0 0,6 9 507 0,-9 4-239 0,-3 6-115 0,-4 3-58 0,-1 3 181 0,-10 5-119 0,3 7-51 0,-16-3-39 0,-5 4 1 0,-3 1-31 0,-5 3 1 0,-18 0-123 0,-2 5 71 0,-9-10 21 0,-1-5 8 0,-5 1 22 0,0-6 1 0,-5-5-43 0,-3 2 52 0,8-13-26 0,1-4 13 0,2-4-280 0,5-5 129 0,5-2 52 0,3-2 39 0,16-16-605 0,8-12 299 0,1-5 140 0,24-10 78 0,9-1-635 0</inkml:trace>
  <inkml:trace contextRef="#ctx0" brushRef="#br0" timeOffset="22558.97">19146 5189 2304 0,'18'-7'0'0,"-1"7"0"0,-3-3 0 0,0 3 0 0,-8 0 0 0,-3 0 0 0,-1 0 0 0,-2 0 376 0,0 0-169 0,0 3-76 0,0-1-51 0,0 1 0 0,0 2-43 0,1-1-645 0,1 6 322 0</inkml:trace>
  <inkml:trace contextRef="#ctx0" brushRef="#br0" timeOffset="22663.83">19145 5505 748 0,'0'4'0'0,"-4"0"0"0,-2 1 0 0,2 0 0 0,1-1-1 0,1 1 902 0,2-1-439 0,0-1-214 0,0 0 151 0,2 0-186 0,10-1-89 0,2 1-37 0,3 0-634 0,2 1 292 0,3-2 146 0,4 1-448 0</inkml:trace>
  <inkml:trace contextRef="#ctx0" brushRef="#br0" timeOffset="22926.58">19784 5349 2130 0,'3'-12'0'0,"8"0"0"0,1 7 0 0,2-1 0 0,3 5 0 0,1 1 0 0,2 0 541 0,3 1-243 0,-3 12-135 0,1 4-64 0,-1 5 50 16,-5 2-57-16,1 5-27 0,-5 2 8 0,-6-2-77 16,-4 5-1-16,-1 0 42 0,-6 2-81 0,-11-4 41 15,-4 4 8-15,-6-7 32 0,-2-2-144 0,-5-7 71 16,-2-4 37-16,0-3-329 31,-2-2 135-31,11-8 96 0,2-3 4 0,8-3-209 16,6-12 125-16,7-10 70 0,4-10 26 0,4-4-511 0,18-7 278 0</inkml:trace>
  <inkml:trace contextRef="#ctx0" brushRef="#br0" timeOffset="23079.17">20100 5266 1533 0,'13'-4'0'0,"1"3"0"0,-5 1 0 0,0 0 0 0,-4 7 0 16,-3 8 0-16,-2 2 494 0,0 7-228 0,0 1-115 0,-1 4 785 0,-2 4-449 0,0 3-423 0,1-4-64 15,2-2 0-15,0 0 0 0,8-3 0 0,7 1 0 16,5-9 0-16,1 0 0 16,3-2 0-16,4-5-422 0,-1-2 36 0,4-1 220 15,-6-9 97-15,1 0-464 0,-3 0 126 0,-2-14 186 0</inkml:trace>
  <inkml:trace contextRef="#ctx0" brushRef="#br0" timeOffset="23425.58">20355 5079 1243 0,'-5'-16'0'0,"1"5"0"0,4 2 0 0,0-2 0 0,2 6 0 0,12 3 0 0,3-1 720 0,3 1-341 47,0 2-172-47,2 0 244 0,0 0-212 0,-2 6-101 0,-1 2-51 0,0 2-195 0,-2 4 72 0,-3 1 45 0,-8 0-8 0,-4 4-244 0,-2 0 141 0,0 3 69 0,-14-3-21 0,-5 3 54 15,-4-4-8-15,-1-4 96 0,-1 0-34 0,0-1 0 16,2-4-124-16,2 2 392 0,3-6-159 15,7-2-73-15,0-1-42 0,7-1 223 0,4-1-250 0,0 0-21 16,18 0 0-16,3-1 0 16,10-4 0-16,4-2 0 0,3 2 0 0,-1 1 0 15,2 1-13-15,2 1-853 0,-2 2 432 0,0 0 153 110,2 0 119-110</inkml:trace>
  <inkml:trace contextRef="#ctx0" brushRef="#br0" timeOffset="23485.33">20705 5415 1604 0,'-7'4'-2'0,"1"-4"0"0,3 1 1 0,2-1 0 0,1 0 0 0,1 0 0 0,16 0 0 0,6 0 0 0,4 0 546 0,7 0-246 0,1 0-136 0,4-1-63 0,-1-5 60 0,3 2-61 0,1 2-32 0,5-2-502 0,-8 3 231 0,-5-2 121 0,-1 3 59 0,-5 0-308 0,-5 0 184 0,-1 0 101 0</inkml:trace>
  <inkml:trace contextRef="#ctx0" brushRef="#br0" timeOffset="23673.55">21005 5114 1171 0,'-10'3'0'62,"5"4"0"-62,0 2 0 0,4 6 0 0,-1 7 0 0,2 7 810 0,0 7-378 16,0 3-203-16,0 7-96 0,2 0 527 0,4 3-312 0,-1 6-200 0,1-9-148 0,-2-3 0 0,1-2 0 0,0-2 0 0,5-5 0 0,3 2 0 0,-2-13 0 0,4-5-1159 0,1-2 536 0</inkml:trace>
  <inkml:trace contextRef="#ctx0" brushRef="#br0" timeOffset="23835.28">21421 5185 3146 0,'-12'9'0'0,"4"0"0"0,2 6 0 0,3 5 0 0,-2 4 0 0,1 6 0 0,-1 7 0 0,5-3 0 0,0 2 447 0,0 1-206 0,14-6-144 16,0 1-97-16,6 1 0 0,2-15 0 0,1-2-236 0,2-8-60 0,2-5 165 31,0-3 84-31,5 0-378 0,-7-8 226 0,1-11 117 0,-4-4 58 0,-2-5-959 0,-4 1 474 0</inkml:trace>
  <inkml:trace contextRef="#ctx0" brushRef="#br0" timeOffset="23992.64">21710 5303 1148 0,'1'-8'0'0,"2"1"0"0,2 0 0 0,0 2 0 0,4 0 0 0,-1 2 243 0,4 3-108 0,1 0-50 0,3 0-25 0,1 10 506 15,3 3-256-15,-1 3-142 0,0 4 310 0,-1 2-221 16,-6 4-111-16,-2 2 54 0,0 2-74 0,-8-2-117 16,-2-1-9-16,-2 1 0 15,-15-2 0-15,-6-4 0 0,-7 2 0 0,-2-7-278 16,-3-4 118-16,1-6 97 0,1-4 49 0,4-3-222 16,-1 0 54-16,12-4 93 0,7-17-678 0,5-8 367 15,6-3 182-15</inkml:trace>
  <inkml:trace contextRef="#ctx0" brushRef="#br0" timeOffset="24151.49">22034 5150 2381 0,'6'0'0'0,"-1"8"0"0,-2 1 0 0,-3 6 0 0,0-1 0 0,0 8 0 0,0 7 468 0,-10-2-221 0,-1 3-106 0,2 3 437 0,2-2-462 0,5 0-116 16,2 4 0-16,0-11 0 31,1 0 0-31,13-3 0 0,4-4 0 0,5-1 0 0,6 2 0 0,1-11 0 0,3-6-249 0,3-1 86 0,1-1 99 15,0-10-1170-15,2-6 553 0</inkml:trace>
  <inkml:trace contextRef="#ctx0" brushRef="#br0" timeOffset="24287.42">22333 5306 1287 0,'0'0'0'0,"0"0"0"0,-2 0 0 0,2 0 0 0,0 0 0 15,0 0 509-15,3 0-237 0,10 0-110 0,5 0-67 0,3 0 275 16,5 0-167-16,4 0-84 0,3 0-42 0,3 0-494 15,0 0 222-15,2 0 115 0,0-2-344 0,1-2 226 16</inkml:trace>
  <inkml:trace contextRef="#ctx0" brushRef="#br0" timeOffset="24469.73">22794 5185 1553 0,'0'0'0'0,"0"-1"0"0,0-1 0 0,-2 2 0 0,2-3 0 0,0 3 0 0,0 0 177 0,0 0-71 0,0 0-36 0,8 6 526 0,3 3-280 0,3 3-133 0,0-2-77 0,2 3-37 0,1-1 1 0,2 1-35 0,-1-2-875 0,1 0 445 0,1 1 211 0,0-4 110 0,-1-1-753 0</inkml:trace>
  <inkml:trace contextRef="#ctx0" brushRef="#br0" timeOffset="24613.29">23112 5075 2045 0,'-1'0'0'0,"-3"0"0"63,0 0 0-63,2 0 0 0,-1 7 0 0,0 10 0 0,-2 8 0 0,-2 10 464 15,0 17-206-15,-5 6-116 0,1 13-53 0,-3 4 427 0,-3 5-240 0,1-1-135 0,-2 3-152 0,6-14 12 0,-3-5-1 0,2 4 10 0,-5-4-451 0,5 0 225 0,-5 3 134 0,5-21-752 0,1-11 392 0,5-10 226 0,1-16 112 0,0-8-396 0</inkml:trace>
  <inkml:trace contextRef="#ctx0" brushRef="#br0" timeOffset="24823.82">23291 5167 1982 0,'30'0'0'0,"0"0"0"0,9 10 0 0,-7 5 0 0,1 6 0 0,-2 4 0 16,-3 5 773-16,-3 5-369 0,1 8-176 0,-10-6 275 0,-7 6-462 0,-4-2-41 0,-5 1 0 0,0 6 0 0,-13-7 0 15,-11-4 0-15,-9-1 0 0,-6 0 0 16,-11-5 0-16,-4 3 0 0,7-16 0 0,6-7-149 0,7-9 82 0,5-2 50 16,4-7-842-16,0-13 408 15,12-7 198-15,10-12-587 0</inkml:trace>
  <inkml:trace contextRef="#ctx0" brushRef="#br0" timeOffset="25071.27">23618 4937 906 0,'8'0'0'0,"1"0"0"0,-2 0 0 0,5 0 0 0,2 0 601 0,-2 0-287 0,2 0-140 16,2 0-69-16,3 0 350 0,-2 0-210 0,5 0-96 31,-4 3-38-31,-3 2-38 0,-1 2 0 0,-3 0-39 0,-6 1-110 0,-2 3 64 0,-3 2 19 0,-3-2-94 16,-10 4 61-16,-10-3 30 0,-1 2 1 0,-2 1 96 15,-2-6-37-15,7-1-1 16,-1-1-28-16,4-1 126 0,4-2-77 0,2 0-20 0,4-1 45 0,7-2-39 15,1-1-11-15,5 0 1 0,11 0-56 0,12 0-2 16,6 0-2-16,5-4-312 16,8-1 139-16,1-2 104 0,8 1 54 0,-6-4-884 15,0 5 432-15,-1 0 216 0</inkml:trace>
  <inkml:trace contextRef="#ctx0" brushRef="#br0" timeOffset="25302.33">24566 4979 1485 0,'-2'5'0'0,"-9"2"0"0,0-3 0 0,-1 5 0 0,-7 2 0 0,-4 3 0 0,-12 3 0 0,-11 7 446 0,-1 1-210 0,-4 4-101 0,-5-3 238 32,7 3-169-32,5-5-85 0,3 0-34 0,17-9 0 0,8-8-25 0,12-2-1 0,4-5-24 0,0 0 177 31,11 0-80-31,11 0-53 0,7 0 107 0,6-2-186 0,6-3 0 0,3-1 0 0,8 0 0 0,-7 3 0 15,3 1 0-15,-1 1 0 16,-2-1 0-16,-3 2 0 16,2 0 0-16,-10 0-555 0,-10 3 186 0,-9 5 147 0,-10 3 109 0</inkml:trace>
  <inkml:trace contextRef="#ctx0" brushRef="#br0" timeOffset="25524.28">24052 5454 2558 0,'-18'0'0'0,"12"0"0"0,6 1 0 0,0 1 0 0,13 3 0 0,9 0 0 0,5 2 0 0,3 3 796 0,8-3-381 0,4 4-253 0,3-4-162 109,0 2 0-109,8 1 0 0,-2-5 0 0,-1 4 0 0,2-6 0 0,-6 2 0 0,1-2 0 0,2-2 0 0,-12-1 0 0,-1 0 0 0</inkml:trace>
  <inkml:trace contextRef="#ctx0" brushRef="#br0" timeOffset="25683.87">25075 4916 1607 0,'7'2'0'0,"-1"2"0"0,2 4 0 0,1 5 0 0,0 10 0 0,-1 4 0 0,-3 14 727 0,-1 13-347 0,-2 12-173 0,0 17-77 0,0-6 494 0,0 4-368 0,0-2-256 0,-1 0 0 0,1-7 0 0,3 2 0 0,1-23 0 31,1-2-532-31,-2-7 133 32,1-4 217-32,-1-3-1027 0</inkml:trace>
  <inkml:trace contextRef="#ctx0" brushRef="#br0" timeOffset="25795.46">25486 5866 3644 0,'-10'8'0'0,"10"1"0"0,0 3 0 0,15-2 0 0,1-3 0 0,-3-2 0 0,-1-5 0 0,-5 0-1024 0,0 0 495 0,-6 0 248 0</inkml:trace>
  <inkml:trace contextRef="#ctx0" brushRef="#br0" timeOffset="35324.33">18743 6505 1483 0,'-11'0'0'0,"0"0"0"0,2 0 0 0,1 0 0 0,6 0 0 0,2 2 0 0,0 6 435 0,0 5-199 0,0 3-90 16,5 4 86-16,4 6-98 0,1 4-48 0,2 3 101 15,0 5-75-15,3 4-27 0,-2-4-11 0,-1 1-4 16,4 0-1-16,-3-7-31 0,1-4 0 0,3 1-51 15,-2-11 25-15,-2-9 0 0,3-4 26 0,0-5-99 63,-2-3 49-63,4-11 34 0,-2-17-42 0,-2-7 5 0,-1-9 1 0,0-4 5 0,-2-1 1 0,3-5-7 0,-3 7-3 0,-3 4-198 0,3 6 101 0,-3 3 37 16,-2 8 30-16,-1 6 238 0,-4 13-98 0,1 9-51 0,0 1-25 0,-2 13 299 15,0 13-148-15,4 6-51 0,-4 5 11 0,0 9-127 16,1-1 0-16,1 3 0 0,1-2 0 0,3 4 0 15,2-11 0-15,4-3 0 32,3-3 0-32,3-5 0 0,1-7 0 0,5 3 0 0,-1-14-85 0,0-8-52 0,-2-2 82 0,0 0-857 15,1-7 437-15,1-7 209 0,-7-8-622 0</inkml:trace>
  <inkml:trace contextRef="#ctx0" brushRef="#br0" timeOffset="35468.12">19407 6486 2192 0,'0'0'0'0,"0"0"0"0,0 0 0 0,0 0 0 16,10 0 0-16,3 0 0 0,6 0 491 0,1 0-226 0,7 0-114 15,4 0-47-15,-1-2-28 0,5 2 0 0,1 0-38 0,-2 0-1 0,-4 0-691 16,4 0 355-16,-12 4 164 16</inkml:trace>
  <inkml:trace contextRef="#ctx0" brushRef="#br0" timeOffset="35646.83">19560 6686 2343 0,'-16'5'0'0,"0"-1"0"0,4 0 0 0,5 0 0 0,4 2 0 0,3-5 0 0,0 2 0 0,6-1 0 0,12-1 366 0,4-1-168 78,3 0-80-78,4 0-58 0,1 0-23 0,1-3 1 0,2-1 9 0,-3-2-324 0,0-1 157 0,0 3 79 0,-1-2 39 0,1 2-746 0</inkml:trace>
  <inkml:trace contextRef="#ctx0" brushRef="#br0" timeOffset="35816.53">20091 6481 2594 0,'15'-6'0'0,"7"1"0"0,-2 5 0 0,1 0 0 0,2 0 0 0,0 6 0 0,1 8 0 0,2 4 0 0,-9 3 406 0,2 5-186 16,-6 1-93-16,-3 5 235 0,-5 1-164 0,-4 5-174 15,-1-3-24-15,-10-3 0 16,-8 2 0-16,-3-7 0 0,-6-3 0 0,-2 2 0 0,-1-12 0 0,-1-3 0 15,0-4-282-15,3-5 79 47,1-2 120-47,4 0-612 0,9-5 278 0,8-12 189 0,4-9 96 0,2-3 47 0,6-5 24 0,14-7-9 0</inkml:trace>
  <inkml:trace contextRef="#ctx0" brushRef="#br0" timeOffset="36002.73">20388 6425 1672 0,'22'-25'0'0,"-2"4"0"0,-7 9 0 0,-2 4 0 0,-10 8 0 0,-1 0 0 0,-1 4 0 0,-12 8 956 16,1 6-459-16,-7 5-221 0,3 1-123 0,-2 5 224 109,2 2-377-109,0 1 0 0,6 2 0 0,0 4 0 0,4-6 0 0,6-3 0 0,0 2 0 0,6 1 0 0,12-3 0 0,6 4 0 16,6-10 0-16,6-2 0 0,5-6 0 0,4-3-408 0,4 0-209 0,-5-10 307 0,-2-2 50 0</inkml:trace>
  <inkml:trace contextRef="#ctx0" brushRef="#br0" timeOffset="36247.22">21250 6793 1984 0,'0'-9'0'0,"0"0"0"0,0 4 0 0,0 4 0 0,0 1 0 0,0 0 0 0,0 6 0 0,0 12 736 0,0 4-351 0,0 4-174 16,0 6-217-16,-6 4 9 0,1-2 33 0,-3 5-376 15,1 0 188-15,-1 2 94 0</inkml:trace>
  <inkml:trace contextRef="#ctx0" brushRef="#br0" timeOffset="36677.37">22174 6541 1293 0,'10'-24'0'0,"-1"11"0"0,-1 9 0 0,2 4 0 0,-2 3 0 0,3 11 0 0,-2 13 168 0,-1 2-65 0,-3 7 183 78,0 5-125-78,-4 4-62 0,1 5-22 0,1-7-7 0,-3 1-1 0,0-6-32 0,0-2 0 0,0-8 34 0,0-3-25 0,0-14-9 0,0-6 152 0,0-5-76 0,0-2-38 0,0-18 0 0,4-9 228 0,6-10-138 0,4-6-64 0,4-7-14 0,3-3-24 0,2-1-1 0,5-7-16 0,-1 12-326 0,-2 2 159 0,4 5 78 0,-2 2 40 0,-1 14-326 0,2-2 184 0,-7 22 85 0,-3 5-867 0,-2 3 446 0</inkml:trace>
  <inkml:trace contextRef="#ctx0" brushRef="#br0" timeOffset="36820.58">22659 6699 1728 0,'-8'0'0'0,"-1"0"0"0,5 0 0 0,3-3 0 0,1 2 0 0,0-3 0 0,3-2 710 0,13 0-337 16,5 1-168-16,3-4-84 0,7 1-230 16,-3 1 67-16,4 1 40 0,0 2-316 0,-2 2 177 15,2 0 89-15</inkml:trace>
  <inkml:trace contextRef="#ctx0" brushRef="#br0" timeOffset="37050.73">22732 6890 2094 0,'-22'0'0'0,"9"2"0"0,6 1 0 15,4-1 0-15,3 0 0 0,0-1 0 0,13-1 0 0,11 0 0 0,3 0 614 0,6-1-289 0,3-3-144 0,2-3-72 0,3-3-459 0,-3 5 189 0,-2-4 99 110,2 2-814-110,-2-1 449 0,2-4 225 0</inkml:trace>
  <inkml:trace contextRef="#ctx0" brushRef="#br0" timeOffset="37166.42">23271 6544 1716 0,'14'-10'0'0,"3"4"0"0,2 1 0 0,4 4 0 0,4 1 0 0,-1 0 0 16,5 6 0-16,-6 7 0 0,-3 2 567 0,0 7-265 0,-5 3-133 0,-4 5-57 0,-6-1 71 0,-7 4-74 0,0 2-36 0,-12 4-102 0,-13-3 33 15,-4 4 9-15,-3-10 24 31,-4-5-244-31,-1-3 122 0,-2-6 61 0,2-4-193 0,-1 0 135 0,13-12 55 0,4 0 32 0,9-6-690 0,6-12 325 0,6-9 161 16,2-7 73-16</inkml:trace>
  <inkml:trace contextRef="#ctx0" brushRef="#br0" timeOffset="37312.78">23590 6488 1352 0,'4'2'0'0,"-3"1"0"0,1 1 0 0,-2 4 0 0,0 4 0 0,0 5 0 0,-10 7 736 0,1 3-350 0,-4 4-175 16,6 3 568-16,0 2-371 0,6 2-349 0,1-3-59 15,1-2 0-15,17-3 0 16,5-3 0-16,7-6 0 0,9 1-71 0,2-10 34 16,2-5 37-16,3-7-794 0,-5 0 415 0,1-4 208 15</inkml:trace>
  <inkml:trace contextRef="#ctx0" brushRef="#br0" timeOffset="37472.21">23908 6636 1947 0,'-4'-12'0'0,"4"5"0"0,0 4 0 0,9 0 0 0,6 1 0 16,6 0 0-16,5 1 325 0,2 1-148 0,3 0-71 63,5 0 68-63,2 0-68 0,3 0-35 0,5 0-659 0,-9 1 307 0,3-1 158 0,-3 0 78 0</inkml:trace>
  <inkml:trace contextRef="#ctx0" brushRef="#br0" timeOffset="37594.87">24430 6470 1587 0,'0'0'0'0,"-4"0"0"0,2 0 0 0,0 0 0 0,2 0 0 0,0 0 0 0,0 0 0 0,3 5 416 47,10 4-189-47,2 0-96 0,4 3 203 16,3 0-140-16,1 0-83 0,2 3-585 0,2-4 256 0,1 0 127 0,0-2 64 0,4 3-737 0,0-6 393 0</inkml:trace>
  <inkml:trace contextRef="#ctx0" brushRef="#br0" timeOffset="37758.57">24938 6273 1842 0,'0'-5'0'0,"-3"3"0"0,2-1 0 0,-4 3 0 0,-1 0 0 0,-1 17-1 0,-3 10-1 0,-1 14 525 0,-4 11-244 0,-3 17-122 0,-5 15 580 0,2 8-356 0,-5 8-366 0,2 4-15 0,-2 0 0 0,3-7 0 0,-4 9 0 0,9-26-114 31,-2 4-123-31,-3 3 136 0,0 7 67 0,-5 1-914 0,-2 12 480 0</inkml:trace>
  <inkml:trace contextRef="#ctx0" brushRef="#br0" timeOffset="37909.71">25131 7149 2950 0,'2'3'0'15,"-1"-3"0"-15,2 4 0 0,1-3 0 0,-3 3 0 0,3 0 0 0,-3 1 0 0,1 0 306 0,-2-2-135 0,0 2-69 0,0 1-584 0,0-3 266 0</inkml:trace>
  <inkml:trace contextRef="#ctx0" brushRef="#br0" timeOffset="39813.76">26340 6366 2429 0,'0'0'0'0,"1"1"0"0,0 5 0 0,5 0 0 0,-1 5 0 0,1 6 0 0,5 4 0 0,1 10 311 16,2 6-141-16,-1 4-65 0,0 7-103 0,0 5 1 16,-3 4 36-16,-4 7-113 0,-1-8 52 0,-4-1 30 15,-1-8 0-15,0-2-387 0,0-10 198 0,-1 0 101 16,-4-15 46-16,2-10-492 0,0-6 247 0,-1-4 102 62,1-3 70-62,0-15-341 0,0-12 210 0</inkml:trace>
  <inkml:trace contextRef="#ctx0" brushRef="#br0" timeOffset="39969.93">26387 6469 1620 0,'0'-20'0'0,"0"5"0"0,8 4 0 0,3 4 0 0,5 0 0 0,7 5 0 0,5 2 0 0,5 0 0 0,3 14 496 47,2 3-229-47,5 6-105 0,-9 4 73 0,-4 5-98 0,-1 3-49 0,-7 3-74 0,-8 5-1 0,-3 3 35 0,-9 0-9 0,-2-3-151 0,-15 6 76 0,-9-4 37 16,-3 1 0-16,-10 1-58 0,2-14 44 0,-2-6 25 15,-1-3-226-15,0-7 80 0,4-10 70 0,-1 1-16 16,9-8-382-16,7 0 207 0,5-15 107 0,8-12-193 16</inkml:trace>
  <inkml:trace contextRef="#ctx0" brushRef="#br0" timeOffset="40196.12">26935 6135 3052 0,'0'-7'0'0,"0"2"0"0,0 2 0 0,0 3 0 0,0 0 0 0,0 0 0 0,0 13 0 0,-4 4 0 0,-2 7 0 0,-2 0 188 0,0 7-65 0,1 1-46 0,2 4-599 0,2 0 280 0,-1 4 141 0,1 3-906 0,3 4 474 0</inkml:trace>
  <inkml:trace contextRef="#ctx0" brushRef="#br0" timeOffset="40922.72">27228 6472 1534 0,'0'-2'0'0,"0"-2"0"0,0-1 0 0,0 1-16 0,0 4-2 0,0-3 0 0,0 1-1 0,0 2 553 0,2 0-253 0,0 0-122 15,4 0-59-15,-2 5-194 16,4 2 66-16,0 1 44 0,-1 4-755 0,5 1 362 16</inkml:trace>
  <inkml:trace contextRef="#ctx0" brushRef="#br0" timeOffset="41063.97">27185 6810 1067 0,'-18'0'0'0,"5"0"0"0,2 0 0 0,-1 0 0 0,9 2 0 0,2-1 409 0,1 3-186 0,0-4-92 16,0 3-46-16,1-3 259 0,9 0-157 0,6 0-74 16,0 0-38-16,7 0-377 0,2 0 170 0,2 0 95 15</inkml:trace>
  <inkml:trace contextRef="#ctx0" brushRef="#br0" timeOffset="41445.64">28047 6140 2149 0,'-11'-24'0'0,"-5"9"0"0,0 1 0 0,1 11 0 0,-5 1 0 0,-2 2 0 0,-3 4 0 0,-3 12 0 0,-3 4 248 0,5 3-111 0,4 3-49 0,1 3 13 0,5-2-31 0,6 0-1 0,-1 2-23 0,11-5-69 0,0-3 30 0,2-1 0 0,11-2 30 16,3-3-35-16,4 1 9 0,0-6 26 0,-1-1-77 0,2-3 39 16,-5 0-1-16,-2 0 15 31,1 5-8-31,-4-4 18 0,-5 4-41 0,-4 1 183 0,0 3-74 0,-2 2-36 0,0 5 10 0,0-2 137 16,-3 6-82-16,-4-2-41 0,-2 4 0 0,2 0 13 15,-2 8-75-15,5-6-17 0,0 1 0 0,2 3 0 16,1 0 0-16,1-1 0 15,0 6 0-15,0-7 0 0,0 0 0 0,1 0-397 0,4-2 143 0,0 8 137 47,3-11 21-47,-4 0-576 0,1-3 317 0,3-1 159 0,-4-2 80 0,2 1-276 0,1-9 182 0</inkml:trace>
  <inkml:trace contextRef="#ctx0" brushRef="#br0" timeOffset="42594.2">28366 6428 1367 0,'-20'0'0'16,"3"5"0"-16,-1 7 0 0,-2 6 0 0,0 5 0 0,0 8 0 0,-6 8 399 0,7 1-185 0,3 2-88 0,2 2 355 0,8-3-222 0,3-2-110 0,3 2-47 0,4-12 59 0,15-4-62 0,3-7-31 0,3 2 1 0,4-4-333 47,-1-5 147-47,-1-4 77 16,2 0-604-16,-2-3 341 0,-1-3 170 0,3 1 44 0,-8-2-403 0</inkml:trace>
  <inkml:trace contextRef="#ctx0" brushRef="#br0" timeOffset="42874.3">28538 6593 1223 0,'-8'0'0'0,"4"2"0"0,0 0 0 0,-2 5 0 0,2 3 0 0,1 3 0 0,3 5 354 0,0 5-158 0,0 4-79 0,0 2-40 0,0 4 211 31,7-4-130-31,2-2-60 0,2-3-93 0,-1-2-1 0,6-6 34 0,0-1 8 16,0-8-256-16,-2-7 124 0,5 0 61 0,-1-7-76 15,-2-8 68-15,4-7 44 0,-6-4-9 0,0-2-183 0,-3-2 94 0,3-1-25 16,-3-1 47-16,0 1 5 15,-1 6 25-15,-2 4-14 0,-2 3 279 0,-1 4-126 16,-1 5-65-16,1 0-23 0,-4 9 259 0,-1 0-115 16,0 11-74-16,0 10 182 15,0 4-115-15,-1 1-48 0,-4 3-39 0,0 0-53 0,1-2 24 0,2 3 1 16,2 0 9-16,0-5-316 31,0 0 153-31,0-5 77 0,2-2-639 0,5-2 315 0,4 1 126 0,3-9 109 0,1-6-486 0</inkml:trace>
  <inkml:trace contextRef="#ctx0" brushRef="#br0" timeOffset="43019">29016 6798 1683 0,'0'-5'0'16,"0"2"0"-16,0-1 0 0,-2 4 0 0,1 0 0 0,-2 0 0 0,1 0 0 0,1 0 508 0,-2 12-226 0,1 0-128 0,-1 3-60 0,-2 1 33 16,-1 2-46-16,3 1 0 0,-2 2-36 0,2-3-284 15,-3-1 139-15,5-3 67 0,-2-3-636 0,3 0 352 16,0 1 187-16</inkml:trace>
  <inkml:trace contextRef="#ctx0" brushRef="#br0" timeOffset="43336.04">29091 6679 1565 0,'1'-4'0'15,"1"0"0"-15,1 3 0 0,-2 1 0 0,1 0 0 0,0 0 0 0,1 4 0 0,3 8 280 0,-1 4-122 0,0 2-60 0,1 2 224 0,1 4-143 0,0 0-61 16,-1 0-45-16,2-2 30 15,-2-2-35-15,1-4 10 16,1-1-52-16,-1 0 18 0,2-8-9 0,-4-3 0 0,4-4-45 0,-3 0 1 16,2-7 44-16,1-9-111 0,-2-2 51 0,1-3 30 15,1-3 1-15,-3-3-274 0,3-3 117 0,-2-4 51 16,3 4 49-16,-3 1-579 0,0 1 297 0,0 3 147 125,1 2-156-125,1-1 144 0</inkml:trace>
  <inkml:trace contextRef="#ctx0" brushRef="#br0" timeOffset="43434.91">29431 6520 1199 0,'9'0'0'0,"-3"0"0"0,2 0 0 0,2 0 0 0,2 0 0 0,-1 0 0 0,4 0 296 0,-1 2-130 0,3 5-65 0,2 2 533 0,-2 5-299 0,5 5-140 0,-5 3-83 0,-1 5 195 0,-3 3-135 0,-3 6-68 0,-6 2-93 0,-2 6 9 0,-2-3 17 0,-11-1 0 15,-7-4-295-15,-5 1 148 0,-1 0 82 0,-1-12-514 16,-3-5 290-16,4-7 100 0,1-6 86 0,5-6-636 16,0-1 324-16,8-2 175 0</inkml:trace>
  <inkml:trace contextRef="#ctx0" brushRef="#br0" timeOffset="51875.34">29986 6621 1447 0,'0'0'0'0,"0"0"0"0,0 0 0 0,0 0 0 0,0 0 0 0,0 0 0 0,0 0 0 0,0 0 236 0,0 0-97 0,1 1-48 0,1 3 9 0,0-1-58 0,1 3 0 16,2-3-1-16,-3 4-284 0,3-2 143 0,2 2 81 15,-1-1 25-15,0-1-606 16</inkml:trace>
  <inkml:trace contextRef="#ctx0" brushRef="#br0" timeOffset="52020.86">29959 6858 1309 0,'-11'0'0'0,"1"0"0"0,2 0 0 0,2 0 0 0,0 6 0 0,-1 0 237 0,4 1-103 0,1 0-46 31,2-1 326-31,0-1-186 0,0 2-93 0,0 0-31 0,0 0-63 0,0 1 1 0,9 0 0 16,1 1-314-16,3 3 167 0,3-6 68 15,-1 5 39-15,5-4-790 0</inkml:trace>
  <inkml:trace contextRef="#ctx0" brushRef="#br0" timeOffset="52463.83">30537 6599 1345 0,'-2'-9'0'0,"-3"4"0"0,-1 1 0 0,2 4 0 0,3 1 0 0,-1 16 0 0,-2 4 0 0,1 3 223 15,-3 6-81-15,3-1-56 0,2 2 1 0,0 3 12 0,1-2-29 0,0 2 0 16,0 2 18-16,1-7-10 31,9 0-37-31,0-4 0 0,5-5-53 0,-1-4 26 0,3 1 11 0,-2-12-61 0,2-2 39 0,3-3 0 0,-1-3 38 0,4-9-83 16,0-12 19-16,-4-4 28 15,1-8-12-15,0 0-47 0,-2-5 15 0,2-5 4 16,-7 5-34-16,0 4 35 0,-2 1-19 0,-4 6 50 16,-3 6 105-16,1 1-53 0,-5 16-3 0,0 4 197 15,0 3-110-15,0 1-59 0,-5 18-18 0,1 7 155 16,-3 4-80-16,0 6-46 15,4 3 4-15,1 0 12 0,2-1-31 0,0 4 11 0,0-9-66 0,1 1 0 16,4-2 26-16,8-4 0 0,0-1-268 0,1-1 144 31,1-11 57-31,0-5-517 0,2-1 250 0,-1-9 146 0,-2 0 26 0,5 0-502 16,-3-8 296-16,0-10 143 0,-2-9 72 0</inkml:trace>
  <inkml:trace contextRef="#ctx0" brushRef="#br0" timeOffset="52745.49">30984 6387 1326 0,'8'-10'0'0,"0"3"0"0,7 0 0 0,2 7 0 0,5 0 0 0,0 0 0 0,0 0 0 0,4 10 307 0,-3-1-123 62,-4 1-77-62,-7 2 4 0,-1 0-36 0,-4 0 1 0,0 5-25 0,-7-1-55 0,0-1 0 0,-3 2 45 0,-10 1 0 0,-3-1-88 0,-4-1 54 0,-2-2-10 0,-2-2 19 0,0-3 25 0,1 0 0 0,5-2-47 0,0-2 44 0,8-1-45 32,0-2 0-32,7-2 283 0,3 0-120 0,0 0-53 0,3 0-23 0,15 0 72 0,8-2-56 0,3-3-27 15,6-1 0-15,2 0-138 0,6-2 65 0,-1 2 18 16,-1 1-477-16,1 0 240 0,-1 1 126 0,-2 1 37 16,5 0 45-16,-12 2-41 0,-1-2 32 0,-2 3-974 15,-9 0 478-15</inkml:trace>
  <inkml:trace contextRef="#ctx0" brushRef="#br0" timeOffset="52884.17">31399 6694 1170 0,'-18'1'0'0,"0"3"0"0,4 0 0 0,9 2 0 0,0 0 0 0,5 0 0 0,0 1 228 0,8-1-93 0,7 2-36 0,5-3 285 0,4-1-172 0,5-1-85 0,2 0-43 0,1-1 13 0,5-2-18 0,-2 2-9 0,-3-2-542 0,0 0 256 0,2 0 129 0,2 0 74 0,-9 0-637 16,0 0 326-16,-3 0 162 0</inkml:trace>
  <inkml:trace contextRef="#ctx0" brushRef="#br0" timeOffset="53260.84">31607 6529 1113 0,'-12'-7'0'0,"7"0"0"0,2 6 0 0,3 1 0 0,0 3 0 0,1 17 0 0,4 2 350 0,2 7-154 0,-1 3-78 15,-2 3-39-15,-1 5 205 16,-2-1-127-16,-1 2-58 0,0 6-25 0,0-4-1 0,0 3-32 0,0 1 10 15,0-11-339-15,0-5 164 0,0-3 83 16,0-7-500-16,0-7 275 0,7-3 139 31,1-11 16-31,5-4-155 0,1-17 93 0,3-8 66 0,2-5 34 0,2-7-125 0,-1 0 84 0,-2-6 37 16,-1-1-8-16,-1-2 41 0,2 0 44 0,-2-2 0 16,-4 10 0-16,0 6 0 0,-5 7 0 15,1 7 341-15,-4 10-211 0,1 3-95 0,-3 9 9 0,0 9 170 16,0 14-61-16,0 3-70 0,-1 6 286 0,1 4-154 15,-1-2-92-15,1 2-41 16,-2-2 112-16,2-1-87 0,1 1-18 0,-1-6-10 0,1-4-38 0,1-5-1 16,-3-3 1-16,2-4 154 15,0-2-67-15,0-8-49 0,1-2 1 0,1 0 4 16,-1-12-43-16,3-9-1 0,2-2 11 0,-2-3-42 16,3-4 32-16,-2-3-1 0,3 0-267 0,-1-1 133 15,3-3 76-15,-3 3 24 16,2-1-11-16,-1 1 0 0,-1-2-12 0,1 1-1305 0</inkml:trace>
  <inkml:trace contextRef="#ctx0" brushRef="#br0" timeOffset="53575.61">32206 6256 1589 0,'0'-13'0'0,"0"2"0"15,2-1 0-15,8 8 0 0,9 3 0 0,2 1 106 0,1 0-32 0,4 0-1 0,4 5-22 0,-6 7-44 16,0-1 0-16,-7 3 34 0,-1 3 33 0,-9 2 0 0,-1 4-23 0,-6 0-10 31,0 1-41-31,-14 0 0 0,-8 0 41 0,-3-2-114 0,-4 2 67 0,1-6 19 16,-2-3-19-16,-1-1 68 0,6-4-9 0,1 1-33 0,7-7 3 0,5 1 151 15,5-5-70-15,6 0-35 16,1 0-33-16,1 0 14 0,18 0-14 0,7-9 26 16,6 1 5-16,2-4-26 0,5 3 0 0,0-1-406 15,-3 4 195-15,1-2 94 0,-1 5 53 16,-1-2-708-16,1 4 348 0,3-3 148 62</inkml:trace>
  <inkml:trace contextRef="#ctx0" brushRef="#br0" timeOffset="53734.83">32829 6409 1269 0,'-10'0'0'0,"3"0"0"0,-4 0 0 0,1 0 0 0,2 0 0 0,-1 7 106 47,-5 5-43-47,-1 1 0 16,-4 3 79-16,-4 3-40 0,-1 2-11 0,-8-1 29 0,1 4-40 0,-1-2-2 0,-1 0-39 0,-2 0 10 0,12-5-9 0,5-3-1 0,7-5 1 0,6-3 206 0,5-1-103 0,0 2-41 0,10-4 73 0,9-1-67 0,6-1-34 0,7 2 0 0,3-3-82 0,5 1 59 15,-5 1-10-15,1 0-1 0,-1-2 1 0,1 3-1 16,2-3 1-16,1 4-816 16,-7-2 391-16,-4 2 156 0,1 0 111 0,-5 2-572 0,-2 1 314 0</inkml:trace>
  <inkml:trace contextRef="#ctx0" brushRef="#br0" timeOffset="53910.18">32591 6849 1473 0,'-29'0'-3'0,"5"0"-1"0,10 4 0 0,1 2 0 0,13 0 0 0,0 4 0 0,1-3 380 0,15 1-171 0,3 1-85 0,5 1-32 0,0-3-9 0,7-1-42 0,-2 1 363 0,2-2-154 0,1-1-104 0,0 3-41 0,-3-2-222 0,-2 1 81 0,-1-3 39 0,-3 3 1 0,-2-4-482 0,4 6 271 0,-9-6 120 0,0 0 65 0,-5 1-685 0,-1-3 336 0,-4 0 168 16,1 0-259-16</inkml:trace>
  <inkml:trace contextRef="#ctx0" brushRef="#br0" timeOffset="54155.13">33030 6520 2032 0,'-8'-13'0'0,"2"6"0"31,4 7 0-31,2 0 0 0,0 0 0 0,0 5 0 0,0 10 0 0,2 6 380 0,1 2-171 16,0 6-84-16,-2 4-43 0,-1 6 159 0,0 2-106 0,0 4-47 0,0 6-1 0,0 4 154 0,-1 2-101 0,-2 6-41 0,3-11-236 0,0-7 87 15,0-4 45-15,0-2 1 16,0-7-402-16,0-1 233 0,0-13 101 0,0-5-464 16,0-8 223-16,0-4 145 0,0-1 29 0,0 0-155 46,0-1 132-46,0-12 62 0,0-7-312 16,0-5 187-16</inkml:trace>
  <inkml:trace contextRef="#ctx0" brushRef="#br0" timeOffset="54465.18">33081 6346 1434 0,'0'-24'0'0,"0"9"0"0,5 3 0 0,13 5 0 16,7 1 0-16,4 4 0 0,1 2 0 0,2 0 0 0,-1 0 0 0,-2 5 0 0,0 5 313 0,-9 2-154 0,-5 2-75 0,-2 4 114 0,-4 5-85 15,-4 1-43-15,-3 6 8 0,-2-5-49 0,-2 4-1 16,-12 4 0-16,-2-2 1 16,-2 6 6-16,0-4-6 0,0-1 66 0,1 0-13 31,1 2-44-31,3-3 0 0,4 6 9 0,1-7 257 0,6 2-133 0,2-1-66 0,0 1-34 0,0 2 23 16,4 7-18-16,2-5-10 0,0 3-93 0,-3-1 32 15,-2 6 1-15,1-1-54 0,-2 11 53 0,0-10-10 16,0 1 43-16,-3 0-289 0,-1 0 121 0,-3 1 78 15,1 4 7-15,2-13-21 0,1-1 33 0,3-4-51 16,-2-5-1019-16,2-5 532 16,0 2 257-16</inkml:trace>
  <inkml:trace contextRef="#ctx0" brushRef="#br0" timeOffset="54559.77">33069 7937 2436 0,'-17'-10'0'0,"3"3"0"0,13 7 0 0,1 0 0 0,0 3 0 0,4 5 0 0,2-3 0 0,-5-1 0 0</inkml:trace>
  <inkml:trace contextRef="#ctx0" brushRef="#br0" timeOffset="58096.72">17688 7996 1983 0,'-3'-10'0'0,"-2"3"0"0,5 3 0 0,0-1 0 0,3 1 0 0,11-2 0 0,8 4 0 0,3 1 306 0,3 1-133 0,5 0-68 0,-1 3 90 15,7 9-69-15,-7 5-48 16,0 5 0-16,-4 4-79 0,-4 4 1 0,-7 2 38 16,2 5-119-16,-15-8 55 0,-4 7 32 0,0-4 1 15,-14 2-29-15,-9 0 31 0,-7 1 9 0,-3-13 69 16,-1-2-16-16,-1-5-38 16,0-6-41-16,3-8-26 0,-1-1 24 0,10 0-5 0,4-10 29 0,8-10-493 15,8-7 234-15,3-5 118 94,9-4-293-78,15 1 197-16,7-1 81 0,6-1-489 0</inkml:trace>
  <inkml:trace contextRef="#ctx0" brushRef="#br0" timeOffset="58165.52">18176 7868 2333 0,'1'-5'0'0,"1"2"0"0,-1 2 0 0,-1 1 0 0,0 0 0 0,-3 6 0 0,-9 11 0 0,-2 3 0 0,-2 9 428 0,0-2-185 0,3 4-107 0,3 0 411 0,4 3-303 0,4 2-244 15,2 0 0-15,4 6 0 0,17-7 0 0,7-5 0 0,8-2 0 0,2-3-44 0,8-3-240 0,4-5 171 0,-3-6-350 0,0-10 251 16,-1-1 125-16,-2-1-1018 0</inkml:trace>
  <inkml:trace contextRef="#ctx0" brushRef="#br0" timeOffset="58309.87">18486 7996 2068 0,'-16'-6'-3'0,"5"2"0"0,3 0 0 0,7 1 0 0,1 3-1 0,1 0 2 0,15 0-1 0,6 0 1 0,4 0 673 0,2 0-323 0,3 0-156 16,-1 0-78-16,3 3-401 0,-2 0 163 0,5 1 89 16,-7-3-838-16,1 2 456 0</inkml:trace>
  <inkml:trace contextRef="#ctx0" brushRef="#br0" timeOffset="58459.16">18568 8160 1587 0,'-9'0'0'0,"3"0"0"0,3 0 0 0,1 0 0 0,2 0 0 0,2 0 0 0,13 1 375 0,2 3-169 0,7-1-84 0,2 0-33 0,2 0 139 16,0 0-95-16,0-2-48 0,-1 0-24 0,0 1-538 15,4-1 266-15,-6 2 120 0,-3-2-634 0,0 1 367 16</inkml:trace>
  <inkml:trace contextRef="#ctx0" brushRef="#br0" timeOffset="58792.36">18970 7950 1278 0,'-1'0'0'0,"1"0"0"0,-2 2 0 0,2 0 0 0,-1 8 0 0,1 1-1 0,0 7 1 0,0 9 618 0,0 3-291 0,0 10-145 0,1 2-72 0,4 4 269 0,5 4-162 0,3-11-95 0,3-2-74 0,2-6-12 0,3-8 0 0,1-2-206 78,-1-14 98-62,1-7 54-16,-2 0 27 0,0-12-214 0,-1-13 121 0,-1-4 69 0,-5-3 11 0,-6-4-120 0,2-1-4 0,-2-1 59 0,-3 0-57 0,2-6 36 0,-3 5 9 0,1 3 43 0,-3 6 102 0,1 1-50 0,-2 8-26 0,0 4 480 0,0 12-225 0,0 3-125 0,0 2-36 0,0 4 214 0,0 14-125 0,0 8-57 31,0 3-44-31,0 6 73 0,0 2-120 0,0 1-23 0,2 0 0 0,5 3 0 0,2-5 0 0,-1-2 0 0,3-3-212 0,3 0 52 16,-1-2 99-16,5 1-651 0,-4-7 312 15,3-2 186-15,-1-5 63 0,1 2-593 16,-3-7 353-16</inkml:trace>
  <inkml:trace contextRef="#ctx0" brushRef="#br0" timeOffset="58929.51">19720 8320 1614 0,'14'0'0'0,"-3"0"0"0,3 5 0 0,-3 0 0 0,3 1 0 0,-3 5 0 0,-1 3 550 15,0 3-262-15,-6 1-125 0,-2 7 497 0,-2 5-312 16,0 4-146-16,-3-1-604 16,-11 2 219-16,1 3 110 0,-2 2 55 0</inkml:trace>
  <inkml:trace contextRef="#ctx0" brushRef="#br0" timeOffset="59606.66">20490 8000 2381 0,'-4'-9'0'0,"0"1"0"0,2 3 0 16,-1-1 0-16,3 4 0 0,0 2 0 0,8 0 0 0,3 4 0 0,8 5 0 0,0 4 0 0,4 0 0 0,0 3 0 0,0-2 0 0,-1 5 0 0,2-3 0 0,2 5 123 0,-6-3-46 0,-2 2-1 0,0 0-260 0,-5-1 111 0,0 1 57 0,0 2-408 0,-6-5 228 0,-3-3 78 0,-3-2-446 0,1-4 242 0,-2-2 141 0,0-6 61 0</inkml:trace>
  <inkml:trace contextRef="#ctx0" brushRef="#br0" timeOffset="59863.18">20865 7872 995 0,'2'-7'0'0,"-1"4"0"0,2 1 0 0,-1 1 0 0,-1 1 0 0,1 0 0 0,-2 13 283 0,1 10-112 16,-1 9-71-16,0 13 473 0,0 8-266 0,-3 7-134 0,-6 13-67 16,0 14 368-16,-2-5-222 15,0 1-106-15,2-4-54 0,1-7-25 0,-1-8-1 0,3 1-17 0,5-29-17 16,0-4 8-16,1-5-35 0,0-10-5 15,0 4-33-15,0-13-6 0,0-2 40 16,0-5-55-16,0-1 46 0,0 0 1 0,-2 0 57 16,1 0-165-16,-3-5 62 0,1 1-16 0,-3 1-36 15,3-3 32-15,-3 1 22 16,3-1-15-16,-2-1-267 0,2 2 143 0,0 2 75 16,-1-3 38-16,1-2-474 0,3 1 261 0,0-1 125 15,0-1 63-15</inkml:trace>
  <inkml:trace contextRef="#ctx0" brushRef="#br0" timeOffset="60063.77">21248 8191 2071 0,'2'0'0'0,"1"0"0"0,0 0 0 0,3-2 0 0,2-1 0 0,3 2 0 0,2-3 0 0,2 1 291 15,5-1-127-15,2 1-53 0,2-3-64 0,2 5-8 16,0-5-1-16,1 1-337 0,1 0 179 0,-6 1 74 16,-2 3 42-16,-3-1-828 15</inkml:trace>
  <inkml:trace contextRef="#ctx0" brushRef="#br0" timeOffset="60221.07">21281 8344 1174 0,'0'0'0'0,"-1"0"0"0,-1 0 0 0,0 0 0 0,2 0 0 0,0 0 214 0,2 0-79 0,7 0-52 0,6 0 253 0,3 0-148 0,1 0-75 0,7 0-92 0,1-1 27 0,-4-2-9 0,4 1-1 0,-1 1-486 0,0 0 243 0,1 0 122 16,2 1 71-16</inkml:trace>
  <inkml:trace contextRef="#ctx0" brushRef="#br0" timeOffset="61107.83">21870 8003 1597 0,'0'3'0'0,"0"0"0"0,0 3 0 0,0 4 0 0,0 4 0 0,0 8 0 0,0 7 0 0,0 7 0 0,0 9 74 0,0 8 10 0,0-5-45 0,0 5 0 0,3-5 629 0,6-4-315 0,4 1-147 16,4-15-75-16,1-6-46 0,3-5 0 0,0-9-110 16,3-5 32-16,1-5 9 15,-3-2 23-15,0-15-141 0,-1-11 70 0,-1-7 36 0,0-1-1 0,3-8-238 16,-9 3 128-16,0 1 11 0,-3-4 50 0,-2 4-194 16,0-1 106-16,1-1 10 15,-5 13 136-15,-5 3-25 0,2 8-1 0,-2 9 128 16,0 5-77-16,0 0-47 0,-2 4 9 0,-1 11 307 15,-4 12-158-15,2 5-51 0,2 1-49 0,1 7 311 16,2-5-165-16,0 4-78 0,0 1-38 0,2-1 31 47,8-2-47-47,-2 5-62 0,1-9-50 0,2 1-3 0,3-6 45 0,0 0-1 0,-3-2-173 0,7-3 119 0,-5-5 45 0,0-6-876 16,-1-3 432-16,1-4 191 0,-1 0 115 0</inkml:trace>
  <inkml:trace contextRef="#ctx0" brushRef="#br0" timeOffset="61270.78">22437 8373 1022 0,'0'-7'0'0,"0"-2"0"0,5 1 0 0,4 3 0 0,1-1 0 0,1 3 587 0,8-5-264 0,1 6-147 0,3-3 527 0,3 3-332 0,4-2-166 0,0 3-92 0,6-2-195 0,-5 1 56 0,0 2 32 0,-1 0-321 0,-2 0 178 0,0 0 87 15,1 3 54-15,-9 0-847 0,-4 1 433 0</inkml:trace>
  <inkml:trace contextRef="#ctx0" brushRef="#br0" timeOffset="61579.46">22953 8136 1711 0,'3'0'-2'0,"-1"0"0"0,3 0 0 0,0 0 1 0,0 0 1 0,3 0-1 0,-1 0 1 0,3 12 0 0,-1 5 87 0,1 6-10 0,0 8-39 0,0 4 980 15,-2 4-491-15,0 5-244 0,1 5-112 0,-5-3-144 16,1-1-27-16,-1-4 0 0,-1-6 0 0,0-7 0 16,-1-3 0-16,0-13 0 0,1-8 0 0,-3-4 0 15,2 0 0-15,0-12 0 0,1-9 0 0,3-11 0 16,2-4 0-16,4-5 0 0,1-3 0 0,4-6 0 16,0 4 0-16,3 2 0 15,0 0 0-15,1 3 0 0,1 1 0 16,2-2 0-16,-5 10 0 0,0 8 0 62,-5 1 0-62,-2 10 0 0,-2 4 0 0,-2 1-230 0,-7 8 52 0,2 0 70 0,-3 0 29 0,0 8-593 0,0 3 317 0,0 3 149 16,0 0 88-16,-4 1-762 0</inkml:trace>
  <inkml:trace contextRef="#ctx0" brushRef="#br0" timeOffset="61747.38">23620 8497 3469 0,'0'0'0'0,"0"0"0"0,-2 0 0 0,1 2 0 0,-1-1 0 0,1 0 0 0,-1 1 0 0,2-1 462 0,0-1-462 0,0 3 0 16,-2-3 0-16,1 0 0 0,-1 0 0 0,1 0 0 0,-2 0-3 0,3 0-275 15,-2 0 158-15</inkml:trace>
  <inkml:trace contextRef="#ctx0" brushRef="#br0" timeOffset="66120.99">16660 9493 1115 0,'-11'-7'0'0,"5"2"0"0,0-2 0 0,3 5 0 0,3 1 0 0,0-2 0 0,1 2 0 0,10-3 0 0,8 1 378 16,2 0-175-16,6-1-83 0,2-2 207 0,3 4-145 0,2-3-72 0,3 2-27 15,-2-1 54-15,1 0-50 32,1 3-24-32,1-1-10 0,3-1-6 0,-8 2-10 0,-4-1 0 0,-2 2-152 0,-4 0 77 0,-5 0 37 0,2 0 9 0,-13 0-263 15,-2 0 146-15,-3 0 33 16,-2 0-239-16,0 0 120 0,0 2 38 0,-5-1 65 16,-8 2 102-16,-2-1-23 0,-2 1 0 0,-2-1 9 15,0 2-9-15,1-1-24 0,1-3 0 0,1 3 228 16,-1 0-114-16,3 1-42 0,-3 1 3 0,6 1 323 15,0 2-137-15,0 2-101 16,2 4-50-16,1-1 178 0,-2 4-99 0,6 4-61 0,4 6 106 0,0 5-79 16,0 4-41-16,4 6 63 0,6 3-42 15,4-2-35-15,1 5 0 0,-1-4-62 16,2 2 30-16,-4-2-31 0,0 6 0 0,-4-11 0 16,-3-5 0-16,-2-2 0 0,-1-3 0 0,-2 0 0 15,0-3 0-15,-6-6 0 16,-6-5 0-16,-2-4 0 0,-5 0 0 0,1-5 0 0,-4 2 0 0,2-8 0 15,-3 0 0-15,0 0 0 0,0 0 0 0,0-2 0 16,-4-4 0-16,8-5-361 0,-1 1 142 0,3-4 96 16,-2-2-332-16,2-5 200 0,6 1 113 15,4-4-326-15,3-2 216 0,2 1 107 16,2-4 55-16,0 0-369 31,6 5 216-31,7 1 103 0</inkml:trace>
  <inkml:trace contextRef="#ctx0" brushRef="#br0" timeOffset="66232.94">17234 9800 865 0,'21'-6'0'0,"-6"2"0"0,4 3 0 0,-3-2 0 0,4 3 573 0,-1-3-269 0,4 2-123 15,-3 0-77-15,1-1 229 0,2-2-148 0,0 1-74 16,0-2 66-16,6 1-153 0,-7-1 13 0,1 3 0 16,-1 1-568-16,-2-2 284 0,-4 3 142 0</inkml:trace>
  <inkml:trace contextRef="#ctx0" brushRef="#br0" timeOffset="66473.36">17423 10040 3072 0,'-22'5'0'0,"5"4"0"0,0 1 0 0,9-2 0 0,5-2 0 0,3 0 0 0,0-4 0 0,2 1 0 0,9 1 0 0,9-4 0 0,3 0 506 16,2 0-235-16,5 0-189 0,1 0-91 0,-4 0-17 15,2 0 31-15,-1 0 1 0,0 0-800 0,-1 0 416 16,2 0 217-16</inkml:trace>
  <inkml:trace contextRef="#ctx0" brushRef="#br0" timeOffset="67154.47">18151 9247 1619 0,'7'-20'0'0,"6"3"0"0,1 7 0 0,9 8 0 0,7 2 0 0,3 8 0 0,4 8 0 0,-4 6 0 0,-3 5 0 0,-4 0 184 0,-1 7-72 0,-8-1 32 16,3 11-42-16,-10-7-38 0,-4 3 1 0,-5 0-91 31,-1 1 31-31,-9 0 1 0,-7 2 42 0,-4-12-51 0,-5-2 41 0,0-6 0 0,-3-5 1 0,-2-3 41 15,-2-1-32-15,4-12-10 0,3-2 68 0,0 0-34 16,5-7 0-16,3-6-34 0,-1-3 84 0,9-3-48 16,6 2 1-16,1-4 9 0,2 0-46 15,2 1 1-15,4-2 9 0,9 6-90 16,0 2 41-16,3 0 0 0,0 2 39 0,2 2-135 16,3 1 78-16,-4 4 23 0,1 2-524 0,2 1 258 15,-1 0 95-15,2 2-498 0,3 0 304 0,-1 4 166 31,0 4 78-31</inkml:trace>
  <inkml:trace contextRef="#ctx0" brushRef="#br0" timeOffset="67302.55">18704 9275 865 0,'0'-11'0'0,"-3"1"0"0,-3 5 0 0,-1 0 0 0,0 5 0 0,-1 8 557 0,-2 14-259 15,-2 6-130-15,1 4-65 0,0 9 221 0,4-5-148 0,2 5-68 16,3-4 183-16,2 1-127 0,0-1-62 0,9 0-331 15,7-10 129-15,6-2 70 0,4-4 34 0,2-8-600 16,3-1 318-16,4-4 167 0,-4-8 70 0,-2 0-757 16</inkml:trace>
  <inkml:trace contextRef="#ctx0" brushRef="#br0" timeOffset="67561.85">18911 9361 1050 0,'-1'-15'0'0,"1"8"0"15,0 0 0-15,0-1 0 0,3 5 0 0,12-2 0 0,0 2 455 0,8 2-214 0,3 1-101 0,2 0 99 0,2 7-101 16,1 6-49-16,0 1 122 141,-8 3-91-141,-1 1-41 0,-5 3 1 0,-4 0 23 0,-4 1-32 0,-1 2 10 0,-8-4-43 0,0 2 33 0,-6-3-32 0,-7 0-1 0,-5-1 0 0,-3 0 10 0,-2-6-9 0,-3-2-1 0,-2-1-338 0,1-3 161 0,-1-1 86 0,0 2-252 0,5-2 154 0,2-5 47 0,3 0 50 0,4 0-556 0,-2 0 276 0,10 0 153 0,6-6 71 0,0-9 36 0</inkml:trace>
  <inkml:trace contextRef="#ctx0" brushRef="#br0" timeOffset="67685.63">19196 9281 1192 0,'6'-6'0'0,"-3"5"0"0,-1 0 0 0,0 1 0 0,-1 0 0 0,-1 13 0 0,0 5 0 0,0 2 599 47,-6 5-280-47,-2 4-140 0,4-2 175 16,2 3-158-16,1 2-69 0,1-5-137 0,0 1 48 0,1-3 1 0,11-3-1 0,4-3-487 0,4 1 253 0,5-10 112 0,0-6 62 0,5-2-693 0,1-2 367 0</inkml:trace>
  <inkml:trace contextRef="#ctx0" brushRef="#br0" timeOffset="67834.23">19518 9511 2111 0,'-4'0'0'0,"1"0"0"0,0 0 0 0,0 0 0 0,-3 0 0 0,6 0 0 0,-3 8 0 0,1 3 0 0,-1 3 0 0,0 1 270 0,1 1-120 0,-4 3-142 31,4 2 1-31,-4-2 29 0,2 3 0 0,-2 2-183 0,2-5 87 0,-1-2 48 0,2-2 24 0,0-1-613 16,-2-4 314-16</inkml:trace>
  <inkml:trace contextRef="#ctx0" brushRef="#br0" timeOffset="68009.41">19670 9382 1451 0,'2'0'0'0,"4"0"0"0,-1 0 0 0,0 0 0 0,-1 0 0 0,4 0 298 0,-2 0-130 16,2 0-66-16,1 0 250 0,0 4-163 0,-1 2-75 16,2-2-39-16,0 2-124 0,1 3 43 0,2-1 10 15,-4 1 32-15,1-4-570 0,0 2 285 0,0 0 143 16</inkml:trace>
  <inkml:trace contextRef="#ctx0" brushRef="#br0" timeOffset="68206.94">19995 9215 1524 0,'0'0'0'0,"0"0"0"16,0 0 0-16,0 0 0 0,0 5 0 0,0 2 0 0,-1 4 0 0,-5 3 573 0,0 8-260 0,-2 6-142 15,-6 9-68-15,1 5 93 0,-3 6-80 0,-2 5-40 0,0 7-73 0,2-10 34 16,1-3 0-16,3-3-406 0,4-5 203 0,1-5 101 16,1 0 60-16,4-13-560 0,2-5 295 15,0-5 147-15,0-8-27 0,2-3-481 16</inkml:trace>
  <inkml:trace contextRef="#ctx0" brushRef="#br0" timeOffset="68392.34">20158 9265 1619 0,'20'-16'0'0,"-4"6"0"0,4 6 0 0,0 2 0 0,2 2 0 0,1 0 0 0,2 11 0 0,-5 6 181 0,-2 3-73 0,0 6 310 0,-5 1-190 0,-5 7-96 16,2 7-39-16,-10-3 53 0,0 4-55 0,-6 1-27 16,-11 0 0-16,-5-2-260 15,-2 3 125-15,0-11 50 0,-7-3 28 0,3-4-466 0,-5-3 248 16,-6 4 124-16,3-12-321 0,-1-4 117 0,-2-1 131 0</inkml:trace>
  <inkml:trace contextRef="#ctx0" brushRef="#br0" timeOffset="68694.09">18271 9962 1972 0,'-8'-18'0'0,"2"4"0"0,6 1 0 0,3 8 0 0,19-1 0 0,9-1 0 0,11 1 0 0,6-1 0 0,16-3 0 0,9 5 0 0,11-1 440 0,11 2-201 0,10-5-102 0,9 3-50 0,18-5 152 0,-17-2-106 0,1 2-48 0,-5 0-24 0,-5 4 71 0,-4 4-48 0,4 2-14 0,-33 1-198 0,-10 0 82 0,-6 0 41 0,-4 4-86 0,-6 2 64 0,6-4 41 16,-17 3-9-16,-2-3-233 0,-9 1 125 0,-6-3 8 15,-7 4 49-15,-10-2-399 47,-2-1 204-47,-11 6 102 0,-17 3-324 0,-8 1 214 0,-11 1 96 0,0 1 64 0</inkml:trace>
  <inkml:trace contextRef="#ctx0" brushRef="#br0" timeOffset="68984.55">18511 10186 1307 0,'-16'-3'0'0,"7"1"0"0,4 2 0 0,5 0 0 0,0 9 0 0,2 4 0 0,10 1 286 0,4 3-124 0,1 0-63 15,3 2-30-15,2 1 222 0,-2 5-117 0,2-1-73 16,-2 0-41-16,-2 2-23 0,-5 0 1 0,-2 1-122 16,-3 7 70-16,-8-7 21 31,0 4 0-31,-14-2 2 0,-9 0 28 0,-8-1 1 0,-7-1 8 0,-1-6-19 0,-4-6-17 0,0-5 21 0,-1-8-48 0,4-2 31 15,1 0-16-15,11-1 17 0,7-7 33 0,6-6-31 16,6 2 15-16,6-1 59 31,3 1-20-31,0 0-7 0,14-2-27 0,5 2-120 0,4-3 54 0,5 2 33 0,2-1-12 16,1 3-88 0,2 1 51-16,1-2 31 0,2 1-468 0,3 0 227 0,-7 1 98 0,1 1 66 0,0 1-525 0</inkml:trace>
  <inkml:trace contextRef="#ctx0" brushRef="#br0" timeOffset="69185.06">18936 10253 1109 0,'-12'-6'0'0,"2"0"0"0,1 6 0 0,4 0 0 0,-4 7 0 0,0 10 399 0,-1 7-181 0,-1 5-81 16,4 5-54-16,0 3 212 46,2 3-129-46,5 1-64 0,0 2 193 0,0 2-120 0,6-11-73 0,9-2-33 0,5-9-257 0,2-1 112 0,3-7 57 0,3-1-456 32,-4-12 252-32,3-2 129 0,1 0 67 0,0-11-647 0,0-9 275 0,0-2 174 0</inkml:trace>
  <inkml:trace contextRef="#ctx0" brushRef="#br0" timeOffset="69461.83">19231 10219 1405 0,'0'3'0'0,"-2"4"0"0,-1 3 0 0,1 4 0 0,2 3 0 0,0 7 0 0,0 3 186 0,0 0-75 0,0 6-37 16,2 0 170-16,4-1-104 16,3 0-41-16,-1-7 29 0,2-4-45 0,0-2 0 0,0-7-45 0,0-3-170 15,5-3 94-15,-4-6 33 0,2-1 0 0,2-14-166 16,2-10 104-16,-3-4 53 0,5-4-235 0,-5-2 102 16,0-1 75-16,0 0-22 0,0 1-23 0,-3 4 12 15,4-5 25-15,-6 12 132 0,1 1-44 0,-5 6-1 31,1 9-44-31,-3 0 295 0,-2 6-151 0,1 2-45 0,-2 12-42 0,0 8 407 0,0 4-205 0,0 3-62 16,0 2 39-16,0-2-86 0,0 3-38 16,0-3 0-16,0 1-97 0,1-4 29 15,5 4 9-15,1-7-418 0,1-1 219 0,3-3 111 16,0-3 54-16,1-3-881 0</inkml:trace>
  <inkml:trace contextRef="#ctx0" brushRef="#br0" timeOffset="69670.55">19834 10372 772 0,'1'0'0'0,"1"0"0"0,1 0 0 0,-2 0 0 0,-1 5 0 0,0 4-1 0,0 3 26 0,-1 3-26 0,-10 4 572 0,0 3-269 0,-3 2-124 0,0 1-77 0,0 0 227 0,1-4-147 0,2-1-74 0,1-4-36 0,2 1-508 0,2-8 233 0,2-3 119 0,3-6 61 0,1 0-624 0,0-3 321 0,1-9 158 0</inkml:trace>
  <inkml:trace contextRef="#ctx0" brushRef="#br0" timeOffset="69832.88">19919 10290 1123 0,'7'-5'0'0,"-2"3"0"0,2 1 0 0,-1 1 0 0,1 0 0 0,0 6 0 0,1 6 0 0,-3 5 189 0,1 5-76 0,0-1-39 0,-1 5 235 0,4 2-127 15,-4-3-77-15,0-3 6 0,-1 0-38 0,1-2 1 16,1-5-37-16,-3 1 15 15,0-11-16-15,-1 0 1 0,-1-5 0 0,1 0 1 0,0-9-1 0,2-8 9 16,-2-5-47-16,3-1 0 0,-2-3 38 0,3-3-1 16,2 0-298-16,-2 0 140 15,3 1 49-15,2 2-545 0,-1 2 277 0,1 1 154 16,4-1 61-16</inkml:trace>
  <inkml:trace contextRef="#ctx0" brushRef="#br0" timeOffset="70034.11">20322 10122 915 0,'5'0'0'0,"-2"0"0"0,2 0 0 0,0 0 0 0,-1 1 0 0,2 3 193 0,1 4-69 0,1 4-49 15,0 2 668-15,-1 6-354 32,4 7-175-32,-1 6 371 0,1 6-264 0,-3-1-147 0,-1 7-69 0,-5 2-12 0,-2 2-93 0,0 2 0 0,-9 4 0 0,-7-9-25 15,-7-3-74-15,0-2 67 16,-5-3 35-16,-3-4-228 0,-7-1 139 0,4-14 58 0,2-6-730 0,1-6 378 15,5-6 89-15,2-1 127 0,3-1-431 16</inkml:trace>
  <inkml:trace contextRef="#ctx0" brushRef="#br0" timeOffset="70219.25">20868 9830 1817 0,'12'-12'0'0,"-2"5"0"0,5 2 0 0,3 0 0 0,2 3 0 0,0-3 0 0,4 4 0 0,-3-2 440 0,3 2-202 15,-2 1-101-15,1 0-160 0,2 0 30 16,1 0 8-16,-5 0 21 0,-3 1-684 0,-1 6 342 0</inkml:trace>
  <inkml:trace contextRef="#ctx0" brushRef="#br0" timeOffset="70359.53">20928 10078 1677 0,'-7'0'0'0,"3"3"0"0,0-3 0 0,3 3 0 0,1-1 0 0,0-2 0 0,5 1 0 0,13-1 371 0,1 0-167 0,6 0-44 16,3 0-67-16,1 0-29 0,4 0 1 0,2-1-526 16,-3 1 248-16,8-4 134 15,-7 0 53-15</inkml:trace>
  <inkml:trace contextRef="#ctx0" brushRef="#br0" timeOffset="71250.3">21965 9419 1219 0,'-9'-14'0'15,"1"3"0"-15,3 9 0 0,4 2 0 0,1 4 0 0,0 14 0 0,0 8 383 0,0 13-163 0,0 5-95 16,0 9-43-16,0 5 369 0,3 5-205 0,0 7-104 0,0 15 67 0,-1-8-89 15,3 6-41-15,-4 0 83 0,1-2-62 0,-2-4-30 16,0 5 9-16,0-23 13 16,0-4-26-16,0-6-1 0,0-5-44 0,0-7-21 15,0 4 0-15,0-18 0 0,0-1 0 0,0-5 0 47,0-5 0-47,0-5 0 0,-2 1 0 0,-1-7 0 0,-1-1 0 0,-2 0 0 0,2 0-29 0,-4 0-25 0,2-1 33 0,1-5-1048 0,-2 3 516 0</inkml:trace>
  <inkml:trace contextRef="#ctx0" brushRef="#br0" timeOffset="73097.49">22520 9256 850 0,'0'0'0'0,"0"0"0"0,0 0 0 0,0 0 0 0,0 0 0 0,-2 0 254 0,2 0-98 0,0 0-63 16,0 0-6-16,0 0-23 0,0 0-1 0,0 0 11 15,0 0 10-15,2 3-45 0,-1 6 0 0,5 8 58 16,-1 0-28-16,3 5 9 0,-2 5-39 0,1 8 74 47,-1 2-37-47,-1 7-1 0,-2 0-36 0,6 6 69 0,-6-6-39 0,0-3-1 0,-1-2 11 0,0-5-1 0,-1-1-39 0,4-3 36 15,-4-11-36-15,1-3 0 0,-1-6 0 0,-1-2-6 0,0-8 6 0,2 0 10 16,-2 0-11-16,0 0-27 31,0 0 0-31,0-3 28 0,0-6 0 0,0 1-47 0,0-1 19 0,0-3-17 0,0 4-417 0,0-2 204 16,-2 3 112-16,2 1-334 0,0 1 210 0,0 2 67 16</inkml:trace>
  <inkml:trace contextRef="#ctx0" brushRef="#br0" timeOffset="74122.53">23858 9402 1058 0,'-8'-8'0'0,"-1"0"0"0,0 2 0 0,4 1 0 0,0 1 0 0,-2 1 0 0,1-1 0 0,-2 3 0 0,2 1 103 16,1 0-33-16,0 2 149 0,-1 14-91 0,0 2-45 16,3 6 9-16,-1 3 99 0,4 2-76 0,0 1-40 15,0 1 1-15,2-3 96 0,9 2-58 0,3-6-43 16,5-2 23-16,6-3-15 16,-1-6 0-16,5-2-42 15,3-4-38-15,-5-4 15 0,2-3-1 0,-2-3-14 16,-1-8 1-16,-4-4 37 0,4-7 9 0,-8-2-170 0,-6-1 80 0,-2-4 22 15,-4 1 26-15,-5 0-163 32,1-3 84-32,-2 5 12 0,-9 0 30 0,-8 4-9 0,-5 2 0 0,-3 4 2 0,-7-1 82 0,0 9-31 0,-4 7 0 0,0 1 13 15,0 0 1-15,2 1-33 0,-4 9-10 0,13 5 39 47,2 0 0-47,6 1-5 0,7 1-17 0,3 1-222 0,7-2 108 0,0 0 51 0,13 1-471 0,5 0 249 0,4-5 125 0,5 5 52 0</inkml:trace>
  <inkml:trace contextRef="#ctx0" brushRef="#br0" timeOffset="74673">24449 9268 1565 0,'0'-4'0'0,"0"-1"0"0,-2 3 0 0,2 1 0 0,0-1 0 0,-2 2 0 0,2 0 248 0,0 0-97 0,0 2-61 0,0 7 115 0,0 1-85 0,0 4-41 15,0 1 0-15,2 2 159 16,0 1-105-16,0 0-48 16,0 6 89-16,0-1-69 0,-1 1-34 0,-1 5 9 0,0-4 55 0,0 5-48 15,0 2-26-15,0-1 71 0,0 2-48 0,0 5-75 16,-3-8-9-16,1 2 0 31,0-1 0-31,0-4 0 0,0 6 0 0,2-7 0 0,0 1 0 0,0-3 0 0,0 3 0 0,0-1 0 0,0 5 0 0,-1-5 0 16,1 0 0-16,0 2 0 0,0 0 0 0,0-3 0 15,0 5 0-15,0-4 0 16,0 0 0-16,0-1 0 0,0 0 0 0,0-2 0 0,0 6 0 0,0-6 0 16,0 2 0-16,0-1 0 0,0 4 0 0,0 1 0 15,0 5 0-15,0-5 0 16,0 2 0-16,0 0 0 62,0 2 0-62,0 0 0 0,-3 6 0 0,0-7 0 0,1 1 0 0,-1-4 0 0,2 1 0 0,-1-1 0 0,-1 1 0 0,2-7 0 0,1 0 0 0,0-5 0 0,0 1 0 0,0 0 0 0,0 3 0 0,0-8 0 0,0-2 0 0,0-2 0 16,0-2 0-16,0-3 0 78,0 2-34-78,0-5-29 0,0-2-7 0,0 0-188 0,0 0 111 0,0 0 54 16,0 0 20-16,0 0-328 0,-2 0 183 0,-2 0 90 0,0 0-239 0,1 0 165 0</inkml:trace>
  <inkml:trace contextRef="#ctx0" brushRef="#br0" timeOffset="76130.85">22656 10297 549 0,'-4'-8'0'0,"1"1"0"0,-1 1 0 0,2 0 0 0,0 1 0 0,2 3 0 0,-1 0 308 0,1 2-136 0,0 0-67 0,0 0-34 0,0 4 189 16,0 8-116-16,0 5-54 0,2 3 161 0,4 5-107 15,0 2-54-15,0 8 141 16,0 3-101-16,0 3-47 0,-1 1-23 0,-2 1 45 15,2 3-34-15,-2 8 10 0,2-10-44 0,-4-4 30 16,1 0 0-16,-1-5-30 0,1-4 0 0,-1 2 32 16,0-12-8-16,2-6-24 0,-3-3 31 0,0-5-31 15,0-7 0-15,0 3-38 0,0-3 14 0,0 0 0 16,0-3 24-16,0-2-46 16,0-2 0-16,0-1 55 0,0-1-28 0,0 2-463 0,0-3 208 0,0 3 118 15,0 0 23-15,0 1-672 16,3 0 365-16</inkml:trace>
  <inkml:trace contextRef="#ctx0" brushRef="#br0" timeOffset="80295.37">23489 10542 1354 0,'-5'-8'0'0,"-4"-2"0"0,6 8 0 0,0-2 0 0,3 0 0 0,0 3 0 0,0-1 137 0,6-2-40 0,5 4-35 0,0-2 403 0,6 0-214 31,0 1-107-31,5-1 160 0,1 2-124 0,-1 0-76 0,1 0-34 0,1 0 11 16,1 0-1-16,-1 0-43 0,6 0 9 0,-6 0-102 31,1 2 47-31,1-1 22 0,-3 1-89 0,-2 0 57 0,4-2 37 0,-8 0-9 0,-3 0-205 0,-3 0 65 16,-2 0 73-16,-4 0-352 0,0 0 183 0,-2 0 81 15,-3 0 54-15,0 0-320 0,0 0 187 0,0 0 94 16,-4 0 38-16,-2 0-411 0</inkml:trace>
  <inkml:trace contextRef="#ctx0" brushRef="#br0" timeOffset="80613.38">24004 10276 1366 0,'-6'-11'0'0,"1"4"0"0,-1 2 0 0,2-1 0 0,2 1 0 0,1 4 0 0,-1 1 0 0,2 0 521 0,0 0-242 0,0 0-112 47,0 10-69-47,0 4 265 0,5 3-163 0,-1 2-82 46,3 5-40-46,0 4 191 0,0 2-121 0,-1 1-55 0,-1 4 49 0,-1-1-53 0,2 5-89 0,-2 3 0 0,-1-3 0 0,-2 2 0 0,1 4 0 0,-2-4 0 0,0-2 0 0,0 6 0 0,0-11 0 0,0-4 0 0,-2-1 0 0,1-5 0 94,-2-2 0-94,-1-1-57 0,-1-8 27 0,4-6-11 0,0-4-150 0,0-3 74 0,1 0 51 0,0 0-190 0,0 0 115 0,0-5 41 0,0-5 31 0,0-1-503 0,0-3 267 0,0 0 125 0</inkml:trace>
  <inkml:trace contextRef="#ctx0" brushRef="#br0" timeOffset="81845.17">25242 9868 1852 0,'-14'-16'0'16,"3"5"0"-16,4 5 0 0,7-2 0 0,0 3 0 0,0 0 0 0,8 2 233 0,7 0-98 0,8 3-49 0,2-3 260 15,2 1-155-15,7 2-67 0,-3-3-49 0,-1 3-9 16,4 0 1-16,-3 0-30 0,1 0 0 0,3 0-277 16,-7 5 135-16,-2 4 70 47,-2 1-789-47</inkml:trace>
  <inkml:trace contextRef="#ctx0" brushRef="#br0" timeOffset="82001.53">25298 10131 2277 0,'-16'0'0'0,"3"0"0"0,8 6 0 0,3 1 0 0,2 1 0 0,0 1 0 0,16-3 0 0,6 0 581 0,9-3-271 0,5-3-137 15,9 0-59-15,-3 0-151 0,1 0 36 0,-1 0 1 16,4-1-827-16,-4-1 424 47</inkml:trace>
  <inkml:trace contextRef="#ctx0" brushRef="#br0" timeOffset="82201.05">25977 10016 2247 0,'-3'0'0'0,"-3"-5"0"0,5 1 0 0,1 0 0 0,0 0 0 0,0 1 0 0,6 1 0 0,8 2 0 0,6 0 636 0,2 0-299 0,4 0-151 0,4 0-65 0,0 2-372 0,4 3 144 0,3 1 71 0,1-1-359 0,1 2 216 78,3-3 116-78,-5-1-884 0</inkml:trace>
  <inkml:trace contextRef="#ctx0" brushRef="#br0" timeOffset="82285.89">26517 9716 1244 0,'0'0'0'0,"-4"0"0"0,2 0 0 0,0 2 0 0,2 8 0 0,0 7 789 0,0 5-377 0,0 10-178 0,0 4-103 0,0 14 477 0,0 4-286 0,-2 8-143 16,1 2-440-16,-1 6 158 31,2-8 65-31,0-1-536 0,0-2 306 0</inkml:trace>
  <inkml:trace contextRef="#ctx0" brushRef="#br0" timeOffset="82773.47">28544 9598 1745 0,'-10'-5'0'15,"3"4"0"-15,3 1 0 0,3 6 0 0,-1 12 0 0,2 5 0 0,0 6 0 0,0 2 548 0,0 4-255 0,2 5-127 16,-1 4 235-16,2-1-187 0,-2 2-88 0,1 0-126 16,-1 3-1-16,-1 4 49 0,0-10-11 0,0 0-369 15,0-1 185-15,0-2 92 16,-3-3 47-16,-4 2-243 0,-1-18 140 0,1-7 74 15,0-10-59-15,2-3-716 0,0-10 386 0</inkml:trace>
  <inkml:trace contextRef="#ctx0" brushRef="#br0" timeOffset="83118.3">28687 9697 1160 0,'10'-10'0'0,"3"5"0"0,2 3 0 0,2-2 0 0,7 3 0 0,2 0 0 0,3 1 515 0,6 0-229 16,-5 0-129-16,0 0 96 0,1 1-107 0,-1 4-55 31,-1-4-26-31,2 1-413 0,-7 0 188 0,-3-2 99 0,-1 0 49 0,-3 0-277 16,-5 0 164-16,-2 0 91 15,-8 0-504-15,-2 0 273 0,0 0-3 0,-9-2 138 32,-6 1 46-32,-3 0-9 0,-2 0 55 0,0 1 395 0,1 0-197 0,-2 0-99 0,2 5-49 0,0 7 606 0,3-1-315 15,3 6-159 1,2-2 19-16,2 8 221 15,0 0-164-15,5 5-95 0,-2 4 285 0,3 1-187 0,2 7-92 0,1 1 60 0,-2 6-67 0,2-3-47 0,0-3-77 16,0-2 0-16,0-1 0 0,0-4 0 16,-4 3 0-16,-5-12 0 0,-1-7-3 0,-4-1 6 0,-6-7-3 0,0-3-97 15,-8-2 69-15,0-5-20 16,1-1-133-16,-2-9 53 0,4-2 62 0,0-4-16 16,5-2 28-16,6-3-24 0,9-4 26 0,5-4-910 15,0-9 462-15,14-4 231 0</inkml:trace>
  <inkml:trace contextRef="#ctx0" brushRef="#br0" timeOffset="83310.12">29212 9556 2490 0,'8'0'0'0,"0"0"0"0,-1 0 0 0,2 0 0 0,-4 1 0 0,0 11 0 0,-3 11 0 0,0 3 491 0,-1 9-216 0,-1 5-124 0,0 7 373 0,0 6-524 0,0 6 0 0,-4 4 0 0,-2 7 0 0,-2-11 0 0,2-2 0 0,0 0 0 0,-1-5 0 0,-1-3 0 0,2 6 0 0,-2-16 0 0,3-3-298 0,-1-5 158 16,0-5-855-16,5-3 426 16,1-16 270-16,0-7 131 0</inkml:trace>
  <inkml:trace contextRef="#ctx0" brushRef="#br0" timeOffset="83467.25">29558 9806 1861 0,'8'-13'0'0,"3"3"0"0,4 2 0 0,0 5 0 0,0 0 0 0,5 1 0 0,1 2 82 0,3 0 0 0,3 0-36 16,-2 0-8-16,1 0 547 0,0 5-274 0,1 2-136 15,0 0-70-15,1 4-647 0,-3-2 284 0,-5 2 148 16,-7-1-1096-16</inkml:trace>
  <inkml:trace contextRef="#ctx0" brushRef="#br0" timeOffset="83676.28">29535 10074 1759 0,'-19'0'0'0,"5"0"0"0,2 0 0 0,8 0 0 0,4 2 0 0,1-2 0 0,18 2 0 0,7-2 482 0,4 0-214 0,7 0-120 0,2 0-56 0,3 0 249 0,3 0-152 0,-2-2-77 0,3 0-630 0,-3 0 272 78,-2-1 141-78,-1 2 71 0,2-2-788 0,-3 2 428 0,3-3 221 0</inkml:trace>
  <inkml:trace contextRef="#ctx0" brushRef="#br0" timeOffset="83887.39">30464 9618 2404 0,'0'-10'0'0,"0"0"0"0,-3 0 0 0,1 5 0 0,0 3 0 0,2-1 0 0,0 3 0 0,0 0 375 0,0 3-159 0,0 13 370 15,0 6-275-15,0 8-272 0,4 8-39 0,-1 6 0 16,0 8 0-16,1 3 0 0,-1 0 0 0,-1 6 0 31,-1 6 0-31,1-2 0 0,-2 10 0 0,0-14 0 32,0-3 0-32,0-5 0 0,-2-5 0 0,-1-5 0 0,0 2 0 0,0-21 0 0,2-4-43 0,1-9-76 0,-2-4-16 0,2-3-400 15,0-4 253-15,0 0 123 16,0-1 61-16,0-11-263 0,-1-3 162 0,-7-2 72 0</inkml:trace>
  <inkml:trace contextRef="#ctx0" brushRef="#br0" timeOffset="88699.06">12434 12358 2001 0,'-10'0'0'0,"2"0"0"0,-1 0 0 0,1 0 0 0,5 0 0 0,-2 0 0 0,5 0 0 0,0 0 87 0,0 0-15 0,10 0-10 0,11 0-24 0,10-3-1 0,12-1 1 0,9 0 9 0,11 2 326 0,8-2-168 0,7 2-84 0,16-2 422 0,13 3-252 0,24-4-275 0,-5 2-16 0,11-1 0 0,6-5 0 0,3 1 0 0,0-4 0 0,17 0 0 0,-33 3 0 0,1-1 0 0,-1 0 0 0,-8 4 0 0,-8-1 0 0,1 4 0 0,-32 2 0 0,-7 1 0 16,-3 0 0-16,-7 0 0 63,-6 0 0-63,0 0 0 0,-21 0 0 0,-6 0 0 0,-7 0 0 0,-6-2 0 0,-10-1 0 0,-4 3 0 0,-6 0 0 0,0 0 0 0,-2 0 0 15,-7-2 0-15,-1-5 0 0,-5 1 0 0,1 0 0 0,-2 0 0 0,2 0-57 0,-1 0-894 78,2 4 457-78</inkml:trace>
  <inkml:trace contextRef="#ctx0" brushRef="#br0" timeOffset="89433.02">12505 7365 1309 0,'-10'-7'0'0,"1"2"0"0,1 2 0 0,0 0 0 0,3 3 0 0,-7 0 0 0,6 0 0 0,-1 17 210 0,1 2-86 0,0 9-44 0,2 3 1 0,0 9-35 31,4-3-9-31,0 2 239 0,0 2 44 0,2-5-142 0,12-1-70 0,0-1 113 0,4-11-96 0,1-6-44 16,3-8 0-16,1-6 22 0,4-3-24 0,-6 0-9 31,-1-10-33-31,0-11 31 0,-5-7-31 0,1-5 0 16,-2-6-42-16,-8 1 17 0,-4 0 0 0,2 0 25 0,-4 2-96 0,-6 2 48 15,-5-4 33-15,-5 12-88 0,-5 6 34 0,-6 3 28 0,-4 8-9 0,-5 6 5 31,-6 3 9-31,5 5 8 0,-4 16-22 0,1 8-25 32,2 8 36-32,3 1 5 0,3 2-168 0,18-7 81 0,8-4 39 0,6-4 0 0,16-5-714 0,18-7 362 0</inkml:trace>
  <inkml:trace contextRef="#ctx0" brushRef="#br0" timeOffset="89875.53">15476 7139 1484 0,'-14'-7'0'0,"3"2"0"0,5 0 0 0,1 4 0 0,3 0 244 0,-2-2-95 0,4 3-60 15,0 0 464 16,12 0-258-31,6 0-130 0,5 0-64 0,5 5 136 0,0 4-105 0,1 1-48 0,3 1-24 0,-4 0-135 0,0 4 56 0,0 2 37 16,-5-2-162-16,-6 4 90 0,-1 1 45 0,-7 3 0 16,-7 4-67-16,-2 5 65 15,-3-5 20-15,-21 4-39 0,-7-3 42 0,-6 0-50 0,-4-2 0 0,-6 1 150 16,8-9-58-16,0-4-36 0,5-8-1 0,6-1-178 16,11-5 78-16,2-5 53 15,15-12 0-15,3-13-671 0,20-7 332 0,8-4 167 16</inkml:trace>
  <inkml:trace contextRef="#ctx0" brushRef="#br0" timeOffset="90023.28">15968 7011 2169 0,'0'0'0'0,"0"0"0"0,0 0 0 0,0 0 0 0,0 0 0 0,-5 6 417 0,-8 8-194 0,-5 2-94 0,-2 8 678 16,0 4-621-16,0 7-186 0,1 9 0 0,10-1 0 0,9 4 0 0,0-2 0 15,9 3 0-15,17-3 0 0,12-2 0 0,5-14 0 16,6-12-115-16,5-2-199 15,7-6 175-15</inkml:trace>
  <inkml:trace contextRef="#ctx0" brushRef="#br0" timeOffset="90645.7">11783 4408 1673 0,'3'0'0'0,"0"3"0"0,4-2 0 0,0 1 0 0,5 5 0 0,5 2 0 0,0 3 0 0,6 0 578 0,2 5-271 0,1 1-135 0,5 4-58 0,-3-2 93 0,-1 4-85 0,-3-2-42 0,-1 0-1 0,-2-2-42 0,-2 3 8 0,-5-5-654 0,-5-3 323 15,-4-2 161-15,1-5 81 0,-1-2-849 0</inkml:trace>
  <inkml:trace contextRef="#ctx0" brushRef="#br0" timeOffset="90725.35">12317 4282 1979 0,'-3'0'0'0,"-4"0"0"0,4 0 0 0,-1 0 0 0,0 5 0 0,1 9 0 0,-4 10 0 0,-2 10 958 0,-2 14-461 0,-7 17-231 0,-6 23-35 0,-7 18-231 0,-8 20 0 0,6-7 0 0,-4 2 0 0,1 2 0 0,0 0 0 0,3-3-393 16,-4 18-81-16</inkml:trace>
  <inkml:trace contextRef="#ctx0" brushRef="#br0" timeOffset="91586.33">14882 11819 1456 0,'-12'-3'0'0,"2"1"0"16,4 2 0-16,5 4 0 0,1 12 0 0,12 5 0 0,10 3 0 0,8 2 591 0,8 4-278 0,11 4-127 0,5-4 112 0,5 2-130 15,9-2-65-15,4-3 129 0,2-3-97 16,4 2-39-16,-22-10-34 0,-8 1-58 0,-15-1 0 16,-11 1 34-16,-16 4-3 0</inkml:trace>
  <inkml:trace contextRef="#ctx0" brushRef="#br0" timeOffset="91682.8">15574 12252 3740 0,'-13'28'9'0,"-24"9"25"0,-10 2 0 0,-10 5 80 0,-9 0-114 0,-10 9 0 0,7-7 0 0,4-1 0 0,4-2 0 0,5-6-276 0,6-1 22 0,3-2 120 0</inkml:trace>
  <inkml:trace contextRef="#ctx0" brushRef="#br0" timeOffset="92179.62">13641 10730 900 0,'-4'-21'0'0,"1"1"0"0,-2 8 0 0,2 6 0 0,2 3 0 0,-3 0 356 31,1 3-159-31,1 0-71 0,-3 18-49 0,3 5 129 0,2 12-85 0,0 5-41 0,0 11-1 0,2 10-32 0,10 3-10 0,1 9 0 16,0 7 593-16,3 12-297 0,0 19-147 0,-4 33 169 16,-7 4-191-16,-5 20-164 0,0 23 0 0,-16 13 0 15,-5 1 0-15,-3 21 0 0,7-48 0 0,2-16 0 16,3-14 0-16,8-12 0 0,4-12 0 0,0 1 0 16,0-39 0-16,1-11 0 15,5-2 0-15,-1-7 0 0,2-4 0 0,1-1 0 16,-3-20-16-16,0-5-28 0,-2-4-6 0,2-6-293 15,-4-9 150-15,-1 0 73 0,0-10 39 0,0-6-465 16,-4-1 255-16,-4 0 126 16,-4-1-204-16,-1-13 156 0,1-8 93 0</inkml:trace>
  <inkml:trace contextRef="#ctx0" brushRef="#br0" timeOffset="92394.7">13679 10668 1560 0,'-30'16'0'0,"2"9"0"0,-4 10 0 0,5 5 0 0,-4 7 0 0,-3 2 0 0,-8 7 0 0,1 3 231 0,-4 7-88 0,14-14-57 16,6-7-25-16,6-9-497 0,7-8 221 0,3-10 111 15</inkml:trace>
  <inkml:trace contextRef="#ctx0" brushRef="#br0" timeOffset="92586.5">13629 10672 1444 0,'10'0'0'0,"2"5"0"0,4 4 0 0,7 5 0 0,2-1 0 0,5 7 786 16,2 4-374-16,6 2-187 0,1 3-93 0,6 8-188 15,-3-3 43-15,0 6 25 0,2 2 1 0</inkml:trace>
  <inkml:trace contextRef="#ctx0" brushRef="#br0" timeOffset="93207.39">13606 11510 361 0,'-10'-14'0'0,"-5"-4"0"0,4 3 0 0,0 2 0 0,-3-1 208 0,2 3-84 0,-7-4-35 16,2 5-8-16,-2 3 139 0,-2 3-91 0,-2 1-46 16,-3 3 1-16,-5 0 48 0,2 7-52 0,-5 10 0 15,-3 6 100-15,0 5-71 0,-4 7-36 0,-10 9 116 32,6 5-80-32,-4 9-36 0,0 9 0 0,0 8 73 0,1 5-53 0,-1 20-19 15,14-8-9-15,8-2 145 0,9 4-86 0,11-7-43 16,7-7 0-16,0 5 93 15,11-18-72-15,17-1-33 0,0-1 165 0,10-2-233 0,5-3-1 0,9 1 0 16,-1-18 0-16,8-6 0 0,4-6 0 0,6-5-338 16,2-3 106-16,11-4 143 0,-13-14 58 0,3-2-805 15,0-3 399-15,-1-3 200 0,-4-14 100 0,8-4-487 16</inkml:trace>
  <inkml:trace contextRef="#ctx0" brushRef="#br0" timeOffset="94125.58">13242 11589 597 0,'-5'-5'0'0,"2"0"0"0,-2-2 0 0,2 4 0 0,1-1 0 0,0-1 0 0,2 2 0 0,0-3 93 0,0 1-19 0,0-3 54 0,4 1-45 0,5-1 0 156,4 0-45-156,2-1 39 0,4-1-10 0,-2-1-29 0,5 2-1 0,1-2 39 0,0 2-1 16,3-3-28-16,-1 4-9 0,0-1 31 0,1 1-31 0,2 1-1 0,0 0 1 0,3 0 9 0,-6 5-10 0,3-1 25 0,2 2-1 0,1-1-23 0,2 2-1 0,5 0 41 0,-3 0-40 0,-1 0-1 0,1 3 1 0,3 4 58 0,-2 1-29 0,6 2 9 0,-6-1-39 0,0 3 92 0,0 0-45 0,-1 2-1 0,-3-1 16 0,5 5-22 0,-10-4-8 0,-3 2-32 0,0 1 1 0,-4 0-1 0,0 2 1 0,1 3 2 0,-5-4-3 0,-4 0 1 0,0 0-1 0,2-1 23 0,-3 1-22 0,3 2 9 16,-4-5-10-16,0 2 41 0,0-4 0 0,-1 3-41 15,2-2-16-15,0 4 26 16,-3-2-9-16,1-1-37 0,-1 3 1 0,-2-1 35 16,1 3 1-16,4 1-24 0,-7-3-13 0,2 2 31 15,-1 0-32-15,0 2 0 0,-1-4 0 0,2 7 0 16,-3-4 0-16,2-2 0 0,-2 4 0 0,1-5 0 15,0 7 0-15,1-4 0 16,-2-2 0-16,3 0 0 0,-3 2 0 0,-1-1 0 31,1 5 0-31,-1-3 0 0,-1-3 0 0,2 2 0 0,-3 3 0 0,0-3 0 0,0 8 0 0,0-8 0 16,0 1 0-16,0 2 0 0,-6 0 0 0,1 1 0 0,0 6 0 0,-2-6 0 16,2 0 0-16,-1 0 0 15,1 0 0-15,-3 2 0 0,-2 3 0 0,2-5 0 16,-2-1 0-16,0 2 0 0,-1-1 0 0,-2 0 0 15,-4 5 0-15,0-6 0 0,0-2 0 0,-3 0 0 16,-1 0 0-16,-4-3 0 31,-4 3 0-31,-3-5 0 16,0-2 0-16,-7-2-5 0,-2 4-46 0,-5 0 37 0,-6 4 1 0,2-3-216 0,-4 2 99 0,2-1 53 0,-7 3 20 0,5-2-395 16,-6-1 199-16,15-6 112 0,8-7 53 0,9-6 25 15,7 0 1-15,9-9 25 0,3-10-681 0</inkml:trace>
  <inkml:trace contextRef="#ctx0" brushRef="#br0" timeOffset="94951.89">15875 12393 1410 0,'0'0'0'0,"0"0"0"0,0-2 0 0,0 2 0 0,0 0 0 0,0 0 0 0,0 14 0 0,0 10 66 0,0 5 0 0,0 7 849 0,0 8-431 0,4-2-228 0,3 5-111 15,2 1 130-15,-1-1-120 0,0 1-51 0,0-13-49 0,2-5-55 0,-2-6 0 0,-2-7 0 0,2-9 0 0,3-1 0 0,-2-7 0 0,1-11 0 0,2-10-267 0,1-11 80 0,0-4 112 0,3-4-359 0,-2 1 165 0,-1-2 123 0,0 1 29 0,2 2 10 16,-3 2 35-16,4 0-8 0,-5 12 44 0,-1 6 101 16,-2 6-50-16,-3 7-25 0,0 5 362 0,-2 0-203 15,-1 21-88-15,-2 9-48 0,0 2 658 0,0 6-322 16,0 4-224-16,0 1-125 0,1-5 0 0,5 2 0 62,0-5 0-62,4 0 0 0,4-6 0 0,0 2 0 16,1-13 0-16,1-4-549 0,3-6 51 0,-2-6 266 0</inkml:trace>
  <inkml:trace contextRef="#ctx0" brushRef="#br0" timeOffset="95496.11">13276 12500 1213 0,'0'-3'0'0,"-3"3"0"0,-2 0 0 0,0 0 0 0,0 0 0 0,0 9 0 0,-2 6 0 0,4 4 135 0,0 5-50 16,1 0-24-16,2 4 302 0,0-2-168 0,2-2-79 15,9-3-39-15,1-3 138 31,4-6-89-31,4 2-34 0,0-11-52 0,1-3-1 0,-1 0 0 0,2 0 1 0,-5-8-137 0,3-6 77 0,-9-3 26 0,-2 0-83 16,-4-4 58-16,-3 3 28 0,-2-1-1 0,0-2-154 16,-5 8 79-16,-11-2-6 15,1 3 36-15,-5 3-14 0,-2 6 1 0,1 1-13 0,-2 2 104 0,3 0-35 16,2 0 0-16,3 9-29 16,4 1-271-16,-1 0 124 0,7 2 73 0,5-1-267 15,0-1 164-15</inkml:trace>
  <inkml:trace contextRef="#ctx0" brushRef="#br0" timeOffset="95961.02">14067 10348 673 0,'0'-20'0'0,"0"6"0"0,0 0 0 0,0 4 0 0,0 5 377 0,2 3-168 0,5 2-86 0,-5 2-42 0,4 13 164 0,-1 6-93 0,2 3-62 0,0 3 273 0,-1 5-162 0,1-1-81 0,1 3 111 0,1 2-86 0,-3-6-58 0,0 3 0 0,2-7-16 15,-3 3-1-15,2-5-31 0,1 1 10 0,-3-8 61 16,0-3-35-16,-1-5 0 15,2-3-36-15,-1-6 50 0,1 0-16 0,1-3-16 0,5-11-57 0,1-5 0 16,5-9 0-16,6-2 0 0,1-7 0 0,1-4 0 16,2-2 0-16,-2 0-30 15,-1 1-130-15,2-2 105 0,-11 13 20 0,-1 9-772 16,-3 2 366-16,-5 13 201 0</inkml:trace>
  <inkml:trace contextRef="#ctx0" brushRef="#br0" timeOffset="101096.81">17590 11501 2565 0,'-2'-4'0'0,"-4"1"0"0,3-1 0 0,0 3 0 0,1-1 0 0,2 0 0 0,0 2 0 0,0 0 0 0,8 0 0 0,9 0 0 0,4-2 0 0,10-1 0 0,6 1 0 0,5-4 0 0,5-1 0 0,1-1 305 0,8-1-133 0,3 0-67 0,2-3-33 0,3 3 9 0,-13 1-42 0,-4 3 0 0,-6 2-33 0,-7 1 33 0,-8 2 0 0,-2 0 9 0,-13 2-372 0,-7 6 181 0,-4 1 91 16,0 5-647-16,-6 3 291 0,-11-2 192 0,0 0 66 0,-3 1 55 0,-4-3 29 0,0 0-1 0</inkml:trace>
  <inkml:trace contextRef="#ctx0" brushRef="#br0" timeOffset="101270.78">17806 11506 701 0,'-17'1'0'0,"5"6"0"0,1 2 0 0,3 5 0 0,2 4 251 16,6 4-111-16,0 2-51 0,0 7-25 0,3 4 381 15,8 3-203-15,-2 8-92 0,-1 0 237 0,-3 0-174 16,-1 3-87-16,0 2-128 0,-3-1 0 0,1 8 50 16,-1-12-9-16,-1 0-385 15,0-4 193-15,0 3 95 0,0-5 49 0,0 5-217 16,0-14 128-16,0-6 68 0,0-9-69 0,0-6-503 0,2-10 281 15,4 0 132-15</inkml:trace>
  <inkml:trace contextRef="#ctx0" brushRef="#br0" timeOffset="101781.32">18158 11590 1417 0,'-7'5'0'0,"-5"1"0"0,-1 4 0 0,3 0 0 0,-3 2 0 0,0 5 0 0,-1-3 202 0,0 3-81 0,0 4-32 15,0-4 111-15,4 0-81 0,1-2-40 16,2-1 0-16,3-2-79 63,0 0 48-63,4-7-10 0,0-2-82 0,0 2 41 0,6-5 0 0,8 0 41 0,0 0-88 0,4-2 40 0,1-5 24 0,3 0-68 0,1 0 25 0,0 0 29 0,1 0-24 0,-2 2-22 0,-2 1 12 0,-1 2 0 15,0-1 16-15,-2 3-4 16,2 0 12-16,-6 0 6 0,-3 0-24 0,-2 4 24 0,-3 4 0 0,-4 1 45 15,1 2 1-15,-2 0-45 0,0 4-1 0,-10-3 35 16,-1 3 2-16,-3-1-32 31,2-1 5-31,1-1 14 0,-3 2-13 0,3-2-2 16,2 1 9-16,1-2 46 0,0 4-19 0,3-4-3 0,0 2 35 0,4 2-29 0,-3-1 9 0,4 1 68 16,0 3-37-16,0 0-27 0,0-1-1 0,0 4 50 0,0-1-31 15,4 1-1-15,-1 6-26 0,0-6-34 78,2-1 24-78,-2-2 1 0,-1-1-1 0,2 2-40 0,-2-2 10 0,0-3 31 0,-1-4-38 0,1-3 0 0,-2-2 37 0,0 2-3 0,0-7-92 0,-2 0 29 0,-4 0 26 0,-4-1-197 0,1-10 103 0,-5-2 36 0,0-1 31 0,-3-5-235 0,-2-2 121 0,2-1 44 16,-3 3 35-16,-3-1-37 0,5 5 37 0,0 3-1 16,2 3 168-16,-1 6-70 0,1 0-36 0,-1 3 33 15,8 0-29-15,-2 3 0 0,5 9-39 0,4 0-14 16,2 1 23-16,0 3 34 0,2-4-25 0,11 0-492 15,5-4 237-15,4-3 118 0</inkml:trace>
  <inkml:trace contextRef="#ctx0" brushRef="#br0" timeOffset="101925.66">18308 12126 1232 0,'5'0'0'0,"0"0"0"0,0 0 0 0,0 0 0 0,0 0 0 0,0 0 0 0,0 0 460 0,-1 6-219 0,-2 2-103 0,2 2 160 0,-1 2-132 16,-1 1-65-16,1 3-342 15,0-3 134-15,-1 4 72 0,0-2 36 0,4 0-222 16,-3-2 130-16,4 1 73 0,-3-6 23 0,5-3-679 16</inkml:trace>
  <inkml:trace contextRef="#ctx0" brushRef="#br0" timeOffset="102130.94">18570 11727 1827 0,'1'-8'0'0,"1"0"0"0,3 1 0 16,4 0 0-16,5 0 0 0,0 1 0 0,6 1 281 0,1-1-123 0,4 1-60 0,1 1 61 0,7 1-51 0,-5-2-41 0,3 4 1 0,-3-1-32 0,2 1 1 0,-5 1 0 0,3 0 9 0,-10 0-1021 0</inkml:trace>
  <inkml:trace contextRef="#ctx0" brushRef="#br0" timeOffset="102507.34">18679 11984 946 0,'0'9'0'0,"0"-1"0"0,0 4 0 0,-1 1 0 0,1-2 0 0,0 2 126 0,0 2-45 0,0 0 0 0,0 1 131 16,0 0-78-16,1 1-53 0,1 0-1 0,-2-3-84 16,0 3 40-16,0-2 10 0,0-3-9 0,0-3-74 15,0-1 37-15,-2-3 10 16,-2-3-81-16,2-2 63 15,2 0 18-15,0-10 0 0,0-10-305 0,0-7 154 0,0-6 38 0,6-9-283 0,3-6 162 0,1-4 93 16,1-7 48-16,1-3-120 16,-1-4 82-16,4-14 38 0,-2 3 83 0,1-6 0 15,2 1 0-15,-2 5 0 0,-2 10 125 0,-2 3-108 16,-8 35-23-16,-1 13 482 47,-1 13-231-47,0 3-134 0,0 7-15 0,0 16 334 0,-3 12-201 0,-2 12-96 0,2 7-48 0,1 10 283 0,2 5-166 0,0 14-73 0,0-8-51 0,2 2 68 0,4-1-54 15,2 4-28-15,4 0 37 0,1 10-23 16,2-18-9-16,1-5-178 16,1-4 73-16,2-10 37 0,0-8-1 0,1 2-433 0,-5-25 231 0,-1-7 119 31,-5-10 15-31,-2-5-544 47,-2 0 273-47,-1-1 141 0,0-23 86 0,-2-5-169 0</inkml:trace>
  <inkml:trace contextRef="#ctx0" brushRef="#br0" timeOffset="102616.89">19061 11427 1525 0,'-8'-11'0'0,"-1"3"0"0,7 5 0 0,2 1 0 0,0 2 0 0,0 0 0 0,0 7 0 0,0 2 0 0,5 5 302 0,4 1-134 0,0 2-65 0,3 3-34 0,1 1-469 0,2 2 227 0,0-4 101 0</inkml:trace>
  <inkml:trace contextRef="#ctx0" brushRef="#br0" timeOffset="102769.35">19422 11696 1596 0,'-1'0'0'0,"1"0"0"16,0 0 0-16,0 0 0 0,0 0 0 0,2 0 183 0,10 0-73 0,3 1 150 0,3 2-112 0,3-1-57 0,6-1-18 0,-1-1-200 15,4 1 81-15,-1 0 41 0,1 2 0 0,-2 0-769 31,-3 1 374-31</inkml:trace>
  <inkml:trace contextRef="#ctx0" brushRef="#br0" timeOffset="102887.24">19464 11972 1591 0,'-19'4'0'0,"2"3"0"0,8 1 0 0,0 0 0 0,9-2 0 0,0-1 0 0,4 1 0 0,9-3 226 0,2 3-95 0,9-5-39 16,2 2 192-16,4-3-124 0,4 0-62 0,1 0-200 15,2 0 69-15,2-3 44 0,-6-1-10 0,-1 1-695 16,-1-2 354-16</inkml:trace>
  <inkml:trace contextRef="#ctx0" brushRef="#br0" timeOffset="103179.81">20127 11604 2489 0,'-5'0'0'0,"-3"0"0"15,6 0 0-15,2 0 0 0,0 10 0 0,0 9 0 0,0 10 387 0,0 6-166 0,0 7-98 0,0 9 196 16,5 5-142-16,0 3-71 0,0 2-35 0,0 5-33 16,-1-13-38-16,2 0 0 0,-3-9 0 0,-1-5 0 15,-1-6 0-15</inkml:trace>
  <inkml:trace contextRef="#ctx0" brushRef="#br0" timeOffset="103214.72">20150 12287 3923 0,'0'18'-471'0,"0"-6"253"0,0-7 127 0,-2 2-690 0,-4 1 338 0,-3-8 208 0,4 0 99 0</inkml:trace>
  <inkml:trace contextRef="#ctx0" brushRef="#br0" timeOffset="103905.42">20271 11398 345 0,'0'-6'0'0,"0"-4"0"0,0 3 0 0,0 0 0 0,0 0 0 0,0 1 196 0,0-2-79 0,0-2-32 0,0 0-9 0,0 2 98 78,2-2-69-78,-2-2-35 0,1 1 54 0,-1-3-35 0,0 3-8 0,0-2-45 0,0 2 33 0,0 0-1 0,0-1-31 0,0-1 104 0,0 2-56 0,0 1-25 0,-4 2 0 0,-1 1 81 0,-2 2-52 0,-1-4-18 0,1 6-8 0,-2 3 93 0,0-1-60 0,-1 1-30 16,1 0 86-16,-2 0-63 31,2 4-26-31,-1 6 0 0,0 1 16 0,0 6-1 0,1-2-32 0,1 3 109 16,1 3-59-16,2 4-29 0,0 3-1 0,2-1 58 0,-4 7-34 0,3-2-27 0,1 4-63 0,1 2 0 16,-1 3 0-16,2 3 0 0,-4 9 0 0,5-4 0 31,-1-2 0-31,1 7 0 0,0-3 0 0,0 2 0 0,0 6 0 0,0-9 0 0,0 0 0 0,0 0 0 15,1-2 0-15,2 2 0 32,-1 6 0-32,-1-13 0 0,1-2 0 0,-2-4 0 0,0 0 0 0,0-1 0 0,0 5 0 0,0-14 0 15,-2-1 0-15,-4-8 0 0,1-2 0 0,-3-6 0 32,-2 2 0-32,0-9 0 0,0-3 0 0,-4 0 0 0,4 0 0 0,-6-1 0 0,0-4 0 0,3-4-35 15,0-3-28-15,-1-2-393 16,3-4 209-16,3-3 106 0,-1-6-524 0,8-1 319 15,1-2 155-15,0-1 77 0,0-3-554 0</inkml:trace>
  <inkml:trace contextRef="#ctx0" brushRef="#br0" timeOffset="104215.25">20665 11189 1316 0,'-1'-24'0'15,"-8"4"0"-15,3 9 0 0,-1 2 0 0,-3 5 0 0,-3 2 0 0,-3 2 386 0,-4 2-166 0,2 14-96 0,0 8 379 0,1 5-233 0,1 9-118 0,1 3-58 0,1 9 338 16,2-1-203-16,4 5-97 16,0 2-59-16,6 3-73 0,2 1 0 0</inkml:trace>
  <inkml:trace contextRef="#ctx0" brushRef="#br0" timeOffset="104257.13">20455 11664 3931 0,'0'57'0'0,"2"-3"0"0,9-1 0 0,-2-6 0 0,0 0 0 0,-1 4 0 0,-6-14 0 0,1 1 0 0,-3-1 0 0,0 1 0 0,0-1 0 0,-9 1 0 0,-4-6 0 0,-2 0 0 0,-1-1 0 0,-4-2-244 0,0-1-163 0,-5 5 177 0,6-5-677 0,-5-1 436 0</inkml:trace>
  <inkml:trace contextRef="#ctx0" brushRef="#br0" timeOffset="104372.26">20166 12651 2335 0,'-14'13'0'0,"5"2"0"0,4 1 0 0,-1 3 0 0,6 0 0 0,0-1 0 0,0 2 0 0,0 1 350 0,0 3-158 16,0 2-70-16,0-4 425 15,0-2-257-15,1 1-195 0,4 0-95 0,-4-2-26 0,2 2-44 0,-2-7 48 16,1-1-276-16,-2-2 166 0,0-1 83 0,0-5 43 16,0 2-734-16,-6-5 384 0,0-2 115 0,1 0-571 15,-1-9 389-15,1-10 194 0</inkml:trace>
  <inkml:trace contextRef="#ctx0" brushRef="#br0" timeOffset="104573.8">20114 12620 859 0,'6'-13'0'0,"-1"2"0"0,3-4 0 0,6 9 0 0,0-1 0 0,4 4 412 15,3 2-189-15,2 1-93 16,4 0-39-16,-3 15 307 0,1 4-181 0,-4 5-92 16,-1 5-44-16,-3 0 161 0,-1 7-95 0,-11-1-61 15,-4 1 9-15,-1 2-31 0,0 1 1 0,-17 0 26 0,-3 3-19 0,-8-7-9 78,-4 1-28-78,-3-6 25 0,0-1-25 0,-8-3 9 0,10-6-9 0,-1-8-242 0,1-2 121 0,5-6 60 0,3-4 31 0,3 0-635 0,11-1 310 0,7-19 113 0,4-6-564 0,3-8 368 0</inkml:trace>
  <inkml:trace contextRef="#ctx0" brushRef="#br0" timeOffset="104714.14">20632 12363 2507 0,'2'-5'0'0,"1"0"0"0,1-2 0 0,-1 4 0 0,0 1 0 0,-1 2 0 0,-2 0 0 0,0 4 361 0,0 10-154 0,0 10-91 0,-8 4 493 0,-3 5-478 0,-3 9-131 0,0 2 0 0,0 2 0 0,4 0 0 0,4-2 0 16,1-1-1075-16</inkml:trace>
  <inkml:trace contextRef="#ctx0" brushRef="#br0" timeOffset="107704.25">22525 11942 1033 0,'0'-14'0'0,"0"0"0"0,0-2 0 0,0 0 0 0,0 0 0 0,0-6 91 0,0 4-55 0,0 1 0 0,0-2 269 0,0 0-135 0,0-1-66 0,-4 1-25 0,0 5 64 15,-7 0-53-15,2 6-26 0,-4 2-1 0,-4 4 113 0,-1 2-75 0,-3 9-32 0,-2 15 84 0,-2 6-59 0,-1 5-28 0,5 10 8 16,2-1 14-16,7 4-26 0,1 2 0 0,6-4 100 16,4 3-63-16,1 0-23 31,0-11-8-31,1-2-103 0,12-6 35 0,4-5 1 0,3-7 35 0,2-3-244 0,0-13 117 0,1-2 64 16,0-3-292-16,2-19 145 0,-4-6 87 0,5-5 3 0,-4-7-110 15,-1-3 54-15,-3-8 52 0,0-2-166 16,-2-5 108-16,3-8 46 0,-8 3 37 0,1-7-111 15,-5-2 70-15,2-10 33 0,-3 4 1 0,3-5-39 16,-6 23 41-16,-1 14 1 0,-2 13 245 0,0 18-106 16,-5 9-55-16,-4 5 411 78,0 4-226-78,-1 19-90 0,1 8-65 0,0 11 198 0,2 4-114 0,3 11 7 0,-1 2-56 0,5 1 195 0,0 4-120 0,0-1-60 0,0-1-31 0,0 8 86 0,0-12-62 0,0-3-28 0,9-1-227 0,1-6 101 0,2-2 50 0,2 1-422 0,-1-19 231 0,4-8 119 15,-2-7 61-15,1-7-358 0,1-5 186 0,2 0 19 16,-1-17 76-16,1-4-456 47,-4-7 261-47</inkml:trace>
  <inkml:trace contextRef="#ctx0" brushRef="#br0" timeOffset="107957.88">22930 11772 1109 0,'0'-7'0'0,"-3"2"0"0,0 1 0 0,-1 3 0 0,1 1 179 0,2 0-72 0,-4 7-35 0,3 8 10 0,2 5 578 0,0 8-312 0,0 2-156 15,0 4-77-15,0-1-40 0,0 5 9 0,2-5 163 16,6-1-106-16,1-6-52 16,3-2-26-16,-1-7-379 0,5 3 185 0,-3-17 79 0,1-3 44 0,0 0-171 15,4-11 108-15,-4-8 53 16,5-8-24-16,-7-5-346 0,0-1 142 0,1-3 105 16,-2-3 65-16,0 3 0 0,0-2 31 0,-3 10 8 15,-4 4 209-15,3 4-104 16,-6 7-53-16,1 2 394 0,-1 6-200 0,-1 5-112 15,0 1-5-15,0 17 77 0,0 6-20 0,0 6-57 0,-1 4-18 16,1 0 86-16,0 3-61 0,0 0-32 0,0-2-279 0,1-2 124 16,7 6 71-16,2-8-578 15,2-6 292-15,4-3 162 0,-1-3 28 0,1-6-599 0,4 1 329 0,-4-12 178 16</inkml:trace>
  <inkml:trace contextRef="#ctx0" brushRef="#br0" timeOffset="108666.22">23656 11862 482 0,'0'-14'0'0,"-2"0"0"0,1-2 0 0,-2 2 0 0,-1 3 0 0,-3 1 0 0,2 0 0 0,-4 5 0 0,-2-3 776 0,-3 7-374 0,0 1-183 0,-3 0 21 0,-1 13-101 0,-2 4-52 0,1 4-17 0,2 5 170 0,5 4-103 0,-2 1-50 0,7 4-25 0,3-3-1 0,1 7-16 0,3-9-9 0,0-2 0 0,1-1 68 0,9-3-34 0,1-5-1 0,4 0-250 0,3-9 103 0,2-10 57 0,0 0-136 16,0-3 96-16,2-15 18 0,0-6 41 0,-5-3-484 16,0-6 230-16,-4-3 89 15,2 0 65-15,-4-5-153 0,4-8 101 0,-7 6 63 16,2-7 28-16,-3-3-43 62,1-4 35-62,0-3 0 0,3-10 67 0,0 14 9 0,-3 3-41 0,-2 9 268 0,-3 10-134 0,1 8-76 0,-4 20-24 0,0 6 231 0,0 0-128 0,-1 20-13 0,-9 12-49 0,5 6 419 0,-2 7-216 0,0 5-103 0,2 8-51 0,0 1 183 78,1 0-118-78,-1 7-49 16,3-12-55-16,1 1-13 0,1 0 0 0,0-3-397 0,0-3 198 0,1 8 109 0,6-18 40 0,2-5-287 0,3-6 168 0,1-10 35 0,3-6 59 0</inkml:trace>
  <inkml:trace contextRef="#ctx0" brushRef="#br0" timeOffset="108862.71">24075 11676 1324 0,'0'3'0'0,"0"4"0"0,0 3 0 0,0-2 0 0,0 9 0 0,2 4 0 0,-1 5 32 16,-1 8 0-16,1 3 392 0,0 8 251 0,1 6-311 15,-1-5-168-15,2-1-24 0,3-3-68 0,-3-1-34 16,2-11 0-16,1 2 15 0,0-18-49 0,-1-7 0 31,3-7 0-31,0 0-30 0,3-10 30 0,3-15 9 0,3-9-9 0,3-7 0 16,5-6 0-16,4-5-465 0,7-9 210 0,-1 5 117 16,2-3 20-16,3 3-904 0,-1 2 475 0</inkml:trace>
  <inkml:trace contextRef="#ctx0" brushRef="#br0" timeOffset="109333.5">22079 11673 1340 0,'-3'0'0'0,"0"0"0"0,1 0 0 0,0 0 0 0,0 0 0 0,2 0 266 0,0 0-120 0,0 0-55 15,0 0-27-15,0 0 0 0,6 3-27 0,0 0 290 16,1 2-150-16,1-1-70 0,-1 1-36 0,-2-1-306 16,5 2 135-16,-4-1 78 15,-2-1 24-15,0-1-526 0,1 1 273 0,-2-2 138 0,-1 2 68 0,1-4-71 16</inkml:trace>
  <inkml:trace contextRef="#ctx1" brushRef="#br0">30311 17872 0,'0'0'0,"0"0"0,0 0 16,0 0-1,0 0-15,0 0 16</inkml:trace>
  <inkml:trace contextRef="#ctx0" brushRef="#br0" timeOffset="118908.3">20815 11590 1286 0,'0'0'0'0,"0"0"0"31,0 0 0-31,0 0 0 0,0 0 0 0,0 5 0 0,0 1 232 0,2 7-96 0,1 3-38 16,-1 6 231-16,4 2-144 0,-3 10-73 0,0 4-36 0,-1 6 20 0,-1 7-18 0,2-4-10 0,-2 5-129 0,-1-3 50 93,0 0 25-93,0-4 1 16,0 3-73-16,0-13 44 0,0-5 26 0,1-9 1 0,3-5 27 0,-1-11 0 0,2 0 10 0,1-5-1042 0,1-15 476 0,2-11 239 0,-1-10 118 0,0-3-231 0</inkml:trace>
  <inkml:trace contextRef="#ctx0" brushRef="#br0" timeOffset="119162.79">20973 11773 1225 0,'3'-11'0'0,"0"0"0"0,2 4 0 0,-4 5 0 0,2 2 0 0,-1 0 0 0,1 9 0 0,-2 8 0 0,-1 7 536 0,0 2-254 0,1 6-120 0,-1 0 215 0,1 2-169 16,2 2-83-16,0 3-33 0,2-8-92 0,1-2 1 0,3-1 38 0,1-5-140 15,1-2 70-15,4-4 45 0,-2-10-10 16,2-4-262-16,-2-3 148 0,2-11 75 0,-1-13 38 15,3-3-286 17,-7-6 70-32,1-3 94 0,-2-2 3 0,-1 0 34 0,-2 2 0 0,2-2 190 0,-3 10-68 0,-2 6-40 15,-1 5 0-15,0 7 355 0,-2 3-189 0,0 5-76 0,0 2-16 0,0 9 76 47,0 13-32-47,-4 5-45 0,2 1 26 0,2 4 110 0,0 0-89 0,0-1-40 0,0-2 0 0,2 3-40 0,7-7-1 0,1 4 11 0,-1-8-158 0,1-6 75 31,2-1 35-31,1-4-1001 0,-1-6 456 0,0 0 244 16,-1-4 129-16,1-1-125 0,-1-13 128 0,-3-3 63 0</inkml:trace>
  <inkml:trace contextRef="#ctx0" brushRef="#br0" timeOffset="119361.18">21448 11514 1563 0,'0'-4'0'0,"-3"1"0"0,1 2 0 0,1 1 0 0,1 0 0 0,0 13 0 0,0 8 349 0,0 11-144 0,0 4 411 0,0 9-288 0,0 7-144 16,0 11-72-16,0 3 116 0,0 10-85 0,0-10-56 16,0 1 0-16,0-4-327 0,0-4 140 0,0-5 66 15,0 5 45-15,0-20-264 0,0-6 145 0,0-10 72 16,0-8-683-16,0-6 366 0,0-6 58 0,0-3-484 16</inkml:trace>
  <inkml:trace contextRef="#ctx0" brushRef="#br0" timeOffset="119523.91">21599 11947 1726 0,'-4'-10'0'0,"-1"3"0"0,3 0 0 0,1 5 0 78,1-1 0-78,0 1 0 0,0 2 745 0,0 0-354 0,0 0-166 0,0 0-97 0,3 0-45 0,7 6 0 0,-1 0-44 0,3 1 0 0,2 1 10 0,-3 0-10 0,1 3 0 0,2-4 0 0</inkml:trace>
  <inkml:trace contextRef="#ctx0" brushRef="#br0" timeOffset="120021.2">22121 11478 819 0,'0'-10'0'0,"0"2"0"16,-2-1 0-16,2 2 0 15,-1-1 0-15,-1 5 0 0,2 0 0 0,0-1 422 110,-3 3-192-110,3 1-97 0,0 0 271 0,0 0-189 0,0 2-88 0,0 14 291 0,0 4-191 0,0 7-94 0,0 9-38 0,0 5-34 0,0 6 0 0,0 6-23 0,-3 5-1 0,-1 2 373 0,2 10-309 0,0-3-101 0,1 2 0 0,-1 1 0 0,2 0 0 0,0-9 0 0,0 8 0 0,0-25 0 0,0-10 0 0,0-7 0 0,0-13 0 0,0-6 0 0,0-3 0 0,0-5 0 0,0-2 0 0,0-9 0 0,0-1 0 0,-1 0 0 0,-6 1 0 0,3 0 0 15,-1-1 0-15,2 1 0 16,0 4 0-16,0-1 0 0,1 1-353 0,2 2-44 15,0 2 186-15</inkml:trace>
  <inkml:trace contextRef="#ctx0" brushRef="#br0" timeOffset="129671.31">17074 13218 1737 0,'-6'-8'0'0,"0"-1"0"0,4 5 0 0,2 3 0 0,0-2 0 0,0 3 0 0,10 0 219 0,6 0-90 15,1 7-44-15,6 3 126 0,0 3-86 0,3 4-32 16,-3-1-11-16,-4 4-7 0,3 4 0 0,-8 0-35 16,0 6-1-16,-3 3 10 0,-8-1-9 0,-3 4-1 78,0 3 1-78,-15 1-1 0,-9 8 10 0,-4-13-9 0,-4 1-1 0,-3-8 1 0,-1-3-1 0,2-7 0 0,-5-2 11 0,10-14-11 0,2-2 0 0,7-10 1 0,3-14-396 0,6-7 185 0,3-7 85 0,8-1-306 0,0-2 164 0,8 4 101 15,7 3-61-15,1 8 74 0,1-1 28 0,2 14 294 78,-1 5-124-62,0 7-62-16,2 1-31 0,-3 0 479 0,3 12-238 0,-3 3-121 0,-2 6-24 0,-2 2 184 0,0 1-71 0,0 2-80 0,2 3-31 0,-6-5-89 0,4 1 39 0,-2-4 1 0,1-1-555 0,2-1 277 0,-1-4 149 0,-1-6-804 0,0-5 404 0,2-4 231 0,-1-2 81 0</inkml:trace>
  <inkml:trace contextRef="#ctx0" brushRef="#br0" timeOffset="129806.14">17350 13411 1284 0,'0'-12'0'0,"0"0"0"0,1 3 0 0,4-2 0 0,0 5 0 0,3 3 322 0,4-1-142 0,0 1-70 0,7 0 387 0,3 2-218 16,1 1-126-16,4 0-56 0,-1 0-181 15,4 0 61-15,1 5 41 0,-3-2-9 0,-2 2-236 16,0 0 134-16,-3-1 66 0,-1-2-641 0,-1-1 354 16,-8-1 166-16,-5 0-530 0</inkml:trace>
  <inkml:trace contextRef="#ctx0" brushRef="#br0" timeOffset="130086.55">17596 13043 1168 0,'-8'-21'0'0,"4"6"0"0,1 1 0 0,3 13 0 0,0 1 0 0,0 15 0 0,6 9 0 0,6 8 0 0,1 11 584 0,2 2-277 0,-2 4-134 0,2 2-67 0,-1 2 357 0,-3 1-212 0,3 10-96 16,-6-5 4-16,0-4-60 0,-2 0-30 0,-3-5 1 15,-1-7-116-15,-2 3 52 16,0-14-9-16,-9-10-146 0,-6-6 94 0,-2-8 48 31,-2-3-1-31,-4-5-44 0,0 0 39 0,1-6-5 16,-2-11-1-16,3-3-33 15,1 0 25-15,-2-2-26 0,11 1 87 0,4 5-10 0,1 0-37 0,5 1 3 0,1 4 57 0,0-2-12 0,4 3 0 0,12 1-233 16,3-1 98-16,2-2 55 47,4 1 1-47,3-2-623 0,-2-2 319 0,5 0 154 0</inkml:trace>
  <inkml:trace contextRef="#ctx0" brushRef="#br0" timeOffset="130187.5">18280 13040 1006 0,'0'-6'0'0,"0"1"0"0,-5 1 0 0,1 1 0 0,-3 3 0 0,-2 0 473 0,0 0-218 0,-2 0-108 0,-3 9-244 0,0 6 62 0,-2-1 37 0,1 5-345 16,-4 2 176-16,1 4 88 0</inkml:trace>
  <inkml:trace contextRef="#ctx0" brushRef="#br0" timeOffset="130319.86">17914 13384 1189 0,'-13'5'0'0,"3"2"0"0,0 1 0 0,7-2 0 0,3-2 0 0,0 0 436 16,10-3-198-16,10-1-101 15,9 0-40-15,6-1 114 0,4-7-86 0,2-3-44 0,0-1 0 0,0 0-120 47,4 0 48-47,-9 3-9 0,1 1-568 0,-2-1 303 0,-4 3 151 0,-6 3 76 0</inkml:trace>
  <inkml:trace contextRef="#ctx0" brushRef="#br0" timeOffset="130484.13">18182 13197 1272 0,'-10'8'0'0,"3"2"0"0,2 5 0 0,2 6 0 0,3 8 0 0,0 3 303 0,0 14-123 0,0-3-76 0,0 7 266 0,5 2-166 0,0 3-83 0,0-1-42 0,0 0 203 0,0-12-127 0,-2-2-59 0,-1-5-29 0,-1-7-340 0,1-5 155 0,-1-2 87 0,1-14-597 0,-2-7 332 16,0 0 167-16,0-7-647 0,0-14 351 0</inkml:trace>
  <inkml:trace contextRef="#ctx0" brushRef="#br0" timeOffset="130675.53">18146 13493 1153 0,'-17'0'0'0,"4"0"0"0,1 1 0 0,0 10 0 0,-4 1 0 0,2 5 229 0,-6 3-87 0,4 3-56 0,-2 5 54 0,0-1-52 0,0 0-25 0,2 1 1 0,-3-2-154 0,10-9 59 0,3-4 35 78,6-6-597-78,0-7 297 0</inkml:trace>
  <inkml:trace contextRef="#ctx0" brushRef="#br0" timeOffset="130742.02">18171 13594 1028 0,'12'-1'0'0,"-2"1"0"0,1 0 0 0,-4 0 0 0,1 0 0 0,0 0 141 16,0 2-42-16,-2 3-35 0,-1 0 103 0,0 2-64 0,-1-4-33 0,4 0-446 0,1 1 217 0</inkml:trace>
  <inkml:trace contextRef="#ctx0" brushRef="#br0" timeOffset="131055.78">18604 13147 1101 0,'0'-7'0'0,"0"0"0"0,0 2 0 0,0 2 0 0,0 1 0 0,0 2 0 0,-2 0 383 0,-5 14-172 0,-1 3-87 0,-1 5 90 0,1 3-88 0,-2 6-34 0,4 0 32 0,0 1-43 16,3 1-1-16,1-1-42 0,2 1-68 0,0 7 43 0,0-7-10 15,3 0 35-15,9 2-64 16,-2-3 32-16,1 2 0 15,0 2 41-15,-2-4-95 0,-2 0 44 0,-3-2-11 0,0-1-102 0,-3 2 49 47,-1 0 39-47,0-8-12 0,0-3-1 0,-8-5 26 0,-1-4 11 0,-3-1-10 0,0-8 7 0,-2-2-8 0,0 0 6 0,-1-5-85 0,-1-7 41 0,-2-2-12 16,4-3 49-16,-3-3-86 16,1 3 39-16,-3-2-7 31,5 0 73-31,-4 4-10 0,5 5-22 0,-1 2 97 0,3 4-47 0,-1 2-8 15,2 2-41-15,1 0 174 0,4 2-78 0,2 8-30 0,3 2 0 0,0-3-342 32,1 1 147-32,9 0 82 0,6-5 35 0</inkml:trace>
  <inkml:trace contextRef="#ctx0" brushRef="#br0" timeOffset="131175.46">18743 13683 2495 0,'3'0'0'0,"0"0"0"0,2 0 0 0,-2 0 0 0,2 0 0 0,-2 0 0 16,2 1 0-16,-1 2 0 0,2 1 302 0,0-1-137 0,-2 3-411 15,4-2 141-15,-2-1 72 0,0 1 35 0,3-1-345 32,-1-3 186-32,3 0 97 0,-2 0 49 0,2 0-892 0</inkml:trace>
  <inkml:trace contextRef="#ctx0" brushRef="#br0" timeOffset="131307.65">19028 13536 936 0,'0'0'0'0,"0"-2"0"0,0 2-1 0,0-2 0 0,0 2 0 0,0 0 0 0,0 0 545 0,0 2-246 0,1 6-135 0,1 2-64 0,0 1 264 0,-1 0-164 15,1 0-81-15,-1 1-311 0,1-2 111 32,1 0 59-32,0-3-655 0,-1-2 346 0,4-1 175 0,-3 2 89 0</inkml:trace>
  <inkml:trace contextRef="#ctx0" brushRef="#br0" timeOffset="131486.9">19217 13092 1508 0,'0'8'0'0,"0"2"0"0,1 5 0 0,1 7 0 0,1 5 0 0,2 7 0 0,-2 9 0 0,3 6 727 0,-3 9-345 0,0 6-172 0,-1 14-77 0,-1-7-53 0,1-6 0 15,-2 3 406-15,1-5-417 0,-1-3 1 0,0 5-24 0,0-19-697 0,0-5 344 0,0-4 172 0,-1-6 86 0,-2-10-831 0,3-6 348 0</inkml:trace>
  <inkml:trace contextRef="#ctx0" brushRef="#br0" timeOffset="131614.89">19389 13580 1183 0,'5'-7'0'0,"-2"2"0"0,0 3 0 0,1 0 0 0,2 2 338 0,0 0-150 0,0 7-67 0,-1 2 453 0,0 2-269 0,-2-1-133 0,2 4-318 0,0 0 92 0,0-2 54 0,0 0-8 0,0-6-785 0,-1 0 396 0,4-5 199 15</inkml:trace>
  <inkml:trace contextRef="#ctx0" brushRef="#br0" timeOffset="132121.01">19617 13269 1123 0,'0'3'0'0,"0"3"0"0,0-1 0 0,0 5 0 0,-2 1 0 0,-1 4 0 0,-3 3 469 0,0 3-216 0,-3 5-99 16,-1-2 77-16,1-2-97 0,0 0-49 0,-1-5-37 15,4-2-11-15,-2-3 10 16,6-5-10-16,2-5-10 0,0-2 10 0,0 0 0 0,10-6 0 15,4-5 38-15,6-2-9 0,3-1-29 16,5 0 0-16,2 1 28 16,3 0 9-16,-2 2-36 0,0 0-44 0,-1 5 0 0,1 0 43 0,-5 3-445 15,1 3 216-15,-10 0 92 0,-3 0 56 0,-5 0-693 16,-7 11 349-16,-2 2 176 0,0 1 78 0,-13 4-291 16,-7-3 193-16,-3 0 98 0,-2-1 48 0,-2-4 39 15,1 6 13-15,-1-8 34 0,4 0 303 0,1 0-189 16,5-2-75-16,2 0 242 0,0-1-168 0,6-2-70 15,6-1-40-15,3 0 579 16,0-2-277-16,8 0-110 0,6 0-69 0,7 0 145 16,2 0-117-16,2 0-58 15,-1-2-29-15,3-2-241 0,-1-1 115 0,-2-1 43 16,-4-1-495-16,0 2 274 0,-4-2 137 0,-1-2 68 0,0 1-264 0,-5-3 66 16,-6 2 107-16,0-4-248 0,-2-4 167 15,-2-3 83-15,0-2 33 0,0-4 4 16,0 0 38-16,-3 1 46 0,-4 1 0 0,-2 4 0 15,1-1 0-15,0 11 0 0,-1 5 0 0,-2 5 0 16,2 0 0-16,-2 13 523 0,-1 11-282 0,2 5-25 16,1 7-104-16,-5 7 647 0,6 3-360 0,-4 1-182 15,4 9-80-15,1-9 274 0,3 2-187 0,4-3-94 16,0-3-46-16,0 1 128 0,11-15-92 0,7-6-41 31,6-10-312-31,3-5 135 0,6-8 67 0,7 0-842 0,2-6 451 0,4-15 216 0</inkml:trace>
  <inkml:trace contextRef="#ctx0" brushRef="#br0" timeOffset="132250.79">20410 13701 1957 0,'-6'0'0'0,"0"0"0"0,1 0 0 0,0 0 0 0,3 0 0 0,-3-1 0 0,5 1 0 0,0 0 674 16,4 0-318-16,5 0-160 0,6 0-79 0,5 0-574 31,3 0 242-31</inkml:trace>
  <inkml:trace contextRef="#ctx0" brushRef="#br0" timeOffset="132752.74">21593 13222 1450 0,'-6'0'0'0,"-1"0"0"0,4 0 0 0,3 18 0 0,0 10 0 0,0 4 0 0,0 11 465 0,2 1-214 0,2 9-106 0,1 3 78 0,0 9-82 0,-2-11-57 0,3-3-151 0,-3-3 53 0,1-6 26 0,0-5 0 0,1 1-416 15,-4-18 216-15,1-7 113 0,0-9 57 0,-1-4-715 16,1-2 360-16</inkml:trace>
  <inkml:trace contextRef="#ctx0" brushRef="#br0" timeOffset="132943.69">21582 13229 1356 0,'5'-14'0'0,"3"7"0"0,5 6 0 0,7 1 0 0,9 0 0 0,2 16 0 0,5 5 568 0,6 4-266 0,-2 6-131 16,4-1 222-16,0 3-168 0,-10-3-99 0,-4-1-37 15,-7 3-25-15,-8 2 0 16,-12 0-26-16,-3 7-119 0,-13-4 55 0,-21 2 33 15,-8 2-1-15,-7-3-79 0,-6-1 56 0,-5 1 37 16,8-13-9-16,2-6-289 16,6-7 155-16,4-7 1 0,3-4-457 0,17-2 265 0,9-22 138 0,11-15-194 15,6-16 166-15</inkml:trace>
  <inkml:trace contextRef="#ctx0" brushRef="#br0" timeOffset="133083.32">22196 12912 2160 0,'7'-11'0'0,"0"4"0"0,-3 6 0 0,-2 1 0 0,-2 0 0 0,0 1 0 0,-8 14 0 0,-6 3 0 0,-2 4 0 0,1 0 340 16,-2 7-141-16,4-3-85 31,2 3-549-31,2 0 236 0,1 1 119 0,5 3 59 0</inkml:trace>
  <inkml:trace contextRef="#ctx0" brushRef="#br0" timeOffset="133239.43">22642 13034 2423 0,'0'0'0'0,"0"-3"0"0,-1 0 0 0,1 0 0 0,0 0 0 0,0 3 0 0,0 0 0 0,0 0 0 0,0 0 0 0,0 4 322 0,4 5-142 0,5 2-62 16,3 1-663-16,-1 2 291 15,2 1 146-15,2-4-816 0</inkml:trace>
  <inkml:trace contextRef="#ctx0" brushRef="#br0" timeOffset="133456.49">22947 13046 1266 0,'-10'0'0'0,"0"0"0"0,-4 0 0 0,0 5 0 0,-7 7 0 0,-4 6 0 0,-3 5 424 16,-6 6-194-16,-4 5-97 0,-3 4-47 0,-5 8 64 16,3-11-60-16,2 3-27 0,2-4 13 0,4-8-39 15,9-8 0-15,3-1 102 0,17-14-56 0,6-3 0 16,0 0-46-16,16-1 80 0,10-7-40 0,7-6 9 15,5-1-49-15,6 0 70 16,3-2-34-16,3 1-1 0,-1 0-35 0,5 2-82 16,-10 4 36-16,-2 2 1 0,-2 0-369 0,-5 3 205 15,-2 2 84-15,2 2 64 0,-15 1-826 0,-9 5 407 16</inkml:trace>
  <inkml:trace contextRef="#ctx0" brushRef="#br0" timeOffset="133672.24">22620 13542 1652 0,'-19'0'0'0,"2"0"0"0,6 4 0 0,3-4 0 0,8 1 0 0,0-1 0 0,1 0 0 0,19 0 0 0,9 0 508 0,4-5-235 0,4-3-119 0,6-4-48 0,-5 3-166 0,1-1 49 0,-3 1 24 0,-3 3-277 0,-1-1 151 0,1 1 84 0,-11 0 29 0,-3 3-719 0</inkml:trace>
  <inkml:trace contextRef="#ctx0" brushRef="#br0" timeOffset="133753.57">22834 13378 1509 0,'-9'3'0'0,"0"3"0"0,3 6 0 0,0 0 0 0,-2 5 0 0,1 5 0 0,-3 3 0 0,2 3 0 0,-4 5 550 0,1 4-256 0,-4 2-128 0,-2 2-55 0,2-7-172 16,1-3 49-16,-1-1 25 0,2-6-508 0,5-5 267 15,-1-2 141-15,8-14 58 0,1-3-312 0</inkml:trace>
  <inkml:trace contextRef="#ctx0" brushRef="#br0" timeOffset="133899.14">22827 13615 1634 0,'5'-3'0'0,"2"3"0"0,1 0 0 0,3 0 0 0,-3 0 0 16,1 0 0-16,0 9 179 0,0-1-72 0,2 4-34 0,-2 4 366 16,2-3-206-16,-5 1-97 0,4 2-50 0,-1 0-272 0,1-3 111 0,2 1 66 15,-2-3 18-15,3-6-744 31</inkml:trace>
  <inkml:trace contextRef="#ctx0" brushRef="#br0" timeOffset="134036.29">23155 13218 1432 0,'5'-5'0'15,"2"-1"0"-15,5 4 0 0,4-3 0 0,6 2 315 0,1 2-144 0,6-2-67 16,1 3-34-16,2 0 343 0,4 0-188 0,5 0-85 15,-5 0-56-15,-2 0-482 0,2 0 217 0,-7 0 109 16,-3 6-867-16</inkml:trace>
  <inkml:trace contextRef="#ctx0" brushRef="#br0" timeOffset="134182.49">23188 13461 1492 0,'-7'1'0'0,"2"1"0"0,4 1 0 0,1 0 0 0,0 2 0 0,4-1 0 0,12-2 425 0,4 2-194 0,3-4-97 0,5 0-48 0,5 0-164 16,-1 0 66-16,-2 0 20 0,-3 0 0 0,1-1-689 16,-3-2 338-16,-4-3 169 0</inkml:trace>
  <inkml:trace contextRef="#ctx0" brushRef="#br0" timeOffset="134374.37">23400 13275 1888 0,'-12'-6'0'0,"2"5"0"0,3 1 0 0,3 0 0 0,0 8 0 0,2 11 0 0,2 3 0 0,0 7 0 0,0 3 306 0,0 4-135 16,3 9-58-16,0-2 133 0,-1 1-105 0,-2 3-52 16,0-4-26-16,0 1-114 0,-11 1 52 0,0-11-8 15,-6-3 44-15,-2-8-102 0,-1-4 51 0,1-9 25 16,-2-1-320-16,5-9 168 0,4-2 89 16,2-15-511-16,5-2 225 0,3-7 152 15,2-7 57-15,0-3-281 0,10-2 187 0,8-7 94 16</inkml:trace>
  <inkml:trace contextRef="#ctx0" brushRef="#br0" timeOffset="134832.72">24160 13324 2018 0,'-2'-4'0'0,"2"-2"0"0,0 4 0 0,2-6 0 0,10 6 0 0,3 0 0 0,2 2 257 0,5 0-111 0,1-3 99 47,7 3-95-47,0-1-61 0,-1 1-27 0,1 0 1 0,1 0-27 0,-4 0 0 0,2-1 10 0,-8 1-1171 0</inkml:trace>
  <inkml:trace contextRef="#ctx0" brushRef="#br0" timeOffset="135032.28">24426 13133 1876 0,'0'0'0'0,"-4"0"0"0,-3 4 0 0,1 6 0 0,1 5 0 0,-5 9 0 0,-2 5 0 0,-3 10 0 0,-2 3 355 15,4 5-159-15,-4 6-71 32,6-9 345-32,3-3-216 0,5-5-109 0,3-7-17 15,0-4-45-15,7-3-15 0,11-15-8 0,3-2-103 0,3-5 40 0,7 0 0 0,-3-5 39 0,8-4-418 16,-8-6 205-16,0 2 107 0,-3-3-756 15,0 3 407 1,-5-4 140-16,2-1-445 0</inkml:trace>
  <inkml:trace contextRef="#ctx0" brushRef="#br0" timeOffset="135178.49">24497 13380 1902 0,'-14'4'0'0,"3"1"0"0,2 5 0 0,4 4 0 0,2 2 0 0,-3 9 0 0,6 2 280 0,0 3-122 0,0 6-60 0,0 8 496 16,2-2-279-16,3 8-130 0,0-8-79 0,-1-2-99 15,0-2 30-15,-2-4-1 0,-1-3 0 0,-1 3-513 16,0-10 252-16,-1-9 130 0,-7 2-704 0,-4-7 417 0,1-6 127 0</inkml:trace>
  <inkml:trace contextRef="#ctx0" brushRef="#br0" timeOffset="135296.69">24224 13754 1478 0,'-7'-11'0'0,"6"3"0"0,1 3 0 0,1 0 0 0,14 4 0 0,4-1 211 0,2 2-88 0,3 0-43 0,6 0 219 15,4 0-122-15,3 0-75 0,1-1-33 0,1-2-556 16,1-1 262-16,-2-3 131 0,2-2 74 0</inkml:trace>
  <inkml:trace contextRef="#ctx0" brushRef="#br0" timeOffset="135747.07">24709 13517 1647 0,'-15'1'0'0,"7"3"0"0,-3 3 0 0,9 0 0 0,-1 3 0 0,1 0 0 0,2 2 0 0,0 3 155 15,0-1-50-15,0 1 283 0,0-3-176 0,0 0-87 16,2 0-45-16,2-3-451 0,1-1 212 0,0-3 93 16,0-3 52-16,-1-2-409 0,0 0 229 0,2-2 115 15,-5-8 67-15,2-2-377 0,-1-4 122 0,0-4 115 16,-1-4 34-16,0-3 40 0,2-5-8 0,3-3 99 16,0 2-24-16,0-2-1 15,3 2-24-15,0 0 240 0,6 1-130 0,-1 6-50 16,1 4-30-16,3 7 485 0,-1 4-240 0,7 5-64 15,-3 6-80-15,1 6 246 0,-1 18-152 0,-2 7-76 63,-2 6 65-63,0 4-61 156,-7-2-45-156,1-1-5 0,-4 0-1 0,0-4-30 0,-4-2 1 0,2 1-422 0,-4-8 206 0,-1-3 108 0,0-5 54 0,-1-2-673 0,-7-4 340 0</inkml:trace>
  <inkml:trace contextRef="#ctx0" brushRef="#br0" timeOffset="135794.95">24792 13568 2034 0,'-5'-9'0'0,"1"4"0"0,2 1 0 0,2-4 0 0,0 7 0 0,2 0 0 0,7-2 0 0,3 3 0 0,3 0 0 0,1 0 195 0,1 0-84 0,0 0-160 0,0 0 42 0,-1 0 1 0,1 0 42 0,-2 0-615 0,-4 0 297 0</inkml:trace>
  <inkml:trace contextRef="#ctx0" brushRef="#br0" timeOffset="135907.14">24960 13201 2275 0,'-6'9'0'0,"-2"4"0"16,5 5 0-16,1 7 0 0,-5 6 0 0,-4 13 0 0,1 2 0 0,-7 14 0 0,4-11 359 0,-1 2-162 0,4-3-12 0,3-7-74 0,3-5-38 15,3-4 10-15,1-14-234 0,0-7 94 0,7-7 47 16,5-4 23-16,7 0-536 15,1-8 290-15,4-13 129 0,1 0 71 0,2-8-687 0,3-4 350 0,1-1 125 16</inkml:trace>
  <inkml:trace contextRef="#ctx0" brushRef="#br0" timeOffset="136083.43">25288 13245 1871 0,'7'-8'0'0,"-1"3"0"15,7-2 0-15,-2 5 0 0,2 1 0 0,2 1 0 0,2 0 0 0,-3 3 0 0,7 6 397 0,-4 2-184 0,1 3-89 0,-4 3 107 16,-2 0-97-16,-2 2-49 0,-1 3-15 0,-4-2 5 15,-4-2-38-15,-1 2-1 0,0-2 0 0,0-2 22 16,-3 2-13-16,-7-7-8 31,1 0-1-31,0-5-83 0,-2 1 42 0,2-5 0 0,-1 2-409 0,1-4 217 0,5 0 62 0,-1 0-756 0,3 0 427 16</inkml:trace>
  <inkml:trace contextRef="#ctx1" brushRef="#br0" timeOffset="19197.25">10120 14945 0,'0'0'16,"0"0"0</inkml:trace>
  <inkml:trace contextRef="#ctx0" brushRef="#br0" timeOffset="143423.4">23697 13326 1296 0,'0'2'0'0,"0"0"0"0,0 5 0 16,0 3 0-16,0 6 0 0,0 2 0 0,0 9 254 0,1 2-108 0,1 6 87 0,2 3-97 0,1 4-40 15,0-6-34-15,1-2 10 0,1-3-34 0,2-4 0 16,3-3 9-16,2-10-67 15,-3-7 29-15,7-7 0 0,-2 0 29 0,4-14-93 0,3-14 56 0,-5-9-10 16,0-4-75-16,0-8 48 0,-1-2 34 0,-3 1-58 16,3-4 23-16,-8 11 0 15,0 5 39-15,-2 7 97 0,-4 10-49 0,-2 7-10 16,-1 1-43-16,0 13 482 0,0 3-206 0,-4 18-119 16,-5 10-54-16,2 10 253 0,-1 6-148 0,4 2-161 15,1 2-44-15,3 1 0 16,0 0 0-16,0 3 0 0,11 6-12 0,4-11-50 0,2-3 50 0,7-2-987 47,0-3 478-47,6-1 262 0</inkml:trace>
  <inkml:trace contextRef="#ctx0" brushRef="#br0" timeOffset="144140.71">25412 13378 777 0,'0'0'0'0,"0"0"0"0,0 0 0 0,0 0 0 0,0 0 0 0,0 0 0 0,0 0 0 0,0 0 266 15,0 0-114-15,0 0-57 0,0 0-20 0,1 0 91 16,1 0-64-16,0 0-33 0,-1 2 60 0,1 5-47 16,-2 2 10-16,0 3-21 0,0 2-34 0,-7 7 0 15,-5 2 1-15,-6 4 44 0,-2 2 10 0,-5 5-55 16,-4 1 1-16,1-2-69 15,-4 0 34-15,0-6 0 0,-1 0 44 0,6-10-437 16,5-10 207-16,4-5 78 0,6-2-475 0,5-8 258 109,3-14 133-109</inkml:trace>
  <inkml:trace contextRef="#ctx0" brushRef="#br0" timeOffset="144206.44">25206 13261 1264 0,'0'0'0'0,"0"0"0"0,0 0 0 0,0 0 0 0,2 2 0 0,0 4 0 0,6 8 0 0,3 5 0 0,6 9 763 0,3 5-368 0,3 8-179 0,6 6-89 0,3 2 131 0,-1 2-111 0,5 3-45 0,-7-11-37 0,-1-4-389 0,-1-4 180 0,-3-5 91 15,-3-6-625-15,-2-4 367 0,-8-13 170 0,-4-7-620 16,-4 0 362-16</inkml:trace>
  <inkml:trace contextRef="#ctx0" brushRef="#br0" timeOffset="144369.01">25557 13337 1040 0,'4'-9'0'0,"0"-2"0"0,2 3 0 0,6 1 0 16,0 1 0-16,8-1 206 0,1 1-89 0,7 6-40 15,5-3 0-15,0 3 293 0,5-2-166 0,2 0-74 32,-4 2-51-32,1 0-70 0,-6 0 28 0,-3 0 1 0,-3 0-479 0,2 0 248 0,-14 2 111 0,-3-2-534 15,-8 0 310-15,-2 0 156 0</inkml:trace>
  <inkml:trace contextRef="#ctx0" brushRef="#br0" timeOffset="144608.66">25842 13040 992 0,'-11'-6'0'0,"1"5"0"0,1 1 0 0,2 0 0 0,5 2 0 0,-1 15 0 0,3 6 439 0,0 3-202 0,1 11-99 0,6 6-51 0,6 6 120 0,-1 9-75 0,-2-3-52 0,3 1-1 0,-6-3 79 0,0-3-60 0,-2-2-31 15,-4 2-60-15,-1-17-9 16,0-3 39-16,-8-4-33 0,-6-4 34 0,-4-9-1 0,-4 2 10 0,1-14 87 15,-4-1-48-15,1 0-25 63,-3-3 1-63,3-9 19 0,1-2-34 0,7 1-10 0,7-2 1 0,3 2 46 0,3 0 0 0,3-1-47 0,0 0-27 0,5 2-10 0,11-4 37 0,4 3-366 0,3-2 176 0,1 0 92 0,5-3 34 0,-1 0-711 16,3 1 332-16,-1 3 184 0,3-5 92 0</inkml:trace>
  <inkml:trace contextRef="#ctx0" brushRef="#br0" timeOffset="144756.26">26441 13079 978 0,'-3'-9'0'0,"-3"-1"0"0,2 5 0 0,-5 1 0 0,2 2 0 0,-6-1 250 0,-3 3-107 0,-5 0-43 0,1 12 129 0,-3 9-95 16,-2 1-49-16,-3 5-532 31,6 1 226-31,-5 5 116 0,4-1 54 0</inkml:trace>
  <inkml:trace contextRef="#ctx0" brushRef="#br0" timeOffset="144883.96">26076 13410 1290 0,'0'1'0'0,"-1"1"0"0,-1-1 0 0,1 1 0 0,1-2 0 0,0 0 0 0,1 0 285 0,11 0-115 15,7 0-70-15,5-3 296 0,6-6-180 0,2 0-89 16,3 1-45-16,3-4-63 0,-2 4-10 0,-2-1 28 16,1 3-544-16,-3 1 272 0,-3 1 136 0,0 0 77 15,-12 2-322-15,-2 2 185 0,-8 0 94 0,-6 0-553 16,-1 0 291-16</inkml:trace>
  <inkml:trace contextRef="#ctx0" brushRef="#br0" timeOffset="145186.64">26340 13286 890 0,'-14'-10'0'0,"3"3"0"0,-2 4 0 0,6 2 0 0,-2 1 0 0,7 0 358 0,1 6-161 16,1 12-79-16,0 5 158 0,0 6-120 16,1 2-51-16,3 5-39 0,2 0 308 0,-3 1-168 0,0 4-85 0,-1 3-32 0,1-9-11 15,-1 0-41-15,-1-1 0 0,-1-6 0 0,0-4-425 16,0 1 222-16,0-10 97 0,0-7-551 0,-1-6 283 15,-4-2 175-15,0 0-257 0,-1-10 181 0,0-10 105 16,4-4 48-16,-3-7-194 0,-1-1 136 0,0-2 71 16,1-3 38-16,0 5 34 15,-2 9 0-15,2-1 0 0,-4 12 297 0,0 0-186 16,-1 1-83-16,-3 10-28 0,-2 1 484 0,0 12-207 94,-2 9-142-94,-4 6 196 0,-2 3-137 0,3 5-83 0,-1-3-37 0,1 2 0 0,1-2-37 0,2-2 1 0,6-4 8 0,4-9 22 0,7-6 0 15,0-4-31-15,2-7-424 0</inkml:trace>
  <inkml:trace contextRef="#ctx0" brushRef="#br0" timeOffset="145264.6">26360 13513 1096 0,'20'-8'0'0,"-2"5"0"0,-4 0 0 0,0 0 0 0,-2 3 0 0,0 0 0 0,-1 0 0 0,-1 0 0 0,-3 6 5 0,3-3 1 0,-3 3 31 0,2-2-451 16,4-2 204-16</inkml:trace>
  <inkml:trace contextRef="#ctx0" brushRef="#br0" timeOffset="145624.17">26748 13115 834 0,'6'-26'0'0,"-2"0"0"0,-1 15 0 0,-3 5 0 0,0 6 0 0,0 0 333 16,0 0-147-16,-4 6-65 15,-1 11-47-15,-1 4 116 0,2 5-76 0,1 5-38 0,0 1 188 0,2 6-104 16,-1-1-66-16,2 1-28 15,0 0 100-15,0 1-64 0,0 0-33 0,0 7-22 0,2-7-10 0,4 0 1 16,-1 0-1-16,3 2-92 16,-1-7 46-16,-2 7 10 0,1-10 36 0,-3-3-48 15,-1-4 24-15,-2-3 0 0,0-5-129 0,-3-1 75 172,-6-10 0-172,-4-3 27 0,0-2-84 0,-4 0 48 0,0-7 6 0,-3-4-30 0,0-2 26 0,-1-4-3 0,0 0 21 0,-3-4-66 0,0 2 32 0,0-4-5 0,4 9 35 0,0-1 15 0,2 3-17 0,2 7 6 0,6-1 146 0,-1 3-76 0,5 0-30 0,4 3 1 0,2 0-118 0,0 0 43 0,3 5 1 0,14 0-549 0</inkml:trace>
  <inkml:trace contextRef="#ctx0" brushRef="#br0" timeOffset="145712.9">27221 13537 2185 0,'5'5'0'0,"2"5"0"0,1 2 0 0,1 1 0 0,-1 4 0 0,-4 1 0 0,2-1 0 0,-5 3 572 0,-1 3-268 0,0-1-134 0,0 2-58 0,0-5-43 0,-1 0 0 0,-5 1 156 0</inkml:trace>
  <inkml:trace contextRef="#ctx0" brushRef="#br0" timeOffset="147287.63">28186 12878 1522 0,'0'-7'0'0,"0"-2"0"0,0 4 0 0,0 5 0 0,0 0 0 0,0 13 0 0,0 11 0 0,0 8 0 0,0 8 0 0,0 8 546 0,1 4-254 0,2 4-126 16,-2 6 165-16,1 12-136 109,0-8-83-109,-1 2-114 0,-1-2-1 0,0-6 42 0,0-2 1 0,2-1-498 0,-1-18 244 0,0-5 127 0,4-10 63 0,4-6 31 0,-1-7 1 0,2-6 42 0,0-5-576 0</inkml:trace>
  <inkml:trace contextRef="#ctx0" brushRef="#br0" timeOffset="147526.49">28471 13229 1307 0,'0'0'0'0,"0"0"0"0,0 0 0 0,0 3 0 0,0 6 0 0,0 6 0 0,0 7 254 16,0 4-108-16,0 6-53 0,0 3 300 0,0 0-177 16,0 3-78-16,0-6-138 15,6-6 0-15,4-3 40 0,5-7-1 0,1-6-275 0,4-5 147 0,1-5 60 16,1-10 34-16,-1-14-106 15,1-5 70-15,-2-5 35 0,-3-3-174 0,-2 2 90 32,-4 3-40-32,-3 1 52 0,0 4 173 0,-2 6-67 0,-1 1-59 0,-4 11 477 0,-1 2-229 0,0 6-113 15,0 1-21-15,0 1 126 0,0 13-74 0,0 7-58 16,0 4 0-16,0 4 42 0,0 0-47 0,2 2 1 16,3 2-258-16,2-4 102 0,1-3 55 0,1-3-565 15,1-1 305-15,5-7 154 16,-1 0 26-16,1-8-654 15,2-7 356-15,0 0 179 0</inkml:trace>
  <inkml:trace contextRef="#ctx0" brushRef="#br0" timeOffset="147694.64">29017 12934 2277 0,'-4'0'0'0,"-1"-1"0"0,4 1 0 0,0 0 0 0,-1 12 0 0,2 14 0 0,-2 7 0 0,2 12 0 0,0 10 243 0,0 12-102 0,0 9 322 0,-2 5-212 0,1 5-96 0,-1-12-63 0,2-10-250 0,0-4 99 0,0-6 49 0,0-4 24 0,3 1-530 0,3-17 272 0,1-4 141 0,-3-6 72 15,3-6-822-15,-4-1 417 0</inkml:trace>
  <inkml:trace contextRef="#ctx0" brushRef="#br0" timeOffset="147964.72">29367 13070 2292 0,'0'-10'0'0,"0"5"0"0,1-1 0 0,1 3 0 0,4 0 0 0,2 3 0 0,-1 0 0 0,4 3 0 0,-2 6 282 0,3 2-112 0,0 0-71 0,-1 4-190 0,0-1 64 0,0 3 33 0,1-2-1 0,-2 1-661 0,2-3 330 0,-1-1 165 0,-1-2-294 16,2-2 208-16,-1-5 105 0</inkml:trace>
  <inkml:trace contextRef="#ctx0" brushRef="#br0" timeOffset="148205.28">29691 13026 900 0,'1'-8'0'0,"-1"4"0"0,2-3 0 0,-2 4 0 0,0 0 0 0,0 3 116 0,0 0-39 0,-7 8 0 0,-5 8-30 0,-8 5 208 0,-4 2-109 0,-5 6-54 0,1 1 22 0,-5 4-39 15,-4 1 11-15,4-7-48 32,2 1-25-32,-1-7 1 0,4-2 24 0,4-4 148 0,4-4-64 0,12-7-47 0,3-4 0 0,3-1 32 31,2 0-35-31,2 0 0 0,11 0-24 0,10 0 29 0,5-2 1 0,3-7-41 0,5 2 28 0,6-5-17 15,-5 4-10-15,1-4 0 16,-1 3-297-16,2 1 148 0,-6-1 75 0,5 3-654 0,-9 2 316 0,-5 1 178 47,-6 2 33-47,-4 1-474 0</inkml:trace>
  <inkml:trace contextRef="#ctx0" brushRef="#br0" timeOffset="148364.7">29471 13462 980 0,'-33'5'0'15,"9"3"0"-15,6-2 0 0,7-2 0 0,6 2 392 0,5-4-177 0,0-1-79 0,0 1-54 0,7 1 0 0,11-3-44 0,3 0 0 0,4 0 0 0,7 0 370 0,-2 0-190 0,0-5-90 0,2 2-387 0,-3-3 149 0,-2 2 73 0,2 2-665 0,-7 0 356 0,-3 1 180 0</inkml:trace>
  <inkml:trace contextRef="#ctx0" brushRef="#br0" timeOffset="148496.57">29604 13348 1308 0,'-5'0'0'0,"1"0"0"0,0 0 0 0,-2 7 0 0,1 5 0 0,-3 5 0 0,1 5 0 0,0 6 479 0,-5 5-221 0,1 3-111 0,-5 7 8 0,1-2-64 62,0-3-26-62,0 0 0 0,0-5-233 0,0-4 103 0,2 1 61 0,3-13-485 0,5-6 260 0,1-7 132 0,4-4 65 0,0 0-648 0</inkml:trace>
  <inkml:trace contextRef="#ctx0" brushRef="#br0" timeOffset="148597.59">29504 13629 1260 0,'2'-5'0'0,"-2"2"0"0,1-1 0 0,1 2 0 0,0-1 0 0,0 3 0 0,3 0 274 0,0 3-119 0,1 7-58 0,3 4 258 0,-1 0-149 0,4 3-89 0,-4 0-39 0,5 0-129 0,0 1 44 0,-3-1 1 0,7-2-522 0,-5-3 278 16,1-2 144-16,3-5 72 0</inkml:trace>
  <inkml:trace contextRef="#ctx0" brushRef="#br0" timeOffset="148772.68">29831 13193 1223 0,'5'-11'0'16,"4"2"0"-16,3 0 0 0,3 7 0 0,8-2 0 0,3 2 403 0,1 0-183 0,8 0-82 0,-5 1 71 0,0 1-86 15,2 0-43-15,-1 0 0 0,-1 0-393 16,3 1 184-16,-10 9 79 0,-4-3-390 15,-2 3 224-15,-10 2 112 0</inkml:trace>
  <inkml:trace contextRef="#ctx0" brushRef="#br0" timeOffset="148914.25">29890 13425 1648 0,'-11'0'0'0,"2"0"0"0,6 0 0 0,3 3 0 0,0 2 0 0,2-1 0 0,16-1 0 0,4 1 0 0,7-1 0 0,2-3 212 0,3 0-87 0,6 0-34 16,-4 0-349-16,1-4 146 15,1-2 73-15,-2-1 38 0,-3 2-627 0,2-4 291 16,-12 1 156-16,-8-1-98 0</inkml:trace>
  <inkml:trace contextRef="#ctx0" brushRef="#br0" timeOffset="149088.82">30141 13269 1842 0,'-14'-6'0'0,"0"2"0"0,2 3 0 0,2 1 0 0,3 0 0 0,1 13 0 0,3 9 0 0,3 5 0 0,0 8 275 0,0 6-119 16,0 7-50-16,0 1 143 0,0 4-106 0,2 2-53 15,-2 2-27-15,0-2 42 0,0 2-25 0,-3-14-10 16,-12-4-186-16,1-6 77 0,-2-6 38 0,0-6 0 16,-4-4-194-16,7-13 112 0,-2-4 60 0,5 0-385 15,-1-8 169-15,5-9 118 0,2-6-25 0,1-3-168 16,3-7 138-16,0-6 69 0</inkml:trace>
  <inkml:trace contextRef="#ctx0" brushRef="#br0" timeOffset="149377.63">30376 13372 1535 0,'2'8'0'0,"1"1"0"0,0 8 0 0,1 6 0 0,-1 2 0 0,1 5 0 0,-1 3 227 15,-1 2-94-15,0 0-48 16,-2 3 336-16,0-8-196 0,0-5-94 0,0-4 148 0,0-6-120 0,0-6-61 16,2 1-21-16,0-10-68 31,3 0 1-31,4-11 27 0,1-12 1 0,4-6 4 0,1-7 5 0,2 0-10 0,0-6 0 0,0-3 1 15,2-2-1-15,0-3 1 0,2-5-957 0,-2 11 457 16,-2 2 153-16,3 1-529 94</inkml:trace>
  <inkml:trace contextRef="#ctx0" brushRef="#br0" timeOffset="149537.54">31076 13072 1477 0,'8'-6'0'0,"-1"0"0"0,0 4 0 0,3 2 0 16,-3 0 0-16,1 5 0 0,-5 9 247 0,0 1-95 0,-3 3-62 0,0 5 246 0,-9 6-149 0,-6 2-75 0,-6 1-38 0,-7 6 10 0,-2-4-47 0,-4 0 0 0,-4 4 0 0,0-6 0 0,-2-3 0 0,0 3 9 0,9-13-9 0,6-4 0 0,6-6 0 0,7-3 0 0,8-6 0 0</inkml:trace>
  <inkml:trace contextRef="#ctx0" brushRef="#br0" timeOffset="149696.67">31035 13334 1461 0,'1'0'0'0,"3"0"0"0,-1 0 0 0,3 7 0 0,-1 4 0 0,-1 4 0 0,3 5 476 0,-1 4-219 0,-2 5-110 0,0 7-46 0,-2 1 263 0,-2 2-164 0,0 2-81 0,0-2-187 0,0-1 53 15,-6-1 35-15,2-9-9 47,-5-4-134-47,5-7 79 0,2-5 41 0,-2-4-566 0,3-1 312 0,1-7 111 0,0 0 86 0</inkml:trace>
  <inkml:trace contextRef="#ctx0" brushRef="#br0" timeOffset="150027.17">31315 13225 1584 0,'2'0'0'0,"3"0"0"0,0 0 0 0,4 2 0 0,1 5 0 0,-1 0-89 0,-1 3 17 0,0-2 9 16,-1 1 358-16,-3-1-138 0,-1-1-68 0,0 3-25 15,0-3-32-15,-2-1-7 0,1 0 1 0,-2-4-510 16,0 1 234-16,0-3 117 0,0 0 55 0,0 0-344 16,0-5 192-16,-2-7 98 31,-2-5-46-31,2-3 85 0,1-3 45 0,-1-4 48 0,2-2 0 0,0-3 0 0,0 2 0 0,0-5 24 15,2 8-36-15,7 1 0 0,-1 6 12 0,9-1 341 16,-1 5-206-16,5 2-41 16,1 2 29-16,6 8 370 0,0 2-229 0,0 2-114 0,5 0 175 15,3 0-136-15,-4 9-81 0,0 5-35 16,-1-2 159-16,-2 6-98 0,-4 2-49 0,-1 2 15 16,-9 1-36-16,-5 1 0 0,-5 0-28 0,-5 5-26 0,0-4 0 0,-1 7 36 15,-14-6-10-15,-6-1-293 16,1 2 147-16,-8-2 73 0,1-1-555 0,-3 6 292 15,4-9 90-15,0-3 92 0,0-1-422 0</inkml:trace>
  <inkml:trace contextRef="#ctx0" brushRef="#br0" timeOffset="150183.45">31397 13269 1518 0,'0'-3'0'0,"-2"-2"0"0,2 0 0 0,0 3 0 0,2-1 0 0,9-1 0 0,5 2 89 0,4 1-26 0,6-2 0 0,0 2 142 0,0-2-85 0,8 0-32 0,-3 1-10 15,-4 0-99-15,4 1 29 0,-6-1 0 32,0 2-401-32,-8 0 211 0,-8 0 109 0,-6 0 54 0,-3 7-576 0,-5 4 299 0</inkml:trace>
  <inkml:trace contextRef="#ctx0" brushRef="#br0" timeOffset="150304.78">31414 13378 650 0,'-6'0'0'0,"-1"0"0"0,5 0 0 0,2 0 0 0,0 0 0 0,0 0 175 0,2 0-70 0,9 0-25 0,3 0 26 15,2 0-35-15,3 0 0 16,2 0-35-16,0 0-201 0,2-1 103 0,-7-1 41 0,1-1 24 0,-3 3-236 16,0-1 118-16</inkml:trace>
  <inkml:trace contextRef="#ctx0" brushRef="#br0" timeOffset="150706.46">31411 13481 1230 0,'-14'7'0'16,"-2"1"0"-16,6 1 0 0,0 4 0 0,4 1 0 0,-2 0 0 0,2-2 0 0,0 3 0 0,0-3 0 0,3 3 0 0,0-3 0 0,2-3 184 0,-1-1-74 0,1 4-28 0,1-7-71 0,0-2 0 0,1 1 25 0,8-4 1 0,8 0-6 0,2 0 6 0,8 0-1 0,5 0 0 0,4-7 10 0,6 0-10 0,6-3 10 0,-3 5-32 0,3-1 22 78,1 0 1-78,3 3-29 0,-3 1-62 0,3 0 41 0,-12 2-7 0,-7 0-122 0,-8 7 77 0,-8 6 36 0,-10 3-1 0,-2 0-15 0,-5-1 0 0,-14 0 16 0,-7-1 23 0,-2-1 75 0,1-2-38 0,-5 1-17 0,4-6-32 0,0 1 11 0,-2-2 0 0,2-1 8 0,-2-1-71 0,-3 0 38 125,2-2 1-125,3-1-276 0,1 0 143 15,1 0 65-15,4-11 38 16</inkml:trace>
  <inkml:trace contextRef="#ctx0" brushRef="#br0" timeOffset="150770.85">31778 13208 1250 0,'-5'4'0'0,"-3"5"0"0,1 9 0 0,-3 6 0 0,0 10 0 0,-7 10 0 0,-5 7 8 0,-2 4 29 0,-2 3 8 0,3-4 54 0,1-4-31 0,2-4-1 0,6-9-30 0,3-5-326 0,5-1 169 0,4-14 72 0,2-8-245 0,0-6 149 0</inkml:trace>
  <inkml:trace contextRef="#ctx0" brushRef="#br0" timeOffset="150840.31">31701 13643 1285 0,'1'-2'0'0,"1"-3"0"0,0 4 0 0,0-1 0 0,-1 2 0 0,0 0 17 0,1 2 0 0,-1 6-25 0,1 2 361 0,1 2-159 0,-3 0-78 15,0 3-40-15,0-1-171 0,-3 1 75 0,1-3 24 16</inkml:trace>
  <inkml:trace contextRef="#ctx0" brushRef="#br0" timeOffset="150951.5">31841 13814 0 0,'-18'-3'0'0,"8"0"0"0</inkml:trace>
  <inkml:trace contextRef="#ctx0" brushRef="#br0" timeOffset="154703.16">21694 14326 1338 0,'-9'-8'0'0,"4"-1"0"0,0 4 0 0,1-5 0 0,-1 7 0 0,5 2 0 0,0 1 0 0,0 0 353 0,0 8-156 0,0 8-71 0,6 3 367 0,1 4-227 0,-2 4-114 0,3 2-57 0,-1 1 78 0,-2 8-58 0,1-4-43 0,-2 0-259 0,0 5 112 0,1 0 57 15,-1 0 28-15,0 4-583 0,0-10 301 0,-1-4 155 0,0-6 57 0,-1-4-361 0,1-6 116 0,-2-5 125 0</inkml:trace>
  <inkml:trace contextRef="#ctx0" brushRef="#br0" timeOffset="154912.82">21716 14405 1278 0,'0'-15'0'0,"-2"4"0"0,2 3 0 0,0-1 0 0,4 9 0 0,11-3 0 0,7 3 272 16,2 0-117-16,7 5 383 0,6 7-240 0,-2 7-135 16,3 3-62-16,0 3 105 0,-5 5-84 0,2 5-41 15,-1-1 8-15,-13 0-130 0,-6 0 39 0,-6 4 1 16,-8 0 39-16,-1 3-69 16,-7 7 44-16,-19-7-10 0,-7 1-23 0,-6-5 28 15,-6-3 1-15,1-4-87 0,-4 0 38 0,7-14 29 16,5-5-26-16,5-6-337 0,5-5 161 0,7 0 97 15,7-12 21-15,12-12-519 0,3-17 288 0,18-10 144 16</inkml:trace>
  <inkml:trace contextRef="#ctx0" brushRef="#br0" timeOffset="155056.37">22244 14156 2239 0,'3'-5'0'0,"0"3"0"0,2 0 0 0,-2 1 0 0,-1 1 0 0,1 0 0 0,-1 10 0 0,-2 7 251 0,0 5-106 0,0 4 220 15,-6 3-168-15,0 3-79 0,2 2-40 0,2 0-492 16,2-1 226-16,0 6 123 16,0-7 47-16,6-6-957 0</inkml:trace>
  <inkml:trace contextRef="#ctx0" brushRef="#br0" timeOffset="155223.18">22613 14190 1537 0,'2'-2'0'0,"3"-2"0"0,-2 2 0 0,-1 0 0 0,5 2 0 0,-2 0 330 0,0 0-146 0,2 0 144 16,0 4-151-16,1 7-69 0,0 1-35 0,1-2-158 31,3 4 62-31,0 1 39 0,-1-3-9 0,3 0-619 0,0-2 323 0,2-3 163 16,2-4 80-16,6-2-690 0</inkml:trace>
  <inkml:trace contextRef="#ctx0" brushRef="#br0" timeOffset="155402.46">22951 14184 1299 0,'-2'0'0'0,"-5"-1"0"0,-5 1 0 0,2 0 0 0,-6 5 0 0,-5 11 0 0,-7 6 0 0,0 7 0 0,-7 5 390 0,3 1-182 0,4 0-84 0,1 0 32 0,2-4-59 15,4-2-20-15,7-11-7 0,9-7 0 0,3-4-33 0,2-2 1 16,0-5-32-16,2 0 10 0,9 0 22 16,6 0-1-16,3-5-41 0,5-5 41 0,1-1 1 15,4-1 9-15,-3 0-77 0,1 1 34 0,-4 2 2 16,0-3-351-16,1 4 165 0,0 0 95 0,-5 1-620 15,-3 4 333-15,0 2 168 0</inkml:trace>
  <inkml:trace contextRef="#ctx0" brushRef="#br0" timeOffset="155571.88">22740 14619 1624 0,'-24'5'0'0,"1"1"0"16,4 2 0-16,4-1 0 0,4-2 0 0,8-1 0 0,3-3 0 0,0-1 296 62,9 2-130-62,9-2-64 0,6 0-23 0,0 0 109 0,5 0-75 0,-2-2-38 0,2-3-348 0,-1 2 155 0,0-1 87 0,-5-1-605 0,-1 3 337 0,-3-1 167 0,0-1 85 0,-5 1-506 0</inkml:trace>
  <inkml:trace contextRef="#ctx0" brushRef="#br0" timeOffset="155711.81">22833 14512 649 0,'-9'-5'0'0,"0"2"0"0,1 1 0 0,3 2 0 0,-3 0 331 0,5 6-151 0,0 11-71 0,-1 1-36 0,-2 6 291 0,2 4-163 0,-2 6-72 0,-2-1-51 0,-1 5 25 0,-2-1-33 0,3 4 0 0,-5-4-240 0,-1 2 113 0,5-9 43 0,-4-3-450 0,6-6 251 0,0-6 125 16,2-6 63-16,1-2-582 0</inkml:trace>
  <inkml:trace contextRef="#ctx0" brushRef="#br0" timeOffset="155831.16">22748 14804 1186 0,'5'-3'0'0,"1"2"0"0,1-1 0 0,-1 2 0 0,0 0 0 0,4 0 0 0,-2 6 0 0,4 2 425 0,0 3-199 0,0 3-93 0,1-2-48 0,-3 3 26 31,6 2-37-31,-1 1 10 0,-1-4-46 0,2 2-177 0,-2-2 88 0,4-2 44 16,1-4-612-16</inkml:trace>
  <inkml:trace contextRef="#ctx0" brushRef="#br0" timeOffset="156019.41">23196 14395 1838 0,'4'-8'0'0,"6"1"0"16,0 2 0-16,6 1 0 0,3 0 0 0,6 1 0 0,0 1 0 0,3 2 0 0,5 0 372 0,1 0-167 0,2 0-84 0,5 0-131 0,-6 0 20 15,-2 5-1-15,0 2-629 31,-8 2 329-31,-3-1 164 0</inkml:trace>
  <inkml:trace contextRef="#ctx0" brushRef="#br0" timeOffset="156148.04">23243 14650 826 0,'-12'0'0'0,"5"0"0"0,3 0 0 0,4 0 0 0,0 0 0 0,3 4 260 0,8-1-102 0,9 2-65 15,4-2-28-15,5-1 164 0,3-1-96 0,0 2-48 16,5-2-346-16,-6 1 145 0,-2-2 76 0,1 0-260 15,-4 0 155-15</inkml:trace>
  <inkml:trace contextRef="#ctx0" brushRef="#br0" timeOffset="156349.68">23419 14466 1004 0,'-11'2'0'0,"2"1"0"0,1 4 0 0,3 8 0 0,4 6 0 0,1 9 0 0,0 13 254 16,0 4-113-16,5 10-52 0,4 3-26 0,-3 4 249 15,-2 1-138-15,1 0-59 0,-3-16-119 0,-2-11 0 16,0-4 41-16,0-6-175 0,-8-9 87 0,-3 1 53 16,0-15-8-16,2-2-39 47,-1-3 41-47,-3 0 1 0,6-8 40 0,-2-7-325 0,4-1 148 0,2-6 12 0,3-4 59 0,0-3-355 0</inkml:trace>
  <inkml:trace contextRef="#ctx0" brushRef="#br0" timeOffset="156712.76">23677 14587 1100 0,'9'9'0'0,"1"3"0"0,1 6 0 0,-1 6 0 0,3 5 0 0,-1 3 441 0,-5 3-203 0,1 1-100 0,1-2 329 0,-2-1-215 0,5 5-98 16,-6-14-63-16,1-3-26 0,-3-5 1 0,1-6-29 31,-1-1 9-31,0-9-54 0,0 0 0 0,3-1 45 0,1-17 0 0,4-5-82 16,2-8 51-16,-2-2-10 15,4-5-163-15</inkml:trace>
  <inkml:trace contextRef="#ctx0" brushRef="#br0" timeOffset="156775.07">23902 14782 2878 0,'17'-45'-30'0,"-1"1"-465"0,6-6 205 0,-6 7 136 0,4 1 26 0,0 6-466 0,1 0 279 0</inkml:trace>
  <inkml:trace contextRef="#ctx0" brushRef="#br0" timeOffset="156843.72">24253 14516 844 0,'-2'1'0'0,"-1"1"0"0,1-2 0 0,1 3 0 0,1 0 0 0,0-1 32 0,1 0-32 0,13-1 0 0,6-1 1117 0,9 0-532 0,3 0-279 0,6 0-135 0,1 0-256 0,3-1 60 0,1-1 31 0,4-3 9 0,-11 2-622 0,-3 0 322 0,-2 1 160 0,-7 0-301 0,-6 1 221 0,-1-2 114 0</inkml:trace>
  <inkml:trace contextRef="#ctx0" brushRef="#br0" timeOffset="156953.47">24553 14335 1092 0,'-5'12'0'0,"-1"3"0"0,0 6 0 0,-2 6 0 0,-1 2 0 0,-6 7 0 0,-1 1 0 0,-4 3 280 16,-5-3-121-16,-3 7-53 0,2-10-39 0,2-5 147 0,2-3-89 0,3-6-44 15,7-5 36-15,5-6-31 0,6-7-10 0,1-2-39 16,1 0 112-16,12 0-56 0,9 0-29 0,5 0 75 15,5-2-57-15,2-5-22 0,2 2-1 0,-1-5-130 47,1 3 53-47,6 0 37 0,-10-1-10 0,-1 2-411 0,-3 1 215 0,-1 2 80 0,-7-1 64 0,3 2-18 0,-14 0 32 0,-1 0-64 0</inkml:trace>
  <inkml:trace contextRef="#ctx0" brushRef="#br0" timeOffset="157107.06">24558 14618 1312 0,'-8'1'0'0,"2"4"0"0,2 5 0 0,3 6 0 0,1 6 0 0,-1 8 0 0,1 5 352 0,0 2-158 0,0 1-79 0,0 7-40 0,0-1 261 0,0 3-141 0,0-8-84 15,0-6-38-15,0-6-339 16,0-4 151-16,0-5 75 0,0-2-541 0,0-5 303 16,-6-5 156-16,-3-2 78 0,-3-4-568 0</inkml:trace>
  <inkml:trace contextRef="#ctx0" brushRef="#br0" timeOffset="157232.4">24298 14950 1258 0,'-14'-5'0'0,"1"0"0"0,-1 1 0 0,10 0 0 0,4 2 0 0,0 1 0 0,7 1 173 0,12 0-68 15,4 0-26-15,3 0 101 0,6 0-72 0,4 0-36 16,1-1 0-16,1-2-148 0,2-6 66 0,-3 0 18 16,1-1 0-16,-2 0-599 0,-3-5 307 0</inkml:trace>
  <inkml:trace contextRef="#ctx0" brushRef="#br0" timeOffset="157621.56">24754 14737 1984 0,'-7'0'0'0,"-1"0"0"0,0 0 0 0,3 0 0 0,1 2 0 0,2 9 0 0,1 0 0 0,-2 3 0 0,3 3 0 0,0 0 265 0,0 0-114 0,3 2-57 32,0-1-98-32,6 0 58 0,-3-3-18 0,2-4-495 0,-1-2 247 0,3-3 124 0,-2-3 63 0,1-3-258 15,-1 0 152-15,-5 0 79 0,3-12-76 0,-4 0-387 31,-1-5 240-31,1-4 110 0,-2-2 24 0,0-2 70 0,0-3 36 0,0-2 87 0,-2-2-62 0,1-2-9 16,1 4-4-16,0 2 316 0,0 2-183 0,0 2-73 16,6 4-37-16,8-2 194 0,2 11-38 0,2 3-80 47,6 5 58-47,2 1 155 0,4 2-126 0,2 5-55 0,-2 10 81 0,2 3-77 0,-4 5-37 0,-5 1-1 15,2 3 93-15,-2 5-57 0,-9-2-41 0,-4-3 132 16,-4 3-83-16,-2-3-41 0,-2-1 1 0,-2 3-218 0,0-8 83 0,-4-2 47 15,-4-2 23-15,0-7-200 0,-2 0 111 0,2-1 65 94,-1-5-727-94,0-4 362 0</inkml:trace>
  <inkml:trace contextRef="#ctx0" brushRef="#br0" timeOffset="157764.4">24843 14757 1556 0,'-6'0'0'0,"-1"0"0"0,1 0 0 0,3 0 0 0,1 0 0 0,2 0 0 0,0 0 0 0,2 0 0 0,8 2 198 0,6 0-80 0,2-1-32 0,0-1-97 0,2 0 24 0,0 0 0 0,2 0 23 0,-3 0-611 78,1-1 315-78</inkml:trace>
  <inkml:trace contextRef="#ctx0" brushRef="#br0" timeOffset="158135.48">25007 14480 2166 0,'0'10'0'0,"-3"2"0"0,0 6 0 0,1 10 0 0,-3 2 0 0,2 8 0 0,-2 7 0 0,0 1 0 0,1 1 0 0,1 4 0 0,1-11 366 0,2-5-165 0,0-7-82 0,0-4-42 0,2-8-312 0,4-1 145 0,5-12 58 16,2-3-433-1,3 0 251-15,4-14 125 0,6-9 62 0,3-5-222 0,-1-1 54 0,3-6 97 0,2-5-387 0,-2-3 224 0,1-2 113 16,6-5 46-16,-8 9-35 0,-1 1 68 0,-2 5 36 15,-2 6 33-15,2-2 86 16,-9 16-79-16,-2 6 0 0,-3 8 512 0,-1 1-277 31,-3 5-140-31,4 10-49 0,-4 4 294 0,-1 3-90 0,-2 0-112 0,-1 4 198 0,-3-2-153 0,1 4-68 16,-3-3-47-16,0-1 33 16,0 1-36-16,-10 2 0 0,-7-3-36 0,-2 2-140 15,-2-7 65-15,-3-3 38 0,1-5-335 0,-1-1 186 0,0-2 93 16,-1-1 49-16,3-5-281 0,3-2 79 0,1 0 98 15,2 0-364-15,2-2 220 0,-1-7 101 63,8-8 64-63,1-1-97 0,2-1 76 0,4 0 37 0,0 2 1 0,0 2 165 0,0 6-60 0,4 2-33 0,5 5 471 0,2 2-252 0,0 0-127 0,3 0 508 0,0 13-294 0,3 2-96 0,-1 2-85 0,3-3 8 16,1 5-48-16,2-1-14 15,-2-1-9-15,1-5-165 0,0 0 71 0,1-1 34 0,1-7 1 0,1 2-537 16,-5-6 281-16,-1 0 145 0</inkml:trace>
  <inkml:trace contextRef="#ctx0" brushRef="#br0" timeOffset="158269.01">25609 14587 770 0,'4'-11'0'0,"2"2"0"0,2 0 0 15,6 1 0-15,3-1 0 0,5 0 0 0,1 2 0 0,2 2 207 0,3-1-86 0,4 0-43 0,1-2-230 31,3 1 88-31,-4-3 37 0,-4-1 0 0</inkml:trace>
  <inkml:trace contextRef="#ctx0" brushRef="#br0" timeOffset="158539.59">25817 14247 1611 0,'8'28'0'0,"1"2"0"0,3 10 0 0,3 9 0 0,-4 5 0 0,0 5 0 0,-4 4 0 0,-4-10 0 0,-1-2 492 0,-1-5-228 0,1-2-115 15,-2-4 54-15,0 2-75 0,0-13-51 16,0-3 0-16,-8-2-151 0,-6-4 54 0,0-4 28 16,-6-5 9-16,3-10-273 0,-1-1 146 0,3-1 73 15,-2-10-232-15,3-7 150 0,-5-3 6 0,7-2-80 16,1-4 48-16,2 1 55 0,5 2 28 0,-1-5 40 78,5 6 9-78,0 3-23 0,5 0 1 0,8-2-93 0,4 3 46 0,6-5 15 0,-1 9 8 0,5-5-128 0,2 4 76 0</inkml:trace>
  <inkml:trace contextRef="#ctx0" brushRef="#br0" timeOffset="158629.4">26461 14260 565 0,'-3'-6'0'16,"2"1"0"-16,0-1 0 0,-4 4 0 0,1 0 0 0,-5 2 0 0,-1 0-84 0,-3 0 49 0,0 7 0 0</inkml:trace>
  <inkml:trace contextRef="#ctx0" brushRef="#br0" timeOffset="158821.07">26160 14525 1897 0,'0'0'0'0,"0"0"0"0,0 0 0 0,0 0 0 0,1 0 0 0,9 0 0 0,7 0 0 0,2-5 0 0,3 1 0 0,7-4 0 0,1 2 0 0,6-1 40 0,3-5 5 0,-3 4-10 0,-4-1 0 0,-5 1 0 0</inkml:trace>
  <inkml:trace contextRef="#ctx0" brushRef="#br0" timeOffset="158957.6">26320 14394 1079 0,'-3'3'0'0,"0"1"0"0,1 7 0 0,2 4 0 0,0 6 0 0,0 8 302 0,0 6-125 0,-1 3-75 0,-2 5-33 0,2 2 472 31,-4 2-252-31,2-2-128 0,-2 3-157 0,-3-10-8 0,5-3 39 0,-5-3-164 32,-1-7 82-32,4-1 41 0,-3-1 9 0,1-13-462 0,2-5 246 0,3-5 125 0,1 0 61 0,1-7-624 15,0-8 299-15,0-8 163 0,0-1 76 0,3-5-146 16</inkml:trace>
  <inkml:trace contextRef="#ctx0" brushRef="#br0" timeOffset="159049.79">26245 14702 835 0,'-15'0'0'0,"1"0"0"0,-2 0 0 0,2 0 0 0,-3 6 0 0,-2 6 0 0,0 5 268 0,-4 0-107 0,3 3-68 15,1 3-28-15,1-1 52 16,2-4-40-16,4 6 8 0,4-10-454 0,8-2 202 0,0-7 101 16</inkml:trace>
  <inkml:trace contextRef="#ctx0" brushRef="#br0" timeOffset="159205.66">26249 14764 1213 0,'3'0'0'0,"-2"0"0"0,1 0 0 0,2 0 0 0,1 0 0 0,2 0 53 0,0 0 3 15,0 0-44-15,2 0 119 63,-1 2-48-63,5 0-24 0,-2-2 0 0,4 0-327 0,2 0 137 0,1 0 70 0,4 0 34 0</inkml:trace>
  <inkml:trace contextRef="#ctx0" brushRef="#br0" timeOffset="159444.1">26626 14480 1700 0,'-7'-5'0'0,"-2"-2"0"0,1 5 0 0,4 2 0 0,-4 0 0 0,3 0 0 0,0 6 0 0,-3 11 0 0,6 6 0 0,0 6 269 0,1 5-116 0,1 5 298 32,0 4-207-32,0 8-96 0,0-2-61 0,4-2 64 0,5 0-57 0,1-2-30 0,-1-4 0 0,2 1-52 0,-5-13 23 15,1-1 0-15,-6-3 1 0,1-3-165 16,-2-1 91-16,0-9 33 16,-2-6-246-16,-10-2 143 0,-1-3 63 0,-4-1-224 0,-3 0 93 0,0 0 81 15,-1-1-15-15,-2-5-22 0,0-5 48 0,1-1 25 78,0-2-10-78,3 1 21 0,5 0 13 0,2 1 0 0,2 1 59 0,4 2-30 0,-2 2-8 0,6 1-22 0,2 2-116 0,0 4 58 0,0-5 30 0,13-1-558 0</inkml:trace>
  <inkml:trace contextRef="#ctx0" brushRef="#br0" timeOffset="159564.26">26883 14963 2939 0,'0'0'0'0,"0"2"0"0,0 0 0 0,4 4 0 0,6 0 0 0,1 2 0 0,2 1 0 0,1 3 0 0,5 0 0 0,1-1 0 15,0 2 0-15,2-2 0 0,2 3 126 0</inkml:trace>
  <inkml:trace contextRef="#ctx0" brushRef="#br0" timeOffset="160084.39">27913 14324 2149 0,'-3'-8'0'0,"3"7"0"16,0 1 0-16,0 11 0 0,6 17 0 0,8 7 0 0,-3 7 0 0,0 4 0 0,-2 2 236 0,-1 10-98 16,-2 3-51-16,-1 3-12 0,-4 6 9 0,-1-11-46 0,0 0 0 0,0-7-222 15,-10-4 111-15,3-6 56 0,2 0-634 0,4-20 330 16,1-9 168-16</inkml:trace>
  <inkml:trace contextRef="#ctx0" brushRef="#br0" timeOffset="160369.24">28258 14662 1561 0,'0'0'0'0,"0"0"0"0,1 5 0 0,-1 4 0 0,2 8 0 0,-1 6 272 0,-1 5-117 0,0 3-59 0,0 6 263 0,0-3-166 0,3-2-78 16,0-5-39-16,6-2-63 0,1-7 0 0,3-1 33 16,7-16-296-16,3-1 144 0,3-10 71 0,0-16 37 15,1-7-323-15,0-6 185 0,-5 0 81 0,-2-5-118 16,-5 2 48-16,-1 2 54 15,-5 4-34-15,0-1 408 0,-6 14-177 0,-3 8-81 16,0 5-41-16,0 6 282 0,0 3-128 0,-5 1-89 16,-1 5 376-16,2 16-203 0,1 4-103 0,3 4-51 15,0 3 17-15,0 4-25 0,0-5-10 0,6 1-450 16,6-1 208-16,3-3 105 16,4 2 52-16,6-5-685 0,0-9 319 0,6-4 190 0,2-4 7 0,-3-8-233 15</inkml:trace>
  <inkml:trace contextRef="#ctx0" brushRef="#br0" timeOffset="160581.6">28931 14249 2093 0,'0'0'0'0,"0"0"0"0,0 4 0 0,1 6 0 0,1 10 0 0,1 11 0 0,0 12 359 0,0 13-161 15,-1 14-72-15,0-1 345 94,-2 6-217-94,0 1-109 0,0-1-53 0,0-8-294 0,0 1 129 0,0-19 51 0,0-8-265 0,0-6 162 0,0-4 81 0,1-9 41 0,0 2-780 0,4-17 392 0</inkml:trace>
  <inkml:trace contextRef="#ctx0" brushRef="#br0" timeOffset="160946.6">29321 14315 1876 0,'5'-17'0'0,"0"10"0"16,8 6 0-16,2 1 0 0,1 0 0 0,0 4 196 0,2 3-71 0,-1 6-49 0,-2-3-54 0,1 4 15 0,-2-2 0 0,1 2 0 0,2-2-284 0,-4-1 129 0,0-1 65 0,0-3-664 0,1-3 340 0,2-4 170 0,3 0 75 0,-6 0-164 0,4-4 148 0,-1-10 74 15,0 0 37-15,-3 0 37 0,1-3 0 0,-7 2 0 16,-3 5 220-16,-3-1-148 0,-1 3-54 0,0 4-37 0,-5 4 151 0,-11 0-85 31,-4 4-42-31,-3 13 240 0,-6 0-120 0,-1 7 30 0,-1 0-66 0,-3 1-56 16,-2 3 4-16,3-5 0 15,0 1 0-15,-4 0-66 0,12-6 28 0,2-6 0 94,9-1 220-94,4-4-90 0,5-4-47 0,5 2 10 0,2-5 144 0,16 0-100 0,10-2-49 0,9-4-26 0,4 1 1 0,8-2-15 31,-5 1-10-31,5-1 104 0,-1 2-52 0,1 0-26 0,-3 2 1 0,5 2-394 0,-15-1 179 0,-9 2 94 0,-6 0-694 0,-7 6 342 0,-13 6 199 0</inkml:trace>
  <inkml:trace contextRef="#ctx0" brushRef="#br0" timeOffset="161053.85">29438 14696 1404 0,'-33'2'0'0,"12"-2"0"0,5 2 0 0,10 0 0 0,6 0 0 0,0 2 0 0,0 1 0 0,11-2 226 0,7 1-95 0,5-2-47 0,4 2 151 16,0-3-100-16,8 2-39 31,-2-3-35-31,-3 0-148 0,3 0 62 0,-4 0 32 0,-1 0-1 0,2 0-520 0,-10 0 267 0,-3 0 136 16,-2 0-527-16,-6 0 302 0</inkml:trace>
  <inkml:trace contextRef="#ctx0" brushRef="#br0" timeOffset="161189.1">29648 14614 1291 0,'-10'-10'0'0,"5"2"0"0,0 1 0 0,-1 1 0 0,5 5 0 0,-1 1 0 0,2 0 0 0,-2 7 0 0,-1 11 155 16,-4 5-49-16,-1 6 105 0,0 3-86 0,-4 4-45 15,-4 3 1-15,-1-1-278 16,-2 3 127-16,-1-6 48 0,2-2 30 0,-1-1-205 0,-1-4 117 16,5-5 59-1</inkml:trace>
  <inkml:trace contextRef="#ctx0" brushRef="#br0" timeOffset="161322.24">29486 14833 1458 0,'1'0'0'0,"1"0"0"0,-1 0 0 0,8 0 0 0,-2 0 0 0,3 8 33 0,6 4 4 0,0 5 0 15,8 0 502-15,-1 4-251 0,6 4-117 0,-2-2-71 16,2 0 66-16,2 2-65 0,-4-4-32 0,2-2-590 16,-1-2 288-16,-5-9 131 15,-1-4 69-15,-2-2-725 0</inkml:trace>
  <inkml:trace contextRef="#ctx0" brushRef="#br0" timeOffset="161506.13">29964 14522 2724 0,'5'-14'0'0,"5"6"0"0,2-2 0 0,6 3 0 0,8 1 0 0,1 0 0 0,7 3 0 0,3 1 0 0,0-3 0 0,1 3 0 0,5 0 0 0,-8-1 0 0,-4 3-244 16,-3 0 141-16,-7 0 69 0,-2 7-376 0,-4 1 218 0</inkml:trace>
  <inkml:trace contextRef="#ctx0" brushRef="#br0" timeOffset="161856.79">30006 14686 1733 0,'-8'-7'0'0,"4"4"0"0,4 3 0 0,0 0 0 0,11 0 0 0,5 3 0 0,5 0 0 0,1 0 102 0,2-2-33 0,-1 2 1 0,2-3 26 0,0 0-21 0,-3 0-9 47,-2 0-30-47,-5 0-455 0,0 0 228 0,-3 0 114 0,-2 0 65 0,-7 0 20 0,0 0-1 0,-3 0 30 0,0-4-835 0,-9-5 381 16,-2 0 202-16,0-1 112 0,-3-3 36 0,4-2 67 15,-2 0 0-15,1 2 164 0,0-1-126 0,3 3-33 16,0 3 0-16,4 1 436 0,-1 4-235 0,2 0-40 16,0 3 338-16,3 0-238 15,0 17-115-15,0 7-58 0,0 6 197 0,0 6-127 0,0 6-54 0,0 2 140 16,-1-2-106-16,-3 2-54 0,-1 2-26 0,-3-4-74 15,-1 2 33-15,-3-8-10 0,0-7 24 16,-4-3-192-16,-3-8 97 0,-1-5 47 16,0-4-319-16,-2-9 167 0,-1 0 97 0,4-7-19 15,2-10-351-15,2-2 188 0,-2-4 97 0,10 0-76 32,-1-9 96-32,8 1 47 0,0-6 25 0</inkml:trace>
  <inkml:trace contextRef="#ctx0" brushRef="#br0" timeOffset="162141.76">30479 14552 2210 0,'0'3'0'0,"-2"7"0"0,2 7 0 0,0 9 0 0,0 3 0 0,0 6 0 0,0 0 0 0,0 0 0 0,2-2 93 0,0 1-19 0,3-11-9 0,3-4 209 0,1-3-118 0,5-8-60 0,1-2-30 0,5-6-132 0,1 0 47 0,2-11 28 16,-3-11 0-16,3-4-331 15,-2-3 179-15,2-5 99 0,-6 2-253 0,-2 0 146 16,-2-1 14-16,0 5 55 31,-5 5 60-31,-3-1-24 0,-1 12 10 0,-2 4 409 0,-2 2-205 0,0 6-102 16,0 0-43-16,0 11 97 0,-6 12-24 0,3 5-48 0,3 3 52 0,0 4 228 31,0-2-146-31,1 7-64 0,7-7-229 0,1-2 74 0,5 0 37 0,1-5 0 16,0-8-619-16,8 3 331 0,-4-13 118 0,4-5-690 15</inkml:trace>
  <inkml:trace contextRef="#ctx0" brushRef="#br0" timeOffset="162300.47">31378 14345 2066 0,'0'0'0'0,"-2"0"0"0,-2 0 0 0,0 5 0 0,2 12 0 0,-2 5 0 0,-5 2-76 0,-6 5 0 0,-6 0 40 0,-10 7 183 0,-1-4-83 0,-4 1-44 0,0-3-58 16,5-3 23-16,3-4 0 0,2-1-4 0,14-11-657 16,5-5 320-16</inkml:trace>
  <inkml:trace contextRef="#ctx0" brushRef="#br0" timeOffset="162537.01">31273 14552 2042 0,'-3'0'0'0,"1"2"0"0,2 5 0 0,0 8 0 0,2 5 0 0,7 4 264 0,0 8-105 0,3 1-66 15,-5 2 38-15,3 2-48 16,-5-2-23-16,-3-2 0 0,1 3 39 0,-1-14-36 31,-2-4 0-31,0-3-412 0,0-2 191 0,0-9 95 16,1 3 55-16,2-7-779 0,-1 0 376 0,-1-4 187 78,4-10 94-78</inkml:trace>
  <inkml:trace contextRef="#ctx0" brushRef="#br0" timeOffset="162794.66">31567 14437 1972 0,'0'0'0'0,"0"0"0"0,0 0 0 0,0 5 0 0,0 7 0 0,1 0 0 0,1 2 0 0,1 1 36 0,-3-3 0 0,2 0 0 0,0-1-17 0,-2 0 17 0,0-2 9 0,0-1-8 0,0-1-259 0,0-4 121 0,0 1 59 0,0-4-439 0,0 0 223 15,-4 0 120-15,4-2 57 0,-2-10-37 0,2-3 41 16,0-1 0-16,0-4 48 15,0-4-7-15,0-1 0 47,6-3 0-47,5-1 61 0,3-3-31 0,5-4-9 0,-3 8-21 0,9 2 279 0,-1 1-139 0,3 5-62 0,4 5 390 0,5 4-177 0,-3 10-119 0,0 1-9 0,3 0 76 0,0 12-83 16,0 7-42-16,2 1 9 0,-13 2-19 0,-2 3-1 16,-5 0-31-16,-3-1-57 0,-6 2 28 0,-1 1 9 15,-8-4 20-15,0-4-263 47,-9 1 132-47,-10-1 65 0,-3-7-388 0,-2 5 182 0,1-9 115 0,-1-1 6 0,-2-2-225 0,1-1 151 0,-3-1 68 0,3 1-196 0,-2-4 159 0</inkml:trace>
  <inkml:trace contextRef="#ctx0" brushRef="#br0" timeOffset="163009.23">31606 14472 1459 0,'-2'-9'0'0,"0"0"0"0,2 2 0 0,0 2 0 0,7 0 0 0,11 2 0 0,4-3 0 0,2 3 0 0,9-2 96 0,0 2-35 15,3-1 0-15,2 1 9 0,-3 1 1 0,-3 1-35 16,2-1-180-16,-12 2 86 0,-8 0 47 0,-8 0 24 94,-6 5-609-94,-3 3 298 0</inkml:trace>
  <inkml:trace contextRef="#ctx0" brushRef="#br0" timeOffset="163077.32">31643 14555 1026 0,'0'-1'0'0,"2"-5"0"0,6-1 0 0,4 0 0 0,5 0 0 0,3 2-22 0,6-1-1 0,4-2 1 0,-3 4-81 0,4-3 25 0,-9 5 9 0,-7 0 32 0,-2 2-63 0,-7 0 32 0</inkml:trace>
  <inkml:trace contextRef="#ctx0" brushRef="#br0" timeOffset="163352.49">31600 14695 1448 0,'-12'3'0'0,"-1"3"0"0,5 6 0 0,-1-1 0 0,5 3 0 0,4-1 0 0,-1 1 0 0,1-2 0 0,0 0 0 0,0 1 0 0,0-2 0 0,0-1 0 0,0-2 153 0,0-1-58 0,0 0-29 0,0-1-131 15,0 1 46-15,5-5 27 0,4 2 1 0,4-4 105 0,7 0-39 0,7 0 10 16,6 0 9-16,5 0-29 16,6 0 0-16,3 0-28 0,3 0-12 0,6 0 20 15,-8 0-8-15,2 0-76 16,-7 0 38-16,-2 0-1 0,-8 0 38 0,-2 5-167 0,-17-2 76 0,-10 6 42 31,-4-1 18-31,-13 1-216 0,-13-2 92 0,-5 4 26 0,-5-5 17 0,-1 1 2 0,-2-1 24 0,0-1-1 16,2-1-159-16,-5-3 78 0,7-1 52 0,4 0-239 15,1 0 141-15,5-8 71 0,0-10 36 16,4-7-135 0</inkml:trace>
  <inkml:trace contextRef="#ctx0" brushRef="#br0" timeOffset="163460.34">31822 14408 1754 0,'1'-11'0'0,"-1"1"0"0,1 6 0 0,-1 4 0 0,0 11 0 0,0 13 0 0,0 12 132 0,-11 10-48 0,-6 6-24 0,-4 5 0 0,-3 2 89 31,-1 10-47-31,0-9-38 0,3-4-188 0,0-5 81 16,8-8 39-16,2-8 0 0,5-5-161 0,6-15 97 0,1-6 51 0</inkml:trace>
  <inkml:trace contextRef="#ctx0" brushRef="#br0" timeOffset="163646.19">31890 14952 2840 0,'-13'0'0'0,"1"0"0"0,8 10 0 0,2 7 0 0,2 0 0 0,0 1 0 0,2-3 0 0,5 0 0 0,-1-4-703 62,-2 0 332-62,-2-6 175 0,2-3-396 0</inkml:trace>
  <inkml:trace contextRef="#ctx0" brushRef="#br0" timeOffset="163728.88">32301 15049 0 0,'-14'-12'0'0,"7"11"0"0</inkml:trace>
  <inkml:trace contextRef="#ctx0" brushRef="#br0" timeOffset="165548.87">13430 15201 1431 0,'-7'-8'0'0,"0"5"0"0,5 0 0 0,2 3 0 0,9 0 0 0,15 0 552 0,11 3-257 0,5-1-128 0,10-1-65 0,4 1 367 16,10-2-205-16,-1 0-118 0,2 0-51 0,0 0-29 15,-4 0 1-15,-1-2-188 16,-1-1 89-16,-18-1 31 0,-9 2-1 0,-10 0-506 0,-8 0 273 0,-10 2 137 16,-2 0 78-16,-5 0-866 15,-19 10 425-15,-7-1 211 0,-6 2-201 0,-4-1 197 16,0-2 113-16,-4-2 51 0,0-3 19 0,-2 0 38 15,2-3 33-15,-5 0 0 0,9 0 0 0,2 0 0 16,0 1 0-16,3 3 164 16,5 3-120-16,-1 6-51 0,14 1 10 0,8 7 490 31,5 6-255-31,3 7-34 0,3 5 299 0,8 11-223 0,8 4-125 0,-2 4-59 16,2 3 210-16,-5 3-134 0,-4 5-67 0,0 4 13 0,-7-14-44 0,-1-2-1 31,-2-2-35-31,0-6-180 0,0-4 90 0,-8 0 54 0,0-13-9 0,1-5-408 0,0-10 226 0,1-7 114 47,3-6-602-47,3-4 272 0,0 0 189 0,0-21 88 0</inkml:trace>
  <inkml:trace contextRef="#ctx0" brushRef="#br0" timeOffset="166009.66">13972 15368 1456 0,'0'-3'0'0,"-4"-1"0"0,-1 2 0 0,-3 1 0 0,1 1 0 0,0 0 0 0,-2 8 0 0,0 5 226 0,-6 0-84 0,6 3-56 0,1-1-1 0,-3 0-4 0,3 1 0 16,2-3-42-16,0 2-92 0,2-5 41 0,0 2 25 0,4-5 1 0,0 1-89 0,0-5 57 0,8 1 38 0,6-2-13 0,6-2-15 0,2 0 40 0,5 0-37 0,-1 0 9 0,5-2-7 0,-6 0 12 16,0 2-18-16,-2 0 7 15,-1 0 14-15,-5 0-5 0,4 6-86 0,-10 3 41 0,-2 2 9 0,-6 1 36 16,-1 1-43-16,-2 3-1 15,0-2 31-15,-5 1 67 0,-9-1-35 0,-3 2-1 16,1 0-42-16,-1 1 183 16,0 2-78-16,2-1-42 0,2 3-15 0,1 1 131 0,2 1-56 0,6 3-42 15,-2 7 192-15,5-6-113 47,1 2-53-47,0-2 1 0,1 3-27 0,7-1 1 0,2 1-17 0,-1-6-135 0,2-2 63 0,-1-5 31 0,-4 0 0 0,1-5-140 16,-2 1 95-16,-2-11 34 0,-1 1 5 0,-2-3-89 0,0 0 18 0,-6 0 40 15,-7-3-33-15,1-2-19 0,-3-8 5 0,-2 2 28 16,1-2-51-16,-2-1 34 16,-4-3-1-16,6 0 54 15,-2 3-22-15,1-1 1 0,3 3 5 0,-5 2 75 0,7 3-30 0,0 6 0 16,1 1-35-16,1 0 30 0,-1 1 8 0,2 11-40 16,3 5-50-16,1 0 26 15,3 1 13-15,2-2 16 0,0 3-339 0,0-3 144 0,2-3 92 16,7-4-446-16,2 0 264 0</inkml:trace>
  <inkml:trace contextRef="#ctx0" brushRef="#br0" timeOffset="166187.6">14171 15920 2282 0,'2'3'0'0,"0"-3"0"0,3 2 0 0,-2 4-1 0,1 0 1 0,2 4 0 0,-1 4 0 0,1 0 0 0,0 4 0 0,-1 1 0 0,4 0 0 0,-2 1 0 0,-1-1-85 0,5-2 62 0,-2-2 31 0,2-4-300 0,0-2 174 0</inkml:trace>
  <inkml:trace contextRef="#ctx0" brushRef="#br0" timeOffset="166307.45">14488 15541 1384 0,'11'-8'0'0,"6"3"0"0,0-1 0 0,5 3 0 0,0 0 0 0,4 2 0 0,3-3 623 0,1 2-284 0,-2 1-156 15,0 0-74-15,2 1-36 0,0-3 0 0,-1 3-36 16,2 0-581-16,-6 0 285 0,-9 0 149 0,1 0-348 16</inkml:trace>
  <inkml:trace contextRef="#ctx0" brushRef="#br0" timeOffset="166688.97">14575 15877 1362 0,'-3'9'0'0,"2"-2"0"16,1 1 0-16,0 2 0 0,0-1 0 0,1 4 0 0,5-1 0 0,1 0 0 0,1 1 0 0,-4 0 122 0,1 2-43 0,-2-1 0 47,-2 5-123-47,1-6 36 0,-2 1-1 0,0-2-30 0,0-3 37 0,0-2 1 0,-2-1 48 0,-1-6-147 0,0 0 67 0,0-5 32 0,3-12-23 0,0-6-211 15,0-7 79-15,0-6 74 31,6-5-185-31,4-8 115 0,2-6 57 0,-1-11 20 16,4 5-79-16,-4-7 58 0,2-4 30 0,2-2 106 0,-3-1-38 0,1-2-10 0,-8 22-29 0,-2 15 166 47,-1 12-83-47,-2 12-41 0,0 13-1 0,0 3 564 0,-2 3-245 0,1 22-156 0,-1 11 403 0,2 7-267 0,0 8-132 0,0 13 332 0,5-4-237 0,4 7-115 16,0 5-56-16,1 1-48 0,-1 2-10 0,5 12 9 15,-3-17-9-15,3 0-171 0,0-4 86 0,-1-7 42 16,2-6 1-16,0 4-375 0,-5-18 205 0,0-5 105 15,-2-7-576-15,-1-8 309 47,0-12 126-47,-1-2 77 0,-5-5-462 0</inkml:trace>
  <inkml:trace contextRef="#ctx0" brushRef="#br0" timeOffset="166819.39">14991 15349 1608 0,'3'-12'0'0,"-1"0"0"0,0 4 0 0,1 5 0 0,0 1 0 0,2 2 0 0,1 0 0 0,-2 0 185 16,3 11-79-16,-1 0-34 0,2 5 54 0,2 0-45 16,3 4 10-16,1 0-54 0,1-2-601 0,4-1 300 15</inkml:trace>
  <inkml:trace contextRef="#ctx0" brushRef="#br0" timeOffset="166959.79">15438 15499 1771 0,'3'0'0'0,"5"0"0"0,2 0 0 0,4 0 0 0,1 0 0 0,6 0 0 0,0 0 0 0,5 3 0 0,-2-1 279 0,3 3-121 0,-1 1-61 15,1-2-222-15,-3 3 80 16,3 0 50-16,-8 3-813 0</inkml:trace>
  <inkml:trace contextRef="#ctx0" brushRef="#br0" timeOffset="167099.18">15479 15827 2038 0,'-17'6'0'0,"4"-1"0"0,2 2 0 0,11-2 0 0,0 1 0 0,0-3 0 0,10 0 0 0,7-3 0 0,5 3 253 0,5-3-113 0,0 0-52 0,4 0 160 0,1 0-105 0,2 0-45 0,-4 0-36 0,-1 0-755 0,-1 0 365 0</inkml:trace>
  <inkml:trace contextRef="#ctx0" brushRef="#br0" timeOffset="167642.48">16323 15497 1189 0,'-9'-40'0'0,"1"0"0"0,2 11 0 0,-2-1 0 0,-1-1 0 0,-3 0 0 0,-4 0 0 0,-4-5 0 0,-4 11 168 0,-1 5-65 0,-3 2 98 16,0 4-83-16,0 7-41 0,0 5 10 0,6 2 32 31,5 7-41-31,3 11 0 47,5 6-42-47,4 9 166 0,2 11-74 0,3 4-50 0,3 5-1 0,9 6 113 0,3 3-77 16,-2-1-39-16,2 12 27 0,-3-12-37 0,-3-3 0 0,-1 5-109 0,-3 0 41 0,-3-2 0 15,-1 10 49-15,-1-18-187 16,-1-4 89-16,-12-5 45 0,-3-5-1 0,-4-6-63 0,-3 1 25 0,0-19 29 0,-1-6-32 0,4-6-219 0,1-3 91 0,7-3 76 0,0-9-290 0,12-12 182 16,0-6 87-16,4-5-400 0,15-9 244 0,4-6 121 93,3-9 52-93</inkml:trace>
  <inkml:trace contextRef="#ctx0" brushRef="#br0" timeOffset="167764.79">16406 15347 1074 0,'3'-22'0'0,"-1"5"0"0,-2 8 0 0,0 4 0 0,0 2 0 15,-6 3 516-15,-4 0-240 0,1 14-120 0,-3 8-59 0,-1 6 429 0,3 3-249 0,1 7-121 0,3 3-59 0,1 3 132 0,4 1-97 0,-1 6-38 0,2-4 101 0,0-1-89 0,0 0-106 0,6 1 0 16,4-1 0-16,1 7 0 16,-2-15 0-16,-1-1-253 0,-1-2 112 0,-5-3 89 15,0 0 44-15,-2 1-635 0,-2-8 268 0,-12-2 178 16,-3-2 34-16,-3 0-222 0,-5 1 174 0</inkml:trace>
  <inkml:trace contextRef="#ctx0" brushRef="#br0" timeOffset="167940.37">16095 16373 1108 0,'0'2'0'0,"0"1"0"0,0 4 0 0,0 3 0 0,0 3 0 0,0 5 711 16,0 5-337-16,0 5-169 15,0 3-85-15,-4 3 263 0,3 2-179 0,0-3-83 0,-1-3-43 0,2-1-436 16,0-9 197-16,0 3 108 16,0-12-323-16,0-4 206 0,0-5 103 0,0-2 52 15</inkml:trace>
  <inkml:trace contextRef="#ctx0" brushRef="#br0" timeOffset="168125.37">16113 16395 1269 0,'3'-8'0'0,"4"3"0"0,0-1 0 0,6 5 0 0,-1-1 0 0,4 2 0 0,-2 0 0 0,3 9 374 0,-1 8-169 0,1 2-84 16,0 4-33-16,-5 3 93 16,-4 2-72-16,-5 0-36 0,-1 3-1 0,-2 1-36 0,-2 4 10 0,-15-3-10 15,-5-2 0-15,-4-1 1 0,-4-2-1 0,-1-4 34 16,-3 2 10-16,4-11-44 16,4-1 0-16,1-8-386 0,3-2 191 0,8-4 59 15,1 0 65-15,12-10-596 0,1-15 297 0,6-6 148 0</inkml:trace>
  <inkml:trace contextRef="#ctx0" brushRef="#br0" timeOffset="168284.7">16450 16195 2573 0,'8'-9'0'0,"-2"2"0"0,3 5 0 0,-4 2 0 0,-1 0 0 0,0 0 0 0,-1 3 0 0,-3 12 0 0,0 5 703 0,0 5-333 0,-3 1-167 0,-4 6-510 0,1-1 167 0,0 3 88 0,3-2 44 0,0 2-546 16,1 2 296-16</inkml:trace>
  <inkml:trace contextRef="#ctx0" brushRef="#br0" timeOffset="168697.74">16720 15582 1798 0,'-1'-8'0'0,"-4"0"0"0,4 4 0 0,-2 4 0 0,3 0 0 0,0 13 0 0,0 9 0 0,4 6 0 0,1 3 0 0,0 7 205 0,0 0-85 0,-1 3-41 0,1 1-71 0,3 2 8 0,-2-2 21 0,-1-3 0 0,1-3-269 0,0 0 135 0,0-4 66 0,0-1 44 0,-1-9-10 0,0-8 34 0,0-6-1 0,4-8-301 0</inkml:trace>
  <inkml:trace contextRef="#ctx0" brushRef="#br0" timeOffset="168968.7">16981 15669 1152 0,'0'5'0'0,"-2"5"0"0,1 4 0 0,1 4 0 0,0 4 0 0,0 6 0 0,0 7 0 0,0 1 413 0,1 6-179 0,8-6-104 0,1-4-46 0,2-3 61 31,6-2-53-31,0-1-19 0,-1-14-120 0,3-7 42 0,-1-5 0 0,3 0 42 0,0-15-244 0,1-8 131 0,-6-4 52 16,-1-5-181-16,-5-2 117 0,-2-2 6 16,0-1 47-16,-1-1-82 15,-3 4 50-15,-2 5-16 0,-1 0 1 0,-1 10 346 0,1 2-148 0,-2 0-73 31,0 12 419-31,0 3-207 0,0 2-118 0,0 11-18 32,0 10-8-32,0 6-28 0,0 3-9 0,4 5 88 0,7 1-63 0,0 0-31 0,3 2 0 0,2-1-166 0,-1-6 62 0,3-2 37 15,2-4-1-15,-3-4-407 0,3-4 221 0,2-5 91 16,-6-7-624-16,-1-5 327 16,-1 0 178-16,0-8 89 0</inkml:trace>
  <inkml:trace contextRef="#ctx0" brushRef="#br0" timeOffset="169160.12">17666 15370 1418 0,'0'0'0'0,"0"0"0"0,0 0 0 0,0 0 0 0,2 0 0 0,-1 9 0 0,1 10 567 16,3 12-256-16,-1 8-142 0,2 12-66 0,-1 10-33 15,-2 11 0-15,0 11-33 0,0 9 503 0,-1-10-256 16,-2-3-124-16,0-4-319 0,0-8 98 0,0-6 48 15,-3 2 35-15,-2-16-789 0,-1-5 402 0,-5-3 201 16</inkml:trace>
  <inkml:trace contextRef="#ctx0" brushRef="#br0" timeOffset="170898.35">18064 15797 1839 0,'-15'-5'0'0,"3"0"0"0,3 4 0 0,1-1 0 0,0 1 0 0,5 0 0 0,-2 1 229 0,4 0-101 0,1 0-45 0,0 0-1 31,0 0-44-31,0 0-1 0,0 0 10 0,5 1-230 0,5 2 111 0,1 2 54 0,2-2 28 0</inkml:trace>
  <inkml:trace contextRef="#ctx0" brushRef="#br0" timeOffset="171195.77">18450 15424 2497 0,'-8'0'0'0,"0"-4"0"0,4 4 0 0,-1 0 0 0,0 0 0 0,4 4 0 0,-3 10 332 0,3 10-152 0,1 6-71 0,0 8 198 16,0 4-134-16,0 8-59 16,0 2-44-16,1 3 51 0,3 7-93 0,2-2-28 15,2 2-171-15,1 1 48 0,-1-12 75 0,1-6 43 16,1-4-648-16,0-4 346 0,-3-7 171 0,1 5 48 15,-4-14-85-15,1-5 79 47,1-2-71-47</inkml:trace>
  <inkml:trace contextRef="#ctx0" brushRef="#br0" timeOffset="171605.51">18972 15908 1456 0,'-6'-17'0'0,"-1"0"0"0,0-1 0 0,-1-2 0 0,3-1 0 0,-3-3 0 0,1 3 0 0,-1 4 0 0,2 2 0 0,-2 2 498 109,-1 4-230-109,-1 2-107 0,1 7-67 0,-4 0-13 0,0 18 0 0,0 11-45 0,-1 5 0 0,1 9 9 0,1 3-9 0,6 2 0 0,2 4 0 0,3-4 0 0,1-5 1 0,0 6 114 0,0-15-62 0,8-5-26 0,3-3-1 0,3-9-154 0,1 0 73 0,0-16 23 0,4-1 0 0,-1-7-88 0,-1-17 51 0,2-9 32 0,1-5-339 0,-3-4 170 31,-3-6 52-31,0-1 53 0,0-4-251 0,-3-3 140 0,3-4 61 0,-8 2-9 16,0-1 44-16,-3-5 0 78,1 3 44-78,-3 3 50 0,1 0-34 0,-2 21 9 0,0 11-25 0,0 14 307 0,-3 10-153 0,-2 2-77 16,-1 2-48-16,-1 24 241 0,2 5-80 0,0 7 193 0,3 3-136 0,1 3-88 0,1 5-34 0,0-2 5 0,0-1-29 0,0 2 0 0,0 0-29 0,3-1-138 0,2 8 79 0,2-13 24 0,1-1 1 0,1 0-437 0,3-10 224 0,1-2 121 47,2 0-324-47,-3-14 146 0,4-5 117 0,-1-6 49 0,0-4-377 0</inkml:trace>
  <inkml:trace contextRef="#ctx0" brushRef="#br0" timeOffset="171873.96">19357 15777 1148 0,'-14'7'0'0,"3"1"0"0,3 6 0 0,-1 4 0 0,1 3 0 0,0 8 650 0,3-2-312 0,4 5-151 0,1-2-75 0,0 2 366 0,0-4-222 0,8 2-100 0,3-11-143 0,4-4 1 16,1-3 22-16,1-7 0 0,2-5 0 0,2 0 9 15,-2-4-9-15,0-14-515 0,-1-6 258 0,1 0 128 16,-3-5 65-16,4-4-309 0,-7 1 167 0,-1-2-12 15,-1 0 73-15,-2 0 95 16,0 3-22-16,1-1-9 0,-5 9 8 0,-1 4 1 0,-2 6 0 0,0 5 0 16,-2 7 0-16,0 1-9 0,0 5 9 0,-5 20 307 15,-1 4-149-15,4 5 42 16,0 4-86-16,1 6 548 0,1-5-300 0,0-2-145 16,1 1-72-16,7-2-516 0,3-2 222 0,6 0 119 15,2-11-814-15,0-5 394 0,2-5 224 0</inkml:trace>
  <inkml:trace contextRef="#ctx0" brushRef="#br0" timeOffset="172301.28">19974 15875 1294 0,'-3'-16'0'0,"-2"-1"0"16,-1 0 0-16,0 1 0 0,-1 2 0 0,0 5 0 0,-2 0 0 0,-1 5 0 0,0 1 402 0,-5 3-174 0,1 0-100 0,1 20 149 0,-2 5-120 15,1 2-60-15,0 6-31 0,4 3 159 0,4-2-98 16,1 2-46-16,4-5 2 16,1 1-23-16,0-4-1 0,0 4-14 0,1-12-102 15,10-3 46-15,-1-5 24 32,7-5 0-32,0-7-300 0,3 0 171 0,0-7 72 0,-2-15-3 0,2-3 36 0,-3-6-72 0,0 0-586 0,2-7 308 0,-7 2 166 15,1-1 80-15,-1-5 27 0,-3-1 26 0,1-8 0 16,2-5 17-16,-2-1 40 15,-2-1 1-15,1 1-32 0,-2 1 0 0,0 6 78 0,-2 4-47 0,-4 24 8 16,-1 9 341-16,0 10-185 16,0 3-49-16,-6 4-59 0,-2 15 447 0,0 11-235 15,1 5-114-15,1 5 180 0,1 3-146 0,0 4-74 16,2 8-27-16,0-7 28 0,1 2-37 0,0 0-1 16,0 0-36-16,2 1-4 0,-2 6 13 0,1-9-9 15,1-1-258-15,0-5 129 0,-2-1 64 0,2 0 42 16,0-17-9-16,0-6 32 0,0-8 0 15,0-6-1344-15,5-4 636 0,4 0 309 32</inkml:trace>
  <inkml:trace contextRef="#ctx0" brushRef="#br0" timeOffset="172558.53">20259 15786 828 0,'3'-3'0'0,"1"-3"0"0,0 5 0 0,0 0 0 0,1 1 605 93,0 1-280-77,0 15-144-16,1 7-73 0,0 4 226 0,-3 6-153 0,2 3-73 0,-4 4-35 0,3 1-1 0,-1-1-36 0,0 5 277 0,1-10-135 0,-1-6-71 0,-1-5-36 0,1-9-105 0,-1-4 34 0,1-4 10 0,0-7 26 0,3-3 2 0,1-15-2 0,5-9 0 0,1-4 0 0,3-8-36 31,2-1 36-31,4-7 0 0,1-2-115 0,8-4 50 0,0-2 9 0,8-6 4 0,0 8-580 0,0 1 289 0,2 8 127 0,-2 6-657 63,-2 8 400-63</inkml:trace>
  <inkml:trace contextRef="#ctx0" brushRef="#br0" timeOffset="172666.3">20974 15683 2502 0,'0'0'0'0,"0"0"0"0,0 0 0 0,0 0 0 0,0 1 0 0,0-1 0 0,5 2 0 0,9-2 0 0,3 0 266 0,9 0-107 0,4 0 69 0,4 0-98 0,6 0-47 0,3-2-26 0,-2-2-705 0,-2 1 350 0,-6 2 162 0,-9 1 86 0</inkml:trace>
  <inkml:trace contextRef="#ctx0" brushRef="#br0" timeOffset="172824.13">21010 15915 1930 0,'-11'1'0'0,"-1"0"0"0,5 2-1 0,3 2 0 0,4-3 0 0,0 4 0 0,6 1 412 0,13-3-189 0,4 3-94 15,7-2 391-15,5 0-243 0,4-1-113 0,-1 0-69 16,3-3-32-16,-1 1 1 31,0-2-31-31,1 0-1114 0</inkml:trace>
  <inkml:trace contextRef="#ctx0" brushRef="#br0" timeOffset="174011.96">14996 10935 1259 0,'-10'-11'0'0,"-2"6"0"16,3 3 0-16,-4-1 0 0,1 3 0 0,-2 0 0 0,-6 10 0 0,-5 12 0 0,-6 9 269 0,-9 10-107 0,1 6-66 0,-5 10-30 0,-5 6 1 31,-2 12-30-31,-1 4 191 0,-10 13-87 0,11-13-56 0,2 1-25 0,1-3 42 0,6-12-32 0,7-14-1 31,-3 0-23-31,17-23 48 16,2-4-29-16,5-5 1 0,2-3-30 0,4-4-89 16,-1 2 53-16,0-9-8 0,4 1 44 0,-3 0 0 0,2-6 1 0,0 2-600 15,0-2 265-15,3 0 144 0,-1 0 74 0,1 0-203 0,2 0 124 0,0-2 52 16,1-4 40-16</inkml:trace>
  <inkml:trace contextRef="#ctx0" brushRef="#br0" timeOffset="174216.7">14142 11809 1234 0,'-3'0'0'0,"0"-2"0"0,0-3 0 0,0 0 0 0,1 5 0 0,2-3 0 0,0 3 0 0,0 0 198 16,0 10-81-16,0 5 285 0,0 5-187 0,0 3-90 15,0 7-44-15,-1 3 134 0,-6 4-90 0,-1 4-35 16,-1-4-9-16,-3 2 17 0,1-4-31 0,-2-6 0 16,6-4 77-16,-3-2-44 0,5-10-37 0,5-8 1 15,0-5-70-15,5-3 1 0,17-21 41 0,10-11-402 16,9-6 196-16,7-4 104 0,4 0 51 0</inkml:trace>
  <inkml:trace contextRef="#ctx0" brushRef="#br0" timeOffset="174708.62">15261 10671 2193 0,'-12'-10'0'0,"5"7"0"16,1 3 0-16,3 0 0 0,1 11 0 0,2 9 0 0,0 9 0 0,0 4 0 0,0 5 350 31,2 2-156-31,6 4 82 16,0 2-120-16,0 7-50 0,2-4-38 0,-2-2 15 0,0-3 0 0,1-3-46 0,-3-4 1 0,1 2-354 0,-4-16 171 0,-2-6 92 15,1-4 45-15,-1-6-592 0,-1-7 319 0,0 0 76 16,0 0 105-16,0-14-583 0</inkml:trace>
  <inkml:trace contextRef="#ctx0" brushRef="#br0" timeOffset="174945.33">15269 10676 989 0,'-7'-15'0'0,"2"1"0"0,5 5 0 0,0 0 0 0,4 4 450 0,13-1-196 16,10 5-114-16,4 1 257 0,9 0-180 15,4 7-90-15,4 5-44 0,7 6 344 0,-7 5-199 0,0 3-96 16,-7 4-47-16,-7 4-5 0,-3 4-33 0,-16-1-10 16,-11 1-77-16,-4 3 39 0,-11 2-1 0,-17-1 40 15,-8 6 53-15,-8-9-8 0,-4-5-46 0,-5-1-5 16,2-4-32-16,-1-4 0 0,-4 4 0 0,14-14 0 15,2-1 0-15,7-8 0 16,10 0 0-16,7-6 0 0,6 0 0 0,10 0-41 16,4 0-1089-16,18 0 546 15,3 0 273-15</inkml:trace>
  <inkml:trace contextRef="#ctx0" brushRef="#br0" timeOffset="175129.16">15851 11065 1416 0,'0'0'0'0,"0"0"0"0,0 0 0 0,2 0 0 0,0 0 0 0,1 7 485 0,3 7-225 0,-3 4-111 0,0 3-57 0,0 5 754 0,0 2-396 0,0 0-217 0,-1 2-233 0,0 1 0 0,-1-3 0 0,2-3 0 16,-1 1 0-16,1-8 0 0,-2-3 0 0,1-5-120 31,0-2-201-31,-1-1 187 0,1-5 81 0,-1-2-1205 0</inkml:trace>
  <inkml:trace contextRef="#ctx0" brushRef="#br0" timeOffset="177160.59">22249 15311 1012 0,'4'-15'0'0,"0"-2"0"0,-3 11 0 0,0 3 0 0,0 3 0 0,2 0 104 0,-3 6-34 0,0 9 10 31,0 2-42-31,-6 7 87 0,-5 1-44 0,-5 4 0 0,0 2-1 0,-2 3 12 15,-1-2-9-15,-3 1-46 0,0-1 34 0,1-3-1 0,-2-1-32 0,-3 4 57 16,6-10-34-16,3-4 1 16,2-4-25-16,5-5 109 0,5-5-55 0,-1-1-17 15,6-3-9-15,1 0 53 0,15 0-40 0,6-2-1 32,7-3-39-32,6-1 61 0,-2-1-35 0,4 3 0 0,-1-3-51 0,0 1 25 15,1 5-1-15,0-5-187 0,-5 4 89 0,-4 0 49 0,-3 2 25 0,1 0-510 16,-2 0 232-16,-9 0 134 15,-3 0 25-15,-2 2-517 0,-6 0 292 0,0 4 147 16,-2-6-145-16</inkml:trace>
  <inkml:trace contextRef="#ctx0" brushRef="#br0" timeOffset="177330.75">22338 15359 759 0,'-10'-4'0'0,"-2"3"0"0,1-2 0 0,4 3 0 0,0 8 0 0,4 12 0 0,0 5 463 0,3 7-213 0,-2 4-97 0,2 3 322 0,0 6-219 0,0 4-109 15,0 5-55-15,2 3 56 0,-1 4-46 0,-1-9-37 16,2-2 0-16,-2-4-325 16,1-5 148-16,1-2 75 15,0 3-475-15,-2-14 270 0,1-1 140 0,2-6 34 0,-2-3-311 16,4-9 103-16</inkml:trace>
  <inkml:trace contextRef="#ctx0" brushRef="#br0" timeOffset="177694.19">23008 15445 1371 0,'0'-30'0'0,"0"3"0"0,-2 4 0 0,-6 1 0 0,-4-1 0 0,1 7 0 0,-3 5 215 16,1 2-88-16,-3 7-46 0,3 2 325 0,-4 0-175 0,4 2-102 0,2 13 68 15,0 4-80-15,4 6-40 16,0 5 0-16,2 5 172 0,5 1-111 0,0 3-50 78,0 2-26-78,0 4 85 0,4-1-55 0,2 6-19 0,-1-8-91 0,1 3 27 0,-1-1 0 0,-1 0 28 0,-1 1-83 0,-1 6 51 0,-2-12-9 0,0 0-11 0,-2-7 26 0,-12-1 0 0,0-7 26 0,-7 0-191 0,-1-14 83 0,-2-5 10 0,-3-5 33 0,1 0-330 109,1-2 166-109,0-7 53 0,8-9-371 0,3-5 236 0,7-5 118 0,5-6 60 0,2-2-530 0,8-7 285 0</inkml:trace>
  <inkml:trace contextRef="#ctx0" brushRef="#br0" timeOffset="177852.15">23170 15429 1418 0,'15'-29'0'0,"-7"8"0"0,-3 1 0 0,0 5 0 0,-5 3 0 0,0 3 0 0,0-2 0 0,-10 10 323 0,-2 1-143 0,-2 0-71 0,-2 12-37 0,-3 5 384 0,1 9-200 0,0 3-114 16,3 5 255-16,0 2-180 15,6 6-90-15,-2 1-45 0,5 6 70 0,3-2-152 16,3 1 0-16,0-1 0 0,0 3 0 0,5 1 0 16,4 8 0-16,2-11 0 0,-3-2 0 0,-2 0 0 15,-1-4 0-15,-3-1-48 0,-2 5-173 0,0-14 122 16,-12-4-746-16,-2-4 404 0,-6 0 203 0,-2-2 100 16,-3 0-523-16</inkml:trace>
  <inkml:trace contextRef="#ctx0" brushRef="#br0" timeOffset="178049.18">22808 16322 1353 0,'0'3'0'0,"0"-1"0"0,-1 3 0 0,-1 2 0 0,2 0 0 0,-1 5 0 0,-1 5 630 47,2 3-296-47,0 5-148 0,0 4-75 0,0 4 173 0,0 7-115 0,-2-3-70 0,0-1 56 0,0 0-59 0,2-2-30 0,-2-2 10 0,0-10-355 0,1-5 158 47,-1-6 79-47,1-6-593 0,-3-5 335 0,-1 0 178 0,4-2 56 0,-1-15-702 0,2-9 366 0,0-2 182 0</inkml:trace>
  <inkml:trace contextRef="#ctx0" brushRef="#br0" timeOffset="178236.29">22802 16337 915 0,'8'-12'0'0,"0"-1"0"0,2 5 0 0,6-2 0 0,-2 7 0 0,3 2 457 0,1 1-210 0,2 0-105 0,-3 12-52 0,8 5 243 0,-7 5-152 0,-4 2-72 0,0 4 5 0,-3 2-38 0,-4 0-1 0,-3 8 15 0,-4-7-10 0,0 1-43 16,-9-3 0-16,-11 3 31 0,-5-3 1 0,-4 1-23 16,0-10-9-16,-7-3-42 0,5-4 42 0,-5-4 0 15,4-5 0-15,-5 2-243 0,11-6 117 0,1 0 40 16,6-3-199-16,4-4 106 0,4-6 73 0,6 2-521 16,5-2 281-16,3-2 136 0,15-1 68 0</inkml:trace>
  <inkml:trace contextRef="#ctx0" brushRef="#br0" timeOffset="178738.15">23191 16604 2283 0,'-3'0'0'0,"0"0"0"0,-1 0 0 0,4 0 0 0,-2 0 0 0,2 9 0 0,0 7 0 0,0 1 0 0,0 5 777 0,0 2-370 0,0 3-186 0,0 1 22 0,2 4-243 0,-1-2 0 0,2-2 0 0,-1 1 0 0,-1-4 0 0,1-4 0 0,-1 2-262 15,-1-10 124-15,0-5 87 125,0 1 43-125,2-7-822 0,-2 1 420 0</inkml:trace>
  <inkml:trace contextRef="#ctx0" brushRef="#br0" timeOffset="179794.27">23809 15515 1898 0,'0'-7'0'0,"0"-2"0"0,0 5 0 0,0-3 0 0,0 3 0 0,0 3 0 0,0 1 0 0,0 0 0 0,0 14 0 0,1 5 0 0,0 10 0 0,0 3 0 0,2 6 0 0,1 3 0 0,-1 1 0 0,2 4 203 0,-1-7-88 0,5-2 112 0,0-1-94 0,0-6-49 0,2-3 63 0,3-3-47 0,-3-10-35 0,3-8-1 0,0-6-25 0,2 0-2 0,-1-13 0 0,5-11 9 0,-2-8-59 15,0-6 25-15,1-5 0 0,-3-1 25 0,1-2-225 16,1-2 118-16,-5 7 49 0,-3 4-101 0,0 3 66 15,-3 7 3-15,-4 4 222 141,1 3-92-141,-4 15-40 0,0 3-18 0,0 2 169 0,-1 7-87 0,-7 14-47 0,0 7-2 0,1 3 247 0,3 6-131 0,1 2-134 0,3 1-34 0,0 2 0 0,0-5 0 0,0-4 0 0,7 3 0 0,7-5 0 0,1-2 0 0,5 0 0 0,-1-9 0 0,4-8 0 0,1-3 0 0,2-5-1145 0,-2-4 372 0,1 1 358 0,-2-1 194 0</inkml:trace>
  <inkml:trace contextRef="#ctx0" brushRef="#br0" timeOffset="180190.67">24689 15649 1267 0,'-2'-16'0'0,"-2"3"0"0,-4-3 0 0,3 3 0 0,-4 4 0 0,1-1 0 0,-3 4 471 15,-3 2-217-15,-3 0-99 0,-2 4-64 0,-2 9 250 16,-2 11-152-16,-4 6-76 16,3 6-38-16,-2 6 143 0,8-3-96 0,3 3-42 0,4 0 231 0,8-1-137 15,3-3-104-15,0 2-70 0,0-12 0 0,8 0 0 16,5-8 0-16,5-2 0 0,2-6 0 0,1-2 0 16,2-6 0-16,-3-1 0 0,-1-10-38 0,1-7 14 15,2-5 40-15,-5-1-195 0,-3-4 42 0,1-3 72 16,1-2-372-16,-2-1 201 15,2-8 90-15,-5 5-53 0,-2-5 82 0,0-1 39 16,-1-4 1-16,-2-4 57 0,1-9-26 0,-5 12 9 16,0 3 0-16,1 4 85 0,-3 12-42 0,0 9 0 15,-5 8 100-15,0 12-67 0,-5 3-37 16,2 20 5-16,-1 7 324 0,2 6-167 0,3 5-35 0,2 2 238 16,2 3-164-16,0 0-84 0,0 4-41 0,0-1 65 15,0 6-44-15,2-9-89 16,2 0-10-16,2 0 0 0,1 0 0 0,0-8 0 15,3 6 0-15,-1-17-445 47,4-5 210-47,-2-3 97 0,2-10-353 0,-3-1 185 0,2-1 129 0,0-7-557 0,-4 0 348 0</inkml:trace>
  <inkml:trace contextRef="#ctx0" brushRef="#br0" timeOffset="180845.65">25060 15605 700 0,'0'0'0'0,"0"0"0"0,0-3 0 0,-3-1 0 0,1 3 167 78,1-1-70-78,-1 2-30 0,0 0 0 0,1 10 284 0,-2 8-148 0,-1 4-88 0,0 6 137 0,2 3-107 0,-1 3-55 0,3 3-27 0,0 0 61 0,0-1-49 0,0-5 1 0,2 1-82 0,7-6 0 0,2-2 42 0,5-4 10 0,-2-8-48 0,3-5 0 0,-1-7 38 0,3 0 1 0,-1-5-1 0,1-11 10 0,0-6-10 0,-4-4-255 0,-1-4 118 16,-3 1 35-16,2-5 37 0,0 0-45 0,-5 0 35 15,1 5 4-15,-3-3 78 0,0 6-29 0,0 1 0 16,-3 1-31-16,-2 12 279 0,-1 3-124 0,0 7-65 16,0 2-22-16,0 0 115 0,-3 11-44 0,-1 10-50 15,1 5 106-15,2 3-71 94,1 2-35-94,0 2-1 0,0 5-83 0,0-7 19 0,1 0 0 0,5-2 30 0,1 0-1 0,4-2 1 0,2 1 8 0,0-8-1068 0,2-3 474 0,-1-2 260 16,1-2 105-16,2-4-181 0,1 3 155 0,-3-9 91 0,-3-3-370 0</inkml:trace>
  <inkml:trace contextRef="#ctx0" brushRef="#br0" timeOffset="181360.92">25759 15836 972 0,'0'-3'0'0,"0"3"0"0,3-4 0 0,-1 0 0 0,0 2 0 0,1-2 0 0,1 1 225 0,0-1-95 0,0-2-38 0,0 1-33 0,0-2 36 15,2 0-31-15,-3-1 1 0,-1-1-29 0,-1 1 101 16,1-1-55-16,-2 0-23 0,0-2 54 0,0 3-39 16,-6 0 0-16,-7 2-30 0,1 0 144 0,-7 6-76 15,0 0-38-15,-6 4 49 0,-1 12-43 0,-3 5 8 32,5 6-52-32,0 4 139 0,4 5-69 0,3 3-36 0,5-1 1 0,5 3-27 0,7-4-8 15,0-3 0-15,2-5-180 0,12-4 90 16,6-4 45-16,2-6 31 0,0-10-175 0,2-5 86 15,2 0 49-15,-1-13-393 0,0-10 196 0,-4-2 61 16,1-7 63-16,-2-6-207 0,-1-1 131 0,0-6 66 16,1-5 24-16,-5 2-69 0,1-1 55 0,-2-4 28 15,2-4 79-15,-5-1-27 16,8-12-8-16,-5 11 33 0,-2 0-24 0,1 4-1 0,-2 8-25 0,-4 11 239 16,-1 5-128-16,-4 23-38 0,-2 8-33 0,0 0 597 15,-10 16-287-15,0 12-116 16,-4 7-72-16,-1 4 251 0,3 6-170 0,0 7-86 15,-2 1 197-15,6 2-234 0,-4 8-84 0,4-9 0 16,0-3 0-16,3 2 0 0,-1-1 0 0,5 0 0 16,-3 5 0-16,4-16 0 0,0-6 0 0,2-5-225 15,9-7 7-15,-2-7 116 0,1-1 75 0,3-14-746 16,0-1 368-16,1-1 185 0,3-13-439 0,3-5 311 31,2-6 148-31</inkml:trace>
  <inkml:trace contextRef="#ctx0" brushRef="#br0" timeOffset="181589.83">26214 15711 2071 0,'2'-4'0'0,"-1"2"0"0,1 1 0 0,-1-1 0 0,1 2 0 0,-2 0 0 0,2 2 0 0,-1 11 388 0,-1 6-176 0,1 7-88 0,-1 3 115 0,1 4-106 0,1 2-49 16,-1 1-24-16,2 2 76 16,-1-2-51-16,2 1-15 0,2-9-9 0,1-4-94 15,-1-5 34-15,1-5 0 94,3-8-39-94,-1-3 45 0,2-3-8 0,1-12 37 0,3-11-1 0,2-4 1 0,2-6 0 0,3-7 87 0,1 0-67 0,5-3-47 0,0-3-15 0,4-3-43 0,4 3 39 0,7-7 6 0,-5 14 49 0,1 1-593 0,0 7 257 0,0 7 140 0,-1 6-620 0,1 2 359 0,-10 13 192 0,-1 3-526 0,-1 0 356 0</inkml:trace>
  <inkml:trace contextRef="#ctx0" brushRef="#br0" timeOffset="181748.97">27135 15886 2319 0,'2'0'0'0,"-1"0"0"0,2 2 0 0,3 0 0 0,2-1 0 0,-1 1 0 0,-1 0 0 0,5 0 0 0,-3-2 75 0,2 0-1 0,-3 0-31 0</inkml:trace>
  <inkml:trace contextRef="#ctx0" brushRef="#br0" timeOffset="189712.38">6276 13954 1079 0,'-12'0'0'0,"2"0"0"0,1 4 0 0,0 6 0 0,3 4 0 0,3 4 381 0,3 7-171 0,0 7-86 0,0 5-42 0,5 9 304 0,8 1-178 0,1 4-85 0,3 2-9 0,-1 3-37 0,-2 2-1 0,0 5-65 0,-2-12-11 0,-7-2 39 0,-2-3-1 0,-1-1-202 0,-1-6 102 0,-1 4 59 0,0-14 17 0,0-6-389 16,-8-4 202-16,-2-9 34 0,2-6 71 0,-3-4-403 15,0 0 221-15,2-17 105 0,1-12-259 0,1-7 182 16,-1-6 92-16</inkml:trace>
  <inkml:trace contextRef="#ctx0" brushRef="#br0" timeOffset="189937.72">6175 14173 1607 0,'-6'-37'0'0,"3"6"0"0,3 3 0 0,0 19 0 0,0 2 0 0,10 3 0 0,6 0 0 0,7 3 274 16,5-4-108-16,3 5 314 0,2 0-221 0,3 10-110 0,0 2-55 0,0 5 79 16,4 5-58-16,-8 2-42 15,-4 4-1-15,-4 5-63 0,-2 0-1 0,-8 8 31 16,-3 6 9-16,-9-7-125 0,-2 3 58 0,-3 2 29 16,-12-1 60-16,-6-1-32 0,-6 4 11 0,-5-12 22 31,-3-2-32-31,-3-5 0 0,0-7-1 0,1-3-58 0,-4-2 19 0,11-9-5 15,-1-7 41-15,7 0-287 16,4 0 132-16,7-1 69 0,1-6 38 0,12-4-562 0,0-1 247 0,5 0 146 16,14 0-446-16,4 0 294 0,2-1 139 0,4 3-357 15</inkml:trace>
  <inkml:trace contextRef="#ctx0" brushRef="#br0" timeOffset="190479.76">6870 14495 1390 0,'0'0'0'0,"0"0"0"0,0 2 0 0,0 1 0 0,0 1 0 0,0 3 0 0,0 1 160 16,0 5-61-16,0 3 351 0,0 6-206 15,0 3-103-15,0 4-42 16,0 2 54-16,0 0-57 0,0 1-30 16,0 1 1-16,0-4-82 0,0 3 36 0,0-10-9 15,0-2 26-15,0-2-217 0,0-7 108 0,0-4 54 0,0 2-153 0,0-7 92 16,0-2 57-16,0 0-587 16,0 0 288-16,2-4 129 0,5-6 68 0</inkml:trace>
  <inkml:trace contextRef="#ctx0" brushRef="#br0" timeOffset="190714.79">7339 14030 1632 0,'0'-3'0'0,"0"-1"0"0,0 2 0 0,0-1 0 0,0 3 0 0,0 0 0 0,0 0 0 0,0 0 100 0,0 0-22 0,2 7-9 0,3 3-420 0,1 0 190 0</inkml:trace>
  <inkml:trace contextRef="#ctx0" brushRef="#br0" timeOffset="190789.57">7426 14347 1691 0,'-12'3'0'0,"3"3"0"0,2 0 0 0,-2-3 0 0,5 5 0 0,0-5 0 0,3 1 0 0,-1-1 664 0,2 1-313 0,0-1-148 0,0-2-164 0,0 2-2 0,0 0 0 0,3-2-299 15,4 2 149-15,2 0 85 16,-2 0 28-16</inkml:trace>
  <inkml:trace contextRef="#ctx0" brushRef="#br0" timeOffset="191969.23">7966 13976 1157 0,'-10'-18'0'0,"1"1"0"15,2 5 0-15,-2 3 0 0,2-5 0 0,3 8 0 0,-4-2 0 0,1 1 0 0,-1 5 180 0,0 2-70 0,-3 0-26 16,0 0-15-16,-4 2-1 16,-4 10-29-16,1 5 0 0,-1 4 32 0,-5 2 9 0,6 1-41 0,2 0 68 15,2 3-33-15,3-3-1 0,5-2-34 0,1 7 58 47,5-7-58-47,0 2 0 0,3 2 0 0,10-2 40 0,4 3-40 0,2 2 9 0,2-6-9 0,1 2-10 0,-3 0 10 0,0 1 0 0,-2 1 47 0,-4 4 11 16,-6-6-58-16,-4 4 143 0,0 0-72 0,-3 0-35 31,0 0 0-31,-6 6 21 0,-2-9-9 0,-4 0-49 0,-1 0 1 0,3-4-101 16,0 0 50-16,0 0 36 0,3-5-459 0,4-7 233 15,1-1 102-15,2-2 62 0,0 0-740 0,0 1 360 32,0-5 195-32,3 0-408 0</inkml:trace>
  <inkml:trace contextRef="#ctx0" brushRef="#br0" timeOffset="192386.28">8089 14268 756 0,'0'-1'0'0,"-3"1"0"0,-2 0 0 0,1 0 0 0,1 5 399 0,-1 7-180 0,2 5-91 0,1 6-44 0,1 3 131 15,0 7-78-15,0-1-55 16,0 2 1-16,4 3-44 0,6-3 0 0,5-2-1 16,-2-1 33-16,4-10-32 0,-1-5 0 0,2-3-183 15,0-8 92-15,0-2 45 0,2-3 10 0,-4 0-155 16,0-15 69-16,-4-7 54 0,-2-3-33 0,0-4-49 16,0-2 1-16,-7 0 48 15,0 0-58-15,-1-1 42 0,-1-3 13 0,-1 7 0 16,0-8 95-16,0 11-29 0,0 3 0 0,0 5 213 0,0 5-111 15,0 5-62 95,-3 3-19-110,1 4 184 0,1 4-98 0,1 13-49 0,0 5 3 0,0 4 1 0,0 1 5 0,0 3 23 0,1-1-109 0,3 2 29 0,5-5-1 0,-3 3-265 0,4-1 144 0,-3-4 53 0,5-1 39 0,-2-2-538 0,3-2 264 0,-3 2 97 0</inkml:trace>
  <inkml:trace contextRef="#ctx0" brushRef="#br0" timeOffset="192615.89">8550 14483 1342 0,'1'0'0'0,"2"0"0"78,-2 0 0-78,1 0 0 0,-1 0 0 0,0 0 0 0,1 0 208 0,-2 5-84 0,0 2 88 0,0 0-92 0,0 5-41 0,0 3 1 0,-4 0-78 0,-5 4 36 0,2 0 10 0,0 0-10 0,-4-1-299 0,4 0 149 0,-4 0 76 0,4-2 37 0,-2-1-461 0,0-3 244 0,3-3 28 0</inkml:trace>
  <inkml:trace contextRef="#ctx0" brushRef="#br0" timeOffset="192839.03">8688 14328 1124 0,'3'2'0'0,"-2"1"0"0,2 6 0 0,1-4 0 0,-1 4 0 0,3 4-1 0,-4 1-1 0,3 1 142 0,0 2-51 0,1 4-27 0,-2-3 24 0,1 3-16 0,0-6-9 16,1 2-24-16,-3-4 57 0,1-1-28 0,-1-3-1 15,1 0-18-15,-3-4 83 16,2-5-47-16,-1 0 1 31,-2 0 141-31,1-11-93 0,0-3-38 0,0-5-74 0,3-4 19 0,-1-4-1 0,4-3 0 0,-1 0-188 0,2-6 103 0,1 4 39 16,0 4-1-1,1-2-128-15,-2 2 88 0,3 4 38 16,0-2-10-16,-3 11-566 0,0 1 235 0,2 7 157 0,-5 6-312 0</inkml:trace>
  <inkml:trace contextRef="#ctx0" brushRef="#br0" timeOffset="193421.55">8118 14209 1067 0,'-11'0'0'0,"0"3"0"0,-1 4 0 0,2 6 0 0,-1 5 0 0,2 9 0 0,-2 8 0 0,4 10 0 0,2 3 119 0,2 6-40 0,3 1 145 16,0 1-93-16,3-6-47 0,8 5 10 0,5-15-28 15,4-1 0-15,5-7-28 0,5-6 0 0,2-1-297 94,7 1 157-94,-3-14 66 16,4-6 36-16,-1-4-457 0,4-2 235 0,-2 0 68 0</inkml:trace>
  <inkml:trace contextRef="#ctx0" brushRef="#br0" timeOffset="193573.23">8978 14178 1372 0,'14'-3'0'15,"7"3"0"-15,1 0 0 0,-1 7 0 0,7 6 0 0,-3 7 0 0,-4 6 0 0,-2 3 0 0,-2 6 313 0,-7 2-138 0,3 10-59 0,-12-2 1 0,-1-1-40 0,0 3 0 0,-10-4-69 0,-4 0-1 0,-4 3 40 0,0-14-9 0,0-6-147 0,-4-4 74 0,3-2 36 0,-4-9 0 0,0 3-343 0,6-9 181 0,0-5 42 0,5 0 65 0,-1-1-501 0</inkml:trace>
  <inkml:trace contextRef="#ctx0" brushRef="#br0" timeOffset="193712.04">9342 14129 1641 0,'10'-7'0'0,"1"4"0"0,0 1 0 0,0 2 0 0,2 0 0 0,-4 0 0 0,1 2 0 0,-3 8 0 0,1 0 37 0,-2 2 0 0,0 3 1 0,1 1-1 0</inkml:trace>
  <inkml:trace contextRef="#ctx0" brushRef="#br0" timeOffset="193833.88">9500 14394 1501 0,'-9'4'0'0,"-2"3"0"16,7 1 0-16,1 4 0 0,3-6 0 0,0 5 0 0,0-4 354 0,0 3-150 0,0-1-87 0,0 0 153 0,3-3-117 15,3 1-57-15,3 3-692 0,2-2 315 0,-1 3 149 16</inkml:trace>
  <inkml:trace contextRef="#ctx0" brushRef="#br0" timeOffset="194677.94">10008 14038 892 0,'-3'-8'0'0,"-1"1"0"0,2 2 0 0,1 3 0 0,-1-1 0 0,2 3 0 0,0 5 0 0,0 19 0 0,0 9 328 0,0 11-146 0,0 5-72 0,0 9 209 0,2-2-146 0,-1 4-68 0,3-5-33 0,1-1 45 0,1-5-40 16,1-1 9-16,3-17-76 0,-2-8 27 0,3-7 0 0,-1-7 1 0,1-7-75 78,0-2 47-78,1 0-10 0,1-16 38 0,-1-10-154 16,3-6 77-16,0-4 38 0,3-5-272 0,-7 2 117 0,1 1 78 0,-2-1 4 0,-2 3-99 0,1 1 55 0,-1-2 33 0,-2 12 67 0,-3 5-20 0,-1 6 1 0,-1 9 0 0,-1 3 156 0,0 2-88 0,0 7-29 62,0 15 0-62,0 4-39 0,0 4-1 0,3 1 5 0,-1 0-13 0,0-2 80 0,5-2-29 0,-2 0 92 0,3-3-53 0,0 5 114 0,2-10-77 0,-2-1 116 0,3-1-88 0,1-5 105 0,0-1-89 0,2-4-748 16,-4-7 311-16,2 0 113 0</inkml:trace>
  <inkml:trace contextRef="#ctx0" brushRef="#br0" timeOffset="194927.31">10416 13890 1246 0,'7'-11'0'0,"5"0"0"0,1 7 0 0,0-2 0 0,2 6 0 15,2-3 0-15,-6 3 0 0,-2 3 0 0,0 5 114 0,-6 5-39 0,0 2 1 0,-3 3-5 0,0 1-33 0,-16 3-1 16,-2 0 0-16,-2-2 32 0,-2 3 0 0,-4 0-22 16,4-7 166-16,2-1-88 0,0 2-44 0,4-6 0 15,2-3 151-15,1 4-89 16,7-7-57-16,3 0 6 0,3-3-27 0,1-2-1 0,15 0-26 0,8 0-125 15,7-5 58-15,3-5 33 16,4-2 0-16,2 1-200 16,-3 0 116-16,6 0 68 0,-8 3-818 0,-3 3 404 0</inkml:trace>
  <inkml:trace contextRef="#ctx0" brushRef="#br0" timeOffset="195088.07">10550 14298 1894 0,'-17'7'0'0,"5"0"0"0,3 1 0 0,4-2 0 0,0 1 0 0,5-2 0 0,0-1 0 0,11-1 0 0,8-1 284 0,4-2-123 0,3 0-53 0,1 0-40 0,3 0 0 0,0 0-30 16,-1-2-1-16,-2-1-210 31,2-4 115-31,-5 5 43 0,-1-1-267 0,-4 3 159 0,-1-2 81 0,-4 0-609 0,3 0 259 0</inkml:trace>
  <inkml:trace contextRef="#ctx0" brushRef="#br0" timeOffset="195264.71">10750 14170 1204 0,'0'3'0'0,"0"0"0"0,0 1 0 0,0 3 0 0,0 1 0 0,0 5 0 0,0 5 0 0,0 3 499 15,0 5-231-15,0 5-116 0,0 0-57 0,0 8 192 16,0-5-129-16,0 0-60 0,0-1-99 16,0-4 1-16,0-3 37 0,2-1 10 15,-1-5-429-15,2-8 210 0,1-3 105 0,1-8-526 16,3-1 306-16,2 0 81 0,2-15 100 0,-1-9-404 0</inkml:trace>
  <inkml:trace contextRef="#ctx0" brushRef="#br0" timeOffset="195522.09">10920 14197 739 0,'1'-2'0'0,"2"0"0"0,-1 2 0 0,2 0 0 0,0 0 0 0,-1 8 300 16,2 8-132-16,1 6-65 0,-1 5-33 0,-1 1 276 0,1 2-158 0,0 3-76 15,-1-1 108-15,1-1-91 16,-1-4-46-16,4 1-5 0,-5-13-10 0,1-1-30 15,-1-4-1-15,2-7-26 0,1-3 1 0,0 0 34 16,0-6-8-16,4-15-20 109,0-3 19-109,3-5 1 0,1-1-1 0,0-6-217 0,1-2 105 0,1-1 31 0,-1 0-599 0,1-4 291 0,-2 1 164 0,0-8 35 0</inkml:trace>
  <inkml:trace contextRef="#ctx0" brushRef="#br0" timeOffset="195719.05">11248 13842 1013 0,'7'0'0'16,"-1"0"0"-16,0 0 0 0,6 0 0 0,-2 0 0 0,1 0 0 0,5 0 117 0,-4 0-44 0,3 2-1 0,0 6 186 0,-1 1-110 0,-3 1-56 0,0 2-17 0,-7 0-49 0,-1 2 12 0,-3 3-1 16,0-2-38-16,-4 2 38 0,-7 4 10 0,-5-6-10 0,-2 0 78 0,-3-1-39 46,5-2 0-46,-2-2-39 0,4-1 10 0,3-4-9 16,3 0-1-16,3-1 165 0,5-1-83 0,0-2-41 0,0 2 10 0,4-3-4 0,12 0-1 0,1 0-45 0,6 0-140 0,1 0 70 16,3-3 44-16,0-1-9 0,1-2-431 0,0 3 225 15,0-3 112-15,-1 3-640 0,2 0 337 0,-6 1 183 16,0 0 87-16,-3 2-176 0</inkml:trace>
  <inkml:trace contextRef="#ctx0" brushRef="#br0" timeOffset="195978.6">11722 14047 1241 0,'3'0'0'0,"1"0"0"0,-1 0 0 0,2 0 0 0,-3 0 0 0,0 0 0 0,-2 0 0 0,0 0 220 16,0 5-91-16,-2 2-37 0,-12 3-9 0,0 4 264 0,-6-1-155 0,-2 7-78 15,-1 1 20-15,-7 3-39 0,2-1-34 0,-2 2-53 16,2-2 1-16,2 0 28 16,4-3 0-16,2-1 42 0,9-5-10 0,3-2-31 0,8-4-1 0,0-3 5 15,2 1-5-15,11 0 10 0,7-4-10 0,4-2 12 16,6 0-11-16,1 0-1 15,0 0-221-15,4 0 112 0,-5 3 42 0,-3-3 29 16,-2 3-561-16,-2 1 275 0,-4 1 112 0,3 4-554 16,-16-1 350-16</inkml:trace>
  <inkml:trace contextRef="#ctx0" brushRef="#br0" timeOffset="196091.84">11468 14541 1500 0,'-19'0'0'0,"2"2"0"0,8 3 0 0,4-5 0 0,5 4 0 0,0-1 233 0,0 3-97 0,7-2-41 0,7 1-33 0,5 1 253 16,2 0-139-16,4-1-70 16,1 3 160-16,4-2-106 0,-2 0-66 0,-2-2-28 0,2 1-373 0,-5-2 172 15,3 2 95-15,-4-2-606 0,-3 0 341 0,-1 1 171 16,1-2 33-16</inkml:trace>
  <inkml:trace contextRef="#ctx0" brushRef="#br0" timeOffset="196259">11951 14004 2039 0,'0'-3'0'0,"2"2"0"0,-1 1 0 0,1 0 0 0,-1 0 0 0,4 4 0 0,-1 13 208 16,-1 12-85-16,0 10 604 0,-2 6-345 0,2 8-173 0,-3 10-76 16,0-4-32-16,0 3-92 0,0-6-9 0,2-3 0 0,-1-4-480 15,6 0 184-15,-3-14 163 16,3 2 84-16,0-5-924 0</inkml:trace>
  <inkml:trace contextRef="#ctx0" brushRef="#br0" timeOffset="196393.35">12314 14530 1766 0,'3'0'0'0,"2"0"0"0,1 0 0 0,-1 2 0 0,3 2 0 0,-4-1 0 0,-1 1 77 0,1 7 10 0,-3 0-52 0,-1 6 253 0,0 2-127 0,-8 6-62 16,-4 1-32-16,-1 5-747 15</inkml:trace>
  <inkml:trace contextRef="#ctx0" brushRef="#br0" timeOffset="196971.37">12693 14209 986 0,'-5'-19'0'0,"-1"0"0"0,2 7 0 0,-1 2 0 0,2 1 0 0,1 8 0 0,2 1 0 0,0 1 327 16,0 19-145-16,0 8-73 0,0 8-28 0,3 3 156 15,4 5-100-15,-1-1-51 0,1 1-25 0,0-4 70 16,3 3-39-16,-2-13-32 0,0-1-81 0,3-4 29 16,-2-8 0-16,1-2-97 0,-1-4 72 0,2-11 22 15,0 0 0-15,1-13-124 16,2-13 71-16,-2-7 41 0,3-4-24 0,-3-4-83 0,-1-1 14 0,0-1 45 47,0 2-18-47,0 3-51 0,1 1 24 0,-7 10 37 0,1 8-16 0,-4 5 43 0,-1 8 0 0,1 6 148 15,-1 0-83-15,2 21-28 0,-2 9-8 0,-1 5 687 0,1 6-310 0,1-1-170 16,4 3-62-16,3-4 24 16,1-6-63-16,2 0-32 0,2-3 1 0,3-1-122 0,0-8 41 0,1-8 25 15,2-6-406-15,0-7 216 16,1 0 107-16,3-2-693 0,-4-15 339 0,-2-5 196 0</inkml:trace>
  <inkml:trace contextRef="#ctx0" brushRef="#br0" timeOffset="197189.52">13206 14140 1254 0,'-8'0'0'15,"1"0"0"-15,3 0 0 0,4 6 0 0,0-1 0 0,0 4 0 0,11 1 451 0,5 0-208 0,4 0-103 16,3 0-52-16,3 2 137 0,1-5-99 0,3 0-45 16,-1-2-59-16,-1 0 14 0,0 0 0 0,-1 0-83 15,-5-1 38-15,-8 0 22 0,-1 0 0 0,-9 4 7 16,-4 1 16-16,0 5 10 0,-14 1-10 0,-10 2 68 15,-9 4-34-15,-4-1-16 0,-2 4-22 0,-3 0-142 16,3-3 63-16,2 2 36 0,3-5-255 0,4 3 137 16,7-3 70-16,2 0-670 0,15-6 351 0,6-5 171 15</inkml:trace>
  <inkml:trace contextRef="#ctx0" brushRef="#br0" timeOffset="197353.34">13578 14495 1515 0,'0'5'0'0,"0"-3"0"16,0 4 0-16,0 0 0 0,-5 5 0 0,-3-4 0 0,-5 4 0 0,-3 4 507 0,-6 3-235 0,-3 2-118 0,-2 2-50 0,1-2 129 15,1 1-98-15,2-1-49 0,4-6-386 0,5 0 168 16,3-1 93-16,7-8-313 16,4-3 194-16,2-2 97 0,11 0 49 0</inkml:trace>
  <inkml:trace contextRef="#ctx0" brushRef="#br0" timeOffset="197681.35">13754 14387 1285 0,'0'0'0'0,"0"3"0"0,0 1 0 0,0 3 0 0,0 4 0 0,0 2 0 0,0 4 576 0,0 7-269 0,0-2-136 0,0 2 464 0,0-2-304 32,6-2-147-32,5-2-74 0,2-3 39 0,4-5-56 78,0 1-19-78,3-11-202 109,3 0 81-109,0-6 42 0,1-13 0 0,3-9-104 0,-7 0 68 0,-3-4 38 0,-5-2 1 0,-4 0-241 0,-3-2 140 0,-2-1 12 0,-3 4-166 0,0 2 111 0,-14 1 54 16,-3 2 27-16,-4 8 76 0,-2-1-32 0,-2 14 8 0,1 6-23 0,-1 1 0 0,3 4-1 0,3 9 1 0,1 2-86 0,10 8 48 0,3-1 0 0,5 2 42 0,0 1-500 0,3-1 248 0</inkml:trace>
  <inkml:trace contextRef="#ctx0" brushRef="#br0" timeOffset="197761.21">14239 14447 2034 0,'3'2'0'0,"3"6"0"0,-3-4 0 0,2 3 0 0,-1 0 0 0,0 1 0 0,-3 2 0 0,2 1 272 0,-3 2-123 0,0 2-56 0,-3 1-28 0,-5 3-1 0,-1-2-28 0,0 1-381 0,2-2 185 0,1-4 99 15,0-1 48-15,1-2-418 0</inkml:trace>
  <inkml:trace contextRef="#ctx0" brushRef="#br0" timeOffset="197954.95">14424 14290 681 0,'5'8'0'0,"1"2"0"0,-1 2 0 0,-1 3 0 0,3 4 0 0,-3 6 562 0,0 0-268 0,-3 1-130 0,1 2 372 15,2 0-251-15,-3-2-124 0,1 3-55 0,1-9 153 16,-1-3-112-16,2-4-56 0,-3-4-27 0,2-5 4 15,2-1-24-15,-2-3-9 0,5-5 23 0,-3-10-23 16,3-7 0-16,2-4 0 0,2-5-92 0,1 0 41 16,0-4 26-16,3-3-436 0,0-1 211 15,-1 0 120-15,7-4 3 0,-4 7-768 0,2 4 413 0</inkml:trace>
  <inkml:trace contextRef="#ctx0" brushRef="#br0" timeOffset="198223.52">14834 14272 1936 0,'-10'1'0'0,"1"3"0"0,4-2 0 0,5 1 0 0,0-1 0 0,0 3 0 0,10-3 301 0,5 1-125 0,6 1-74 0,4-2 323 0,3-1-194 0,3 2-98 0,2-2-50 0,-1 2-96 0,0-2 20 0,-3 2 0 16,-1-1-117-16,-1 0 72 0,-4 0 37 0,2 1 9 15,-11 0-9-15,-3-1 0 0,-5 2 36 0,-5-1 4 16,-1 3-4-16,-3 2-30 0,-15 2-5 0,-7 4 89 16,-5-2-38-16,-2 3-21 31,-6 2-21-31,-7 2-196 0,5 1 97 0,-4-3 63 0,0 2-580 0,7-1 285 0,4-1 147 0,2-1 45 0,16-3-174 16,7-2 134-16</inkml:trace>
  <inkml:trace contextRef="#ctx0" brushRef="#br0" timeOffset="198391.25">15256 14558 1765 0,'-6'12'0'0,"3"-3"0"0,1 3 0 0,-2-3 0 0,0-2 0 0,-4-1 0 0,-7 4 0 0,-2 1 0 0,-7 5 498 0,1-4-236 0,-5 5-113 47,0 0 47-47,2 2-80 0,0 0-32 0,8-3-8 0,4-4-578 0,6-4 268 0,4 0 135 0,4-4-326 0,0-3 238 0,4-1 107 15</inkml:trace>
  <inkml:trace contextRef="#ctx0" brushRef="#br0" timeOffset="198659.44">15395 14449 1393 0,'0'5'0'0,"0"2"0"0,-3 1 0 0,0 3 0 0,-1 2 0 0,0 2 0 0,0 4 276 0,3-2-120 0,1 6-61 16,0-3 425-16</inkml:trace>
  <inkml:trace contextRef="#ctx0" brushRef="#br0" timeOffset="198765.09">15376 14607 2718 0,'5'20'165'0,"7"-4"-70"0,4-5 2 0,1-4-31 0,5-6 0 0,1-1-176 0,1 0 82 0,2-7 26 0,-1-11 1 0,0-1-43 0,0-6 39 0,-6-1 1 0,1-2 47 0,-11 1-148 0,-3 3 55 0,-6-1 39 0,0 4-105 0,-10 1 55 0,-8-1-17 0,-7 9 32 0,-4 6 95 0,-4 3-34 0,0 3-1 0,0 0-34 0,2 0 14 0,3 9-11 0,7 0 49 0,4 1-209 0,6 0 86 0,1 0 35 0,8-1 11 0,2-4-535 0,2 0 273 0,11-5 136 0</inkml:trace>
  <inkml:trace contextRef="#ctx0" brushRef="#br0" timeOffset="198938.93">15655 14047 1281 0,'1'-6'0'0,"1"-5"0"0,3 2 0 0,4 0 0 0,6 3 0 0,-2 1 0 0,6 4 130 0,0-2-48 16,4 3-23-16,4 0 198 0,-3 0-115 15,1 4-54-15,0 5-26 0,-4 2-78 16,-3 3 26-16,0 3 8 0,-8-3 17 0,-7 3-16 0,0 2 16 0,-3 4 0 16,0-2 170-16,-7 4-76 15,-4-1-51-15,3-2 0 0,-1 2 286 0,1 1-165 0,0-2-82 0,3 4 207 16,4-5-149-16,1 2-150 0,0-3-25 0,0 3 0 16,6 0 0-16,7 4 0 15,-1-4 0-15,2 4 0 16,-2 0 0-1,1 5 0-15,-1 4 0 0,-2 6 0 0,-5-4 0 0,-4 0 0 0,-1 1-130 0,0 5 62 16,-8 1-16-16,-3 4 50 16,-3-14-15-16,2-4 1 0,-5-3-4 0,1 0-703 0,1-3 360 0,4 1 170 15</inkml:trace>
  <inkml:trace contextRef="#ctx0" brushRef="#br0" timeOffset="199067.9">16254 14881 0 0,'-16'3'0'0,"5"0"0"0,3 0 0 0,8-1 0 0</inkml:trace>
  <inkml:trace contextRef="#ctx0" brushRef="#br0" timeOffset="201946.21">16467 17191 1856 0,'-9'-8'0'0,"2"5"0"15,4-1 0-15,3 4 0 0,0 0 0 0,11 0 0 0,6 3 219 0,4-1-90 0,4 3-36 0,2-5 282 0,3 0-168 0,1 0-84 0,2 0-43 0,0 0-86 16,5 0 10-16,-5 0 34 0,-1 0 1 0,-5 0-523 16,0 4 262-16,-7-1 130 15,2 3-809-15,-12 5 440 0</inkml:trace>
  <inkml:trace contextRef="#ctx0" brushRef="#br0" timeOffset="202117.33">16509 17506 1988 0,'-28'6'0'0,"6"2"0"16,2 5 0-16,12-2 0 0,5-2 0 0,3-6 0 0,0 2 192 0,11 1-77 0,6 0-29 0,6-2 415 0,5-3-236 0,5-1-116 16,1 0-58-16,4 0 19 0,7 0-27 0,-8 0-9 15,2-4-37-15,2-2-602 47,-4-1 302-47,9-1 160 0,-11-1-705 0,4-3 407 0,-5 0 202 0,-1 0-251 0,-5-3 205 0</inkml:trace>
  <inkml:trace contextRef="#ctx0" brushRef="#br0" timeOffset="202338.75">17255 17091 951 0,'7'-12'0'0,"0"5"0"0,-2 1 0 15,-3 3 0-15,0 3 215 0,0 0-78 0,-2 2-55 0,-2 12 240 32,-10 4-142-32,-5 2-71 0,-4 4-35 0,-2 4 9 0,-2-4-45 0,-1 3 0 0,-1-3 0 0,2 2 1 0,0-2-1 0,-2 1 10 15,7-4 617-15,6-7-313 0,2-3-157 0,7-2-78 16,5-2 93-16,0 1-210 0,17-6 0 0,10-2 0 15,10 0 0-15,4 0 0 0,5-7 0 0,3-1 0 16,-4-1 0-16,-1 2 0 16,1-2 0-16,-2 3 0 0,1-1 0 0,4 0-26 0,-12 4-815 0,-3-1 398 15,-5 3 203-15,-6-1-566 16,-6 0 385-16,1 2 181 0</inkml:trace>
  <inkml:trace contextRef="#ctx0" brushRef="#br0" timeOffset="202493.87">17369 17040 902 0,'-16'0'0'0,"-4"-2"0"0,13 2 0 0,1 0 0 0,2 10 524 0,4 7-243 0,0 8-121 0,0 5-52 0,0 6 276 15,6 7-173-15,3 9-86 0,-3 3-44 0,2 6 374 16,0 7-199-16,-5-10-114 0,2-2-242 0,-1-7 68 16,1-2 36-16,0-9-649 0,2 6 351 0,0-19 161 15,-1-3 86-15,4-2-825 0</inkml:trace>
  <inkml:trace contextRef="#ctx0" brushRef="#br0" timeOffset="202871.3">18215 16970 1739 0,'-11'-29'0'0,"-3"7"0"0,3 8 0 0,-3 0 0 0,1 6 0 0,-2 8 0 0,-3 0 505 0,-1 0-234 0,3 17-116 0,-4 5-50 0,7 4 233 0,2 9-150 0,5 4-75 0,3 6-38 0,1 10 75 0,2-4-62 0,0 3-24 31,7 1 76-31,5 1-140 0,0 1 0 0,4 8 0 16,0-13 0-16,-4 0 0 0,-1-4 0 0,-5-4 0 0,-3-4 0 0,-1 6 0 0,-2-14 0 0,-7-6 0 15,-9-2-2-15,-3-4-4 0,-5-6-20 0,-4 0-80 31,4-13 19-31,0-1 42 0,4 0-387 0,1 0 197 79,8-8 96-64,0-3-565-15,10-5 338 0,1 0 164 0,6-4 82 0</inkml:trace>
  <inkml:trace contextRef="#ctx0" brushRef="#br0" timeOffset="203025.05">18330 17687 1908 0,'8'7'0'0,"-2"4"0"0,-1 0 0 0,5 3 0 0,-3 1 0 0,-2 1 0 0,1 4 0 0,-2-3 0 0,-1-2 610 16,0 1-286-16,4-4-143 0,-2 2-72 0,2-3 59 0,2-4-70 0,2-4-30 0,1-3-103 0,0 0 37 0,2-4-1 0,1-13-255 0,-2-3 141 0,-2-2 76 15,-3-2 37-15,-4 1-155 0,-1-3 107 0,-3 4-14 0,0 2 41 16,-3 3-67-16,-9 3 34 0,-2 3-34 16,-2 0 16-16,-2 6 212 0,-1 4-86 0,0 1-37 15,1 0-12-15,2 6 19 0,-1 1-39 0,6 3-167 16,2 0 86-16,4-1 62 0,3 0-1 0,2-3-651 15,0-1 315-15</inkml:trace>
  <inkml:trace contextRef="#ctx0" brushRef="#br0" timeOffset="203193.8">18559 17105 1493 0,'0'1'0'0,"0"-1"0"0,0 0 0 0,0 2 0 0,0-2 0 0,0 0 360 0,6 0-162 0,7 3-72 0,5-1 145 0,3-1-117 0,4 0-59 16,4 1-29-16,2-2-32 16,7 0 12-16,-1 0-9 0,-1 0-1 0,-2 0-598 15,-1 0 299-15,-5 0 150 0</inkml:trace>
  <inkml:trace contextRef="#ctx0" brushRef="#br0" timeOffset="203466.1">18690 17212 1330 0,'0'0'0'0,"0"0"0"0,1 0 0 0,3 3 0 0,7-1 0 0,1 2 0 15,0 2 0-15,5 1 214 0,-1 3-88 0,-1 2-45 0,3 2 96 0,-4 3-75 0,-5 0-33 16,-2 2 1-16,-6 1-8 0,-1-1-26 0,0 5 10 16,-14-4 59-16,-5-3-34 15,-2 0 0-15,-2-3-34 0,0-2 148 0,0-2-65 16,6-2-46-16,1-2 118 0,4-5-77 0,3 1-40 0,4-2 1 0,2 2-30 15,3-2-9-15,4 0-1 0,15 0 1 0,4 0-55 16,2 0 27-16,8 0 10 16,-5 0-268-16,4 0 142 0,1-2 72 0,-2-3 36 15,1 1-570-15,2-1 273 0,-8 0 90 0,-2-2-412 16,-4 1 291-16,-3-1 145 0,-4 2 72 0</inkml:trace>
  <inkml:trace contextRef="#ctx0" brushRef="#br0" timeOffset="203706.88">18546 16645 2354 0,'0'-8'0'0,"-3"-2"0"0,3 3 0 63,0 0 0-63,11 4 0 15,14 0 0-15,8 2 0 0,5-1 0 0,3 0 316 0,5 2-140 0,7-2-61 0,-5 0 151 0,-3 2-116 0,0-3-56 0,-6 1-28 0,-6-1-369 16,0 2 180-16,-15-2 75 0,-7 3-320 0,-8 0 202 0,-3 0 101 0,0 9 52 0</inkml:trace>
  <inkml:trace contextRef="#ctx0" brushRef="#br0" timeOffset="203809.61">18747 16658 951 0,'0'8'0'0,"0"4"0"15,2 2 0-15,-1 3 0 0,3 7 0 0,-3-4 440 0,1 4-201 0,-2 2-101 16,0 0-51-16,0-1-17 0,0 4-23 0,-2-7-10 0,1 0 0 0,-1-6-629 16,0-1 296-16</inkml:trace>
  <inkml:trace contextRef="#ctx0" brushRef="#br0" timeOffset="203942.33">18967 16661 2925 0,'6'13'0'0,"2"3"0"15,3 3 0-15,-2 5 0 0,1 5 0 0,-1 5 0 0,-3 7 0 0,-4 1 0 0,-2-2 0 0,0 0 0 0,0-4 0 0,-2-2 0 0,-1-1-414 0,-3-14 220 0</inkml:trace>
  <inkml:trace contextRef="#ctx0" brushRef="#br0" timeOffset="204682.3">13997 11681 792 0,'3'-17'0'0,"-1"0"0"0,3-2 0 0,0 4 0 0,1-1 0 0,-2 3 142 0,1 1-52 0,0 0-25 0,0 3 249 0,-4 6-143 0,0 1-65 0,2 2-35 0,-1 0 151 15,-2 0-92-15,0 0-36 0,-7 9-10 0,-8 8-18 0,-5 6-27 0,-5 4-1 0,-2 7-29 0,-7 6 10 16,2-1 19-16,-3 1-161 47,-1 3 81-47,2-3 40 0,1-2 0 0,2-1-437 0,9-12 225 0,10-8 113 0,8-8 4 0,4-9-458 0,12 0 248 0</inkml:trace>
  <inkml:trace contextRef="#ctx0" brushRef="#br0" timeOffset="204827.43">14172 11630 1252 0,'3'-5'0'0,"0"2"0"0,-1 0 0 0,-1 2 0 0,-1 1 0 0,0 0 0 0,0 4 0 0,-13 11 532 0,-5 9-246 0,-5 1-124 15,-3 7 81-15,-2 1-106 0,0-1-50 0,-1 4-66 16,-1 0 17-16,0-1 1 0,1 3 9 0,6-11-385 16,4-3 187-16,8-10 95 15,5-2 47-15,6-9-618 0,0-3 327 0</inkml:trace>
  <inkml:trace contextRef="#ctx0" brushRef="#br0" timeOffset="205017.51">14240 11748 1989 0,'0'0'-2'0,"0"0"0"0,0 0 1 0,-1 3-1 0,-4 5 2 0,-5 1-1 0,-4 6 1 0,-9 9 0 0,0 3 0 0,-7 6 0 0,0 4 0 0,2-1 255 0,-3 3-99 0,8-5-64 0,6-8-347 0,6-4 146 0,6-7 74 0,5-3 37 15,0-3-639-15</inkml:trace>
  <inkml:trace contextRef="#ctx0" brushRef="#br0" timeOffset="205110.29">14388 11833 866 0,'7'1'0'0,"-3"1"0"0,4 1 0 0,-4 4 0 0,0 5 0 0,-3 2 505 0,-1 6-233 16,0 6-107-16,-5 7 293 0,-10 4-210 0,-1 4-105 0,-4 1-300 0,4-1 97 0,-7 4 59 16,7-10 15-16,1 3-422 0</inkml:trace>
  <inkml:trace contextRef="#ctx0" brushRef="#br0" timeOffset="207442.31">19652 17395 454 0,'0'0'0'0,"0"-1"0"0,0-1 0 0,0 1 0 0,0-1 0 0,-1 0 0 0,0 1 0 0,1-1 0 0,-2 0 82 0,1 1-44 0,1-3-1 0,-2 3 1 0,1-3-27 15,1 3-9-15,-2-1 35 0,2-2 1 0,-2 4-35 16,1-4-1-16,-1 3 41 16,2-4-41-16,-1 3 0 0,-1 0 29 0,0-1-30 15,1 0 25-15,-2-2 3 0,1 1-3 0,-2 1-43 16,2 0 40-16,-1 0-7 0,-2-1 5 0,2 0 13 16,-2 1-13-16,1 3 0 0,-4 0-29 0,0 0-2 15,-1 0 29-15,-3 11 2 0,1 9 48 0,-4 5-24 16,-3 11-1-16,4 5 18 0,-5 9-40 0,2 7 8 15,3-5-7-15,1 3 30 16,7-3 0-16,3-8-20 0,3-5-5 0,0-3 44 16,0-16-41-16,8-8 9 0,6-8-59 0,0-4 27 15,5-2 0-15,4-12 34 0,-2-16-70 0,2-7 24 16,2-8 0-16,-1-3-55 94,6-10 36-94,-5 2-3 0,-3-4 42 0,3 0-174 0,-3-5 80 0,-1-2 24 0,0-13 3 0,-6 12 2 0,-2-4 39 0,-5-2-50 0,4 3-37 0,-6 8 15 0,-4 6-11 0,-2 34 33 0,0 14 225 0,-3 9-97 0,-7 12-48 0,-4 17 187 0,-1 11-100 0,-2 7-54 0,6 6-9 0,-2 8-1 15,4 3 15-15,1 5-46 0,2 3 50 0,1-11 157 0,4-3-92 0,-2 0-44 16,3-2-55-16,0-3 9 0,3 2 10 0,7-16-9 16,3-10-52-16,4-7 26 46,0-7 0-46,3-8-109 0,2-5 66 0,-1-2 27 0,2-19 0 0,2-6-58 0,-2-8 20 0,-1-4 26 0,5-6-8 0,-7 2-168 0,0-1 75 0,-1-3 51 16,-1 1-88-16,2 0 61 0,0-6 5 0,-5 14 10 16,-7 4 82-16,0 9 1 15,-5 12-42-15,-2 6 190 32,-1 3-102-32,0 2-39 0,-7 25-15 0,-5 8 300 0,-1 8-142 0,0 3-78 0,3 6-11 0,1-4 82 0,4 0-30 0,4 0-43 0,1-5 91 15,0-3-64-15,3 4-23 0,11-12-67 16,4-4-1-16,3-9 26 0,4-3 1 0,3-4-145 15,-4-10 67-15,4 0 39 0,-2-8 0 0,-2-10-112 16,0-6 57-16,1-3 46 16,-9 2-19-16,-1-4-60 0,-4 0 17 0,-1-2 34 15,-1 1-66-15,-4-5 36 0,-5 4 5 0,0 0 0 0,0-4 64 0,-4-1 1 16,-10-1-37-16,-1-6 26 16,-7 9-17-16,-3 2-3 0,-1 3 7 0,-4 8 52 15,1 9-25-15,-4 3-5 0,7 9-9 0,2 0 90 16,3 9-39-16,5 10-27 0,3 1 188 0,4 5-97 15,9-2-38-15,0-2-30 0,9 3 27 0,11-3 0 16,4-2-16-16,4 0-256 0,3-3 116 0,2-5 56 16,1-2 35-16,-1-2-527 0,2-2 245 0,5 0 128 15,-8-5 37-15</inkml:trace>
  <inkml:trace contextRef="#ctx0" brushRef="#br0" timeOffset="207778.15">21140 16929 1597 0,'-11'-22'0'0,"1"1"0"0,-1 4 0 0,0-1 0 0,2 7 0 0,-3 6 0 0,-1 2 0 0,-1 0 143 0,1 3-53 0,-1 0-18 0,2 15 253 0,3 5-145 0,2 7-71 0,0 6-36 0,2 8 127 0,-1 9-72 0,6 1-50 0,0 3 0 0,0 6 38 16,0 1-39-16,3 5 0 0,2 14-72 0,1-9 32 15,-1 0 0-15,-1-2-1 0,-2-4-36 0,-1-4-1 16,-1 4 47-16,0-23-169 0,-1-1 80 0,-10-9 40 16,0-3-1-16,-3-5-171 0,-5 2 95 0,1-11 13 15,-1-5 34-15,-1-2-263 0,-2-4 135 0,4-1 41 16,-3-2-340-16,8-1 216 15,0 0 104-15,9-1 51 0,1-13-220 0</inkml:trace>
  <inkml:trace contextRef="#ctx0" brushRef="#br0" timeOffset="208100.09">21302 17755 579 0,'1'14'0'0,"2"-2"0"0,-3 9 0 0,0-1 0 0,0 3 0 0,0 5 627 0,0-5-300 0,0 0-145 15,0-1-73-15,0-4 329 0,0-3-200 0,0 0-93 16,8-8-151-16,6-3-1 0,1-4 43 0,4-2 0 31,2-13-330-31,2-6 174 0,-2-4 74 0,-3-1-110 0,-3-3 96 0,-4 1 48 0,-2-2 24 0,-2 1-156 16,-7 5 72-16,0 2-43 0,0 3 45 0,-13 2 198 16,1 3-83-16,-5 1-49 0,-1 6 355 0,-3 5-181 15,-1 2-58-15,0 0 28 0,1 6-60 0,1 5 11 110,8 0-31-110,1 2-355 0,2 0 166 0,3 1 82 0,6-4 42 0,0 4-299 0,0-2 140 0,3-4 88 0,7-3-6 0</inkml:trace>
  <inkml:trace contextRef="#ctx0" brushRef="#br0" timeOffset="208220.09">21519 16644 1821 0,'-3'-15'0'0,"-1"1"0"0,4 9 0 0,0 2 0 0,0 3 0 0,0 3 183 15,0 14-74-15,0 10-36 0,0 4 0 0,0 6 436 0,2 9-227 0,-2 2-128 16,0 2-430-16,2 2 156 0,0 0 78 0</inkml:trace>
  <inkml:trace contextRef="#ctx0" brushRef="#br0" timeOffset="209952.63">21906 17248 1179 0,'0'0'0'0,"0"0"0"0,3 0 0 0,0 8 0 0,1 5 0 0,2 8 0 0,0 8 106 0,0 7-25 0,0 7-9 0,-1 4 117 15,-4 3-75 1,1-1-38-16,-2-3 0 0,0 3-61 0,0-14-10 0,0-5 33 0,-3-7 26 0,1-10 0 31,-1-1-16-31,1-12-10 31,0 0 170-31,0-4-85 0,2-14-43 0,0-11 58 0,0-3-40 0,8-6-35 0,3-2 0 0,6-2 11 0,0-2-36 0,3 0 0 0,2-4 9 0,-3 12-65 16,0 4 28-16,1 0 0 0,-1 6-174 0,1 4 101 16,3 1 59-16,-7 11 17 15,3 7-601-15,-2 1 289 0,3 2 97 0,-1 3-466 0,4 6 305 0</inkml:trace>
  <inkml:trace contextRef="#ctx0" brushRef="#br0" timeOffset="210927.76">22641 17327 1041 0,'-8'-20'0'0,"-2"5"0"0,2 0 0 0,-3 3 0 0,-1-2 0 0,1 7 0 0,-5 4 284 0,-1 1-122 0,-3 2-63 0,-2 6 175 0,-6 14-109 0,3 9-69 93,1 4-30-93,1 5 125 0,2 3-77 0,1 7-29 0,9-9-10 0,6 0 3 0,3-3 0 0,2-2-41 0,2-3 40 0,10 3-30 0,5-15-10 0,6-6-1 0,5-6-214 0,2-5 107 0,0-2 54 0,6-3-293 0,-7-13 141 0,-1-6 92 0,-4 0 7 0,-1-4-227 0,-1-1 110 0,-1 0 66 0,-8 3 46 0,-1 2 59 16,-5 2-21-16,-3 4-1 0,0 2 255 0,-3 3-137 16,-1 7-54-16,0 2-32 0,-1 2 425 0,-10 2-218 15,0 15-63-15,0 5 183 0,3 0-132 0,-1 4-75 16,6 0-38-16,1-2-63 15,2 0 25-15,0-1 8 0,0-4-8 0,9-4-94 16,2-4 47-16,5-3-1 0,-1-5-225 0,5-3 145 16,0 0 55-16,-2-11 35 0,0-7-340 0,-4-2 165 15,-1-4 30-15,0 0 59 0,-9 0 10 0,-2 0 38 16,-2-1 1-16,0 0 129 0,0 2-64 0,-8-1-43 16,-6 6 9-16,0 2 218 0,-4 2-106 0,2 4-64 46,2 3 128-46,0 1-50 0,2 4-56 0,7 2 24 0,0 0 72 0,3 0-61 0,2 0-31 0,0 7-177 0,10 1 69 0,8-1 38 16,6-2 1-16,5 1-249 0,6 0 144 0,1-5 49 16,1-1 35-16,3 0-285 0,-2 0 143 0,1-1 32 15,3-9 59-15,-13 1 11 0,-2 1 24 0,-5-1 49 16,-8 1-25-16,-5 3 1 16,-4 1-34-16,-5 1 272 0,0 2-131 0,-2 1-59 15,-10 0-36-15,-4 0 506 16,-1 0-241-16,3 6-72 0,1 1-79 0,3 1 150 0,2 2-112 0,2-1-58 15,4 2-146-15,2 0 40 0,0 1 25 0,2 0 0 16,5 1-68-16,5-2 47 16,1 4 32-16,2-3-269 0,0 2 142 0,-1-2 47 0,1 1 43 0,-2 0-326 15,-2 2 154-15,-2-2 35 78,-6 0 57-78,-1 0 107 0,-2 2-24 0,-2-3-1 0,-10 2 229 0,0-2-122 0,-4-2-67 0,-1-3-33 0,1 0 187 0,0-1-74 0,2 1-64 0,2-7 261 0,6 2-139 0,0-2-39 0,2 0-45 0,4 0-179 0,0 0 77 0,6-5 23 0,11-6 1 0,7-2-339 63,4-2 184-63,2-1 69 16,5-4-431-16,0 3 216 0,2-1 133 0,1 1 50 0,-4-3 70 0,-1 7 6 0,-1-3-9 0,-8 9 154 0,-9 0-72 0,-2 4-37 0,-8 0 0 0,1 3 284 0,-6 0-156 0,-3 14-81 0,-8 1-42 0,-3 5 532 0,-1 1-257 0,4 2-71 15,2 1-48-15,3-3-62 16,3 2-31-16,3-5 1 0,0 2-165 0,0 2 76 15,6-8 25-15,11-4-125 32,1-2 80-32,7-7 38 0,3-1 1 0,5-1-297 0,1-14 110 0,0-7 96 0,2-2-35 0,-2-3-131 0,-3-5 112 0,3-5 46 15,-10 2 99-15,-5-4-1 0,-4-2-33 0,-10-1-40 16,-3-6 1-16,-2-5 29 16,-3 8 11-16,-16 5-33 0,-5 7 1 0,-5 9 31 0,-2 12 0 15,-4 2 112-15,6 10-52 0,-1 0-29 0,2 17-4 0,4 1 394 16,4 5-182-16,2 1-102 15,13-2 86-15,5 4-82 32,0 3-15-32,4 1-28 0,14-1-281 0,3 3 135 0,5-6 63 0,3-2-854 0,4-2 422 0</inkml:trace>
  <inkml:trace contextRef="#ctx0" brushRef="#br0" timeOffset="211623.54">24400 17348 956 0,'-7'-21'0'0,"-2"4"0"0,1 2 0 0,-1 2 0 0,-2 1 0 0,-1 0 0 0,-6 2 0 0,2 3 0 0,-3 5 202 0,-1 1-84 0,-3 1-40 0,-1 0-1 0,-3 13 70 16,5 5-61-16,0 8-24 0,0 3 18 0,2 8-44 16,6 3 0-16,-3 6 9 15,12-7 87-15,3-1-48 16,2-1-23-16,0-6 129 0,5-2-77 0,10 0-30 0,4-10-8 0,6-9-68 15,3-8 0-15,2-2 29 0,1-1 0 0,3-17-156 16,-6-6 73-16,0-10 42 0,-1-3-136 16,-2-6 71-16,0-3 56 0,-2-7-329 0,-6 2 168 0,-3-4 40 15,0-2 57-15,-6-5 83 0,-3-1-41 0,0-9-9 16,-4 6 9-16,-1 0 166 0,0 2-83 0,0 7-42 16,-1 15 1-16,-6 5 167 0,-2 28-94 0,2 7-17 15,-2 4 225-15,2 21-112 16,-1 14-74-16,-4 11 29 109,4 7-52-109,0 9 0 0,1 4-42 0,4 4 75 0,-2 2-37 0,5 8 8 0,0-13-46 0,0-1 49 0,10 2-25 0,6-5 1 0,4 6-16 0,3-23-382 0,2-9 186 0,0-8 94 0,2-9-782 0,-4-12 380 0,-1-1 205 0</inkml:trace>
  <inkml:trace contextRef="#ctx0" brushRef="#br0" timeOffset="212656.64">24803 16970 38 0,'0'0'0'0,"0"0"0"0,0 0 0 0,0 0 0 0,0 0 0 0</inkml:trace>
  <inkml:trace contextRef="#ctx0" brushRef="#br0" timeOffset="213343.39">23888 16917 639 0,'0'-9'0'0,"-2"-1"0"0,2 4 0 0,-1 2 0 0,-1 2 0 0,2-1 260 16,0 3-110-16,0 0-47 0,0 9-38 0,3 10 326 15,1 3-177-15,5 6-89 16,-4 9 60-16,1 3-64 0,-2 1-47 0,-1 4 0 16,-1 0 80-16,0 1-58 0,-1 4-30 0,-1 4 41 15,0-13-40-15,0-6 1 0,0-4-30 0</inkml:trace>
  <inkml:trace contextRef="#ctx0" brushRef="#br0" timeOffset="213427.46">23922 17452 3137 0,'-3'15'88'0,"1"1"-15"0,-1-13-9 0,-1-3 266 0,2-2-146 0,-4-13-129 0,1-5-55 0,4-9 0 0,1-5 0 0,0-5 0 0,5-4 0 0,8-3 0 0,2-2 0 0,4 4 0 0,-2 3 0 0,5 2 0 0,-1 1 0 0,2 2 0 0,-1 0 0 0,-2 14 0 0,-1 4 0 0,-3 6-256 0,1 7 21 0,-5 4 53 0,5 1-413 0,-6 0 283 0,-1 6 138 0,4 6 67 0,-2 2-282 0</inkml:trace>
  <inkml:trace contextRef="#ctx0" brushRef="#br0" timeOffset="213847.18">24745 17094 1774 0,'-3'0'0'0,"-2"0"0"0,1 0 0 0,2 0 0 0,0 3 0 0,-1 6 0 0,0 5 0 0,3 4 0 0,0 9 0 0,0 5 79 15,0 5-1-15,0 9-33 63,0 1 322-63,0 2-165 0,0 0-83 0,0-3-85 0,3-5 2 0,-1 0 10 0,-1-14-10 0,1-9 76 0,-1-7-38 0,0-5 0 0,-1-6-38 16,0 0 110-16,0-3-59 0,0-19-25 0,0-7-1 0,4-3 254 0,2-6-167 0,5-6-148 15,2 3 0-15,3 0 0 0,0 4 0 0,3-1 0 31,0 4 0-31,4-2 0 0,-1 9 0 0,-2 6 0 0,3 4 0 0,-2 7 0 0,2 5 0 0,-1 3 0 16,-3 2 0-16,-5 3 0 31,0 11 0-31,-5 0 0 0,-1 3-162 0,1-3 37 0,-6 1-310 0,-1 1 200 0,-2-6 99 0,0 3 50 0,0-5-459 0,0 2 246 32,0-5 135-32</inkml:trace>
  <inkml:trace contextRef="#ctx0" brushRef="#br0" timeOffset="-213670.15">25553 16961 1653 0,'-13'2'0'0,"5"0"0"0,0-1 0 0,1 3 0 0,2 2 0 0,2-1 0 0,1 1 0 0,2-1 0 0,0 2 0 0,5 0 234 0,7 1-98 0,1-3 160 0,5 1-119 0,0 0-74 0,0-3-32 0,0 1-60 16,0 0 0-16,0-3 28 31,1 4 9-31,-3-4-142 0,-3 3 66 0,0 0 33 0,-2-1-515 0,0 2 274 0,0 2 123 0,-5 0 68 0</inkml:trace>
  <inkml:trace contextRef="#ctx0" brushRef="#br0" timeOffset="-213504.99">25517 17365 1939 0,'-5'0'0'0,"-2"2"0"0,2 0 0 0,3 3 0 0,1 0 0 0,1 2 0 0,0-1 0 0,10 1 0 0,7 0 600 0,2 0-280 0,6 3-132 15,1-7-79-15,2 3 72 16,0-3-71-16,0 2-35 0,-1-3-259 0,2 1 121 16,-4 1 46-16,-1-4 28 0,-2 0-647 0,1 3 337 15,2-3 169-15,-2 2-795 0</inkml:trace>
  <inkml:trace contextRef="#ctx0" brushRef="#br0" timeOffset="-212796.1">26375 16777 961 0,'-5'-10'0'16,"-2"5"0"-16,3 1 0 0,1 3 0 0,0 1 0 0,-2 0 0 0,-3 4 253 0,1 9-112 0,-4 7-53 0,-3 6-25 0,0 1 158 0,-4 7-92 0,-3 2-36 0,-1-3-10 0,-1 1-1 0,1 0-44 0,-2-4-1 0,1-1 69 0,-3-1-26 0,11-13-8 0,3-3 165 0,6-6-101 0,0-4-49 31,6-2-24-31,0 0 62 0,0 0-48 0,11 0 0 0,7 0-40 0,7 0 69 0,5 0-34 0,6 0 10 0,-3 1-4 0,4-1-40 0,2 4-1 0,0-2 0 16,0 0-171-16,7 1 95 0,-8 1 34 0,-2 1-479 16,-5-1 232-16,0 0 133 0,-6 0 23 0,3-1-314 93,-15 1 172-93,0-1 100 0,-7-3 50 0,-2 0-506 0</inkml:trace>
  <inkml:trace contextRef="#ctx0" brushRef="#br0" timeOffset="-212697.56">26431 16883 1208 0,'-12'4'0'0,"2"7"0"0,4 3 0 0,3 7 0 0,1 4 0 16,2 7 0-16,0 4 527 0,0 4-250 0,0 2-119 0,0 2 216 0,0 7-169 0,0-1-83 0,0 3-34 0,0-6-263 0,0-2 106 0,1-3 53 15,-1-3 27-15,0-1-233 0,0 1 139 0,1-10 56 16,-1-2-565-16,2-8 314 0,-1-2 50 0</inkml:trace>
  <inkml:trace contextRef="#ctx0" brushRef="#br0" timeOffset="-212159.17">27160 16915 979 0,'3'-27'0'0,"1"1"0"0,2-4 0 0,0 4 0 0,0-1 0 0,-4 0 0 0,1-1 0 0,0 0 107 0,-3-3-25 47,0 4-10-47,0 2 121 0,-4 1-78 0,-6 1-39 0,-4 4 0 0,3-4 99 0,-5 12-74 0,-1 4-31 0,0 1 170 0,-2 5-101 16,2 1-51-16,-5 0 64 0,4 9-62 0,2 10-26 31,-2 2-1-31,5 7 79 0,-1 7-52 0,0 9-17 0,6 3-9 0,-2 4 69 16,6 8-47-16,-1 5-25 0,4 1 0 0,-5 9 48 46,6-10-41-46,0-3 0 0,0 2-116 0,0-1 43 0,0-3 0 0,2 6-34 0,0-17 34 0,1 1 0 16,-3-6 43-16,0-2-179 0,0-3 84 0,-7 4 21 0,-6-15 24 0,1-5-197 0,-5-6 100 0,1-4 20 16,1-4 31-16,0-8-268 0,2 0 145 0,0-2 72 15,6-8-391-15,3-5 232 0,2-4 105 0,2-7-461 16,2 1 293-16</inkml:trace>
  <inkml:trace contextRef="#ctx0" brushRef="#br0" timeOffset="-211892.14">27128 17413 952 0,'0'5'0'0,"0"0"0"0,0 6 0 0,0 2 0 0,1 2 330 0,-1 6-137 0,2 1-82 0,2-1-37 109,2 0 537-109,1 0-286 0,7-3-145 0,0 2-61 0,0-7 64 0,4-6-72 0,4-4-37 0,1-3-211 0,1 0 87 0,-1-8 53 0,-2-11-9 63,-4-2 44-63,-2 1-1 0,-6-4 0 0,-2 2-255 0,-4-3 137 0,-3 2 54 0,0 3-106 0,-15 1 91 0,1 3-34 0,-6 3 25 0,-3 1-37 0,-3 7 288 0,1 4-102 0,-3 1-55 0,1 0 9 0,3 6-1 0,1 1 9 0,7 0-44 0,5 0-348 0,0 0 169 0,8-2 87 0,1 0-640 0,2 0 330 0,0-5 178 0</inkml:trace>
  <inkml:trace contextRef="#ctx0" brushRef="#br0" timeOffset="-211725.52">27352 16743 2228 0,'-9'-10'0'16,"3"3"0"-16,2 1 0 0,4 2 0 0,0 1 0 0,0-1 0 0,12 2 0 0,3 0 0 0,5 2 323 0,6 0-143 0,1 0-71 0,2 0-40 0,-1 0-9 0,-1 0-23 0,3 0-1 0,2 2-626 15,-5 2 313-15,4-1 166 0,-6 2 69 0,-7 3-382 16</inkml:trace>
  <inkml:trace contextRef="#ctx0" brushRef="#br0" timeOffset="-211484.43">27448 16892 1120 0,'0'-4'0'0,"0"2"0"0,0-1 0 0,4 1 0 0,6 0 0 0,2 2 0 0,4 0 0 0,2 2 0 0,-1 8 189 0,-2 0-76 0,1 6-39 16,-7 2 1-16,-2 1-81 0,-3 4 9 0,-4 1 33 15,0-1-32-15,-11 1 0 0,-7 0 32 0,-4-2 0 16,-5 1 130-16,1-5-70 0,4-1-30 0,3-4 207 16,2-4-118-16,6 0-59 15,-1-1-22-15,10-4 21 0,2-4-29 0,3 0 0 16,18 0-30-16,7 0 26 0,5-5 8 0,4-5-34 16,5-4 1-16,1 0-368 0,1 0 184 0,-2 0 92 15,2-2-190-15,-5 2 86 0,-6-1 86 0,-3 2-551 16,-3 2 294-16,-8-2 146 0</inkml:trace>
  <inkml:trace contextRef="#ctx0" brushRef="#br0" timeOffset="-211303.88">27589 16283 1880 0,'2'0'0'0,"-1"-2"0"0,5 2 0 0,4-3 0 0,9 2 0 15,6-2 0-15,3 2 123 0,5-1-44 0,2 0 14 16,1 2-28-16,5-3 8 0,-7-3-36 0,-2 2-202 16,-3 0 100-16,-4 2 52 0,-4-2 24 0,-1 3-658 15,-13 1 332-15</inkml:trace>
  <inkml:trace contextRef="#ctx0" brushRef="#br0" timeOffset="-211174.07">27726 16312 954 0,'-4'10'0'0,"2"0"0"0,-2 4 0 0,3 3 0 0,1 5 0 0,0 1 0 0,0 0 292 0,0-1-128 0,0 2-63 0,0-1-92 16,0-1 28-16,0 1 9 0,0-9-9 0,1-1-549 15</inkml:trace>
  <inkml:trace contextRef="#ctx0" brushRef="#br0" timeOffset="-210911.47">27916 16284 1719 0,'-1'-3'0'0,"1"3"0"0,-2-3 0 0,-1 3 0 0,1 0 0 0,-1 9 0 0,0 8 0 0,-3 6 0 0,2 3 0 0,0 8 344 15,-1 2-153-15,0 6-78 0,3 1-426 0,2 3 175 0,0-2 87 0</inkml:trace>
  <inkml:trace contextRef="#ctx0" brushRef="#br0" timeOffset="-210814.91">27876 16644 1060 0</inkml:trace>
  <inkml:trace contextRef="#ctx0" brushRef="#br0" timeOffset="-209836.65">28247 17067 1334 0,'-6'-20'0'0,"0"-3"0"0,3 7 0 0,2 2 0 0,-3-3 121 0,0 3-48 0,-1-1-25 0,-7 0 6 0,4 6 124 0,-9 7-73 0,0 2-34 0,-4 0 17 0,-5 14-25 0,-7 13 9 0,1 8-36 0,2 3-38 0,-1 9 39 0,6-2 0 0,4 3 123 15,1 3-53-15,11-10-39 0,6-4 0 0,3-4 36 0,0-2-34 0,12-8 0 16,10 3-23-16,2-19-73 16,9-6 32-16,2-1-1 0,-2-3-206 0,7-14 128 15,-9-7 51-15,1-3 29 0,-7 0-369 0,0-2 182 0,-6 2 58 0,5-4 31 16,-11 10 9-16,-4-1 1 0,-5 5 41 0,-1 5 330 15,-3 4-169-15,0-1-89 16,0 9-30-16,-7 0 212 0,-5 10-93 0,0 8-67 0,4 2 195 0,2 7-105 16,5-3-28-16,1 0-39 15,0 0-79-15,1-4 40 0,8 1-1 0,4 0-187 16,4-8 89-16,3-5 49 0,1-3 24 0,1-5-251 16,4 0 108-16,-1-3 35 0,-4-12 48 0,-3-1-112 15,-4-4 45-15,-3-1 41 16,-2-1 68-16,-1 0-40 0,-7-2 9 15,-1 2-1-15,0-1 108 0,-5 3-54 0,-8 2-26 0,-5-3 125 0,-1 8-67 0,-1 3-17 16,-2 4-25-16,1 3 141 0,1 1-58 0,0 2-18 16,6 0-31-16,5 0 58 15,1 0-36-15,6 2-8 0,2 5-68 0,0 0 14 16,1-1 30-16,15 1 12 0,3-4-216 0,6 0 92 16,4 0 50-16,4-3-303 0,-1 0 163 0,4-3 59 15,4-3 46-15,-1-7-136 0,0-1 83 0,6 0 32 16,-14-1 10-16,0 1 218 0,-8 2-88 0,-7 2-45 15,-2 1 273-15,-11 6-147 16,-3 1-82-16,0-1-20 0,-10 3 238 0,-6 0-98 16,0 0-80-16,-1 10 166 0,-2 1-110 0,7-3-55 15,-2 2-27-15,9-1-10 0,-1 3-9 0,6-2-9 32,0 0 1-32,0-1-168 0,1 3 83 0,8-2 43 0,4 2-181 0,0 0 96 0,1-4 60 0,2 4-11 15,0-2-79-15,-3 2 17 16,-1 2 43-16,-4 1-51 0,-5 1 40 0,-1 5 0 15,-2-2-1-15,-3 0 208 0,-11 5-96 0,-5-7-33 16,-1 0 0-16,-2 0 206 0,-3-5-113 0,2 0-38 16,0 0 143-16,6-7-80 0,5-3-53 0,1-1 4 31,4-1-16-31,4 0-25 0,3 0 10 0,0-1-178 0,15-9 85 16,10-3 41-16,1 0 1 0,7-4-280 0,3 0 155 0,-3 2 45 0,1-2 47 0,3 0-359 15,1-1 181-15,-1-1 83 0,3-3 42 16,-8 4 9-16,-5 1 45 0,0-4 0 15,-4 4 183-15,-7 1-92 0,0-1-55 0,-10 8 148 16,-4 1-92-16,-2-1-46 0,0 5 0 0,-9-1 408 16,1 0-206-16,-4 1-39 0,5 3-75 0,-2 1 155 15,1 0-108-15,5 0-44 0,-1 0-111 0,1 0 24 16,2 0 0-16,-2 0 24 0,3 1-238 0,0 7 128 16,0 0 51-16,0-1-18 0,0 4 39 0,0-1 1 15,0 1 0-15,0 3-153 0,0-1 39 0,0-1 49 31,-2 1 26-31,2-2 69 0,-1 3-26 0,1 1-35 0,-1-1 76 0,1-3-32 16,0 2 0-16,0-1-9 0,0-1-70 0,0 3 14 0,1-6 59 0,6 1-138 16,3-5 57-16,2-1 30 15,1-3-5-15,6 0-42 0,0 0 26 0,5-7-1 16,-1-8-3-16,2-2-13 0,-2-4 1 0,4-4 35 16,-5 3 9-16,-4-4 0 15,-2-1 0-15,-4-4 0 0,-1 3-1 0</inkml:trace>
  <inkml:trace contextRef="#ctx0" brushRef="#br0" timeOffset="-209734.71">29295 17090 1876 0,'2'-35'-37'0,"-2"-2"0"0,0-3 0 0,-4 3 0 0,-12 3 0 0,-2-2-10 0,-3 14 10 0,-3 6-2 0,0 3 246 0,-5 9 114 0,1 3-156 0,-4 1-85 0,3 3 165 0,1 14-113 0,3 0-42 0,5 7-32 16,4 0 183-16,0 3-93 0,12-1-60 0,2-1-26 0,2 3 1 0,0-3-26 0,9-1-1 0,6 2-261 0,2-8 126 0,5 0 68 0,2-4 34 0,5-5-219 0,3 0 102 0,-2-6 65 0,4-3-804 0,-1 0 408 0</inkml:trace>
  <inkml:trace contextRef="#ctx0" brushRef="#br0" timeOffset="-208274.57">29611 17127 986 0,'-4'-16'0'0,"-4"1"0"0,3 2 0 0,-2 0 0 0,-1 0 0 0,-5-2 0 0,3 4 0 0,-5 4 92 0,0 2-27 0,-2 4 0 0,-2 1 148 0,-3 1-79 0,2 14-53 0,0 11 0 16,0 5 33-16,1 5-38 0,3 6 0 0,-1 1 50 0,10-4-48 0,4-2-1 0,1-1-40 0,2 0 8 0,0-7-8 0,0 2 9 0,6-9-9 0,8-8-25 15,1-4-1-15,-2-5 26 0,6-3-112 0,-4-2 51 16,5-12 30-16,-2-12-243 0,0-5 115 0,2-5 68 15,0-4 12-15,-3-3-249 16,-1 0 133-16,0-1 36 0,-2-1 43 0,0-2-26 0,3-9 24 16,-9 3 10-16,3-1 34 0,-4-3 41 15,1-5-41-15,-3 2 0 0,2-9 70 0,-6 19-30 16,2 10-1-16,-3 12 220 0,0 11-127 0,0 13-39 16,-3 2-43-16,-3 6 305 0,-1 20-150 0,-3 10-42 15,1 9-48-15,-1 6 176 16,0 11-99-16,3 0-64 0,2 0-26 0,-2 2 134 0,2 1-82 0,1-5-39 15,1 9 25-15,3-14-37 16,0-6-1-16,1-4-208 0,9-6 90 0,0-7 45 16,6 0 9-16,0-19-353 0,2-8 193 0,0-5 67 15,2-2 58-15,2-14-473 0,-2-7 227 0,-1-6 121 16,-1-5-70-16,-3-2 96 0,-3-1 48 0,2-4 24 16,-1 0-4-16,-6 10 28 15,-3 1 1-15,-3 7 204 0,1 7-103 0,-2 4-50 0,0 1-36 0,0 11 447 16,-9 0-230-16,-5 17-59 0,4 7-76 0,-4 7 371 15,3 3-188-15,7 2-108 0,2 0 50 0,2-2-74 16,0 1-37-16,6 1 9 16,9-9-124-16,5-3 38 0,6-7 1 0,2-6 38 15,4-9-97-15,6-2 58 0,-2-4 15 0,-3-20-241 16,1-4 132-16,-5-3 29 16,-5-4 45-16,0-2-162 0,-11 3 88 0,-9 1-4 0,-2-1 117 0,-2 1-70 15,-5 0 17-15,-12-5-16 0,-4 6 158 0,-3 1-68 16,-5 4-34-16,-2 1 69 31,1 11-46-31,-6 0-6 0,7 11 4 0,2 4 0 0,5 0 1 0,3 9 22 0,4 8-1 0,2 0 286 16,9 7-153-16,4-1-71 0,0 5-220 0,13 0 74 15,8-1 37-15,4 3 10 0,8-8-644 0,4-1 304 16,4-5 163-16,4-1-367 0,3-2 249 0,6-3 115 16</inkml:trace>
  <inkml:trace contextRef="#ctx0" brushRef="#br0" timeOffset="-207813.75">30808 16692 822 0,'0'-31'0'0,"2"-3"0"0,-2 7 0 0,0 1 0 0,0-1 0 0,0-2 0 0,-5 2 126 0,-10-2-36 0,2 10-8 15,-6 2 196-15,2 6-121 0,-6 4-61 0,3 5 243 0,-2 0-143 0,5 2-84 0,3 8-38 0</inkml:trace>
  <inkml:trace contextRef="#ctx0" brushRef="#br0" timeOffset="-207721.97">30632 16431 2668 0,'-11'27'166'0,"3"6"-65"15,0 9-23-15,7 3 93 0,1 6-67 0,0 3-34 0,0 7 150 0,0 1-93 0,0 13-35 0,1-12-33 0,2 1 16 0,-1 2-75 0,0 1 0 0,-2 2 0 0,0 7 0 0,-7-17 0 0,-5-3 0 0,-5-5-10 0,-2-4-35 0,-6 3 50 0,-1-21-10 0,-1-5-86 0,-1-7 17 0,-2-5 45 0,1-5-407 0,1-3 199 0,7-4 77 0,1 0 61 0,3 0-421 0,4 0 242 0,4 0 120 0,-4 0 52 0</inkml:trace>
  <inkml:trace contextRef="#ctx0" brushRef="#br0" timeOffset="-207119.96">30842 17420 1162 0,'0'0'0'0,"0"0"0"32,0 0 0-32,0 3 0 0,0 0 0 0,0 6 0 0,0 3 0 0,0 2 168 0,0 3-66 0,2 0-32 0,-1 3 183 0,5 2-99 0,2-3-63 0,-1-1 35 15,2 0-45-15,-1-2 0 0,4-3-44 0,-2 2 82 47,1-6-46-47,-2-6 0 0,2 1-36 0,-3-4 55 0,4 0-27 0,-4 0 9 0,1-10-2 0,-1-4 0 0,-1-2-34 0,-2-5-1 47,-2 0-28-47,-1-2 38 0,-1 2-10 0,-1-3-68 0,0 1 34 0,-1 0 0 0,-5 2 34 0,-3-2-28 0,1 6 20 0,-4 3 6 31,1 2-28-31,-1 3 2 0,-3 3 19 0,-2 0-14 0,4 6-44 0,-6 0 25 0,2 10-8 0,0 4 30 16,2 1-139-16,-1 2 67 0,8-1 27 0,2 1-401 0,0 0 198 0,6-4 104 16,0 1 35-16,0-2-241 15,14-4 152-15,1-3 72 16,7-5 36-16</inkml:trace>
  <inkml:trace contextRef="#ctx0" brushRef="#br0" timeOffset="-206708.77">31189 16304 1161 0,'-6'-17'0'0,"3"7"0"0,-1 2 0 0,1 5 0 0,3 3 214 0,0 0-88 0,0 0-44 0,0 15 0 0,0-1 177 0,-2 6-101 0,2-1-65 0,0 3 218 0,0-2-137 0,0 3-68 0,-2-1-34 16,1 5 13-16,-1-6-9 0,-1 4-38 0,-2-2-287 0,1 0 144 0,3 0 71 15,-3 3 45-15,2-4-623 141,-1-2 294-141,2 3 168 0</inkml:trace>
  <inkml:trace contextRef="#ctx0" brushRef="#br0" timeOffset="-204692.02">31359 16948 1212 0,'-15'-13'0'0,"4"2"0"0,5 5 0 0,5 5 0 0,1-1 0 0,0 2 0 0,4 3 0 0,7 8 221 0,-2 4-111 0,2 7-54 0,-1 2 348 0,0 5-187 0,0 1-88 0,-2 4-46 0,-1 3 4 0,-1-2-1 0,1 9-37 0,-6-4-10 0,0 1-68 63,-1-2 34-63,0 2 0 0,0-7 41 0,-6 4 3 0,-3-14-10 0,0-4 0 0,0-6 44 0,3-9-1 0,0-2-43 0,1-3 10 0,0 0 135 0,5-15-72 0,0-12-37 0,2-6-82 0,15-6 0 0,3-5 56 0,5 1-10 0,1-1-63 0,1 3 31 0,2-2 0 15,0 6-20-15,3-4 35 0,-8 13-9 0,2 3 14 110,-6 6-201-110,-1 6 77 0,-6 5 55 0,4 0-500 0,-7 8 261 0,-2 0 95 0,3 4 73 0,-4 6-655 0</inkml:trace>
  <inkml:trace contextRef="#ctx0" brushRef="#br0" timeOffset="-204451.55">31819 16779 1519 0,'0'-5'0'0,"0"-2"0"0,0 3 0 0,10 3 0 0,4 0 0 0,4 1 132 0,1 0-47 0,5 1 9 0,-3 7-56 0,-2 1 0 0,1 3-1 0,-1 3 1 0,-5-1 242 0,3 3-112 0,-9 0-69 0,-4-1-31 0,-2 1-180 0,-2-1 75 0,-3-1 37 0,-13 3-17 0,-3-6 22 125,-7-1 1-125,-1 0 32 0,1-5 81 0,-1-1-56 0,4 1 8 0,5-3-94 0,4-3 208 0,4 0-91 0,1 0-34 0,6 0 130 0,1 2-66 0,2-2-48 0,9 0 0 0,13 0-9 0,3 0 1 0,4 0-30 0,3-2-210 0,0 2 100 0,0-3 56 0,-1 0 26 0,2 0-597 0,-5 0 278 0,5 2 160 0,-7 1-360 0,0 0 236 0,-5 0 118 0</inkml:trace>
  <inkml:trace contextRef="#ctx0" brushRef="#br0" timeOffset="-203988.96">32362 17106 953 0,'-12'-9'0'0,"-2"-1"0"0,-1 2 0 15,6 1 0-15,-2 0 0 0,3 0 0 0,-5 4 0 0,1 1 516 0,-5 2-228 0,6 0-130 0,-4 12 184 0,-1 9-152 0,2 6-76 0,0 4-37 0,-2 8 53 0,3 0-51 0,4 1 1 0,0 3-41 0,4-1 133 0,4-3-66 0,1 3-24 0,0-12-10 0,5-5-33 0,8-6 0 0,6-6 1 0,-2-4-96 0,5-4 57 0,0-5-9 0,0-7-101 0,4-13 75 0,-1-6 36 0,0-5 6 0,3-8-113 0,-8 2 32 0,2-2 43 0,-3-1-24 0,-2-3-194 16,-3-1 82-16,4-10 61 0,-5 6 33 0,-2-6 32 16,-4-6 1-16,3-3 0 0,-4-4 106 0,-2-2-63 15,-2 21-17-15,-2 13 263 0,0 13-130 0,-4 12-69 16,-4 7-19-16,-2 3 193 0,3 20-88 0,-5 14-58 16,2 5 5-16,1 9 5 0,-3 9-10 0,5-3-9 15,-1 1 67-15,1 2-49 0,2 3-5 0,-2-5-83 125,-3 8 0-125,8-13 0 0,1-2 0 16,1-3-12-16,0-2-86 0,0-4 68 0,2 2 45 0,8-13-658 0,-1-5 297 0,1-5 166 0,-1-4 47 0,3-2-311 0,-1-7 193 0,3-5 111 0,-1-8-512 0,0-15 306 0</inkml:trace>
  <inkml:trace contextRef="#ctx0" brushRef="#br0" timeOffset="-203628.04">32701 17038 1724 0,'-9'-2'0'0,"4"0"0"0,3 2 0 0,2 0 0 0,0 6 0 0,0 7 0 0,0 6 234 0,0 3-102 0,1 4-47 0,0 3 254 0,1 3-150 0,1 2-75 0,0 7-28 0,-2-7 38 0,-1-1-42 0,0-3-1 0,0-4-42 0,0-4 35 0,0-3-25 0,0-11-10 0,0-2 46 0,0-6 0 0,0 0-46 15,0-11 10-15,2-11 33 0,6-8 0 0,9-1-43 0,3-4 30 47,4 0-59-47,5-3-10 0,0 6 0 0,3 4 0 0,3 0 0 0,-2 4 0 0,0 0 0 0,7 2 0 0,-8 11 0 0,-1 5 0 16,-4 4 0-16,-4 2 0 0,-4 2 0 0,1 7 0 0,-11 4 0 0,-2 2 0 15,-4-1 0-15,-2-2 0 16,-1-1 0-16,0-2 0 0,0-2 0 0,0-5 0 0,0 1-52 16,-3 0-49-16,2-3 50 0,-2 0-835 15,3 0 428-15,0 0 210 125</inkml:trace>
  <inkml:trace contextRef="#ctx0" brushRef="#br0" timeOffset="-200793.26">27006 18000 1230 0,'-14'-17'0'0,"3"3"0"0,0 5 0 0,6 8 0 0,5 1 0 0,0 0 0 0,0 0 90 62,0 0-29-62,0 1 263 0,10 4-148 0,7-1-69 0,3 1-35 0,6-2 290 0,6-1-163 0,10 0-71 16,8 0-50-16,6-2 153 0,7 0-98 0,16 0-47 0,19 0-24 0,28 0 147 0,5-4-91 0,20-3-40 16,22-3 29-16,11 3-35 0,8-3-64 0,23-2-8 62,-38 5 0-62,1-4 0 0,-7 2 0 0,-7 2-51 0,-17 2-30 0,-3 1 70 0,-41 4 19 0,-11 0-46 16,-11 3 31-16,-8 6-16 0,-12 3 0 0,-3 0 53 0,-20-5-1 0,-6 2-62 0,-7-3 71 0,-7-2-7 0,-8-1-33 0,-6 1 4 0,-4-4-5 0,0 0 27 0,-10 0-19 0,-7 0-362 15,-5 1 174-15,-4 6 85 16,-1 3 46-16,0 5-1010 0,-1 6 512 0</inkml:trace>
  <inkml:trace contextRef="#ctx0" brushRef="#br0" timeOffset="-200113.43">30921 17873 1244 0,'-10'-11'0'16,"0"3"0"-16,4 0 0 0,2 6 0 0,4-1 0 0,0 3 0 0,14 0 95 0,15 5-29 0,12 5 1 0,13 0 512 0,21 0-262 0,8-1-144 0,21-1-68 15,24-2 383-15,15-1-225 16,17-3-113-16,20-2 176 0,-26 0-268 0,-2-4-58 16,-2-1 0-16,-9 1 0 0,-12 1 0 0,0 0 0 0,-37 3 0 0,-7 0 0 15,-9 0 0-15,-11 6 0 16,-13-2 0-16,0 1 0 0,-26-3 0 0,-7 0 0 0,-3-2 0 0,-9 0 0 16,-1 0 0-16,-6 0 0 15,0 0 0-15,0-4 0 0,-11-5 0 0,-3 3-830 16,-5 2 377-16</inkml:trace>
  <inkml:trace contextRef="#ctx0" brushRef="#br0" timeOffset="-190259.32">21543 18335 1461 0,'0'-6'0'0,"0"0"0"0,0 2 0 0,0 3 0 0,1-2 0 0,10 3 416 0,4 0-188 0,2 0-95 0,3 0-39 0,-1 0 336 16,6 0-197-16,1 0-97 0,1 0 16 0,2 0-56 15,0 0-20-15,-2 0-144 0,-4 0 53 0,-1 0 27 16,-2 0 0-16,-1 0-495 0,-3 0 271 0,-8 0 120 16,1 0 65-16,-6 0-861 0,-3 0 428 0</inkml:trace>
  <inkml:trace contextRef="#ctx0" brushRef="#br0" timeOffset="-190092.16">21624 18473 2117 0,'-24'9'0'0,"7"1"0"0,4 2 0 0,3-1 0 0,5-2 0 0,4 1 0 0,1 0 0 0,0-3 327 0,13-3-145 0,9 1-72 16,7 0 460-16,1-4-266 0,7 0-123 0,0-1-41 16,-3 0-140-16,1 0 0 31,-3 0 0-31,-1 0 0 0,5 0-9 0,-8 0-25 0,0 0 36 0,-1 0-701 0,-1-1 368 0,4 0 194 0,-9-4-794 0,2 0 420 15,-2 1 236-15</inkml:trace>
  <inkml:trace contextRef="#ctx0" brushRef="#br0" timeOffset="-189788.87">22406 18083 2544 0,'0'0'0'0,"0"0"0"0,0 0 0 0,0 0 0 0,0 0 0 0,0 2 0 0,0 6 0 0,-1 4 0 0,-6 5 0 0,-2 2 0 0,-6 4 287 0,2 1-124 0,-4 2-63 0,-2 1-31 0,0 2 12 0,-4-2-33 0,5-6-10 0,2-4 165 0,2-3-82 0,2-4-41 0,7-4-1 0,0 1 39 0,5-7-118 0,0 0 0 0,8 0 0 0,15 0 0 0,5-3 0 0,5-4 0 0,0 0 0 16,5 1 0-16,-1 2 0 0,6-1 0 0,-1 2 0 0,6-1 0 0,-8 3 0 0,3-1 0 62,-1 2 0-62,-3 0 0 16,-1 0 0-16,2 0-235 0,-14 0-154 0,-6 0 178 0,-4 0 73 0,-6 0-278 0,-3 2 179 0,-7-1 105 0,0-1-551 0,-7 0 323 0,-8-4 161 0</inkml:trace>
  <inkml:trace contextRef="#ctx0" brushRef="#br0" timeOffset="-189644.59">22633 18064 1978 0,'-10'0'0'0,"2"0"0"0,3 0 0 0,4 5 0 0,1 9 0 0,0 6 0 0,0 4 0 0,0 9 370 0,1 4-171 0,4 4-80 0,1 5 422 16,-2 5-252-16,0 2-125 0,-1 4-54 0,-2-7-130 15,-1-2 29-15,0-5 0 0,0-3 29 0,0-5-277 16,0 3 149-16,0-13 59 0,2-5-747 0,0-6 408 16,3-4 204-16</inkml:trace>
  <inkml:trace contextRef="#ctx0" brushRef="#br0" timeOffset="-189476.43">23004 18345 1800 0,'4'-8'0'0,"2"3"0"0,2 3 0 0,4 1 0 0,-1 1 0 0,3 0 861 0,0 0-412 0,1 4-206 16,-1 3-103-16,5 2 112 0,-5-3-112 0,2 1-94 15,-5 0-159-15,3 1 54 0,0-2 47 0,-1 2 35 16,-3-1-1002-16,-3-2 493 15</inkml:trace>
  <inkml:trace contextRef="#ctx0" brushRef="#br0" timeOffset="-189232.56">23425 18101 2983 0,'0'-2'0'0,"2"-4"0"0,-1 1 0 0,0 2 0 0,0 1 0 0,2 2 0 0,0 0 0 0,0 3 516 16,2 14-239-16,-2 7-122 0,3 3-155 0,-3 6 0 16,0 5 0-16,2 3 0 0,-3 1 0 0,4 6 0 15,-3-3 0-15,3-1 0 0,-1-2 0 0,-2 0 0 16,3-4 0-16,1 1 0 0,-4-11 0 0,4-6 0 16,-2-4 0-16,0-3-234 0,-2-3 87 0,3 0-46 15,-3-6-108-15,1-3 132 0,0-1 66 0,-2-2-268 16,-1 0 166-16,2 0 75 0,-1 0 51 0</inkml:trace>
  <inkml:trace contextRef="#ctx0" brushRef="#br0" timeOffset="-188199.09">23941 18262 1981 0,'-3'-2'0'0,"-7"-2"0"0,7 3 0 0,3 1 0 0,0 0 0 0,0 1 0 0,0 8 205 0,1-1-74 16,6 1-51-16,2 3 624 0,1-2-332 0,1 0-168 0,1-1-82 0,0 3 10 15,2-3-132-15,-2 1 0 16,-2-2 0-16,3-1 0 15,-2-2 0-15,1 2 0 0,-4-2 0 0,0-1 0 0,-3-1 0 0,4 1-264 16,-3-3 50-16,-1 2 136 16</inkml:trace>
  <inkml:trace contextRef="#ctx0" brushRef="#br0" timeOffset="-186996.54">24627 18308 2187 0,'-18'-7'0'0,"1"-3"0"0,4 3 0 0,3 4 0 0,3-1 0 0,5 1 0 0,2 2 0 0,0-2 327 0,4-2-145 16,11-2-72-16,8-4 113 0,3 0-97 0,3 0-45 47,6 1 1-47,1 0 77 0,-2 4-61 0,5-1-21 0,-9 3-193 0,4 3 76 0,-3-1 39 0,-2 2 0 0,0 0-475 0,1 0 257 0,-7 5 128 0,-6 4-742 15,-3-2 374-15,-3 6 211 0,-5-3 105 16</inkml:trace>
  <inkml:trace contextRef="#ctx0" brushRef="#br0" timeOffset="-186645.56">24750 18355 1113 0,'-22'1'0'0,"-2"4"0"0,4-3 0 0,4 4 0 0,2-2 0 0,10-3 300 0,4 2-131 0,0 0-66 0,1-2-33 0,16 1 52 0,4 1-33 0,3 1-9 0,5 1-6 0,1-2 0 78,1 2-37-78,-3 2 1 0,3-2-275 0,-8 2 133 0,-3 0 70 0,-2 0-207 16,-3 1 139-16,-7-1 70 0,3 2-29 0,-10 1 36 0,-1-1-60 0,-6 2 40 0,-11-2-111 0,-3 2 553 0,-4-2-231 0,0 0-90 0,4-4 489 0,3-1-271 0,2 0-97 0,6-2-79 0,1 0 116 0,6 1-103 0,2-3-47 0,2 3-113 0,10-2 33 0,6 2 0 0,6 2 43 0,-2 1-280 16,5 2 136-16,-3 0 67 15,2 4 33-15,-3 0-228 0,-1 5 97 0,-7 0 69 16,-5-1 7-16,-5 2 41 0,-5 1-57 0,0-3 304 15,-11 5-151-15,-13-10-53 0,-5 3-15 0,-1-4 289 16,-4-2-139-16,-2-3-81 16,-3-2-5-16,5-3-170 0,4 0 83 0,2-8 0 0,3-9 47 0,3-7-274 15,5-7 152-15,7-8 54 32,10-6-812-32,0-10 407 0,0-5 163 0</inkml:trace>
  <inkml:trace contextRef="#ctx0" brushRef="#br0" timeOffset="-186514.31">24895 17824 1301 0,'7'-22'0'0,"-3"7"0"0,1 9 0 0,0 4 0 0,-2 2 0 0,1 0 0 0,-2 7 0 0,2 9 400 0,-3 4-182 16,1 3-90-16,0 4 329 0,-1 0-210 0,2 5-95 15,-2-1-62-15,2 1-189 16,0 1 68-16,3 0 34 0,0 0 1 0,-1 5-617 0,5-6 321 0,-2 0 165 16</inkml:trace>
  <inkml:trace contextRef="#ctx0" brushRef="#br0" timeOffset="-186355.41">25325 18185 1748 0,'6'-10'0'0,"3"4"0"0,2 1 0 0,3 4 0 0,5-4 0 0,2 5 0 0,0 0 557 0,4 0-261 0,1 0-129 15,2 5-65-15,4-2-140 0,-4 1 33 0,-2 3-1 16,-2 1-678-16,-3 2 361 15,3 3 189-15</inkml:trace>
  <inkml:trace contextRef="#ctx0" brushRef="#br0" timeOffset="-186200.82">25389 18473 1330 0,'-11'0'0'0,"3"0"0"0,2 0 0 0,3 0 0 0,3 3 0 0,0 1 148 46,0 1-45-46,12 0-38 0,7 1 0 0,6 0 362 0,2-4-195 0,5 4-98 0,2-2-38 0,-1-2-172 0,1-1 57 0,0 1 28 0,0 1-694 0,1-1 361 16</inkml:trace>
  <inkml:trace contextRef="#ctx0" brushRef="#br0" timeOffset="-185968.69">26156 18366 2969 0,'-6'-10'0'0,"3"3"0"0,3 5 0 0,0 0 0 0,0 2 0 0,11 0 0 0,2 2 0 0,7 5 0 0,5 0 0 0,3 1 280 0,3-3-126 0,1 1-59 15,5-1-282-15,5 1 112 0,3 0 55 0,2-2-734 78,-2-1 381-78,-3 1 194 0,-3-2 96 0,-4 3-442 0</inkml:trace>
  <inkml:trace contextRef="#ctx0" brushRef="#br0" timeOffset="-185676.82">26292 18504 1342 0,'-21'-2'0'0,"9"-2"0"0,6 2 0 0,6 2 0 0,0 0 0 0,0 0 0 0,8 3 130 0,7 2-52 0,6 1 133 0,2-1-87 0,1-1-44 0,3 1-1 15,1 0-268-15,-5 0 108 0,0 2 58 0,-3-3 30 0,-5 6-312 16,0-5 153-16,1 5 76 0,-13 1 37 0,-3 0-5 15,0 3-1-15,-8 0 36 94,-11 1 168-94,-5 1-91 0,-4-2-52 0,-1-3-42 0,1 1 442 0,3-2-208 0,3-2-86 0,5-2-57 0,3-3 33 0,8 1-38 0,3-1 54 0,3-1 165 16,0 1-112-16,11 0-71 0,9-1-29 0,4 2-124 0,3 1 46 0,-1 1 23 0,1 3-270 0,-6 0 142 0,-3 0 76 0,-5 2 37 0,-1 2-264 0,-7 2 132 0,-5 0 6 0,0 1 252 0,-5-2-97 0,-15 0-29 15,-3-2-20-15,-6-2 271 16,0-2-134-16,-2-5-50 0,-1-3-37 0,1 0-73 0,0 0 29 0,2-7 25 16,-3-10-173-16,12-4 110 0,3-6 38 0,5-10-661 15,7-4 319-15</inkml:trace>
  <inkml:trace contextRef="#ctx0" brushRef="#br0" timeOffset="-185411.52">26521 17846 1720 0,'0'-16'0'0,"-4"1"0"0,0 11 0 0,0 1 0 0,-2 3 0 0,-6 5 0 0,-2 11 273 0,-4 3-109 0,2 3-69 0,-1 2-29 0,-2 2 104 15,-1 2-67-15,1 1-34 0,-5 0-77 0,6-7 18 16,0 1-1-16,2-5-11 16,4-4 0-16,-4 1 47 0,10-6-9 0,3-4 70 15,3-1-35-15,0 2 0 0,0-4-35 0,10 3 104 16,10-1-56-16,7-1-24 0,2 1 0 0,8-2 55 15,2 0-40-15,3 1 10 0,0 1-231 0,-3-1 91 16,1-1 46-16,-4 0-217 16,-2-2 132-16,3 2 70 0,-10 1 26 0,-3-3-779 15,-7 0 373-15,-4 0 174 0,-6 0 97 0,0-3-408 16,-7-4 258-16</inkml:trace>
  <inkml:trace contextRef="#ctx0" brushRef="#br0" timeOffset="-185279.86">26621 17894 1357 0,'-5'-9'0'0,"-1"2"0"0,-2 2 0 0,5 4 0 0,-4-1 0 0,5 2 0 0,0 3 0 0,1 14 0 0,-1 6 64 0,2 2 0 0,-2 9-19 0,-1 0 765 0,2 4-387 15,-6 3-194-15,5 3-446 0,-3 4 126 0,0 5 73 0,-1-6 22 0,5-2-340 16,0 2 185-16,-2-1 94 0</inkml:trace>
  <inkml:trace contextRef="#ctx0" brushRef="#br0" timeOffset="-185091.72">27299 18788 0 0,'-17'-20'0'0,"13"5"0"0,4 13 0 0,13 2 0 0,9 2 0 0,-5 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57" units="1/cm"/>
          <inkml:channelProperty channel="Y" name="resolution" value="1820.388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06T01:31:17.36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24578 12109 1477 0,'1'-5'0'0,"-1"-2"0"0,1 0 0 0,1 2 0 0,0 0 0 0,2 1 0 0,0 3 0 0,2 1 469 0,4 0-214 0,-2 13-108 16,3 5 177-16,0 7-133 0,-1 6-80 0,-1 5-36 16,1 9 85-16,-4 3-61 0,-2 2-29 0,2 9-33 15,-5-6 2-15,1 3 1 16,-2 3-1-16,0 0 1 0,0 1-1 0,-5 4 11 0,-2-16-11 0,3-3-651 16,1-6 323-16,-1-7 92 15,2-11-482-15,2-8 308 0,0-13 171 0,2-16-312 16,8-21 237-16</inkml:trace>
  <inkml:trace contextRef="#ctx0" brushRef="#br0" timeOffset="356.54">24803 12262 2368 0,'0'-15'0'0,"0"-2"0"0,0 8-2 0,0 1 0 0,3 1-1 0,5 4 0 0,5-3 0 0,2 4 0 0,3 2 373 0,2 0-168 0,2 0-83 0,2 3 22 0,7 5-43 0,-6-1-36 0,4-1 0 0,-2 3-229 16,2-2 103-16,-2-2 50 0,1 2-429 0,-8 0 236 15,-1-2 123-15,-6-2 61 16,0 1-424-16,-6-3 226 0,1 1 3 0,-7-2 142 0,-1 0 0 0,-1 0 38 16,-11 0-1-16,-2 0 122 0,0-2-71 0,-2 1-21 15,0 1 1-15,-1 0 448 0,2 0-226 0,0 6-124 16,3 3 582-16,1 6-322 0,3-1-155 0,2 2 239 16,0 4-265-16,4 3-169 15,2 5 0-15,0-3 0 0,0 5 0 0,0 3 0 16,6 0 0-16,2 0 0 0,-3 7 0 0,4-9 0 15,-3 1 0-15,-4-4 0 0,-1-1 0 0,-1-3 0 16,0 2 0 0,-4-8 0-1,-10-3 0-15,-3-3 0 0,-4-4 0 0,-4-2 0 0,-4-3 0 0,5-3 0 0,-4 0 0 0,2-3-18 0,4-11-57 0,2-3-500 16,3-6 258-16,13-4 144 0,4-10 67 0,0-7-291 16,7-5 179-16,12-2 90 15,4-8-593-15</inkml:trace>
  <inkml:trace contextRef="#ctx0" brushRef="#br0" timeOffset="544">25350 12043 2605 0,'26'-26'0'0,"-1"8"0"0,-5 7 0 0,-1 2 0 0,-1 2 0 0,-8 4 0 0,-4 3 0 0,0 0 0 0,-1 10 0 0,0 4 437 0,-1 1-189 0,-1 9-109 0,0 2 363 16,1 6-502-16,-1 4 0 15,-1 3 0-15,1 5 0 0,-2-3 0 0,2 2 0 16,-2 1 0-16,-1 2 0 0,0 1 0 0,0 9 0 31,0-9 0-31,0-1 0 0,0 2 0 0,-4 0 0 0,1 0-94 0,-2 4-370 0,4-9 226 0,-2-7-755 16,3-2 476-16</inkml:trace>
  <inkml:trace contextRef="#ctx0" brushRef="#br0" timeOffset="797.8">25876 12911 3931 0,'0'0'0'0,"0"0"0"0,0 0 0 0,0 1 0 0,0-1 0 0,0 0 0 0,0 0 0 0,0 0 0 0,0 3 0 0,0-3 0 0,0 0 0 0,0 0 0 0,0 0 0 0,0 1 0 0,0-1 0 0,0 0 0 0,0 0 0 0,0 0 0 0,0 0 0 0</inkml:trace>
  <inkml:trace contextRef="#ctx0" brushRef="#br0" timeOffset="1753.92">23671 6667 2063 0,'-13'-2'0'0,"1"-5"0"0,3 2 0 0,6 2 0 0,3 2 0 0,0-3 0 0,8-1 0 0,15 0 297 0,6-6-120 0,6 1 79 16,6 0-109-16,0 1-55 31,3-1-26-15,3 0 53-16,-5 3-45 0,-2 2 0 0,-1 1-36 0,-3 3-196 0,-3 1 98 0,0 0 59 0,-13 0 14 0,-3 0-383 0,-7 5 204 0,-7 0 102 15,-1 0-379-15,-2-3 162 32,0 2 130-32,-9-1 97 0,-6 3 16 0,-5-4 0 0,-2 1 0 0,0 0 104 0,0 0-48 0,-1 1-28 0,3 0 1 0,1 1 337 15,3 0-183-15,-3 4-87 0,6 1-41 0,1-1 555 16,2 4-271-16</inkml:trace>
  <inkml:trace contextRef="#ctx0" brushRef="#br0" timeOffset="1833.42">23926 6674 3229 0,'-5'20'353'0,"0"6"-148"0,5 4-88 0,0 6-90 0,5 6-27 0,7 5 0 0,3 2 0 0,2 9 0 15,1-8 0-15,-3 0 0 0,-2-3 0 0,-3-1 0 16,-3-1 0-16,-6 3 0 0,-1-10 0 0,0-6 0 0,-8-2 0 0,-8-3 0 0,0-5 0 0,-5 2 0 0,-1-15 0 0,-2-2 0 0,-1-6 0 0,-2-1 0 0,0 0 0 0,-1-8 0 0,5-10-137 16,2-7 3-16,1-7 36 0,4-10-241 0,5-6 150 0,1-9 66 0,10 4 47 0,0 0-625 0,2 2 332 0,16-2 166 0,2 5-461 0</inkml:trace>
  <inkml:trace contextRef="#ctx0" brushRef="#br0" timeOffset="1904.61">24298 6696 1546 0,'23'-4'0'0,"2"3"0"0,-3 1 0 0,3 0 0 0,-5 0 0 0,5 4 0 0,-8 3 407 0,0 0-184 0,0-1 292 0,1 0-238 0,-2 1-119 0,8-1-51 0,-7 0-331 15,3 1 130-15,0 0 67 0,-1 1 32 0,2 0-814 16,0 4 433-16</inkml:trace>
  <inkml:trace contextRef="#ctx0" brushRef="#br0" timeOffset="2082.12">24435 7037 2266 0,'-20'0'0'0,"4"0"0"0,2 0 0 15,6 0 0-15,5 0 0 0,-3 0 0 0,6 0 470 0,6 0-215 0,13 0 428 0,6-2-426 0,4-4-257 16,7 1 0-16,-2-1 0 16,1 3 0-16,1 2 0 0,-1-2 0 0,0 3-646 0,8 0 248 0,-10 0 213 31,5 7 112-31</inkml:trace>
  <inkml:trace contextRef="#ctx0" brushRef="#br0" timeOffset="2892.99">25497 6163 1137 0,'-1'-17'0'0,"-2"4"0"0,3 2 0 0,-2 2 0 0,2 5 0 0,0 3 0 0,0 1 0 0,0 0 316 16,3 5-139-16,3 14-59 15,-1 9-45 1,-1 7 300-16,-3 9-166 0,-1 8-85 0,0 5-41 0,0 11 94 78,-3-2-73-78,-4 4 76 0,1 9-69 0,-2 5-35 0,2 4-1 0,0 15-86 0,0-14 20 0,2 4 1 0,0 1 31 0,1-1-25 0,0-7 25 0,-3 7 9 16,2-25-9-16,2-8 43 0,0-7-43 0,0-9 0 0,1-5 26 0,-2-2-16 0,3-14-15 0,-2-4 5 0,0-4 49 0,2-3-88 0,-1-12 0 0,1 3 0 0,0-3 0 0,0 0 0 0,-3-7 0 0,2-6-219 0,-3-8 79 0,3-4 70 0,1-1 41 0,0-3-859 0,0-3 424 0,0 1 213 15</inkml:trace>
  <inkml:trace contextRef="#ctx0" brushRef="#br0" timeOffset="3335.13">26010 6094 1523 0,'0'-26'0'0,"0"3"0"0,0 5 0 0,0 0 0 0,5 7 0 0,8 3 0 0,3 4 0 0,3-1 207 0,3 5-85 0,5 0-32 0,2 2 39 16,0 12-45-16,0 5-1 0,-2 3-44 0,0 7 24 16,-2 6-15-16,-9 3-9 0,-8 0-1 0,-2 6-78 31,-3 1 39-31,-3 2 0 0,-3 2-34 16,-11-5 32-16,-5-6 0 0,-9-1 42 0,0-4 41 0,-5-4-17 0,-4-3-22 0,3-15 177 15,1-4-91-15,0-7-50 0,1 0 0 0,0-1 73 0,6-13-61 0,7-6-25 47,5-4 0-47,3 0 72 0,6-1-48 0,3-3-16 0,2 4 10 0,10 0-44 0,8 1 1 0,5-1-34 0,5 3-149 0,0-5 84 16,3 9 45-16,-1 2-590 0,4 3 288 0,0 0 160 31,-1 2 80-31,7 0-418 16,-5 5 233-16,-2 0 112 0</inkml:trace>
  <inkml:trace contextRef="#ctx0" brushRef="#br0" timeOffset="3568.05">26488 6109 1588 0,'0'-8'0'0,"0"1"0"0,5 0 0 0,3 2 0 0,3 1 0 0,4 1 0 0,1 0 0 0,3 3 271 31,-1 0-116-31,3 7 149 0,-3 5-133 0,2 2-57 0,-4 4-43 0,-5 2-63 0,-2 1-1 0,-5 3 31 16,-3 1 0 0,-1 3-114-16,-1-3 53 0,-13-3 30 31,-5 0 0-31,-4 1-57 0,-5-3 44 0,-2 0 9 0,-2-7-206 0,3-6 113 0,0-1-4 0,5-5-237 0,5-1 128 0,1 0 75 31,11-8 41-31,7-11-249 0,2-6 149 0,15-5 74 0,7-6 28 0,6 0-261 16,2 1 153-16</inkml:trace>
  <inkml:trace contextRef="#ctx0" brushRef="#br0" timeOffset="3710.85">26746 6021 987 0,'15'-14'0'0,"-4"5"0"0,-5 6 0 0,-2 0 0 0,-4 3 0 0,0 8 0 0,-2 8 692 0,-10 4-327 0,-1 4-163 0,0 2-72 0,1-3 547 0,1 0-319 0,5-1-159 0,-1 0-81 16,6 0 85-16,1 4-203 0,0-6 0 0,2 2 0 0,13-5 0 0,4 2 0 0,5-3-71 0,5 0-120 0,-2-5 109 0,5-3 61 0,-4-4-693 0,3 1 351 0,-7-4 195 0,4 3-55 0,-11-1 35 0</inkml:trace>
  <inkml:trace contextRef="#ctx0" brushRef="#br0" timeOffset="3910.72">26049 6561 1350 0,'-25'2'0'0,"6"1"0"0,4 2 0 0,12-1 0 0,3-4 0 0,9 4 0 0,18-4 572 0,8 0-267 0,14 0-124 0,4 0-76 0,4-4-33 0,4-5-1 0,1-1-33 0,0 3 0 0,11-4 325 0,-8 2-167 0,-1 3-79 0,-3 0-46 0,-5 0 0 0,-3 2-33 0,1 1-657 0,-21 2 324 0,-2 1 167 0,-9 0 82 0,-8 0-750 0,-7 0 378 0</inkml:trace>
  <inkml:trace contextRef="#ctx0" brushRef="#br0" timeOffset="4291.01">26292 6661 1373 0,'-4'0'0'0,"4"0"0"0,0 0 0 0,0 0 0 0,4 0 0 0,9 0 0 0,4 2 257 32,5 5-110-32,4 5 6 0,-1 0-62 0,-1 4-27 0,0 3 0 0,0 3-104 0,-7 1 39 0,0 6 10 15,-11 0 29-15,-6 0-174 0,0 2 87 0,-12 1 44 16,-8-3-1-16,-8-3-87 0,-2-6 55 0,-5-8 32 31,-1 0 52-31,2-6 1 0,-6-3-79 0,7-3 151 0,3 0-59 0,5-11-29 0,4-4 19 0,4-2 89 16,3-2-40-16,13 2-40 31,1 0 9-31,3-2 8 16,17 1 1-16,3 0-40 0,5 0 11 0,2 4-112 0,-1 2 50 0</inkml:trace>
  <inkml:trace contextRef="#ctx0" brushRef="#br0" timeOffset="4335.42">26297 6828 2681 0,'31'-8'-403'0,"1"0"209"0,7-1 87 0,-6 6-543 0,0 1 302 0,-3-1 155 0</inkml:trace>
  <inkml:trace contextRef="#ctx0" brushRef="#br0" timeOffset="4456.93">26643 6786 1044 0,'-10'6'0'0,"3"1"0"0,-1 1 0 0,0 2 0 0,2 5 0 0,1 2 436 0,0 2-190 0,5 1-109 0,0 1-49 0,0-1 204 0,1 1-127 0,10-1-63 0,1-1-23 0,1-4-63 0,3-4 22 0,2-2 0 0,2-5-206 0,0-4 103 0,1 0 61 0,1 0-238 0,-2-11 140 0,0-6 70 0,-3-1 35 0,0-2-202 0,1-4 63 15,-4 0 66-15,-5 2-44 0,0 0 180 0,-4 5-67 0,-1 0-10 0,-2 8-27 0,-2-1 200 16,0 8-93-16,0 0-52 0,0 2 421 0,-6 4-170 0,1 8-124 16,0 8 121-16,1 1-113 0,1 4-57 0,3-2-29 0,0 6-159 0,0-6 61 0,1 2 35 15,12-2 0-15,2 1-437 0,4-3 236 0,4 2 106 16,3-10 57-16,6-2-685 0,2-6 342 0,2-5 169 16</inkml:trace>
  <inkml:trace contextRef="#ctx0" brushRef="#br0" timeOffset="4812.35">27702 6057 1745 0,'2'-11'0'0,"4"-1"0"0,6 2 0 0,6 7 0 0,7 1 0 0,6 2 0 0,0 0 0 0,5 2 307 0,-4 11-139 0,3 3-29 0,-2 6-51 0,-5 2-25 0,1 5 0 0,-4 3-190 0,-11 2 77 0,-7-5 44 0,-7 5 1 0,0-1-198 0,-19-2 111 0,-9 4 60 0,-8-11 24 0,-6-2-23 62,-3-8 39-62,2-4-6 0,-5-2 240 0,11-8-137 0,4 0-51 16,2-6 137-16,7-6-90 0,6-2-35 0,1-3-23 0,15-2 194 0,2-2-100 0,5 1-50 0,14 0-24 0,9 0-128 0,0-1 62 0,8 6 15 0,-1 4 0 0,1 2-514 0,0 0 269 31,-3 3 105-31,9-2-772 0,-8 8 436 0</inkml:trace>
  <inkml:trace contextRef="#ctx0" brushRef="#br0" timeOffset="6173.81">28159 6063 1056 0,'5'-10'0'0,"1"3"0"0,-1 0 0 0,1 2 0 0,4-1 0 0,1 2 0 0,1 1 0 0,1 3 116 16,-1 0-40-16,3 0 1 0,-1 3 142 0,0 7-91 15,4-1-36-15,-3 2 34 0,0 2-45 0,1-2 1 0,-5 0-45 0,3 1-32 16,-3 0 10-16,-3 3 22 16,-5-3 0-16,-1 2-88 0,-2 0 44 0,0 4 10 0,-2-1-63 0,-11 2 45 15,-8 2 24-15,-2-3-15 0,-2 4-21 0,-7 2 3 31,2-5-2-31,-1-3-37 0,-1 1 32 0,5-6-19 0,0 1 46 0,1-2-122 0,10-5 59 0,5-5 20 16,7 0 1-16,4 0-294 16,3-13 151-16,15-5 67 0,9-7-293 0</inkml:trace>
  <inkml:trace contextRef="#ctx0" brushRef="#br0" timeOffset="6342.94">28485 6071 1359 0,'-12'4'0'0,"1"2"0"0,-2 4 0 0,-4 3 0 0,0 2 0 0,-1 6 269 0,-2 0-116 0,0 6-58 0,3 1 508 0,1 5-273 0,7-5-151 0,7-1 59 0,2 0-101 0,0-1-50 16,8-4-24-16,11 0-25 0,0-6 0 0,5-2-1 31,3-4 0-31,-2-2-424 0,4 0 211 0,0-1 117 0,-4-2-685 0,-2-4 356 16,-2 1 204-16,-5 1-18 0</inkml:trace>
  <inkml:trace contextRef="#ctx0" brushRef="#br0" timeOffset="6573.72">27492 6723 1409 0,'-25'-3'0'0,"3"-4"0"0,18 5 0 0,4 2 0 0,9 0 0 0,16 0 0 0,10 0 0 0,11 0 767 0,5 0-370 0,8 0-180 0,10 0 128 0,3-1-154 15,5-3-77-15,14-3-29 0,-5 3-29 0,-1-3-19 16,-6 1 0-16,-7 3 0 0,-10 1-208 16,0 0 113-16,-29 1 43 15,-7 1-561-15,-9 0 307 0,-9 0 136 0,-7 0 82 0,-1 5-758 0,-4 1 391 16,-18 1 191-16</inkml:trace>
  <inkml:trace contextRef="#ctx0" brushRef="#br0" timeOffset="6825.75">27930 6832 1231 0,'5'2'0'0,"7"0"0"0,0 3 0 0,3 0 0 0,1 3 0 0,2 1 0 0,-1 3 0 0,3 5 200 0,-7 0-86 0,-2 3-39 0,-1 4 95 0,-6 2-66 0,-3 2-34 0,-1 2-84 0,-5-4 20 0,-13 0 1 63,-3 0 30-63,-6-5-46 0,-2-3 22 0,-3 0 10 0,4-8 14 0,-1-5 3 0,3-3-3 0,1-2 0 0,1 0 0 0,3-2-43 0,10-10 33 0,4-2 1 0,7-1 12 0,0-2-16 15,3 1-5-15,14-2 30 0,2 3-65 0,7 1-1 0,0 1 55 0,1 2-316 0,4 1 141 0,3 1 65 0,-5 0 38 0,3 1-549 16,-1 1 273-16,-1 0 137 0</inkml:trace>
  <inkml:trace contextRef="#ctx0" brushRef="#br0" timeOffset="7066.25">28254 6948 1300 0,'0'0'0'0,"-7"0"0"0,2 0 0 0,2 5 0 0,2-2 0 0,0-1 0 0,1 7 0 16,0-1 470-16,0 3-222 0,0 3-105 0,1 1 130 0,3 5-118 0,6-2-59 0,-4 3-20 0,2-2-42 0,-1-1 3 109,-1-2 0-109,0-2-76 0,0-1 47 0,-3-4-10 0,0-4 39 0,0-4-58 0,3-1 29 0,-1 0 0 0,1-10 38 0,3-10-9 0,1-4 0 0,3-5-32 0,3-4-4 0,4-6-257 0,3-5 132 0,2 2-185 16,4-4 148-16,0 1 60 0,5 1 42 0,2 3-511 0,1-2 258 0,-4 13 142 0</inkml:trace>
  <inkml:trace contextRef="#ctx0" brushRef="#br0" timeOffset="7315.98">28978 6154 1282 0,'2'-14'0'0,"-1"4"0"0,1 0 0 0,0 3 0 0,-1 2 0 0,0 1 0 0,-1-1 156 0,1 2-65 32,1 3-26-32,0 0 327 0,-2 13-177 0,2 3-89 0,0 9-35 0,-2 4 265 0,0 9-160 0,0 8-79 0,0 6 147 0,0 7-114 31,0 9-47-31,0 1-7 0,-2 10-29 0,-5 13 0 15,1 12-30-15,-7 21-99 0,5-7 46 0,-4 2 26 32,4 1 0-32,-1-8-114 0,3-6 70 0,2 5 45 0,-1-32-9 0,5-7 32 15,0-4-20-15,0-3 17 0,0-2-970 0,0 7 442 0,3-18 233 0,0-2 114 16</inkml:trace>
  <inkml:trace contextRef="#ctx0" brushRef="#br0" timeOffset="8410.32">26026 7257 1186 0,'0'-11'0'0,"0"3"0"0,0 1 0 0,0 0 0 0,6 1 0 0,1 1 0 0,2 2 0 0,1-3 0 0,5 6 0 0,0 0 138 0,4 0-50 0,-1 0 37 16,3 6-34-16,-3 4-9 31,-2 4-44-31,1 0-16 0,-5 3 16 0,-1 5 0 0,-4 2 10 0,-5 3-45 0,-2 1-1 0,0 1 36 0,-4 1 0 0,-11-1-27 15,-1 6 8-15,-7-10 19 63,1 0-39-63,-3-4 37 0,-4 0-28 0,2-7 56 0,-4 2-36 0,6-11 0 0,0-1-10 0,3-4 54 0,3 0 1 0,1 0-43 0,3-6 13 0,5-6 31 0,7 0 6 0,3-3-44 0,0 0-11 0,0 1 13 31,10-2 10-31,6 0-10 0,3 1-77 0,1 2 38 0,2 0-3 0,1 0-190 0,2 0 108 0,-5 2 39 16,4 4 32-16,-3 1-443 15,3-2 218-15,-1 2 74 0,0 3 71 0,1 0-395 16,-1 0 226-16,-2 3 113 16</inkml:trace>
  <inkml:trace contextRef="#ctx0" brushRef="#br0" timeOffset="8552.04">26336 7338 1316 0,'-6'0'0'0,"0"0"0"0,2 0 0 0,1 0 0 0,0 0 0 0,0 0 0 0,0 0 0 0,3 0 0 0,0 0 132 0,0 4-47 0,0 1-7 0,0 0-9 0,3 1-31 16,3 2 0-16,-1-3-276 0,6 6 138 0,-3-4 79 31,2-1 25-31,-1-1-506 0</inkml:trace>
  <inkml:trace contextRef="#ctx0" brushRef="#br0" timeOffset="8770.03">26571 7175 1430 0,'0'0'0'0,"-1"0"0"0,-2 0 0 0,-1 3 0 0,1 5 0 0,-3 1 0 0,3 6 0 0,-3 3 154 0,-3 3-58 0,2 7-30 0,-4 3 138 78,-1 8-74-78,-1-3-50 0,-2 1-1 0,5 1-178 0,-2-1 69 0,-1 0 34 0,1 1-334 0,2-9 180 0,3-5 94 16,0-1-460-16,2-4 267 0,-1-2 72 0</inkml:trace>
  <inkml:trace contextRef="#ctx0" brushRef="#br0" timeOffset="9015.95">25686 7857 1611 0,'-8'-7'0'0,"1"2"0"0,7 2 0 0,0 0 0 0,7-3 0 0,16 0 0 0,10-1 0 0,11-2 244 0,12-2-104 16,8-1-51-16,9-1 132 0,12-2-82 0,-1 4-56 16,-4 0 0-16,-1 5-77 15,-7 3 31-15,-6 3 1 0,1 0-202 0,-22 0 96 0,-6 0 53 0,-8 7 26 16,-4 2-344-16,-8-2 185 16,1-1 74-16,-12 1-438 0,-2-2 204 46,-5-3 135-46,-1 4 68 0,-1 2-270 0</inkml:trace>
  <inkml:trace contextRef="#ctx0" brushRef="#br0" timeOffset="9320.41">26085 7865 822 0,'2'0'0'0,"1"0"0"0,3 0 0 0,2 0 0 0,2 0 0 0,6 0 0 0,0 12 0 0,2 0 0 0,1 1 0 0,-3 4 441 0,1 1-202 0,-4 2-100 16,-1 1-51-16,0 7-112 0,-9-6 27 0,-3 4-1 0,0 1 35 0,-9-1 1 0,-8-1-1 0,-4 3 10 0,-2-9-201 0,-5-2 93 15,-2-2 45-15,-2-7-60 0,0 1 33 0,-4-6-6 0,5-3 24 0,2 0-10 0,3 0 28 0,2-12-11 16,4-1 8-16,-2-1 96 16,12 3-44-16,5-2-15 0,1 1 1 0,4 3 97 0,0-2-56 0,2-1-14 15,9 3-92-15,3 1 31 0,4 0 0 0,2-1 36 16,4 1-148-16,3-1 72 15,-4 1 28-15,5 1-440 0,0-1 221 0</inkml:trace>
  <inkml:trace contextRef="#ctx0" brushRef="#br0" timeOffset="9559.98">26375 8050 1369 0,'-8'11'0'0,"-1"2"0"0,2 2 0 0,-2 3 0 15,4-1 0-15,-2 0 0 0,1 2 0 0,4-1 0 0,0-4 378 16,2 5-161-16,0-6-95 0,0-1-57 0,8-5-27 0,4 0 0 0,4-3-253 0,1-1 135 0,2-3 55 16,1-3 31-16,2-8-129 0,0-4 80 0,-3-5 40 0,1 0 10 0,-3-3-293 31,-2 1 145-31,-2-1 4 0,-1 2 59 0,-2 0 44 0,-1-1-13 0,-5 9 10 0,1 2 315 0,-2-1-158 31,-1 9-79-31,-2-1 286 0,0 2-166 0,0 2-56 0,0 9-48 0,-2 8 114 16,-2 2-68-16,-2 6-28 0,6 0 10 0,0 1-102 15,0-2 28-15,0 2-1 47,2 0 28-47,11-3-334 0,0 6 176 0,4-11 74 0,3-1-473 0,2-2 228 0,5-5 140 0,8 0-292 0,0-8 207 0,3-2 100 0</inkml:trace>
  <inkml:trace contextRef="#ctx0" brushRef="#br0" timeOffset="9899.16">27725 7481 1327 0,'1'-3'0'0,"2"-4"0"0,4 1 0 0,5 5 0 0,3-2 0 0,6 2 0 0,5 1 0 0,1 1 251 0,2 9-106 0,0 5-54 0,1 1-27 0,0 4 22 0,-7 0-9 0,-4 3-39 0,-6 1-92 0,-3 1 46 0,-8 1-1 0,-2 4 56 0,-2-4-126 0,-18 0 57 0,-5-2 31 0,-2 0-66 16,-5-4 22-16,0 0 36 0,4-11-9 0,0-4 57 15,3-5-61-15,1 0 19 0,7 0-32 0,-2-5 62 47,11-7-8-47,2-5-27 0,6-3 45 0,0-1 0 0,3-3-14 0,10 3-55 0,5-1 45 0,3 3-6 0,3 1 12 0,3-2-213 0,-2 3 96 0,3 4 48 31,-3 0 15-31,3 3-346 0,0 2 160 0,2 2 94 16,0 1 9-16,-3 2-292 0,-2 2 182 0</inkml:trace>
  <inkml:trace contextRef="#ctx0" brushRef="#br0" timeOffset="10236.74">28258 7429 1261 0,'0'0'0'0,"0"0"0"0,0 0 0 0,0 0 0 0,0 0 0 0,0 3 0 0,0 1 263 0,1-1-113 0,2 1-56 0,1 2 114 0,1-1-76 0</inkml:trace>
  <inkml:trace contextRef="#ctx0" brushRef="#br0" timeOffset="10276.64">28278 7464 2188 0,'4'7'80'0,"4"0"-227"16,-2-1 92-16,-1 2 55 0,4-1-8 0,-4 1-428 0,-2-4 227 0,3 1 113 0,-1-2 57 0</inkml:trace>
  <inkml:trace contextRef="#ctx0" brushRef="#br0" timeOffset="10341.18">28488 7313 1105 0,'-1'0'0'0,"0"3"0"0,0-2 0 0,-1 0 0 0,-1 5 0 0,1 1 0 0,-3 4 302 0,1 1-137 0,-1 5-63 0,-1 3-33 0,-3 6 295 0,1 2-163 0,-2 5-72 0,0 0-51 0,-1 2-62 0,-2 0 22 0,2-2 0 0,-1-1-340 0,3 1 179 0,0-6 76 0,5-6-451 0,-1-2 267 0,1-1 99 16,1-5 77-16,-1 0-335 0,4-8 162 0</inkml:trace>
  <inkml:trace contextRef="#ctx0" brushRef="#br0" timeOffset="10592.92">27634 7975 1308 0,'-16'0'0'0,"4"0"0"0,4 0 0 0,6 0 0 0,2-1 0 0,0-1 0 0,16 0 0 0,12-2 214 0,6-4-89 0,10-1-44 15,9-3 232-15,3 0-143 16,3 1-67-16,5-1 1 0,6-1-34 0,6 1 0 0,6-3-25 0,-18 5-99 31,-2 1 45-31,-9 5 0 0,-5 1 45 0,-12 0-355 0,0 3 187 0,-19 0 80 0,-5 0 43 0,-4 3-228 16,0 1 64-16,-7-1 84 0,1 2-392 0,-2-1 227 16,-9 1 109-16</inkml:trace>
  <inkml:trace contextRef="#ctx0" brushRef="#br0" timeOffset="10879.83">27840 8056 910 0,'6'0'0'0,"1"0"0"15,4 0 0-15,3 2 0 0,6 4 0 0,6 1 0 0,1 0 0 0,2 7 194 0,1 1-80 0,2 2-29 78,-7 3-17-78,-2 1 0 0,-5 3-32 0,-3 1-104 0,-7 0 51 0,-4 3 36 0,-4-5-9 0,-9 0-93 0,-11-1 53 0,-2-3 28 0,-7-3-1 0,-3 2-12 0,2-9-5 0,0 1 13 0,-2-7 19 0,3-2-13 0,1-1 6 0,-3 0-21 0,6 0 44 0,6-4-32 0,4-6 5 16,7 1 161-16,4-1-74 0,1-4-23 0,3-1-26 0,2 3 98 16,9 0-53-16,8 0-15 15,-2 0-1-15,5-1-72 0,-2 3 15 0,3 3 0 0,-3-3 25 0,4 3-397 16,-3-2 190-16,2 1 91 0</inkml:trace>
  <inkml:trace contextRef="#ctx0" brushRef="#br0" timeOffset="11107.92">28317 8158 1461 0,'1'0'0'0,"1"2"0"31,-1 2 0-31,4 2 0 0,-2 1 0 0,-2 4 0 0,3 4 0 0,-2 1 0 0,0 8 401 0,-2 0-182 0,0 2-91 0,0 1 49 0,0 0-70 31,0 4-27-31,-2-12-10 0,0 2 11 0,0-7-23 0,-1-3 1 0,3-3-45 0,0-3 31 0,0-5-9 0,5-3 0 0,11-17 26 0,5-3 0 0,3-13-26 16,11-3 10-16,-1-8-245 16,7-5 112-16,0-7 61 15,7-3-713-15,-3 1 338 0,3-7 147 0</inkml:trace>
  <inkml:trace contextRef="#ctx0" brushRef="#br0" timeOffset="11698.2">27369 6916 928 0,'1'-9'0'0,"2"1"0"0,0 1 0 0,0 3 0 0,-2-2 0 0,2 2 0 0,-1 3 0 0,-1-1 354 0,-1 2-158 0,0 0-78 0,0 0 150 0,0 0-120 0,-9 10-55 15,-4 7-27-15,-2 5 53 16,-5 4-41-16,-8 8 10 0,4 5-49 0,-8 3-17 0,-5 8 17 0,-3 5-1 16,-1 4-33-16,-13 12 9 0,7-6 25 0,3-5-51 15,2-3 25-15,10-14 1 32,1 2 34-32,20-25-130 0,4-6 56 15,7-7 9-15,0-7 0 0,0 0-269 0,2 0 143 0,11-7 52 0,2-8 42 0,2-4-4 0,5-3-1 0,1-4 6 94,4-1-774-94,-3-2 396 0</inkml:trace>
  <inkml:trace contextRef="#ctx0" brushRef="#br0" timeOffset="11943.99">27469 6875 985 0,'-5'0'0'0,"2"-2"0"0,-3-1 0 0,3 3 0 0,-1-5 0 0,0 4 0 0,1 0 168 0,-3 1-65 0,0 0-32 46,-1 0 107-46,-1 0-60 0,-1 0-45 0,-4 5 7 0,-2 4-42 0,-2 2 0 0,-2 3 0 0,-5 2-26 0,-2 2 26 0,-1 2 1 16,0-1-1-16,-2-2-80 0,3 2 41 0,1-2 9 16,6-5-182-16,7-2 104 0,3-3 15 0,4-5-430 15,5-2 237-15,3 0 87 0,13 0 40 0</inkml:trace>
  <inkml:trace contextRef="#ctx0" brushRef="#br0" timeOffset="12121.95">27462 6861 1268 0,'0'0'0'0,"0"-4"0"0,0 0 0 0,0 0 0 0,0 4 0 0,0-4 0 0,0 2 377 16,0 0-173-16,5 2-84 31,0 0-40-31,0 0 315 16,1 4-178-16,1 4-79 0,-6 3-11 0,0 3-45 0,-1 5 1 0,0 2-45 0,0 4-98 0,-6 2 58 0,-5 0 16 0,1 4-428 0,-3-2 227 0,-3 2 112 31,2 2 57-31</inkml:trace>
  <inkml:trace contextRef="#ctx0" brushRef="#br0" timeOffset="12816.44">26772 7471 1050 0,'-4'-11'0'0,"2"3"0"0,-1-3 0 0,3 5 0 0,0-2 0 0,0 4 0 0,0-2 194 0,0 4-79 0,0-2-29 0,0 4-9 0,2 0 80 0,1 0-59 0,3 6-31 0,0 6 1 0,-4 8 91 0,4 2-65 0,-3 2-28 0,-2 6 88 0,-1 2-58 0,0 0-29 0,0 1 90 0,0-3-65 0,0-5-27 0,-4 1 1 0,0-4 37 0,0 2-23 0,1-5-9 0,0-4-33 0,-1-5 132 0,2-2-66 0,0-2-34 0,1-3 11 0,1-3 79 0,0 0-61 0,12-15-72 0,6-3-27 0,8-7 0 0,6-3 0 0,5-3-227 0,7-5 33 0,9 1 116 63,5-2 58-63</inkml:trace>
  <inkml:trace contextRef="#ctx0" brushRef="#br0" timeOffset="56797.73">4081 13587 944 0,'-8'-10'0'0,"6"6"0"0,2 2 0 0,0-3 0 0,1 3 0 0,12 1 562 0,7-4-254 0,6 3-139 0,3-2-67 0,6 2 280 0,1-2-173 0,5-1-77 110,-1 4-91-110,1-3-4 0,-1 2 0 0,0 2-64 0,-3-2 33 0,2 2 8 0,-15 0 23 0,-1 4-69 0,-6 7 34 0,-5 6 0 0,-5 2 36 0,1 5 110 0,-8-2-60 0,0 6-26 0,-5 2 1 0,-3-1-3 0,-3 2 0 0,0 3-31 0,1-4-161 0,3 0 85 0,-5-3 38 0,7 0-521 0,-3-2 266 0,2 1 127 0,2-7 68 0,0-2-352 0,-2-2 192 0,2-6 91 0,-1 1 50 0</inkml:trace>
  <inkml:trace contextRef="#ctx0" brushRef="#br0" timeOffset="56877.17">4232 13790 928 0,'-13'-7'0'0,"1"3"0"0,1 1 0 0,8 0 0 0,3 3 0 0,0 0 0 0,5-1 626 0,10-1-295 0,4-1-137 0,3 2 87 0,2 0-121 0,-1 0-62 0,0-1-31 15,2 2-483-15,3 0 235 16,-6 0 105-16,-2 0-716 0,-1 0 382 0</inkml:trace>
  <inkml:trace contextRef="#ctx0" brushRef="#br0" timeOffset="57039.34">4293 13903 743 0,'-12'2'0'0,"0"-1"0"0,3 2 0 0,-2 0 0 0,7-1 442 0,3-2-202 0,1 3-101 15,0-3-52-15,4 3 129 0,9-3-80 0,6 0-54 0,1 0 142 0,1 0-93 16,1 0-47-16,3 0-386 0,-1-3 178 0,-4 3 77 15,1-3 41-15,-3 3-673 32,-3 0 344-32</inkml:trace>
  <inkml:trace contextRef="#ctx0" brushRef="#br0" timeOffset="57805.79">3797 14294 1447 0,'-6'0'0'0,"-1"0"0"0,7 0 0 0,0 0 0 0,4 0 0 0,15 0 0 0,12 0 517 0,7-4-230 0,5-2-129 15,8 1-59-15,4-6 88 63,10-2-74-63,2 1-38 0,8-7 10 0,-9 4-76 0,-5 1 0 0,-9 2 29 0,-7 0-321 0,-7 7 160 0,-3-2 90 0,-16 4-458 0,-12 1 259 0,-6 2 130 109,-1 0-5-109,0 0-430 0,-10 0 240 0,-8 2 134 0,-4 3 62 0,-4 0-113 0</inkml:trace>
  <inkml:trace contextRef="#ctx0" brushRef="#br0" timeOffset="57868.41">4101 14231 908 0,'-8'12'0'0,"1"2"0"0,2 2 0 0,2 5 0 0,3 0 0 0,0-3 0 15,0 3 230-15,0 0-96 0,3-1-38 0,6 0 280 0,-4 2-159 0,1-2-94 0,2-5-159 0,-2 2 37 0,-1 1 0 0,0-5 38 0,0 6-428 0,-3-6 209 0,2-2 109 16,0-2 55-16,2-3-557 0</inkml:trace>
  <inkml:trace contextRef="#ctx0" brushRef="#br0" timeOffset="58067.26">4263 14247 1783 0,'3'0'0'0,"0"0"0"0,5 0 0 0,-5 0 0 0,2 6 0 0,0 4 0 0,3 6 0 0,-2 5 0 0,0 5 200 0,1 2-86 0,-3 7 213 15,-1 1-145-15,0 5-71 0,-2-5-37 0,1 6-120 31,0-4 37-31,-2-4 1 0,0 0 46 0,0-2-356 0,0-3 178 0,0 6 99 16,-2-8-376-16,-1-3 187 16,-3-2 122-16,2-4-27 15,-3 2-160-15,1-13 128 0,0-1 65 0,-2-6-195 0,1 0 130 0,-2-7 64 0,-1-11 22 0</inkml:trace>
  <inkml:trace contextRef="#ctx0" brushRef="#br0" timeOffset="58414.3">4208 14527 768 0,'0'0'0'0,"-1"0"0"0,1 0 0 0,-2 0 0 0,-1 0 0 0,2 0 0 0,-2 0 208 16,3 2-84-16,0-1-44 0,0 5 1 16,0-3 9-16,0-1-17 0,3 5-9 0,2-5-170 15,-1 2 72-15,1 0 36 0,1-1 0 0,-2 1-147 0,-1-2 87 16,0 1 48-16,0-1-61 16,2-2 51-16,-2 4-33 0,0-2 35 0,0-2-63 15,0 0 35-15,4 0-19 0,1 0 0 0,3 0 162 47,0-2-63-47,6-4-28 0,1-3 101 0,2-2-50 0,5 2-32 0,0-3 5 0,2 0 9 0,-4 3-3 0,0 3-3 0,0 1-46 0,-6 3 0 0,-3 2 34 16,1 0 2-16,-8 0 17 0,-3 12-1 0,-4 1-23 15,0 4 0-15,-4 0 71 0,-7 1-31 0</inkml:trace>
  <inkml:trace contextRef="#ctx0" brushRef="#br0" timeOffset="58494.85">4517 14591 1506 0,'-17'18'10'0,"1"-3"10"0,-2-2 9 0,0 0-1 0,4-6-141 0,-1-3 66 0,3-3 34 0,2-1 0 0,1 0 31 0,0-7 5 0,5-4-25 0,2 0-167 0,2-2 57 0,0 1 52 0,0 0-19 0,0 3 19 0,6 1-18 0,3 5 26 0,1 2-31 0,0-2 670 0,2 3-272 0,2 0 130 0,-2 11-208 0,3 1-100 0,-2 2-49 16,5 3-144-16,-4 1 47 0,6 3 9 0,-1-3 38 0,-3 1-550 0,4-1 275 0,3-4 137 0,-3-2 65 0,6-1-315 0</inkml:trace>
  <inkml:trace contextRef="#ctx0" brushRef="#br0" timeOffset="58725.59">5242 13701 1605 0,'0'0'-1'0,"-3"-1"0"0,-5 1 1 0,0 0 0 0,-1 4 0 0,-7 10 0 0,-2 5 0 0,-3 3 422 0,-5 6-192 0,-3 5-96 0,-3 1-49 0,-4 6 20 0,3-5-38 0,4 1-1 0,1-1-70 0,4-5-1 15,1 2 53-15,15-8-1 0,0-2-9 0,8 0 0 63,0 2-1-63,0 0-21 0,5 7 31 0,6-4-9 0,1 0-1 0,-4 4-160 0,3 1 77 0,-3-1 38 0,-2 6 4 0,0-6-400 0,-2-5 199 0,-1 3 84 0,0-2-218 0,-1-5 155 0,0 3 45 0,1-11 55 16,-3-6-402-16,0-5 224 0,0-3 112 0</inkml:trace>
  <inkml:trace contextRef="#ctx0" brushRef="#br0" timeOffset="58859.41">4987 14291 1186 0,'5'-23'0'0,"0"2"0"0,1 3 0 0,5-2 0 0,1 8-1 0,0 3 147 0,5 1-55 0,-2 1-27 0,5 0 470 0,3 1-239 0,-3 2-144 0,1 2-51 0,0 2 100 0,2-3-81 0,-3 3-40 16,1 0 8-16,-5 0-512 15,-1 0 231-15,-4 0 116 0,-2 5-714 0,0 5 415 0</inkml:trace>
  <inkml:trace contextRef="#ctx0" brushRef="#br0" timeOffset="59132.55">5203 14333 1142 0,'-5'2'0'0,"-1"2"0"0,4 2 0 0,-1-4 0 0,2 4 0 0,1-2 0 0,0 1 225 16,0 0-98-16,0 1-45 0,0-3-1 0,0 4 9 15,0-4-27-15,0 1 10 0,1 0-36 0,1-3-57 16,-1 1 28-16,1-1 1 0,0 2 3 0,2-3 35 15,-1 3-10-15,1-3 0 0,1 1 63 0,4-1-32 16,-2 0 1-16,5 0-2 0,-4 0-30 0,3 0-1 16,-3 0 1-16,4 2-68 0,-4-2 33 0,1 3 20 31,-2-1 15-31,-2 1-91 0,-4 2 43 0,1 0 1 0,-2 0-24 0,0 2 30 16,0 1-5-16,-10-2 11 0,-5 1-149 0,1 1 67 0,-3-5 42 0,2 3-263 15,-2-3 144-15,1-3 56 16,3 0 37-16,4-3-176 15,-1-14 101-15,6-10 41 0</inkml:trace>
  <inkml:trace contextRef="#ctx0" brushRef="#br0" timeOffset="59686.14">5691 13653 1901 0,'18'-12'0'0,"1"4"0"0,-8 7 0 0,-2 1 0 0,0 0 0 0,-7 0 0 0,0 7 0 0,-1 3 0 0,-1 4 295 0,0 3-129 0,-3 3-64 0,-6 1 10 0,-2 1-38 47,0 5 10-47,0-1-444 0,-3-2 198 0,-1 2 100 0,0-1 50 0,-1-1-407 0,1 5 221 0,1-12 105 0,3 0 54 0,3 0 27 0,1-6-107 0,1-2 51 15,1 2-11-15,5-7 9 0,0-1 33 0,0 0 0 16,0-1 273-16,6-2-136 0,5 3-78 0,2-3 270 31,4 2-126-31,-2-2-87 0,2 4 19 0,1-1 20 0,-1 3-20 0,-4 3-35 0,-2-1 1 0,-3 5-54 16,-5 2 27-16,-1 0 0 0,-2 9 45 0,-2-2-9 109,-12 2-36-109,-4 3 0 0,-6 3 86 0,-1-3-44 0,-4 6 10 0,3-8-52 0,-1-3 1 0,2-2-1 16,3-3 0-16,6-8-416 0,-1 2 205 0,13-11 98 0,2 0 40 0,2 0-525 0,2-8 250 0,13-9 141 0,5 0-91 0,1 0 116 0,2-2 54 0,-1 4 27 0,1 3-96 0,3-2 53 0,-5 4 39 0,-3 5 244 0,1 1-107 0,-3 2-53 0,-4 2-26 0,3 0 465 15,-4 3-242-15,-5 14-124 16,-2 3-47-16,-2 7 520 0,-2 4-238 0,0 3-135 0,0 2-18 0,-2 0-67 31,-4 1-34-31,-3 0-176 0,4-7 72 0,-1 8 44 0,4-8-9 0,0-6-399 0,2-4 218 0</inkml:trace>
  <inkml:trace contextRef="#ctx0" brushRef="#br0" timeOffset="59754.88">5735 14682 2144 0,'0'7'-18'0,"0"-1"-776"16,0-6 386-16,3-10 176 0,1-13 97 0</inkml:trace>
  <inkml:trace contextRef="#ctx0" brushRef="#br0" timeOffset="59816.18">5871 14320 1323 0,'9'-16'0'0,"4"3"-1"0,-6 4 1 0,2 4 0 0,-3 0 0 0,-5 3 0 0,-1 2 0 0,0 0 0 0,0 12 361 0,-11 0-162 0,-3 3-72 0,-1 2 3 0,-4-1-47 0,1 1-23 0,-1-2-5 0,-1 1-19 0,-2-1 10 0,6-3-9 0,1-2-46 0,3-1 46 0,0-3 0 0,1 0-1 0,2 0 90 0,7-2-49 15,2-3 0-15,0 1-41 0,5-2 52 0,12 0-26 0,2 0 10 0,6 0-96 0,4 0 30 0,-2-2 0 0,3 1-296 0,-1 0 166 0,-2-2 69 0,-4 0 41 0,2 0-272 0,-3 0 145 0,-1 0 44 0,3-3 44 0,-10-3-583 0,0-1 299 0</inkml:trace>
  <inkml:trace contextRef="#ctx0" brushRef="#br0" timeOffset="60000.78">6080 13897 2161 0,'1'-2'0'0,"1"1"0"0,-1-1 0 0,0 2 0 0,3 0 0 0,-1 10 0 0,1 9 0 0,-2 10 0 0,1 8 387 16,-1 6-174-16,-1 8 320 0,-1 10-239 0,0-6-133 0,0 2-63 0,0-2-145 15,0-2 42-15,0-5 0 0,0 3 51 0,0-12-328 16,-1-2 160-16,-1 1 79 16,1-5 40-16,-1-11-752 0,2-2 366 0,0-20 204 0</inkml:trace>
  <inkml:trace contextRef="#ctx0" brushRef="#br0" timeOffset="60113.68">6183 14280 1752 0,'0'-5'0'0,"0"-2"-1"15,0 5 0-15,3-2 0 0,2 2 1 0,3 2-1 0,0 0 310 0,3 2-137 0,1 8 529 0,1 1-338 0,1 3-164 16,1 1-82-16,0-1-214 16,1 2 67-16,-2-2 40 0,1-3-8 0,-5 1-707 15,1-4 370-15,1-4 185 0,-1 0 93 0,1-4-416 0</inkml:trace>
  <inkml:trace contextRef="#ctx0" brushRef="#br0" timeOffset="60533.23">6698 13729 1440 0,'7'-7'0'0,"5"3"0"0,2 0 0 0,1 3 0 0,-3-1 0 0,0 2 0 0,-4 0 0 0,0 7 325 0,-3 3-144 0,-2 4-63 16,-3 0-46-16,0 6-60 31,-7 0 0-31,-6 2 24 0,-2-1 0 0,-2 2-173 0,1-5 81 0,-2 2 47 0,0-3-58 0,3 1 51 0,-2-3 25 0,1 0-124 16,6-4 63-16,4-3 2 0,2-3 27 0,3 1-72 15,1-1 39-15,0-4-15 0,6-1 6 0,8 0 85 32,1 0-23-32,1 0 10 0,2-1-37 0,-3 1 48 0,-2-3 1 0,0 3-24 0,-6 0-7 0,-3 0 5 31,0 9-8-31,-4 6 59 0,0 0-26 0,-8 3 2 15,-5 4-28-15,-6-2 154 0,1 9-70 0,0-7-29 16,3-1 0-16,-1-1 150 0,-1-1-88 0,8-3-27 16,-3 0 91-16,10-6-72 93,0-2-33-93,2-3 0 0,2-1-88 0,9-4 29 0,8 0 8 0,7 0-7 0,1-3 1 0,8-6 25 0,1-2 0 0,2 4 0 0,4-3 9 16,-5 5-9-16,1-1 0 0,-3 5-185 0,-7 1 84 0,-4 0 21 0,2 0 32 0,-14 9 26 0,-3 2-7 0,-8 4-9 0,-1 3-89 0,-2-1 47 0,-13 4 23 0,-2-5-184 0,-5-2 98 0,3 1 44 0,-2-3 26 0,0-5-588 0</inkml:trace>
  <inkml:trace contextRef="#ctx0" brushRef="#br0" timeOffset="60756.03">6836 14272 1894 0,'-5'3'0'0,"-4"2"0"0,1 2 0 0,4 0 0 0,-1 3 0 0,0 0 0 0,-1 0 0 0,-1 8 0 0,-3 2 0 0,0 1 0 0,1 1 0 0,-2 1 0 0,2 0 0 0,-1-2 0 0,0 0 0 0,0 0 0 0,5-8 0 0,0-3 0 0,3-3 0 0,1-3-39 0,1-4 37 0,0 0-331 0,1-5 73 0</inkml:trace>
  <inkml:trace contextRef="#ctx0" brushRef="#br0" timeOffset="60857.55">6890 14356 1720 0,'0'11'0'0,"0"2"0"0,0 4 0 0,0 3 0 0,0 0 0 0,0 1 0 0,2 1 0 0,1 2 309 0,3-3-137 0,5 2-59 0,1-8-43 0,2-2 429 0,4-5-232 0,2-3-115 0,4-5-133 0,2 0 26 0,1-13-9 0,1-9-498 16,0-5 250-16,1-3 123 0,-6-1 63 0,4-4-736 0,-10 2 318 0</inkml:trace>
  <inkml:trace contextRef="#ctx0" brushRef="#br0" timeOffset="61270.01">7529 14171 1529 0,'-6'-15'0'0,"4"6"0"0,2 4 0 0,0 0 0 0,11-2 0 0,8 2 0 0,1-3 268 15,5 1-121-15,-1 2-54 0,0 0-74 0,5-1 18 16,-2 1 1-16,6-1 8 0,-5 2-424 0,1 1 203 15,-4 2 103-15,-1-2-336 0,1 2 201 0</inkml:trace>
  <inkml:trace contextRef="#ctx0" brushRef="#br0" timeOffset="61572.06">8204 13733 1080 0,'6'-1'0'0,"-1"1"0"0,-1 0 0 0,-1 0 0 0,2 1 0 0,-4 12 0 0,-1 3 421 0,0 5-196 0,-6 7-95 0,-9 7-46 0,-7 2 157 0,-3 6-102 0,-3 7-42 16,-3-5-144-16,0 2 43 0,0-2-1 0,-1 1-357 31,8-10 200-31,0 0 108 16,13-20 41-16,7-13-241 0,4-3 146 0,0-7 5 0,3-13 60 0,6-2-512 0,5-1 263 0,0 1 128 16,2 3 63-16,0 1 36 0,0 4 28 0,3 2-10 93,-2 3 403-93,2 4-215 0,1 1-88 0,2 1 472 16,6 2-254-16,-3 1-142 0,3 0 3 0,-1 0-62 0,3 0 77 0,-1 5-56 0,5 2-17 0,-7-1 245 0,1 1-141 0,-3-1-70 0,-2 0-502 0,-4-1 216 0,3 1 116 0,-10-3-602 0,-6 0 318 0,-3-1 182 0</inkml:trace>
  <inkml:trace contextRef="#ctx0" brushRef="#br0" timeOffset="61715.34">8258 14036 1912 0,'-8'-3'0'0,"-5"3"0"0,7 0 0 0,2 0 0 0,-1 5 0 0,5 14 0 0,0 7 0 0,0 10 349 0,0 11-160 0,5 8-77 0,0 14 393 0,0 10-235 0,-2 6-116 0,1 9-50 0,0-12-128 0,-2 4 31 0,2-1-1 0,0 4-873 0</inkml:trace>
  <inkml:trace contextRef="#ctx0" brushRef="#br0" timeOffset="62266.17">8853 13764 1338 0,'-1'-9'0'0,"-1"2"0"0,2 5 0 0,0 2 0 0,0 0 0 0,0 6 0 0,0 12 87 0,2 8-25 15,-1 0-1-15,1 10 266 0,0 3-136 0,-2-1-82 16,0 2-36-16,0 3-68 0,-7 0 32 0,-1 1 0 16,-1 2-335-16,1-7 163 0,-1-8 86 0,2-5 43 15,0-6-576-15,-1-8 294 31,1-7 77-31</inkml:trace>
  <inkml:trace contextRef="#ctx0" brushRef="#br0" timeOffset="62378.95">8816 14009 1483 0,'0'-12'0'0,"3"4"0"0,0 1 0 0,0 2 0 0,5 0 0 0,3 1 0 0,2-2 0 0,1 5 69 16,3 1-1-16,0 0-31 0,5 0-1 0,1 0 359 31,-1 0-185-31,-2 9-86 0,3-2-44 0,-3 3-415 16,-4 0 186-16,1 5 102 15,-9-2-657-15,-3 4 356 0</inkml:trace>
  <inkml:trace contextRef="#ctx0" brushRef="#br0" timeOffset="62736.04">8883 14188 643 0,'-30'7'0'0,"10"-1"0"0,3 1 0 0,7-3 0 0,6-2 312 0,1-1-138 0,1-1-59 0,2 0 332 0,9 0-206 16,10 0-102-16,8-3-51 0,3-8 209 0,5 3-121 0,-3-2-74 0,0 2-210 16,0-1 73-16,-3 2 35 15,0-1 1-15,1 3 45 0,-8 1-10 0,-3 1 1 16,-2 0-488-16,-4 1-37 0,-5 2 176 0,0 0 159 15,-8 0-350-15,0 0 234 0,-10 0 116 0,-2 0-52 94,-4 0 98-94,3 0 37 0,-1 0 70 0,1-2 0 0,-1-5 0 0,2 1 0 16,3 0 0-16,-1 1 0 0,3-1 0 0,2 4 0 0,-3-2 0 0,3 4 316 0,0 0-132 0,-5 0-109 0,2 12 715 0,0 0-377 0,-2 8-188 0,-3 4 76 0,-1 5-132 0,-5 7-57 0,2-2-42 0,-1 4-270 0,1 0 118 0,1-1 60 0,0 4 38 0,8-13-574 15,0-4 298-15,7-5 124 94</inkml:trace>
  <inkml:trace contextRef="#ctx0" brushRef="#br0" timeOffset="62790.54">9037 14298 1973 0,'3'0'0'0,"2"0"0"0,1 0 0 0,-2 0 0 0,3 2 0 0,-1 3 0 0,0-1 0 0,0 5 0 0,-2-1 255 16,5 4-109-16,-6 0-132 0,5 0 31 0,-2-1-8 0,1-1 0 0,0 2-516 0,1-3 258 0,0-3 129 0</inkml:trace>
  <inkml:trace contextRef="#ctx0" brushRef="#br0" timeOffset="63081">9292 14093 729 0,'0'0'0'0,"0"0"0"0,0 0 0 0,0 0 0 0,0 0 0 0,0 0 480 0,0 3-212 0,0 6-121 0,-2-4 161 0,0 5-136 0,1-1-68 0,1 1-34 16,0 0 10-16,-2 0-43 31,2-3-1-31,0 0-459 16,0 2 229-16,0-4 125 0,0-2 48 0,0-3-284 0,0 0 156 0,0 0 78 0,0-2 38 0,2-6-135 0,3-2 66 0,3-4 33 16,4 4 227-16,0-4-97 15,6 2-49-15,-2 2 245 16,3 2-120-16,-3 2-77 0,4 6 5 0,-1 0 100 0,-4 0-77 0,4 4 24 0,-9 9-18 0,-3 6 80 15,-2 3-68-15,-5 6-35 16,0-2 0-16,-6 5-40 0,-7-4 6 0,-5-3-1 0,-1 0-67 0,-3-8 34 16,0-1 0-16,0 2-274 15,2-12 135-15,3-1 83 0,3-4 15 0,4 0-463 16,0-4 217-16,5-10 118 0,5-9 57 0,0-3-174 16</inkml:trace>
  <inkml:trace contextRef="#ctx0" brushRef="#br0" timeOffset="63226.34">9678 13868 1075 0,'17'-10'0'0,"0"3"0"0,-1 3 0 0,2 3 0 0,-8 1 0 0,-1 0 229 0,-4 1-96 0,-2 7-48 0,-2 3-24 0,3 2 275 0,-4 0-154 0,0 1-73 0,0 4-36 0,-2-1 0 16,-4 0-36-16,-1 4-874 0,-3-5 424 0,1 1 215 0</inkml:trace>
  <inkml:trace contextRef="#ctx0" brushRef="#br0" timeOffset="63400.52">9658 14110 961 0,'4'0'0'0,"1"2"0"0,1-1 0 0,0 3 0 0,2 1 0 0,-3 2 0 0,4 1 0 0,-1 4 175 0,1 3-59 0,-1 1-45 15,0 6 0-15,-3 2-6 0,-1 7-1 0,-3 2-27 16,-1 3 8-16,0 0-47 16,0-3 0-16,-5-1 39 0,-2-2-73 0,1-7 36 0,3 1 10 0,-2-12-135 15,4-3 79-15,1-9 17 0,0 0 26 0,0-9-261 16,9-12 110-16,4-8 46 31,2-3 45-31,2-7-249 0,1-3 138 0,2-6 69 0</inkml:trace>
  <inkml:trace contextRef="#ctx0" brushRef="#br0" timeOffset="63749.02">9944 14018 822 0,'19'-34'0'0,"0"3"0"0,-7 16 0 0,-3 6 0 0,-4 6 0 0,0 3 0 0,-4 0 292 0,3 0-119 0,-3 7-73 0,1 4-31 0,-2 0 222 47,1 4-127-47,-1-3-63 0,2 3-24 0,0-3-30 0,-1-3-11 0,3 3 1 0,1-6-155 0,0 3 86 0,-2-7 30 0,1 3 0 0,0-5 38 0,-1 0 1 15,-1 0-1-15,1-2-960 0,-2-5 449 0,-1-3 212 32,0-5 113-32,0-2 32 0,0 0 40 0,0-5-9 15,-3 1 51-15,2-3 3 0,-1 1 33 0,2-3 0 110,0 4 410-110,0-3-250 0,2 7-94 0,7-1 220 47,2 5-149-47,3 3-13 0,5 2-57 0,2 1 270 0,-2 6-155 0,3 2-73 0,0 0-36 0,-3 6 0 0,1 4-37 0,-2 6 10 0,-7 0-12 0,-6 4-154 0,-3 3 78 0,-2 1 39 0,-5 4-130 0,-8-2 94 0,-7-2 33 15,0-2-34-15,-2-1 31 0,0-5-31 0,-3-2 24 0,2 1 144 0,4-6-64 0,2-4-30 0,5-2-39 0,1 1 299 0,5-4-138 0,3 0-47 0,3 0-45 0,1 0 97 0,17-7-62 0,3-3-31 0,4-2-48 0,4 3 26 0,-2-1-10 0,-1 0-384 0,1 3 192 16,-4 1 96-16,-2 3 49 0,0 0-352 0,-6 0 186 0,-5 3 44 0</inkml:trace>
  <inkml:trace contextRef="#ctx0" brushRef="#br0" timeOffset="63913.24">10066 14226 2639 0,'-12'6'0'0,"2"5"0"0,2 3 0 0,3-1 0 16,1 1 0-16,1 2 0 0,1 0 0 0,1 1 0 0,-1 0 0 0,2 0 350 0,0-1-157 0,0-4-509 0,0 0 176 0,0-1 88 15,0 1 54-15,0-5-853 32,2-2 435-32</inkml:trace>
  <inkml:trace contextRef="#ctx0" brushRef="#br0" timeOffset="64051.11">10206 14268 1490 0,'3'0'0'0,"-1"2"0"0,0 0 0 0,2-1 0 0,2 3 0 0,-4-1 137 0,4 4-41 0,0 0-34 0,1 0 569 0,0 4-297 15,2 0-149-15,-2-1-74 32,5 7 2-32,-6-5-43 0,1 0 0 0,1-3-694 0,-1 2 330 0,1-4 165 0,0-1 92 0,-2-5-743 0,4-1 400 0</inkml:trace>
  <inkml:trace contextRef="#ctx0" brushRef="#br0" timeOffset="64318.27">10720 13663 2378 0,'7'-8'0'0,"0"2"0"0,0 5 0 0,0 1 0 0,-2 0 0 0,1 7 0 0,-3 8 0 0,-3 2 0 0,0 7 325 0,0 0-143 0,-3 3-2 15,-4-2-72-15,0 2-29 32,-1-7-8-32,1 4-435 0,1-3 200 0,-1-5 99 0,1-2 50 0,1-3-454 0,3-5 242 0,0-6 124 0,2 0-178 0,0-2 99 15,0-10 73-15,3-3 27 16,6-2 102-16,1-1-28 0,3 2 0 0,2-1 312 0,0 2-170 15,4-1-94-15,-1 5-33 0,1 0 334 0,0 0-176 16,1 2-23-16,-1 5-65 31,3-2-67-31,-4 2-9 0,-2 2 35 0,0 2-665 0,-6 0 327 0,-2 2 163 0</inkml:trace>
  <inkml:trace contextRef="#ctx0" brushRef="#br0" timeOffset="64731.72">10577 14035 823 0,'-8'3'0'0,"5"2"0"16,-2 2 0-16,5 0 0 0,0-3-70 0,0 1 36 0,0 0 0 0,5 0 431 0,0-2-181 0,4-1-90 0,0 1-36 0,-4-1-90 0,0 1 36 0,1-3 1 0,-3 0-1 0,2 0-200 0,-2 0 103 0,-2 0 41 0,1 0-38 0,1-5 37 15,1-2-1-15,-2 2 120 0,5-1-37 0,3-1-19 31,0 0-29-31,3 0 250 0,5 0-120 0,2-1-74 0,7 1-22 0,-1 2 151 0,3 0-81 0,2 4-41 0,-2 1-136 0,1 0 48 32,-1 0 34-32,-6 9-10 0,-7 5-212 0,-5 3 118 0,-6 2 59 0,-5 3-138 15,0 4 72-15,-20-3 47 0,-6 1-15 0,-5-3 12 16,-4-1 33-16,0-4-44 0,-5 2-31 0,7-9 233 16,3-2-94-16</inkml:trace>
  <inkml:trace contextRef="#ctx0" brushRef="#br0" timeOffset="64781.59">10684 14262 1722 0,'-22'4'332'0,"5"-3"-166"0,-1 0-56 0,12-1-52 0,4 0 307 0,2 0-165 0,3-2-81 0,16-6-67 0,0 3-6 0,7-2-10 0,0 2 0 0,3 0-123 0,-2 0 62 0,4 0 39 0,-7 3-9 0,-3 1 32 0,0 1-1 0</inkml:trace>
  <inkml:trace contextRef="#ctx0" brushRef="#br0" timeOffset="64825.96">10577 14451 1926 0,'-16'10'0'0,"7"-2"0"0,4 3 0 0,2-3 0 0,3-1 0 0,0 2 0 0,0-1 0 0,6-1 193 0,4-1-79 0,1-2-40 0,4 1-202 0,-4-3 82 0,6 1 49 0,-3-3-8 0,1 0-330 0</inkml:trace>
  <inkml:trace contextRef="#ctx0" brushRef="#br0" timeOffset="64946.91">10826 14489 1565 0,'0'6'0'0,"0"-4"0"0,-2 3 0 31,1 0 0-31,1 2 0 0,-3-1 0 0,2-1 0 0,1 2 0 0,0 0 441 0,0-2-202 0,0 3-103 0,0-2-497 0,5-3 193 0,6-1 102 0</inkml:trace>
  <inkml:trace contextRef="#ctx0" brushRef="#br0" timeOffset="65173.39">11091 14472 1349 0,'0'0'0'0,"0"0"0"0,0 3 0 0,0-1 0 0,0-1 0 0,0 1 0 0,2 1 0 0,2 0 513 0,2 0-240 0,-1 1-118 0,2-2-571 0,2 3 213 31,0-5 109-31,2 2 53 0,-1-2-380 0,3 0 192 0,3 0 88 0,1 0-249 0,0-2 195 0,1-3 97 16,2-1 36-16,1 0 147 0,2 1-87 0,-3-1 10 15,1 2-44-15,-2 2 732 0,0-1-366 0,-2 1-183 31,3 0 856-31,-3 2-469 16,-3 0-250-16,0 0-124 0,-1 0 221 0,-2 0-173 0,4 0-78 0,-4 2-300 0,0 0 103 0,-2-2 52 16</inkml:trace>
  <inkml:trace contextRef="#ctx0" brushRef="#br0" timeOffset="65285.58">11872 14458 1254 0,'0'1'0'0,"0"3"0"16,0-1 0-16,0-1 0 0,0-1 0 0,0 1 619 0,0-1-293 0</inkml:trace>
  <inkml:trace contextRef="#ctx0" brushRef="#br0" timeOffset="69540.95">13136 13822 836 0,'-5'0'0'0,"-1"-1"0"0,3 0 0 0,1-1 0 32,0 1 0-32,2 1 0 0,0 0 428 0,5 0-195 0,10 0-98 0,5 0 387 0,4 0-233 0,4 0-131 0,4 0 116 15,0-3-119-15,2-3-59 0,0 5-30 0,4-5-193 0,-5 3 77 16,-3 1 44-16,-3-3-1 47,-2 4-503-47,-6-1 273 0,1 1 146 0,-10 1 60 0,-5 0-376 0,-4 0 115 0</inkml:trace>
  <inkml:trace contextRef="#ctx0" brushRef="#br0" timeOffset="69839.02">13348 13556 1398 0,'0'10'0'0,"0"4"0"0,0 1 0 0,0 2 0 0,0 10 0 0,0 0 0 0,0 7 0 0,0 6 0 0,0-1 322 0,-6 2-142 0,-3 0-72 0,0 0-36 0,-2-2-64 0,-6 9 38 0,0-16-9 0,0-1-1 15,-5-6-45-15,3-6 1 0,-1-3 44 0,-2-3 30 0,9-11-30 0,3-2 1 0,5 0 140 0,2 0-70 0,3-2-35 0,0-4 9 0,0 3 89 0,8-3-67 0,11 4-33 0,4-1 0 0,5-2 53 0,4 1-33 0,1 2-10 0,-2 1-72 0,2-1 1 0,0 2 27 0,-2 0 1 0,5 0-57 0,-8 0 24 0,-2 5 0 0,-4 1-392 0,-3 2 209 0,-2 1 66 0,-3-1 69 0,-6 1-616 0,-5-3 312 0,-2-1 156 0,-1-2 77 0,0 1-411 0,0-4 248 0</inkml:trace>
  <inkml:trace contextRef="#ctx0" brushRef="#br0" timeOffset="69961.28">13413 13929 1057 0,'-7'4'0'0,"-3"1"0"0,4 3 0 0,-2 1 0 0,4 6 0 0,3 2 0 0,1 5 0 0,0 4 73 0,0 5-36 0,1 8 478 0,4-1 61 0,2 2-269 0,-1 1-135 16,4 1-172-16,-5-1 37 0,2 2 9 0,0-10-10 0,-3 1-552 0,1-6 277 0,-1-1 137 0,-3-4 70 0</inkml:trace>
  <inkml:trace contextRef="#ctx0" brushRef="#br0" timeOffset="70123.11">13217 14324 2009 0,'-11'-1'0'0,"4"-1"0"0,4 1 0 0,2-1 0 0,1 2 0 0,0 0 0 0,1 0 0 0,9 0 0 0,5 2 329 0,2 1-146 0,3 0-95 16,4 1-26-16,-1-4 10 16,1 0-35-16,1 0-258 0,-1 0 128 0,4 0 66 0,-1 0 40 0,-2-2-800 31</inkml:trace>
  <inkml:trace contextRef="#ctx0" brushRef="#br0" timeOffset="70274.25">13838 13687 1928 0,'0'-4'0'0,"-9"2"0"0,1 2 0 0,0 0 0 0,-1 6 0 0,-6 11 0 0,-1 7 0 0,-7 4 287 0,1 6-130 0,-3 3-60 0,-1 7-106 0,3-1 22 0,-3-2 1 0,-1 5 32 0,9-9-221 0,2-6 105 0,5-4 54 0,0-3 26 0,7-7 1 0</inkml:trace>
  <inkml:trace contextRef="#ctx0" brushRef="#br0" timeOffset="70428.52">13681 13982 1007 0,'16'-10'0'15,"0"8"0"-15,-1-3 0 0,3 2 0 0,1 2 0 0,5-2 123 0,0 3-35 0,0 0-8 0,-3 0 377 0,-2 0-211 0,0 7-104 0,-3-1-144 0,2 5 48 0,-6-4-9 0,-2 4-1 0,-4-1-581 47,0 1 291-47,-1 1 154 0</inkml:trace>
  <inkml:trace contextRef="#ctx0" brushRef="#br0" timeOffset="70682.59">13760 14166 1453 0,'-19'27'0'0,"6"-3"0"0,3 6 0 0,3 3 0 0,0-1 0 0,7 1 0 0,0-2 273 15,0-3-123-15,11-7-57 0,6-4 143 0,5-1-99 0,0-6-51 0,6 0-112 16,-4-8 27-16,-1-2 0 0,0 0 36 0,0-9-359 31,-5-4 180-31,2-3 99 0,-9 1 34 0,-4-2-281 0,-2 1 164 0,-2-2-11 0,-3 4-12 0,0-3 23 16,-9 2 49-16,-2 3 208 0,-5 2-84 0,-2 3-42 31,0 3 0-31,-3-2 63 0,-1 5-49 0,0 1-27 0,3 0-1 0,-2 1 198 16,2 6-97-16,0 0 0 0,4 2-43 0,4-2-176 62,4 0 73-62,1 0 57 0,6 0-525 0</inkml:trace>
  <inkml:trace contextRef="#ctx0" brushRef="#br0" timeOffset="71178.42">14159 13892 1352 0,'-1'0'0'0,"1"0"0"0,0 0 0 0,0 0 0 0,0 0 0 0,0 0 0 0,9 0 402 0,5 0-175 0,5-2-100 0,1-3 114 16,5 0-103-16,3 1-51 47,0-1-25-47,3 0-263 0,-4 1 114 0,-3 0 62 0,-2 1 30 0,-4 0-233 0,-1 2 132 0,-3-3 75 0,-8 3-539 0,-3-3 291 0,0 1 5 0,-3-2-199 15</inkml:trace>
  <inkml:trace contextRef="#ctx0" brushRef="#br0" timeOffset="71440.24">14275 13684 494 0,'-13'-4'0'0,"5"1"0"0,2 3 0 0,3 0 0 0,1 10 0 0,2 9 0 0,0 7 393 0,2 6-183 0,9 5-87 0,1 9 320 0,-1 7-203 0,3 2-103 0,-1 11-41 16,-3-12 44-16,0-2-52 0,-2-3-26 0,-3-2 0 0,1-7-184 15,-5 6 88-15,1-13 30 16,-2-4-236-16,0-5 139 0,-4-4 68 0,-8-7-102 0,1 1 95 0,-1-14-29 31,-1 0 43-31,-4 0-190 0,2-5 93 0,-1-5 29 0,-3-7 20 0,1-2 80 31,3-1 1-31,0-1-43 0,6-3 0 0,-1 3 107 0,1-4-63 0,6 7-17 0,3-1 165 0,0 2-76 16,0 0-48-16,5-1 18 0,7-2-27 0,4 3 13 16,2-1 0-16,1-1-297 0,4-2 131 0,4 0 68 15,2-7 31 1</inkml:trace>
  <inkml:trace contextRef="#ctx0" brushRef="#br0" timeOffset="72066.91">14730 13594 892 0,'0'-11'0'0,"1"2"0"0,1-2 0 0,-1 6 0 0,-1 1 0 0,0 2 0 0,0 1 0 0,-7 1 309 0,-5 0-141 0,-1 10-66 16,-2 3-27-16,-2 4 0 78,0 4-39-78,-4 2 8 0,-1 0-210 0,1 2 101 0,1-1 51 0,1-2-73 0,5-4 62 0,-1 1 39 0,10-6-8 0,0-4-79 0,5-1 49 0,0-6-31 0,6-2 31 0,8 0-78 0,5 0 14 0,6-7 31 0,-1-5 69 0,2 3-39 0,0-2 1 15,-3 2 28-15,-5 2 13 0,-1 3-32 0,-4 0 18 0,-4 2-35 16,0 1 24-16,-4 1-6 47,-5 0 2-47,0 8 41 0,-9 7-40 0,-5 3 1 0,-6 5 2 0,-1 3 139 0,-2 3-63 0,-1 3-35 16,2-1 206-16,3 1-111 0,-2-1-41 0,4 2 99 0,6-7-77 0,3-3-35 0,3-1 0 0,4-7-160 15,1-1 62-15,0 1 41 16,0-11-10-16,0-1-134 0,0-1 82 0,0-2 42 0,0 0 0 0,0 0-373 62,0 0 154-46,0-4 107-16,-8-1-142 0,3-3 112 0,-5-1 56 0,1-3 94 0,-2 5-15 0,2-5 0 0,0 1-24 0,2-1 215 0,4 1-107 0,-1 1-64 0,4-2-17 0,0 0 334 0,7 0-144 0,9 1-93 0,5-3 5 0,4 3 68 0,3 0-36 0,5 2-44 16,2-1 15-16,1 3-30 46,3 0 9-46,-4 4-39 0,-3 1-97 0,-2 2 49 0,-5 0 23 0,-5 9-237 0,-4 5 140 0,-15 4 57 0,-1 1 16 0,-6 4-269 0,-14 0 117 0,-4 1 77 47,-7 2-9-47,-2-5 31 0,-2-2-2 0,-3-2 1 0,2-3 153 0,-2-3-61 0,-6 3-39 0,8-7 183 0,2 0-98 0,1-1-52 16,5-2-7-16,8-2 350 0,2-1-155 0,14-1-99 109,4 0-6-109,1 0 148 0,13-1-108 0,11-1-52 0,5-3-19 0,3 0 90 0,5 0-62 0,0 2-32 0,4-1 0 0,-3 4-31 0,8-5 9 0,-10 4-47 0,-1 0-118 0,0-2 78 0,-3 3 39 0,-5 0-437 0,3 0 215 0,-13 0 74 0,-6 4 77 0,-4 2-500 16,-6-2 269-16,-2 1 135 0,0 0 58 0</inkml:trace>
  <inkml:trace contextRef="#ctx0" brushRef="#br0" timeOffset="72201.77">14717 13958 1417 0,'-6'-3'0'0,"-2"2"0"0,3 0 0 0,1 1 0 0,0 0 0 0,1 9 0 0,0 8 0 0,-3 4 218 16,-2 6-95-16,-1 5 82 0,-1 3-85 0,-5 5-42 15,-1 4 0-15,-4 7-108 0,0-7 28 0,-1-2 0 0,0-3 38 0,0-6-344 0,3-3 172 0,-1-2 95 16,10-15 34-16</inkml:trace>
  <inkml:trace contextRef="#ctx0" brushRef="#br0" timeOffset="72342.37">14623 14294 1934 0,'8'3'0'0,"-3"1"0"0,5 3 0 0,2 1 0 0,0 2 0 0,5-1 0 0,1 6 0 0,2-1 0 0,2 2 298 0,-2 2-136 0,2-1-61 15,-1 2-32-15,0-2-1 0,-1 0-32 0,2 1-250 16,-4-4 120-16,-2-6 65 16,1 0 33-16,-2-7-741 0</inkml:trace>
  <inkml:trace contextRef="#ctx0" brushRef="#br0" timeOffset="72579.69">15173 13873 1734 0,'12'-9'0'0,"3"3"0"0,4 2 0 0,4 2 0 0,7 1 0 0,-4 1 364 15,-1 0-165-15,-2 7-81 0,-2 7-42 0,-1 6 83 16,-4 5-53-16,-9 4-40 0,-5 2 0 0,-2 5-57 15,-9 4 0-15,-12 3 27 16,-7 10-225-16,-3-7 108 0,-5 2 58 0,-2 3-240 0,-2-6 150 0,1-1 74 16,-1 0-12-16,6-17-517 0,6-9 251 0,2-10 141 15,6-8 70-15,7 0-146 16,3-22 99-16,9-11 63 0</inkml:trace>
  <inkml:trace contextRef="#ctx0" brushRef="#br0" timeOffset="72764.78">15103 14146 2658 0,'10'-9'0'0,"-1"2"0"0,5 4 0 0,0 3 0 0,-3 0 0 0,6 5 0 0,2 9 0 0,-2 4 0 0,6 2 0 0,-3 4 0 0,1-1 0 0,1 1 221 0,0 0-92 0,4 1-38 0,-4-8-448 0,1 0 197 0,2-5 97 0,-2-6-778 93,-2-3 438-93</inkml:trace>
  <inkml:trace contextRef="#ctx0" brushRef="#br0" timeOffset="72825.62">15576 13900 1689 0,'6'-13'0'0,"3"5"0"0,4 1 0 0,4 1 0 0,3 2 0 0,2 3 0 0,2-2 0 0,0 3 0 0,0 0 102 0,2 0-33 0,4 0 9 0,-7 0-269 0,0 0 113 0,-5 0 57 0</inkml:trace>
  <inkml:trace contextRef="#ctx0" brushRef="#br0" timeOffset="73106.98">15674 13626 653 0,'2'10'0'0,"-1"3"0"0,6 8 0 0,1 5 0 0,5 8 0 0,-1 15 411 0,1 4-192 0,-1 12-92 0,-1 3-46 0,-1 0 383 0,-1 7-205 0,-6-17-117 0,0-1 45 0,-1-7-76 15,-2-3-38-15,0-8-74 0,0 3 46 0,-7-18-10 110,-2-7 1-110,-2-2-203 0,0-9 102 15,-3-6 50-15,-2 0 34 0,3-2-216 0,-2-14 116 0,0-4 41 0,-1-4 34 0,1-1-189 0,-1-6 87 0,3 4-12 0,3-1 43 0,0 0 14 0,3 5-1 0,2 1 109 0,2 0-50 0,3 7 10 0,0 1-41 0,5 2 29 0,9 0-25 0,2 2 29 0,4-3-30 0,3 2-344 0,5-1 171 0</inkml:trace>
  <inkml:trace contextRef="#ctx0" brushRef="#br0" timeOffset="73222.64">16341 13672 1549 0,'-2'-6'0'0,"-3"-1"0"0,4 3 0 0,-2-2 0 0,-4 3 0 0,1 0 0 0,-6 3 0 0,-2 0 170 32,-5 10-67-32,-3 3-249 0,-4 8 100 0,2 0 36 0,-2 6 22 0,-4 2-355 0</inkml:trace>
  <inkml:trace contextRef="#ctx0" brushRef="#br0" timeOffset="73363.06">15916 14009 1065 0,'3'0'0'0,"2"-3"0"0,6 1 0 0,5-2 0 0,11-1 0 0,4-1 0 0,6 1 343 0,4-2-153 0,1 1-78 16,1 0 223-16,1-4-141 0,-8 6-84 0,-3 0-37 16,-5 1-412-16,-5 0 187 15,-4 3 93-15,-5 0-742 0</inkml:trace>
  <inkml:trace contextRef="#ctx0" brushRef="#br0" timeOffset="73541.03">16199 13829 769 0,'-9'3'0'0,"4"2"0"0,3 5 0 0,2 4 0 0,0 4 391 0,0 8-178 0,0 10-79 16,3 5-55-16,1 4 564 0,0 5-304 0,-1 3-152 15,-1 0 50 1,-1 5-92-16,-1-12-59 0,0-3-25 0,0-4-238 0,-3-3 106 15,-3-4 53-15,0 2-492 0,0-15 268 0,-1-5 139 0,4-10 69 0,0-4-674 32,0 0 303-32,2-13 188 0,1-13 48 0</inkml:trace>
  <inkml:trace contextRef="#ctx0" brushRef="#br0" timeOffset="73689.63">16172 14119 1123 0,'-15'3'0'0,"1"4"0"0,0 3 0 0,-2 5 0 0,1 4 0 0,-3 3 0 0,-2 6 188 0,-1 3-76 0,-2-1-38 0,-5 6-67 0,7-9 29 0,-1-1-1 0,6-8 1 0,3-2-245 0,3-8 122 0</inkml:trace>
  <inkml:trace contextRef="#ctx0" brushRef="#br0" timeOffset="73787.92">16211 14175 1072 0,'10'-4'0'16,"5"-1"0"-16,-4 5 0 0,4-5 0 0,-2 4 0 0,-1 0 0 0,1-4 48 0,1 5-4 0,0-3-8 0,-1 1-1 0,4-4-254 0,-1 2 128 0</inkml:trace>
  <inkml:trace contextRef="#ctx0" brushRef="#br0" timeOffset="74146.88">16666 13805 764 0,'0'-12'0'0,"0"2"0"15,0 0 0-15,0 2 0 0,-1 5 0 0,-6 0 142 0,-2 3-53 0,0 0-27 16,-2 13 193-16,-3 5-100 15,0 3-65-15,-2 7 13 0,2 4-33 0,0 2-1 16,3 2-33-16,3 0 194 0,4-1-101 0,2 0-47 0,2-1-24 0,0 2 185 16,0 1-104-16,6 2-43 15,5-6 4-15,-3-2-32 0,5-1 0 0,-4-3-33 0,-1-3-119 0,1 2 69 32,-6-7 20-32,-1-1-190 0,-1-6 109 0,-1 2 57 0,0-5 27 0,-8 0-146 15,-4-6 35-15,0-3 55 0,-4 0-35 0,-1 0-188 16,-2 0 120-16,-2-6 37 0,2-2-98 0,-1-1 88 47,1-6 43-47,-2 3 1 0,1 1 25 0,1 0 11 0,4 4 8 0,4 0 264 0,0 4-132 0,3 0-66 0,4 1-33 0,-1 1 125 0,5-2-56 0,0 3-47 109,0 0 25-109,0 0-109 0,6 0 55 0,7 0 19 0</inkml:trace>
  <inkml:trace contextRef="#ctx0" brushRef="#br0" timeOffset="74205.72">16735 14226 2561 0,'2'6'-1'0,"-1"3"-3"0,1-1 1 0,4 0 0 16,0 2 1-16,0 2 1 0,1-1-1 0,-1 4 1 0,0-2 0 0,-3-1 1 0,0 3 128 0,-1-3-46 0,-1 0-24 0,2-2 9 0,-1-3-909 0,1-3 424 0</inkml:trace>
  <inkml:trace contextRef="#ctx0" brushRef="#br0" timeOffset="74354.98">17015 14072 1569 0,'0'4'0'0,"0"-1"0"0,0 2 0 0,0 2 0 0,0 2 0 0,0-1 0 0,-3 1 0 0,1 3 0 0,1-2 0 0,-1 2 377 0,1-2-176 0,-1-1-83 0,0-1-476 0,2-3 195 0,0 0 100 0,0-2 56 0,0-3-728 0</inkml:trace>
  <inkml:trace contextRef="#ctx0" brushRef="#br0" timeOffset="74561.61">17146 13655 2060 0,'0'10'0'0,"1"2"0"0,1 5 0 0,1 10 0 0,0 7 0 0,0 16 0 0,-1 16 0 0,-2 4 505 0,0 16-235 0,0 6-118 0,-5 1 518 16,2-8-396-16,0 4-274 0,3-28 0 0,0-6 0 0,0-5 0 0,0-9 0 15,0-7 0-15,0 1 0 16,0-21 0-16,0-5 0 0,0-8-902 0,1-1 395 16,1 0 271-16,0-7-453 0,-1-11 332 0,-1-7 161 15</inkml:trace>
  <inkml:trace contextRef="#ctx0" brushRef="#br0" timeOffset="74722.69">17316 14122 2197 0,'0'0'0'0,"0"0"0"0,0 0 0 0,0 0 0 0,1 0 0 0,5 5 0 0,-1 4 0 0,0 1 164 0,-1 3-57 0,0 1-40 16,-1 1 203-16,-2 4-118 0,1-3-59 0,1 0-29 0,-2-1-472 0,1-3 217 0,-2-5 113 0,3 0-742 0,-1-5 420 0</inkml:trace>
  <inkml:trace contextRef="#ctx0" brushRef="#br0" timeOffset="74960.98">17553 13855 1487 0,'0'3'0'0,"-5"1"0"0,0 0 0 0,0 3 0 0,0 3 0 0,-3 1 0 0,3 1 0 0,-5 6 564 0,-3-1-257 0,-2 4-141 0,0 1-65 0,1-2 74 0,1-3-70 0,1-2-35 0,2-1 8 0,4-5-54 0,2-4 10 0,4-3 0 0,0-2-11 0,6 0 12 16,11 0 8-16,6-7 185 46,7-5-97-46,4 0-48 0,2 0-24 0,4 2 125 0,3-2-184 0,-6 5 0 0,-1-3 0 0,3 2 0 0,-4 2 0 0,-2-2 0 0,5 1 0 0,-13 5 0 16,-4 0 0-16,-5 1 0 0,-5 1 0 0,-11 0-105 63,0 3 64-63,-9 9-1634 0,-14 2 820 0,-8 2 411 0,-7 2 204 0</inkml:trace>
  <inkml:trace contextRef="#ctx0" brushRef="#br0" timeOffset="75051.03">17620 14100 98 0,'-21'8'0'0,"1"1"0"0,5-1 0 15,4-1 0-15,7-5 365 0,4 0-166 0,0-2-82 0,8 0 326 0,9 0-196 0,3 0-111 0,2-2-51 0,6-5 265 0,0 0-158 0,2-1-79 0,3 1-196 0,-7-2 55 0,-1 2 31 0,0 1 0 0,-5-2-518 47,-1 1 275-47,3-2 146 0</inkml:trace>
  <inkml:trace contextRef="#ctx0" brushRef="#br0" timeOffset="75226.81">17805 13798 1362 0,'-8'2'0'0,"3"3"0"0,-1 4 0 0,1 8 0 0,-4 6 0 0,-3 11 130 0,-1 9-52 0,-4 10-22 0,1 5 1 0,-2 5-23 0,2-2 0 0,2 7 1033 0,6-18-521 0,3-4-256 0,5-11-128 0,0-6-197 0,8-10 34 0,14-4 9 0,5-15 27 0,8 0-431 0,6-10 215 0,3-10 107 0,7-2-268 0,7-4 196 16,-7 2 86-16,-1-2-47 15,2 5-748-15,-9 0 411 0,-4 9 204 0</inkml:trace>
  <inkml:trace contextRef="#ctx0" brushRef="#br0" timeOffset="75317.7">18183 14284 2013 0,'-7'10'0'0,"0"-4"0"0,1-1 0 0,3-1 0 0,1 2 0 0,1-3 0 0,1 0 333 16,0-3-149-16,0 0 214 0,6 0-182 0,5 0-91 31,0 0-37-31,-1-6-199 0,3-2 72 0,-3-2 36 0</inkml:trace>
  <inkml:trace contextRef="#ctx0" brushRef="#br0" timeOffset="80703.5">20197 13455 1697 0,'0'-20'0'0,"0"4"0"0,-3 3 0 0,1 8 0 0,2 3 0 0,0 2 0 0,0 0 0 0,0 0 519 0,0 0-232 0,0 0-129 0,0 2-60 0,-3 7-12 0,-2 3-24 0,-3 6 0 0,-6 6-15 0,0 0-72 0,-3 8 31 0,-1 0 0 0,-2 4-485 0,-1 2 259 0,-2 6 138 0,4-7-652 47,0-1 289-47</inkml:trace>
  <inkml:trace contextRef="#ctx0" brushRef="#br0" timeOffset="80837.49">19790 13986 1614 0,'-17'3'0'0,"1"3"0"0,4-1 0 0,4 1 0 0,3 0 0 0,3-2 0 0,2-2 0 0,0 1 604 0,5-3-287 0,14 0-140 47,7 0-70-47,6 0 458 0,3 0-263 0,5-8-123 15,-3 1-113-15,2-2-66 0,-4 1 0 0,2 1 0 0,-3 1-96 0,5-2 25 0,-5 2 50 0,-7 2-670 0,2-1 365 0,-2 2 182 16,-6-1 90-16,3 2-884 0,-13-1 454 0</inkml:trace>
  <inkml:trace contextRef="#ctx0" brushRef="#br0" timeOffset="81007">20084 13770 1732 0,'-17'0'0'15,"8"0"0"-15,0 0 0 0,4 9 0 0,3 2 0 0,2 6 0 0,0 5 0 0,0 3 0 0,2 4 655 16,9 5-309-16,-3 7-155 0,0 2 178 0,-2 8-156 0,0-7-93 0,-3 6-140 16,-2-5 29-16,1 2 0 15,0-5 28-15,-2 4-464 0,0-13 227 0,0-5 119 16,0-5 59-16,0-6-692 0,0-5 266 0,0-9 218 15,-2-3 107-15</inkml:trace>
  <inkml:trace contextRef="#ctx0" brushRef="#br0" timeOffset="81141.92">20069 14116 1897 0,'-8'0'0'15,"-2"0"0"-15,0 0 0 0,-1 0 0 0,-2 6 0 0,1 8 0 0,-5 4 0 0,1 8 0 0,-5 2 0 0,3 3 233 0,-2 2-99 0,3-1-232 0,1-3 68 16,0 0 34-16,4-1 9 0,5-10-245 0,5-6 134 0,0-5 68 15</inkml:trace>
  <inkml:trace contextRef="#ctx0" brushRef="#br0" timeOffset="81286.21">20175 14105 2077 0,'14'-4'0'0,"3"3"0"0,-1 1 0 0,5 0 0 0,-5 1 0 0,3 8 0 0,-5 6 492 0,1-3-227 16,-2 5-114-16,4 0 310 0,-8 0-216 15,3-3-104-15,-2 3-536 0,0 0 216 0,-2-3 108 0,4 2 64 0,-6-9-988 16,2 0 500-16</inkml:trace>
  <inkml:trace contextRef="#ctx0" brushRef="#br0" timeOffset="81562.28">19754 13234 1350 0,'-9'-4'0'0,"-6"1"0"0,0 3 0 0,0 0 0 0,-7 3 0 0,-4 8 0 0,-4 6 0 0,-8 3 268 0,2 2-120 0,0 0-54 16,-4 3-273-16,3 0 108 16,1 2 55-16,-3 2 37 0,9-6-360 0</inkml:trace>
  <inkml:trace contextRef="#ctx0" brushRef="#br0" timeOffset="81765.78">19229 13618 1080 0,'0'0'0'0,"0"3"0"0,0 0 0 0,0-1 0 0,3 4 0 0,6-3 522 0,4 3-242 0,6-4-120 0,4 1-51 0,3-1 309 0,5-1-189 0,4-1-95 0,0 0-48 0,3 0-475 78,0 0 224-78,-4 0 97 0,-4 0-810 0,-7 8 433 0</inkml:trace>
  <inkml:trace contextRef="#ctx0" brushRef="#br0" timeOffset="81862.36">19301 13890 1155 0,'-16'0'0'0,"5"0"0"0,5 0 0 0,4 0 0 0,2 0 0 0,2 0 0 0,14 0 0 0,7-3 349 0,8-4-155 0,5-2-77 0,4-1-30 0,-1 0 148 16,0 0-98-16,1 1-48 0,-5 2-273 0,-1 0 111 16,1 0 66-16,-11 4-524 0,-5 2 280 0,-3 1 133 15,-7 0 78-15,-2 0-556 0</inkml:trace>
  <inkml:trace contextRef="#ctx0" brushRef="#br0" timeOffset="82042.03">19592 13541 1268 0,'-6'1'0'0,"-3"3"0"0,2 2 0 0,-2 8 0 0,-2 3 0 0,-2 9 0 0,-2 6 0 0,-2 7 519 0,-8 9-240 0,1 3-119 15,-5 9 200-15,-5 6-151 0,1-6-89 0,-2 0-41 16,-1-4-165-16,4-3 63 15,3-7 31-15,2-2-491 0,8-15 257 0,2-9 132 16,6-4 67-16,3-7-615 0,3-7 270 0,1-2 171 16,4-2 35-16</inkml:trace>
  <inkml:trace contextRef="#ctx0" brushRef="#br0" timeOffset="82183.67">19289 14147 600 0,'10'0'0'0,"-5"0"0"0,1 0 0 0,0 2 0 0,2 5 439 0,-4 7-200 0,1 6-90 0,-2 2-60 0,-1 5 140 0,-2 4-95 0,0 3-47 0,0-3 140 0,0 5-84 15,0-9-57-15,-3 0 0 16,1-5-333-16,1-3 142 0,-1-5 82 0,2-5-482 16,0-5 270-16,0-4 134 0,0-3 67 0,0-9-487 15,0-9 201-15,0-5 145 0</inkml:trace>
  <inkml:trace contextRef="#ctx0" brushRef="#br0" timeOffset="82370.53">19322 14101 945 0,'0'-12'0'0,"2"-5"0"0,-1 11 0 0,1 1 0 0,1 3 0 0,3 2 0 0,1 0 291 15,5 0-117-15,-2 2-72 0,5 6-31 0,2 2 155 16,2 2-94-16,0 2-46 0,2-2-10 0,0 3-10 16,-2 0-27-16,-1 4 0 0,0-1-46 0,-3 5 0 47,1 2 56-47,-4 0-128 0,-6 0 59 0,1 2 29 0,-4-1 0 0,-2 3-288 0,1 2 157 0,-2-8 24 0,0 1 53 0,0-5-443 15,-3-3 224-15,-2-5 113 0,2-4-251 0</inkml:trace>
  <inkml:trace contextRef="#ctx0" brushRef="#br0" timeOffset="82541.45">19432 14266 1181 0,'-11'-9'0'0,"0"2"0"0,0 0 0 16,6 3 0-16,2 3 0 0,1-1 0 0,2 0 0 0,0 2 79 0,0 0 9 0,7 0-50 0,1 0-115 0,9 0 57 0,-3 4 30 0,3-1 0 0,-1-1 38 0</inkml:trace>
  <inkml:trace contextRef="#ctx0" brushRef="#br0" timeOffset="82808.03">19435 14320 806 0,'-8'0'0'0,"0"0"0"0,1 0 0 0,-1 1 0 0,6-1 0 0,0 0 0 0,2 2 0 0,0-2 43 0,0 1-4 0,0 1 9 0,7 0-127 0,5 0 54 0,-1 1 28 0,0 2-295 0,1 2 143 15,-3-2 69-15,0 2 37 0,0 1-72 0,-5 1 47 0,1 0 25 78,-3-1 0-78,-1 2 41 16,-1-1 2-16,0-1 0 0,0-1 0 0,-1-1 66 109,-6 0-68-109,1-1-26 0,-3 1 304 0,2-5-145 0,1 4-45 0,2-5 140 0,-1 0-103 0,0 3-18 0,4-3-20 0,1 0-258 0,0 0 105 0,6-3 54 0</inkml:trace>
  <inkml:trace contextRef="#ctx0" brushRef="#br0" timeOffset="83064.89">20511 13730 2015 0,'-10'-2'0'0,"0"-1"0"0,2 3 0 0,-1 0 0 0,4 8 0 0,2 2 0 0,2 1 0 0,1 0 0 0,-2 0 145 32,2 1-59-32,0 0-24 0,0-1-228 0,5 0 95 0,1-1 46 0,2 0-593 0,0-3 295 0,-2-2 144 15,2-1 71-15,-1-4-283 0,0 0 178 0</inkml:trace>
  <inkml:trace contextRef="#ctx0" brushRef="#br0" timeOffset="83291.22">20496 13716 948 0,'-5'-15'0'0,"2"3"0"0,-2 3 0 0,5 1 0 0,0-4 0 0,0 9 0 0,3-1 0 0,13 4 0 0,4-4 199 16,5 4-82-16,5 0-31 0,-2 0-9 0,1 0-77 0,-1 9 0 0,-4 1 37 16,-2 3-1-16,1 2-138 0,-13 2 65 0,-7 0 36 15,-3 1-22-15,0 4 30 16,-13-2-1-16,-7 1 71 0,-5-3-8 0,-2-3-85 0,-2-1 34 0,1 0 234 16,0-3-112-16,3 1-53 0,5-5-33 0,4-3 230 15,4-1-123-15,2 0-63 0,5-1-30 0,4-2 7 16,1 0-9-16,6 0-30 0,14 0-115 0,2 0 58 15,6-2 29-15,3-4-219 0,-1 2 119 0,-3 2 65 16,1-1 31-16,-5 1-747 0,-2 2 362 0</inkml:trace>
  <inkml:trace contextRef="#ctx0" brushRef="#br0" timeOffset="83450.92">20598 14045 1053 0,'-10'7'0'0,"2"2"0"0,0 2 0 0,-1 6 0 0,0-1 0 0,2 4 0 0,-1 1 326 16,-1 1-145-16,3 1-72 0,0 0 183 0,1-1-128 16,-2 0-55-16,5-5-513 0,0-3 220 0,2-3 111 31,0-3 54-31,2-4-340 0</inkml:trace>
  <inkml:trace contextRef="#ctx0" brushRef="#br0" timeOffset="83608.72">20753 14119 1026 0,'1'0'0'0,"-1"0"0"0,2 3 0 0,-1 0 0 0,1 2 44 0,0 4-44 0,1-1 0 0,0 4 252 0,0-1 299 0,0 3-257 0,2 2-130 0,-1-2-169 0,1 1 0 0,1-1 50 0,1 0-627 0,-1-4 303 0,1-2 151 0,1-1 76 0</inkml:trace>
  <inkml:trace contextRef="#ctx0" brushRef="#br0" timeOffset="83781">21105 13707 1660 0,'-3'0'0'0,"-2"1"0"0,-2 4 0 0,2 4 0 0,-6 4 0 0,-2 7 0 0,-4 4 0 0,-2 4 203 0,-2-1-88 0,-1 5 38 15,3-1-59-15,1-4-29 0,2-5 0 0,4-3-440 47,5-7 201-47,4-5 105 0,3-5 53 0,0-2-581 0,8 0 298 0</inkml:trace>
  <inkml:trace contextRef="#ctx0" brushRef="#br0" timeOffset="83889.91">21301 13633 1174 0,'16'-4'0'0,"1"1"0"0,-1 2 0 0,2 1 0 0,4 1 0 0,-6 12 0 0,-1-3 291 0,-4 6-127 0,-1 0-64 31,-1 4 51-31,-1 1-48 0,-7 0-38 0,1 1 0 0,-2 3-29 15,0-1 0-15,-8 3 9 0,-3-4-254 0,-5 0 123 0</inkml:trace>
  <inkml:trace contextRef="#ctx0" brushRef="#br0" timeOffset="84149.61">21205 14009 934 0,'15'-5'0'0,"1"2"0"0,3 3 0 15,6 0 0-15,4 0 0 0,1 3-69 0,1 3 18 0,-5 5 5 0,-2 1 23 0,-5 2 236 16,-4 3-97-16,-4 0-49 15,-2 4-121-15,-8-3 32 0,-1 1 0 0,-5-2-38 0,-11 2 33 0,-4-3-1 16,-3 1 35-16,2-8-115 16,-2-2 50-16,1-5 26 0,3-2 1 0,2 0-88 15,0 0 46-15,7 0 11 0,4-5 0 0,2-1 123 16,0 0-45-16,3 4-20 0,-3-1 205 0,4 1-101 16,-1 2-58-16,0 2 146 0,-2 11-93 0,-2 4-24 31,-5 4-28-31,3 4 180 0,-7 3-93 0,-1 3-47 15,-1 1-23-15,0-2-103 0,-3 5 48 0,4-10-8 0,2-3 39 0,5-8-491 16</inkml:trace>
  <inkml:trace contextRef="#ctx0" brushRef="#br0" timeOffset="84294.48">21858 13834 1321 0,'26'-14'0'0,"-1"-1"0"0,6 8 0 0,2 0 0 0,8-1 0 0,-9 4 0 0,-4-2 63 16,-3 5-43-16,-3-1 1 0,-2 2-45 0,3 0-101 0,-5 0 50 0,-4 0-1 16,0 3-345-16,-6 3 192 0</inkml:trace>
  <inkml:trace contextRef="#ctx0" brushRef="#br0" timeOffset="84420.33">22157 13818 1136 0,'-14'3'0'0,"0"5"0"0,-2 2 0 0,-3 6 0 0,1 5 0 0,-3 3 0 0,-3 7 0 0,-1 3 78 0,-5 5-42 0,-3 4 9 0,4-6 102 0,2-1-55 0,6-5-28 0,3-4 87 0,6-5-57 16,1-5-20-16,8-8-9 0,0-4-951 0,2-5 442 0</inkml:trace>
  <inkml:trace contextRef="#ctx0" brushRef="#br0" timeOffset="84634.78">21940 14047 1206 0,'12'-12'0'0,"2"4"0"0,6-1 0 0,0 7 0 0,3-2 0 0,-2 2 180 0,5 2-72 0,-3 0-36 16,3 0 9-16,-7 6 112 0,1 1-79 0,-1 3-39 15,-5 0-106-15,0 1 34 16,-2 1 8-16,-5-2 25 0,-4-2-453 0,-1 1 226 16,-2-6 113-16</inkml:trace>
  <inkml:trace contextRef="#ctx0" brushRef="#br0" timeOffset="84737.06">21875 13958 1672 0,'-17'21'0'0,"4"10"0"0,2 4 0 0,3 4 0 0,1 2 0 0,3 0 0 0,3-3 277 0,1 4-111 0,0-13-70 0,4-4 207 0,9-4-134 0,4-4-66 0,4-5-103 0,5-3 45 0,-1-6-9 0,1-3 0 0,4 0-281 16,0-6 140-16,2-8 71 0,6-2 43 0,-4-3-506 15,5-5 266-15,-4 1 80 0</inkml:trace>
  <inkml:trace contextRef="#ctx0" brushRef="#br0" timeOffset="84893.31">22452 13900 1516 0,'1'0'0'0,"3"0"0"0,0 0 0 0,2 2 0 0,2-1 173 0,2 1-69 15,2-1-33-15,-1 2 380 0,8-3-207 0,1 0-95 16,4 3-61-16,0-3-304 15,2 0 126-15,-2 0 63 0,3 0-815 0,0 0 404 0</inkml:trace>
  <inkml:trace contextRef="#ctx0" brushRef="#br0" timeOffset="85177.1">22635 13718 1546 0,'-7'19'0'15,"0"3"0"-15,1 15 0 0,3 1 0 0,-3 7 0 0,-2 5 0 0,-3 3 245 0,-2 3-96 0,1-10-61 16,1-1-26-16,1-4 366 16,1-2-197-16,4-5-97 0,1 2-158 0,2-14 26 0,2-5-1 0,0-7 34 15,0-8-317-15,0-2 158 0,7 0 88 0,8-14-189 16,1-8 128-16,2-5 64 16,3-4-24-16,2-3-129 0,4-4 11 0,-3 4 76 0,0 0 18 0,-1 2-198 15,1 3 122-15,1 0 61 0,1-2-48 0,-4 9 59 16,-3 0 25-16,4 5 0 15,-3 3 145-15,-1 1-61 0,4-1-38 0,-6 9 194 16,-3 3-108-16,2 2-54 0,-2 0-27 0,-1 0 21 16,1 0-2-16,-3 2 4 0,-2 2 13 0,0 0-193 15</inkml:trace>
  <inkml:trace contextRef="#ctx0" brushRef="#br0" timeOffset="85328.23">22830 14075 854 0,'-14'11'0'0,"3"5"0"0,6-1 0 0,3 2 0 0,2-1 0 0,0 0 71 0,0-4-28 0,2 1 3 0,3-4 136 0,4-1-74 0,-1-2-36 15,2-1 1-15,-1 0-466 0,0-3 196 0,-4-2 98 16,3 0 49-16,-5 0-234 0</inkml:trace>
  <inkml:trace contextRef="#ctx0" brushRef="#br0" timeOffset="85415.2">22807 14243 519 0,'-7'6'0'0,"1"0"0"0,0 1 0 0,4-2 0 0,0 0 0 0,2-2 0 0,0-1-264 0,0 0 131 0,4-2 66 16</inkml:trace>
  <inkml:trace contextRef="#ctx0" brushRef="#br0" timeOffset="85694.48">22986 13658 1286 0,'2'-22'0'0,"2"3"0"0,-2 14 0 0,2 2 0 0,-1 3 0 0,-1 16 0 0,1 12 0 0,-2 13 328 16,0 8-151-16,-1 9-71 0,0 7-35 0,0 0 339 15,0 4-188-15,4 8-83 0,3-7 9 0,2-3-55 16,3-2-29-16</inkml:trace>
  <inkml:trace contextRef="#ctx0" brushRef="#br0" timeOffset="85771.9">23056 14335 3108 0,'14'52'36'0,"4"-2"9"0,-4-19-10 0,2-6 1 0,-2-10 0 0,-1-4 0 0,1-3 9 0,-5-8-10 0,-1-2 1 0,1-7 0 0,-3-10 0 0,1-1 0 0,-1-9 9 0,0 1-10 0,-3-5 1 0,0 2-1721 0,-2-1 824 0,0 6 413 0,-1 0 198 0,0 11 111 0,-5 4 52 0,-8 4 375 0,1 6-162 0,-5 1-81 0,-3 0-50 0,-4 5 10 0,-2 12-41 0,-4 3 47 0,-1 1-42 0,-2 2 714 0,-1 3-316 0,6-5-169 0,2-2-412 0,6-2 126 0,4-6 61 0</inkml:trace>
  <inkml:trace contextRef="#ctx0" brushRef="#br0" timeOffset="85868.41">23234 13643 2701 0,'1'0'0'0,"4"-2"0"0,2 2 0 0,4 0 0 0,3 8 0 0,-1 9 0 0,-3 4 0 0,-2 8 0 0,-3 2-288 16,-3 5 118-16</inkml:trace>
  <inkml:trace contextRef="#ctx0" brushRef="#br0" timeOffset="86522.25">23933 13615 1074 0,'0'0'0'0,"0"0"0"0,0 0 0 0,0 0 0 0,0 2 0 0,0 6 349 16,0 8-156-16,0 2-78 15,-5 6 226-15,1 1-143 0,-1 4-85 0,0 0-119 0,-1 3 0 0,0-1 43 0,3-2 0 0,0 1-424 16,3-9 208-16,0-4 108 0,0-2 53 0,0-12-686 31</inkml:trace>
  <inkml:trace contextRef="#ctx0" brushRef="#br0" timeOffset="86759.88">23870 13573 1223 0</inkml:trace>
  <inkml:trace contextRef="#ctx0" brushRef="#br0" timeOffset="86806.76">23868 13547 1223 0,'-2'-15'0'0,"2"3"0"0,0 3 0 0,2 3 0 0,15 1 0 0,6-1 0 0,2 5 0 0,5 1 390 0,7 0-176 0,0 9-89 0,3 6 205 0,2 2-138 0,-8 3-82 0,-5 6 49 0,-5 3-62 0,-6 3-29 0,-7 3-1 0,-1 7-60 0,-10-6-9 0,0 0 39 0,-13-1 0 0,-3 1-190 0,-5-3 95 0,-2 2 56 0,-2-14 15 0,0-1 0 0,0-8 24 0,0-5 0 0,0-2-1067 0,0-4 487 0,7-1 258 0,3-3-188 0,4-12 217 0,1-4 110 0,3-1 55 0,1-4 10 0,4 4 45 0,2-1 36 0,0 3 0 0,0 4 0 0,0 0 0 0,0 7 0 0,0 0 0 0,0 2 384 0,2 4-229 15,1-1-96-15,3 0 495 0,3 2-272 0,1 0-71 0,1 0-46 0,3 0-63 0,0 2-33 0,3 1 9 0,-1 0-585 0,1 3 272 0,-3-2 135 0</inkml:trace>
  <inkml:trace contextRef="#ctx0" brushRef="#br0" timeOffset="87363.74">23921 13961 1188 0,'-13'0'0'0,"2"0"0"0,2 0 0 0,6 0 0 0,-2 0 0 0,5 1 0 0,0 2 0 0,8-3 81 0,12 0-45 0,4 0 1 16,5 0 299-16,4 0-155 0,-3 0-72 0,5 0-307 15,-4-3 118-15,-5-1 58 0,3 4 38 0,-9-3-403 16,-3 3 207-16,-6 0 104 0,-3 0 51 0,-6 6-225 31,-2 4 63-31,-2 1 81 0,-14 1 25 0,-5 0 73 0,-4 3-28 0,0-3-1 0,0 5 273 0,0-5-132 16,2 2-71-16,4-1 401 15,2 0-202-15,1 1-124 32,5-5 8-32,3 2 268 0,2-4-173 0,5 0-87 0,1 2-44 0,0-2 96 0,1-3-74 0,12-1-32 0,-1 0-1 0,2-1-68 15,0-2 0-15,2 2 45 0,-5-2-96 0,0 0 43 16,-2 0 0-16,-1 0-132 16,-2 0 87-16,-2 3 54 0,-3-2-9 0,2 5-21 15,-3-1 40-15,0 1-50 0,-4 1 39 0,-1 0 123 31,-2 2-61-31,0-2-39 0,0-2 0 0,3 0 53 0,-1 0-32 0,1-1 4 0,2 0-103 0,2-1 33 16,0-2 45-16,0 3-271 0,0-3 128 0,0 2 64 16,0-3 31-16,0 1-489 0,0-1 240 0,0 0 112 15,2 0 63-15,-2 0-205 0,0 1 137 0,0-1 65 16,-2 2 32-16,-6 1-8 0,-4 1 40 0,-5-1-9 16,-3 0 270-16,-1 3-130 0,-3-1-65 0,-2 1 177 31,-2 1-122-31,-2 1-69 0,5 0-21 0,2-1 546 31,2 2-260-31,5-1-79 0,0 1-82 0,4-3 196 0,6 3-143 0,6-4-68 16,0 5 167-16,1-2-117 0,13-1-59 0,6 5-20 0,4 0 140 0,7-3-89 15,3-1-99-15,5 1-27 0,4 1 0 0,4 0 0 0,0-1 0 0,-1-1 0 16,5-1 0-16,0-2 0 0,8 2 0 0,-10-6-165 16,3-1-23-16,0 0 101 15,-4 0-838-15,0-1 437 0,7-6 216 0</inkml:trace>
  <inkml:trace contextRef="#ctx0" brushRef="#br0" timeOffset="87603.3">24703 13629 1631 0,'-3'-12'0'0,"-3"2"0"0,6 3 0 0,0 1 0 0,0 5 0 0,6-1 0 0,1 2 0 0,0 0 0 0,5 2 683 15,1 5-315-15,-4 5-170 0,2 1 40 0,-5 5-101 32,-1 4-50-32,-5 4-91 0,0 7 10 0,-7 2 30 0,-14 7 0 0,-7 3-1 0,-3 3 1 0,-8-1 0 15,-11 9 9-15,-2-6-126 0,-1-6 59 0,2-3 28 16,7-9-410-16,9-12 206 0,4-2 52 0,23-16 70 16,8-2-628-16,0-4 335 0,17-16 166 0</inkml:trace>
  <inkml:trace contextRef="#ctx0" brushRef="#br0" timeOffset="87840.45">24711 13954 2249 0,'0'0'0'0,"0"0"0"0,0 0 0 0,0 0 0 0,0 0 0 0,0 1 0 0,0 6 278 0,0 1-121 0,0-1-60 0,0 3 153 0,0 3-107 0,0-1-45 0,0-1-35 0,0 1-231 0,2 0 102 0,4-2 51 0,1-3 26 0,0 1 8 0</inkml:trace>
  <inkml:trace contextRef="#ctx0" brushRef="#br0" timeOffset="87890.35">24918 13929 1744 0,'0'0'0'0,"0"0"0"0,0 0 0 0,0 0 0 0,0 4 0 0,0-1 0 0,1 2 0 0,3 5 270 0,-2 0-117 0,3 1 196 0,3 1-162 0,-4 1-75 0,0 2-38 15,4-2-535-15,-2 3 248 0,-1-3 134 0</inkml:trace>
  <inkml:trace contextRef="#ctx0" brushRef="#br0" timeOffset="88139.64">24650 14289 1750 0,'-12'5'0'0,"2"6"0"0,0 4 0 0,8-2 0 0,-2-1 0 0,3 5 0 0,-1-5 0 0,2 1 264 15,0-2-106-15,0-2 79 0,2-3-101 0,3-2-50 16,2-1-25-16,1-3-347 0,3 0 169 0,0 0 72 15,3-7 40-15,0-5-208 0,2 0 109 0,3-2 57 16,5 1 85-16,-2 1-40 0,0 4 0 0,2-1-35 16,2 2 105-16,-3 4-87 0,3 1-16 0,-6 2 221 15,0 0-100-15,-1 7-24 0,-7 7-34 0,-5 3 152 16,-3 7-71-16,-4 0-13 0,-5 3-30 0,-13-2 54 16,-6 2-42-16,-3-5 0 0,-4 2-102 0,1-8 25 15,1-9 1-15,-2 1 33 0,8-8-459 16,-1 0 211-16,4 0 120 0,8-13-293 15,7-10 185-15,5-9 56 0</inkml:trace>
  <inkml:trace contextRef="#ctx0" brushRef="#br0" timeOffset="88279.18">25373 13718 2545 0,'8'0'0'0,"0"-4"0"0,1 3 0 0,5 1 0 0,-4 0 0 0,2 1 0 0,-6 9 0 0,-2-1 56 16,-2 5-20-16,0-2 9 0,-2 5 69 0,0-5-39 15,0 3 0-15,0-4-884 0,1 0 423 0,7 1 219 16,-1-3 98-16</inkml:trace>
  <inkml:trace contextRef="#ctx0" brushRef="#br0" timeOffset="88481.48">25688 13689 1483 0,'-5'-2'0'0,"-4"2"0"0,-1 0 0 0,-3 0 0 0,-4 9 0 0,-4 9 0 0,-6 7 68 0,-9 2 1 0,-4 8-33 0,-9 3 98 0,1-1-53 0,-4 1-1 0,-2-2-44 0,3-4 0 0,5-5 0 0,9-6 9 16,21-13-88-16,12-4 39 0,4-4 1 0,1 0 39 16,19-1 30-16,8-7 10 15,6-4-40-15,9 0 236 0,3 0-118 0,10 1-59 32,0 0-30-32,7-3 3 0,-7 6-32 0,-3-1 0 0,-2 1 0 0,-3 3-133 0,5 0 75 0,-21 5 24 15,-5 0-682-15,-11 0 349 0</inkml:trace>
  <inkml:trace contextRef="#ctx0" brushRef="#br0" timeOffset="88641.31">25320 14207 1641 0,'-13'0'0'0,"3"0"0"0,8 0 0 0,2 1 0 0,3 0 0 0,14-1 0 0,6 0 0 0,4 0 241 0,6 0-102 0,3-1-43 0,-2-7-456 0,2-2 182 0,-4 0 93 0</inkml:trace>
  <inkml:trace contextRef="#ctx0" brushRef="#br0" timeOffset="88826.31">25549 13982 1713 0,'-16'0'0'0,"3"0"0"0,2 0 0 0,3 0 0 0,0 5 0 0,1 12 0 0,-2 6 0 0,1 7 185 0,-1 6-75 0,-3 5-37 0,-2 9 628 0,0-2-338 0,-1 2-163 0,0-2-189 0,-1-3 25 0,-2 2 9 78,5-15-9-78,-2-6-573 0,5-6 287 0,1-3 143 0,6-9 71 0,1-6 45 0</inkml:trace>
  <inkml:trace contextRef="#ctx0" brushRef="#br0" timeOffset="88892.13">25476 14270 2734 0,'0'0'0'0,"0"0"0"0,1 0 0 0,2 3 0 0,7 3 0 0,-3 2 0 0,5 3 0 0,0 5 0 0,3 0 391 0,2 1-178 0,3 5-80 0,0-1 6 0,-2-3-52 0,3-1-25 0,-2-5-685 15,4-1 329-15,3-5 173 0,-4-6 73 0</inkml:trace>
  <inkml:trace contextRef="#ctx0" brushRef="#br0" timeOffset="89045.72">26015 13864 2511 0,'18'-10'0'16,"1"3"0"-16,8 4 0 0,4 0 0 0,2 1 0 0,1 0 0 0,6-1 0 0,-8 1 224 0,2 2-95 0,-3-1-47 0,-3 1-185 0,6 0 79 0,-12 0 25 16,-5 3-1-16,-3 7-864 0</inkml:trace>
  <inkml:trace contextRef="#ctx0" brushRef="#br0" timeOffset="89181.38">25984 14089 1612 0,'-6'0'0'0,"5"0"0"0,1 0 0 0,0 0 0 0,10 0 0 0,7 4 0 0,3-1 0 0,4 1 0 0,4-3 329 0,4-1-138 0,1 0-82 16,1 0-389-16,0 0 158 0,-2-5 78 0,-5 0-747 15</inkml:trace>
  <inkml:trace contextRef="#ctx0" brushRef="#br0" timeOffset="89354.62">26196 13903 1280 0,'-2'0'0'0,"-4"0"0"0,2 3 0 0,-1 3 0 0,3 6 0 0,0 5 0 0,2 13 514 0,-2 9-240 0,0 12-119 0,0 13-51 0,-1-5 177 0,-2 6-124 0,-2-5-60 0,0-4 3 0,0-6-32 15,-3-4 9-15,2-18-41 0,-2-10-223 0,3-9 111 16,-3-9 56-16,-1 0-319 16,-1-8 183-16,3-11 96 0,-2-4 48 0,3-6-639 15,1-3 270-15,-1-4 164 0</inkml:trace>
  <inkml:trace contextRef="#ctx0" brushRef="#br0" timeOffset="89746.64">26604 13894 2275 0,'6'-6'0'0,"2"1"0"0,2 5 0 0,8 0 0 0,6 0 0 0,8 0 0 0,1 11 0 0,0 1 278 0,1 3-120 0,2 0-61 0,-2 2-135 16,3 0 46-16,-10-3-9 0,-1 2 38 0,-4-4-461 16,-6-1 231-16,-3-1 114 78,-1 0-697-78,-8-6 377 0</inkml:trace>
  <inkml:trace contextRef="#ctx0" brushRef="#br0" timeOffset="89885.62">27108 13684 1155 0,'0'0'0'0,"0"0"0"0,0 3 0 0,0 11 0 0,-1 18 132 0,-8 16-48 78,-12 20-15-78,-6 14 421 0,-6 10-226 0,-3 7-114 0,-7-2-57 0,4-4-28 0,-2 0 9 0,8-27-38 0,8-10 1 0,7-11-1 0,10-6 0 0,4-12 202 15,4-3-257-15,0-14 23 0,7-8 1 0,7-2-545 0</inkml:trace>
  <inkml:trace contextRef="#ctx0" brushRef="#br0" timeOffset="89984.16">27185 14023 1256 0,'16'-7'0'0,"2"-3"0"0,5 4 0 0,4 1 0 0,1-1-57 0,2 3 36 0,0-1 0 0,-2-2 0 0,3 1 482 16,-3 2-217-16,-2 0-104 31,0 0-52-31,-2 3-659 0</inkml:trace>
  <inkml:trace contextRef="#ctx0" brushRef="#br0" timeOffset="90112.13">27235 14255 1442 0,'-29'5'0'0,"10"5"0"0,6 0 0 0,6-1 0 0,3-4 0 0,4-1 0 0,2-4 131 0,15 0-48 0,7 0 281 0,7-7-164 0,9-5-74 0,-3-5-49 0,4-2-698 15,1 0 322-15,-1-1 160 0</inkml:trace>
  <inkml:trace contextRef="#ctx0" brushRef="#br0" timeOffset="90272.78">27686 13936 983 0,'9'-7'0'0,"0"-2"0"0,9 3 0 0,0 1 0 0,4 5 0 0,-3 0 0 15,-1 0 317-15,3 5-131 0,-5 7-80 0,-3 3 357 0,-5 6-214 0,-5 4-106 0,-3 1-54 0,0 4-17 0,-8-2-9 0,-11 2-27 0,-4-2-236 0,-5-1 118 0,0-1 59 16,-3 0 39-16,6-11-390 31,3-4 205-31,3-4 102 0,7-7-272 0,7 0 171 0,5-9-5 0</inkml:trace>
  <inkml:trace contextRef="#ctx0" brushRef="#br0" timeOffset="90409.17">28069 13779 1871 0,'0'0'0'0,"0"0"0"0,0 2 0 0,-6 5 0 0,-1 5 0 0,-2 5 229 0,-1 3-95 0,-2 9-50 0,1 7 829 16,6 3-429-16,5 2-268 0,0 2-216 0,4-4 0 15,19 2 0-15,7-9 0 16,12 1 0-16,7-15-609 0,4-9 150 0,7-5 247 0</inkml:trace>
  <inkml:trace contextRef="#ctx0" brushRef="#br0" timeOffset="90764.23">28592 13722 1124 0,'26'-16'0'0,"7"4"0"0,6 10 0 0,13 2 0 0,-2 2 0 0,-2 10 34 0,-3 0 1 0,-9 7-33 0,-9 0 327 0,-4 6-137 0,-13 2-83 0,-10 2-37 0,0 2 31 0,-20 4-34 0,-12 3 0 0,-5 0-201 0,-4-8 80 0,-3-1 44 0,-3-1-1 0,2-5-75 0,-1-4 60 0,-5 2 39 0,11-11-9 0,4-6-544 78,3-4 265-78</inkml:trace>
  <inkml:trace contextRef="#ctx0" brushRef="#br0" timeOffset="90830.06">28654 13880 1603 0,'7'0'0'0,"1"0"0"0,3 0 0 0,4 7 0 0,4 3 0 0,1 5 0 0,2 2 0 0,0 5 0 0,2 2 0 0,0 1 0 0,-1 5 0 0,1-6 0 0,7 3 0 0,-7-8 0 0,2-6-345 0,3-4 177 0</inkml:trace>
  <inkml:trace contextRef="#ctx0" brushRef="#br0" timeOffset="90965.07">29129 13842 1593 0,'10'-13'0'0,"4"5"0"0,6 0 0 0,6 3 0 0,7-2 0 16,5 2 0-16,4-1 0 0,-5 3 0 0,1-1 0 0,-2 0 0 0,-2-3-187 0,-4-1 111 0,5-4 65 0,-15-1-641 0</inkml:trace>
  <inkml:trace contextRef="#ctx0" brushRef="#br0" timeOffset="91219.57">29375 13411 1698 0,'-4'10'0'16,"1"6"0"-16,3 11 0 0,0 14 0 0,0 5 0 0,3 10 0 0,6 7 0 0,-2 4 75 0,-2 1 0 0,1 3-30 16,0-16 522-16,-5-4-266 0,1-6-133 0,-1-8-66 15,-1-5-248-15,0 4 99 16,-4-17 37-1,-12 0-289-15,-2-5 168 0,-3-3 83 0,-4-5 42 0,-4-3-298 0,6-3 157 0,-4-2 13 0,2-10 61 0,1-5 6 16,3-5 0-16,-1-2 22 16,8-1 114-16,4-1-52 0,4 0-27 0,6-3 1 15,0 3 21-15,6-4-33 0,13 6 9 0,6 0-45 0,4 1 0 0,5-3 75 16,4 4-34-16,8-6-509 0,-4 3 250 0</inkml:trace>
  <inkml:trace contextRef="#ctx0" brushRef="#br0" timeOffset="91334.17">30035 13466 869 0,'-9'-2'0'0,"2"-1"0"0,1 0 0 0,-4 0 0 0,1 3 0 0,-5 0 0 0,-4 6 0 0,-6 8-35 16,0-1 0-16,-3 7 0 0,-3 1-216 0,3 1 113 16</inkml:trace>
  <inkml:trace contextRef="#ctx0" brushRef="#br0" timeOffset="91471.35">29656 13829 1559 0,'0'2'0'0,"0"-2"0"0,0 1 0 0,0 1 0 15,4-2 0-15,13 0 0 0,5 0 0 0,10 0 172 0,8-5-71 0,5-6-27 0,4-2 113 16,0-2-76-16,0 1-38 0,-1 0 1 0,-4 0-486 16,0 3 217-16,-13 3 103 0,-11 1-751 0</inkml:trace>
  <inkml:trace contextRef="#ctx0" brushRef="#br0" timeOffset="91697.64">29944 13649 1511 0,'-6'0'0'0,"3"4"0"0,-1 6 0 0,4 10 0 0,0 8 0 0,0 9 349 0,6 8-162 0,-1 6-76 0,-2 5 445 16,2-2-260-16,-4 2-130 0,2 2-57 0,-3-14 6 0,0-5-40 0,0-3 0 15,-6-8-39-15,-2-2-335 0,2-4 176 0,-3-10 75 0,3-7-605 0,1-3 344 31,-1-2 172-31,2 0 94 0,1-12-763 0,3-9 385 63</inkml:trace>
  <inkml:trace contextRef="#ctx0" brushRef="#br0" timeOffset="91800.72">29954 13873 1362 0,'-17'0'0'0,"-1"3"0"0,0 4 0 0,4 7 0 0,-3 3 0 0,0 4 0 0,-2 2 0 0,-4 5 64 0,-4 4 9 47,0-5-38-47,3-3-40 15,2 0 0-15,2-7 40 0,5-2 1 0,2-3-324 0</inkml:trace>
  <inkml:trace contextRef="#ctx0" brushRef="#br0" timeOffset="91969.48">29987 13929 1768 0,'6'0'0'0,"-1"0"0"0,2 0 0 0,7 0 0 0,1 0 0 0,3 0 0 0,-5 0-192 0,3 0 114 31,-3 2 57-31,-1-2-123 0,0 0 89 0,6 0 55 0,-4 0 13 0,3 0-653 79</inkml:trace>
  <inkml:trace contextRef="#ctx0" brushRef="#br0" timeOffset="92196.67">30413 13683 1321 0,'-11'-3'0'0,"-3"0"0"0,4 2 0 0,-4 1 0 0,2 1 0 0,-4 11 0 0,3 0 38 0,1 8-2 0,1 2-1 0,0 2 207 0,8 7-104 0,-2 3-42 0,5 0-35 0,0 0 297 0,8-1-161 0,4-1-80 0,5-3 21 0,2 2-43 0,0-6-33 16,-2-4-1-16,1-1-19 0,-3-3-6 0,-1 0 0 16,0 4 8-16,-7-8-132 15,-3-1 61-15,-2 0 32 0,-2-2-181 0,0 1 104 16,0 0 61-16,-10-2-31 0,-4-2-49 0,-1-2 16 0,-4-2 36 0,3-1-161 16,-4 0 81-16,4-2 21 15,-1 0 32-15,2-2-82 0,-1-8 57 0,1 0 27 16,2-2-8-16,-1 0 24 15,2 5 12-15,2-1 1 0,-3 1 320 0,3 2-160 0,-6 3-89 0,6 0-31 16,0 2 145-16,-1 0-64 16,3 2-50-16,-2 6 178 0,3 0-93 0,0 1-10 0,4-1-39 0,1-1-530 15,2 0 241-15,0 1 142 16,8-7 48-16</inkml:trace>
  <inkml:trace contextRef="#ctx0" brushRef="#br0" timeOffset="92328.82">30650 14150 2675 0,'0'0'0'0,"0"0"0"0,0 4 0 0,2 6 0 0,11 1 0 0,1 4 0 0,3 2-180 16,0 0 77-16,-2 2 34 15,-1-4-220-15,-4 2 127 0,5-3 63 0,-1-2-187 16</inkml:trace>
  <inkml:trace contextRef="#ctx0" brushRef="#br0" timeOffset="92412.47">31168 14350 0 0,'-24'-5'0'0,"12"5"0"0,3 0 0 0,4 0 0 0</inkml:trace>
  <inkml:trace contextRef="#ctx0" brushRef="#br0" timeOffset="104203.55">6403 15424 2048 0,'-15'-18'0'0,"2"0"-1"16,1 1-4-16,8 9 2 0,4 3 0 0,0 1 1 0,13-1 1 0,7-1-1 0,3 3 277 0,6 0-123 0,1 3 122 0,3 0-119 0,1 7-58 0,3 7-18 0,-8 1-77 0,0 4 0 0,-6 6 38 16,-2 2-1-16,-5 4-42 15,-6 3 11-15,-8 2 31 0,-2-1 1 0,-10 1-13 16,-9 2 13-16,-10 2-1 0,-7 2 163 0,-3-8-87 15,-2 0-37-15,-2-5-13 0,4-9 1 0,2-3-27 32,3-1-9-32,12-14-328 0,8-2 159 0,11-6 88 0,3-19 48 0,13-8-800 0,13-7 369 0,10 0 207 15,6-4 60-15,1 3-207 0,1-2 168 0,-2 2 83 32,6-4-375-32,-12 6 234 0,2 2 113 0,-7 0 40 0,-2 4 29 0,-12 8 82 15,-2 3 0-15,-14 19 485 0,-1 3-281 0,-8 0-123 16,-7 15-59-16,-3 6 793 0,-2 6-369 0,4 0-227 15,0 4 21-15,4 5 250 0,0-5-225 0,6 3-113 16,4 1 335-16,2-6-462 0,0 1-25 0,8-4 0 16,14 0 0-16,5-1 0 0,8 0 0 0,4-9-287 15,3-5-3-15,0-3 165 0,2-4 82 0,-1-4-875 16,-1 0 372-16,-10 0 263 0</inkml:trace>
  <inkml:trace contextRef="#ctx0" brushRef="#br0" timeOffset="104572.55">7009 15152 1231 0,'0'-14'0'0,"-2"2"0"0,2 6 0 0,0-3 0 0,6 7 0 15,6 2 153-15,4 0-57 0,-3 2 319 16,4 8-188-16,2 3-84 0,-5 4-56 0,2 2-90 16,-6 4-1-16,-2 2 44 0,-5 2-1 0,-1 4-111 15,-2-3 51-15,-3 0 30 0,-10-3 0 0,-5 0 153 16,-1-3-62-16,-6 3-20 0,2-9 142 0,0-3-92 15,4-1-45-15,2-5 74 0,4-2-60 0,0 0-20 16,12-5-10-16,1 0 6 0,3 0-36 0,15-3 0 31,10-6 1-31,5-1-76 0,-2 0 33 0,4 0 0 0,-1 1 43 0,-3 2-427 16,1 2 213-16,1 1 76 0,-9 4-714 0,-4 0 374 16,-6 0 199-16,-1 12-193 109,-8 1 196-109,-4 3 88 0</inkml:trace>
  <inkml:trace contextRef="#ctx0" brushRef="#br0" timeOffset="104792.94">7168 15588 1463 0,'-14'9'0'0,"1"-2"0"0,6 0 0 0,3-5 0 0,1 3 0 0,3-3 0 0,3 0 246 0,13-2-103 0,7 0 161 0,5 0-122 0,5 0-77 0,0 0-32 0,4-4-24 0,4-3-10 0,-2 1 0 0,5 0 10 0,-5 2-375 0,-3-3 182 0</inkml:trace>
  <inkml:trace contextRef="#ctx0" brushRef="#br0" timeOffset="104839.8">7534 15584 2170 0,'34'-4'-7'0,"-4"1"-660"0</inkml:trace>
  <inkml:trace contextRef="#ctx0" brushRef="#br0" timeOffset="104893.37">7473 15361 1958 0,'-8'-3'-4'0,"-1"2"-1"0,6-1 0 0,-2 2 1 0,5 0 0 0,0 15 0 0,0 6 1 0,2 8 356 0,5 2-163 0,0 10-77 0,1 6 183 0,-1 5-129 0,-1 6-65 0,1 4-23 0,-3-11 14 0,3-4-27 0,-2-3-1 0,-1-4-29 0,3-8-578 0,-2 4 298 0,0-18 136 0,0-7-741 0,-2-8 432 0</inkml:trace>
  <inkml:trace contextRef="#ctx0" brushRef="#br0" timeOffset="104941.09">7719 15533 1725 0,'12'0'0'0,"-2"0"0"0,3 0 0 0,4 0 0 0,-1 0 0 0,-3 8 0 0,2 1 0 0,0 3 390 0,3 0-176 0,-2 1-79 0,-2 2-53 0,0-2-137 0,-1-2 46 0,2 0 0 0,-2 1-588 0,4-5 326 0</inkml:trace>
  <inkml:trace contextRef="#ctx0" brushRef="#br0" timeOffset="105071.16">7991 15366 2341 0,'0'0'0'0,"-2"0"0"0,0 5-2 0,-1 10 0 0,3 8 0 0,0 9 1 0,0 15 0 0,0 10 1 0,0 9 383 0,0 7-173 0,0 6-85 0,-4 3 229 0,-3-2-159 0,0 7-70 0,0-24-50 0,-4-9-318 16,4-6 138-16,-1-7 70 16,2-7-262-16,3-3 175 0,2-13 74 0,-1-7 41 31,2-6-742-31,0-5 387 0,0-7 73 0</inkml:trace>
  <inkml:trace contextRef="#ctx0" brushRef="#br0" timeOffset="105308.54">8293 15116 1495 0,'21'-13'0'0,"-1"4"0"0,1 6 0 0,1 3 0 0,2 0 0 0,-12 0 0 0,-3 11 0 0,-3 2 465 15,-4 4-214-15,-2 2-107 0,0 5-45 0,-12 2 88 0,-5 2-76 0,-7 2-37 16,-3 2-45-16,0-3 8 16,-5 5 9-16,4-9 37 0,3-4 0 0,3-1-46 0,4-2 0 0,5-6 140 15,1 1-61-15,11-6-44 16,1-2 0-16,2 0-7 0,17-5 1 0,7 0-29 15,7 0-28-15,6 0-8 0,4-8 36 0,6-2 0 16,-1-3-533-16,0 2 256 0,4-1 140 0,-10 3-410 16,0 4 248-16,-5-1 75 0,-1 2 77 0,-3 2-666 15</inkml:trace>
  <inkml:trace contextRef="#ctx0" brushRef="#br0" timeOffset="105601.52">8988 15305 1605 0,'4'-11'0'0,"1"-1"0"0,-2 6 0 0,0 3-1 0,-1-1 0 0,-1 3 0 0,-1 1 416 15,0 0-181-15,-9 1-103 0,-5 12-48 0,-5 1 319 16,-1 7-183-16,-6 3-82 16,-1 1-55-16,1 0 1 0,-4 4-46 0,0-4-1 0,-1 2 36 0,1 0 10 47,6-7-46-47,6-1-53 0,6-5 27 0,4-3 0 0,8 0 27 0,0-1-24 0,11-3-10 0,17-7 34 0,7 3 0 0,8-3-10 0,2 0 8 0,9 1-45 15,-7-1-98-15,0 0 65 16,0 0 33-16,-3 2 3 0,-3-2-641 0,4 2 300 15,-14 1 143-15,-6-1-649 94,-10 2 409-94,-6 4 204 0</inkml:trace>
  <inkml:trace contextRef="#ctx0" brushRef="#br0" timeOffset="105704.84">8735 15801 0 0,'-23'3'0'0,"4"-1"0"0,8 3 0 0,5-1 0 0,6-1 0 0,0 3 0 0,9-1 0 0,16 2 0 0,3-1 0 0,7 0 0 0,5 2 0 0,8-2 0 0,-7-3 0 0,6 2 0 0,-5-1 0 0,1-3 0 0,-3 1 0 0,3 0 0 0,-7 1 0 0</inkml:trace>
  <inkml:trace contextRef="#ctx0" brushRef="#br0" timeOffset="105824.45">9488 15111 2362 0,'1'5'0'0,"3"4"0"0,0 4 0 0,2 10 0 0,2 9 0 0,-4 15 0 0,0 17 602 0,-3 15-284 0,-1 15-141 0,0 16 295 0,-5-2-472 0,-7 15 0 0,2 4 0 16,-3 5 0-16,6 0 0 0</inkml:trace>
  <inkml:trace contextRef="#ctx0" brushRef="#br0" timeOffset="106798.83">6486 16753 1659 0,'-16'0'0'0,"3"0"0"0,6 0 0 0,5 0 0 15,2 0 0-15,11 0 0 0,13 0 0 0,3 4 297 0,12 0-134 0,3-3 345 0,6 2-234 0,1 0-117 0,4 1-58 0,6-2 69 0,-3 3-69 0,0-5-29 0,-2 2-1 0,-3 2-359 0,-5-2 165 0,1 2 93 0,-17-1 28 0,-7 1-577 0,-6 3 309 0,-8-1 154 0,-4 3-372 0,-4 3 155 0,-1-1 153 0</inkml:trace>
  <inkml:trace contextRef="#ctx0" brushRef="#br0" timeOffset="107224.56">6888 17137 1538 0,'-16'1'0'0,"0"1"0"0,4-1 0 0,1 2 0 0,-2-3 0 0,-1 0 0 0,1 0 0 0,-5 0 0 0,5 0 0 0,1-4 0 0,-3-3 62 0,-1 1-22 0,0 1 0 0,-4 0-31 0,4 3-10 16,-2 2 41-16,-1 0 7 0,0 12-7 0,1 6 0 15,-5 10 9-15,5 3 74 16,3 10-42-16,4 4 1 0,1 5-43 0,7 2 143 16,3 3-61-16,0-11-46 0,5-4 0 0,11-6 13 31,4-8 0-31,0-8-48 15,5-1 10-15,-4-12-11 0,0-5 1 0,-2 0-248 0,3-10 123 0,-4-7 63 0,1-2 41 0,-4-5-76 16,-7-1 44-16,3-5-8 0,-5 0 0 0,1-1-53 16,0-3 39-16,-5 5-13 15,0 2 1-15,-1 8-16 16,1 2 48-16,-1 3 208 0,-1 1 68 0,0 9-125 0,2 4-61 0,1 4 96 0,-2 16-71 0,5 6-21 16,-1 8-2-16,3 2-36 0,0 1-2 0,5 1 1 15,-3-4 0-15,4 2-209 0,0-8 99 0,0-3 53 16,-1-5 21-16,3-4-617 0,-4-8 268 0,5-1 159 94,-6-7-485-94,3-4 315 0,-5-16 159 0</inkml:trace>
  <inkml:trace contextRef="#ctx0" brushRef="#br0" timeOffset="107398">7021 17120 1540 0,'0'-7'0'0,"0"-1"0"0,0 2 0 0,1 1 0 0,2 2 0 0,2-1-3 0,3 4 0 0,-1 0 434 0,2 0-198 0,2 7-99 0,1 2-48 0,-2 2-15 0,3 2-8 0,-6 1-26 0,2 6 1 0,-4-5-133 0,-4 6 66 0,1-3 44 16,-2 1-63-16,-2-2 43 0,-8 0 0 0,-1-3 227 15,-3 1-91-15,1 0-37 32,2-4-9-32,-1-3 186 0,3-1-116 0,0-2-58 0,2-1-29 0,3 0 46 0,4-4-42 0,0 0-1 0,4 0-32 0,12 0-81 15,4-4 40-15,3-5 10 0,4-1-282 0,1 1 156 16,4-4 79-16,-2 2-620 0,2-1 299 0,3 1 171 15,-7 0 22-15,0 1-479 16,-4-2 304-16,-3 0 151 0</inkml:trace>
  <inkml:trace contextRef="#ctx0" brushRef="#br0" timeOffset="107706.78">6655 16384 1061 0,'-9'-8'0'0,"3"1"0"0,3-1 0 0,3 0 0 0,0 6 0 0,10-4 375 0,9 4-169 0,3 0-83 15,7 0-33-15,0 2 70 0,0 0-61 0,2 4-31 16,0 5 1-16,-2 6-30 0,-2 3 9 0,-6 1-10 31,-9 6-264-31,-9 2 132 0,-3 3 66 0,-1 1-111 0,-15 6 86 0</inkml:trace>
  <inkml:trace contextRef="#ctx0" brushRef="#br0" timeOffset="107788.55">6888 16583 1818 0,'-32'30'-17'16,"-4"-2"-74"-16,-4-4 45 0,2-6-21 0,-1-2 21 0,8-10-98 0,6-6 57 0,5 0 21 0,7-3 1 0,10-14-210 0,3-7 108 0,9-3 70 0,15-7-119 0</inkml:trace>
  <inkml:trace contextRef="#ctx0" brushRef="#br0" timeOffset="107847.39">7051 16293 1439 0,'3'-6'0'0,"0"2"0"0,-1 2 0 0,-2 2 0 0,0 0 0 0,-6 6 0 0,-5 12 290 0,-5 6-126 0,0 5 217 0,1 5-177 0,3 0-82 0,0 2-42 0,4 2 324 0,4-1-183 0,4 2-81 0,0-8-56 0,11-1-120 0,9-6 38 0,9-4-1 0,3-7 38 0,7 2-510 0,-4-11 251 0,5-4 129 0,-3 0-685 0,2-11 337 0,-5-5 216 0</inkml:trace>
  <inkml:trace contextRef="#ctx0" brushRef="#br0" timeOffset="108085.08">7245 16177 1096 0,'-12'-11'0'0,"-2"3"0"0,9 3 0 0,3 2 0 0,2 3 0 0,0 0 179 16,5 0-71-16,11 4-25 15,2 7-9-15,2 1 214 0,1 2-125 0,-2 3-62 0,-1 0-31 16,2 4-122-16,-7-1 41 0,-2-2 25 0,-3 2-149 0,-2-2 87 16,-4 4 53-16,-2-3 104 15,-4-2-35-15,-13-2-1 0,-6 0-39 0,-5-5 102 16,1 1-65-16,-2-6-8 0,4-1-78 0,4-3 340 15,2-1-143-15,4 0-72 0,2 0-26 0,8 0 114 16,5 0-79-16,0 0-41 16,12 0 1-16,9 0-41 15,7 0 10-15,5 0-570 32,2 0 280-32,6 0 141 0,-1 2 69 0,1 4-787 0,8 4 357 0,-9 1 216 0</inkml:trace>
  <inkml:trace contextRef="#ctx0" brushRef="#br0" timeOffset="108251.81">7601 16816 1965 0,'-16'8'0'0,"6"1"0"0,-1 4 0 0,11-2 0 0,0 1 0 0,4-2 0 0,16-2 0 0,8-1 271 0,4-1-107 16,3-3 320-16,5-1-223 0,1-2-111 16,-2 0-57-16,2 2-335 15,2-2 150-15,-9 1 59 0,-4 2 36 0,-2-2-686 0,-6 4 360 0,-5-3 181 16,-3 3-304-16</inkml:trace>
  <inkml:trace contextRef="#ctx0" brushRef="#br0" timeOffset="108407.15">7848 16677 2123 0,'-7'6'0'0,"5"5"0"0,1 6 0 0,1 8 0 0,0 6 0 0,0 10 0 0,1 3 0 0,8 7 0 0,-4 5 315 0,1 3-139 16,2-3-69-16,-3 7 29 0,1-14-54 0,0-6 0 15,-3-4-44-15,4-5-443 0,-2-8 221 0,1 1 121 0,1-13-727 0,-2-9 393 16,1-5 196-16</inkml:trace>
  <inkml:trace contextRef="#ctx0" brushRef="#br0" timeOffset="108555.02">8077 16922 1053 0,'22'-21'0'0,"0"11"0"0,5 0 0 0,4-1 0 0,5 5 0 0,-1 1 206 0,6 0-74 16,-5 3-52-16,4 2 387 0,-1 0-214 0,0 0-108 31,2 0-54-31,1 0 88 0,-8 0-76 0,-1 0-32 0,-2 0 0 0,-1 0-428 16,-5-5 197-16,2-2 109 0,-15 3-584 0,-2 0 336 15,-10 0 167-15,0 2 3 0</inkml:trace>
  <inkml:trace contextRef="#ctx0" brushRef="#br0" timeOffset="108856.64">8430 16903 1061 0,'0'8'0'0,"0"-1"0"0,0 4 0 0,1 3 0 0,4 2 0 0,1 3 0 0,-1 7 0 0,1 3 101 0,1 5-31 0,-3 7 9 0,-2 0 240 0,-1 3-141 0,-1-1-70 0,0 0-36 0,-6-3 119 0,-6 3-68 0,2-13-48 0,-3-4 0 0,0-9-39 0,4-5 1 0,0-5 32 0,2-5 4 0,4-2-10 0,3-7-26 0,0-7-33 0,4-6 0 0,12 3 33 0,5-4 9 0,-2 9-85 0,5 0 38 0,-1 4 0 0,3 4 38 0,-7 3-88 0,5 1 29 0,-6 3 18 0,-4 12-22 0,-4 4 40 0,-4 6-14 0,-4 5 11 0,-2 4 109 0,-6-2-54 0,-10-1-24 0,-6 1 85 0,-3-5-45 0,-1-3-27 0,-4 2 27 0,4-12-82 16,0-3 13-16,2-5 23 0,3-4 1 0,2-2-400 16,7-2 183-16,6-14 99 15,6-9-674-15,0-9 359 0,2-7 179 0</inkml:trace>
  <inkml:trace contextRef="#ctx0" brushRef="#br0" timeOffset="109082.42">8712 17090 1635 0,'14'-6'0'0,"0"1"0"0,2 5 0 0,1-2 0 0,-1 2 0 0,2 0 0 0,-3 0 221 0,-5 6-92 0,0 5-46 0,-4 0 116 0,-1 1-80 0,-3 4-32 0,-2 3-9 0,-2-2-126 31,-10 5 43-31,-6-1 0 0,-2-1 42 0,-6 4-23 0,3-7-9 0,1 2 32 0,0-1 199 0,3-4-100 15,4 0-49-15,1-1-16 0,9-3 139 0,5-4-86 0,0 1-44 0,7-2-14 16,11-5 1-16,8 0-21 16,4 0-9-16,5-2-349 15,2-10 174-15,3-2 88 0,-1-1 43 0,2-5-269 0,-11 3 120 0,-4 4 90 16,-6-3-736-16,-6 0 383 0,-7 1 190 0</inkml:trace>
  <inkml:trace contextRef="#ctx0" brushRef="#br0" timeOffset="109255.16">8372 16300 1912 0,'-2'-2'0'0,"-1"-2"0"0,3 3 0 0,0-1 0 0,2 2 0 0,10 0 0 0,2 4 380 16,2 9-172-16,4 1-86 0,-1 0-50 0,5 2-35 15,1 2 8-15,-2-1-9 0,-1 4-421 0,-1-3 211 16,1 1 105-1,-4-4-766-15</inkml:trace>
  <inkml:trace contextRef="#ctx0" brushRef="#br0" timeOffset="109408.37">8690 16254 1176 0,'0'0'0'0,"0"-4"0"0,0 3 0 0,0 1 0 0,0 0 0 0,0 17 0 0,0 4 404 0,0 14-185 0,-5 4-91 15,-1 8-37-15,-2 5 344 0,-6 10-200 0,0 2-99 16,-4-1-146-16,0-1 23 0,-3 1 10 0,2-17-195 15,3-10 105-15,0-9 51 0,4-9 27 0,0-4-636 16,6-14 327-16,0 0 138 0</inkml:trace>
  <inkml:trace contextRef="#ctx0" brushRef="#br0" timeOffset="109635.98">8898 16175 1920 0,'10'0'0'0,"4"0"0"0,3 2 0 0,-6 5 0 0,-2 7 0 0,-4 0 0 0,-3 7 0 0,-2 3 0 0,0 5 228 0,-9 0-99 0,-9 0-31 0,-1 0-30 0,-5-2 0 0,-1-4-31 0,2 2 10 0,4-11-10 0,2-2 0 32,7-6 0-32,-1 0-25 0,6-3 25 0,2-1 9 0,3-2-9 0,6 0 93 0,14 0-46 0,8-8-24 15,7 1 29-15,7-4-17 0,0-1-9 0,2 4-26 31,3-3 0-31,0 5 0 0,-4-1 0 0,6 1-1334 0,-14 3 631 0</inkml:trace>
  <inkml:trace contextRef="#ctx0" brushRef="#br0" timeOffset="110157.43">9639 16658 1678 0,'-5'0'0'0,"-4"3"0"0,-1-1 0 0,0 3 0 0,-1 4 0 0,-2 0 0 0,-5 7 382 0,-6 2-173 0,-3 7-77 0,-2-2 186 0,-2 3-141 15,0-2-70-15,1-2 255 16,1-2-163-16,-1-1-72 0,11-7-50 0,2-5 86 0,8-5-163 0,5-1 0 16,1-1 0-16,3 0 0 0,0 0 0 0,8 0 0 15,12 2 0-15,4 3 0 0,7 2 0 0,8 2 0 16,-2-2 0-16,3 2 0 0,0-1 0 0,-1 2 0 15,-3-1 0-15,4 2 0 16,-9-2 0-16,-2-1-774 0,-3-1 54 0,-3 2 342 0</inkml:trace>
  <inkml:trace contextRef="#ctx0" brushRef="#br0" timeOffset="110305.17">9361 17097 2090 0,'-32'2'0'0,"10"2"0"0,3 6 0 0,16-1 0 0,3 2 0 0,0 3 0 32,2 1 192-32,9 2-69 0,6-1-48 0,3 1 384 0,5 0-212 0,2-1-105 0,3 0-160 0,2 0 36 0,-1-5-9 0,1-2 26 0,0-2-828 15,-2-4 414-15</inkml:trace>
  <inkml:trace contextRef="#ctx0" brushRef="#br0" timeOffset="110465.8">10071 16612 3710 0,'0'1'0'0,"0"3"0"0,0 6 0 0,-1 8 0 0,1 11 0 0,-2 16 0 0,-2 15 0 0,-2 12 0 0,0 13 221 0,2-2-221 16,0 1 0-16,1 1 0 0,1-3 0 0,2 1 0 16,0 9 0-16,0-13-623 0</inkml:trace>
  <inkml:trace contextRef="#ctx0" brushRef="#br0" timeOffset="111593.19">11440 17060 770 0,'-3'-12'0'0,"-2"-2"0"0,3 2 0 0,-3-2 0 0,3 1 0 0,1-1 0 0,-1-2 213 0,0 1-89 0,1-6-34 0,-2 7-9 0,1-3 56 0,-3 2-50 0,-1 1-25 16,0 1 8-16,-2-3 8 0,-1 9-41 0,-3 0 29 16,1 5 0-16,-4 2-30 0,-2 0 1 0,-3 9 57 15,3 10-33-15,-3 12-1 0,-2 3-23 0,3 10 63 16,1 3-32-16,0 10 10 0,6-7-41 0,4 4 106 15,3-3-52-15,5-2-28 0,0-2 100 0,0 2-53 32,3-12-42-32,11-7-72 0,2-8 40 0,4-9 1 0,3-1 9 0,0-12-178 15,1-1 84-15,1-17 43 0,-1-8-1 0,-1-6-65 16,2-3 45-16,-6-1 24 0,-4-3-288 0,1 0 143 16,-4-2 33-16,-2-2 40 0,3-1-4 0,-9 10 8 15,-1 3 34-15,-1 2 167 16,-2 10-84-16,0 6-42 15,-2 1-9-15,-5 12 291 0,-4 0-139 0,2 15-77 32,0 9-14-32,3 5 36 0,2 6-1 0,4-3-37 0,0 4 102 0,0-1-61 0,2-1-29 0,8 1 0 0,2 0-190 0,3-8 75 15,0-3 43-15,5-3-489 0,3-4 243 0,-4-8 131 16,8 0 30-16,-6-9-591 16,1 0 322-16,-3-5 161 0,-2-8 80 0</inkml:trace>
  <inkml:trace contextRef="#ctx0" brushRef="#br0" timeOffset="111770.63">11652 17008 1719 0,'-10'0'0'0,"-2"-2"0"0,9 0 0 0,3 2 0 0,0 0 0 0,0 0 0 0,10 0 0 0,5 2 86 0,2 3-9 0,5-1-40 0,4 0 0 0,1 1-1 0,4-3 10 0,-3 1-10 0,1-1 361 16,0-2-181-16,-3 0-90 0,0 2-46 0</inkml:trace>
  <inkml:trace contextRef="#ctx0" brushRef="#br0" timeOffset="111904.57">11722 17149 1028 0,'-12'0'0'0,"0"0"0"0,4 3 0 0,4-3 0 0,4 0 0 0,0 0 249 0,11 0-111 0,6 0-51 0,8 0 223 0,0 0-137 0,6 0-68 0,-4 0-22 0,4 0-9 0,-4 3-38 0,-1-2 1 0,1-1-444 0,-4 2 222 0,2-2 120 0,-8 0 46 0,-2 0-672 0</inkml:trace>
  <inkml:trace contextRef="#ctx0" brushRef="#br0" timeOffset="112043.65">11964 16824 1349 0,'-8'8'0'0,"1"4"0"0,-3 6 0 0,4 8 0 0,-4 8 0 0,-3 10 0 0,-5 9 467 16,-4 12-206-16,-3-4 227 0,1 2-225 0,-1-2-114 15,-2-3-55-15,0-4-100 0,4 0 51 0,5-16-8 0,8-6-1 0,5-8-454 16,5-4 227-16,0-8 114 16,0 0 66-16</inkml:trace>
  <inkml:trace contextRef="#ctx0" brushRef="#br0" timeOffset="112361.37">12296 16627 2200 0,'0'10'0'0,"0"2"0"0,0 11 0 16,-3 7 0-16,-4 13 0 0,-6 11 0 0,-4 16 210 0,-3 0-91 0,-3-1-42 0,3 0 157 15,1-8-99-15,5-6-50 0,-1 0-15 0,5-16-62 16,4-7 28-16,0-10 1 0,4-9-292 0,2-9 146 16,0-4 82-16,0 0 27 15,0-11 0-15,2-9 36 16,12-5 0-16,0-2-226 0,8 0 73 0,-1 8 56 0,4 2-27 0,2 2 111 0,1 4-57 0,2 1 0 31,4 3-26-31,-6 7 229 0,-2 0-70 0,-1 11-55 0,-2 6-62 0,2 1 1 0,-15 8 64 0,-5 2-34 31,-5 2 39-31,0 2-33 0,-18-1 8 0,-5 2 65 0,-7-9-43 0,-3-6 1 32,-1-6-49-32,-4-5 144 0,0-7-60 0,-4 0-24 15,3-2 3-15,3-12-240 0,2-7 110 0,2-6 45 0,3-3-693 0,-1-4 344 0</inkml:trace>
  <inkml:trace contextRef="#ctx0" brushRef="#br0" timeOffset="112578.25">11334 16767 2237 0,'-43'24'0'0,"2"11"0"0,1 27 0 0,11 16 0 0,-1 11 0 0,-2 3 0 0,4-3 0 0,9-6 0 0,11 4 548 0,8-24-261 0,20-5-125 0,15-7-63 0,10-8-267 15,8-11 103-15,9-4 59 0,-5-15 17 0,10-6-686 16,1-4 356-16,3-3 178 0</inkml:trace>
  <inkml:trace contextRef="#ctx0" brushRef="#br0" timeOffset="112788.31">12596 16892 2203 0,'3'-9'0'0,"4"5"0"62,10 4 6-62,9 0 1 0,9 15-2 0,-3 6-3 0,-4 7-2 0,-4 3 232 16,-7 6-133-16,-5 4-67 0,-7 6 567 0,-5 1-286 0,-11 0-139 0,-14 1-70 0,-6-1-34 0,-8 0 0 0,-8 4-55 0,1-12-50 0,-1-3 21 0,0 0 25 0,6-4-1 0,5-5-1336 0</inkml:trace>
  <inkml:trace contextRef="#ctx0" brushRef="#br0" timeOffset="112976.03">13075 17426 3931 0,'-13'0'0'15,"5"-1"0"-15,4 1 0 0,2 0 0 0,1 0 0 0,-4 0 0 0,-3 5 0 0,0 0 0 0</inkml:trace>
  <inkml:trace contextRef="#ctx0" brushRef="#br0" timeOffset="119932.9">8691 15890 1452 0,'-3'-4'0'0,"-3"1"0"0,1-1 0 0,2 2 0 0,1-1 0 0,-5-1 0 0,4 2 0 0,2 0 0 0,-1 1 235 0,2-2-99 0,0 3-50 0,0 0 213 16,0 0-134-16,0 0-64 31,2 0-31-31,9 0 109 0,1 0-70 0,5 0-27 0,2 0 196 0,7 4-120 0,1 0-60 0,6 1-31 0,3-1 78 0,8 3-46 0,-3-2-35 16,5 3-9-16,1 2-19 0,0 1-19 15,-2 2-17-15,2-1 0 0,-13 0 0 0,0 3 0 16,-9-1 0-16,-4-2 0 0,-4 0 0 0,-2-2 0 15,-12-3 0-15,-1-5 0 0,-2 0 0 0,0-2 0 16,-3 0 0-16,-6 0-20 0,-1-2 2 0,-1-7-371 16,0-3 180-16,-3 2 99 15,2 4 36-15</inkml:trace>
  <inkml:trace contextRef="#ctx0" brushRef="#br0" timeOffset="132302.9">15607 15257 1999 0,'0'0'0'0,"0"0"0"0,-3 0 0 0,-1 0 0 0,3 0 0 0,1 0 0 0,0 5 0 0,0 6 0 0,0 1 0 0,1 6 241 0,8 2-92 0,-3 4-61 16,1 2 39-16,0 3-45 0,-3 7 0 0,-1-1-127 15,-1 7 51-15,0-5-10 16,-2 2 41-16,0-4-73 0,-5 0 37 0,-5-2-1 15,0 2 47-15,-3-12-254 0,2-7 102 0,-3-5 69 16,3-7-457-16,1-4 235 0,-2-1 72 0,8-18-288 16,1-12 218-16,1-7 110 0,2-7 54 0,0-9-187 15</inkml:trace>
  <inkml:trace contextRef="#ctx0" brushRef="#br0" timeOffset="132533.74">15577 15232 1205 0,'5'-11'0'0,"0"3"0"0,5-1 0 0,2 6 0 0,3 3 0 0,2 0 263 0,6 0-113 0,4 3-56 0,7 4 384 15,-1 3-225-15,4 2-108 0,4 3-54 0,-2 2 210 16,-3 5-133-16,3 7-55 0,-11-1-43 0,-7 7 46 16,-4 6-40-16,-7 2 1 0,-7 7 73 0,-3 7-47 15,0-9-37-15,-6-3-54 32,-5-4-12-32,2-7 0 0,2-4 0 0,6-4 0 0,1-13 0 0,0-2 0 0,8-6 0 0,8-5 0 31,5 0 0-31,8 0 0 0,0-14 0 0,2-5 0 0,3-6 0 0,2-5 0 0,-2-1-322 0,5-4-113 15,-9 0 145-15,1 3 128 0,-3-3-609 0,-2 1 367 16,-2-7 183-16</inkml:trace>
  <inkml:trace contextRef="#ctx0" brushRef="#br0" timeOffset="132761.21">16556 15008 1288 0,'6'-14'0'0,"-5"4"0"15,2 2 0-15,-1 5 0 0,0 2 0 0,-1 1 0 0,1 0 580 0,-2 12-276 0,0 7-133 0,-3 3-67 0,-10 8 486 0,1 5-277 0,-7 7-128 0,2-2-79 0,-5 4 24 0,-1 2-46 0,-1 3-8 0,-7 5-234 0,5-4 89 0,-2-4 53 0,4-5-674 0,6-7 363 0,5-7 183 0,4-3 99 0,9-20-899 78,0-4 454-78</inkml:trace>
  <inkml:trace contextRef="#ctx0" brushRef="#br0" timeOffset="132957.73">16523 15273 1911 0,'2'0'0'0,"-1"0"0"0,3 0 0 0,-4 6 0 0,2 8 0 0,0 5 0 0,-2 10 0 0,0 9 743 94,0 6-344-94,-2 3-186 0,-5 2-87 0,-1-1 19 0,3 0-53 0,0-5-28 0,2-1 10 0,3-9-37 0,0-4 1 16,0-7-501-16,0-2-124 0,2-9 312 0,4-3 165 0,0-8-692 0,2-7 389 0,1-15 157 0,-2-7 109 0,0-7-92 0,-2-5 92 0,-2-2 59 0,3-5 26 0,-1-4 52 0,1-1-28 0,4 2 1 0,2-4 225 0,1 10-108 0,2 3-59 0,2 5 189 0,6 3-124 0,1 7-62 0,6-2-39 0,-2 18 572 0,3 2-267 0,0 8-91 0,-2 1-82 0,3 0 75 15,0 0-69-15,-5 1-47 0,-4 8 0 0,-2-1-502 32,-6 3 232-32,-1 4 124 0</inkml:trace>
  <inkml:trace contextRef="#ctx0" brushRef="#br0" timeOffset="133146.69">16707 15449 1419 0,'-8'1'0'0,"0"-1"0"0,3 1 0 0,1 2 0 0,4-2 0 0,0 1 0 0,0-1 208 0,3 3-77 0,6-3-51 0,2 3 105 15,2-3-74-15,-2 3-37 0,-2 1 0 0,0 0-71 16,-4 1-8-16,-2 3 42 0,-1 1 0 16,-2-1-173-16,0 1 87 0,-2 2 52 46,-7-5-284-46,-2 2 159 16,1-1 47-16,1-7-367 0,-2 2 181 0,3-3 106 0,4 0 50 0,1-8-239 0,3-9 154 0</inkml:trace>
  <inkml:trace contextRef="#ctx0" brushRef="#br0" timeOffset="133304.1">16806 15303 1392 0,'8'-9'0'0,"0"3"0"0,0 3 0 0,-1 3 0 0,1 0 0 0,0 3 365 0,0 14-154 16,-2 7-92-16,-1 4 554 0,0 6-319 0,-2 4-158 16,-2 3-79-16,3 8 151 0,-3-6-120 0,1 6-60 15,-2-4-88-15,0 1 0 16,0 4 0-16,0-12 0 0,0-3-7 0,0-3-113 15,-3-6 78-15,-2-5-427 0,-3 0 262 0,1-13 118 16,-1-8 42-16,-2 0-505 0,0-2 237 0,2-14 139 16,0-6 59-16,4-6-406 15,1-6 242-15,3-7 122 0</inkml:trace>
  <inkml:trace contextRef="#ctx0" brushRef="#br0" timeOffset="133485.04">17261 15050 2891 0,'9'1'0'0,"1"2"0"0,4 4 0 0,-5 5 0 0,1 5 0 0,-1 9 0 0,-3 8 0 15,-1 8 0-15,-2 9 449 0,-2 2-211 0,-1 2-101 0,0 3 50 0,0-4-158 0,0-2-29 16,0 2 0-16,0-18-189 0,0 4-7 0,0-8 117 0,0-2 57 0,0-8-718 16,0 1 390-16,0-17 185 15,0-6-396-15,0-2 225 0,2-13 150 0</inkml:trace>
  <inkml:trace contextRef="#ctx0" brushRef="#br0" timeOffset="133611.67">17406 15402 1283 0,'6'-7'0'0,"2"-4"0"0,1 6 0 0,5 1 0 0,0 2 0 0,5 0 170 15,3 2-67-15,3 0 451 16,1 0-262-16,-1 0-129 0,2 4-63 0,-3 3-135 0,-1 2 36 0,3 0 8 16,-9 3 28-16,-3 2-750 15,-5 1 369-15</inkml:trace>
  <inkml:trace contextRef="#ctx0" brushRef="#br0" timeOffset="133815.82">16931 15794 2654 0,'-18'0'0'0,"8"-2"0"0,8 1 0 0,2 0 0 0,21-2 0 0,14 3 0 0,14-1 0 0,8-1 288 0,12 0-126 0,9-4-63 0,12-2 461 0,10 2-392 0,17-3-168 0,-19 4 0 0,-3 3 0 0,-6 0-181 0,-8 2 107 0,-8 2 54 0</inkml:trace>
  <inkml:trace contextRef="#ctx0" brushRef="#br0" timeOffset="134305.85">18280 15047 2314 0,'0'-10'0'0,"0"2"0"0,2 4 0 0,10-1 0 0,7 5 0 0,9-5 391 0,6 4-182 0,8-1-85 0,3 1-44 0,7-2 99 0,-1 3-71 0,1-4-26 16,-6 3-10-16,-7 0-191 0,-1 1 77 0,-8 0 41 0,-4 0-758 0,-3 0 408 15</inkml:trace>
  <inkml:trace contextRef="#ctx0" brushRef="#br0" timeOffset="134480.22">18407 15275 1594 0,'-8'13'0'0,"1"7"0"0,2 6 0 0,5-3 0 0,0 3 0 0,0-1 0 0,1-1 0 0,6-1 430 15,3 4-188-15,0-5-107 32,1-5-50-32,2 1-357 0,-1-5 154 0,-1-2 77 0,2 1-286 0,-5-10 172 0,-4-2 91 0,-1 0-603 15,-1-7 316-15</inkml:trace>
  <inkml:trace contextRef="#ctx0" brushRef="#br0" timeOffset="134718.04">18384 15275 512 0,'-6'-27'0'0,"3"6"0"0,3 5 0 0,0 6 0 0,3 1 421 0,14 7-198 0,7-1-93 0,2 3 87 0,7 0-91 0,3 0-45 0,8 5-14 0,-4 4 191 16,-1 3-111-16,2 3-56 0,-3 0-27 0,-4 4 24 0,1 1-17 0,-12-3-9 16,-5 4-26-16,-6 2-85 15,-6 0 43-15,-4 3 0 0,-2 6-174 0,0-6 103 0,-11 1 57 0,-3 0-148 16,-3-1 99-16,-2-2-2 94,-3 2 44-94,1-8-513 0,1-5 252 0</inkml:trace>
  <inkml:trace contextRef="#ctx0" brushRef="#br0" timeOffset="134782.2">18497 15497 1777 0,'-7'0'0'0,"0"0"0"0,5 0 0 0,0 1 0 0,2 0 0 0,0 2 0 0,10-1 0 0,10-2 0 0,6 0 240 0,1 0-102 0,7 0-42 0,-1 0-316 0,-2 0 128 0,-1-6 64 0,-1 0-746 0,-2 1 373 0</inkml:trace>
  <inkml:trace contextRef="#ctx0" brushRef="#br0" timeOffset="135010.44">18620 15323 1016 0,'-8'0'0'0,"0"0"0"0,3 0 0 0,2 2 0 0,3 7 0 0,0 4 0 0,0 1 0 0,0 7 335 79,5 1-154-79,4 3-72 0,1 1-37 0,-1 1 72 0,-1 0-53 0,0 5-19 0,-3-6-9 0,-4-2-27 0,-1 0 0 0,0-2-162 0,-3-5 82 0,-8 2 48 0,0-9-8 0,-3-6-39 0,3-4 40 0,-3 0-1 0,3 0-18 0,3-1 235 0,0-8-120 0,7-2-36 0,1-1 37 0,0-1-32 0,1-2 8 0,13 2-9 0,1 2-304 0,3 0 137 15,1 2 81-15,-2 1-576 16,2 1 284-16,-3 2 155 15</inkml:trace>
  <inkml:trace contextRef="#ctx0" brushRef="#br0" timeOffset="135279.74">18202 15392 1370 0,'-9'6'0'0,"3"0"0"0,1 7 0 0,5 4 0 0,0 4 0 0,0 4 0 0,1 2 0 0,7 2 0 0,1 2 131 0,-2-1-52 0,-1-1 0 0,-4 1-73 0,2 0-1 0,-4-4 31 0,0 3 9 0,0-12-9 0,0 0 0 0,-4-6 0 15,4-3 34-15,0-1-1 0,0 1-24 0,0-5-9 16,17 0 198-16,4-2-100 16,9-1-48-16,5 0 158 0,10 0-95 0,2 0-61 0,5 0-26 15,4 0-5-15,2 0-22 0,6 0 10 16,-10 0-9-16,1 0-309 0,-5 0 154 0,-1 0 78 15,-4 0-574-15,4 2 288 0,-13-2 163 0,-5 0 24 16,-3 0-239-16,-3 0 172 0</inkml:trace>
  <inkml:trace contextRef="#ctx0" brushRef="#br0" timeOffset="135439.03">19117 15415 1697 0,'0'-11'0'0,"0"4"0"0,0 1 0 0,0 3 0 0,0 3 0 0,0 0 0 0,0 14 0 0,3 7 637 15,-2 1-300-15,4 8-142 0,-2-1-84 0,1 3 128 16,-2-1-102-16,0 0-50 0,2-1-445 16,-2 3 205-16,0-7 91 0,-1-1 49 0,1-4-695 0,-1-2 366 15,-1-6 183-15,2-1-340 0</inkml:trace>
  <inkml:trace contextRef="#ctx0" brushRef="#br0" timeOffset="135621.87">19394 15161 1186 0,'2'0'0'0,"1"0"0"0,0 5 0 0,-1 4 0 0,1 6 0 0,-2 6 0 0,1 5 664 15,0 10-314-15,-2 2-157 0,0 6 262 0,0-1-213 32,0-3-104-32,0 2-51 0,-2-6-25 0,2-4 0 0,0 0-17 0,0-14-10 0,0-3 1 0,0-5 0 0,0-5 0 0,0-4 0 15,2 2 9-15,-2-3-9 16,0-3 0-16,0-13 0 0</inkml:trace>
  <inkml:trace contextRef="#ctx0" brushRef="#br0" timeOffset="135840.54">19435 14990 1326 0,'14'-35'0'0,"1"2"0"0,1 12 0 0,3 7 0 0,6 5 0 0,3 3 0 0,4 2 0 0,7 0 0 0,2 4 193 0,-1 0-79 0,5 0-39 0,-1 11 219 0,-2 4-130 0,5 3-54 0,-11 4 176 15,-5 4-126-15,-5 6-61 0,-4 2-32 0,-5 5 88 0,0 7-51 0,-11-5-39 0,-4 3 1 0,-2 4 157 0,0 0-93 0,-4 1-47 0,-6 6-70 0,-1-11-10 0,2-7 33 0,1-1 0 0,-1-4-416 0,3 2 217 0,-1-11 96 0,1-5-698 0,-3-2 342 16,1-3 198 0,-4-4 71-16,2 0-521 0,-4-3 324 0</inkml:trace>
  <inkml:trace contextRef="#ctx0" brushRef="#br0" timeOffset="136145.28">19701 15037 1278 0,'-6'6'0'0,"-6"1"0"0,1 2 0 0,4 1 0 16,-2 1 0-16,-3 3 0 0,0 0 61 0,-5 4 10 0,3-1-36 0,-3 1 127 0,0 1-63 0,-2 2-31 0,3-6-1 0,0 2-249 0,6-7 105 0,3-3 56 0,7-5 28 0,0-2-144 0,6 0 86 0,11 0 53 0,8-2-46 0,4-8-49 0,6 2 44 0,-1-1 25 0,0 4 8 0,5 0-53 15,-9 3 43-15,-5 2 138 0,0 0-66 0,-4 0-22 0,-3 9-1 0,-1 3 255 16,-12 4-135-16,-5 4-42 0,0 3-41 0,-14 4 230 0,-8 4-127 0,-6-1-55 16,-4-1-25-16,-1-3-24 0,1-5 0 0,-1-1-245 15,-1-3 120-15,6-7 46 16,1-5 28-16,3-4-656 0,4-1 330 0,5-4 130 31</inkml:trace>
  <inkml:trace contextRef="#ctx0" brushRef="#br0" timeOffset="136233.92">19592 15285 1736 0,'8'0'0'0,"0"0"0"0,-1 0 0 0,4 0 0 0,0 6 0 0,0-1 0 0,3 4 0 0,3 3 0 0,0 0 370 16,1 0-167-16,0 4-84 0,0-2-41 0,-1 3-476 0,3-1 226 0,-8 0 99 15</inkml:trace>
  <inkml:trace contextRef="#ctx0" brushRef="#br0" timeOffset="136671.75">19647 15479 1248 0,'-8'1'0'0,"0"2"0"0,3-2 0 0,-1 3 0 0,3-1 0 0,3 3 0 0,0-4 0 0,0 3 162 0,6 2-64 0,7-2-31 0,-2 1 9 0,2 0-133 0,-1-1 47 0,-1 3 22 0,-2-4 1 0,2 5-353 15,-5-1 178-15,-1-3 92 0,-4 2-125 0,2-1 93 0,-3 2 46 0,0 1 185 16,0-1-96-16,0-2-30 0,-7 1 0 0,3-2 94 16,0 0-61-16,1 1-37 15,-1-3-8-15,3 3 231 16,1-3-76-16,0 3-66 0,0-2 37 0,0 1-113 0,0 0 1 0,1 2 31 0,1-1-257 0,0 1 126 47,-1 0 54-47,1 2-111 0,-2 1 63 0,0-2 44 0,0 1-10 0,-11 0 262 0,0-1-120 0,-3 2-54 0,-3-3-26 0,-1-2 197 15,-2-3-101-15,2 3-54 0,0-4-5 0,-1 0 454 16,7-1-235-16,3 0-114 0,1 0 199 0,7 2-156 16,1 2-78-16,3 0 132 0,17 3-109 0,7 0-51 15,10 1-25-15,6 2-168 0,4 0 72 0,8 3 44 16,-1-4-9-16,4 2-197 0,4 1 116 16,2-3 59 62,2-1 28-78,3 4-893 0,-14 0 360 0</inkml:trace>
  <inkml:trace contextRef="#ctx0" brushRef="#br0" timeOffset="136771.64">20707 15898 2822 0,'0'-5'0'0,"1"-2"0"0,2 0 0 0,2 3 0 0,0-1 0 0,0 0 0 0,0 2-304 0,0-3 126 0,-4 1 76 0</inkml:trace>
  <inkml:trace contextRef="#ctx0" brushRef="#br0" timeOffset="152363.42">15837 16208 1391 0,'0'-10'3'0,"0"3"0"0,-1 2-1 0,1 1 0 0,0 2-1 0,0 1 1 0,0 1 0 0,0 0 409 0,4 8-185 0,-2 7-94 0,1 5-47 0,-1 4 74 0,-1 7-51 0,-1 3-39 0,0 7-26 0,-8 6-5 16,-7 3 0-16,-4 9-94 15,-9 12 56-15,-3-1 14 0,-5 5 0 0,-4 2-174 0,-4-1 98 0,-1-5 50 16,0 0 33-16,12-23-414 16,5-9 194-16,8-14 44 0,9-16-376 0,7-9 246 15,4-2 115-15,2-25 71 16</inkml:trace>
  <inkml:trace contextRef="#ctx0" brushRef="#br0" timeOffset="152618.31">15764 16709 1458 0,'11'-5'0'0,"-2"3"0"0,1 2 0 0,0 7 0 0,-2 11 0 0,-3 5 0 0,-2 6 338 0,-3 8-150 0,0 3-76 16,0 7 268-16,0 0-177 0,-9-2-83 16,2 0-41-16,0-4-217 0,4-2 88 0,1-3 52 15,2-11-9-15,0-7-406 31,0-5 224-31,2-10 114 0,6-3-444 0,1 0 255 0,0-18 129 0,-1-10-27 0,4-6 21 0,-4-2 52 0,2-1 25 0,4-3 70 16,-3 5-17-16,3 1-1 0,1 3-25 0,4 0 342 16,-2 0-170-16,9 0-96 0,-5 8-34 0,3 4 409 15,3 2-210-15,-2 5-30 16,0 4-49-16,6 2-35 0,-9 5-9 0,0 1-44 16,-3 0-446-16,-2 6 224 0,-5 2 110 0,2 0-248 15,-9 1 171-15,-4-4 50 16</inkml:trace>
  <inkml:trace contextRef="#ctx0" brushRef="#br0" timeOffset="152847.01">16032 16566 822 0,'-9'0'0'0,"2"6"0"0,3 5 0 0,1 4 0 0,3 9 278 0,0 9-121 0,0 11-50 0,9 6-40 0,5 6 412 0,3 5-221 0,1 2-111 0,4-2 84 0,0 2-88 0,2-15-57 0,-2-8-25 0,3-5-324 0,0-7 149 0,3-1 85 0,-5-17-412 0,-3-3 239 0,-1-4 119 0,-3-3 61 0,-1 0-285 0,-2-12 73 0,-4-6 110 0,-6-5-11 0,-1-6-272 0</inkml:trace>
  <inkml:trace contextRef="#ctx0" brushRef="#br0" timeOffset="152912.34">16259 16489 821 0,'-5'-17'0'0,"0"3"0"0,2 8 0 0,3 5 0 0,0 1 284 15,0 7-124-15,0 9-62 0,0 4-20 0,3 3-10 0,3 1-31 0,5 1 288 0,-2-1-345 0,5-1 28 0,0 2 10 0,3-5-737 16</inkml:trace>
  <inkml:trace contextRef="#ctx0" brushRef="#br0" timeOffset="153043.47">16607 16421 773 0,'0'0'0'0,"0"0"0"0,0 0 0 0,0 0 0 0,0 0 344 0,0 2-153 0,0 1-68 0,0 0 59 0,0 4-72 16,5 0-36-16,4 1-519 0,0 0 228 0,4 0 118 16</inkml:trace>
  <inkml:trace contextRef="#ctx0" brushRef="#br0" timeOffset="153286.17">16972 16382 1201 0,'-8'2'0'0,"-5"1"0"0,-1 3 0 0,-1 3 0 0,-2 4 0 0,-8 3 0 0,-3 4 0 0,-7 6 146 0,1 0-59 0,-3 1-25 16,-5 2 0-16,-2-2-81 31,-4 4 27-31,-2-2 11 0,8-9 19 0,8-5-52 0,9-6 27 0,12-7-1 0,8-2 109 0,5 0-33 16,2 0-9-16,17-6 87 0,12-3-65 0,8-3-31 16,3 1 0-16,11-2 99 31,-5 6-70-31,4-3-31 0,-1 3 1 0,-1 0-162 0,0 1 66 0,6 0 41 0,-14 3-363 0,-1-2 193 0,-5 4 97 0,-3-2-250 15,-7 3 159-15,1 0 29 0,-16 0 57 0,-9 0-465 16,-2 0 246-16</inkml:trace>
  <inkml:trace contextRef="#ctx0" brushRef="#br0" timeOffset="153450.34">16783 16170 980 0,'-4'1'0'0,"2"5"0"0,0 1 0 0,2 10 0 0,0 7 0 0,0 12 509 15,0 14-226-15,0 4-127 0,0 10 481 0,2 4-299 16,-2 1-150-16,2 1-76 0,-2 1-105 16,1-17-9-16,-1-7 40 0,1-6-280 31,1-7 139-31,0-5 71 0,1 2 44 0,-2-13-710 0,1-6 368 0,0-8 184 0</inkml:trace>
  <inkml:trace contextRef="#ctx0" brushRef="#br0" timeOffset="153587.65">16779 16687 2035 0,'-18'5'0'0,"6"5"0"0,0 1 0 0,-1 7 0 0,-2 4 0 0,-1 4 0 0,-4 10 0 0,2-5 0 0,1 2 0 0,5-1 208 0,-1-4-85 0,7-6-376 15,1 0 155-15,5-13 64 0,0-6 35 0,7-3-605 16,10-1 303-16,2-15 150 16,7-8 77-16</inkml:trace>
  <inkml:trace contextRef="#ctx0" brushRef="#br0" timeOffset="153747.73">16901 16779 497 0,'13'0'0'0,"-5"0"0"0,1 8 0 0,-1 1 0 0,0 3 196 0,-3 3-80 0,2 2-29 0,-4 2-10 0,0 1-93 0,-1-1 27 0,0 0 0 63,-2-3 26-63,3 2-449 0</inkml:trace>
  <inkml:trace contextRef="#ctx0" brushRef="#br0" timeOffset="154265.79">16844 16954 709 0,'-22'0'0'0,"6"0"0"0,1 0 0 0,5 0 0 0,3 0-1 0,-1 2 1 0,3 5 390 0,5 3-181 0,0 0-86 0,0 2-43 0,5 1-1 0,8 3-42 0,-3-2 126 0,6 1-69 0,-2-1-28 0,1 0 0 0,0-1-347 0,0-1 160 0,-2 2 88 0,-2-7 30 0,-2-1-324 0,-3-1 167 0,-1 1 83 0,0-5-16 0,-2 3-43 0,-2-4 15 0,-1 0 43 0,0 0 101 0,0 0-29 0,0-2-1 0,-1 0 184 0,-2-2-102 0,-2 0-56 16,2-1-29-16,1 1 213 15,-1 0-87-15,1-3-64 0,2 3 16 0,0-3-8 16,0 0 2-16,0-1-1 0,0-2 29 0,0 1-119 0,2-3 33 0,4-3 1 16,2-1-154-16,3-5 86 15,1-4 38-15,3-7-82 16,5-4 55-16,6-11 4 0,5-9 0 0,5-4 154 0,7-9-68 0,-4 8-13 31,2 2-37-31,-5 7 194 0,-7 10-89 0,-4 9-44 0,-3 5-6 0,-13 17 114 16,-5 7-65-16,-3 4-8 0,-1 0 65 0,0 6-56 0,-1 3-19 0,-6 6 204 15,1 3-120-15,0 3-61 16,-3 4-29-16,4-1 285 0,0 6-149 0,4-5-87 16,1 2-40-16,0-1 156 15,0 0-116-15,4 2-117 0,4 4 0 0,3-4 0 0,1 1 0 0,4 0 0 32,-2 0 0-32,5 0 0 0,-2 5 0 0,-2-5-56 15,0-1-54-15,-5-1 74 0,-2 1 37 0,-5-1-33 0,-3 3 34 0,0-8-104 0,-6-2 52 0,-13-3-237 16,-1-4 124-16,-5-4 63 15,-3-1 22-15,0-8 69 0,-2 0-1 0,2-3-27 0,-1-11 20 0,2-5-21 16,-1-7-9-16,9-1 25 0,4-3-12 0,5 2 27 16,4 4-21-16,-1 0 187 15,7 7-86-15,0 6-38 0,2 4-25 0,14 1 240 16,3 4-122-16,1 2-44 0,5 0-39 0,2 9 130 16,2 3-71-16,2 5-21 0,4 0-280 0,2 1 132 15,-2-2 47-15,2 0-293 0,0 2 167 0,0-2 76 16,0-1 45-16,2 0-721 15,-6-6 358-15,-3-3 174 0,-2-2 87 0</inkml:trace>
  <inkml:trace contextRef="#ctx0" brushRef="#br0" timeOffset="154542.69">17942 16411 2633 0,'0'0'0'0,"0"4"0"0,0 9 0 0,0 7 0 0,0 9 0 0,-2 12 0 0,-1 12 0 0,-3 7 394 0,-3 1-183 0,3 2 89 15,2-6-131-15,0-3-66 16,4-12-33-16,0 0-214 0,3-19 85 0,3-6 48 16,3-9 25-16,-1-7-609 0,-2-1 316 0,1-1 168 15,-2-14 69-15,-1-9-703 0,-3-2 314 0,1-4 197 0,-2 1 18 16,0-1 80-16,0 6 54 0,0 2 381 16,0 3-169-16,1 2-83 0,1-1-51 0,2 7 555 15,5 2-293-15,0 1-148 0,5 3-32 0,2 1 229 63,4 1-61-63,2 1-109 0,1 2-51 0,2 0-23 0,3 0-1 0,0 9-25 0,3-1-579 0,-7 0 285 0,-1 3 147 0,-6 1-821 0</inkml:trace>
  <inkml:trace contextRef="#ctx0" brushRef="#br0" timeOffset="154692.53">17637 17074 1381 0,'-21'0'-1'0,"7"0"-1"0,6 3 0 0,7 1 0 0,2 1 493 0,20 3-229 0,15-3-114 0,12 2-57 15,13-2 238-15,15-2-139 0,2-2-82 0,8-1-38 0,10 0 270 0,8 0-153 0,3-4-77 0,9-6-713 0,-19-1 315 0,-7 0 161 0,-6-1-974 0</inkml:trace>
  <inkml:trace contextRef="#ctx0" brushRef="#br0" timeOffset="154880.49">19033 17106 2905 0,'-10'0'0'0,"1"0"0"0,9 0 0 0,0 0 0 0,0 0 0 0,6 0-88 0,2 0 26 0,0 0 1 0,1 0 26 0,0 0-855 93,-2 0 432-93</inkml:trace>
  <inkml:trace contextRef="#ctx0" brushRef="#br0" timeOffset="156841.19">19196 16531 2089 0,'0'-4'0'0,"0"-5"0"0,0-1 0 0,0 5 0 0,0-7 0 0,0 4 0 0,6-1 0 0,10 0 0 0,4 0 290 0,5-2-117 0,0 2 27 0,5 2-81 0,3 2-40 0,1 1 0 0,2 2-106 0,1 0 42 0,-4 1-9 0,-2 1 32 0,-3 0-417 15,-3 0 207-15,-6 0 105 16,2 0 62-16,-10 0-705 0,-6 0 353 0,-4 0 98 16</inkml:trace>
  <inkml:trace contextRef="#ctx0" brushRef="#br0" timeOffset="157119.1">19432 16198 1155 0,'-7'6'0'0,"1"5"0"0,3 6 0 0,1 5 0 0,0 8 0 0,2 5 0 0,0 9 79 0,4 5-41 0,5 8 1 0,1 4 428 0,2 7-205 0,-1-12-116 0,-1-1-54 0,2-1 111 0,-3-5-83 0,-1-2-40 0,1 2 9 0,-4-14-228 16,-4-4 89-16,-1-4 44 0,0-6-130 0,0-7 86 0,-7 2 52 0,-6-15-70 0,1-1 49 0,-2 0-19 31,-2-8 24-31,-2-8 20 0,0-5-38 0,3 0 16 0,1-5-12 0,3 0 75 0,2 2-29 0,-1-4 11 0,6 9-2 0,2 2 170 16,2 2-74-16,0 1-53 15,2 1 193-15,5-4-103 0,6 6-66 0,1-1-96 16,4-1 40-16,2 1 0 16,4-1 0-16,0-1-409 0,1 0 197 0,1 2 105 0,0-1 44 0,2 0-345 15,4 1 159-15,2-3 101 0,-4 1-11 0,1 0-547 16</inkml:trace>
  <inkml:trace contextRef="#ctx0" brushRef="#br0" timeOffset="157574.35">19852 16363 1403 0,'0'-2'0'0,"0"-1"0"0,0 1 0 0,0-1 0 0,0 3 0 0,5 0 0 0,2 0 298 0,6 0-134 0,0 10 281 15,-1-3-204-15,4 3-101 0,-1 0-51 0,-1 4-88 0,-1-2 37 0,-1 3 0 31,-2-1 0-31,-4 3-221 32,-2 0 110-32,-2 3 65 0,-2-4 19 0,0-1-107 0,-8 0 68 0,-3-2 32 0,-1-5 1 0,-5 4 42 0,1-9-100 0,-1-3-636 15,3 0 325-15,-3-2 163 0,4-11 82 0,-1 1-179 16,6-7 134-16,1-1 64 0,1 0 30 0,1 2-6 16,1 1-10-16,3 6 48 0,1 2 0 0,0 2 111 0,0 3-56 0,0 4-27 15,0 0 310-15,0 0-165 0,0 9-86 0,0 4 282 16,0 3-136-16,0 0-95 15,0 4 22-15,0-5-169 0,0 2 42 0,0 0 1 0,0-4 42 0,1 0-451 16,0-2 232-16,2-2 85 16,-1-7 61-16,-2 0-380 0,0-2 193 0,0 0 102 15,0-2 30-15,0-8 90 0,-2-4 0 0,-3-1 0 16,-3-1 0-16,2-1 0 0,-5 0 0 0,5 5 290 16,-2 2-183-16,-1 3-72 0,3 4-37 0,-2 3 523 31,2 0-244-31,0 15-85 0,1 9-77 0,3 10 198 0,2 4-138 0,0 10-68 0,0 8 82 0,2-3-79 15,12 1-37-15,0-4 60 0,6-3-48 16,3-10 0-16,4-2-37 0,-3-13-208 16,2-8 99-16,2-9 50 0,0-5 24 0,-2-3-327 15,6-11 185-15,-8-10 54 0,0-3 51 0,2-4-640 16,-2-2 313-16</inkml:trace>
  <inkml:trace contextRef="#ctx0" brushRef="#br0" timeOffset="158027.56">20473 16470 1626 0,'4'-3'0'0,"4"1"0"0,1-1 0 0,7 1 0 0,1 1 0 0,3 1 0 0,5 0 0 0,-4 1 0 0,2 9 194 0,-2 2-80 0,-3 5-18 16,0 4-21-16,-8 0-8 0,-5 8-31 0,-5-1-72 16,0 5 36-16,-16 2 0 15,-9 6 45-15,-5-5-104 0,-4-5 47 0,-2-2 25 94,-1-4-1-94,0-4-40 0,-2-2 16 0,9-11-5 0,5-5-282 0,6-3 148 0,7-5 44 0,8-18 46 0,4-8-11 0,9-10 6 0</inkml:trace>
  <inkml:trace contextRef="#ctx0" brushRef="#br0" timeOffset="158116.37">20800 16344 1476 0,'6'0'0'0,"0"0"0"0,-1 0 0 0,-1 7 0 0,-3 5 0 0,-1 9 0 0,0 3 635 0,0 6-299 0,-7 4-150 0,0 5-66 0,0-2 245 0,4-2-165 0,3 2-81 16,0-2-42-16,2-4 121 15,11 3-72-15,7-9-50 0,4-5-668 0,6-6 315 0,2-5 156 0,4-3-932 16</inkml:trace>
  <inkml:trace contextRef="#ctx0" brushRef="#br0" timeOffset="158275.32">21250 16641 1885 0,'-3'4'0'0,"-5"2"0"0,0 4 0 0,1 1 0 0,-1 7 0 0,-3 1 0 0,0 5 509 0,-3 5-236 0,0 3-119 16,0 0 100-16,-2 4-100 31,4-6-63-31,2 0-28 0,-2-4-310 0,4-4 141 0,0-2 71 0,-1-2-812 0,6-11 433 0</inkml:trace>
  <inkml:trace contextRef="#ctx0" brushRef="#br0" timeOffset="158426.88">21397 16415 2045 0,'12'6'0'16,"0"1"0"-16,1 3 0 0,2 1 0 0,4 0 0 0,0 5 0 0,4-1 181 0,-6 0-76 0,2 2-35 0,-2 1-30 0,2 0-5 16,-2-1 1-16,0 2-504 0,-2-7 248 0</inkml:trace>
  <inkml:trace contextRef="#ctx0" brushRef="#br0" timeOffset="158582.51">21778 16172 3314 0,'0'8'0'0,"0"6"0"16,-1 3 0-16,-4 9 0 0,-4 15 0 0,-3 18 0 0,-6 16 0 0,-8 24 0 0,-2 0 447 0,-3 5-277 0,-1 6-170 15,-1-1 0-15,1-6 0 0,2 8 0 0,5-22-399 32,2 6 165-32</inkml:trace>
  <inkml:trace contextRef="#ctx0" brushRef="#br0" timeOffset="159085.21">22125 16351 1716 0,'-6'-14'0'0,"-1"-1"0"0,5 5 0 0,2 3 0 0,0 6 0 0,8-1 0 0,4 1 199 0,2 0-72 0,3 1-50 0,2 0 1 0,0 0-42 0,3 0 1 0,1 2-1 0,3 4-93 0,-5-3 42 0,2 2 25 16,-3 1 1-16,-1-1-293 0,0 2 169 0,-8-2 70 0</inkml:trace>
  <inkml:trace contextRef="#ctx0" brushRef="#br0" timeOffset="159275.31">22269 16315 872 0,'-12'-3'0'0,"-1"3"0"0,-1 0 0 0,5 0 0 0,-1 13 0 0,0 1 40 0,0 5 0 0,-1 5 276 0,-5 6-130 0,4 3-80 0,-5 4-35 0,1 4 72 0,-4 2-53 0,0 1-27 0,-2 1 9 0,5-10 96 0,3-6-66 0,2-4-32 0,7-6-1 0,3-5 169 0,2 0-91 0,2-11-60 0,10-3 93 0,10 0-72 15,2 0-35-15,7-3-9 0,3-4-18 0,-2-5-10 0,1 1 1 0,0-1-379 16,-3 0 189-16,-1 1 95 15,3-1 57-15,-9 2-775 0,-3 2 382 0,-3-2 130 16,-4 1 115-16</inkml:trace>
  <inkml:trace contextRef="#ctx0" brushRef="#br0" timeOffset="159460.72">22161 16517 1538 0,'-15'0'0'0,"1"1"0"16,4 1 0-16,4 2 0 0,2 0 0 0,4 1 0 0,0 0 0 0,12 2 0 0,7-3 202 15,6 3-83-15,3 0 59 0,-1 0-76 0,2-1-33 0,-2 1 1 0,0 3-72 0,-3-1 38 0,-1 2 10 32,-6 0-9-32,-2 3-40 0,-6 2 1 0,-2 2 38 0,-5 4 1 0,-2 4-33 15,0 3 32-15,-11-1 1 0,-5 1-308 0,1 1 127 16,-1-2 84-16,2 3-601 0,1-7 319 0,3-2 143 16</inkml:trace>
  <inkml:trace contextRef="#ctx0" brushRef="#br0" timeOffset="159616.16">22093 16990 1547 0,'-28'-6'0'0,"9"3"0"0,7 0 0 0,5 3 0 0,4 0 225 0,3 0-94 0,0 0-39 0,5 3-31 0,14 0 618 0,10 0-321 0,6 0-160 16,7-3-81-16,5 0 269 16,-2 0-249-16,0 0-137 0,0 0-297 0,2-3 70 0,-2 0 132 0,8-3-811 15,-9-2 458-15,-3 1 231 16,3-3 116-16</inkml:trace>
  <inkml:trace contextRef="#ctx0" brushRef="#br0" timeOffset="159802.92">22604 16428 2038 0,'-2'-10'0'0,"1"2"0"0,1 2 0 0,1 4 0 0,13 0 0 0,5 2 0 0,2 0 0 0,2 0 170 0,5 0-58 0,0 0-250 15,1 0 86-15,3 0 45 0,-3 2-1 0,-2 0-561 0,1 2 274 0,-9 0 142 0,-7 0 70 0,-1 0-379 0,-8-1 212 0</inkml:trace>
  <inkml:trace contextRef="#ctx0" brushRef="#br0" timeOffset="160128.54">22814 16198 733 0,'-4'-4'0'0,"-1"1"0"0,2 3 0 0,1 0 0 0,0 7 0 0,2 13 237 0,0 7-100 0,0 12-51 0,2 8 361 0,3 9-205 0,1 13-94 0,3-2-61 0,-2 3 175 0,-2-2-114 93,-3-5-55-93,-1 4-79 0,2-18-9 0,-3-6 31 0,0-7 0 0,-10-4-99 0,-2-7 49 0,-2 1 34 0,0-14-9 0,-3-7-29 0,-1-5 27 0,1 0 0 0,-1 0-64 0,1-12 3 0,4-8 31 0,5-2-80 0,4-4 50 0,2-6 10 0,2-4 0 0,2-3-268 0,9 1 145 0,7-4 59 0,4 1 38 0,4-2-357 0,-1-1 194 0,8-2 89 110,-5 6 56-95</inkml:trace>
  <inkml:trace contextRef="#ctx0" brushRef="#br0" timeOffset="160605.44">23293 16172 1114 0,'-3'-1'0'0,"-4"-2"0"0,2 1 0 0,-2 2 0 0,-6 0 0 0,1 0 0 0,-8 11 0 0,-3 3 120 0,-1 6-47 0,0 5 1 0,-2 0-38 0,-1 4-1 0,3 0 1 0,-3 1-68 0,13-6 30 0,5-4-1 0,7-5 39 0,2-3-86 0,1-4 41 0,12-3 6 15,7-5 33-15,3 0-169 0,3-2 78 0,2-8 21 0,2-1-122 0,1 1 62 16,-6 2 46-16,-2 1-42 16,-4 2 37-16,-2 1 3 0,0 3-7 0,-9 1 1 0,-5 0 27 0,-3 0-6 15,0 10 5-15,-15 5 140 0,-2 1-77 0,-6 4-27 16,-3 2 0-16,0 2 259 15,2 0-134-15,0 3-48 0,1 1 209 0,6-3-117 0,5 0-71 0,5-2-5 16,4-2-29-16,3-2 1 16,0 3-20-16,0-9-181 0,5-2 85 0,4 0 44 15,2-5 0-15,-6 0-371 0,3 0 206 0,-5-5 63 16,-3-1 61-16,0 0-359 16,0 0 185-16,-11 0 93 0,0 0 37 0,-2-1 32 31,-1-8 15-31,0 2 181 0,2-4-104 0,0 0-34 0,2-1-9 0,5 0 110 0,5 3-67 0,0-1-34 15,0 0-1-15,7 1 303 0,7 1-102 0,6 4-94 16,5-2 26-16,0 4-53 0,6-3 0 0,-3 5-41 16,6-2-84-16,-7 2 37 0,-4 0 24 0,1 2-92 31,-6 10 57-15,-4-2 30-16,-2 5 3 0,-11 1-54 0,-1-1 7 0,-2 4 25 0,-18-3-26 0,-5 1 12 0,-7 0-26 0,0-6 46 15,-2-2-24-15,-1 1 185 0,2-7-74 0,-4 4-39 0,12-5 213 0,1 0-116 16,5-2-44-16,5 0 146 15,5 0-104-15,3 0-41 0,6 0-36 0,8 0-1 16,11 0 0-16,8 0-24 0,6 0 0 0,4 0-29 16,2 0 29-16,0 1-1 0,2 2 1 0,0 0-185 47,-3 1 92-47,3 0 56 0,-9-1-362 0,-5 0 188 15,-3 0 54-15,-9 1-363 0,0-1 224 0,-5 1 103 0,-10-4 65 0</inkml:trace>
  <inkml:trace contextRef="#ctx0" brushRef="#br0" timeOffset="160781.87">23293 16593 1171 0,'-6'7'0'0,"-1"5"0"0,1 3 0 0,1 6 0 0,-2 5 0 0,-3 9 194 0,-2 3-83 0,-1 3-38 0,-3 6 0 0,-2 1 99 0,0-2-68 0,-3 2-25 0,4-11-10 0,1-4 1 0,2-7-34 0,3-5-394 15,0-7 197-15,4-2 108 47,4-12 40-47,1 0-643 0</inkml:trace>
  <inkml:trace contextRef="#ctx0" brushRef="#br0" timeOffset="160876.46">23195 16917 1616 0,'8'2'0'0,"4"8"0"0,0-3 0 0,5 5 0 0,1-1 0 0,5 6 0 0,0-1 0 0,4 6 0 0,1-5 192 31,-3 1-78-31,1 0-39 0,2-2 0 0,-2-3-91 0,4-1 35 0,-6-9-8 0,-2-3 24 0,-1 0 1 0,-3-3 0 0</inkml:trace>
  <inkml:trace contextRef="#ctx0" brushRef="#br0" timeOffset="161036.29">23928 16329 1557 0,'-14'14'0'0,"-1"4"0"0,-2 8 0 0,0 3 0 0,-2 6 0 0,-8 5 0 0,-2 2 0 0,-5 3 143 15,-5 1-45-15,8-12-36 0,3-2 3 0,1-3-30 16,6-4 1-16,8-7-545 16,3-1 252-16</inkml:trace>
  <inkml:trace contextRef="#ctx0" brushRef="#br0" timeOffset="161188.71">23735 16704 1552 0,'0'1'0'0,"1"5"0"0,3 3 0 15,-1 4 0-15,0 6 139 0,-1 6-52 0,-1 4-26 0,-1 5 1 0,0 3-27 0,0 3 9 0,-1-6-9 0,-2-4 1 0,1-3-1 0,2-6 1 0,0-5-645 0,0-3 291 0,0-11 151 0</inkml:trace>
  <inkml:trace contextRef="#ctx0" brushRef="#br0" timeOffset="161393.75">24137 16358 1024 0,'8'0'0'0,"3"0"0"0,0 0 0 0,-3 0 0 0,2 5 0 0,-3 7 0 0,-4 3 133 0,-3 1-76 0,0 2-43 0,0 3 4 0,-8 3 327 16,-9 1-154-16,-4 1-78 0,-3-1-184 0,-4 1 62 15,1-4 18-15,1-4-1 0,4-5-89 0,4 0 49 16,3-4 25-16,1 0 128 0,9-6-53 0,3-3-23 16,2 0 10-16,7-3-49 0,11-6 0 0,5-3 13 15,5-2-37-15,5 1-56 0,1-1 42 0,0 0 21 16,5 0-363-16,-7 3 183 15,0-2 90-15,-5 5 46 0,-4-1-416 0</inkml:trace>
  <inkml:trace contextRef="#ctx0" brushRef="#br0" timeOffset="161534.87">24061 16619 1609 0,'-17'8'0'0,"6"2"0"0,1 1 0 0,8 4 0 0,-2 0 0 0,4-1 0 0,0-1 90 0,2 1-28 16,3-2 0-16,5 0 14 0,-1-2 9 0,3-1-49 15,0-4 0-15,-1 0-192 0,3-3 96 0,-1-2 48 16,1 0-609-16,1 0 308 0,0-4 153 0</inkml:trace>
  <inkml:trace contextRef="#ctx0" brushRef="#br0" timeOffset="161756.29">24280 16672 1075 0,'-8'5'0'0,"0"1"0"0,-3 3 0 0,1 3 0 0,-5 4 0 0,-5 8 0 0,-3 0 183 0,-5 4-74 0,-1 4-37 0,-6 0 69 0,-5 3-44 0,4-6-35 0,-3-2 30 0,0-2-29 0,1-6 1 0,5-6-29 0,2-2 38 0,16-6-37 0,5-5-1 63,9 0 1-63,1 0 46 0,8-6-23 0,13-1 8 0,8-2-34 0,8 1 2 0,5 1 1 0,7-2 0 0,-2 5 66 0,11 0-24 0,-6-1-9 0,0-1-189 15,1 1 78-15,0-1 39 0,2-1 0 0,10-3-288 0,-17 3 151 0,0-2 55 0,-5 1 46 0,-5 1-564 16,-9 1 283-16,1-1 134 15</inkml:trace>
  <inkml:trace contextRef="#ctx0" brushRef="#br0" timeOffset="162055.98">24609 16332 1767 0,'-1'0'0'0,"-1"2"0"0,2 3 0 0,0 2 0 0,0 5 0 0,0 3-3 0,0-1-11 0,0 1 0 0,0-2 0 0,0 0 118 0,0-1-48 0,-2-1-22 0,2-4-295 0,0-3 121 0,0-1 61 0,0-3-152 16,0 0 90-16,0 0 57 0,0-12 24 0,2-3-69 15,3-7 47-15,3 1 23 0,6-4-8 0,0 1 151 16,2 3-60-16,0 0-29 0,5 1 0 0,1 5 311 16,6-4-179-16,3 9-77 0,3 0 300 0,3 5-145 15,2 2-95-15,2 3 15 16,4 0-105-16,-9 5-8 0,-2 8 23 0,-4 3-117 15,-4 1 58-15,-4 1 30 0,-3 1 8 0,-12-3-343 16,-7-1 180-16,0 0 57 0,-10-1 55 0,-16 3-353 16,-3 0 172-16,-7 0 84 0,-4-2-147 15,-5 0 123-15</inkml:trace>
  <inkml:trace contextRef="#ctx0" brushRef="#br0" timeOffset="162226.44">24824 16363 1025 0,'0'0'0'0,"0"-2"0"0,0-1 0 0,0 3 0 0,0 0 0 15,0 0 107-15,0 0-46 0,2 0 1 0,-1 5-7 0,-1-1-29 0,0 2 1 0,0 3 5 0,0-4-6 0,0 3 1 0,0-1-1 0,0-3-195 0</inkml:trace>
  <inkml:trace contextRef="#ctx0" brushRef="#br0" timeOffset="162398.68">24918 16352 784 0,'0'4'0'0,"-2"1"0"0,-3-1 0 0,-3 4 0 0,4 1 0 0,0 1 0 0,-5 0 0 0,-1 0 0 0,0 4 0 0,-2 0 0 0,-2-2 63 0,0 1 1 0,-4-1-29 0,0 2-107 0,0-5 50 0,-4 2 34 0,6-4-8 0,1-1 52 0,3-2-32 0,2-1 1 16,4-1-1-16,1 0 78 15,5-2-72-15,0 0-15 0,5 0 99 0,10 0-41 0,7 0-11 0,0 0 9 0,6 0-97 0,1 0 31 16,3-2 1-16,-4-1-285 15,3 1 150-15,-3-2 79 0,-3 3 31 0,-5 0-399 16,-7 1 185-16</inkml:trace>
  <inkml:trace contextRef="#ctx0" brushRef="#br0" timeOffset="162534.07">24627 16668 851 0,'-19'4'0'0,"2"1"0"0,6-3 0 0,10 4 0 15,1-4 0-15,0 1 0 0,10-3 0 0,10 0 0 0,1 0-63 0,4 0 34 0,3 0 101 0,1 0-28 0,1-5 0 16,-2-2-29-16,3 2-337 0,-1-2 150 0</inkml:trace>
  <inkml:trace contextRef="#ctx0" brushRef="#br0" timeOffset="163176.65">24866 16549 936 0,'-12'3'0'0,"-2"1"0"0,2 3 0 0,5 2 0 0,-4 5 0 0,5 2 67 0,0 4-27 0,-3 3-1 0,3 5 109 0,-1 1-56 0,-1 2-20 0,5 1 146 0,0-3-91 0,1 0-46 0,1-3-23 0,1-1-182 78,0-1 88-78,0-5 31 0,0-7 1 0,0-1-196 0,0-7 113 0,0-2 56 0,0 0 35 0,0-2-225 0,0-4 109 0,0-9 25 0,0-3-83 0,0-4 57 0,3 1 30 0,2-1 69 0,0 0-21 0,4 2 0 0,-1 1 0 0,2 3 161 0,-1-1-89 0,2 5-32 0,0 3 1 0,1 2 259 16,0 4-138-16,0-3-44 0,1 4-42 0,-2 0 134 16,0 2-76-16,1 8-6 0,-2 3-59 0,2 4 10 15,-4 1-9-15,0 1-30 0,-2 1 0 0,-3-2 30 16,-1 1 0-16,1-2-76 0,1-4 34 0,-2-5 14 16,-2 2 0-16,0-6-179 15,0-1 93-15,0 1 25 0,0-4 29 0,0 0-170 16,-7 0 91-16,3-1 27 0,-1-7-118 0,-4 1 67 15,2 0 52-15,-2-2-1 0,0 1-12 0,1-1 27 16,-2-1 1-16,2-2 49 16,0 2-23-16,4 0 0 0,0 1 0 0,-2 2 86 0,0-2-43 0,4 3-8 15,-1-1-35-15,1 4 164 0,2 0-80 16,0-1-18-16,0 2 135 0,0 1-71 16,0 1-48-16,0 0 114 0,0 0-71 0,0 3-19 15,0 4-23-15,2 3 45 16,-2 0-34-16,1 2 10 0,-1-1-34 0,0 2-3 0,0 2 3 0,2 0 9 15,-2-4-9-15,0 2-119 0,0-2 60 0,0 1 29 16,0 0-161-16,0 0 92 0,0-4 25 0,0 0-91 16,0-2 55-16,-5-1 36 31,-3 1-3-31,-4-2 17 0,-1-2-5 0,-4-2 9 0,-3 0-25 0,-2 0 106 0,-6 0-53 0,1 0 7 0,-2 0-33 0,-1 0 207 47,3 0-83-47,2 0-53 0,1 0 277 0,6 0-155 0,6 2-49 0,3 0 116 0,8 4-103 0,1-1-51 0,6 5-17 0,17-3 194 0,12 2-115 15,10-1-56-15,9-1-30 0,8-2-54 16,14 0 9-16,-2-2 17 0,6-3 0 0,13 0-351 16,8 0 175-16,7-6 88 0,15-3-677 0</inkml:trace>
  <inkml:trace contextRef="#ctx0" brushRef="#br0" timeOffset="163759.78">25739 16150 911 0,'-3'0'0'0,"-5"0"0"0,2 0 0 0,5 0 0 0,1 4 0 0,0 7 0 0,0-1 0 0,1 1-12 0,5 1-10 0,3 3-16 0,1-1-207 0,-1 2 103 0</inkml:trace>
  <inkml:trace contextRef="#ctx0" brushRef="#br0" timeOffset="163997.87">25619 16451 657 0,'0'0'0'0,"-3"0"0"0,2 1 0 0,1 3 0 0,0 0 0 0,1 1 0 0,10 2 220 32,3 1-105-32,-1 1-52 0,5-1-24 0,-2 1 165 0,1 0-83 0,-5 3-41 0,-1-2-183 0,-3 2 66 0,-3 4 41 0,-5-2-7 15,-2 2-132-15,-16 2 73 0,-10 0 35 0,-4 0 66 16,-7 1 2-16,-2-2-35 0,-4-5-9 0,0 0 91 15,2-2-61-15,5-2 1 16,4-2-66-16,15-2 364 0,7-3-139 0,12 4-81 0,0-3-4 0,16 5 158 16,12-1-100-16,12 1-66 0,5 0 128 15,8 0-91 1,3 2-47-16,8 1-117 0,-10-2 31 0,1 2 0 0,1 2 41 0,0 0-434 16,-2 0 216-16,3 5 119 15,-13-5 44-15,-7 1-323 0,-2-2 120 0,-6-1 107 16,-6-1-525-16</inkml:trace>
  <inkml:trace contextRef="#ctx0" brushRef="#br0" timeOffset="164193.31">26419 16212 1343 0,'-8'-10'0'0,"-3"6"0"0,2 1 0 0,-4 3 0 0,-2 7 0 0,-2 10 0 0,-3 4 0 0,-6 5 374 0,-2 3-168 0,-5 7-75 16,3-2-50-16,0 5 58 0,-3 0-50 0,-1 1-25 15,6 4-54-15,-7 1 10 0,12-6 19 0,5-2-1 16,3-4-152-16,6 0 76 0,2-2 38 0,4 5-285 16,3-9 151-16,0 0 85 0,0-5 1 0,3 0-507 15,1-6 228-15,3 1 134 16,-2-12 82-16</inkml:trace>
  <inkml:trace contextRef="#ctx0" brushRef="#br0" timeOffset="164353.75">26179 16595 1348 0,'9'-12'0'0,"2"1"0"0,4 5 0 0,4-2 0 0,3 4 0 0,1 4 0 0,1-2 0 0,5-1 468 0,0 3-216 0,9 0-100 0,-5 0-31 0,3 0-43 0,-2 0 0 0,-1 3-42 0,0-1-597 0,1 3 309 0,-11 1 140 15</inkml:trace>
  <inkml:trace contextRef="#ctx0" brushRef="#br0" timeOffset="164689.76">26331 16811 1252 0,'-7'9'0'0,"2"4"0"0,0 0 0 0,-2 5 0 0,2-3 0 0,3-2 0 0,-1 0 0 0,1 0 0 0,1-2 262 0,-1 0-104 0,2-5-65 16,0-2-28-16,0-1-32 0,0-2 4 0,0 1 8 15,0-2-72-15,0 0 31 0,0-3 1 0,5-9 32 16,6-2-101-16,3-1 60 0,6-2 16 0,5 3-29 16,-1 2 25-16,4 0-12 62,3 6 0-62,2 1-49 0,-4 3 29 0,1 2-3 0,-2 0-1 0,-3 13-13 0,-2 4 40 0,-3 3-5 0,-11 1 132 0,-6 3-60 0,-3 0-30 0,-3 0 8 0,-17-5 183 0,-6 0-89 0,-4-6-59 0,-5-4 57 0,2-7-50 16,-2-2-24-16,4 0 0 0,0-2-185 62,8-12 76-62,8 0 41 0,5-1 1 0</inkml:trace>
  <inkml:trace contextRef="#ctx0" brushRef="#br0" timeOffset="170933.68">27768 15990 1842 0,'4'-4'0'0,"0"-3"0"0,-3 3 0 0,1 2 0 0,0 2 0 0,-1 0 0 0,-1 0 0 0,0 6 0 0,0 3 213 0,-3 1-77 0,-5 2-54 0,-4 1-85 0,-4 2 41 0,-1 3 0 16,1 1 1-16,-7 0-159 0,7-1 74 0,-5 1 42 15,1 0-637-15</inkml:trace>
  <inkml:trace contextRef="#ctx0" brushRef="#br0" timeOffset="171106.27">27309 16336 2571 0,'-10'-2'0'0,"4"0"0"16,4 2 0-16,2 0 0 0,0 0 0 0,6 2 0 0,11 1 0 0,7 1 0 0,10-4 0 0,3 0 294 0,8 0-118 15,2-2-74-15,-1-1-165 0,3-2 50 0,-1 0 26 0,-5 1 0 0,5 4-312 0,-14 0 164 16,-6 0 86 15,-5 0-819-31</inkml:trace>
  <inkml:trace contextRef="#ctx0" brushRef="#br0" timeOffset="171233.73">27464 16547 1135 0,'-23'0'0'15,"1"1"0"-15,12 3 0 0,4-2 0 0,3 0 0 0,3 0 0 0,8-2 305 0,13 0-134 0,5 0-66 0,10 0 339 0,4 0-194 0,1-2-110 16,3 0-51-16,-3-5-146 0,-3 2 47 16,-1 1 1-16,0 1 57 0,-9-1-583 15,-2 3 286-15,-5-1 144 0,-2 1-305 0,-8-2 207 0</inkml:trace>
  <inkml:trace contextRef="#ctx0" brushRef="#br0" timeOffset="171410.9">27733 16218 1036 0,'-18'0'0'0,"5"7"0"0,-2 8 0 0,0 8 0 0,-1 8 0 0,-6 9 543 16,-8 10-242-16,1 2-137 0,-6 7-62 0,-2 4 323 15,-2-1-193-15,-1-3-97 0,1 2-38 0,11-17-106 16,8-8 47-16,6-5 1 0,8-6-552 0,3-1 285 31,3-12 128-31,2-5 70 0,9-2-340 0,5-5 200 16</inkml:trace>
  <inkml:trace contextRef="#ctx0" brushRef="#br0" timeOffset="171776.23">27520 16736 1078 0,'0'0'0'0,"0"0"0"15,0 0 0-15,0 0 0 0,0 9 47 0,0 4-47 0,0 6 0 0,0 5 454 0,-3 3-212 0,-1 2-102 16,2 2-51-16,1 0 200 0,1 0-126 15,0-3-52-15,0-5-42 0,0-5-415 0,0-3 192 0,1-4 96 16,3-7 48-16,4 2 34 16,-5-6-10-16,1-2-1046 0,-1-11 498 0,0-3 247 15,-2-4 125-15,-1-3 70 0,0-4 47 0,0-3 45 125,0 1 0-125,0-2 0 0,0 3 0 0,0 0 0 0,-1 7 0 0,1 4 176 0,0 2-125 0,0 4-45 0,1 4 0 0,7 1-54 0,4 6 42 0,0 0 531 0,6 7 24 0,1 12-256 0,2 1-127 0,2 2 11 0,-1 3-75 0,-1 0-31 0,-1 0-1 0,-1-1-89 0,-3-4 28 16,1 2 10-16,-5-4 19 0,-5-3-303 0,1-4 152 0,-6 0 75 0,0 0 48 0,-2-6-10 78,0-1-8-78,-12-1-504 0,0-3-38 0,-5 0 256 0,2 0 118 0</inkml:trace>
  <inkml:trace contextRef="#ctx0" brushRef="#br0" timeOffset="171922.9">27618 16857 844 0,'0'-3'0'0,"0"0"0"0,0 1 0 0,0 0 0 0,0 2 0 0,0 0 0 0,0 0 0 0,0 0 64 0,0 7-26 0,5-1 0 0,0 3 0 0,3-1-52 0,-1 2 36 0,-2 1-10 0,3-2 26 0,-4-1-266 0,-1 1 125 0,-2 0 61 0,1 1-198 0,-1-2 118 31,-1-1 58-31,0 1 80 0,0 0-46 0,-1-1 2 0,-3 2-28 0,-2-1 319 0,0-2-142 0,1 1-69 16,3-3-29-16,-1 3 253 0,0 2-110 0,3-6-76 15,0 3 7-15,0-1-21 16,0-1 0-16,6 0-38 0,1 0-224 0,2-3 107 16,-1 1 58-16,2 0-392 0,-3-2 206 0</inkml:trace>
  <inkml:trace contextRef="#ctx0" brushRef="#br0" timeOffset="172127.75">28277 16300 1554 0,'0'0'0'0,"0"0"0"0,0 2 0 0,0 4 0 0,0 1 0 0,0 4 0 0,0 4 71 0,0 2 0 0,-6 3 135 16,1 2-85-16,-2 1-33 0,3-3-9 0,1-3-290 16,2 0 123-16,-1-3 63 0,2-1 31 0,0-2-625 31,0-8 314-31,0-3 160 0</inkml:trace>
  <inkml:trace contextRef="#ctx0" brushRef="#br0" timeOffset="172395.51">28247 16187 910 0,'0'-10'0'0,"2"-2"0"0,1 5 0 0,4 3 0 0,5 0 0 0,5 4 204 16,3 0-84-16,4 0-32 16,1 3 96-16,8 6-74 0,-2 1-37 0,1 4 4 15,0-2-41-15,3 3 11 16,-10 1-10-16,-4 0-90 0,-3 0 45 0,-7 4 0 0,-2 1 54 0,-9-1-237 15,0 2 112-15,-10 1 55 0,-9-3 28 0,-3 1-336 16,-4 0 165-16,1-7 38 0,-3-4-134 0,3-1 113 31,0-4 57-31,4-3-9 0,-2-2 23 0,5 0 9 0,5 0 34 0,0-4 37 16,4-5-38-16,2 1 1 0,2 0-11 0,5-1 248 16,0 1-121-16,2 1-58 0,8 2-30 0,3 2 224 15,3 1-119-15,1 0-15 0,2 2 24 16,0 0-24-16,1 0-31 0,-2 0-224 0,-1 0 103 0,-3 7 54 15,-3-2 0-15,-2 3-130 0,-3-1 81 0,-5 2 25 16</inkml:trace>
  <inkml:trace contextRef="#ctx0" brushRef="#br0" timeOffset="172495.11">28346 16506 51 0,'4'0'0'0,"2"0"0"0,1 0 0 0,2 0 0 0,1 0 0 0,-1 0 0 0,3 0 0 0,-2 0 0 0,3 0 0 0,0 0-51 0</inkml:trace>
  <inkml:trace contextRef="#ctx0" brushRef="#br0" timeOffset="172866.56">28359 16570 346 0,'-9'0'0'0,"2"0"0"16,-2 1 0-16,4-1 0 15,2 0 0-15,3 1 0 0,0 1 0 0,0 0 0 0,0 0 163 0,6-1-41 0,5 3-44 0,-2-1 0 0,1 1-95 16,1 1 24-16,-2 2 7 94,-1 1 16-94,-5-1-26 0,1 3 24 0,1 0 0 0,-4-1 0 0,-1 3 41 0,0-2-8 0,0 1-32 0,0 0 2 0,-8-2-2 0,4-1-5 0,-1 1 141 0,1-1-68 0,-2-1-31 0,3-2 1 0,1-1-65 0,-3 1 0 0,4 0 44 15,-1-3-9-15,1 1-36 0,-2 0 1 0,1 1 35 0,-1 1-32 0,-1 2 9 63,-2-2 5-63,-4 1 13 0,3 0-50 0,-5 2 0 0,-2-1 25 0,1 3-11 15,-1-3 17-15,-1-1 5 0,3 0-8 0,0-1 14 0,2-2-9 0,-1 1 5 0,3-2 0 0,2 1 49 0,4-1-24 0,-1 1 0 0,3 2 35 0,0 2-23 0,0 1-2 0,0 1-31 0,1 0 229 0,8 4-109 0,6 1-53 0,2 3 54 16,5-5-59-16,6 3-24 0,3-3-1 0,7 0-242 31,9 0 118-31,-1-6 45 0,5-2 28 0,7-4-572 0,2 0 274 0,2-5 151 0,11-8 36 0,-14 0-17 16</inkml:trace>
  <inkml:trace contextRef="#ctx0" brushRef="#br0" timeOffset="173114.75">29063 16195 1499 0,'6'-13'0'0,"5"6"0"0,6 4 0 0,6 3 0 0,9 0 0 0,-1 0 0 0,5 0 0 0,-10 5 162 16,-3 4-98-16,-3 3-49 0,-7 1 332 0,-6 5-159 16,-5 7-74-16,-2 4-46 15,-17 5 0-15,-11 5-40 0,-6 0 0 0,-7 4 78 0,-10 5-25 0,0-7-10 16,0-2-35-16,0-1-59 0,-1-2 29 16,6-4 0-16,-5 1-349 0,21-11 161 15,7-6 103-15,10-9 8 0,10-7 40 0,3 0-52 0,7-5 38 0</inkml:trace>
  <inkml:trace contextRef="#ctx0" brushRef="#br0" timeOffset="173242.82">29186 16504 1625 0,'3'0'0'0,"-2"0"0"16,1 0 0-16,1 0 0 0,-2 0 0 0,2 2 0 0,-2 3 82 0,-1 2-46 0,0 2 0 0,0 1 108 0,0 0-58 0,-1-1-25 15,-2 1 0-15,0 0-322 0,0-3 149 0,3 3 83 0,0-5-704 0,0-3 349 16</inkml:trace>
  <inkml:trace contextRef="#ctx0" brushRef="#br0" timeOffset="173373.67">29367 16504 1300 0,'4'0'0'0,"1"0"0"16,3 0 0-16,-3 2 0 0,2-2 0 0,1 5 0 0,-3 1 0 0,0 0 94 0,1 2-30 0,-5 1 1 0,1 3-195 0,-1 1 92 47,-1 0 33-47,0 2-597 0</inkml:trace>
  <inkml:trace contextRef="#ctx0" brushRef="#br0" timeOffset="173621.76">29190 16806 1474 0,'-8'0'0'0,"3"0"0"0,4 5 0 0,1 4 0 0,0-1 0 0,0 0 0 0,0 0-195 31,1 2 70-31,2-4 50 0,3 3 378 0,-2-2-141 0,-1-2-70 0,0 0-36 0,0 0-114 0,0-4 37 16,1-1 0-16,2 0 1 15,2 0 35-15,3 0 0 0,2-5 3 0,-1-1 103 0,5 1-51 0,0-1-26 16,1 2 11-16,2 0 30 0,1 2-13 0,-3 1-47 16,2 1 39-16,0 0-1 0,-3 0-28 0,-1 7-5 62,-2 3-57-62,-7 1 26 0,-5 2 9 16,-2 4 28-16,-4-3 0 0,-12 1 0 0,-6 0 9 0,-3-3-506 0,-1-4 213 0,0-2 120 0,-1-3 32 0,2-3-150 0,0 0 82 0,5 0 69 0,4-13-272 0</inkml:trace>
  <inkml:trace contextRef="#ctx0" brushRef="#br0" timeOffset="173840.77">29865 16219 2226 0,'2'-11'0'0,"0"4"0"0,7 7 0 0,0 3 0 0,2 11 0 0,-3 1 0 0,-6 4-154 0,-1 0 51 0,-1 1 37 0,0 0 273 0,-8 0-115 0,-3 0-57 0,3-2-28 0,2 0-353 0,-1-3 160 0,3-5 75 0,-1 1-289 0,2-5 183 0,-2-1 90 0</inkml:trace>
  <inkml:trace contextRef="#ctx0" brushRef="#br0" timeOffset="173967.23">29906 16082 1505 0,'3'-17'0'0,"11"7"0"0,5-1 0 0,3 11 0 0,7-3 0 0,1 3 0 0,4 0 0 0,-1 3 123 0,3 2-35 0,-6 4-9 0,0-2 254 16,-1 5-149-16,1-1-74 0,-5 5-37 0,3-1 39 0,-12 2-42 0,-3 1 0 16,-3 3-100-16,-2-1 33 0,-7 3 0 0,0 2 42 15,-1-2-94-15,0-3 42 0,-8 2 0 0,-3-3-389 16,1 0 213-16,-3 4 67 0,1-8 63 0,0-2-680 16</inkml:trace>
  <inkml:trace contextRef="#ctx0" brushRef="#br0" timeOffset="174096.45">30038 16286 1369 0,'-8'-15'0'0,"8"7"0"0,0 6 0 0,10 1 0 0,9 1 0 0,1 0-140 16,3 0 43-16,-2 0 36 0,3 0 91 0,-2 3-33 16,-3 3 1-16,1 2-134 0,-2-1 42 0</inkml:trace>
  <inkml:trace contextRef="#ctx0" brushRef="#br0" timeOffset="174239.32">30045 16434 1523 0,'-3'-3'0'0,"1"-2"0"0,2 3 0 0,2 1 0 0,11-1 0 0,7 1 0 0,1-1-298 0,3 0 167 0,0 2 83 16,1 0-75-16,0 0 72 15,-4 0 42-15,-4 0-5 0,-5 8-395 0,-4-1 193 0,-7 3 95 0</inkml:trace>
  <inkml:trace contextRef="#ctx0" brushRef="#br0" timeOffset="174790.76">30040 16556 694 0,'-19'0'0'0,"3"0"0"0,0 2 0 0,9-2 0 0,2 1 0 0,5 1 81 0,0-2-31 0,0 2 1 0,6 0 59 16,9-1-42-16,3-1-1 0,1 5-33 0,1-2-26 16,2 2 0-16,-2-1 33 0,-3 3-7 0,-1 1-149 15,-6 1 68-15,-1 1 34 0,-3 0-77 0,-1 1 52 16,-4-1 23-16,-1 0-1 15,0 0 79-15,-1 0-29 0,-7-2-9 0,-3 2 153 0,3-2-86 0,-7-1-39 16,5-2-4-16,-2-1 153 0,1 2-77 16,3-1-37 15,0-3-28-31,1 2 18 0,3-1-42 0,1 2-1 0,2-1-26 0,-1 2 9 0,2-3 17 0,0 2 1 0,0 0-183 0,0 1 92 16,0-1 45-16,0 0-277 0,0-1 132 0,0 2 82 15,0-2 6-15,0 1-149 16,0 0 74-16,-3-1 44 0,-4 2 36 0,-3-4 28 15,-1 2-2-15,-4 0 1 0,0 0 141 0,-7 0-80 16,3 0-26-16,-1-1 0 0,-2 1 337 0,1 0-179 16,1 2-63-16,3-1 350 0,6 1-186 0,2-3-112 15,6 7-55-15,3 0 196 0,0 0-118 0,18 1-71 16,15 4-32-16,12-3 103 78,14-1-68-78</inkml:trace>
  <inkml:trace contextRef="#ctx0" brushRef="#br0" timeOffset="174862.15">30054 16961 3341 0,'86'9'-96'0,"0"-2"61"0,6 0 35 0,8 1 1 0,-1-1-627 0,-1 1 331 0,5 3 173 0</inkml:trace>
  <inkml:trace contextRef="#ctx0" brushRef="#br0" timeOffset="174926.45">31371 17083 0 0,'-10'-2'0'0,"-4"-7"0"0,8 4 0 0,6 4 0 0,0 1 0 0,9-1 0 0</inkml:trace>
  <inkml:trace contextRef="#ctx0" brushRef="#br0" timeOffset="175272.67">18451 17506 1140 0,'0'9'0'0,"0"0"0"0,0 4 0 0,0 6 0 0,2 10 0 0,1 8 174 0,3 1-73 0,-1 7-31 0,1 2 254 0,-3-1-143 0,0 0-72 0,1 4-27 0,0-11-14 0,-2-3-1 0,-1-1-29 16,1-4-1-16,0-4-210 15,-1-3 114-15,1-12 43 0,-1-9-542 0,1-3 289 0,-2 0 146 0</inkml:trace>
  <inkml:trace contextRef="#ctx0" brushRef="#br0" timeOffset="175508.59">18466 17517 1144 0,'1'-19'0'0,"5"0"0"0,7 6 0 0,7 3 0 0,5-3 0 0,9 7 0 0,3 3 0 0,6-3 331 0,5 4-147 0,1 1-73 15,7-1-28-15,-10 2 96 16,-2 0-71-16,-1 0-36 16,-4 0-1-16,4 7 8 0,-16 5-42 0,-2 2 1 0,-5 6 68 0,-5 5-35 0,-5 5 1 0,0 9 179 15,-9 0-111-15,-1 4-51 16,0 4-27-16,0 2 97 16,0-2-61-16,-4 6-21 0,4-11-10 0,0-1-279 0,0-5 124 0,0-5 62 15,0-3-236-15,4 2 159 0,0-15 65 0,-1-1 38 16,0-6-768-16,-1-6 370 0,-2 1 155 0,-2-3-389 15</inkml:trace>
  <inkml:trace contextRef="#ctx0" brushRef="#br0" timeOffset="175643.82">18570 17798 0 0,'-8'-9'0'0,"5"3"0"0,3 2 0 0,0 1 0 0,1-2 0 0,17 0 0 0,6 2 0 0,6-3 0 0,4 1 0 0,4-1 0 0,1 0 0 0,6 1 0 0,-7 3 0 0,-3 0 0 0</inkml:trace>
  <inkml:trace contextRef="#ctx0" brushRef="#br0" timeOffset="175859.34">18786 17952 894 0,'-3'0'0'0,"0"0"0"0,-3 0 0 0,5 1 0 0,1 1 53 0,0 0 0 0,0 1-34 0,0-1 314 0,0 1-139 0,1 0-83 0,3 1-37 0,1-2-75 62,0 3-1-62,-3-1 39 0,2 2-240 0,-2-3 116 0,0 5 61 0,-2-4 31 0,0 1 0 0,0 1 31 0,-5-3 9 0,-2-1-478 0,1-2 212 0,-4 0 65 0,3 0 66 0</inkml:trace>
  <inkml:trace contextRef="#ctx0" brushRef="#br0" timeOffset="175987.95">19397 17694 1468 0,'7'0'0'0,"3"0"-2"0,-1 0-1 0,1 0 1 0,2 0-1 0,3 0 355 0,2 0-158 0,2 0-71 0,1 0-3 0,2-3-44 0,3 2 0 16,3-3-41-16,1-1-179 0,3 1 100 0,-1 1 35 15,-3 0 0-15,1-1-584 0</inkml:trace>
  <inkml:trace contextRef="#ctx0" brushRef="#br0" timeOffset="176295.89">20166 17374 1350 0,'3'-3'0'0,"6"1"0"0,-4 2 0 0,-1 0 0 0,1 3 0 0,-2 11 0 0,-1 6 464 0,-1 4-204 46,-1 2-116-46,0 8 436 0,-6 2-272 0,-8 5-135 0,-5 4-68 0,-4 3-17 0,-3-4-50 0,-6-2-1 0,1-1 0 0,1-4-192 0,1-3 97 0,1-2 56 16,11-13-628-16,4-9 334 31,7-8 166-31,6-2 84 0,0-12-787 0,3-11 388 0,13-7 209 0,-1-2-97 0,4 2 148 0,1 2 74 16,-3 2 37-16,5 2 344 0,-3 9-148 0,0 1-80 47,6 4-40-47,-2 0 285 0,2 5-163 0,6-1-89 0,-3 6 603 0,3 0-325 0,3 4-44 0,0 10 97 0,1 1-165 0,4 1-73 0,-6 1-50 0,-4 1-365 31,-1-4 161-31,-3 1 82 0,-1-3 40 0,0-3-632 0,-12-1 331 0,-1-8 172 16,-6 0 63-16,-3 0-609 0</inkml:trace>
  <inkml:trace contextRef="#ctx0" brushRef="#br0" timeOffset="176409.26">20358 17660 1714 0,'-21'-15'0'0,"2"8"0"0,6 2 0 0,3 5 0 0,5 0 0 0,4 12 0 0,1 12 0 0,0 6 0 0,1 11 222 0,7 6-84 0,-1 3-55 15,3 7 238-15,2 6-142 0,1 4-71 0,0 4-35 0,2 7-443 0,-4-16 200 0,1 0 103 16</inkml:trace>
  <inkml:trace contextRef="#ctx0" brushRef="#br0" timeOffset="176699.23">21186 17481 1043 0,'-8'-7'0'0,"-3"0"0"0,4 6 0 0,0 1 0 0,-1 0 0 0,-2 3 0 0,-3 9 0 16,-5 2 52-16,0 6-34 0,-4 1 0 0,1-1-348 0,0 5 146 0,-2 0 74 0</inkml:trace>
  <inkml:trace contextRef="#ctx0" brushRef="#br0" timeOffset="176898.92">20744 17829 1012 0,'-8'5'0'0,"-3"-2"0"0,6 1 0 0,5 1 0 0,0 1 0 0,5-2 241 0,12 1-103 0,8-4-41 0,8-1 321 0,7 0-190 0,1 0-96 0,6-1 43 0,-2-2-70 0,6-3-25 0,-11-1-9 0,0 3-282 0,-6 1 123 0,-5 2 63 0,-5-1 30 0,-3 2-641 94,-14 0 330-94</inkml:trace>
  <inkml:trace contextRef="#ctx0" brushRef="#br0" timeOffset="176991.69">21013 17704 1017 0,'-3'0'0'0,"1"2"0"0,2 3 0 0,0 6 0 0,0 7 0 0,0 6 570 0,5 10-267 0,2 8-133 0,2 8 401 16,-4 10-259-16,1-4-142 0,-5-2-67 0,1 1 5 0,-1-7-36 0,-1-6 0 0,0 2-26 0,0-16-418 0,0-6 204 0,0-3 102 0,0-8-641 0,-3-5 370 31,0-3 196-31</inkml:trace>
  <inkml:trace contextRef="#ctx0" brushRef="#br0" timeOffset="177132.14">20984 17957 1522 0,'-15'8'0'0,"-3"4"0"0,4 3 0 0,-2 6 0 0,0 1 0 0,-2 5 0 0,-2 3 0 0,-2 2 266 0,2-3-119 16,-1-1-55-16,4-1 139 0,2-4-97 0,5-5-48 15,2-2-16-15,8-10-128 16,0-4 48-16,2-2 23 0,11 0-643 0,5-3 342 15,3-14 158-15</inkml:trace>
  <inkml:trace contextRef="#ctx0" brushRef="#br0" timeOffset="177248.8">21010 18059 1536 0,'0'0'0'0,"0"0"0"0,0 0 0 0,2 0 0 0,-1 0 0 0,0 1 0 0,3 5 0 0,0-1 0 0,1 5 420 0,0-1-191 15,-1 2-96-15,1 3-173 0,2-2 34 0,-1 2 0 0,3-1 42 0,-1-1-726 16</inkml:trace>
  <inkml:trace contextRef="#ctx0" brushRef="#br0" timeOffset="177527.5">21306 17764 1851 0,'-4'0'0'0,"-2"0"0"0,1 0 0 0,0 0 0 0,-1 0 0 0,2 0 0 0,3 2 0 0,1 6 236 0,0-1-99 0,0 1-51 0,0 1 52 0,0-4-55 0,3 4-1 15,5-2-45-15,2-4-351 16,2-1 176-16,0-2 96 0,2 0 35 0,0 0-249 16,3-9 141-16,1-3 70 0,0-2-29 0,-2-1 2 31,1 0 28-31,0 2-46 0,-3 2 140 0,0 0-57 0,-1 2-10 0,-1 2 259 0,0 4-136 0,-4 2-43 16,-2 1-42-16,-1 0 208 0,0 7-102 0,-5 6-9 15,0 8-42-15,-5 0-63 16,-6 2 24-16,-3 1 0 0,-2 3-236 0,1-6 113 15,-2 3 62-15,-3-5 20 0,-1-2-260 0,1 0 110 16,-3 2 81-16,7-9-604 0</inkml:trace>
  <inkml:trace contextRef="#ctx0" brushRef="#br0" timeOffset="177702.68">21348 17989 1294 0,'-5'11'0'0,"-4"9"0"0,3 0 0 0,-3 4 0 0,-1 2 0 0,1 3 0 0,-4-1 214 0,-1 2-79 0,3-8-54 47,4-2 1-47,0-3-20 16,2-1 1-16,5-8-26 0,0 3-610 0</inkml:trace>
  <inkml:trace contextRef="#ctx0" brushRef="#br0" timeOffset="177793.67">21468 18107 1371 0,'0'0'0'0,"0"1"0"16,2 1 0-16,-1 3 0 0,1-1 0 0,0 4 0 0,5 4 318 0,-4-4-141 0,2 5-70 0,-1 1-35 0,3-1 17 0,-2-1-10 0,1 1-42 16,1-3 0-16,0-2-597 0,2-2 281 0</inkml:trace>
  <inkml:trace contextRef="#ctx0" brushRef="#br0" timeOffset="177979.4">21875 17631 1430 0,'-2'11'0'0,"-5"-1"0"0,-2 5 0 0,2 5 0 0,-6 4 0 0,-1 1 0 0,-6 8 206 0,-1-2-89 0,-2 3-40 0,2-2 0 0,-1-2 173 0,6-6-107 0,-1 4-44 0,11-14-36 0,3-4 0 0,3-3-26 0,0-5-941 0,0-2 450 0,10 0 223 0,6-2 113 0,3-17-328 0</inkml:trace>
  <inkml:trace contextRef="#ctx0" brushRef="#br0" timeOffset="178071.71">21981 17735 843 0,'17'-8'0'0,"-4"1"0"0,3 3 0 0,-1 4 0 0,0 0 0 0,-5 0 0 0,0 4 0 0,-1 7 49 0,-2 0-17 0,-1 2 0 16,1 4 9-16,0-3-498 0</inkml:trace>
  <inkml:trace contextRef="#ctx0" brushRef="#br0" timeOffset="178373">21938 17952 1224 0,'-4'0'0'0,"-2"0"0"15,3 1 0-15,1 1 0 0,2 2 0 0,0-1 0 0,0 2 0 0,7 2 0 0,6-2 103 0,3 5-33 0,3 2-79 0,1 3 9 0,0 1 37 16,0 0 0-16,-1 2-364 0,-3-1 172 0,-3 3 84 16,0 4 47-16,-8-4-154 0,-4 3 82 15,-1-1 43 32,-3 0-1-47,-10-5 31 16,0 1-20-16,-3-9-1 0,1-7 45 0,-1-2-1 0,4 0-37 0,2-11 34 0,2-5-9 0,5-5-12 0,-1-3-9 0,4 2 58 0,0 0-23 0,0 2 25 0,0 6-42 0,4 5 269 0,-4 3-127 0,0 6-56 15,0 0-35-15,-10 8 446 16,-6 13-228-16,-6 6-108 0,-6 7 89 0,-3 4-99 0,-4 4-50 0,-4 3-7 16,2-3-9-16,2-4-33 31,5-6-1-31,2-5-692 0</inkml:trace>
  <inkml:trace contextRef="#ctx0" brushRef="#br0" timeOffset="178807.47">22674 17650 1850 0,'22'-11'0'0,"0"0"0"0,11 4 0 0,0 5 0 0,3 2 0 16,2-3 0-16,-3 2 0 0,-6-2 78 0,0 3 10 0,-12 0-141 0,-5 0 45 0,-5 0 0 0,0 0 45 0,-3 0-116 0,-1 7 67 0,-1-4 20 0,-2 4 0 0,0 2-479 0,-7-2 233 0,-3 4 117 0,0 2 57 0,-1-3-245 0,-1 0 136 0,1 0 68 0,-1 2 124 0,4-3-27 0,-3 2-10 0,2 0 280 0,-2 4-149 0,1 0-75 15,-2 3-37-15,-2 3 368 0,-3 5-166 0,1-1-101 16,-4 3 10-16,-4 6 45 62,1-1-55-62,-4 1-33 0,-4 7-74 0,3-11 16 0,0 1 0 0,-1-2 26 0,1-4-369 0,1-3 184 0,0-3 102 0,10-10-619 0</inkml:trace>
  <inkml:trace contextRef="#ctx0" brushRef="#br0" timeOffset="178997.69">22635 17960 1600 0,'8'-8'0'0,"3"1"0"0,1 4 0 0,5 2 0 0,0 1 0 0,2 3 0 0,0 8 175 0,-1 3-70 0,0 3-33 0,0 1 84 15,-5 1-63-15,-2-2-29 0,-2 0 0 0,-1 0-214 16,-3-3 93-16,1 3 55 94,-5-10-632-94</inkml:trace>
  <inkml:trace contextRef="#ctx0" brushRef="#br0" timeOffset="179145.92">22545 17746 1716 0,'-5'23'0'0,"-3"6"0"0,2 8 0 0,-2 13 0 0,-2 9 0 0,-1-7 0 0,-4 4 0 0,-2-1 0 0,-1-4 360 0,2-7-162 0,1 1-72 0,8-18 114 0,4-4-102 0,3-6-51 0,0-2-25 16,7-4 155-16,12 3-81 0,5-7-54 0,5-5 20 16,6-2-33-16,4 0 1 0,3 0-34 15,6-1-167-15,-3-6 79 0,0-3 44 16,4-2 1-16,-3 2-521 0,3-1 278 0,0 2 86 15,-8 0-747-15,-6 4 437 16</inkml:trace>
  <inkml:trace contextRef="#ctx0" brushRef="#br0" timeOffset="179323.02">23081 17899 1481 0,'-5'-9'0'0,"0"4"0"0,4-1 0 0,1 3 0 0,1 0 0 0,11 2 416 15,6 1-190-15,3 0-96 16,2 0-47-16,3 0 301 0,3 0-165 0,0 0-97 31,0 0-425-31,1 0 169 0,-3 0 85 0,-1 0 42 0,0 0-853 0,-10 0 421 0,-6 0 209 0</inkml:trace>
  <inkml:trace contextRef="#ctx0" brushRef="#br0" timeOffset="179575.08">23252 17657 1373 0,'-3'8'0'0,"1"4"0"0,1 5 0 0,1 9 0 0,0 6 0 0,-2 10 0 0,-2 5 0 0,-1 14 433 0,-1-6-203 0,0 3-98 15,-2-4 153-15,-1-4-124 16,3-3-63-16,4-2-188 0,0-16 59 0,2-4 33 0,0-8 0 0,0-2-125 16,0-8 79-16,2-3 49 0,3-4-10 0,5-2-328 15,1-16 183-15,1-8 38 16,6-3 65-16,0-9-273 0,-2 1 147 0,1-5 69 15,0-3-23-15,2 0 45 0,1-2 24 0,2-1-9 16,0 10 90-16,1 3-29 0,2 1 0 0,0 4 152 16,7 2-91-16,8-3-54 0,-7 9-14 0,6 5-13 15,-1 2 42-15,0 5-37 0,-1 1 53 0,1-1-333 16,-10 6 154-16</inkml:trace>
  <inkml:trace contextRef="#ctx0" brushRef="#br0" timeOffset="179764.67">23578 17868 742 0,'0'5'0'0,"0"1"0"0,0 1 0 0,-2 0 0 0,2-1 0 0,0 2 0 0,0-2 0 0,0-2 126 0,0 0-45 0,0 1-23 0,0 0 9 0,0-3 2 0,0 2-1 0,0-3-33 0,0 2-189 0,0-2 95 0,0 1 55 0,0-2 16 0,0 0-361 0</inkml:trace>
  <inkml:trace contextRef="#ctx0" brushRef="#br0" timeOffset="180182.55">23530 17897 803 0,'0'-11'0'0,"1"1"0"0,1 2 0 0,-1-2 0 0,4 6 0 0,1-1 279 0,2 4-122 0,-2 1-61 0,4 0 129 0,0 0-86 32,-2 6-56-32,0 5-24 0,3-3-5 0,-5 6-18 0,0 1-1 0,-2-2-219 0,0 1 106 0,-4-1 56 0,0 0 29 0,0 0-230 0,-5 0 121 0,-4 2 65 0,-3-3 25 0,-1-2-316 15,0 0 154-15,-2 2 33 0</inkml:trace>
  <inkml:trace contextRef="#ctx0" brushRef="#br0" timeOffset="180338.43">23498 18241 1063 0,'-4'0'0'0,"-4"0"0"0,5 0 0 0,-2 0 0 0,4 0 0 0,-2-3 0 0,3-5 0 0,0-6 72 0,1-5 0 15,12-5-36-15,3-7-82 0,4-6 49 0,1-2-8 16,3-3 41-16,-1-3-470 0,-1-3 222 0,-2 3 111 16,-1-10-159-16</inkml:trace>
  <inkml:trace contextRef="#ctx0" brushRef="#br0" timeOffset="180604.68">23704 17508 1181 0,'0'-24'0'16,"0"6"0"-16,0 6 0 0,0 10 0 0,0-1 0 0,0 8 0 0,0 19 0 0,0 10 272 0,2 10-118 0,2 8-60 0,2 12 283 0,2-1-175 16,0 4-83-16,2 4-42 15,2 4 135-15,4 1-88 16,2 8-35-16,-1-19-188 0,4-8 67 0,0-10 34 0,0-6-1 0,-1-12-162 16,0-2 107-16,-7-15 41 15,-2-7 24-15,-1-5-466 0,-4 0 178 0,1-11 138 0,-1-10-404 0,-3-6 258 16,3-4 125-16,-3-5 62 15,-1-4-122-15,0-1 93 16,-1-2 36-16,-1 12 200 0,0 2-73 0,0 8-36 0,-1 5 0 0,-8 5 205 16,-1-2-130-16,-4 13-51 0,-4 0-29 0,-2 13 519 15,-4 8-188-15,-3 6-157 0,-4 0 215 0,0 4-179 32,3-1-84-32,-3 0-264 0,1 0 89 0,0-1 54 0,9-8 14 0,5-3-564 0,1-7 292 0</inkml:trace>
  <inkml:trace contextRef="#ctx0" brushRef="#br0" timeOffset="180803.49">24029 17401 1854 0,'5'0'0'0,"2"0"0"0,4 3 0 0,6 16 0 0,3 7 0 0,-1 9 0 0,1 5 0 0,-3 4 0 0,0 3 157 0,2 1-104 0,-8-6-40 0,1-7-524 0,0-1 237 15</inkml:trace>
  <inkml:trace contextRef="#ctx0" brushRef="#br0" timeOffset="180879.44">24539 18042 0 0,'-23'0'0'0,"3"-5"0"0</inkml:trace>
  <inkml:trace contextRef="#ctx0" brushRef="#br1" timeOffset="189244.01">11510 15282 1877 0,'-6'-6'3'0,"0"6"0"0,3 0 0 0,-1 0-1 0,4 0 0 0,0 0 0 0,0 9 280 0,2 2-121 0,7 4 203 0,4-1-161 0,1 4-82 0,3 2-31 0,0-1-12 0,-1 1-39 0,1 4-1 15,1 4 0-15,2 1-219 0,-4-1 104 0,-1-1 58 32,-1 1 27-32,-2-3-524 0,0-3 276 0,-1-1 145 0,-4-6-695 0,-3-8 377 0</inkml:trace>
  <inkml:trace contextRef="#ctx0" brushRef="#br1" timeOffset="189513.77">11777 15186 2494 0,'0'0'0'0,"0"0"0"0,0 0 0 0,1 0 0 0,1 7 0 0,-2 10 0 0,1 7 0 0,1 12 0 0,0 12 0 0,-2 10 0 0,0 13 280 0,0 1-126 0,-4 0-58 0,-1-2-30 0,-2-4 26 15,-1-6-28-15,3 4 10 0,-1-18-306 0,0-9 134 16,1-2 68-16,-2-9-465 15,2-6 266-15,0-4 142 0,2-15 50 0,3-1-613 125,0-10 291-125,0-17 160 0</inkml:trace>
  <inkml:trace contextRef="#ctx0" brushRef="#br1" timeOffset="189708.01">11941 15044 1608 0,'8'-17'0'0,"4"4"0"0,3 1 0 0,-1 6 0 0,3 1 0 0,0 4 0 0,0 1 0 0,1 0 344 0,5 0-143 0,-9 0-87 0,3 7 56 0,-1 4-67 0,-4 1-32 0,-4 4-235 0,2 2 110 0,-9 1 41 0,-1 3 25 0,0-1-197 0,-9 1 111 0,-7 2 56 0,-6 1 37 0,1-5 24 0,-3-2-47 0,0 0 29 16,0-2-74-16,1-2 193 16,2 0-126-16,4-5 3 0,7-2 413 0,0-5-207 0,5 1-73 0,4 1-24 15,1 0-36-15,1-4-11 94,18 0-45-94,7 0-205 0,7-4 102 0,4-3 51 16,7-2 35-16,0 4-643 0,1-4 306 0,2 3 169 0,-3 5 29 0,-3-1-372 0,0 2 200 0</inkml:trace>
  <inkml:trace contextRef="#ctx0" brushRef="#br1" timeOffset="189834.76">12257 15472 2012 0,'-21'1'0'0,"-2"3"0"0,7-1 0 0,-1 0 0 0,6-2 0 0,1 3 0 0,8-1 0 0,2-3 0 0,0 1 205 0,12 2-84 0,10 0 318 0,4-2-206 0,5 2-97 0,2-1-50 0,2 1-24 0,1-2 1 0,2 2-17 0,-6-1-8 0,-1 1-449 0,0 0 225 0,-6 2 111 0,0-1 57 0,2 1-599 0,-9 0 317 0,-4 0 64 0,-4 0-410 0,-6-1 305 32</inkml:trace>
  <inkml:trace contextRef="#ctx0" brushRef="#br1" timeOffset="189979.03">12414 15325 1371 0,'-5'0'0'0,"-3"0"0"0,3 0 0 0,1 2 0 0,2 11 0 0,1 4 179 0,1 5-71 16,0 7-35-16,0 4 421 15,1 5-228-15,3 4-105 0,-1-1-67 0,3 1-11 0,-2-3-46 0,0-2 1 16,-1-5-1-16,0 4-420 16,0-14 206-16,1-6 107 0,-2-5-600 0,0-4 347 0,2-7 175 0,0 0-325 15</inkml:trace>
  <inkml:trace contextRef="#ctx0" brushRef="#br1" timeOffset="190168.33">12515 15426 913 0,'16'-14'0'0,"1"2"0"0,5 4 0 0,7 2 0 0,-5 4 0 0,1 1 199 0,-2 1-81 0,2 1-40 0,-5 12 77 0,2 2-49 0,-8-1-40 0,-7 5 1 0,-3 1-3 16,-1 6 0-1,-3-2-27-15,-7 4-30 0,-8-2-9 0,-6-1 40 0,-3-1-1 0,-2-1-12 0,-3-1 12 16,-3 1 10-16,5-9-162 0,-1-2 77 0,2 0 37 15,3-7-4-15,4-1-141 16,2-1 61-16,10-3 46 0,1-1 0 0,6-14-401 16,3-5 183-16</inkml:trace>
  <inkml:trace contextRef="#ctx0" brushRef="#br1" timeOffset="190318.64">12785 15371 1759 0,'0'-1'0'0,"0"-1"0"0,0 2 0 0,0 0 0 0,0 0 0 0,-2 11 0 0,-6 5 0 0,2 4 320 0,-3 6-141 0,3 3-71 16,1 5 359-16,3-2-215 0,2 4-98 0,0-6-183 0,5-3 34 0,9 0-1 16,5-4 33-16,4-2-518 15,5-4 268-15,3-7 121 0,-1-8 65 0,3-2-279 0,1 0 171 0,-3-12 87 16</inkml:trace>
  <inkml:trace contextRef="#ctx0" brushRef="#br1" timeOffset="190588.95">13023 15075 1327 0,'0'-12'0'0,"0"4"0"0,0 2 0 0,2 0 0 0,6 4 0 0,2-1 0 0,1 3 129 16,1 0-46-16,3 7 0 0,-1 3 100 0,0 5-77 0,-5 1-35 0,-1 5 1 0,-2 1-103 0,-4 1 35 0,-2 5 8 0,0-4 26 0,-11 1-1 0,-3-2 1 0,-3 0-1 0,0-4 79 0,-4 3-30 0,3-8-9 0,1-3 128 0,3-1-84 0,1-3-41 0,5-2-1 0,2 2 6 0,6-7-9 0,0 0-39 0,6 0 0 0,8 0-57 0,10 0 29 0,2-2 9 0,5-5-171 0,0 1 96 47,2 0 47-47,2-2 23 0,1 4-619 0,3-1 253 0,-7 2 169 0</inkml:trace>
  <inkml:trace contextRef="#ctx0" brushRef="#br1" timeOffset="190812.57">13628 15175 1760 0,'-8'-5'0'0,"-1"3"0"0,3 0 0 0,-2-1 0 0,1 3 0 0,-3 6 0 0,-1 7 0 0,-5 6 0 0,1 5 456 0,-7 2-199 15,1 2-115-15,0 4 12 0,-4-2-58 0,1 4-29 0,-4-3 0 0,-1 1-22 0,8-7-7 0,2-6-1 0,5-6 74 0,5-4-37 0,6-5 0 63,3 1-27-63,0-5 26 0,6 2-35 0,10-2-1 0,7 1 1 0,1 2-30 0,6-1 39 0,2-1-10 0,1 3 1 0,2 0-204 0,0-1 101 0,-1 3 43 0,4 0-565 0,-5 1 274 0,-4-1 150 0,-1 3-256 15,-1-1 190-15,-3 1 97 0</inkml:trace>
  <inkml:trace contextRef="#ctx0" brushRef="#br1" timeOffset="190976.54">13329 15694 2032 0,'-15'0'0'0,"3"0"0"0,4 0 0 0,5 1 0 0,3 6 0 0,0 0 0 0,5 2 0 0,13 2 0 0,5 1 273 15,8 0-117-15,7 1-51 0,-1-3 87 0,2-2-78 47,1-1-38-47,0-1-556 0,-2-2 258 0,4 1 140 0,-7-4 54 0,-5-1-377 0,-3 0 221 0</inkml:trace>
  <inkml:trace contextRef="#ctx0" brushRef="#br1" timeOffset="191127.43">13969 15182 2635 0,'3'-5'0'0,"2"0"0"0,1 3 0 0,2 2 0 0,1 7 0 0,-1 20 0 0,2 14 0 0,-3 17 0 0,-5 10 744 0,-2 18-354 15,0 11-228-15,-2 8-162 0,-5 6 0 0,-4 14 0 16,4-22 0-16,-2-2-277 0,4-5 92 0</inkml:trace>
  <inkml:trace contextRef="#ctx0" brushRef="#br1" timeOffset="-204611.28">12638 18119 1531 0,'-4'0'0'0,"1"0"0"0,3-4 0 0,0 1 0 0,0 1 0 0,11 2 0 0,9 0 0 0,8 0 489 0,6 0-216 0,4 0-122 0,5 0-56 0,6 0 126 0,5 0-91 0,4 0-46 0,6 0 10 0,-7 0-93 0,1 0 38 0,-1 0-1 0,-4-3-189 0,-4-1 94 140,2 0 57-140,-18 0-115 0,-5 4 76 0,-6-2 39 0,-7 1 0 0,-1-1-527 0,-12 0 260 0,-2 2 61 0,0 0 88 0,-11 0-363 0,-3 0 221 0,-5 0 102 0</inkml:trace>
  <inkml:trace contextRef="#ctx0" brushRef="#br1" timeOffset="-204329.36">13060 18256 1011 0,'-17'4'0'0,"0"6"0"0,2-1 0 0,-2 3 0 0,-2 1 0 0,-1 2 237 0,1-1-105 0,2 2 98 0,-2 4-97 0,6 1-47 15,-3 4 0-15,3 2 172 0,5 1-115 0,2 0-52 0,5 2-26 0,1-3 120 78,0 0-73-78,7-1-27 0,7-8-10 0,5-3-92 0,4-4 28 0,1-4 0 0,4-5-242 0,3-2 144 0,-5 0 58 0,2-13-308 0,-4-5 182 0,1-6 53 0,-3 0 56 0,2-3-131 0,-11 1 39 0,-1-1 50 0,-1-2 25 0,-7 4 50 0,-3 1-25 0,2 1-10 0,-3 7 10 0,0 4 218 16,0 4-110-16,-6 5-53 0,-2 2 360 0,-2 1-178 109,0 8-63-109,0 11 163 0,4 3-134 0,-1 7-50 0,4 1-29 0,1-3-17 0,2 4 1 0,0-3-32 0,2-1 0 0,7 1 0 0,2-3 10 0,0-2-10 0,2-5-145 0,2-3-379 0,0-5 222 0,2-4 142 0,-1-1-547 0,-3-5 321 0,0 0 154 0,-2-5-284 0,-1-8 219 0</inkml:trace>
  <inkml:trace contextRef="#ctx0" brushRef="#br1" timeOffset="-204011.86">13318 18306 760 0,'0'-5'0'0,"0"1"0"0,0-2 0 0,1 1 0 0,1 1 454 0,4 3-208 16,-1-1-104-16,3 0-52 0,2 2 147 0,1 0-90 0,3 0-59 0,-1 0-9 0,0 4 1 0,0 4-41 0,0 2-1 0,-1-1-204 0,-4 3 98 0,-3 1 52 0,-2 1-51 0,-1 1 52 0,-2 0 26 0,0-1 11 0,-2-1 224 16,-4-2-110-16,0 1-51 0,1-3-74 0,-3-1 290 15,5-1-122-15,1-2-75 16,0-1-33-16,2-2-81 0,0-1 49 0,2-1-1 16,7 0-66-16,4 0 28 15,4 0 1-15,0-1-355 0,3-5 196 0,-1-1 107 125,1-2 41-125,-1 1-596 0,-3-2 259 0,-1 3 158 0,-2 0 52 0,1 0-376 0,-8-3 242 0</inkml:trace>
  <inkml:trace contextRef="#ctx0" brushRef="#br1" timeOffset="-203794.13">13036 17711 1623 0,'-13'-3'0'0,"4"-1"0"0,1-2 0 0,5 4 0 0,1 0 0 0,2 2 0 0,2 0 459 0,7 0-210 0,5 5-106 0,5 7-52 0,2-5 61 0,2 3-62 0,2 0-26 31,-1 1-424-31,0 1 199 0,-2-1 100 0</inkml:trace>
  <inkml:trace contextRef="#ctx0" brushRef="#br1" timeOffset="-203695.74">13210 17787 2287 0,'20'11'-316'0,"-2"-1"177"0,0 2 89 0,-1-1-686 0</inkml:trace>
  <inkml:trace contextRef="#ctx0" brushRef="#br1" timeOffset="-203630.88">13363 17628 1191 0,'0'-2'0'0,"0"0"0"0,0-1 0 0,0 1 0 0,0 2 0 0,0 0 0 0,0 0 0 0,0 14 81 0,0 3-42 0,0 10-1 0,-3 7 9 0,-5 3 766 0,-2 5-387 0,-3 8-195 0,0 3-254 0,-2 2 30 0,-1 5 9 0,4-14 22 0,1-5-570 0,4-5 284 0,3-9 144 0,1-11-267 0,3-2 214 0,0-14 2 0</inkml:trace>
  <inkml:trace contextRef="#ctx0" brushRef="#br1" timeOffset="-203413.36">13603 17423 1555 0,'20'-12'0'0,"-2"3"0"0,0 8 0 0,-4 1 0 0,2 0 0 0,-10 11 0 0,-3 5 0 0,-3 5 0 0,0 6 0 0,-5 2 129 0,-7 3-36 0,-5-2-9 0,1-3-4 0,-3 1 0 0,-1-2-42 0,1-5 53 0,1-1-17 0,5-8-10 0,1-2-26 0,5-8 90 0,1 1-45 0,3-3 0 0,3 0-35 0,0 0 70 0,5-1-39 0,12-8-1 0,8-3-72 0,2-2 41 0,5-1-9 0,4 0 0 0,4 3-341 0,0 0 171 16,0 2 85-16,8 2-715 125,-9 2 352-125,0 5 191 16</inkml:trace>
  <inkml:trace contextRef="#ctx0" brushRef="#br1" timeOffset="-203180.62">13966 17989 1971 0,'-5'3'0'0,"-3"1"0"0,5 0 0 0,3 0 0 0,0 1 0 0,0-1 0 0,11 3 0 0,4-7 86 0,9 4-24 0,3-4 0 0,3 0 441 0,1 0-233 0,3 0-107 0,-3 0-67 0,0 0-269 0,0-1 105 0,-1-4 53 0,-4 2-619 0,2-1 337 0,-9-1 159 0,-5 2 82 0,-2-2-707 0</inkml:trace>
  <inkml:trace contextRef="#ctx0" brushRef="#br1" timeOffset="-203098.84">14180 17740 1839 0,'-7'5'0'0,"2"4"0"0,2 6 0 0,2 5 0 0,1 6 0 0,0 8 0 0,0 10 0 0,0 5 568 0,1 10-255 0,1-6-142 0,3 0-67 0,-1-2 33 0,1-7-49 0,1 1-25 0,2-1-136 0,-3-13 51 0,4-1 30 0,-4-5 0 0,1-4-504 0,3-4 267 0,-4-1 143 0,1-13-790 0,2-3 427 0</inkml:trace>
  <inkml:trace contextRef="#ctx0" brushRef="#br1" timeOffset="-202962.95">14380 18008 1384 0,'13'-12'0'0,"4"5"0"0,4-1 0 0,7 1 0 0,1 5 0 0,4-1 0 0,4 2 495 0,-1 1-228 0,1 0-115 0,2 0-68 0,-4 0-9 0,0 0-37 0,-4 0-1 0,-1 0-192 0,-5 0 97 0,2 4 57 0,-10 1-621 0,-9-3 324 0,-5 4 162 0</inkml:trace>
  <inkml:trace contextRef="#ctx0" brushRef="#br1" timeOffset="-202748.76">14641 18052 1197 0,'-5'7'0'0,"1"3"0"0,0 2 0 0,1 2 0 0,0 10 0 0,1-3 0 0,1 5 0 0,-1 0 0 0</inkml:trace>
  <inkml:trace contextRef="#ctx0" brushRef="#br1" timeOffset="-202673.19">14614 18219 1278 0,'-1'28'38'0,"-2"2"9"0,-1-8 293 0,3-1-151 15,-2-3-76-15,1-2-37 0,1-7-62 0,-1 1 33 0,2-9-9 0,0-1 17 0,0 0-17 0,0 0 0 0,0-5-1 0,3-5-8 0,7-2 8 0,0 2 1 0,2 2 0 0,-2 1 0 0,3 4-1 0,-1 2-4 0,-1-2 10 0,-2 3-10 0,1 0 2 0,-5 7 6 0,-1 6-53 0,-1 1 57 0,-3 3-11 0,0 2-29 0,-7 0-1 0,-5 1 24 0,-6 0 3 0,-1-2-33 0,-1-4-7 0,-1-3 29 0,0-5 6 0,1-1-304 0,-1-5 143 0,2 0 58 0,6 0-495 0,3-14 268 0,5-10 132 0,5-5 68 0</inkml:trace>
  <inkml:trace contextRef="#ctx0" brushRef="#br1" timeOffset="-202512.89">14766 18095 1183 0,'13'-10'0'0,"3"0"0"0,-2 6 0 0,-3 2 0 0,0 2 0 0,-4 0 0 0,1 5 0 0,0 4 398 0,-4 3-184 0,1 3-89 0,-5-1 115 0,2 3-103 0,-1 0-49 0,-1 0-17 0,0 0-20 0,0-3-14 0,0 2 0 0,0-2-1 16,-3-1-85-16,0 0 52 0,-1-2-9 0,-1-3-5 0,4-1 25 0,-3-1-1 0,3-3 24 0,1 1-101 0,0-2 45 0,0-2-14 0,0 0 26 0,6 0-28 0,3-2-1 0,2-5 0 0,0-3-622 0,1-1 310 0,1-4 155 0,-1 0 78 0,-1-2-108 31,1-3 83-31,-5 1 56 0,2-2-201 0</inkml:trace>
  <inkml:trace contextRef="#ctx0" brushRef="#br1" timeOffset="-201909.71">14466 17426 991 0,'0'-8'0'0,"1"-4"0"15,1 1 0-15,1 5 0 0,4-1 0 0,1 1 0 16,3 2 0-16,1 1 183 0,0 1-63 0,4 2-47 0,-2 0 1 0,1 2 29 0,-2 11-32 0,0 4-1 31,-3 3-23-31,-5 4 24 0,-3 4 1 0,-2 3-35 0,0 0 112 16,-10 1-55-16,-5 4-20 0,1-6-8 0,-5-1 105 0,3-3-66 0,-4-1-34 0,-2-3-2 0,3 0 10 0,3-6-42 141,1-6 1-141,6-1-143 0,0-4 71 0,3-2 36 0,2-3 9 0,4 0-493 0,4 0 253 0,12-17 94 0,8-1-560 0,6-9 329 0</inkml:trace>
  <inkml:trace contextRef="#ctx0" brushRef="#br1" timeOffset="-201709.03">14779 17389 2698 0,'-9'-2'0'0,"-2"1"0"0,0 1 0 0,-1 0 0 0,-1 5 0 0,-5 10 0 0,3 4 0 15,3 3 0-15,0 2 0 0,4 0 0 0,5 7 454 0,3 1-199 0,0 0-113 0,9-3-53 0,13 2-95 141,3-2 0-141,6 0 52 0,1-7-8 0,1-4-1 16,3-5 1-16,-3-3-1 0,0-2-1143 0,0 0 577 0,-5-8 185 0,-4 0-474 0</inkml:trace>
  <inkml:trace contextRef="#ctx0" brushRef="#br1" timeOffset="-201551.15">14929 17199 787 0,'5'-8'0'0,"1"3"0"0,3 5 0 0,2 0 0 0,0 0 48 0,3 4 1 0,-3 6-36 0,0 7-3 0,-2 4 342 0,-3 2-158 0,-1 3-78 0,-3 3 90 0,-2 2-75 0,0-4-51 0,-10 3-1 109,-7-2 43-109,0-4-43 0,-2-2 1 16,-1 1 209-16,4-9-130 0,3-5-61 0,3-4-30 0,3-1 110 0,1-4-71 0,5 4-25 0,1-4-9 0,5 0-96 0,12 0 31 0,10 0-1 0,4-4-142 0,6 0 96 0,3 1 33 0,2 1 0 0,2 0-812 0,1 2 411 0</inkml:trace>
  <inkml:trace contextRef="#ctx0" brushRef="#br1" timeOffset="-201222.61">15632 17701 1419 0,'-10'0'0'0,"1"-3"0"0,0-1 0 0,2 4 0 16,-1 0 0-16,-2 0 0 0,-4 11 0 0,-3 6 358 0,-5 1-151 0,1 6-90 0,-2 2-40 0,-2 1 124 16,-3 1-82-16,0-1-41 0,-3 3 9 0,9-8-41 31,0-2-9-31,5-5 117 0,6-6-58 0,5-3-30 0,1 1 9 0,5-3 37 15,2 0-38-15,11-2 0 16,8 1-37-16,5 1 44 0,6 1 9 0,-1-2-53 0,2-1-1 0,1 1 1 0,0 2 0 0,-4-1 0 16,3 2-859-1,-9 0 393-15,0-3 214 0,-4 4-321 0,-1 2 249 0,-8 0 125 94</inkml:trace>
  <inkml:trace contextRef="#ctx0" brushRef="#br1" timeOffset="-201138.39">15318 18253 1944 0,'-20'0'0'0,"3"0"0"0,5 0 0 0,2 0 0 0,8 0 0 0,2 0 0 0,0 0 0 0,5 0 0 0,11 0 0 0,6 5 647 0,3 2-309 0,6 1-151 0,2 0-75 0,1 0 156 0,2 2-116 0,4-1-48 0,-6 2-444 0,-1-3 188 31,0 0 95-31,0-1-641 0,-4 0 368 0,4-2 193 0,-8-3 51 0,-4 3-384 0,-1-5 227 0</inkml:trace>
  <inkml:trace contextRef="#ctx0" brushRef="#br1" timeOffset="-200964.32">15955 17672 3336 0,'0'0'0'0,"0"0"0"0,1 0 0 0,0 0 0 0,2 5 0 0,0 12 0 0,2 13 0 0,1 10 0 0,-2 11 518 0,-1 10-441 0,1 11-77 0,-1 8 0 0,-1 11 0 16,-1-15 0-16,1-1 0 0,0-5-230 0,-1-2 116 15,1 9 84-15,-1-17-528 0,1 1 297 0</inkml:trace>
  <inkml:trace contextRef="#ctx0" brushRef="#br1" timeOffset="-200759.73">16258 18618 2553 0,'-6'-8'0'0,"3"4"0"0,1 0 0 0,1 2 0 0,1 1 0 0,0 1-651 0,0 0 307 0</inkml:trace>
  <inkml:trace contextRef="#ctx0" brushRef="#br1" timeOffset="-95315.53">25525 2698 1560 0,'0'-12'0'0,"0"3"0"0,-4 1 0 0,1 3 0 0,2 1 0 0,1-1 0 0,-1 1 0 0,-2 1 212 0,3 1-87 15,0 1-42-15,0 1 101 16,0 0-73-16,0 0-25 0,0 10-11 0,0 10 54 0,0 8-45 0,0 11 0 15,3 10-45-15,-2 14 203 0,0 8-106 0,1 11-49 16,-1 9 134-16,2 13-92 16,-2 10-44-16,1 15 39 0,0-17-47 0,1 1-19 0,-2-3-58 0,1-4 0 15,-2-8 0-15,0 9 0 16,0-23 0-16,0-3 0 0,-3 0 0 0,-4-4 0 16,2 1 0-16,-2 2 0 0,3-15 0 0,0-6 0 15,3 3 0-15,-2-9 0 0,3-6 0 0,0 1 0 16,0-17 0-16,0-1 0 0,0-1-2 0,3-5 4 15,-2 0-2-15,1 0 0 16,0-10-13-16,-2-3-17 0,0-1-2 0,0-2 26 16,0-2 0-16,0 1-61 0,0-6 32 0,0-1 0 0,0 0-187 0,0 0 102 15,0 0 45-15,0 0 22 16,0 0-311-16,-4-7 163 109,-1-7 83-109,2-5-468 0,0-5 275 0,2-5 128 0,1-8 78 0,0-6 33 0</inkml:trace>
  <inkml:trace contextRef="#ctx0" brushRef="#br1" timeOffset="-94999.83">25561 2442 1082 0,'-18'-9'0'0,"-1"3"0"0,0 5 0 0,2 1 0 0,-5 1 0 0,2 14 271 0,-4 3-115 0,-2 6-59 16,-6 6 71-16,-5 7-64 0,-3 4-24 0,5 1-52 16,1-1 11-16,2 2 0 0,3-4 0 0,6-5-345 15,2 0 178-15,11-15 76 0,5-6 43 0,5-7-603 16,0-6 294-16</inkml:trace>
  <inkml:trace contextRef="#ctx0" brushRef="#br1" timeOffset="-94935.45">25446 2484 1223 0,'12'-11'0'0,"1"4"0"0,2 3 0 0,4 4 0 0,5 0 0 0,3 2 0 0,0 11 0 0,3 6 545 0,-1-1-252 0,3 5-128 0,2 1 121 0,2 5-113 0,-5-2-73 0,-2 2-154 16,1 5 46-16,-2-2 1 0,-1 4 46 0,1 5-636 16,-13-5 313-16,-1 1 162 0</inkml:trace>
  <inkml:trace contextRef="#ctx0" brushRef="#br1" timeOffset="-94713.1">24559 3905 1507 0,'-17'0'0'0,"2"0"0"0,8-1 0 0,7-1 0 0,1 2 0 0,26-2 69 0,13 1-1 0,16-3-19 62,12-2-10-62,16 6 401 0,16-3-201 0,17 3-100 0,21 0 177 0,28 0-128 0,-7 9-80 0,6 5-34 16,-1-2-92-16,5 2 29 0,8-1 9 0,-34-4-76 0,-6-3 48 0,-5 3-1 0,-6 4 48 0,-11 4-115 0,2 4 62 0,-29-6 16 16,-5 1 0-16,-2-5-303 62,-8-2 102-62,-6-4 94 0,-3-3-327 0,-19-2 200 0,-5 0 96 0,-6-2-278 0,-5-6 188 0,-10-1 94 0</inkml:trace>
  <inkml:trace contextRef="#ctx0" brushRef="#br1" timeOffset="-94535.73">27501 3625 1575 0,'10'0'0'0,"7"0"0"0,2 1 0 0,6 6 0 0,9 5 0 0,1 2 0 0,3 7 0 0,3 3 394 0,-2 6-179 0,1 3-89 0,4 6 432 0,-13 0-265 15,-6 0-129-15,-6 1 106 16,-6 0-116-16,-10 0-60 0,-3 6-20 0,-4-8-87 16,-23 4 24-16,-10-1 0 15,-9-1-6-15,-5-1-145 0,-14 3 81 0,4-11 43 16,-11-1 25-16,-5 0-543 0,-4-2 248 0,-15 3 73 0,7-7-329 0</inkml:trace>
  <inkml:trace contextRef="#ctx0" brushRef="#br1" timeOffset="-92484.26">25498 3056 444 0,'-1'-6'0'0,"1"4"0"0,-3-3 0 0,2 0 0 0,-2 0 0 0,-1 2 111 16,-1-4-36-16,1 2 0 16,0 1-1-16,-1-3-10 0,-1 2-25 0,1 0 29 0,-4 0 0 0,1 0-29 15,-2-2 10-15,-2 4 27 0,-3 0 0 0,1 2-37 16,-4-2 0-16,-3 3 34 47,-4 0-24-47,-2 3-10 0,-2 6 25 0,-2 5 0 0,-4 2-25 0,-1 2 35 0,-3 4 10 0,3 0-45 0,1 2 0 0,-1 1 26 93,5 3 0-93,-2-1-26 0,-1 8 10 0,6-3 18 0,0 3 0 0,3 5-28 0,2 2 0 0,2 5 30 0,-2 6 10 0,8-10-40 0,3 9 33 0,4-2 0 0,2 5-33 0,5 1 102 0,1 9-42 0,0-14-34 79,4 4-1-79,9 1 81 15,5-2-53-15,3 1-27 0,9 5 10 0,-1-14-3 0,8 1-1 0,1-4-32 0,1-1 0 0,3-3 17 0,8 7-7 0,-9-11-10 0,1-1 26 0,4 0-25 0,-1-2-25 0,6 8-15 0,-10-8 0 0,2-3 0 0,3 5 0 0,3-3 0 0,0-4 0 0,10 2 0 0,-9-12 0 0,4-4 0 0,1-4 0 0,4-4 0 0,0-5 0 0,15 0 0 94,-14 0 0-94,4-8 0 0,0-8 0 0,1-1 0 16,0-5 0-16,2-5 0 0,-13-1 0 0,-3-1 0 0,-1-3 0 0,-3 1 0 0,0 1 0 0,0-8 0 0,-14 8 0 0,-1-2 0 0,-5 1 0 0,-3 0 0 0,-2 0 0 0,-3-8 0 0,-6 8 0 0,-4-6 0 0,-2-4 0 0,3-6 0 0,-6-3 0 0,2-8 0 15,-5 5 0-15,-1-2 0 0,0-9 0 0,0 0 0 0,-1-4 0 0,-6-11 0 0,-2 12 0 0,-4 1-59 16,-1-1-14-1,-5 1 31-15,-4 0-12 0,-7-9-21 0,1 12 15 0,-5-1 1 0,-7-2-63 0,-8 4 42 16,-4 4 0-16,-13 0 73 0,5 23 10 0,-4 7-41 0,-6 6 0 0,-5 6 131 16,-4 7-63-16,-13 0-34 31,8 9 9-31,-1 0 5 0,-5 7 15 0,1 13-46 0,0 4 29 0,-10 7-16 0,21-2-1 0,3 0-1 16,7 0-87-16,5 0 43 0,-2 7 3 0,21-11-229 15,3 4 125-15,6 2 44 16,5-2 37-16,6 3-305 0,5 1 161 0,13-6 95 0,7 0 43 0,5-3-466 15</inkml:trace>
  <inkml:trace contextRef="#ctx0" brushRef="#br1" timeOffset="-91483.49">27455 2101 914 0,'-3'-4'0'0,"-1"-1"0"16,0 0 0-16,1 2 0 0,-4 0 0 0,2 2 108 0,-5-1-35 0,4 2 1 0,-7 0 150 0,5 0-98 0,-4 6-43 0,2 2-1 0,-3 1-12 16,3 1-1-16,-5 5-21 31,2-3-10-31,-2 2 43 0,2 1-42 0,-4 3-1 0,0 0-12 0,-5 4 22 0,3-1-10 0,-3 1 9 15,-4-2-8-15,1 6-1 0,-6 1 0 0,-4 2 50 0,1-1-9 0,-2 0-41 32,-4 1 1-32,1 0 26 0,0 0-1 0,-9 4-16 0,12-6-9 0,3 2 36 15,-1-1-37-15,-1-1 0 16,-3 8 26-16,8-8-26 0,1 1 0 0,2 0-24 0,-1-1-1 0,0 1 26 94,-4 4 8-94,8-6-54 0,0 0 45 0,-1 1 1 0,2-1-1 0,-1 3-54 0,-6 5 30 0,9-7-9 0,-4 3 14 0,2 1-28 0,-2 2 24 0,2-3 11 0,-7 6-38 15,5-7-13-15,0 0 44 0,3 5-27 0,-4-5 24 0,2 2 1 0,-5 5-3 0,5-8-22 0,1 2 22 0,0 0-6 0,-2 0 5 0,-1 2 22 78,-1 1-20-78,5-3-1 0,0 2-2 0,-1-2-7 0,0 2 8 0,1-2 1 0,-5 4 3 0,7-4-2 0,-4 1-2 0,0-1 28 0,-3 3 0 0,-2 1-24 0,-2 3 2 0,3-4-29 0,-5 1 26 0,2 2 2 0,-4 4-2 0,-2 0-25 0,-4 5 28 0,8-6-6 16,-3-2 2-16,4 1 26 0,-1 1-26 0,1-3 0 16,-1 10 23-16,3-10-24 15,2 1 2-15,-1 4-23 16,-4-3 22-16,5 1 1 0,-8 10-12 0,5-9-11 0,1 0 14 0,-4 3-7 16,-2 1 0-16,-4 7 0 0,5-10-7 0,0 4 14 0,0-1-7 0,1 2-7 15,-1 3-13-15,-3 4 19 16,6-7 29-16,3-1-28 15,-1 1 0-15,2 1 0 0,0-5 0 0,1 5 0 0,6-13 0 0,-1-2 0 0,5-3 0 0,-3 1 0 32,1-4 0-32,0 5 0 0,4-7 0 0,-1 2 0 0,-1-2 0 0,0 1 0 15,3 0-26-15,-2-1-12 16,4-4-59 0,1-4 38-16,3 0 23 0,-1-3-81 0,3-2 47 0,2-1 11 0,3-7 7 0,-1 1-58 15,2-4 39-15,0 0 8 0,0 0-1 0,0 0-194 0,0 0 114 0,0 0 53 16,0 0 27-1,5 0-477-15,3 0 251 0</inkml:trace>
  <inkml:trace contextRef="#ctx0" brushRef="#br1" timeOffset="-79931.5">29182 4171 761 0,'-23'-21'0'0,"1"5"3"0,6 6 2 0,4 4-1 0,10 5-2 0,2 1 0 0,0 0 0 0,7 0 387 0,16 4-174 0,13-1-78 15,11-3 82-15,17 0-88 0,14 0-45 16,15 0-1-16,15 0 149 0,30 0-88 31,7 0-59-31,20 0 30 0,12 0-40 0,8 6 1 0,0 1-40 0,15-1-51 0,-47 0 20 0,-8-1 1 0,-18-2 30 0,-10 3-91 31,-16-2 46-31,1 0 9 0,-34-1-5 0,-5-2 42 32,-4 2-1-32,-4-3-45 15,-6 2-52-15,0-2 22 0,-15 0 23 0,-10 0-323 0,-6 0 163 0,-7 0 66 0,-10 0 46 0,-1 0-455 0,0-2 244 0,-13-2 117 16,-7-4 59-16,-6-2-340 0</inkml:trace>
  <inkml:trace contextRef="#ctx0" brushRef="#br1" timeOffset="-79734.09">31841 3882 1514 0,'16'-10'0'0,"2"-2"0"0,8 8 0 0,1 4 0 0,6 3 0 0,6 16 180 47,4 5-70-47,1 5-35 0,2 4 78 0,-11 2-62 0,-1-1 1 0,-7 4 102 0,-5-3-77 15,-6 1-38-15,-4 5 10 0,-12-8-23 0,0 1-25 0,-14-2 0 0,-8 0 0 0,-9-1 0 0,-4 3 10 0,-5-6-10 0,-6-1-518 0,-7-1 245 0,-8-3 133 0,-2 3 14 16,-13 3-459-16,6-10 226 15,-5-1 139-15,-4-3-162 0</inkml:trace>
  <inkml:trace contextRef="#ctx0" brushRef="#br1" timeOffset="-79263.16">30535 2346 868 0,'-3'-7'0'0,"-3"2"0"0,2 5 0 0,2 9 0 0,2 25 105 16,0 16-40-16,0 16 0 0,0 14-39 0,0 22 164 15,0 11-79-15,-1 16-35 0,-1 17 186 0,-3 8-111 16,-4 0-54-16,-1 26-18 0,-6-22 179 0,-5 8-109 0,-8 6-53 0,-7 9-44 15,-3 3-10-15,-5 17 9 0,7-33-9 0,1 0-140 16,3-8 70-16,0-1 34 0,-2 6 11 16,11-41-84-16,4-8 54 15,7-14 27 17,5-18-301-32,0-16 152 0,2 2 27 0,1-21-13 0,0-8 52 0,2-9-63 0,0-11 48 0,2-9-324 0,-2-10 172 0,3-2 103 0,0-5 46 0,0-16-211 15,0-15 129-15,0-11 63 0</inkml:trace>
  <inkml:trace contextRef="#ctx0" brushRef="#br1" timeOffset="-79029.89">30562 2185 394 0,'-23'-18'0'0,"1"12"0"0,-6 6 0 0,0 6 0 0,2 23 0 0,-5 0 0 0,-1 5 0 0,-1 1 18 0,-3 2-51 0,7-5-103 0</inkml:trace>
  <inkml:trace contextRef="#ctx0" brushRef="#br1" timeOffset="-78938.26">30539 2155 1095 0,'9'0'2'0,"1"-3"-1"0,5 3 0 0,8 3 0 0,8 14-1 0,5 5 153 0,5 7-56 47,4 7-27-47,6 3-8 0,-2 5-20 0,7 8 10 0,-5-5-11 0</inkml:trace>
  <inkml:trace contextRef="#ctx0" brushRef="#br1" timeOffset="-77804.83">30529 3478 583 0,'0'-7'0'0,"-3"2"0"0,3 1 0 0,-4-2 0 0,2 1 0 0,1 0 0 0,0-2 0 0,0 2 0 0,-1 1 69 0,-1-1 0 0,0-1-27 15,-2 3-1-15,2-3 11 0,-1 5-11 0,0-3 1 0,-3 1-1 0,2-1 1 16,-3 2-1-16,-1-1 11 0,-1 2-11 0,0 0 1 16,1-2-1-16,-5 2 1 0,1 1-1 0,-4 0 55 15,-1 0-62-15,-2 0 7 0,-1 0 1 0,-3 0-33 16,-6 5 0-16,-3 1 33 0,-1 5-13 0,-3-2-30 15,0 3 28-15,-3 0 6 0,1 0-11 0,-4 5-9 16,2-4 11-16,4 2 4 0,-1 2-8 0,1-4 7 16,1 1-10-16,-6 2 15 15,9-2-4-15,1 1-3 0,5-3 0 0,-3 0 18 16,-1 2-11-16,7-2-12 0,0 0 7 0,3 2-13 16,0-1 14-16,-1-2-1 0,-1 5 8 0,4-2-8 15,-1 0 5-15,3 3-4 0,-5 1-58 0,3-2 26 16,-4 6 3-16,6-5 23 0,1 0-24 0,-1 2 22 15,1-2-6-15,0 3 25 0,-1 2-18 0,5-5-3 16,2-1-2-16,-1 1 38 0,1 1-34 16,2-1-1-16,-4 5 7 0,6-5-5 15,-2-1 3-15,3 1-3 0,0-3 13 0,1 4-12 16,0 0 9-16,2-2-8 0,2 1-13 0,0 0 12 16,0-2 1-16,0 3-32 0,2 5 35 0,6-7-5 15,1 2-1-15,1 0-16 16,1 0 14-16,3 2 1 0,1 2 4 0,0-3-8 31,1 1 2-15,1-1 1-16,3 1-48 0,-1 1 47 0,9 1-1 0,-5-2-1 0,1 0 22 0,3 1-22 0,0-2-1 0,2 1-37 0,4 4 41 0,-2-3-4 0,2-4-1 0,0 4-20 15,6-3 19-15,5-4 0 16,10 4 2-16,-5-6-31 0,8-3 27 0,4-1 1 16,7-3-59-16,13-1 30 0,-9-4-7 0,5 0 32 15,0-2-242-15,2-4 113 16,-4-3 44-16,8 2-304 0,-19 2 175 0,-5-1 83 62,0 0 41-62,-3 1-340 0,-2 1 191 0,9-6 84 16,-18-2 58-16</inkml:trace>
  <inkml:trace contextRef="#ctx0" brushRef="#br1" timeOffset="-77027.76">30206 3419 368 0,'0'-9'0'0,"0"4"0"0,0-2 0 0,0 0 0 0,0 1 0 0,5 1 96 0,2 0-27 0,5 1-1 0,-1 2-26 0,5-4 10 0,3 5-11 0,3 0 7 0,5-1-6 0,1 0 0 0,7 2-1 0,4 0 20 0,-1 0-19 16,1 0-1-16,5 0 1 15,-1 5 20-15,0 2-20 0,8 1 10 0,-11 2-47 16,4-1 36-16,-5 4 1 0,2-3-1 0,1 4-25 16,4 0 35-16,-11-2-10 0,0 3-2 0,0-1-32 15,-2 0 29-15,0 1 2 0,5 2-12 0,-8-2 10 16,2 0-5-16,3 2 4 0,-1-1 45 0,2 3-45 15,6 0 7-15,-11-2-48 16,4 1 41-16,-1 0 0 0,-2-2 4 0,-3 3 12 0,6 0-5 0,-11-5-10 16,-1 1 0-16,0 1-6 15,-2-1 5-15,2 0 10 0,-5 2 27 0,-2-5-36 16,3 2 1-16,-3 4-1 0,1-4-9 0,3 6 19 16,-6-4-8-16,3 2-34 0,-3 0 2 0,-1 0 30 15,-1 0 0-15,2 5-26 0,-6-8-12 0,1 2 34 16,-1-1-6-16,-3-2-27 15,2 1 23-15,-2 1 14 0,-3-2-57 0,0-4 45 0,-2 1-9 0,0 1 7 16,0-1-34-16,0 2 35 0,-4-2-4 0,-3 0 51 16,-3 1-50-16,4-2 1 15,-3 1-2-15,-3 4-36 16,1-5 37-16,-2 2 0 0,-2-1 2 0,-3 3-51 16,-1 0 47-16,-5 3 5 0,-1-3-5 0,-1 1-3 0,-4 4 3 0,0-2-4 15,-5 0-81-15,-5 7 37 0,0-6-3 0,-7 3-86 16,-2-1 60-16,-4 0 20 0,-6 2 1 0,-12 3-146 15,8-6 84-15,-4-1 28 16,0-1 0 0,-1-1 11-16,-1-6 31 0,-6 3-67 0,14-7-322 0,4-5 189 0,4-1 94 0,3 0 45 31,10 0-111-31,1-10 70 0,18-1 50 0,6-4-238 16</inkml:trace>
  <inkml:trace contextRef="#ctx0" brushRef="#br1" timeOffset="-76269.79">32280 2534 607 0,'0'-3'0'0,"0"-2"0"0,0 0 0 0,0 0 0 0,0 2 0 0,0 0 0 0,0 3 0 0,-1 0 0 0,-4 0 70 0,-4 0-20 0,1 0-10 0,-6 7 29 16,-1 3-29-16,-4 2 0 0,1 4 0 0,-5-2 41 15,1 2-41-15,-3 1 1 16,-2 1-1-16,2 0 0 0,-6 1 0 0,-1 4-30 0,1-2 30 0,-3 1 0 15,1 3 0-15,-3 1-36 0,-3-2-3 16,-9 8 47-16,9-3-19 0,-1 0-32 16,-1 2-5-16,0 0 39 0,1 3-8 0,-5 3 14 15,9-8-19-15,3 2 10 0,-3-2-44 0,1 3 0 16,-2-3 33-16,-2 5 11 0,6-10-56 0,1 0 47 94,-2 1-6-94,-3 1 11 0,1 1-8 0,-2 4 5 0,4-6-7 0,3 1-13 0,-2 0 14 0,-3 3 0 15,0 2-2-15,-5 4 6 0,8-9-6 0,0 6 2 0,-2 2 46 0,-2-1 0 0,0 1-40 0,-7 7 6 0,6-8 20 0,-2 2-26 0,-1 0 5 0,-1 3-26 0,-6 4 29 0,4-6-4 0,2 4-2 0,-1 0 8 0,-4 3-6 0,1 4-1 16,-4 5 8-16,5-9-8 0,4 2 0 0,-1-3-4 16,-2 0-5-16,1 4 5 0,-7 4 7 0,5-7-53 15,-4 2 47-15,-3 3 1 16,-3 3-1-16,-4 1-40 0,-10 12 4 0,9-15 29 0,-1 3 3 0,0 1-38 15,2-3-1-15,2 0 28 16,-6 5 7-16,13-10-47 0,3-1 0 0,-1 1 32 0,1-2-117 0,0-1 55 47,-1 4 28-47,12-11-68 0,-2-2 46 0,1 2 13 0,1-3 1 0,1 1-149 0,-2 2 72 0,11-8 32 16,1 0 25-16,1-2-212 15,5 0 118-15,3-3 59 0,2 4-256 0</inkml:trace>
  <inkml:trace contextRef="#ctx0" brushRef="#br1" timeOffset="-73741.78">30535 2839 30 0,'0'-9'0'0,"2"1"0"0,-1 2 0 0,0 0 0 0,0-3 0 0,1 3 96 0,0-5-31 0,-2 5-5 16,0-1 0-16,0 0 0 0,0 2-30 0,0-2 0 16,0 0 57-16,0 0-9 0,0 3-42 0,0-3 27 15,0 1-24-15,0 3-1 0,0-5 10 0,-2 4 26 16,0 1-1-16,0-3-31 0,1 3-1 0,-3 1 14 31,1-3-3-31,2 4-10 0,-4-3-45 0,1 2 45 16,2 2-1-16,-3-3 1 0,2 1-31 0,-3 2-10 0,3 0 40 0,-1 0-50 15,-3 0 46-15,1 0-9 0,1 0 1 0,-1 0-20 16,-2 0 12-16,0 0 8 0,2 0-13 0,-2 0 8 0,-1 0 4 0,-1 0-2 16,1 2-36-16,0 1 34 15,0 3 1-15,0 0 0 0,0-3-31 0,-2 3 30 16,4-1-2-16,-2-1 1 0,0 4-3 0</inkml:trace>
  <inkml:trace contextRef="#ctx0" brushRef="#br1" timeOffset="-73299.84">30333 2721 1782 0,'-8'7'20'0,"0"0"1"0,-1-3-11 0,1 4 11 0,-1-2-11 0,2 1 9 16,-5 0-33-16,7 0 31 0,-4-1-11 0,2 0 10 0,-2 1-81 0,-1 1 39 0,3 1 39 0,-3-3-3 0,3 3 2 0,-2-4-8 0,2 4 10 0,-4 1 1 0,4-2 0 0,0 1-45 0,-4 0 42 0,4 1-1 0,-2 2 0 0,-1 0-23 0,0 0 21 0,1-1 1 0,0 3-36 0,0 0 34 0,0 1-7 0,-1 2 7 0,-2-2-9 0,5 1 6 0,-2 0-5 0,2 1-4 0,-2-1 6 0,0 5 2 0,3-5 0 0,-3 0 7 0,4 1-7 0,0 0-1 0,0-1 2 0,-2 2-8 0,2-2 8 0,-1 3-1 0,-2-3 14 0,5 2-14 0,-4 0 0 0,-3 5 1 0,5-3 1 0,-1 0-2 0,-2-1 2 0,3 3-21 15,-2-1 20-15,-1 4 0 16,3-3-1-16,0 1-37 0,-2 1 36 0,2-1-1 16,-1 3-1-16,-2 3 1 0,3-1-2 0,0-1 1 0,-3 0-4 0,4 4 4 15,-2-1-3-15,-2 4-1 16,4-5 5-16,0-2-2 15,-2 0-1-15,0-1 2 0,2 0-1 0,1 3 1 0,0-6-1 0,0 0 9 16,-1 2-8-16,0-4-1 0,1 7 3 0,0-7 4 16,2 1-6-16,-1 2-1 0,1-2 10 0,-1 1-8 15,-1 7 0-15,2-6 1 0,1 2 49 0,-2-1-46 16,1 2-3-16,-1-1 25 0,1 5-21 16,1-4 2-16,-1 0-3 0,-1-2-6 15,2 2 7-15,-1-1 3 0,1 4 0 0,0-6-37 16,-2 1 34-16,2 0-1 0,0 2 30 0,0 1-30 47,0 4 2-47,0-6-5 0,0 1 26 0,0-1-22 0,0 3-1 0,0-2 23 0,0 8-19 0,0-7 0 0,0 1-2 0,0 1 31 0,0-2-1 0,3 2-20 15,1 6-3-15,2-6 25 0,2 0-25 0,-1 1 4 16,3 3-2-16,-2 2 0 16,7 7 4-16,-5-6-32 0,2 1 27 0,0 2 1 0,0 0 0 0,3-3-112 15,-1 8 55-15,-4-8 20 94,3 0 0-94,-2 1-195 0,2-4 104 0,1-2 37 0,-2 7 27 0,1-15-369 0,1 0 187 0,3-9 94 0,0-6-317 0</inkml:trace>
  <inkml:trace contextRef="#ctx0" brushRef="#br1" timeOffset="-71943.37">30318 2846 557 0,'2'-4'0'0,"-2"-2"0"0,2 0 0 0,-1 1 0 0,1 2 0 0,-1-1 0 0,0-1 0 0,2 2 0 0,0-1 101 0,1 3-30 0,1-3 0 0,-1 1 14 0,0 1 10 0,3 1-53 16,-2-1 1-16,1 2-30 0,2 0 0 0,-2 0 30 0,1 0-33 0,2 0 33 31,1 0-1-31,0 0-40 0,0 0 1 0,3 0 36 0,2 0 12 0,0 0-50 62,-2 0 1-62,4 2 15 0,0-2 14 0,0 1-5 0,3 1 9 0,-4-2-14 0,-1 3-2 0,-1-2 8 0,1 2 0 0,0 0 1 0,0-1 18 0,-3 1-16 0,0 3-2 0,2 0 39 16,-5-1-37 0,3-1 1-16,2 4 6 0,-4-3-44 0,3 3 0 0,-3 0 35 0,2 0 1 0,-1 2 49 15,2-1 9-15,-2-1-54 31,-2 2-43-31,1 1 42 0,0-1-1 0,0 2 1 0,0 2-17 0,-1-4 13 0,-1 5 2 0,1-4-3 0,-1 2-7 0,0 4 13 16,-1-5-4-16,-2 3 0 0,1 0-1 0,-1-1-1 16,1 2 1-16,-1 1-10 0,0-2 7 0,-1-1 4 15,1 2-27-15,-1-1 25 0,2 0-1 0,1 5 6 16,-2-6-44-16,-1 1 36 0,-1 1 0 0,1 1-31 16,1-2 0-16,-1 2 31 0,-3-2-3 0,2 0-29 15,-2 0 27-15,1 0-5 16,0 1 3-16,0 2-10 0,0-2 5 0,-1-2 3 0,-1 2-1 0,2-1-32 15,-2-1 30-15,1 6 0 16,-1-3-53-16,0-5 50 0,0 5-2 0,2-3-25 16,-1 1 25-16,0 3 1 15,1-3-4-15,-1 1-11 32,1-2 9-32,0 1 2 0,1 3-7 0,-1 2-14 0,-1-7 15 0,2 4 4 0,-1-1-10 0,-1 1 8 0,0 0-1 0,2 3 1 0,0-4-30 0,-1-1-1 15,-1-1 28-15,1 3-51 16,-1-2 47-16,1 4 1 0,-2-5-3 0,0 3-9 15,0 1 9-15,0-1 1 0,0-1-5 0,0 3 14 16,0-2-14-16,0 0 3 0,-2 0 37 0,-1-1-35 16,0 3-1-16,-3 0-2 0,4 0 37 0,-1-3-32 15,0 0 6-15,-2 2 13 0,1 3-15 0,1-4-1 16,2 0 3-16,-2 1 4 0,0 0-5 0,0-1-1 16,-1 6 2-16,1-5-1 15,1-3 0-15,0 4 0 0,-2-3 1 0,1 1-1 16,-2 3-1-16,2-6 1 0,2 3-35 0,-2-2 34 15,0-2-1-15,0 2 2 0,-4 3-3 0,4-4 1 0,0-2-1 0,1 2-8 110,-3-1 7-110,-1-1 2 0,1 6-4 0,2-4-12 0,-1-2 13 0,-1 2 1 0,-1-2-2 0,2 3 2 0,-1 0-2 0,0-1 2 0,-1 0-5 0,4-1 4 0,-3-1 0 0,2 2 17 0,-3 2-18 0,3-5 2 0,1 3-1 0,-1-2 3 15,-2 0-1-15,1 1-1 0,-1 1 2 0,3-3-46 0,-1 1 44 0,0-1 0 0,-3 3-16 0,1 0 15 0,-1 2-3 0,1-1-2 16,-2 1-26-16,2-2 24 0,-2 3 3 0,-1-2 20 16,2 5-23-16,-1-6 0 0,-1 3 2 0,2 0 44 15,-3-4-42-15,2 4 2 0,-4 1-4 0,3 0 45 16,1-5-40-16,-2 4 5 0,1-3 17 0,-1 4-18 16,2-5-1-16,-4 3 5 0,3-2 0 0,-1 1-1 15,2-1-2-15,-3 3-27 16,1-2 26-1,0-3 2-15,0 2-1 0,1 1-25 0,-2-1 24 0,0 3-3 16,-2-2 2-16,2 2 5 0,-4-3-5 0,0 6-3 0,0-1 45 0,-4 5-1 16,5-5-40-16,-4 1 1 15,0-2 8-15,1 0-4 0,0-2-3 0,-2 5-18 0,4-9 20 0,1 0 5 32,-1 0-4-32,3-4-50 0,0-2-1 0,-5 3 49 0,8-5-1 0,-6-2-66 0,4 1 30 15,-1-3-9-15,-4 2 2 16,0-1-10-16,2-1 39 0,-3 0-17 0,-1 0-23 0,0 0 29 15,-3 0 5-15,0 0-21 0,2 0 18 0,0 0-4 16,1-3 4-16,0-5-80 0,2-4 37 0,-4 0-10 16,7-3 47-16,-3-2-218 0,3-4 104 15,-1 4 51-15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customXml" Target="../ink/ink10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6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customXml" Target="../ink/ink14.xml"/><Relationship Id="rId4" Type="http://schemas.openxmlformats.org/officeDocument/2006/relationships/image" Target="../media/image2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image" Target="../media/image29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.xml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7" Type="http://schemas.openxmlformats.org/officeDocument/2006/relationships/image" Target="../media/image31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.xml"/><Relationship Id="rId5" Type="http://schemas.openxmlformats.org/officeDocument/2006/relationships/image" Target="../media/image30.png"/><Relationship Id="rId4" Type="http://schemas.openxmlformats.org/officeDocument/2006/relationships/image" Target="../media/image29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7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77671"/>
                </a:solidFill>
              </a:rPr>
              <a:t>重积分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微积分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7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1772350"/>
                <a:ext cx="11007703" cy="33546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二重积分的对称性（关于坐标轴、关于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二重积分在极坐标系下的计算：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𝝈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𝜶</m:t>
                          </m:r>
                        </m:sub>
                        <m:sup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𝜷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𝜽</m:t>
                          </m:r>
                        </m:e>
                      </m:nary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𝜽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𝜽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𝜽</m:t>
                                  </m:r>
                                </m:e>
                              </m:func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3200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FF0000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𝒓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𝒅𝒓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772350"/>
                <a:ext cx="11007703" cy="3354636"/>
              </a:xfrm>
              <a:prstGeom prst="rect">
                <a:avLst/>
              </a:prstGeom>
              <a:blipFill rotWithShape="1">
                <a:blip r:embed="rId2"/>
                <a:stretch>
                  <a:fillRect l="-1440" t="-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8D02024-C8A2-657E-58D0-F2C2ADAFC8B5}"/>
                  </a:ext>
                </a:extLst>
              </p14:cNvPr>
              <p14:cNvContentPartPr/>
              <p14:nvPr/>
            </p14:nvContentPartPr>
            <p14:xfrm>
              <a:off x="5796720" y="2426400"/>
              <a:ext cx="4397040" cy="21866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8D02024-C8A2-657E-58D0-F2C2ADAFC8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87360" y="2417040"/>
                <a:ext cx="4415760" cy="220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15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第二节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二重积分的计算</a:t>
            </a:r>
          </a:p>
        </p:txBody>
      </p:sp>
    </p:spTree>
    <p:extLst>
      <p:ext uri="{BB962C8B-B14F-4D97-AF65-F5344CB8AC3E}">
        <p14:creationId xmlns:p14="http://schemas.microsoft.com/office/powerpoint/2010/main" val="2043693273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124451" cy="464425"/>
          </a:xfrm>
        </p:spPr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95210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提要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1896256"/>
            <a:ext cx="9508562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二重积分在一般曲线坐标下的计算法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110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2504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：求累次积分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  <m:sup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den>
                        </m:f>
                      </m:sup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nary>
                    <m:nary>
                      <m:nary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sup>
                      <m:e>
                        <m:func>
                          <m:func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b="0" i="0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arctan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num>
                              <m:den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250471"/>
              </a:xfrm>
              <a:prstGeom prst="rect">
                <a:avLst/>
              </a:prstGeom>
              <a:blipFill>
                <a:blip r:embed="rId2"/>
                <a:stretch>
                  <a:fillRect l="-1543" b="-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5186464"/>
                <a:ext cx="10730306" cy="1112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𝝅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𝟔𝟒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186464"/>
                <a:ext cx="10730306" cy="1112869"/>
              </a:xfrm>
              <a:prstGeom prst="rect">
                <a:avLst/>
              </a:prstGeom>
              <a:blipFill rotWithShape="1">
                <a:blip r:embed="rId3"/>
                <a:stretch>
                  <a:fillRect l="-1477" b="-2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3853853"/>
                <a:ext cx="10730306" cy="10177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  <m:sup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𝝅</m:t>
                            </m:r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𝟒</m:t>
                            </m:r>
                          </m:den>
                        </m:f>
                      </m:sup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nary>
                    <m:nary>
                      <m:nary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𝜽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𝒓𝒅𝒓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853853"/>
                <a:ext cx="10730306" cy="1017779"/>
              </a:xfrm>
              <a:prstGeom prst="rect">
                <a:avLst/>
              </a:prstGeom>
              <a:blipFill rotWithShape="1">
                <a:blip r:embed="rId4"/>
                <a:stretch>
                  <a:fillRect l="-1477" b="-8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A70BEA4-C5D0-AE47-DF61-4C9242C3EA66}"/>
                  </a:ext>
                </a:extLst>
              </p14:cNvPr>
              <p14:cNvContentPartPr/>
              <p14:nvPr/>
            </p14:nvContentPartPr>
            <p14:xfrm>
              <a:off x="951840" y="634680"/>
              <a:ext cx="11089080" cy="53262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A70BEA4-C5D0-AE47-DF61-4C9242C3EA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2480" y="625320"/>
                <a:ext cx="11107800" cy="534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582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：计算二重积分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𝑫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𝒅𝒙𝒅𝒚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为第一象限内由圆周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所围成的区域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  <a:blipFill>
                <a:blip r:embed="rId2"/>
                <a:stretch>
                  <a:fillRect l="-1543" b="-11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831462"/>
                <a:ext cx="10730306" cy="10504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𝟒</m:t>
                        </m:r>
                      </m:den>
                    </m:f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831462"/>
                <a:ext cx="10730306" cy="1050416"/>
              </a:xfrm>
              <a:prstGeom prst="rect">
                <a:avLst/>
              </a:prstGeom>
              <a:blipFill rotWithShape="1">
                <a:blip r:embed="rId3"/>
                <a:stretch>
                  <a:fillRect l="-1477" b="-17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F198C08-43BC-AA5C-3EAB-997D5954FB21}"/>
                  </a:ext>
                </a:extLst>
              </p14:cNvPr>
              <p14:cNvContentPartPr/>
              <p14:nvPr/>
            </p14:nvContentPartPr>
            <p14:xfrm>
              <a:off x="798840" y="381960"/>
              <a:ext cx="11041200" cy="48686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F198C08-43BC-AA5C-3EAB-997D5954FB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480" y="372600"/>
                <a:ext cx="11059920" cy="488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380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8977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：计算概率积分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897746"/>
              </a:xfrm>
              <a:prstGeom prst="rect">
                <a:avLst/>
              </a:prstGeom>
              <a:blipFill>
                <a:blip r:embed="rId2"/>
                <a:stretch>
                  <a:fillRect l="-1543" b="-128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5186464"/>
                <a:ext cx="10730306" cy="10820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𝝅</m:t>
                            </m:r>
                          </m:e>
                        </m:rad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186464"/>
                <a:ext cx="10730306" cy="1082091"/>
              </a:xfrm>
              <a:prstGeom prst="rect">
                <a:avLst/>
              </a:prstGeom>
              <a:blipFill rotWithShape="1">
                <a:blip r:embed="rId3"/>
                <a:stretch>
                  <a:fillRect l="-1477" b="-28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B58A285-85C3-7B0F-864D-4A25D7A09231}"/>
                  </a:ext>
                </a:extLst>
              </p14:cNvPr>
              <p14:cNvContentPartPr/>
              <p14:nvPr/>
            </p14:nvContentPartPr>
            <p14:xfrm>
              <a:off x="564840" y="456120"/>
              <a:ext cx="11512440" cy="61419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B58A285-85C3-7B0F-864D-4A25D7A092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480" y="446760"/>
                <a:ext cx="11531160" cy="616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682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5E2F50-7BA3-408C-92F9-A5AF309B8488}"/>
              </a:ext>
            </a:extLst>
          </p:cNvPr>
          <p:cNvSpPr/>
          <p:nvPr/>
        </p:nvSpPr>
        <p:spPr>
          <a:xfrm>
            <a:off x="877495" y="918255"/>
            <a:ext cx="11007703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回顾无穷限的广义积分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8AC3DDA-410E-42C9-B6F2-529216CF3E28}"/>
                  </a:ext>
                </a:extLst>
              </p:cNvPr>
              <p:cNvSpPr/>
              <p:nvPr/>
            </p:nvSpPr>
            <p:spPr>
              <a:xfrm>
                <a:off x="877495" y="1760396"/>
                <a:ext cx="10273098" cy="43016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,+∞)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上连续，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∀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𝒃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，如果极限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sub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sup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𝒅𝒙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存在，则称此极限为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,+∞)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广义积分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sub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</m:e>
                      </m:nary>
                      <m:r>
                        <a:rPr lang="en-US" altLang="zh-CN" sz="3200" b="1" i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sub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sup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𝒅𝒙</m:t>
                              </m:r>
                            </m:e>
                          </m:nary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8AC3DDA-410E-42C9-B6F2-529216CF3E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760396"/>
                <a:ext cx="10273098" cy="4301690"/>
              </a:xfrm>
              <a:prstGeom prst="rect">
                <a:avLst/>
              </a:prstGeom>
              <a:blipFill>
                <a:blip r:embed="rId2"/>
                <a:stretch>
                  <a:fillRect l="-1543" r="-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1FEC48B-5E7C-72E3-60D6-B6FCCCE39B7E}"/>
                  </a:ext>
                </a:extLst>
              </p14:cNvPr>
              <p14:cNvContentPartPr/>
              <p14:nvPr/>
            </p14:nvContentPartPr>
            <p14:xfrm>
              <a:off x="5860080" y="1026720"/>
              <a:ext cx="4206960" cy="35812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1FEC48B-5E7C-72E3-60D6-B6FCCCE39B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50720" y="1017360"/>
                <a:ext cx="4225680" cy="360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36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5E2F50-7BA3-408C-92F9-A5AF309B8488}"/>
              </a:ext>
            </a:extLst>
          </p:cNvPr>
          <p:cNvSpPr/>
          <p:nvPr/>
        </p:nvSpPr>
        <p:spPr>
          <a:xfrm>
            <a:off x="877495" y="891719"/>
            <a:ext cx="11007703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计算法：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E3F7277-C81A-4E6F-9719-7CACB4EB5A06}"/>
                  </a:ext>
                </a:extLst>
              </p:cNvPr>
              <p:cNvSpPr/>
              <p:nvPr/>
            </p:nvSpPr>
            <p:spPr>
              <a:xfrm>
                <a:off x="877495" y="1707324"/>
                <a:ext cx="10273098" cy="2150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连续函数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的原函数为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𝑭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，则</a:t>
                </a:r>
                <a:br>
                  <a:rPr lang="en-US" altLang="zh-CN" sz="3200" b="1" i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sub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𝑭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E3F7277-C81A-4E6F-9719-7CACB4EB5A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707324"/>
                <a:ext cx="10273098" cy="2150589"/>
              </a:xfrm>
              <a:prstGeom prst="rect">
                <a:avLst/>
              </a:prstGeom>
              <a:blipFill>
                <a:blip r:embed="rId2"/>
                <a:stretch>
                  <a:fillRect l="-1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80D700-D68D-4C6C-8059-33452852CEC4}"/>
                  </a:ext>
                </a:extLst>
              </p:cNvPr>
              <p:cNvSpPr/>
              <p:nvPr/>
            </p:nvSpPr>
            <p:spPr>
              <a:xfrm>
                <a:off x="877495" y="4003398"/>
                <a:ext cx="10273098" cy="18783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引进写法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𝑭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𝒂</m:t>
                          </m:r>
                        </m:sub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𝑭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fun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80D700-D68D-4C6C-8059-33452852CE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4003398"/>
                <a:ext cx="10273098" cy="1878335"/>
              </a:xfrm>
              <a:prstGeom prst="rect">
                <a:avLst/>
              </a:prstGeom>
              <a:blipFill>
                <a:blip r:embed="rId3"/>
                <a:stretch>
                  <a:fillRect l="-1543" t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7B6C17F-E014-AF80-6EA5-CDB7C14BD7E1}"/>
                  </a:ext>
                </a:extLst>
              </p14:cNvPr>
              <p14:cNvContentPartPr/>
              <p14:nvPr/>
            </p14:nvContentPartPr>
            <p14:xfrm>
              <a:off x="1920960" y="5686200"/>
              <a:ext cx="6765480" cy="2455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7B6C17F-E014-AF80-6EA5-CDB7C14BD7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1600" y="5676840"/>
                <a:ext cx="6784200" cy="2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523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3092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：计算二重积分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𝑫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b="0" i="0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sin</m:t>
                            </m:r>
                          </m:fName>
                          <m:e>
                            <m:rad>
                              <m:radPr>
                                <m:degHide m:val="on"/>
                                <m:ctrlPr>
                                  <a:rPr lang="en-US" altLang="zh-CN" sz="3200" b="0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rad>
                          </m:e>
                        </m:fun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𝒅𝒙𝒅𝒚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为第一象限内由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𝟒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所围成的区域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309287"/>
              </a:xfrm>
              <a:prstGeom prst="rect">
                <a:avLst/>
              </a:prstGeom>
              <a:blipFill>
                <a:blip r:embed="rId2"/>
                <a:stretch>
                  <a:fillRect l="-1543" b="-50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831462"/>
                <a:ext cx="10730306" cy="10170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𝟑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𝝅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200" b="0" i="0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arctan</m:t>
                            </m:r>
                          </m:fName>
                          <m:e>
                            <m:r>
                              <a:rPr lang="en-US" altLang="zh-CN" sz="3200" b="0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2</m:t>
                            </m:r>
                          </m:e>
                        </m:fun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zh-CN" altLang="en-US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𝝅</m:t>
                            </m:r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𝟒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831462"/>
                <a:ext cx="10730306" cy="1017010"/>
              </a:xfrm>
              <a:prstGeom prst="rect">
                <a:avLst/>
              </a:prstGeom>
              <a:blipFill rotWithShape="1">
                <a:blip r:embed="rId3"/>
                <a:stretch>
                  <a:fillRect l="-1477" b="-54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36233B5-E3A4-5B43-1424-E7FABA4B583B}"/>
                  </a:ext>
                </a:extLst>
              </p14:cNvPr>
              <p14:cNvContentPartPr/>
              <p14:nvPr/>
            </p14:nvContentPartPr>
            <p14:xfrm>
              <a:off x="915840" y="483840"/>
              <a:ext cx="11218320" cy="62838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36233B5-E3A4-5B43-1424-E7FABA4B58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6480" y="474480"/>
                <a:ext cx="11237040" cy="630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772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补充题：计算二重积分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𝑫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𝒙𝒚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𝒅𝒙𝒅𝒚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𝟐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  <a:blipFill rotWithShape="1">
                <a:blip r:embed="rId2"/>
                <a:stretch>
                  <a:fillRect l="-1543" b="-11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64817EC-3DB0-41AE-A14B-8254E2F9BD5E}"/>
                  </a:ext>
                </a:extLst>
              </p:cNvPr>
              <p:cNvSpPr/>
              <p:nvPr/>
            </p:nvSpPr>
            <p:spPr>
              <a:xfrm>
                <a:off x="877502" y="5275326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𝟐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64817EC-3DB0-41AE-A14B-8254E2F9B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275326"/>
                <a:ext cx="10730306" cy="664797"/>
              </a:xfrm>
              <a:prstGeom prst="rect">
                <a:avLst/>
              </a:prstGeom>
              <a:blipFill rotWithShape="1"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6DCCE6E-7CF6-2780-6FD5-D4C52FCAFA11}"/>
                  </a:ext>
                </a:extLst>
              </p14:cNvPr>
              <p14:cNvContentPartPr/>
              <p14:nvPr/>
            </p14:nvContentPartPr>
            <p14:xfrm>
              <a:off x="513000" y="1579680"/>
              <a:ext cx="11361240" cy="52088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6DCCE6E-7CF6-2780-6FD5-D4C52FCAFA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3640" y="1570320"/>
                <a:ext cx="11379960" cy="522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486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940993" y="1577719"/>
                <a:ext cx="10730306" cy="47491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设坐标变换函数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具有连续的偏导数，且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𝑱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)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)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，则有二重积分的一般换元公式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𝝈</m:t>
                          </m:r>
                        </m:e>
                      </m:nary>
                      <m:r>
                        <a:rPr lang="en-US" altLang="zh-CN" sz="3200" b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</m:e>
                              </m:d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(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(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𝒖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𝒗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93" y="1577719"/>
                <a:ext cx="10730306" cy="4749185"/>
              </a:xfrm>
              <a:prstGeom prst="rect">
                <a:avLst/>
              </a:prstGeom>
              <a:blipFill rotWithShape="1">
                <a:blip r:embed="rId2"/>
                <a:stretch>
                  <a:fillRect l="-1420" r="-5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28675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四、在一般曲线坐标下的计算法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6D8BCDF-FB98-E25C-6730-72A0C7577BC0}"/>
                  </a:ext>
                </a:extLst>
              </p14:cNvPr>
              <p14:cNvContentPartPr/>
              <p14:nvPr/>
            </p14:nvContentPartPr>
            <p14:xfrm>
              <a:off x="1516320" y="559080"/>
              <a:ext cx="10668600" cy="60984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6D8BCDF-FB98-E25C-6730-72A0C7577B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6960" y="549720"/>
                <a:ext cx="10687320" cy="611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3922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940993" y="1577719"/>
                <a:ext cx="10730306" cy="32932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𝒙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𝒗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))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𝑩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𝒙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𝚫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𝒗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))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𝑪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𝒙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𝚫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𝒗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𝚫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))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𝒙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𝒗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𝚫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))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93" y="1577719"/>
                <a:ext cx="10730306" cy="3293209"/>
              </a:xfrm>
              <a:prstGeom prst="rect">
                <a:avLst/>
              </a:prstGeom>
              <a:blipFill rotWithShape="1">
                <a:blip r:embed="rId2"/>
                <a:stretch>
                  <a:fillRect l="-1420" t="-741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728675"/>
                <a:ext cx="10793798" cy="670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𝒖𝑶𝒗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平面小矩形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𝑨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𝑪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平面曲边四边形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𝑨𝑩𝑪𝑫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728675"/>
                <a:ext cx="10793798" cy="670120"/>
              </a:xfrm>
              <a:prstGeom prst="rect">
                <a:avLst/>
              </a:prstGeom>
              <a:blipFill rotWithShape="1">
                <a:blip r:embed="rId3"/>
                <a:stretch>
                  <a:fillRect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877501" y="5172566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𝝈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，那么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𝝈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=?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5172566"/>
                <a:ext cx="10730306" cy="664797"/>
              </a:xfrm>
              <a:prstGeom prst="rect">
                <a:avLst/>
              </a:prstGeom>
              <a:blipFill rotWithShape="1">
                <a:blip r:embed="rId4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7A57F3B-1BE0-8AD5-1DFC-08F588B6BB78}"/>
                  </a:ext>
                </a:extLst>
              </p14:cNvPr>
              <p14:cNvContentPartPr/>
              <p14:nvPr/>
            </p14:nvContentPartPr>
            <p14:xfrm>
              <a:off x="1563480" y="336600"/>
              <a:ext cx="9790920" cy="59392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7A57F3B-1BE0-8AD5-1DFC-08F588B6BB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4120" y="327240"/>
                <a:ext cx="9809640" cy="59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956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023194" cy="464425"/>
          </a:xfrm>
        </p:spPr>
        <p:txBody>
          <a:bodyPr/>
          <a:lstStyle/>
          <a:p>
            <a:r>
              <a:rPr lang="zh-CN" altLang="en-US"/>
              <a:t>二重积分的计算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/>
              <p:nvPr/>
            </p:nvSpPr>
            <p:spPr>
              <a:xfrm>
                <a:off x="878121" y="956380"/>
                <a:ext cx="10980160" cy="29656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，以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为邻边的平行四边形的面积为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𝑨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𝒚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21" y="956380"/>
                <a:ext cx="10980160" cy="2965684"/>
              </a:xfrm>
              <a:prstGeom prst="rect">
                <a:avLst/>
              </a:prstGeom>
              <a:blipFill>
                <a:blip r:embed="rId2"/>
                <a:stretch>
                  <a:fillRect l="-1388" r="-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2E0949A-38CC-1249-4A60-7D772C8FC74B}"/>
                  </a:ext>
                </a:extLst>
              </p14:cNvPr>
              <p14:cNvContentPartPr/>
              <p14:nvPr/>
            </p14:nvContentPartPr>
            <p14:xfrm>
              <a:off x="5949360" y="1828440"/>
              <a:ext cx="1606320" cy="21456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2E0949A-38CC-1249-4A60-7D772C8FC7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0000" y="1819080"/>
                <a:ext cx="1625040" cy="216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592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940993" y="1577719"/>
                <a:ext cx="10730306" cy="15834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𝑨𝑩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=(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𝒙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𝚫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𝒗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𝒙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𝒗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𝒚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𝚫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𝒗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))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𝑨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𝑫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𝒙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𝒖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𝒗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𝚫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𝒙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𝒖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𝒗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𝒚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𝒖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𝒗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𝚫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Cambria Math"/>
                          </a:rPr>
                          <m:t>𝒚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𝒖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Cambria Math"/>
                              </a:rPr>
                              <m:t>𝒗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93" y="1577719"/>
                <a:ext cx="10730306" cy="1583447"/>
              </a:xfrm>
              <a:prstGeom prst="rect">
                <a:avLst/>
              </a:prstGeom>
              <a:blipFill rotWithShape="1">
                <a:blip r:embed="rId2"/>
                <a:stretch>
                  <a:fillRect l="-1420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728675"/>
                <a:ext cx="10793798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𝑨𝑩𝑪𝑫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近似于平行四边形：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728675"/>
                <a:ext cx="10793798" cy="732508"/>
              </a:xfrm>
              <a:prstGeom prst="rect">
                <a:avLst/>
              </a:prstGeom>
              <a:blipFill rotWithShape="1">
                <a:blip r:embed="rId3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877501" y="5451491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𝝈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≈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𝑱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𝝈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=|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𝑱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𝒅𝒖𝒅𝒗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5451491"/>
                <a:ext cx="10730306" cy="664797"/>
              </a:xfrm>
              <a:prstGeom prst="rect">
                <a:avLst/>
              </a:prstGeom>
              <a:blipFill rotWithShape="1">
                <a:blip r:embed="rId4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877501" y="3589119"/>
                <a:ext cx="10730306" cy="14523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由全微分可知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𝑨𝑩</m:t>
                          </m:r>
                        </m:e>
                      </m:ac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𝒖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𝒖</m:t>
                          </m:r>
                          <m:r>
                            <a:rPr lang="en-US" altLang="zh-CN" sz="3200" b="1" i="0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𝒖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𝑨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𝑫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𝒗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𝒗</m:t>
                          </m:r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𝒗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𝒗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589119"/>
                <a:ext cx="10730306" cy="1452385"/>
              </a:xfrm>
              <a:prstGeom prst="rect">
                <a:avLst/>
              </a:prstGeom>
              <a:blipFill rotWithShape="1">
                <a:blip r:embed="rId5"/>
                <a:stretch>
                  <a:fillRect l="-1477" t="-1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973E157-349C-FDBC-89A3-F2D3484958D4}"/>
                  </a:ext>
                </a:extLst>
              </p14:cNvPr>
              <p14:cNvContentPartPr/>
              <p14:nvPr/>
            </p14:nvContentPartPr>
            <p14:xfrm>
              <a:off x="2616840" y="636120"/>
              <a:ext cx="7829640" cy="57207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973E157-349C-FDBC-89A3-F2D3484958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07480" y="626760"/>
                <a:ext cx="7848360" cy="573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278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940993" y="1577719"/>
                <a:ext cx="10730306" cy="4687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经极坐标变换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𝒓</m:t>
                    </m:r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0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𝒓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in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，得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𝒓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zh-CN" altLang="en-US" sz="3200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𝜽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3200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3200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3200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3200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𝒓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.</m:t>
                      </m:r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/>
                  <a:ea typeface="Cambria Math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因此</a:t>
                </a:r>
                <a:endParaRPr lang="en-US" altLang="zh-CN" sz="3200" b="1" i="1" kern="0" dirty="0">
                  <a:solidFill>
                    <a:srgbClr val="676661"/>
                  </a:solidFill>
                  <a:latin typeface="Cambria Math"/>
                  <a:ea typeface="Cambria Math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𝝈</m:t>
                          </m:r>
                        </m:e>
                      </m:nary>
                      <m:r>
                        <a:rPr lang="en-US" altLang="zh-CN" sz="3200" b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𝜽</m:t>
                                  </m:r>
                                </m:e>
                              </m:func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3200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FF0000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𝒓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𝒅𝒓𝒅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𝜽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="" xmlns:a16="http://schemas.microsoft.com/office/drawing/2014/main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993" y="1577719"/>
                <a:ext cx="10730306" cy="4687565"/>
              </a:xfrm>
              <a:prstGeom prst="rect">
                <a:avLst/>
              </a:prstGeom>
              <a:blipFill rotWithShape="1">
                <a:blip r:embed="rId2"/>
                <a:stretch>
                  <a:fillRect l="-1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28675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可验证经极坐标变换的二重积分公式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7246E4D-DE47-39DC-41FB-9447BA0D6300}"/>
                  </a:ext>
                </a:extLst>
              </p14:cNvPr>
              <p14:cNvContentPartPr/>
              <p14:nvPr/>
            </p14:nvContentPartPr>
            <p14:xfrm>
              <a:off x="5490720" y="660600"/>
              <a:ext cx="5987880" cy="33400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7246E4D-DE47-39DC-41FB-9447BA0D63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1360" y="651240"/>
                <a:ext cx="6006600" cy="335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937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0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：求椭球体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的体积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053943"/>
              </a:xfrm>
              <a:prstGeom prst="rect">
                <a:avLst/>
              </a:prstGeom>
              <a:blipFill>
                <a:blip r:embed="rId2"/>
                <a:stretch>
                  <a:fillRect l="-1543" b="-7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3869276"/>
                <a:ext cx="10730306" cy="9621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𝒂𝒃𝒄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869276"/>
                <a:ext cx="10730306" cy="962186"/>
              </a:xfrm>
              <a:prstGeom prst="rect">
                <a:avLst/>
              </a:prstGeom>
              <a:blipFill>
                <a:blip r:embed="rId3"/>
                <a:stretch>
                  <a:fillRect l="-1477" b="-82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BB7348A-EB5E-46C1-AC55-7612A9C1521C}"/>
                  </a:ext>
                </a:extLst>
              </p:cNvPr>
              <p:cNvSpPr/>
              <p:nvPr/>
            </p:nvSpPr>
            <p:spPr>
              <a:xfrm>
                <a:off x="877502" y="5256141"/>
                <a:ext cx="10730306" cy="9621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特别当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𝒃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𝒄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时，球体的体积为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𝝅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BB7348A-EB5E-46C1-AC55-7612A9C152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256141"/>
                <a:ext cx="10730306" cy="962186"/>
              </a:xfrm>
              <a:prstGeom prst="rect">
                <a:avLst/>
              </a:prstGeom>
              <a:blipFill>
                <a:blip r:embed="rId4"/>
                <a:stretch>
                  <a:fillRect l="-1477" b="-82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B2B46EB-3739-7084-EB40-22C3CBAE64F2}"/>
                  </a:ext>
                </a:extLst>
              </p14:cNvPr>
              <p14:cNvContentPartPr/>
              <p14:nvPr/>
            </p14:nvContentPartPr>
            <p14:xfrm>
              <a:off x="991080" y="278280"/>
              <a:ext cx="11058840" cy="63360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B2B46EB-3739-7084-EB40-22C3CBAE64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1720" y="268920"/>
                <a:ext cx="11077560" cy="635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382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：计算二重积分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𝑫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𝒅𝒙𝒅𝒚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  <a:blipFill>
                <a:blip r:embed="rId2"/>
                <a:stretch>
                  <a:fillRect l="-1543" b="-11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2929568"/>
                <a:ext cx="10730306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929568"/>
                <a:ext cx="10730306" cy="998863"/>
              </a:xfrm>
              <a:prstGeom prst="rect">
                <a:avLst/>
              </a:prstGeom>
              <a:blipFill>
                <a:blip r:embed="rId3"/>
                <a:stretch>
                  <a:fillRect l="-1477" b="-2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BB7348A-EB5E-46C1-AC55-7612A9C1521C}"/>
                  </a:ext>
                </a:extLst>
              </p:cNvPr>
              <p:cNvSpPr/>
              <p:nvPr/>
            </p:nvSpPr>
            <p:spPr>
              <a:xfrm>
                <a:off x="877502" y="4097594"/>
                <a:ext cx="10730306" cy="9608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BB7348A-EB5E-46C1-AC55-7612A9C152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097594"/>
                <a:ext cx="10730306" cy="960840"/>
              </a:xfrm>
              <a:prstGeom prst="rect">
                <a:avLst/>
              </a:prstGeom>
              <a:blipFill>
                <a:blip r:embed="rId4"/>
                <a:stretch>
                  <a:fillRect l="-1477" b="-8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B9B6FB0-9795-4AC1-B045-2E5F5BC56FBD}"/>
                  </a:ext>
                </a:extLst>
              </p:cNvPr>
              <p:cNvSpPr/>
              <p:nvPr/>
            </p:nvSpPr>
            <p:spPr>
              <a:xfrm>
                <a:off x="877502" y="5227597"/>
                <a:ext cx="10730306" cy="10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思考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：若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改为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如何？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𝒂𝒃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B9B6FB0-9795-4AC1-B045-2E5F5BC56F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227597"/>
                <a:ext cx="10730306" cy="1053943"/>
              </a:xfrm>
              <a:prstGeom prst="rect">
                <a:avLst/>
              </a:prstGeom>
              <a:blipFill>
                <a:blip r:embed="rId5"/>
                <a:stretch>
                  <a:fillRect l="-1477" b="-8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06C2A57-3B30-AD2C-24DE-8429D5384B6C}"/>
                  </a:ext>
                </a:extLst>
              </p14:cNvPr>
              <p14:cNvContentPartPr/>
              <p14:nvPr/>
            </p14:nvContentPartPr>
            <p14:xfrm>
              <a:off x="603000" y="323280"/>
              <a:ext cx="11348640" cy="62514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06C2A57-3B30-AD2C-24DE-8429D5384B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3640" y="313920"/>
                <a:ext cx="11367360" cy="627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486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5922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：计算二重积分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𝑫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𝒅𝒙𝒅𝒚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为由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在第一象限所围成的区域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592231"/>
              </a:xfrm>
              <a:prstGeom prst="rect">
                <a:avLst/>
              </a:prstGeom>
              <a:blipFill>
                <a:blip r:embed="rId2"/>
                <a:stretch>
                  <a:fillRect l="-1543" b="-11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2734728"/>
                <a:ext cx="10730306" cy="8940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734728"/>
                <a:ext cx="10730306" cy="894091"/>
              </a:xfrm>
              <a:prstGeom prst="rect">
                <a:avLst/>
              </a:prstGeom>
              <a:blipFill>
                <a:blip r:embed="rId3"/>
                <a:stretch>
                  <a:fillRect l="-1477"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BB7348A-EB5E-46C1-AC55-7612A9C1521C}"/>
                  </a:ext>
                </a:extLst>
              </p:cNvPr>
              <p:cNvSpPr/>
              <p:nvPr/>
            </p:nvSpPr>
            <p:spPr>
              <a:xfrm>
                <a:off x="877502" y="3634178"/>
                <a:ext cx="10730306" cy="11290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)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)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𝝏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𝒗</m:t>
                            </m:r>
                          </m:e>
                        </m:d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𝝏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BB7348A-EB5E-46C1-AC55-7612A9C152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634178"/>
                <a:ext cx="10730306" cy="1129027"/>
              </a:xfrm>
              <a:prstGeom prst="rect">
                <a:avLst/>
              </a:prstGeom>
              <a:blipFill rotWithShape="1">
                <a:blip r:embed="rId4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64817EC-3DB0-41AE-A14B-8254E2F9BD5E}"/>
                  </a:ext>
                </a:extLst>
              </p:cNvPr>
              <p:cNvSpPr/>
              <p:nvPr/>
            </p:nvSpPr>
            <p:spPr>
              <a:xfrm>
                <a:off x="877502" y="4763205"/>
                <a:ext cx="10730306" cy="9608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ln</m:t>
                        </m:r>
                      </m:fName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fun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64817EC-3DB0-41AE-A14B-8254E2F9B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763205"/>
                <a:ext cx="10730306" cy="960840"/>
              </a:xfrm>
              <a:prstGeom prst="rect">
                <a:avLst/>
              </a:prstGeom>
              <a:blipFill rotWithShape="1">
                <a:blip r:embed="rId5"/>
                <a:stretch>
                  <a:fillRect l="-1477" b="-8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CD0589B-722B-506B-E1F6-8958CA51683E}"/>
                  </a:ext>
                </a:extLst>
              </p14:cNvPr>
              <p14:cNvContentPartPr/>
              <p14:nvPr/>
            </p14:nvContentPartPr>
            <p14:xfrm>
              <a:off x="736560" y="187200"/>
              <a:ext cx="11161800" cy="65865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CD0589B-722B-506B-E1F6-8958CA5168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7200" y="177840"/>
                <a:ext cx="11180520" cy="660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759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：计算二重积分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𝑫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𝒅𝒙𝒅𝒚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  <a:blipFill>
                <a:blip r:embed="rId2"/>
                <a:stretch>
                  <a:fillRect l="-1543" b="-11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2734728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734728"/>
                <a:ext cx="10730306" cy="677814"/>
              </a:xfrm>
              <a:prstGeom prst="rect">
                <a:avLst/>
              </a:prstGeom>
              <a:blipFill>
                <a:blip r:embed="rId3"/>
                <a:stretch>
                  <a:fillRect l="-1477" t="-1802" b="-25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BB7348A-EB5E-46C1-AC55-7612A9C1521C}"/>
                  </a:ext>
                </a:extLst>
              </p:cNvPr>
              <p:cNvSpPr/>
              <p:nvPr/>
            </p:nvSpPr>
            <p:spPr>
              <a:xfrm>
                <a:off x="877502" y="3881441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BB7348A-EB5E-46C1-AC55-7612A9C152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881441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64817EC-3DB0-41AE-A14B-8254E2F9BD5E}"/>
                  </a:ext>
                </a:extLst>
              </p:cNvPr>
              <p:cNvSpPr/>
              <p:nvPr/>
            </p:nvSpPr>
            <p:spPr>
              <a:xfrm>
                <a:off x="877502" y="4716526"/>
                <a:ext cx="10730306" cy="9621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64817EC-3DB0-41AE-A14B-8254E2F9B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716526"/>
                <a:ext cx="10730306" cy="962186"/>
              </a:xfrm>
              <a:prstGeom prst="rect">
                <a:avLst/>
              </a:prstGeom>
              <a:blipFill>
                <a:blip r:embed="rId5"/>
                <a:stretch>
                  <a:fillRect l="-1477" b="-82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CE8FFBD-82DB-9F56-8F76-ECD3EFE095BC}"/>
                  </a:ext>
                </a:extLst>
              </p14:cNvPr>
              <p14:cNvContentPartPr/>
              <p14:nvPr/>
            </p14:nvContentPartPr>
            <p14:xfrm>
              <a:off x="2219760" y="1541520"/>
              <a:ext cx="9794880" cy="52646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CE8FFBD-82DB-9F56-8F76-ECD3EFE095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10400" y="1532160"/>
                <a:ext cx="9813600" cy="528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39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二重积分的计算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1772350"/>
                <a:ext cx="11007703" cy="27144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二重积分在一般曲线坐标下的计算法：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𝝈</m:t>
                          </m:r>
                        </m:e>
                      </m:nary>
                      <m:r>
                        <a:rPr lang="en-US" altLang="zh-CN" sz="3200" b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(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(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𝒅𝒖𝒅𝒗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772350"/>
                <a:ext cx="11007703" cy="2714461"/>
              </a:xfrm>
              <a:prstGeom prst="rect">
                <a:avLst/>
              </a:prstGeom>
              <a:blipFill>
                <a:blip r:embed="rId2"/>
                <a:stretch>
                  <a:fillRect l="-1440" t="-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2CBD5DF-0C05-A8CF-F8DE-E2374EC763E3}"/>
                  </a:ext>
                </a:extLst>
              </p14:cNvPr>
              <p14:cNvContentPartPr/>
              <p14:nvPr/>
            </p14:nvContentPartPr>
            <p14:xfrm>
              <a:off x="1362240" y="748080"/>
              <a:ext cx="10258920" cy="59886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2CBD5DF-0C05-A8CF-F8DE-E2374EC763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2880" y="738720"/>
                <a:ext cx="10277640" cy="600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871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二重积分的计算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904716" y="921364"/>
            <a:ext cx="10791983" cy="137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P169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8-2(A) 6(3).</a:t>
            </a:r>
          </a:p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8-2(B) 1(2)(5)(8), 2, 5. </a:t>
            </a:r>
          </a:p>
        </p:txBody>
      </p:sp>
    </p:spTree>
    <p:extLst>
      <p:ext uri="{BB962C8B-B14F-4D97-AF65-F5344CB8AC3E}">
        <p14:creationId xmlns:p14="http://schemas.microsoft.com/office/powerpoint/2010/main" val="398607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5" name="矩形 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Ins="35560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</a:rPr>
              <a:t>https://www.bilibili.com/video/BV1g64y1c7mf</a:t>
            </a: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C8C8C8"/>
                </a:solidFill>
                <a:latin typeface="Microsoft Yahei"/>
                <a:ea typeface="Microsoft Yahei"/>
                <a:sym typeface="Microsoft Yahei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144746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35210091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14278</TotalTime>
  <Words>941</Words>
  <Application>Microsoft Office PowerPoint</Application>
  <PresentationFormat>宽屏</PresentationFormat>
  <Paragraphs>122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微软雅黑</vt:lpstr>
      <vt:lpstr>微软雅黑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903</cp:revision>
  <dcterms:created xsi:type="dcterms:W3CDTF">2015-08-18T02:51:41Z</dcterms:created>
  <dcterms:modified xsi:type="dcterms:W3CDTF">2023-01-06T01:38:53Z</dcterms:modified>
</cp:coreProperties>
</file>