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49"/>
  </p:notesMasterIdLst>
  <p:sldIdLst>
    <p:sldId id="587" r:id="rId3"/>
    <p:sldId id="773" r:id="rId4"/>
    <p:sldId id="894" r:id="rId5"/>
    <p:sldId id="928" r:id="rId6"/>
    <p:sldId id="872" r:id="rId7"/>
    <p:sldId id="422" r:id="rId8"/>
    <p:sldId id="875" r:id="rId9"/>
    <p:sldId id="895" r:id="rId10"/>
    <p:sldId id="896" r:id="rId11"/>
    <p:sldId id="897" r:id="rId12"/>
    <p:sldId id="898" r:id="rId13"/>
    <p:sldId id="298" r:id="rId14"/>
    <p:sldId id="900" r:id="rId15"/>
    <p:sldId id="901" r:id="rId16"/>
    <p:sldId id="879" r:id="rId17"/>
    <p:sldId id="880" r:id="rId18"/>
    <p:sldId id="905" r:id="rId19"/>
    <p:sldId id="904" r:id="rId20"/>
    <p:sldId id="903" r:id="rId21"/>
    <p:sldId id="906" r:id="rId22"/>
    <p:sldId id="907" r:id="rId23"/>
    <p:sldId id="908" r:id="rId24"/>
    <p:sldId id="909" r:id="rId25"/>
    <p:sldId id="910" r:id="rId26"/>
    <p:sldId id="911" r:id="rId27"/>
    <p:sldId id="912" r:id="rId28"/>
    <p:sldId id="919" r:id="rId29"/>
    <p:sldId id="920" r:id="rId30"/>
    <p:sldId id="913" r:id="rId31"/>
    <p:sldId id="921" r:id="rId32"/>
    <p:sldId id="914" r:id="rId33"/>
    <p:sldId id="915" r:id="rId34"/>
    <p:sldId id="916" r:id="rId35"/>
    <p:sldId id="917" r:id="rId36"/>
    <p:sldId id="918" r:id="rId37"/>
    <p:sldId id="922" r:id="rId38"/>
    <p:sldId id="325" r:id="rId39"/>
    <p:sldId id="925" r:id="rId40"/>
    <p:sldId id="923" r:id="rId41"/>
    <p:sldId id="924" r:id="rId42"/>
    <p:sldId id="926" r:id="rId43"/>
    <p:sldId id="927" r:id="rId44"/>
    <p:sldId id="569" r:id="rId45"/>
    <p:sldId id="737" r:id="rId46"/>
    <p:sldId id="929" r:id="rId47"/>
    <p:sldId id="858" r:id="rId4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C"/>
    <a:srgbClr val="004080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83AB8-E623-EC4F-9737-7B7958F570B2}" v="2" dt="2020-12-05T00:54:24.564"/>
    <p1510:client id="{B6A6C30C-AA7D-EC45-B879-81FE5D9FD389}" v="9" dt="2020-12-04T13:45:29.498"/>
    <p1510:client id="{CED127E6-8AD1-4D29-9D28-FA8F8EEB9C55}" v="33" dt="2020-12-05T03:18:07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>
      <p:cViewPr varScale="1">
        <p:scale>
          <a:sx n="117" d="100"/>
          <a:sy n="117" d="100"/>
        </p:scale>
        <p:origin x="3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42:14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15449 11492 1354 0,'-1'0'0'0,"1"0"0"0,-2 0 0 0,-1-3 0 0,1 1 0 0,0 1 0 0,0-2 0 0,2 0 0 0,0 1 0 0,0 0-1 0,0-1 130 0,0 2-42 15,0 0 0-15,0-2 93 16,0 2-66-16,0-1-23 0,0 1 59 0,2-2-52 0,0 1 1 0,5 0-53 0,-6 0 46 0,5 0 12 15,-4 1-58-15,3-3 145 0,-1 2-72 0,-1-1-37 16,-1 1 1-16,2-1 108 0,0 2-78 0,0-1-33 16,-2 0-1-16,3 0 92 0,-1 2-63 0,-2-2-70 15,1 2-38-15,3 0 0 0,0 0 0 0,0 0 0 16,-3 0 0-16,3 0 0 0,1 0 0 0,0 0 0 16,0 0 0-16,0 0 0 15,0 0 0-15,2 0 0 0,-2 0 0 0,2 0 0 16,0 0 0-16,1 0 0 0,-1 0 0 0,2 0 0 15,-1 0 0-15,3 0 0 0,-2 0 0 0,3 0 0 16,-2 0 0-16,0 0 0 0,3 0 0 0,-2 0 0 16,0 0 0-16,3 0 0 0,-4 0 0 0,3 0 0 15,1 0 0-15,0 0 0 16,1 0 0-16,1 0 0 0,-2 0 0 0,3-1 0 0,-1-1 0 16,3 2 0-16,0-3 0 0,-1 3 0 0,1-1 0 0,0 1 0 15,-1-2 0-15,3 0 0 16,0 2 0-16,0 0 0 0,0-2 0 0,-4 2 0 15,4 0 0-15,-1 0 0 0,3 0 0 0,-1 0 0 16,1 0 0-16,0 0 0 0,5 0 0 0,-3 0 0 16,-1 0 0-16,4-2 0 0,-1 2 0 0,-5 0 0 15,8-2 0-15,-4 2 0 0,1 0 0 0,-3 0 0 16,4 0 0-16,-2 0 0 0,1 0 0 0,1 0 0 16,0 0 0-16,-1 0 0 15,1 0 0-15,2 0 0 0,3 0 0 0,-2 0 0 16,8 0 0-16,-7 0 0 0,5 0 0 0,5 0 0 15,-9 0 0-15,10 0 0 0,-5 0 0 0,1 0 0 16,-2 0 0-16,10-2 0 0,-6 2 0 0,1 0 0 16,0 0 0-16,2 0 0 0,2 0 0 0,0 0 0 15,-2 0 0-15,2 0 0 0,-2 0 0 16,1 0 0-16,-4 2 0 0,10 0 0 0,-6 0 0 0,4 0 0 16,-2-2 0-16,-1 2 0 15,5-2 0-15,0 2 0 0,-1-2 0 0,-1 1 0 16,2-1 0-16,-3 3 0 0,1-1 0 0,-2-1 0 15,1 1 0-15,1 0 0 0,-2 2 0 0,2-3 0 16,3 2 0-16,1-3 0 0,-1 3 0 0,0-3 0 16,1 0 0-16,-2 0 0 0,2 0 0 0,-2 0 0 15,4 0 0-15,-1 0 0 0,1 0 0 0,7 0 0 16,-11 0 0-16,4 0 0 0,-1 0 0 0,-1 0 0 16,2 0 0-16,-3 0 0 15,2 0 0-15,-1 0 0 0,1 0 0 0,1 0 0 16,6 0 0-16,-10 0 0 0,7 0 0 0,-1 0 0 15,-2 0 0-15,10 0 0 0,-8 0 0 0,4 0 0 16,-11 0 0-16,17 0 0 0,-4 0 0 0,-2 0 0 16,-1 0 0-16,0 0 0 0,-8-1 0 0,15 1 0 15,-9-2 0-15,2-1 0 0,-5 3 0 0,5 0 0 16,-4-1 0-16,13 1 0 0,-6 0 0 16,-1 0 0-16,0 0 0 0,-8-2 0 0,13 2 0 15,-7 0 0-15,2 0 0 0,0 0 0 16,2 0 0-16,-6 0 0 0,9 0 0 0,-4 0 0 15,-3 0 0-15,2 0 0 0,-2 0 0 0,-9 0 0 16,16 0 0-16,-6 0 0 0,-1 0 0 0,-1 0 0 16,-11 0 0-16,6 0 0 0,-1 2 0 0,-2-2 0 15,-3 1 0-15,-1 2 0 0,-3-1 0 0,-2-1 0 16,6 1 0-16,-2-2 0 0,-5 2 0 0,0-2 0 16,-7 1 0-16,3-1 0 15,-3 0 0-15,-3 3 0 0,-1-3 0 0,-2 1 0 16,-1-1 0-16,-7 2 0 0,3-2 0 0,-2 0 0 15,-5 0 0-15,-1 2 0 0,0-2 0 0,-4 2 0 16,0-2 0-16,-4 0 0 0,1 2 0 0,-2-2 0 16,-1 0 0-16,-2 0 0 0,2 0 0 0,-4 0 0 15,2 0 0-15,-2 0 0 0,0 0 0 0,1 0 0 16,-2-2 0-16,1-4 0 0,-1 2 0 0,1-1 0 16,-3-1 0-16,0 1 0 15,0 0 0-15,0-1 0 0,-6 4 0 0,-4-2-7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43:06.1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3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1:43:40.318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16529 2907 1720 0,'0'-8'0'0,"0"5"0"0,0-1 0 0,0-1 0 0,0-1 0 0,0 0 0 16,0 2 0-16,0-1 0 0,0 1 0 0,0 2 0 0,0 1 235 0,0-2-97 0,0 1-37 0,0 2 70 0,0-1-64 0,0 1-33 15,0 0 1-15,0 0-6 0,0 0-17 0,0 0-10 16,0 0 0-16,0 0 51 0,-2 7 0 0,-4-1-51 16,1 3 10-16,-5 0 79 15,3 3-45-15,-5-1 1 0,1 2 24 0,0 2-35 16,-4 0 11-16,-1 6-45 0,-2-2 49 0,-1 2-1 16,-1 0-66-16,-3 4-24 0,-1 1 0 0,-6 4 0 15,1 1 0-15,-3 1 0 0,-1 4 0 0,-5 1 0 16,-3 3 0-16,-8 8 0 0,3-3 0 0,-7 5 0 15,0 5 0-15,-4 1 0 0,1 1 0 16,-1-3 0-16,-4 5 0 0,3-3 0 16,0-1 0-16,-2 1 0 0,1 0 0 0,1 0 0 15,0 4 0-15,3-5 0 0,1 1 0 0,10-10 0 16,-8 6 0-16,9-7 0 0,7-9 0 0,1-1 0 16,3-1 0-16,5-6 0 0,1-1 0 0,1-1 0 15,5-6 0-15,1 2 0 0,2-8 0 0,2 2 0 16,1-1 0-16,0-3 0 0,3-1 0 0,-1 0 0 15,3-5 0-15,2 0 0 0,-2 1 0 0,2-3 0 16,2 2 0-16,1-2 0 0,0-2 0 0,3-1 0 16,-1 2 0-16,0-3 0 15,2 0 0-15,-2 2 0 0,2-2 0 0,0 0 0 16,0 0 0-16,0 0 0 0,0 0 0 0,0 0 0 16,0 0-136-16,0 0-17 0,0 0 61 0,0 0-529 15,0 0 289-15,4 0 145 0,7-2-510 0,4-10 317 16,0 1 174-16</inkml:trace>
  <inkml:trace contextRef="#ctx0" brushRef="#br0" timeOffset="324.44">14974 3979 2521 0,'-8'-9'0'0,"6"5"0"0,-1 2 0 16,-1 0 0-16,2 2 0 0,-2 0 0 0,2 0 0 0,-2 9 0 0,2 7 0 0,-1 4 0 0,-1 5 152 0,1 3 114 0,-3 4-111 0,-4 10-55 16,-1-2-1-16,0-1 14 0,-6 7-40 0,1-3 0 15,-4 1-29-15,-1-2 10 0,1 1-9 0,-1-8 10 16,-7 11-11-16,0-4 70 0,0-3-91 0,-2 3-23 16,-2-1 0-16,7-10 0 0,-3 4 0 0,4-7 0 15,3-3 0-15,4-9 0 0,8-2 0 0,0-3 0 16,5-6 0-16,4-1 0 0,0-4 0 0,9 0 0 15,16-2 0-15,10-15 0 16,8-4 0-16,12-13 0 0,5 2 0 0,7-8 0 0,7-2 0 16,15-9 0-16,-2 5 0 0,1 0 0 15,1 3-236-15,-3 6 31 0,-9 3 50 0,15-2-720 16,-24 12 416-16</inkml:trace>
  <inkml:trace contextRef="#ctx0" brushRef="#br0" timeOffset="1319.84">16405 3080 1384 0,'0'-2'-4'0,"0"0"-1"0,0-2 0 0,0 3 2 0,0-4 0 0,0 5 0 0,0-3 1 0,-2-1 1 0,1 2 0 0,1 1 1 0,0-2 90 0,0 1 237 0,0 1-140 16,0-1-71-16,1-1 95 0,7-1-82 0,1 1-31 15,3 0-11-15,-1-1 61 0,1 0-52 0,4 2 0 16,-3-2-50-16,4 1 73 16,-1 1-42-16,2-2 0 0,1 3-32 0,-1-4 30 15,3 4-30-15,2-4 12 0,4 3 31 0,0-3-43 16,1 2 1-16,2-3 43 0,0 2 1 0,2 0-34 16,2 1-22-16,8 0-34 0,-3-1 0 0,2-2 0 15,2 2 0-15,-2-2 0 0,12-1 0 0,-5 1 0 16,3-1 0-16,2 1 0 0,-1-2 0 0,3 1 0 15,-2 1 0-15,1-1 0 0,-2 1 0 16,3 0 0-16,-4 0 0 0,-8 3 0 16,11-3 0-16,-5 3 0 0,0-1 0 0,0 2 0 15,-2 1 0-15,-4-4 0 0,9 4 0 0,-3-3 0 16,0 1 0-16,0 1 0 0,0-3 0 0,1 1 0 16,1 2 0-16,2-1 0 0,-1-3 0 0,3 1 0 15,0-1 0-15,-3 1 0 0,2-1 0 0,1 0 0 16,1 3 0-16,-3-3 0 0,1 2 0 0,-3-1 0 15,0 5 0-15,-1-3 0 0,1 0 0 0,0 1 0 16,-1 0 0-16,0 1 0 16,1 1 0-16,0-3 0 0,4 2 0 0,0 1 0 15,-3-3 0-15,2 2 0 0,1-1 0 0,2 0 0 16,-3-2 0-16,-2 2 0 0,1 1 0 0,0-2 0 16,-1 2 0-16,1-1 0 0,-2-1 0 0,1 2 0 15,-7 1 0-15,10 0 0 0,-7 0 0 0,2 0 0 16,-4 0 0-16,1 0 0 0,-7 0 0 0,11-1 0 15,-7-3 0-15,4 4 0 0,-2-1 0 0,0-1 0 16,-7 2 0-16,8-2 0 0,-11 2 0 0,5-1 0 16,-6 1 0-16,1 0 0 15,-8 0 0-15,6 0 0 0,-8 0 0 0,-3 0 0 16,0 0 0-16,-3 0 0 0,-3 0 0 0,-1 0 0 16,-2 0 0-16,-5 0 0 0,2 0 0 0,-2 0 0 15,-4 0 0-15,-1 0 0 0,-2 0 0 0,-1-2 0 16,1 2 0-16,-2 0 0 0,2 0 0 0,-2 0 0 15,0 0 0-15,0-2 0 0,0 2 0 0,0-2 0 16,-2 2 0-16,-1 0-133 16,-1 0 53-16,-2 0-632 0,3 0 334 0,-1 0 166 15,2 0 73-15,1-2-526 0,-1 0 311 0,2 1 155 16</inkml:trace>
  <inkml:trace contextRef="#ctx0" brushRef="#br0" timeOffset="1547.14">20969 2551 2059 0,'-6'0'0'0,"6"-3"0"0,0 1 0 16,0 1 0-16,8-1 0 0,8 2 0 0,9 0 0 0,-3 0 0 0,12 0 0 0,0 2 0 0,1 4 323 0,9 3-140 0,-10-2-69 0,3 2-26 0,1 3-10 16,-5-1-1-16,-1 2-34 0,-5 1-83 0,-5-2 52 15,-2 3-10-15,-4-1 41 0,-9 1-41 0,-2 1 0 16,-5-1 41-16,-7 4 88 0,-16 0-50 15,-16 2-1-15,-3 0-70 0,-19 5 52 0,-4-1-49 0,-18 2 27 16,-22 11-11-16,-17 2-409 16,2 1 196-16,-10 1 100 0</inkml:trace>
  <inkml:trace contextRef="#ctx0" brushRef="#br0" timeOffset="2722.66">16508 492 1307 0,'0'-8'0'0,"-2"5"0"0,2-1 0 0,0-2 0 0,-1 1 0 0,1 1 0 0,0 0 0 0,0-2 0 0,0 3 0 0,0 1 0 0,0-1 81 0,0 1 0 0,1 0 51 16,3-1-45-16,2 2-1 0,-3-1-33 0,2 2 73 15,-2 0-42-15,-1 0 0 16,2 0 3-16,-2 0 1 0,0 0-36 0,-1 3 110 0,1 5-61 0,0 1-29 15,-2 0 0-15,0 2 102 16,0 3-55-16,0 0-44 0,0 1 0 0,0-1 53 16,0 3-43-16,2 2 10 0,-2-2-17 0,2 2-1 15,-1-1-35-15,1 1 34 0,0 1-34 0,-2 1 10 16,3 0-10-16,-3 1-26 0,0 1-16 0,0 1 0 16,0 1 0-16,0-5 0 0,0 9 0 0,0-5 0 15,0 3 0-15,0 1 0 0,0-2 0 0,0 1 0 16,0 4 0-16,-3-2 0 0,3 0 0 0,0 4 0 15,0-2 0-15,0-2 0 16,0 3 0-16,0-2 0 0,0 1 0 0,0-1 0 16,0 0 0-16,0 2 0 0,0 1 0 0,0-2 0 15,0-1 0-15,-2 2 0 0,0 1 0 0,-1-2 0 16,1 4 0-16,-2-4 0 0,3 3 0 0,-3 2 0 16,2-3 0-16,-2 2 0 0,4 2 0 0,-1-4 0 15,-1 3 0-15,2 0 0 0,0-3 0 0,0 3 0 16,0-2 0-16,0 0 0 15,0 0 0-15,0 0 0 0,0-1 0 0,0 1 0 0,0 0 0 16,0 2 0-16,0-1 0 0,0 6 0 16,0 0 0-16,0-7 0 0,0 12 0 0,-3-12 0 15,-1 5 0-15,1 6 0 0,-1-6 0 0,0-1 0 16,3-1 0-16,-5 4 0 0,3-3 0 0,-4 6 0 16,3-5 0-16,1-2 0 0,-1 11 0 0,1-7 0 15,3-5 0-15,-2 1 0 0,2-1 0 0,0-3 0 16,0-1 0-16,0-3 0 0,0-1 0 0,0-2 0 15,2-5 0-15,-1 1 0 0,3-5 0 0,-2 0 0 16,0-3 0-16,-1-5 0 16,1 0 0-16,0-3 0 0,-2-3 0 0,0-1 0 15,0-2 0-15,0 0 0 0,0 0 0 0,0 0-69 16,-2-2-6-16,2-9-562 0,0-5 296 0,0-8 149 16,0-4 64-16,2-4-693 0</inkml:trace>
  <inkml:trace contextRef="#ctx0" brushRef="#br0" timeOffset="3057.61">16638 699 1142 0,'0'-34'0'0,"-2"3"0"0,0 6 0 0,0-4 0 0,0 4 0 0,2 3 0 0,-3 4 0 16,1 2 0-16,0 5 0 0,0 6 0 0,0-1 55 0,-1 3 66 0,-5 3-39 0,-2 3 1 0,0 12-39 0,-8 5 44 16,2-1 11-16,-5 5-55 0,-4 4 145 0,1-1-72 15,-8 5-37-15,3-1 54 0,1-5-34 0,-4 5-11 16,0-2-45-16,1-1-83 15,2-6 41-15,1 3 1 0,3-2 52 0,2-6-305 0,7-3 147 16,2 0 74-16,5-7 27 0,0-1-228 16,4-4 90-16,5-2 11 0,0 0-389 15,4-9 237-15</inkml:trace>
  <inkml:trace contextRef="#ctx0" brushRef="#br0" timeOffset="3275.73">16501 466 2909 0,'4'-3'-2'0,"1"3"0"0,6 0 1 0,1 0 1 15,1 6 0-15,4 6 0 0,3 1 0 0,6 6 0 0,1-1 0 0,8 4 0 0,-3 2 184 0,-3-4-69 0,2 2 210 0,1-1-146 0,-2-1-68 16,0 1-22-16,1-3-65 0,-5-3-24 0,-5-3 0 16,2 2 0-16,-7-3 0 0,-4-2 0 15,-3-3-22-15,-2-1-30 0,-5-2 57 0,0-1-10 16,-1-2-213-16,-1 0 123 0,0 0-6 15,0 0 54-15,-5 0-344 0,-1-2 146 0,3-1 100 16,-1 2-612-16</inkml:trace>
  <inkml:trace contextRef="#ctx0" brushRef="#br0" timeOffset="4441.6">16452 3089 1063 0,'-4'-2'0'0,"-1"-2"0"16,3 2 0-16,-2-1 0 0,1-1 0 0,1 2 0 0,-1-4 0 0,1 3 0 0,2-3 0 0,0 2 0 0,0-1 121 0,0-2-37 0,5 1 11 15,4-4-7-15,2 3 1 0,1-3-44 0,0 1 1 16,1 0 49-16,3-3-38 0,-2 1-11 0,4 0 55 16,1-2 0-16,-3 1-56 0,3 0 1 0,-1-2 65 15,2 3-66-15,4-5 1 0,-2 4-1 0,3-1-45 16,3-2 1-16,2-3 56 0,0 3-102 0,9-3 45 16,1-1 0-16,3-1 40 0,5-1-150 0,-1-2 68 15,12-3 31-15,-3-1-51 0,3 2 39 0,-1-2 0 16,2 1 0-16,-8 4-16 15,13-8 1-15,-3 5 11 0,-1 0 21 0,-1 0 48 16,0 2-50-16,-5-1-10 0,10-3 9 0,-1 3 49 16,0-3-1-16,0 1-38 0,0-1 39 0,6 1 7 15,-5 0-44-15,3 0 57 16,-1 1-52-16,3-2 5 0,1 1-3 0,0 3 5 0,-1-2-4 0,4-2 5 16,-3 3-4-16,0 1-40 0,-1-3 39 0,-6 6 3 15,12-7-3-15,-6 2-55 0,0 1 53 0,-3 0-4 16,2-3-35-16,-7 5 34 0,14-6-5 0,-9 3-39 15,1-1 39-15,-1 2 2 16,2-3-4-16,0 2-40 0,0-2 40 0,4 3 0 16,1-2-2-16,-3-2-33 0,-7 7 30 0,-10 1 2 15,3 0-7-15,-7 1 6 0,-3 2-4 0,-7 2-5 16,-9 4 6-16,1 0-1 0,-3 2-1 0,-7 1 53 16,-1 1-49-16,-4 1 0 0,-3 0 1 0,-4 3 113 15,1-1-51-15,-1-1 0 0,-2 4-45 0,-3 0 126 16,1-2-51-16,-3 1-37 15,1 0 21-15,-1 0 0 0,-2 2-24 0,1-1-18 16,0 1-22-16,-2 0-9 0,0 0 55 16,0 0-339-16,0 0 152 0,0 0 77 0,0 0 33 0,-5 1-699 15,-7 9 321-15</inkml:trace>
  <inkml:trace contextRef="#ctx0" brushRef="#br0" timeOffset="5607.96">21066 1001 1913 0,'0'-4'0'0,"0"-1"0"0,0 5 0 0,-2-2 0 0,2 0 0 0,0-1 0 0,0 2 0 0,-1 1 0 0,-1 0 0 0,-2 4 0 0,-1 9 85 0,-2 4 73 0,0 2-47 16,0 4-39-16,-2 5 164 0,-3-1-97 0,3 3-48 16,-5 2 0-16,3-2 79 0,0 0-69 0,-3 0-30 15,2 0 9-15,1-1-1 0,-3-3-36 0,3-4 11 16,-3 7-61-16,4-7 1 0,0-3 49 0,0 0-102 16,3-2 52-16,2-3 10 0,-1-4 39 0,3 0-97 15,1-5 48-15,2-3-7 0,0 0-1 0,-3-2-233 16,3 0 99-16,0-2 71 15,0-13-62-15,0-6 45 0,5-4 34 0,2-2-12 16,4-5-144-16,2-7 87 0,0-1 43 0,0-1-76 16,2-4 60-16,-2 5 19 0,5-11 11 15,-6 9 38-15,4 2-8 0,-4 7 0 0,4-5 0 0,-3 9 130 16,-1 1-60-16,-1 8-34 0,-2 1 302 16,1 1-165-16,-3 7-59 0,0 2-45 0,-1 3 406 0,-1 3-204 15,2 0-54-15,0 3 61 0,0 0-85 0,0 8-59 16,4 5 0-16,-4 7 70 15,2 2-58-15,-2 4-31 0,0 6-54 0,-2 8-18 16,0-1 0-16,-3 5 0 0,0 1 0 0,0 1 0 16,0-5 0-16,0 7 0 0,1-12 0 0,-1 2 0 15,1-4 0-15,0-2 0 0,-1-5 0 0,0-4 0 16,2-1 0-16,-2-5 0 0,-1-6 0 0,1-4 0 16,-2-3 0-16,2-2 0 0,-2-2 0 0,0 0 0 15,2-6 0-15,1-12 0 0,6-1 0 0,0-12 0 16,2 4 0-16,6-12 0 0,-1 2 0 0,2-2 0 15,-2 5 0-15,5-9 0 16,-5 10 0-16,2 0 0 0,-1 3 0 0,-2 2 0 16,-2 7 0-16,-2-1 0 0,0 5 0 0,-1 4 0 15,-4 4 0-15,-3 3 0 0,1 1 0 0,-2 4 0 16,0 1 0-16,1 0 0 0,1 1 0 0,1 13 0 16,-4 3 0-16,5 5 0 0,-4 3 0 15,1 4 0-15,-1 0 0 0,2 2 0 0,-1-2 0 16,1 3 0-16,3-3 0 0,-2-2 0 15,0 3 0-15,1 0 0 0,-1-9 0 0,2 5 0 16,-2 1 0-16,-1-6 0 0,-1 1 0 0,3-1 0 16,-2-2 0-16,-1 0 0 0,2-5 0 0,-2 2 0 15,1-8 0-15,-2 2 0 0,2-2 0 0,-3-1 0 16,1-1 0-16,0-3 0 0,0-1-769 0,-2 0 340 16,0-1 183-16,0-1 106 0,0 0-616 0,0 0 357 15</inkml:trace>
  <inkml:trace contextRef="#ctx0" brushRef="#br0" timeOffset="6061.61">20144 1367 1740 0,'-4'-10'0'0,"1"-1"-4"0,-1 2-4 0,-1-1 1 0,0 1 2 0,3 3 0 0,-1 0 2 0,1 2 0 0,0-1 1 0,2 4 1 0,0-1 141 15,0 0 169-15,0 2-120 0,11 0-77 0,6 0-33 16,4 0 33-16,4 0-32 0,2 2-1 0,5 0-39 16,0-1 6-16,4 2 0 0,-2-3 0 0,0 2-102 15,-2-2 51-15,-4 1 11 0,4-1 40 0,-9 0-132 16,-3 0 65-16,-1 3 20 0,-10-3-45 0,0 1 20 16,-1 1-5-16,-6 1 5 0,0-3 233 0,0 3-104 15,-2 2-46-15,0 1 180 0,-4 1-109 0,-6 2-36 16,-1 2-31-16,0 5 251 15,-3-1-312-15,2 4 0 0,-6 6 0 0,2 0 0 16,-1 4 0-16,-2 4 0 0,0 1 0 0,-5 12 0 16,-1-1-6-16,0 3-1103 0,-7 9 549 0,-3-1 228 15,3-5 86-15</inkml:trace>
  <inkml:trace contextRef="#ctx0" brushRef="#br0" timeOffset="6869.85">13371 4432 1561 0,'-10'-26'0'0,"2"5"0"0,2 0 0 0,2 1 0 0,4-5 0 0,0-3 0 0,0 0 0 0,14 0 0 0,6 2 0 0,3-3 0 0,5 5 102 0,2 2 146 16,2 5-100-16,0 3-51 0,-2 9 1 0,0 3 89 15,2 2-75-15,-4 0-33 0,0 13 0 0,-1 3 66 16,-5 5-49-16,0 4 12 0,-2-3-60 0,-2 4 44 16,-5-1 0-16,0 0-44 0,-6-1 53 0,0-3 12 15,-2 1-66-15,-3-1 0 16,-2-3 58-16,0 2 0 0,0-2-57 0,-5 0-23 15,-7-4-25-15,-3 1 0 0,0 0 0 0,-2-3 0 16,-2-2 0-16,-1-2 0 0,-6-1 0 0,1-2 0 16,1-4 0-16,-1 0-10 0,3-1-42 0,-1 0 27 15,4 0-7-15,1 0-370 0,4 0 193 0,5-1 61 16,0-3 61-16,4-1-402 0,5-1 227 0,0-4 108 16,12 1 52-16,11-6-399 0,3 0 227 0,4-3 101 15,8-7-238-15,-2 0 182 16,-1 1 90-16</inkml:trace>
  <inkml:trace contextRef="#ctx0" brushRef="#br0" timeOffset="7048.81">13881 4198 1920 0,'18'-31'-5'0,"-1"3"0"0,-6 0 2 0,-3 1 0 0,-4 9 2 0,-4-2 0 0,0 5 1 0,0 1 0 0,-12 6 0 0,-2 5 0 0,-4 0 319 0,-6 3-136 16,4 4-68-16,-5 12 384 0,2 4-232 0,1 4-110 0,3 7 119 16,2 1-115-16,6 1-109 0,6 2-52 0,3-2 0 15,2 0 0-15,0 3 0 0,13-1 0 0,6-4 0 16,7-1 0-16,10 0 0 15,-1-7 0-15,6-3-2 0,3-1-71 0,2-4 59 16,-4-4-782-16,12 0 389 0,-5-2 124 0,2-4-434 16,1-5 336-16,3 0 166 0</inkml:trace>
  <inkml:trace contextRef="#ctx0" brushRef="#br0" timeOffset="7561.19">15633 2896 951 0,'-11'-15'0'0,"0"3"0"0,0 3 0 0,-3-1 0 16,3 4 0-16,-3-3 0 0,-2 6 0 0,0-1 0 0,4 2 0 0,-2 2 0 0,1 0 464 0,1 0-210 0,0 12-104 0,1 3 98 0,2 7-108 0,0 2-47 0,6 4-1 0,1 5 141 16,2 0-94-16,0 1-36 15,0 0-11-15,4 0 57 0,9-5-52 0,4 2 0 16,4-5-52-16,1-4-16 0,4-1 15 0,2-6 1 15,2-4-80-15,2-3 39 0,5-6 1 0,-2-2-28 16,-1 0 29-16,-2-4-1 0,0-10 40 0,0-5-66 16,-4-4 29-16,-2-3-8 0,-6-2-22 0,-1-2-30 15,-6 0 19-15,-3 0-1 0,-4-1 43 0,-4-1-35 16,-2 1-6-16,0-4 34 0,-14-3 43 0,-1 5-43 16,-6 1-1-16,-2 6 113 0,-4 3-52 0,-3 8 0 15,-2 4-49-15,-3 7 142 0,-2 4-61 0,0 0-29 16,5 3-18-16,0 9-47 15,6 3 0-15,3 4 0 0,3 3 0 0,2 0 0 16,6 4 0-16,0 4 0 0,6 0-242 0,5 2-2 16,1 2 111-16,1-1-768 0,17 5 434 0,6-6 211 15,6 2 106-15</inkml:trace>
  <inkml:trace contextRef="#ctx0" brushRef="#br0" timeOffset="8054.44">21907 2545 2413 0,'-9'-2'0'0,"6"2"0"0,3 0 0 0,0 0 0 0,0 2 0 0,0 4 0 0,3 0 0 0,10 6 0 0,3-3 0 0,5 4 0 0,-3 1 88 0,10 2 202 0,-3 0-123 0,1-2-61 15,-1 3-48-15,-2-2-13 0,-4 0 11 0,2-1-262 16,-4 1 125-16,-2 0 63 15,-4 0 31-15,-3 0-393 0,-5-2 214 0,2 1 98 16,-3-4-26-16,-1 0-460 0,-1-5 231 0,0 1 139 16,2-4 59-16,2-2-136 0</inkml:trace>
  <inkml:trace contextRef="#ctx0" brushRef="#br0" timeOffset="8380.85">22452 2462 2659 0,'2'-17'0'0,"-2"6"0"0,0 0 0 16,0-3 0-16,0 1 0 0,0 6 0 0,0-4 0 0,0 6 0 0,0 2 0 0,-2 2 0 0,2-1 129 0,-1 2 491 0,-1 0-294 0,-4 0-141 0,-2 11-173 0,-1 5-12 15,-2 3 0-15,-1 2 0 0,-4 5 0 0,-3 3 0 16,-3 3 0-16,-1 3 0 0,-2 0 0 0,3 0 0 16,-8 7 0-16,1 0 0 0,-3 5 0 15,-1 6 0-15,1 1 0 0,3-8 0 16,-8 17 0-16,5-6 0 0,2-1 0 0,0-3 0 15,2 2 0-15,1-7 0 0,2 3 0 0,-1-1 0 16,1-2 0-16,4 1 0 0,3-7 0 0,0-7 0 16,4 4 0-16,0-7 0 0,3-2 0 0,1-3 0 15,3-9 0-15,0 3 0 0,1-6 0 0,2-1 0 16,1-6 0-16,0 2 0 0,1-2 0 0,-1-2 0 16,1-1 0-16,-2-1 0 0,1 2 0 0,-1-2 0 15,0-2 0-15,2-1-41 0,-1 1-199 0,-2-2 99 16,2 0-908-16,-5 0 502 0</inkml:trace>
  <inkml:trace contextRef="#ctx0" brushRef="#br0" timeOffset="9139.54">15313 842 1259 0,'-10'-2'0'0,"-1"-4"0"0,1 0 0 0,2 0 0 0,1 0 0 0,2 2 0 0,0-2 0 0,3-3 0 0,2 3 0 0,0-2 0 0,12 2 44 0,10-3 141 0,2 1-70 0,7 3-35 15,0-1 82-15,3 2-65 0,3 3 1 0,-4 1-54 16,1 0 51-16,-2 0-50 0,-7 0 11 0,5 5-51 16,-8 1 39-16,-3 4 1 0,-3 1 0 0,-2 0-23 15,-5 2 23-15,-6 2-1 0,-3 2 1 0,0 5 7 16,-7 1-7-16,-12 3 11 0,-9 4 66 16,1 0-39-16,-4-1 1 0,0 3 116 0,-4-2-77 0,5-6-28 15,-6 8-12-15,10-7 140 16,-1 2-89-16,4-2-78 0,7-6-56 0,3 1 0 15,6-5 0-15,4 1 0 0,3-3 0 0,0-2 0 16,3-1 0-16,10-1 0 0,6-3 0 0,9 0 0 16,-2-3 0-16,4-1 0 0,2-2 0 0,2 0 0 15,-3 0 0-15,-4 0 0 0,-1-2 0 0,-5-1 0 16,0 3 0-16,-4-3-266 0,-2 1 91 0,-6 1 50 16,-2-2 46-16,-1 2-318 0,-3-1 176 15,-1 2 78-15,-1 0-294 0,-1-3 197 16,0 2 97-16,0-4 50 0,0-1-134 0,0-2 80 15,-3-4 57-15</inkml:trace>
  <inkml:trace contextRef="#ctx0" brushRef="#br0" timeOffset="9354.82">15241 978 2176 0,'-14'2'0'0,"7"1"0"0,1-2 0 0,4-1 0 0,1 0 0 0,1 1 0 0,0-1 0 0,3 3 0 0,18 1 0 0,3-1 0 0,9-1 418 16,2-2-187-16,3 0-82 0,8 0-58 0,-2 0 66 16,-1 0-57-16,-8 0-27 0,3 0 0 0,2 0-3 15,-3 0-25-15,-2 0 0 0,-1 0-312 0,-2 0 156 16,-2 0 78-16,-5 0 50 0,5 0-608 0,-6 4 308 16,1-1 73-16,0 3-565 0,-3-3 354 0</inkml:trace>
  <inkml:trace contextRef="#ctx0" brushRef="#br0" timeOffset="9527.25">16331 1099 2824 0,'0'0'0'0,"0"0"0"0,0 4 0 0,0-4 0 0,0 2 0 0,0-2 0 0,0 0 0 0,2 1 0 0,2-1 0 0,2 0 0 0,0 0 145 0,-1 0 381 0,3 0-240 16,2 0-136-16,-3 0-150 0,0 0-75 0,0 0-6 15,0 0 64-15,-2 6-824 0,-1 3 443 0,0 4 221 16</inkml:trace>
  <inkml:trace contextRef="#ctx0" brushRef="#br0" timeOffset="10685.47">20580 1371 1077 0,'0'0'0'0,"0"-2"0"0,0 0 0 0,0 0 0 0,0 2 0 0,0 0 0 0,0-2 0 0,0 2 0 0,0 0 0 0,0 0 0 0,1 0 78 15,1 0-1-15,0 0 19 0,0 0-52 0,1 0 0 16,-2 0 0-16,1 0-31 0,0 2 31 0,-2 2 12 16,0 4-12-16,0-1-214 0,0 1 106 0,0 3 55 15</inkml:trace>
  <inkml:trace contextRef="#ctx0" brushRef="#br0" timeOffset="10827.65">20560 1571 1039 0,'-7'5'0'0,"4"2"0"0,-1-1 0 16,0-3 0-16,2 3 0 0,1-2 0 0,1 1 0 0,0 1 0 0,0 3 0 0,0-1 0 0,1 6 44 0,3-2-166 0</inkml:trace>
  <inkml:trace contextRef="#ctx0" brushRef="#br0" timeOffset="10972.31">20498 2009 981 0,'-7'14'0'16,"0"-2"0"-16,3-2 0 0,1 0 0 0,1-3 0 0,2 2 0 0,0 0 0 0,0-3 0 0,0 4 0 0,2 1 0 0,3 0 55 0,2 2-402 0</inkml:trace>
  <inkml:trace contextRef="#ctx0" brushRef="#br0" timeOffset="11124.47">20439 2492 1125 0,'-8'8'0'0,"3"1"0"0,1 1 0 0,0-4 0 0,2 0 0 0,2-2 0 0,0 2 0 0,0 1 0 0,0 0 0 0,2 1 0 0,2 2-59 0,1-1 62 0,5 2-10 16,-4 1-399-16,-1-1 199 0</inkml:trace>
  <inkml:trace contextRef="#ctx0" brushRef="#br0" timeOffset="11255.84">20433 2832 1005 0,'-7'13'-1'0,"1"-2"1"0,-1 4-1 0,1-3 1 0,3-1 0 0,-2-2 0 0,1 0 0 0,3 0 0 0,1 1 0 0,0 0 0 0,0-1 14 15,0 3 0-15,0 1 30 0,1-3 10 0,5 4-246 16,0 1 114-16,0-2 58 0,-3 1 28 0</inkml:trace>
  <inkml:trace contextRef="#ctx0" brushRef="#br0" timeOffset="11598.79">20371 3324 1309 0,'-9'19'0'0,"0"-2"0"0,1-1 0 0,2-4 0 0,2-1 0 0,1-1 0 0,3-1-1 0,0 0 0 0,0 3 1 0,0-1-1 0,0-2-4 0,5 3 18 16,3-1 0-16,0 0-344 0,-1 0 171 0,-3 2 85 15,1-2 44-15,0 4-224 0,-2 1 116 0,-1-6 57 16,-2 5 30-16,0-5-21 0,0 5 9 0,0-1-1 16,0-3 201-16,0 0-113 0,-3 2-32 0,-4-3-11 15,2 3 104-15,1-2-44 0,0 0-36 0,3-1 270 16,-1 1-136-16,0 0-25 0,2-1-51 0,0 1-55 16,0 0 23-16,0-2 41 15,0 0-33-15,2 1-271 0,3 0 125 0,-1 1 60 16,1-3-183-16,-1 0 101 0,-1 2 61 0,-1-2-5 15,-2 5 8-15,0-6 34 0,0 3 32 0,0-1 93 16,0-3-84-16,0 1-36 0,0-2-15 0,-5 1 215 16,1 0-80-16,2 0-55 0,1-2 14 0,-1-1 237 15,2 3-101-15,-2-2-79 0,2 2 38 0,0-2-52 16,0 1-1-16,0 0-41 0,0-1-232 0,2 1 110 16,3 0 56-16,2-2-432 0</inkml:trace>
  <inkml:trace contextRef="#ctx0" brushRef="#br0" timeOffset="11716.91">20376 4052 1846 0,'-9'2'-1'0,"2"2"1"0,0 0 0 0,1-2 0 16,1 0 0-16,-2-2 0 0,6 0 0 0,-3 0 0 0,4 0 0 0,0 0 0 0,0 1 93 0,0 1-1 0,0 2-172 0,0 0 55 0,0 0 33 16</inkml:trace>
  <inkml:trace contextRef="#ctx0" brushRef="#br0" timeOffset="12943.56">15590 3998 1346 0,'-6'0'0'0,"3"0"0"0,1 0 0 0,0 0 0 0,0 0 0 0,0 0 0 0,2 0 0 0,-2 0 0 0,2 0 0 0,0 0 0 0,0 0 82 0,0 0 0 15,6 0-37-15,3 0 65 0,2 0-22 0,3 0-11 16,-2 0-148-16,4 0 58 0,-2 0 29 0,4 0-1 16,-2 0-327-16,5 4 173 0,-2 1 70 0,1 4-402 15,3-1 199-15,-2 0 126 0</inkml:trace>
  <inkml:trace contextRef="#ctx0" brushRef="#br0" timeOffset="13084.67">16172 4119 1350 0,'17'3'0'0,"0"3"0"0,-2-4 0 0,0-2 0 0,2 0 0 0,-2 0 0 0,2 0 0 0,-1 0 0 0,4-2 0 0,-4-1 0 0,3 0 76 0,-2-2 127 0,2 2-79 15,0 2-39-15,2-1 10 0,4 2-278 0,3 0 114 16,3 0 57-16,4 0-582 0</inkml:trace>
  <inkml:trace contextRef="#ctx0" brushRef="#br0" timeOffset="13244">17168 4130 1685 0,'3'0'0'0,"-1"0"0"0,2 0 0 0,-1 0 0 0,3 0 0 0,-1-2 0 0,3-1 0 0,2 2 0 0,2-4 0 0,7 3 0 0,1-1 101 0,7 0-58 0,3-1 0 15,4 2 0-15,8-1-520 0,-1 0 260 0,-4 2 140 16</inkml:trace>
  <inkml:trace contextRef="#ctx0" brushRef="#br0" timeOffset="13405.45">18062 4111 1649 0,'11'2'0'0,"1"-1"0"0,0-1 0 0,1 0 0 0,2 0 0 0,-2 0 0 0,3-1 0 0,4-1 0 16,1 0 0-16,3 0 0 0,-4 0 82 0,10 2-217 0,0 0 89 0,4 0 44 0,8-2-414 15,-1 2 211-15,-2 0 108 0,11 0 51 0,-10 0-202 16,-4 0 115-16</inkml:trace>
  <inkml:trace contextRef="#ctx0" brushRef="#br0" timeOffset="13633.62">18935 4141 941 0,'26'2'0'0,"2"1"-1"0,1-3 1 0,0 0 0 0,4 0 0 0,-2 0-1 0,1 0 1 0,2 0 0 0,0 0 0 0,0 0 0 0,-1 0 69 0,3 0-27 0,-3 0-67 0,3 0 34 15,2 4 10-15,5 0 22 0,-4-2-262 0,3 2 120 16,-1-1 60-16,-7 3-150 0,5-2 95 0,-2-3 47 16,-4 1 1-16,-1-2 70 0,-5 3 0 0,-5-3-38 15,2 0-50-15,-3 0 290 0,-3 0-118 0,1 0-55 16,-4 0 140-16,-1 0-75 16,-5 0-50-16,0 0 15 0,-1 0 218 0,-1 0-129 15,-1-3-63-15,-2 3-16 0,-1 0-39 0,1 0-10 16,-1 0-1-16,-2 0-436 0,1 0 218 0,0 0 109 15</inkml:trace>
  <inkml:trace contextRef="#ctx0" brushRef="#br0" timeOffset="14195.17">20971 2907 1424 0,'-2'-2'0'0,"2"0"0"0,-2 0 0 0,0 0 0 0,0 1 0 0,0-1 0 0,1 2 0 0,-1 0 0 0,-3 0 0 16,0 0 0-16,1 0 77 0,-3 7 87 0,0 0-62 0,-2 4-20 0,0 1-10 0,0 5-113 16,-3 0 41-16,0 4 0 15,1-1-385-15,1-1 222 0,-1 4 98 0,2-2 52 16</inkml:trace>
  <inkml:trace contextRef="#ctx0" brushRef="#br0" timeOffset="14335.55">20776 3289 1870 0,'-9'9'0'0,"0"6"0"0,0-4 0 0,-1-1 0 0,-3-3 0 0,1 1 0 0,-2-1 0 0,1 3 0 0,1-2 0 0,1 3 0 0,-1 3 364 0,0 1-161 0,1 2-71 15,2 2-51-15,-3 3-257 0,1 2 108 0,1 1 55 16,3 0-769-16</inkml:trace>
  <inkml:trace contextRef="#ctx0" brushRef="#br0" timeOffset="14490.47">20344 3956 2015 0,'-18'5'0'0,"9"5"0"0,-3-2 0 0,1 0 0 0,2-1 0 0,1-1 0 0,4 1 0 0,3-1 0 0,-1 2 0 0,2-1 0 0,0 2 67 0,0-1-365 0,0 1 170 0,2 1 84 15,3-1-332-15,0 5 187 0,-2-3 93 0</inkml:trace>
  <inkml:trace contextRef="#ctx0" brushRef="#br0" timeOffset="14616.3">20221 4228 1784 0,'-13'7'0'16,"2"2"0"-16,2-4 0 0,-1 1 0 0,2-2 0 0,1 0 0 0,2-3 0 0,2-1 0 0,1 3 0 0,0-3 0 0,2 0 202 0,0 2-81 0,0-2-40 0,0 0 1 0,2 1-233 15,3-1 106-15,0 0 39 0,1 0-1 0</inkml:trace>
  <inkml:trace contextRef="#ctx0" brushRef="#br0" timeOffset="15773.62">20528 1463 1572 0,'-10'0'0'0,"4"-3"0"0,1 2 0 0,1-5 0 0,0 1 0 0,3-1 0 0,1-1 0 0,0-3 0 0,0 1 0 0,0 0 0 0,3-3 72 0,8 1 32 15,2 0-30-15,4-4-1 0,2 1-30 0,0 1-68 16,7-3 28-16,-3 1 1 0,1 0-311 0,0-3 175 15,-1 2 87-15,-4 2 55 0,3-4-545 0</inkml:trace>
  <inkml:trace contextRef="#ctx0" brushRef="#br0" timeOffset="15918.85">20920 946 1595 0,'8'-15'0'0,"-3"2"0"0,3-2 0 0,-1 2 0 0,3-3 0 0,-1 2 0 0,0-1 0 0,5 0 0 0,-3 0 0 0,3 1 0 0,0 2 229 0,2-3-94 0,2 3-45 15,3-3-1-15,-1 7-175 0,4-7 59 0,3 6 35 16,-3 0-190-16,0 2 113 0,-3 3 55 16,0 0-606-16</inkml:trace>
  <inkml:trace contextRef="#ctx0" brushRef="#br0" timeOffset="16037.23">21311 634 1425 0,'1'-1'0'0,"1"-1"0"0,0-5 0 0,0 2 0 16,-2 0 0-16,2 0 0 0,-1 0 0 0,1 0 0 0,5 1 0 0,-2 3 0 0,2-1 75 0,2 0-84 0,2 2 0 0,1 0 52 0</inkml:trace>
  <inkml:trace contextRef="#ctx0" brushRef="#br0" timeOffset="16342.61">21549 606 1323 0,'-3'0'0'0,"-2"0"0"0,1 0 0 0,3 0 0 0,-3 0 0 0,2 0 0 0,2 0 0 0,-2 0 0 0,2 0 0 0,0 0 0 0,0 0 168 0,0 0-52 0,0 0-43 16,0 0 174-16,0 0-103 0,0 4-51 15,0 0 77-15,0 1-55 0,0 3-41 0,0 4-1 0,0-2-215 16,0 4 91-16,0 2 47 16,0 5 9-16,0 0-684 0</inkml:trace>
  <inkml:trace contextRef="#ctx0" brushRef="#br0" timeOffset="16514.5">21567 1151 2633 0,'-10'4'0'0,"2"10"0"0,3-3 0 0,-2-4 0 0,-2 6 0 0,2 0 0 0,2 0 0 0,0 2 0 0,1 1 0 0,2 0 0 0,1 5 132 0,-1-3-51 0,2 8-262 16,-2-1 110-16,0 0 56 0,0 3-717 15,-1 0 363-15,-1 2 182 0</inkml:trace>
  <inkml:trace contextRef="#ctx0" brushRef="#br0" timeOffset="16799.12">21429 1864 2893 0,'-2'18'0'0,"2"-2"0"0,0-1 0 0,-2-7 0 0,-1 3 0 0,3-4 0 0,-2 3 0 0,2 0 0 15,0 0 0-15,0 2 0 0,0-3 129 0,0 3-34 0,0-1-148 0,4 2 46 0,1-2 1 0,2 3 46 16,2 0-518-16,0 1 270 0,-2 3 119 0,-3 5-594 16,-1 1 346-16,1 2 172 15,-1-2-20-15,-1-2-191 0,-2 9 173 0,0-1 81 16,0 2 41-16,-3 0 115 0,-1-2-38 0,-1-8-9 16,-5 9-56-16,2-7 0 0,3-5 29 0,-3 2 37 15,3-3 422-15,0 1-261 0,1-2-93 0,-1-4 595 16,3 0-267-16,1 0-183 0,1-4-53 0,0 1 192 15,-2-1-159-15,2-2-75 0,0 2-37 0,0-4-179 16,0 1 71-16,0-1 45 0,0 1-10 0,0-3-260 16,0 6 148-16</inkml:trace>
  <inkml:trace contextRef="#ctx0" brushRef="#br0" timeOffset="17547.75">21438 609 1081 0,'6'-12'0'0,"2"5"0"0,-1 0 0 0,-1-3 0 0,1 2 0 0,-2 1 0 0,2-1 0 0,-4 2 0 0,1-1 0 0,0 3 0 0,-3 2 124 0,1 0-42 16,0 1 11-16,-2-1 22 0,0 2-37 16,0 0 0-16,0 0 74 0,0 0-55 0,0 0-17 15,0 0-11-15,0 5 30 0,-5 4-29 0,-3 1 0 16,0 2-29-16,-3 3 68 0,-3 3-39 0,-4-1 0 15,-3 5 3-15,-1 2-32 0,-6 3 1 0,2-2 10 16,-10 6-62-16,-1-1 51 0,-1 2 1 0,-5 2-12 16,-3 0 12-16,0 1 10 0,-9 3-11 15,4-2 28-15,-1 0-1 0,1-1-26 16,0 2-1-16,8-5 24 0,-3 1-23 0,0 1-1 16,5-5-59-16,4 1 29 0,-2-2 3 0,9-5 36 15,2 2-181-15,1-5 80 0,6 0 34 0,2-5-231 16,4 0 118-16,3-4 68 0,3-2 9 0,4-3-80 15,1-1 32-15,2 0 39 0,2-3-20 0,0-1-201 16,0 1 125-16,0-2 59 0,6 0-348 0,8 0 203 16,7-2 101-16</inkml:trace>
  <inkml:trace contextRef="#ctx0" brushRef="#br0" timeOffset="18139.03">21613 555 960 0,'0'-2'0'0,"2"1"0"0,0 1 0 0,0-2 0 0,-1 2 0 0,1 0 0 0,0 0 0 0,0 0 0 0,-2 0 0 0,0 0 0 0,0 0 167 0,0 3-51 0,0 6-41 15,0 0-1-15,0 3 76 0,0-1-53 0,-2 4-1 16,0-3-42-16,0 6 49 0,2-2-30 0,-1 2 0 16,1 3 20-16,0 0-49 0,0 3 10 0,0 2-11 15,0 0-27-15,0 2 27 0,0-1 0 0,0 4 0 16,0 0 11-16,-2 0-11 0,0 1 0 0,0 1 20 15,0 0-23-15,0 0 1 0,-1 2 9 0,0 0 17 16,-1 1-29-16,3-3 0 0,-3 3-65 0,2 0 30 16,-2 1 7-16,1 2 25 0,-1 3 0 0,-1-8-160 15,0 11 68-15,0-6-122 0,1-3 88 0,0 9 47 16,-1-6 8-16,1-3-40 16,1 1 16-16,-4-1 0 0,2 1-10 0,-1-3 68 15,-1 1-47-15,0-4 20 0,-3 1-28 0,2 1 174 16,-1-3-74-16,1 1-31 0,1-3 89 0,0 2-56 15,-3 1-12-15,0 2-33 0,3-1 12 0,2 0-9 16,-4-1 24-16,0-1-87 0,2 2 35 0,-2-3 1 16,0 6 29-16,-1-4-32 0,1 2-11 15,-2-3 37-15,-1 1-69 0,1 1 28 16,-1-2-19-16,1 2 47 0,-3 2-64 0,2-4 28 16,1-1-10-16,4-1-4 0,-5 1 1 0,6-6 38 15,-1 0-4-15,3-5-54 0,1-1 24 0,1-6-8 16,2-1 27-16,0-3-236 0,0-2 118 0,0-1 59 15</inkml:trace>
  <inkml:trace contextRef="#ctx0" brushRef="#br0" timeOffset="18982.58">20461 1460 678 0,'0'-5'0'0,"2"-1"0"0,3 1 0 0,-4 1 0 0,1-1 0 0,0 0 0 16,0 0 0-16,0 2 0 0,-1 0 0 0,-1 2 0 0,0-1 65 0,0 0 0 0,0 2 28 0,0 0-28 15,0 0 1-15,0 0 28 0,0 0-10 0,2 0-44 16,0 2-9-16,0 4 9 0,-2 5 0 0,2-2 9 0,-2 4 13 16,2 5-23-16,-2-2 1 0,0 3 0 15,0 3 26-15,0 3-17 0,0 3-9 16,0-1 0-16,0 7-14 0,0-1 14 0,-4 2 0 16,0 4 9-16,1-3 19 0,-1 4 1 0,0 0-30 15,-2 3 16-15,2-4-15 0,1-3 9 0,-1 9-74 16,0-4 32-16,1 0 1 0,1-1 31 0,2 1-156 15,-2-3 76 1,2 7 22-16,0-4 0 0,0-6-104 0,0 3 66 0,0-2 15 16,0 0 1-16,0-2-11 0,0-3 0 0,-4 5-2 0,3-4 75 0,1-1-19 15,-3-6-25-15,1 7 148 16,0-3-68-16,2-2-29 0,-2 2 1 0,1-1 46 16,1-4-34-16,-2 9-4 0,-2-2 0 0,2 1-53 15,0-2 0-15,1-1 48 0,-1-5-82 0,2 7 32 16,-2-5-1-16,0 1 28 0,-1-3-33 0,1 2-14 15,-3 0 45-15,0 0-56 0,1 1 1 0,0-4 25 16,-1 2 16-16,1-1 29 0,1-1-34 0,-6 7-3 16,4-1 5-16,0-1 23 15,1-2-22-15,0-1 4 0,-1-4 28 0,0 8-29 16,0-5 0-16,1 0 9 0,0 1 12 0,1-1-16 16,-3 2 1-16,0 1 3 0,4-6-5 0,-2 1 0 15,1-1-2-15,-3-1 51 0,3 1 5 0,-1 0-50 16,0-1 8-16,0 1-25 0,-2-1 24 0,1-1-4 15,-1 8-47-15,1-3 1 0,1-3 42 0,3-2 1 16,-4 1-36-16,3-1 1 0,0-2 26 0,2 1-25 16,-2-3-6-16,2-3 31 15,0-1-17-15,0-1-19 0,0 1 2 0,0-4 28 16,0 3-11-16,0-3-99 0,0-1 44 0,0-4 21 16,0 2-166-16,2-4 93 0,0 0 39 0,3 0 26 15,2 0-196-15</inkml:trace>
  <inkml:trace contextRef="#ctx0" brushRef="#br0" timeOffset="19466.14">21245 2770 1524 0,'0'-2'0'0,"0"1"0"0,-2-2 0 0,0 2 0 0,-1 1 0 0,-2-3 0 0,1 3 0 16,1 0 0-16,-3 0 0 0,3 0 0 0,-3 0 128 0,1 4-45 0,-2 6 0 0,0 1-64 0,0 2 31 16,-2 5-11-16,-5 1-32 0,-1 5 32 0,-2 0 1 15,-4 3 10-15,1 4-40 0,-6 3 0 0,1-1 30 16,-3 1-1-16,-4 2 45 0,-2 2-34 0,-1 1-10 16,-5 0-6-16,-7 6 2 0,2 0-5 0,-2-1 4 15,2-1-28-15,-8 10-9 0,4-3 41 0,5-1-45 16,1 2 40-16,3-1-1 0,8-5 8 0,-7 11 18 15,9-12-3-15,1 3-25 0,5-4-14 0,4-4-18 16,2-5 0-16,1 2 29 0,4-4-132 0,2-4 62 16,-1-4 28-16,5-3-1 15,-2-1-281-15,2-2 147 0,-1-5 59 16,0-2-373-16,3-3 206 0,-1-1 109 0,-2-3 44 0,1 0-320 16,-4-4 192-16</inkml:trace>
  <inkml:trace contextRef="#ctx0" brushRef="#br0" timeOffset="20485.91">15573 4118 714 0,'-12'-4'0'0,"3"1"0"0,-2-1 0 0,1 0 0 0,3 3 0 0,2-5 0 0,-1 2 0 0,1 0 0 0,2-2 0 0,3 3 0 0,0-1 95 0,0 1 69 0,0-2-61 16,0 2-30-16,4 1 22 0,7 0 0 0,0 0-41 15,3 0-11-15,1 2 39 0,2 0 0 0,1 0-39 16,7 0 0-16,-4 0 39 0,9 2-12 15,0 0-27-15,0 2-7 0,4-2 7 0,1-1 0 0,2 1-27 16,9 1-11-16,-3-3 38 0,4 1 0 16,0 1-59-16,2 0 29 0,-1 0-2 15,2 0 29-15,-1 1-99 0,-1 0 43 0,3 0 12 16,-1-1 0-16,3-1-6 0,2-1-5 0,1 0 16 16,10 0-37-16,-2 0 42 0,-1 0 5 0,-4-1-6 15,15-9-17-15,-5 1 14 0,-4 0 5 0,1-1-48 16,-12 5 1-16,5-2 40 0,-4 1 3 0,-2 2-31 15,-4 3 28-15,-4-2-6 0,-6 3 4 0,7 0 38 16,-5 0-40-16,-2 0-6 0,-3 0 42 0,2 0 1 16,-1 0-36-16,-1 3 5 15,1-2 21-15,-2 1-18 0,4 0-3 0,4-1-2 16,-10-1 13-16,13 0-8 0,-12 0 7 0,5 0-45 16,0 0 38-16,-1-1 0 0,1-1-1 0,-1-1 25 15,-3 0-29-15,1 2 3 0,0-2 16 16,-2 2-16-16,2-1 1 0,-3-1 0 0,3 3-22 0,-1-1 22 15,3 1 3-15,-2-1-39 0,2-2 1 16,1 2 33-16,-2-4 0 0,5 4-37 0,-1-3 31 0,-2 0 4 16,0 0-40-16,5 1 36 15,-3-1-9-15,3 1 7 0,-1-2-7 0,1 2 5 16,-7-2-4-16,9 4-48 0,-4-1 49 0,-6 0 2 16,1 0-3-16,-1 2-23 0,1 0 20 0,1 0 4 15,0 0-2-15,-3 0 45 0,3 0-44 0,4 0 0 16,-7 0-5-16,8 0 37 0,-2 0-33 0,1 0 1 15,1 0 50-15,0 0-46 0,-5 0 3 0,1 0-37 16,0 0 4-16,-1 0 31 0,-2 0 7 0,-4 0-85 16,-4 0 33-16,2 0-5 0,-8 0 44 0,1 0-50 15,-4 0 44-15,-3 0 0 16,-2 0-68-16,-1 0 30 0,-4 0 0 0,-1 4 19 16,-4-2-56-16,-1-1 24 0,-1 4-9 0,-2-2-133 15,0 2 86-15,0-1 42 0</inkml:trace>
  <inkml:trace contextRef="#ctx0" brushRef="#br0" timeOffset="21541.55">15190 1870 701 0,'1'-10'0'0,"1"3"0"0,2 0 0 0,-1-1 0 16,-2 1 0-16,1-1 0 0,0 2 0 0,0 1 0 0,-2 3 0 0,0 0 0 0,0 1 53 0,0-2 1 0,2 3-12 0,-2 0 0 0,2 0 0 0,-1 6-36 15,1 4 11-15,0 3 25 16,0 2 0-16,0 1-16 0,1 3 16 0,1 2 0 0,1 1-25 0,-2 7 25 16,1-3-13-16,-1 2-4 15,1 0 4-15,0 5 6 0,-1-2-6 0,-1 5 41 16,0 5-38-16,-2-2 1 0,0 4 9 0,0 1-3 16,0-3 9-16,0 12-11 0,-2-6-1 0,-1 0-13 15,-3 0 15-15,4-4 10 0,-3 7-41 0,1-4-1 16,1-1 29-16,1 2-46 0,-3-1 41 0,5-6 6 15,0 11-5-15,0-6-43 0,0 2 0 0,0-1 33 16,0-2 4-16,0-5-37 0,0 9-6 16,0-7 32-16,0 2 6 0,0-2-49 15,0 1 0-15,0-5 40 0,0 7-39 0,-2-2 31 16,-1-2 6-16,-3 2-44 0,3-9-1 0,-3 3 34 16,2-4 5-16,-2-2-52 0,2-2 49 0,1-7-8 15,1 1 6-15,0-3-10 0,0-3 8 0,2-2-5 16,0-2 5-16,0-5-64 0,0 0 30 0,0-1-7 15,0-2-115-15,0-2 67 0,0-2 37 0,2 0-100 16,2 0 63-16,1-2 11 16,3-9 8-16</inkml:trace>
  <inkml:trace contextRef="#ctx0" brushRef="#br0" timeOffset="22252.43">15342 1795 772 0,'0'-3'0'0,"0"0"0"0,0 1 0 0,0 2 0 0,0 0 0 0,3 0 0 0,7 0 0 0,3 0 0 0,5 0 0 0,3 2 0 0,6 1 76 0,3 0-72 0,4 1 11 0,1-2 28 16,11 1 0-16,-2-3-57 0,6 3 26 15,2-3 1-15,4 0 36 0,11 0-45 0,-4 0 0 0,7 0 31 16,-1-3 0-16,2 1-81 0,-9 1 43 0,19-1-26 15,-8 1-2-15,3-2 39 0,-4 0 10 16,8 3-46-16,-4-3 3 0,4 1 31 0,1-2 5 16,-1 2-38-16,1-2-1 0,0 0 24 15,2 2 10-15,0 0-30 0,-2 0 24 0,0 0-5 16,-2 0 4-16,-2-2-9 0,-10 3 9 0,14 0-1 16,-6-4-15-16,0 1 15 0,0 1 0 0,-1-5-1 15,1 2-11-15,0 1 9 0,0-5 1 0,0 3-16 16,-1-1 15-16,-1 1-1 0,-10 1 0 0,13 1-54 15,-9-2 53-15,-1 1-4 0,-2 1 3 0,-2-2-14 16,-6 4 11-16,12-6-1 16,-8 4 41-16,0-1-39 0,-7 3 1 0,3-3 0 15,-2 0 29-15,-1 3 1 0,-2-4-24 0,-3 4 66 16,0 1-28-16,-4 1-1 0,-6-1-16 0,7 0 15 16,-9 2-16-16,1 0-10 0,2 0 17 0,-2 0-63 15,-2 0 56-15,-1 0-7 0,0 0-32 0,1 0 1 16,1 0 26-16,0 0-8 0,2 0 6 0,-1 0 1 15,0 0-9-15,9 0 16 0,-12 0-15 16,3-2 5-16,1 0-4 0,-5 2 9 0,1-1-3 16,-2-2-1-16,1 1 3 0,-6 1-18 15,5-1 17-15,-4 0-2 0,-1-2-31 0,-1 3 30 16,0-3 0-16,-5 2-7 0,-1-1 5 0,0 3 1 16,-6-1-6-16,-2 1-23 0,-1 0-2 0,-4 0 28 15,0 0-3-15,-4 0-51 0,-1 0 23 0,-2 0 0 16,0 4 20-16,-8 2-173 0</inkml:trace>
  <inkml:trace contextRef="#ctx0" brushRef="#br0" timeOffset="22902.66">16257 828 932 0,'0'-9'0'0,"0"-1"0"0,0 2 0 0,0 2 0 0,0 0 0 0,0 0 0 0,0 0 0 0,0 3 0 0,0 0 0 0,-2 2 0 0,-2 1 75 0,-1 0 0 16,-3 0 10-16,-2 0 11 0,-2 4-51 15,-4 11 1-15,-5 2 33 0,-4 9-34 0,-3 4 1 16,-4 5-22-16,-5 5 22 0,-6 8-1 0,2 2 1 16,-2 3-35-16,-2 3-1 0,-1 0 47 0,-2 1-99 15,1-2 42-15,-2-2 6 0,6-2-1 0,5-9-67 16,1-1 51-16,3-1 2 0,2-3 1 0,6-9-31 16,1 0-1-16,4-5 36 0,5-7-25 0,0-2-9 15,9-5 42-15,0-3-39 0,3-3 1 0,2-3 25 16,2 0 6-16,0 0-8 0,0 0-114 0,4-11 51 15,11-5 30-15,4-4-344 0,2-1 166 0</inkml:trace>
  <inkml:trace contextRef="#ctx0" brushRef="#br0" timeOffset="23625.89">16296 842 1111 0,'0'0'-3'0,"4"0"1"0,6 0 1 0,-1 0 0 0,2 0 0 0,2 0 0 0,4 0 0 0,4-1-1 15,5 0 1-15,2 1 0 0,4-3 81 0,7 2-45 0,1-1 11 0,5 2 1 0,2-2-1 16,4 2-45-16,2 0-11 0,2 0 56 0,14 0 0 0,-6 0-38 15,4 0-1-15,-5-2 50 0,17 0-128 16,-7 0 54-16,2 0 4 0,0 0 0 16,-1 1-47-16,2-4 43 0,0 4-28 0,0-2 41 15,-1 0 4-15,2 1 6 0,0-2-15 0,-8 2 57 16,12 1-3-16,-5-2-39 0,-2 2-1 0,3 0 16 16,-1-2-11-16,2 2 8 0,0-1-47 0,2-2 44 15,1 0-5-15,1 0-116 0,0 1 55 16,1-5 26-16,0 4 0 0,-2-1-71 0,-3-1 44 0,-4 0 11 15,1 1 0-15,-8 0 18 16,8 2 5-16,-5-3-20 0,-4 1 15 0,-1-1 47 16,0 3 0-16,-9-3-53 0,5 0 75 0,-3 2-28 15,0-2 1-15,-1 0 3 0,1 1-1 0,-5 0-13 16,0 0-13-16,-1 1 46 0,0-1-1 0,-4 4-27 16,-1-3-9-16,-9 3 19 0,2-2-16 0,-2 1 4 15,-3 1-4-15,1-1 51 0,-1 2-48 0,-3 0 5 16,-1 0 22-16,1 0-24 0,-1 0-2 0,2 0 4 15,-2 0 9-15,0 0-5 0,2 0-6 16,-1 0-6-16,1 0 7 0,2 0 2 16,-2 0-1-16,0 0-13 0,0 0 14 0,-2-2-1 15,0 0-1-15,0 0-37 0,-4 1-2 0,6-1 35 16,-3-2-38-16,1 2 0 0,-3-2 29 0,3 1-48 16,0 0 47-16,2 1 1 0,-2-1-6 15,0 1 1-15,2 0 0 0,-2-1 2 0,0 0-6 0,-3 1 42 16,-5 1-38-16,3-1 2 15,-5 0-1-15,-1 2 53 0,-3-2 4 0,0 2-52 0,-5 0 56 0,1 0-1 16,-5 0-39-16,2 0-8 16,-4 0 52-16,0 0-47 0,-1 0 10 0,0 0-22 15,-3 0 18-15,3 0-3 0,-2 0 10 0,0 0-17 16,0 0 8-16,-1 0-1 0,1 0 0 0,0 0 5 16,-2 0-3-16,0 0-3 0,0 0-40 0,0 0 1 15,0 0 33-15,0 0-247 0,0 0 115 0,-7 2 60 16,-2 3 22-16</inkml:trace>
  <inkml:trace contextRef="#ctx0" brushRef="#br0" timeOffset="30083.06">18157 2067 1696 0,'-6'0'0'0,"4"0"0"0,0 0 0 0,2 0 0 0,0 0 0 0,0 0 0 0,0-2 0 0,0-1 0 0,2-3 0 0,8 1 0 0,3 0 321 0,2-2-139 0,0 2-69 0,4-1 135 0,-1 1-102 0,1-1-40 15,2 2-12-15,-2 0 3 16,2 0-1-16,-1 1-53 0,1 0 0 0,0 2 17 15,0-1-17-15,-3 0 0 0,1 2 1 0,-3-2-138 16,2 2 69-16,-6 0 45 0,4 0-11 0,-7 0-304 16,0 0 120-16,1 0 98 0,-4 0-15 0,-1 0 50 15,-3-2-60-15,1 1-825 0,-1-1 442 0,0-2 221 16,-2 1 100-16,0-7-93 0</inkml:trace>
  <inkml:trace contextRef="#ctx0" brushRef="#br0" timeOffset="30282.6">18478 1898 1689 0,'-13'-3'0'0,"5"0"0"0,-3 2 0 0,4-1 0 0,1 1 0 0,0-2 0 0,4 1 0 0,2 2 0 0,0 0 0 0,0 0 0 0,2 0 143 0,12 0-50 15,0 0 11-15,4 0-60 0,2 0 167 0,1 2-84 0,5 1-42 0,0-2 21 16,-3 2-21-16,7 0-10 16,-6 0-32-16,2 2-29 0,-6-2-1 0,2 1 30 15,-5 1 11-15,-2 3-101 0,-6-3 44 0,-1 2 1 16,-5 2-97-16,-1 0 55 0,-2 1 47 0,-2 1-19 15,-9-2-63-15,-2 2 22 0,-4 0 33 0,2-2-128 16</inkml:trace>
  <inkml:trace contextRef="#ctx0" brushRef="#br0" timeOffset="30361.83">18659 2044 0 0,'-16'7'0'0,"1"2"0"0,2-2 0 0,-2-1 0 0,0 1 0 0,0 2 0 0,-2-4 0 0,-1 2 0 0,-2 1 0 0,2-1 0 0,1-2 0 0,-2 0 0 0,4 0 0 16,-2-3 0-16,2 2 29 0,4-3-58 0,-4 2 29 15,8-2 0-15</inkml:trace>
  <inkml:trace contextRef="#ctx0" brushRef="#br0" timeOffset="30694.29">18361 2155 2714 0,'0'0'0'0,"0"2"0"0,0 4 0 0,0 4 0 0,2-1 0 0,4 2 0 0,4 0 0 0,-1 5 0 0,-2 1 0 0,1-1 0 0,0 4 97 0,-1-4-9 0,-2 2 10 0,-1 0-55 15,0-1 1-15,-2 0-58 0,-2-3 28 0,0 0 1 16,0-3 38-16,0-2-43 0,0 1 33 0,-6-4 0 16,2-3 18-16,-1-1-7 15,1-2-11-15,1 0-2 0,-1 0-31 0,2 0 27 0,0-3-14 0,2-5-73 16,0-5 35-16,0 2 1 15,0-4 49-15,6 4-109 0,3-3 47 0,0 0 5 16,3 2 31-16,1-2-19 0,0 4-23 0,2 0 45 16,-2 0-16-16,4 3 9 0,-3 1-21 0,4 3 16 15,-3 0 121-15,0 2-58 0,0 1-27 0,0 0 100 16,-2 0-55-16,0 0-30 0,-2 0 27 0,1 5-26 16,-3 3-52-16,-1-4 0 15,-1 2 0-15,-1 0 0 0,0 0 0 0,-3-3 0 16,-1 0 0-16,0-1 0 0,0-1 0 0,-2-1 0 15,0 0 0-15,0 0 0 0,0 0 0 0,0 0 0 16,0 0 0-16,0 0 0 0,0-1 0 0,0-2 0 16,0-2-87-16,0 2-62 0,0-3 72 15,0 5-736-15,0-1 385 0,2-1 193 0,1 3-658 0</inkml:trace>
  <inkml:trace contextRef="#ctx1" brushRef="#br1">26605 12009 0,'0'0'15,"0"0"-15</inkml:trace>
  <inkml:trace contextRef="#ctx0" brushRef="#br1" timeOffset="34844.08">15781 3663 965 0,'-2'0'-2'0,"0"0"0"0,1 0 0 0,1 0 1 0,-2 0 0 0,2 0 0 0,0 0 0 0,0 0 1 0,0 0 0 0,0 0 0 0,0 0 68 0,0 0-22 0,0 0 1 0,0 0 53 15,0 0-11-15,0 0-43 0,0 0 1 0,0 0 103 16,0 0-52-16,0 0 12 0,0 0-63 0,0 0 80 16,0 0-40-16,0 0 0 0,0 0-40 0,0 0 68 15,0-1-68-15,0-1 0 0,0 2 46 0,0-2 1 16,0 0-47-16,2 0 51 0,-1 1-51 0,3-2 0 16</inkml:trace>
  <inkml:trace contextRef="#ctx0" brushRef="#br1" timeOffset="34878.17">15793 3642 468 0,'2'0'0'0,"1"-3"0"0,1 2 1331 0,-2-2-643 0</inkml:trace>
  <inkml:trace contextRef="#ctx0" brushRef="#br1" timeOffset="35541.53">15825 3627 3368 0,'3'0'0'0,"5"0"0"0,-1 0 0 0,1 0 0 15,-1 0 0-15,3 0 0 0,-3-3 0 0,3 2 0 0,1-1 0 0,1-2 0 0,-3 0 72 0,2 0-6 0,-2 1-61 0,1-3 18 0,-1 2 0 16,0 0 0-16,-1-1 14 0,0 2-14 16,-1-3 0-16,0 4 0 0,1-5 28 15,0 5-27-15,1-3 5 0,0 2 16 0,-1 0-19 16,3-4-2-16,0 4-16 0,-1-3 18 0,3 3-14 15,-1-3-12-15,0 0 0 0,-1 0 0 0,5-1 0 16,-3-1 0-16,2-1 0 0,0 1 0 0,0-1 0 16,1-1 0-16,2-1 0 0,0 2 0 15,1-2 0-15,0 1 0 0,0 1 0 0,0 0 0 0,-1-1 0 16,1 0 0-16,-2 1 0 0,2 0 0 16,-2 0 0-16,-1 2 0 0,2-3 0 0,-2 0 0 15,1 0 0-15,1 1 0 0,0-2 0 16,3-1 0-16,-5 3 0 0,5-6 0 0,0 2 0 15,-1-1 0-15,-1 2 0 0,1-1 0 0,-2-1 0 16,1 1 0-16,-3 1 0 0,2 1 0 0,-4-1 0 16,4 1 0-16,-6-1 0 0,2 1 0 0,-1 1 0 15,0 0 0-15,0-2 0 0,-2 3 0 0,3-3 0 16,-3 1 0-16,2 0 0 16,0 0 0-16,1-1 0 0,0 1 0 0,-1-2 0 15,3 2 0-15,-4-2 0 0,2 2 0 0,-2-3 0 16,2 3 0-16,-3-1 0 0,0 1 0 0,1 0 0 15,-5 0 0-15,2 1 0 0,-1 1 0 0,0 0 0 16,-1 2 0-16,-2-3 0 0,3 0 0 0,-2 1 0 16,1-2 0-16,-3 1 0 0,3 0 0 0,-1-1 0 15,2 1 0-15,-3 2 0 0,1-2 0 0,-1 3 0 16,1-2 0-16,0 2 0 0,-2-3 0 0,-1 4 0 16,3-2 0-16,-4 2 0 15,1 1 0-15,-1 1 0 0,0-1 0 0,0 1 0 16,0-2 0-16,-1 3 0 0,-1-1 0 0,3 2 0 15,-3-1 0-15,0 0 0 0,0 2 0 0,0-2 0 16,0 2 0-16,0-2 0 0,0 3 0 0,0 0 0 16,0 0 0-16,0 0 0 0,0 0 0 0,0 0 0 15,0 0 0-15,0 0 0 0,0 0 0 0,0 0 0 16,0 0 0-16,0 0 0 16,0 0 0-16,0 0 0 0,0 0 0 0,0 0 0 15,0 0 0-15,0 0 0 0,0-1 0 0,0 1 0 16,0 0 0-16,0 0 0 0,0 0 0 15,-4 0 0-15,2 0 0 0,-2 0 0 0,1 8 0 0,1 3 0 16,-2 3-142-16,0 6-102 0,1 6 98 0</inkml:trace>
  <inkml:trace contextRef="#ctx0" brushRef="#br1" timeOffset="36559">16370 3623 1421 0,'0'-6'0'0,"0"-2"0"0,0 2 0 0,0-1 0 0,0 2 0 0,2-1 0 0,3 2 0 0,0-1 0 0,3 1 0 0,-1 1 0 0,1 2 99 0,1 1 11 0,2 0-64 16,-1 0 0-16,1 4 40 16,-2 2-1-16,3 4-39 0,-3 4 53 0,0 0-11 0,0 0-42 0,-4 2 28 15,1 1 1-15,-1 4-29 16,-3-4 11-16,0 3 19 0,-2 0 1 0,0 3-32 16,0-3 1-16,-2 1 63 0,-7-1-20 0,2 1-11 15,-5-3-32-15,1 2 61 0,0-6-31 16,-3 1 1-16,3-1 84 0,-3-5-63 0,4 1 0 0,-1-4 5 15,-3-2-57-15,5-4 11 0,0 0-11 0,-5 0-66 16,5 0 33-16,-3 0 1 0,1-6 31 0,0-3-66 16,1-3 27-16,-1 0 0 0,4 1-13 15,-3 0 11-15,4 0-1 0,1 2 5 16,0-3 13-16,3 3-21 0,0 0 0 0,2-1 0 0,0 0 0 0,0 3 0 16,2-5 0-16,5 2 0 15,7-1 0-15,-2 2 0 0,6-1 0 0,-2 0 0 16,2 0 0-16,0 5 0 0,-1-1 0 0,1 2 0 15,0 2 0-15,-2 2 0 0,1 0 0 0,1 0 0 16,0 9 0-16,3 2 0 0,0 2 0 0,-5-1 0 16,7 5 0-16,-3-2 0 0,1 0 0 0,0 3 0 15,-3-7 0-15,1 3 0 0,-1 0 0 0,0-5 0 16,-3 2 0-16,0-3 0 0,-6-2 0 0,3-1 0 16,-5-3 0-16,-1 0 0 15,-3-2 0-15,-1 2 0 0,1-2 0 0,-3 0 0 16,0 0 0-16,0 0 0 0,0-4 0 0,0 1 0 15,0-2 0-15,0 0 0 0,0 1 0 0,0 2 0 16,-3 0 0-16,3 0 0 0,-2 2 0 0,2 0 0 16,0 0-221-16,0 0-77 0,0 0 113 15,0 10-1007-15</inkml:trace>
  <inkml:trace contextRef="#ctx0" brushRef="#br1" timeOffset="37556.58">17883 2453 675 0,'0'-2'0'0,"-2"-3"-1"0,0 3 1 0,-2-3 0 0,4 1 0 0,-2-1 0 16,2 1 0-16,0 1 0 0,0-3 0 0,0 2 0 0,0-2 46 0,0 3 1 0,0 1 0 0,0-2-1 0,0 0 12 15,0 3-11-15,0-2 136 0,0 2-68 0,2-1-35 16,0 0 114-16,2 2-62 16,2 0-49-16,-3 0 0 0,5 0 40 0,-3 0-39 0,3 0 1 15,0 0 135-15,-3 4-92 0,2 1-41 0,2 3 1 0,-2 0 99 16,0 2-70-16,-1 0-24 16,1 4 68-16,1-2-57 0,-3 2-1 0,3-1-56 15,-1 2 50-15,-2-1-39 0,4 1-11 0,-4 3 27 16,2-3-28-16,-1 1 1 0,-2 1-1 0,0 2 8 15,0-3-54-15,-2 2 0 0,-1-1 0 0,1 2 0 16,-2-3 0-16,0 2 0 0,0-1 0 0,0 1 0 16,0-1 0-16,-2-2 0 0,-1 0 0 0,-1 0 0 15,-2-2 0-15,2 0 0 0,0-3 0 0,1-3 0 16,-1 1 0-16,1-1 0 16,1-3 0-16,-2-1 0 0,2 0 0 0,-1-3 0 15,2 2 0-15,-1-2 0 0,0 0 0 0,0 0 0 16,0 0 0-16,1 0 0 0,-1 0 0 0,2 0 0 15,0-2 0-15,-2-1 0 0,2 0 0 0,0-3 0 16,0 3 0-16,0-3 0 0,0 2-393 0,2-2 153 16,3 5 97-16,5-3-834 0,1 3 453 15</inkml:trace>
  <inkml:trace contextRef="#ctx0" brushRef="#br1" timeOffset="38492">18583 3412 1222 0,'0'4'-1'0,"0"0"1"0,0 1 0 0,0-3 0 0,-2 1 0 0,2-2 0 0,0 0 0 0,0-1 0 0,0 3 0 0,0-3 0 0,0 0 84 0,0 0 132 0,-2 0-85 0,2 0-33 15,-2 0-10-15,1 0 97 0,1-5-70 0,-2-4-36 16,0-1 1-16,0-1 35 0,0-4-42 0,0 1 1 15,1-2-29-15,-1-4 109 0,2 1-55 0,-2-1 11 16,0-5 30-16,2 0-48 0,0 0-1 0,0-3-16 16,0-3-1-16,0-3-18 0,0 1-12 15,2-9-66-15,3 1 34 0,1-1-1 16,1-3 34-16,1 7-105 0,0-10 47 0,-1 12 29 16,-2 0-1-16,1 2-42 0,0 7 8 0,-2 4-2 15,1 0 37-15,-1 4-26 0,2 1 21 0,-1 1-33 16,3 4 133-16,0 2-46 0,1 0-4 0,0 2-9 15,3-2 0-15,0 3-13 0,2 0-14 0,-1 4-41 16,2-1-7-16,-4 4 64 0,2-3-11 0,1 4-91 16,-2 0 42-16,-2 0-7 0,3 0 0 0,-4 4 7 15,1 1 0-15,-2 2-27 0,-3 1 0 16,-1 2 29-16,-1 1 15 0,-1 1 29 16,-2 1-32-16,0 1-6 0,0-2 5 0,-7 3 131 15,-2-1-61-15,-1 0-27 0,-1 2 36 0,0-3-73 16,-3 2 0-16,3-2 0 0,0-2 0 0,-1 0 0 15,3 1 0-15,2-4 0 0,1 1 0 0,0-2 0 16,3-1 0-16,1 0 0 0,2 0 0 0,0-3 0 16,0 0 0-16,0 1 0 0,2 1 0 0,7-3 0 15,3 1 0-15,-2 0 0 16,4 0 0-16,1 1 0 0,0-1 0 0,0 1 0 16,0 1 0-16,-2 4 0 0,-4-4 0 0,5 5 0 15,-7-3 0-15,-1 2 0 0,-3-1 0 0,-1 1 0 16,0 0 0-16,-2 2 0 0,0-2 0 0,-7 1 0 15,-6 0 0-15,-4-1 0 0,-3 1 0 0,-7 0 0 16,2-4 0-16,-3 2 0 0,0-2 0 0,0-1 0 16,5-1 0-16,-1-1 0 0,1 1 0 0,4 1 0 15,3-4 0-15,6-1 0 16,1 0 0-16,3 0 0 0,4 0 0 0,1 0 0 16,1 0 0-16,0 0 0 0,1 0 0 0,10 0 0 15,5 0 0-15,2 2-22 0,1 4-281 0,6-1-1057 16</inkml:trace>
  <inkml:trace contextRef="#ctx0" brushRef="#br1" timeOffset="39939.75">16512 2220 696 0,'0'0'0'0,"-4"0"0"0,2 0 0 0,1-3 0 0,1 2 0 0,0-3 0 0,0 0 0 0,0-2 0 0,0 2 0 0,0-1 0 0,0 0 93 0,0 0-48 0,0 0-1 0,0 2 55 15,0-1-43-15,1 2-11 16,1 0 75-16,2 0-37 0,0 0 0 0,1 1-38 15,0-1 101-15,2 2-56 0,0-3 0 0,0 3-45 16,2 0 108-16,0 0-54 0,2 0 11 0,2 0-65 16,-2 0 90-16,2 0-45 0,1 0 0 0,0 0 3 0,2 0 11 15,-2 0-59-15,4 5 23 0,-4 0-23 16,4-1 0-16,-2 1 0 0,1 1 36 16,1 0-36-16,-2 1 0 0,0 0 0 0,0 1-10 15,-1 2 10-15,0 0 11 0,-1 1-11 16,-2 1 11-16,1-1-11 0,1 3 0 0,-3 1 18 0,1-1-6 15,-1 2-13-15,-1 0 29 0,1 0-28 0,-1 1 0 16,-1-2 0-16,-2 2 24 0,3-2-69 0,-2-2 0 16,-1 1 0-16,1 0 0 15,0 1 0-15,-3 0 0 0,0-2 0 0,-1 0 0 16,0-2 0-16,-3 1 0 0,4 0 0 0,-3-3 0 16,0 0 0-16,0-2 0 0,-1 1 0 0,1-4 0 15,-2-1 0-15,0 1 0 0,0-4 0 0,0 3 0 16,0-3 0-16,0 0 0 0,0 0 0 0,0 0 0 15,0 0 0-15,0 0 0 0,0 0 0 0,0 0 0 16,0-3 0-16,0-1 0 0,0 1 0 0,0 1 0 16,0-2-191-16,0 3-197 0,0-2 139 0,0 1-707 15,0-1 461-15</inkml:trace>
  <inkml:trace contextRef="#ctx0" brushRef="#br1" timeOffset="40665.08">16949 1925 1427 0,'-2'-8'0'0,"-1"3"0"0,1-1 0 0,0 1 0 0,0-1 0 0,2 0 0 0,0 0 0 0,0 1 0 0,0 0 0 0,6 0 0 0,6 4 152 0,-2-2-52 0,3 3-1 15,1 0-42-15,-2 0 32 0,2 0-44 0,-3 9 1 16,0 1 0-16,-1 5 33 0,-1 2 12 0,-2 1-45 15,-3 8 52-15,-2-2 0 0,0 3-52 0,-2 0 0 16,0-2 49-16,0 5-10 16,0-6-39-16,-4-2 35 0,-2 2 0 0,3-4-35 15,-3-3 11-15,1 0 44 0,-2-3-56 0,2-6 1 16,0 2 0-16,-3-5 49 0,3 1-38 0,-3-5-11 16,2-1 0-16,-1 0 58 0,1 0-29 0,1 0 0 15,0-4-7-15,4-4-22 0,1-2-21 0,0-1-25 16,0 0 0-16,0-1 0 0,6-1 0 0,5 0 0 15,2 0 0-15,6-4 0 0,0 4 0 0,1-4 0 16,5 2 0-16,-3-2 0 0,5 2 0 0,-4-4 0 16,4 2 0-16,-2 1 0 0,-1-1 0 0,-1 0 0 15,-1 1 0-15,-1-4 0 0,-4 3 0 16,-2 2 0-16,0-1 0 0,-2-3 0 16,-2 1 0-16,-1 2 0 0,-3-1 0 0,0-2 0 15,-3 2 0-15,0-1 0 0,-3 0 0 0,2 4 0 16,-3-4 0-16,0 3 0 0,0 3 0 15,0-2 0-15,-4 4 0 0,-2-2 0 0,3 4 0 0,-3-2 0 16,3 4 0-16,-3 0 0 0,1 2 0 16,4 0 0-16,-3 0 0 0,2 2 0 15,2 1 0-15,-2-1 0 0,2 2 0 0,0 0 0 16,0 0 0-16,0 0 0 0,0 0 0 0,0 0 0 16,0 0 0-16,0 0 0 0,0 0 0 0,0 0 0 15,0 0 0-15,0 0 0 0,0 0 0 0,0 0 0 16,0 0 0-16,0 0 0 0,-1 0 0 0,1 2 0 15,0 1 0-15,0 3-45 0,0 0-229 0,0 1 102 16,0 1-575-16,0 3 350 0,0-1 175 0</inkml:trace>
  <inkml:trace contextRef="#ctx1" brushRef="#br0" timeOffset="49094.94">29696 12575 0,'0'0'0</inkml:trace>
  <inkml:trace contextRef="#ctx1" brushRef="#br0" timeOffset="50904.42">4978 14292 0,'0'0'16,"0"0"0,0 0-16,0 0 15,0 0 1,0 0-16,0 0 15,0 0-15</inkml:trace>
  <inkml:trace contextRef="#ctx1" brushRef="#br0" timeOffset="51677.65">3432 16449 0,'0'0'15,"0"0"1,0 0-16,0 0 15,0 0 1,0 0-16,0 0 16</inkml:trace>
  <inkml:trace contextRef="#ctx0" brushRef="#br1" timeOffset="88488.93">20528 1476 1430 0,'0'0'0'0,"-3"0"0"0,3 0 0 0,0 0 0 0,0 0 0 0,-2 0 0 0,2 0 0 0,0 0 0 0,0 0 0 0,0 0 0 0,0-2 94 0,0 2-1 0,0 0-48 16,0-1 24-16,0 1-24 0,2 0 0 15,1 0 30-15,0-3 0 0,-1 3-30 0,2 0 12 16,-1 0 20-16,1 0 1 0,2 0-33 15,-3 0 0-15,2 0 22 0,-3 0-11 0,3 0-11 0,-1 0-45 16,-1 0 0-16,-1 0 45 0,2 3-93 0,-1 2 52 16,-1-1-10-16,2 2 48 0,-1-3-69 0,0 3 30 15,1-2-20-15,-2 1 22 0,1-1-137 16,1 1 56-16,1-1 42 0,-1 0-2 0,3 3-302 0,-2-4 132 16,0 2 92-16,1-2-416 15,-2 5 243-15</inkml:trace>
  <inkml:trace contextRef="#ctx0" brushRef="#br1" timeOffset="88663.4">20629 1706 1954 0,'0'6'0'0,"0"3"0"0,2 0 0 0,-1-4 0 0,-1 1 0 0,2-1 0 0,-2 2 0 0,2-2 0 0,0 0 0 0,0 1 0 0,1 0 94 0,4-3 233 0,-2 2-142 15,3-1-69-15,-1 1-36 0,0 2 53 0,3-4-49 16,-1 3 0-16,0 0-97 0,3 0 30 0,-3-1-1 15,0 3-348-15,5-1 183 0,-3 1 97 0,3-1 49 16,-3 1-685-16,0 2 296 0,-1-3 106 0</inkml:trace>
  <inkml:trace contextRef="#ctx0" brushRef="#br1" timeOffset="88843.4">20889 1966 2586 0,'0'8'0'0,"-1"-1"0"0,1-1 0 0,-4-3 0 0,4 1 0 0,-2-2 0 0,2 1 0 0,0 2 0 0,0-2 0 0,0 0 0 16,2 6 113-16,3-3 38 0,6 1-52 0,-2 0-1 0,2 0-141 15,-1 3 44-15,2-1 12 0,1 3 32 0,1-3-485 0,-2 3 243 16,2-1 121-16,-1 0 60 16,-1 0-759-16,-1 0 385 0</inkml:trace>
  <inkml:trace contextRef="#ctx0" brushRef="#br1" timeOffset="89001.36">21064 2248 2430 0,'-5'5'-1'0,"1"1"1"16,3-5 0-16,-4 3 0 0,3-1 0 0,0-2 0 0,2 4 0 0,0-4 0 0,0 3 0 0,0 0 0 0,0 2 143 0,2-2-49 0,6 2 1 0,1 0 10 16,1 3-60-16,3-1 0 0,-2 1-130 0,5 0 65 15,-2 0 32-15,4-2 12 0,-2 1-516 0,1-1 268 16,-2 1 134-16,-1-1-737 0</inkml:trace>
  <inkml:trace contextRef="#ctx0" brushRef="#br1" timeOffset="89139.29">21254 2486 1855 0,'0'10'0'0,"0"-5"0"0,0 3 0 0,0-5 0 0,0 4 0 0,0-5 0 0,0 3 0 0,0-1 0 0,0 1 0 0,2-1 0 0,3 3 83 15,5-2 16-15,-2 1 10 0,1 3-64 0,3-2 0 16,-1 1-375-16,-1-1 188 0,2 0 93 0,1 0-236 15,1-1 159-15</inkml:trace>
  <inkml:trace contextRef="#ctx0" brushRef="#br1" timeOffset="89285.43">21395 2687 1902 0,'0'8'0'0,"0"-2"0"0,0-1 0 0,-2-4 0 0,1 4 0 0,1-1 0 0,0-1 0 0,0 1 0 0,0 0 0 0,0-1 0 0,1 4 105 0,7-5-30 0,-1 3-17 0,0 0-2 15,3 1-11-15,-1-2 0 0,1 1-358 0,0-1 179 16,1-2 90-16,-4 2 55 0</inkml:trace>
  <inkml:trace contextRef="#ctx0" brushRef="#br1" timeOffset="89429.33">21475 2819 2234 0,'-5'4'-1'0,"1"-3"1"0,1-1 0 0,1 0 0 0,0 0 0 0,0 0 0 0,2 0 0 0,0 0 0 0,0 0 0 0,0 0 0 0,0 0 32 0,0 2 13 0,2-2-1 0,0 4 0 16,2-2-343-16,1-1 172 15,0 4 96-15</inkml:trace>
  <inkml:trace contextRef="#ctx0" brushRef="#br1" timeOffset="91288.45">16497 2973 101 0,'-8'0'0'0,"3"0"0"0,-3 0 0 0,3 0 0 0,1 0 0 0,-1 0 0 0,2 0 0 0,1 0 0 0,0 0 0 0,1-2 0 0,1 1 7 0,0-2-1 0,0 0-9 15,0 1 8-15,0-3 0 0,0 4 0 0,0 0 28 16,-2-2-27-16,2 1 0 0,-2 1-1 0,0-2 40 0,0 2-1 16,0 1-33-16,1 0 52 0,-1-2 1 15,2 2-44-15,-2 0 58 0,2 0-55 0,0 0 2 16,-2 0 6-16,2 0-28 0,0 0 25 16,0 0-4-16,0 0 7 0,0 0-53 0,2-2 48 15,2 2-1-15,1-2-12 0,1 2 9 0,-1-2-4 16,1 0 9-16,0 0-19 0,1 2 11 0,-1-2-6 15,1 1-13-15,5-2 16 0,-5 1 6 0,2-2-7 16,5 3-30-16,-7-3-1 0,7 0 31 16,-5 1 2-16,2 1-34 0,3-2-3 0,-2 0 26 0,-1 1 4 15,3 1-27-15,-3-2 20 16,4 1-6-16,-2-3-23 0,1 2 24 0,0 1 5 16,-1-3-17-16,1 2 16 0,-1-4-5 0,0 2 4 15,0 1-4-15,2-2 3 0,-2-1 0 0,3 2 1 16,0-2-2-16,0 0 1 0,0-1 0 0,1 3 0 15,0-4 0-15,0 2 0 0,1 3 0 0,-2-2 7 16,0-1-7-16,1 1 0 0,2-2 9 0,-2 2-8 16,2 0 0-16,-1-1 0 0,3 1 12 0,0-2-12 15,2 0 2-15,-2-1-1 16,6 0 30-16,-2 1-30 0,-1-1 3 0,0 1 26 0,0 0-26 16,-1 1 1-16,4-2 1 0,-3 3 24 15,0-1-23-15,-1 1-1 0,1-2 8 0,-1 4-5 16,3-7 1-16,0 3-2 0,0 0 6 0,3-1-6 15,-3-1 3-15,2 0 2 0,-1-1-9 0,1 1 4 16,2 0 1-16,-3-3 23 0,6 2-23 0,-1-2 3 16,0-1-33-16,2 1 30 0,-2 0 0 0,0-1 0 15,1 0-36-15,-1 0 36 0,-2 2-2 16,0-1 0-16,0 1-3 0,1 0 0 16,-1 1 3-16,0 0-3 0,0-1-13 0,0 2 10 15,0-3 3-15,0 3-7 0,0 0 6 0,2-1-1 16,-2 2-4-16,0-2 5 0,0 1-1 0,0 1 2 15,0 1-5-15,0-1 5 0,-1-1-1 0,3 2 0 16,-5-1-6-16,3 1 5 16,-2 0 0-16,4 0 1 0,-2 0-7 0,0-1 5 15,2-1 1-15,-2-2 8 0,2 2-8 0,2 1 0 16,-2-2-10-16,2-3 10 0,0 4 0 0,0-2-1 16,1-1-10-16,1 2 10 0,-1-3 0 0,-1 1 0 15,3 1-2-15,-4-1 2 0,-1 4 0 0,2-4-1 16,-2 4-2-16,-2-2 2 0,0 1 0 0,-2-1 4 15,-2 3-4-15,2-3 0 0,0 2 2 0,-3 1-2 16,1 1 1-16,-1-2 0 0,-3 2-7 0,4-4 7 16,-1 0-1-16,1 0 1 0,-1 1-11 0,1 1 10 15,-4 1-1-15,6-5 1 0,-3 2-23 0,0-1 21 16,1 2 0-16,0 0 2 16,0 0-3-16,2-1 1 0,0 3 2 0,-1-2-3 15,-1 2 0-15,1 0 1 0,-7 3 6 0,1-2-7 16,-2 2 1-16,-3 1 0 0,-2 0-10 0,-5 4 10 15,2-3 0-15,-1 3 0 0,-3-2-4 0,1 3 4 16,-1-4-1-16,1 3 6 0,-2 1-6 0,-1-2 0 16,1 0 39-16,2 0-38 15,-3 0 1-15,2 0-1 0,-1 1 36 0,1-1-34 0,1 0 2 0,-2 0-2 16,-1 0 49-16,1 0-46 16,-1 1 8-16,-1-1-6 0,1 2 17 0,-4-2-15 15,1 2 5-15,0 0-1 0,0 0 1 16,0-2-1-16,-1 2-46 0,1 0 42 0,2 0 0 0,-2-2 1 15,1 2-68-15,-1-1 29 0,2 1 0 0,0 0 28 16,-2 0-96-16,2 0 41 0,-2 0-2 0</inkml:trace>
  <inkml:trace contextRef="#ctx0" brushRef="#br1" timeOffset="92293.01">20510 1504 746 0,'0'0'0'16,"-1"2"0"-16,1 2 0 0,-2 0 0 0,0-3 0 0,2 3 0 0,-2 2 0 0,2-1 0 0,0 0 0 0,0 1 0 0,0 0 46 0,0 0 0 0,0 1-113 0,0-1 49 0,2-2 1 0,5 2-30 15,-1-2 31-15,-1 1 1 0,2-1 36 0,-2-1-53 16,0 0 1-16,-1 0 49 0,0 1 5 0,-1-2-18 16,1 1 5-16,-1-1-17 0,-1 2 68 0,-1-2-60 15,1 2 6-15,0-1 3 0,0 0 77 16,0 0-31-16,0 3 4 0,1-3 16 16,1 4 1-16,1-5-39 15,3 4-13-15,-2 0 41 0,3 1-28 0,0 1 6 0,3 0-44 0,-3-1 3 16,2 1 30-16,3-1 1 0,-3 2-54 0,2-1 18 15,0 2 1-15,-2-2 19 0,1 5-23 0,-1-5-11 16,1 4 43-16,-1-1-44 0,-2-1 1 0,1 2 19 16,-1 1 21-16,2 1-17 0,-1-3 0 0,1 5 3 15,-2-4 28-15,5 1-28 16,-4 2 2-16,3-1-1 0,1-1-37 0,-1 0 37 16,0 0 3-16,0 2-2 0,1-1-53 0,0-2 51 15,-1 3 0-15,1 1-25 0,-3-2 18 0,2 0 4 16,-2 0-37-16,0 1 34 0,1 1-6 0,-1-3 5 15,0 3 14-15,1-4-16 16,-3 3-2-16,3-2 2 0,-1 3 45 0,-2-4 0 0,1 1-39 0,-1 3 43 16,-2-3-40-16,0 0-2 0,2 2 9 15,-6 0 18-15,3-1-20 0,-4 0-2 16,-1 1 3-16,1 1-2 0,0-1 9 0,0-3-8 16,-2 2-7-16,0-2 7 0,0 2-1 0,2-1 1 15,-2-2-39-15,2 2 37 0,-1 1-2 0,1-3 2 16,5 0-38-16,-2 2 36 0,1 0-1 0,-1 0-36 15,2-2 32-15,0 1 2 0,0 0-5 0,0 3-17 16,1-5 19-16,-3 4 0 0,3-3-11 0,-2 2 10 16,1 0-2-16,-3-2 1 15,1-1-14-15,2 2 12 0,-2 0 2 0,2-1-2 0,-1-1-33 16,1 1 33-16,-1-2-2 0,2 3-29 16,-1-4-1-16,2 1 26 0,-3 0-47 0,2-1-5 15,-1 1 49-15,-2-2-6 0,1 1-30 0,0-3-5 16,-2 3 35-16,-2-5-13 0,0 3-10 0,-1-2 11 15,-1 3 7-15,0-4-12 0,0 1-23 16,0-1-12-16,-3 1 42 0,-6-1-191 0,-1 2 90 0,-3-4 38 16</inkml:trace>
  <inkml:trace contextRef="#ctx0" brushRef="#br1" timeOffset="93397.88">16516 3086 884 0,'0'0'0'0,"0"0"0"0,0-3 0 0,1 1 0 0,6 1 0 0,2-3 0 0,4 0 0 0,0 3 0 0,4-4 0 0,4 2 0 0,0-3 45 0,4 2-1 0,2 1 0 15,-1-1-55-15,2 0 0 0,-3 3 57 0,5-2-8 16,0 2-37-16,-2 1 0 0,2 0 32 0,0 0 1 16,2 0-68-16,2 0 15 0,-1 0 1 15,8 0-16-15,-7 0 0 0,12 0 36 0,-11-2-45 16,12 2 47-16,-6-3 5 0,2 2-9 16,-1 1 6-16,-1-1-4 0,-3-2-1 0,11 1 3 15,-6 0 0-15,2-3 0 0,0 1 0 0,-2-2-1 16,-1 3-4-16,6-3 5 0,-2 2 1 0,0-1-20 15,0 3 18-15,-4-2 1 0,-1 0 1 0,5 2-29 16,-5-1 25-16,1 1 1 0,-1 0-12 0,-7 1 11 16,5-2-4-16,-1 2 3 15,-2-1-1-15,-3 0 1 0,3 0-1 0,-1-1 0 16,1 2 11-16,0 0-11 0,0-2 1 0,1 1 8 16,-1 1-7-16,-1-2-1 0,3 0 26 0,-2-1-24 15,7 0 0-15,-9 0 0 0,3 0-5 0,3-2 5 16,-2 4 2-16,-1-1-1 0,0-1-12 0,1 1 12 15,0-1-1-15,-2 0 0 0,-1 2-12 0,1-1 11 16,-1 1-1-16,-1-2 1 0,1 3-1 16,-4-4 1-16,1 4-3 0,0-1 44 0,0-1-41 15,0 2-1-15,-2-1 38 0,2-2 2 16,0 2-33-16,2-1-3 0,-1 1 15 0,1-3-12 16,2 0 6-16,-1 1 6 0,2-1-52 0,-2 1 45 15,-1-2-3-15,0 3 1 16,-1-1-2-16,-1 0 1 0,-2-1 38 0,0 3-40 0,0-2 0 0,-1 1-2 15,-5 2 25-15,0 0-20 0,2-2-2 16,1 1 4-16,-3 2 10 0,1 0-6 0,1-1-5 0,-2-2 13 16,6 3-59-16,-3-1 49 0,1-1-1 15,0 0-62-15,-1 1 59 0,-1-2-2 16,4 1 1-16,-2 1-48 0,1 1 45 0,-4-2-9 16,1 2 18-16,-3-2-14 0,7 2 1 0,-5 0-4 15,1 0 7-15,-2 0-5 0,1 0 1 0,-3-2 5 16,7 2-5-16,-3-3 2 0,1 3-1 0,0-3-13 15,-1 3 12-15,1-1 3 0,3-1-1 0,0 2-16 16,-2-2 15-16,0 0-1 0,-1 2-34 16,-1-1 31-16,4-2 2 0,-3 3-3 15,-2-1-45-15,2-2 44 0,1 2 1 0,-3-1-5 16,3 0-44-16,-7-2 47 0,-1 2-8 0,-1 1-6 16,-4-2 10-16,-4 2-7 0,-3-1 36 0,-3-1 1 15,-1 3-32-15,-2 0 2 0,-2 0 67 0,0 0-32 16,0 0 7-16,-9 0-36 0,-2 0-19 15,-5 0 24-15,3 5 11 0,-4 0-8 0,-1 1-367 0</inkml:trace>
  <inkml:trace contextRef="#ctx0" brushRef="#br1" timeOffset="94397.32">21119 2353 825 0,'0'-4'0'0,"0"0"0"0,0 3 0 0,2-4 0 0,-2 3 0 0,0-2 0 0,0 3 0 0,0-1 0 0,0 0 0 0,0 1 0 0,0 1 45 0,0 0 57 16,0-2-57-16,0 2 1 0,0 0 67 0,0 0-22 0,0 0-11 16,0 0 30-16,0 0-33 15,0 0 1-15,0 0-33 0,0 0 82 0,0 0-46 16,0 0-1-16,0 0-34 0,0 0-2 0,-2 0 1 16,-3 2 12-16,-5 3 9 0,1 1-21 0,-1 0 1 15,-1 2-1-15,-2-1-6 0,-1-2 18 16,0 3-12-16,-2-2-43 0,0 1 43 0,-2-2 0 0,0 1 12 15,-1 0-45-15,1-1 31 0,0-2-9 0,1 3 7 16,1-3 40-16,0 1 11 0,2-2-51 16,0 1 2-16,3-3 60 0,2 2-29 15,0 0 0-15,-1-2 33 0,2 2-61 0,1-2-1 16,2 0 46-16,-2 0 0 0,4 0-46 0,-1 0 12 16,0 0-6-16,3 0-6 0,-1 0 0 0,0 1-4 15,0-1-41-15,2 0 0 0,0 0 0 0,-2 0 0 16,2 0 0-16,0 0 0 0,0 0 0 0,0 0 0 15,0 0 0-15,0 0 0 0,0 0 0 0,0 0 0 16,0 0 0-16,0 0 0 0,0 0 0 0,0 0 0 16,0 0 0-16,0 3 0 15,0-3 0-15,0 0 0 0,0 0 0 0,0 1 0 16,0-1 0-16,0 2 0 0,0 1 0 0,0-3 0 16,2 1 0-16,0 3 0 0,0-2 0 0,1 0 0 15,-1 1 0-15,2 1 0 0,-1 0 0 0,1 2 0 16,1-1 0-16,-2 1 0 0,1 2 0 0,0-1 0 15,1 2 0-15,-1 2 0 0,-1 0 0 0,4 1 0 16,-2 0 0-16,1 4 0 0,-1-2 0 0,2 0 0 16,-1-1 0-1,2 2 0-15,-1-1 0 0,-1-1 0 0,1 0 0 0,0-2 0 16,-2-2 0-16,1 1 0 0,-3-1 0 0,1-1 0 16,-1-2 0-16,-1-1 0 0,0-1 0 0,0-1 0 15,1-1 0-15,-1 0 0 0,-2-1 0 0,0-1 0 16,0 0 0-16,0 0 0 15,0 0 0-15,0 0 0 0,0 0 0 0,0 0 0 0,0 0 0 16,0 0 0-16,0 0 0 0,0 0 0 16,0 0 0-16,1 0 0 0,-1 0 0 0,0 0 0 15,0 0 0-15,0 0 0 0,0 0 0 16,0 0 0-16,0 0 0 0,0 0 0 0,0 0 0 0,0 0 0 16,0 0 0-16,0 0 0 0,0 0 0 0,0 0 0 15,0 0 0-15,0 0 0 0,0 0 0 0,0 0 0 16,0 0 0-16,0 0 0 0,0 0 0 0,0 0 0 15,0 0 0-15,0 0 0 0,-1 5-563 0</inkml:trace>
  <inkml:trace contextRef="#ctx0" brushRef="#br1" timeOffset="100574.72">17937 2373 817 0,'0'0'0'0,"0"0"0"0,0 0 0 0,3 0 0 0,0 0 0 0,1 0 0 0,-2 0 0 0,1 0 0 0,1 0 0 0,0 0 0 0,-3 0 81 0,3 0-40 0,-2 0 9 16,0 0-9-16,0 0 34 0,0 0 1 0,0 0-31 0,0 0 49 15,-2 0-37-15,2 0-11 0,-2 0 57 0,1 0-57 16,1 0 0-16,0 0 0 0,0 0 42 0,0 0-42 15,0 0 0-15,1 0 0 0,1 0 55 16,-2 0-55-16,-1 0 12 16,2-1-12-16,-1-1 50 0,0 1-50 0,0-1 0 0,0-1-7 15,-1 2 8-15,1-2-1 0,-2 3 0 0,2 0-2 16,0-1 2-16,0 1 12 0,-1-2-12 16,1 2-15-16,0-2 16 0,0 2-1 0,0-2-32 15,0 2 4-15,2-1 26 0,0 1-12 0,-1 0-27 16,1 0-9-16,2 0 42 0,-1 0-42 0,0 0-8 15,2 0 39-15,-2 0 4 16,3 0-61-16,-3 3-1 0,2 2 50 0,-2 4-53 0,-1-5 47 16,1 6 5-16,-1-3-10 0,-1 5 4 0,-1-4 3 15,0 2-1-15,0 4-8 0,0-2 20 0,0 1-16 16,-2-2 2-16,0 0 16 0,0 2-15 0,0 0 0 16,0 0 0-16,0 0 2 0,0 0-1 0,0 1 7 15,0 1-20-15,0-2 14 0,0 1-1 0,0 1 1 16,0-1-30-16,0 1 31 0,0-2-5 0,-2 0 1 15,0 2-3-15,-2-1 1 16,2-2 2-16,1 0-5 0,-3 1 3 0,2-3 0 16,0 2-1-16,0 0 1 0,1-3 0 0,-1 0 3 15,-2 3-8-15,2-4 5 0,1 2-1 0,-2 0 1 16,1-2 15-16,2-1-13 0,-2 1-1 0,0-2 0 16,2-3 30-16,-2 1-29 15,2-1 1-15,0-1 2 0,0-2-6 0,0 3 3 0,0-3 3 0,0 0-11 16,0 0 10-16,0 0 3 15,0 0 39-15,0 0-42 0,0 0 0 0,0 0 0 0,0 0 55 16,0 0 4-16,0 0-52 0,0-3-2 16,0-2-36-16,0-1 0 0,0-1 40 0,2-2-95 15,0-3 41-15,0 3 0 0,3-5 43 0,-4 1-92 16,3 0 39-16,-2-3 0 0,0-2-1 0,1 1-1 16,-1-2 13-16,0 1 22 0,0 1-49 0,0-1-14 15,-1 2 50-15,-1 0 1 0,0 4 42 0,0-2-44 16,0 3-7-16,0 1 10 0,0 0 43 15,-1-1 6-15,-5-1-46 0,2 3 58 0,1-3-54 16,-3 1 7-16,2 0 35 0,-2 0-34 16,1-2-3-16,-1 0 7 0,1 1 1 0,-2 0-1 15,2 0-4-15,0 0 14 0,1 2-13 0,-3-1 1 16,3 5-1-16,-2-2-1 0,0 1 2 0,1 1 0 16,1-2 52-16,-1 4-50 0,1-1-1 0,-3 2 2 15,4 0 64-15,-1-1-29 0,1 3 0 0,1-1-25 16,0-1 52-16,0 2 4 0,0 0-55 0,2 1 12 15,0 0 29-15,0 0-23 16,0 0-7-16,0 0 54 0,0 0-52 0,0 0 10 16,0 0-55-16,0 0 3 0,0 0 49 0,0 0-24 15,0 0-25-15,2 0 7 0,2 0 0 0,1 0 21 16,1 0-16-16,2 0 14 0,-3 5 4 0,3 1-11 16,-1 1 5-16,-1 1-7 0,0 1 0 0,1 2 0 15,0 0 0-15,-1 0 0 0,2 3 0 0,-1-1 0 16,1 1 0-16,1 2 0 0,-1-1 0 15,1 0 0-15,-2 2 0 0,3-1 0 16,0-2 0-16,-3 3 0 0,0-2 0 0,1 0 0 16,-2-2 0-16,-1 2 0 0,-1-1 0 0,-1 0 0 15,1 0 0-15,-2 1 0 0,0 0 0 0,0-3 0 16,0 3 0-16,-2 0 0 0,0-1 0 0,0 1 0 16,0 0 0-16,0-2 0 0,0 0 0 0,-2-1 0 15,-2 2 0-15,0-5 0 0,1 2 0 16,-1-2 0-16,2-2 0 0,-1 1 0 0,1-2 0 0,0-3 0 15,0-2 0-15,2 2 0 0,0-3 0 0,-5 0 0 16,5 0 0-16,-3 0 0 16,1 0 0-16,0 0 0 0,0 0 0 0,-1-4 0 15,1-4 0-15,0 3 0 0,2-3-435 0,0-2 2 16,0 2 200-16</inkml:trace>
  <inkml:trace contextRef="#ctx0" brushRef="#br1" timeOffset="102290.84">21261 6184 1422 0,'0'0'0'0,"0"0"0"0,0 0 0 0,2 0 0 0,-2 0 0 0,3-2 0 0,-1-4 0 0,0 1 0 0,-1 0 0 0,1-1 0 0,0-2 84 0,0 2 62 16,1-1-52-16,1-2 1 0,-2-1-45 0,0 3-7 15,0-3 12-15,-1 1-12 0,1-2-43 16,0 1 44-16,-2 2-1 0,0-3 12 0,0 0-1 16,0 3-10-16,0-1-1 0,0 4 4 0,-5-2-4 15,-3 2 1-15,3 1 7 0,-4 3 24 0,-1-1 0 16,-1 2-31-16,-3 0-12 0,1 0 12 0,1 9 10 16,-4 3-51-16,-2 4 0 0,2 1 40 0,2 4 1 15,0-2-1-15,-2 5-1 0,2-1-1 0,3 1-6 16,1 1 38-16,3 1-37 0,1-3 6 0,3-1-4 15,-1 3 40-15,4-1-39 16,0 2 4-16,0-7 42 0,0 3-25 0,0-3-17 16,0 0 24-16,2-2-23 0,5-2-1 0,2-2 1 15,3-2-28-15,-1-1-12 0,3-3 40 0,0-1-1 16,4-5-80-16,0-1 38 0,1 0-2 0,1 0-56 16,5-3 38-16,-3-8 0 0,1-4 30 0,-1-3-72 15,1-2 30-15,0-1-4 0,-1 1-96 16,-2-4 65-16,1 1 15 0,-1 3 1 0,-6 0-18 15,3-4 51-15,-4 9-21 0,-2-2 17 16,1 2 55-16,-7 2-27 0,-1 6-14 0,0-4 162 16,-3 7-80-16,1 0-42 0,-2 0-11 0,0 2 219 15,0 0-100-15,0 2-141 0,0 0 0 0,-5 0 0 16,-2 2 0-16,-1 9 0 0,0 1 0 0,1 2 0 16,0 4 0-16,-1-2 0 0,3 4 0 0,0-2 0 15,3 3 0-15,2-3 0 0,0 1 0 16,0-2 0-16,0 1 0 0,0-3 0 0,7-3 0 0,0 1 0 15,2-2 0-15,0-1 0 16,3-3 0-16,-1-1 0 0,-2-2 0 0,5 0 0 16,-3-4 0-16,2 0 0 0,0 0 0 0,3 0 0 15,-4-4 0-15,1-8 0 0,3 1 0 0,-2-4 0 16,0 0 0-16,1-2 0 0,-4 0 0 0,2 1 0 16,-4-1-30-16,-1 0 16 0,0 0 3 15,-3 0-8-15,-1 1 32 0,-1 2-1 0,-1-1-25 0,-2 0-6 16,0 1 40-16,0 0-3 15,0 0-34-15,-2 3 74 0,-3 0-58 0,-2 1 0 0,-1 1 0 16,-2 3 0-16,3 1 0 0,-2-1 0 16,-3 5 0-16,1-2 0 0,0 2 0 0,1 1 0 15,-2 0 0-15,-1 0 0 0,1 0 0 0,-3 5 0 16,0 3 0-16,0-1 0 0,2 3 0 0,-2 1 0 16,3-1 0-16,1-1 0 0,6-2-36 0,-2 3-108 15,0-1 52 1,3-2 33-16,4 3-227 0,0-2 121 0,0-2 61 0,0 3 19 0,2-2-354 15,7 0 198-15,1 0 99 0,5-5 49 16,2 1-428-16,2-3 228 0,0 0 130 0,7 0-307 16</inkml:trace>
  <inkml:trace contextRef="#ctx0" brushRef="#br1" timeOffset="102651.56">21987 6054 2024 0,'5'-9'0'0,"1"3"0"0,-3-1 0 0,-1 1 0 0,-2 1 0 0,0-1 0 0,0 5 0 0,-4-2-1 0,-5 1-1 0,-3 2 1 0,-2 0 87 0,-1 11 267 0,0 1-154 16,-5 3-78-16,4 0-39 0,0 0 220 0,0 2-119 15,6-2-75-15,-1 0 68 0,6-1-67 0,3-4-33 16,2 3 0-16,0-3-60 0,0 1-11 0,2-1 14 16,5-3-19-16,7 3 0 0,-1-3 0 0,2 0 0 15,0-1 0-15,0 1-24 0,0-1 30 0,0-1-6 16,-2 1-116-16,-4 0 37 15,1 2 43-15,-2-1-17 0,-5 3 53 0,-1-1-30 0,-2 2 22 16,0-3 149-16,0 5-70 0,-11 0-31 16,-1-5 48-16,-1 3-88 0,-1-2 0 0,-3 0 0 15,1-1 0-15,-2-2 0 0,2 0 0 0,0-1 0 16,0-1 0-16,2 0 0 0,0-3 0 0,1 1 0 16,3-2-92-16,-1 0-9 0,4 2 55 0,2-2-517 15,3 0 258-15,0 0 130 0,2 2-354 16,0 0 242-16,0 2 111 0,2 1 71 0,7 1-313 15,3 0 187-15,-1 1 94 0,2 1 46 16</inkml:trace>
  <inkml:trace contextRef="#ctx0" brushRef="#br1" timeOffset="103286.6">22319 6797 2418 0,'-12'5'0'0,"7"5"0"0,0-4 0 0,-1 0 0 0,2-2 0 0,1 1 0 0,3-4 0 0,-3 0 0 0,3 2 0 0,0-3 0 0,0 0 126 0,0 0-42 0,0 0-1 16,0 0-31-16,0 0 0 0,0-3-10 0,3-6-1 16,-3-2 26-16,0-2-26 0,0-4 11 0,0 0-11 15,-5-4 39-15,-2-3-38 0,0-3-1 0,-1-1 0 16,0-4 64-16,1-7-37 15,1-4 0-15,3-4-75 0,1-7 49 16,2-11-1-16,0 6 10 0,0-17-202 16,0 7 92-16,2 1 48 0,5 14-108 0,0 0 72 0,0 9 28 0,2 2-7 15,-2 5-51-15,0 8 16 16,2 7 27-16,-2 5 0 0,0 4 154 0,0 1-78 0,4 3-28 0,-1 6-17 16,1 0 170-16,3 1-69 15,1 1-45-15,0 2-7 0,2 0-1 0,-2 0 16 0,0 6-188 0,0 1 86 16,-4 3 29-16,1 2 3 15,-7 1-48-15,1-1 26 0,-4 3 0 0,-2 2-4 16,0 2 2-16,0 1-8 0,-8-2-1 0,-4 0 219 16,2 2-91-16,-1-3-52 0,-1-3 1 0,1 2 248 15,2-3-184-15,-1 0-99 0,1-4 0 0,3 0 0 16,1 1 0-16,-2-3 0 0,5 3 0 0,1-3 0 16,-1 1 0-16,2 1 0 0,0 1 0 0,0 0 0 15,2 2 0-15,6 0 0 0,1 0 0 0,2 2 0 16,1-2 0-16,-1 2 0 0,1-3 0 0,2 3 0 15,-3-4 0-15,1 4 0 16,-1-2 0-16,-4 0 0 0,-1-1 0 0,-3 3 0 16,0-3 0-16,-3-2 0 0,0 3 0 0,0-3 0 15,-5 0 0-15,-4 0 0 0,-2 1 0 0,-4-3 0 16,0 1 0-16,-2-3 0 0,1 0 0 0,-4-4 0 16,1 1 0-16,1-2 0 0,1 0 0 0,2 0 0 15,1 0 0-15,4 0 0 16,0 0 0-16,0 0 0 0,5 0 0 0,-1-2 0 15,5 1 0-15,-1-2 0 0,0 1 0 0,2 0 0 16,0 1 0-16,0-1 0 0,2 0 0 0</inkml:trace>
  <inkml:trace contextRef="#ctx0" brushRef="#br1" timeOffset="103325.76">22304 6353 413 0</inkml:trace>
  <inkml:trace contextRef="#ctx0" brushRef="#br1" timeOffset="103492.74">22760 6060 3262 0,'0'0'0'0,"0"0"0"0,0 0 0 0,0 0 0 0,0 0 0 0,0 0 0 0,0 0 0 0,8-4 0 0,4 0 0 0,0 2 0 0,2 1 104 0,2 1 8 0,2 0-40 16,0 0-1-16,1 0-30 0,1 0-131 0,1 0 66 16,0 0 43-16,2 0-11 0,-1 0-493 15,-1 0 263-15,0 0 132 0,-1 1-800 0,-3 1 425 0</inkml:trace>
  <inkml:trace contextRef="#ctx0" brushRef="#br1" timeOffset="103714.85">22868 6313 3066 0,'-14'9'0'0,"5"2"0"0,6-6 0 0,-1-1 0 0,4 0 0 0,0-1 0 0,0 1 0 0,2 0 0 0,10-1 0 0,6 2 0 0,5-4 419 15,2 1-188-15,5 0-95 0,0-1-57 0,2-1-79 0,0 0 0 16,-2 0 0-16,0 0 0 0,-2 0 0 0,-1 0 0 16,-6 0-248-16,-1 0 92 0,-1-1 98 0,-6-1 50 15,-3 0-553-15,-3 1 276 0,-1-1 35 0,-5-1 109 16,1 2-270-16,-2 1 184 0,0 0 93 0,0 0-368 16</inkml:trace>
  <inkml:trace contextRef="#ctx0" brushRef="#br1" timeOffset="108002.73">16476 3002 1027 0,'0'0'0'0,"0"0"0"0,0 0 0 0,0 0 0 0,-1 0 0 0,1 0 0 0,-2 0 0 0,-2 0 0 0,2 0 0 0,0 0 0 0,1-2 77 15,-1 1-19-15,2-3-12 0,-3 2 41 0,3 0-41 16,0-1 0-16,0 0 12 0,0 2 27 0,0-1 0 16,0 2-39-16,0 0 0 0,0 0 42 0,0 0 10 15,0 0-52-15,0 0 48 0,0 0-1 0,5 0-47 16,-2 0 0-16,3 0 69 0,-1 0-69 0,1 0 0 16,-1 0 75-16,5 0-37 0,-4 0 0 0,1 0-26 15,0 0 85-15,1-2-48 16,0 0 0-16,-1 0-49 0,0-1 88 0,3 1-32 15,-2 1-12-15,-1-3-44 0,0 2 50 0,1-2-1 16,0 1-49-16,-3 2 51 0,2 0-23 0,0-2-74 16,0 1 0-16,0 2 0 0,-1 0 0 0,1 0 0 15,1 0 0-15,-2 0 0 0,3 0 0 0,0 0 0 16,-1 0 0-16,3 0 0 0,0 0 0 0,-1 0 0 16,3 0 0-16,-1 0 0 0,1 0 0 15,-3 0 0-15,6 0 0 0,-3 0 0 16,0 0 0-16,-2 0 0 0,2 0 0 0,-3 0 0 15,3 0 0-15,-3 0 0 0,1 0 0 0,0 0 0 16,1 0 0-16,-3 0 0 0,3 0 0 0,0 0 0 16,1 0 0-16,1 5 0 0,-2-4 0 0,3 0 0 15,0 2 0-15,0-1 0 0,2 0 0 0,0 0 0 16,0-1 0-16,2 2 0 0,-3-2 0 0,5 1 0 16,-3-2 0-16,2 2 0 0,1-2 0 0,-5 1 0 15,3-1 0-15,-3 2 0 0,4 0 0 0,-3-2 0 16,-1 2 0-16,2 0 0 15,-2-1 0-15,1 2 0 0,0-1 0 0,0-1 0 16,-1 1 0-16,2 0 0 0,1 1 0 0,-1-3 0 16,3 0 0-16,0 1 0 0,-1-1 0 0,1 0 0 15,0 0 0-15,-3 0 0 0,1 1 0 0,1-1 0 16,-2 0 0-16,1 2 0 0,-1-2 0 0,1 0 0 16,-2 3 0-16,2-3 0 0,0 1 0 0,-1-1 0 15,1 2 0-15,-1 1 0 0,2-3 0 16,-1 1 0-16,-1-1 0 0,3 2 0 15,0-2 0-15,-3 0 0 0,3 0 0 16,0 0 0-16,-1 0 0 0,3 0 0 0,3 0 0 0,-1 0 0 16,-1 0 0-16,2 0 0 0,-3 0 0 0,7 0 0 15,-5 0 0-15,1-2 0 0,-2 1 0 0,-2-2 0 16,1 1 0-16,0 1 0 0,-3-2 0 0,-1 1 0 16,0 2 0-16,0-1 0 0,0 0 0 0,-3-2 0 15,3 3 0-15,-2-2 0 16,2 2 0-16,-2-2 0 0,1 2 0 0,2-1 0 15,-2 1 0-15,1-2 0 0,2 2 0 0,-1-3 0 16,1 2 0-16,2-1 0 0,-1 0 0 0,0 0 0 16,1 0 0-16,0 2 0 0,-1-1 0 0,0 1 0 15,1-2 0-15,-2 2 0 0,-3 0 0 0,3 0 0 16,-1 0 0-16,-2 0 0 0,1 0 0 0,-1 0 0 16,1 0 0-16,0-2 0 0,1 2 0 0,0-1 0 15,1-2 0-15,-3 2 0 0,3-1 0 0,-1 0 0 16,1 0 0-16,0-1 0 15,-3 2 0-15,3 0 0 0,-2-2 0 0,-3 1 0 16,2 2 0-16,0 0 0 0,-1 0 0 0,3 0 0 16,-4 0 0-16,3 0 0 0,-1 0 0 0,0 0 0 15,0 0 0-15,-1 0 0 0,2 0 0 0,-2 0 0 16,2 0 0-16,-3 0 0 0,1 0 0 0,0 0 0 16,-2 0 0-16,0 0 0 15,2 0 0-15,1 0 0 0,-2 0 0 0,1 0 0 16,0 0 0-16,0 0 0 0,1 0 0 0,1 0 0 15,1 0 0-15,0 0 0 0,-1 0 0 16,4 0 0-16,-2 0 0 0,0 0 0 0,2-1 0 0,-3-2 0 16,3 2 0-16,-2-1 0 0,-1-2 0 0,1 2 0 15,0 0 0-15,-1 0 0 0,1 0 0 0,-2 1 0 16,-1-2 0-16,0 1 0 0,0 1 0 0,1-2 0 16,-2 3 0-16,1-1 0 0,2 1 0 0,-4-1 0 15,3-2 0-15,-1 1 0 0,0 0 0 16,-1 0 0-16,1 1 0 0,0-1 0 15,-2 0 0-15,3-2 0 0,0 2 0 0,-2 1 0 16,4-1 0-16,-2 0 0 0,1 0 0 0,-1 0 0 16,-1 1 0-16,3-1 0 0,0-1 0 0,-1 2 0 15,3-1 0-15,2-1 0 0,-1 3 0 0,-4-1 0 16,7-1 0-16,-3-2 0 0,1 1 0 16,-2-1 0-16,-2 0 0 0,2 0 0 0,0 1 0 0,2-1 0 15,0-1 0-15,0 0 0 16,-1 1 0-16,-3 1 0 0,3-1 0 0,-1 0 0 15,0 0 0-15,-2 1 0 0,-1-1 0 0,1 1 0 16,-2 1 0-16,-1-3 0 0,-1 1 0 0,1 1 0 16,3 0 0-16,-1-2 0 0,-2 4 0 0,3-3 0 15,0-1 0-15,-3 2 0 0,1 0 0 0,1-1 0 16,-3 0 0-16,3 0 0 0,-6 1 0 0,2 1 0 16,-2-2 0-16,-5 2 0 15,3 1 0-15,-3-3 0 0,-1 2 0 0,-3-1 0 16,0 2 0-16,-2 0 0 0,1 1 0 0,-2 0 0 15,3-4 0-15,-1 3 0 0,1 1 0 16,4-2 0-16,-2 0 0 0,2 2 0 0,3-1 0 0,-1-1 0 16,0 0 0-16,2 2 0 0,-4-2 0 0,4 0 0 15,-3 2 0-15,1 0 0 0,-2-2 0 0,-2 2 0 16,0 0 0-16,-3-1 0 0,-3 1 0 0,1 0 0 16,0 0 0-16,-2 0 0 0,0 0 0 0,0 0 0 15,0 0 0-15,0 0 0 16,0 0 0-16,0 0 0 0,0 0 0 0,0 0 0 15,-4 0 0-15,-3 0 0 0,-3 0 0 0,3 0 0 16,-6 0 0-16,-1 0 0 0,0 0 0 0,-2 0 0 16,2 0 0-16,-4 0 0 0,2 0 0 0,-1 1 0 15,0 1 0-15,-2 0 0 0,0 0 0 16,-1 0 0-16,1 0 0 0,-1-1 0 0,1 1 0 0,-2 0 0 16,-1-1 0-16,1 3 0 0,-2-3 0 0,0 0 0 15,1 2 0-15,0-1 0 0,-3 2 0 0,2-3 0 16,1 1 0-16,0 2 0 15,-1-2 0-15,3 0 0 0,-1 2 0 0,0-3 0 16,1 2 0-16,1-2 0 0,-1 1 0 0,0 0 0 16,1 0 0-16,0-1 0 0,1 2 0 0,-3-3 0 15,3 3 0-15,-3-1 0 0,-2 0 0 0,2 0 0 16,-1 1 0-16,-1 0 0 0,-3-2 0 0,3 1 0 16,1 0 0-16,-4-1 0 0,5 2 0 15,-2-2 0-15,1 1 0 0,-1 2 0 16,1-4 0-16,2 1 0 0,-3 2 0 0,0 0 0 15,0-2 0-15,3 1 0 0,-3-1 0 16,1 3 0-16,-1-2 0 0,1 0 0 0,-1 2 0 0,2-3 0 16,-1 4 0-16,0-2 0 0,1 1 0 0,1 0 0 15,-1 0 0-15,0-1 0 0,1 0 0 0,-1 0 0 16,2 1 0-16,-1-2 0 0,-1-1 0 0,1 1 0 16,0 1 0-16,1-2 0 0,0-1 0 15,1 2 0-15,-1-2 0 0,2 1 0 0,-2-1 0 0,0 0 0 16,1 0 0-16,-1 3 0 15,0-3 0-15,-2 2 0 0,2-2 0 0,1 1 0 16,-3 2 0-16,0-1 0 0,1 1 0 0,-1-1 0 16,-2 0 0-16,3 0 0 0,-2 1 0 0,-3-1 0 15,0 2 0-15,5-2 0 0,-8 1 0 0,2-1 0 16,1 0 0-16,-1 1 0 0,-1-2 0 0,5 0 0 16,0 2 0-16,-3-2 0 15,2 1 0-15,1 1 0 0,-2-2 0 0,1-1 0 16,-2 2 0-16,5-2 0 0,-6 2 0 0,1-2 0 15,1 2 0-15,4-2 0 0,-7 0 0 0,6 0 0 16,-5 0 0-16,5 0 0 0,-1 0 0 0,1 0 0 16,-2 0 0-16,1 0 0 0,1 0 0 0,-2 0 0 15,1 0 0-15,0 0 0 0,-3 0 0 0,4 0 0 16,-3 0 0-16,4 0 0 0,-7 0 0 0,4 0 0 16,-3 0 0-16,-1 2 0 0,2 0 0 0,-3 2 0 15,1-3 0-15,3 2 0 16,-6 0 0-16,7-3 0 0,-5 4 0 0,4-4 0 15,-1 1 0-15,4-1 0 0,0 3 0 0,0-3 0 16,0 0 0-16,-2 0 0 0,5 0 0 0,-5 0 0 16,2 0 0-16,1 0 0 0,-1 0 0 0,-2 0 0 15,3 0 0-15,-1 0 0 0,0-3 0 0,-1 2 0 16,-1 1 0-16,-3-1 0 16,5-2 0-16,-7 3 0 0,4 0 0 0,-1 0 0 0,-1 0 0 15,1 0 0-15,4 0 0 0,-2 0 0 16,0 0 0-16,2 0 0 0,1 0 0 0,-1 0 0 15,2 0 0-15,-1-2 0 0,1 2 0 0,0-1 0 16,-1 1 0-16,-1-3 0 0,0 2 0 0,-1-1 0 16,-1 2 0-16,-2 0 0 0,1 0 0 0,0 0 0 15,-1 0 0-15,-6 0 0 0,2 0 0 0,-1 0 0 16,0 0 0-16,0 0 0 0,4 3 0 0,-4 0 0 16,9 0 0-16,1 0 0 0,-1-2 0 15,4 0 0-15,0-1 0 0,-1 0 0 16,4 0 0-16,-2 0 0 0,2 0 0 0,-2 0 0 15,4 0 0-15,-2 0 0 0,-2 0 0 0,0 0 0 16,0 0 0-16,0 0 0 0,-2 0 0 0,1 0 0 16,-1 0 0-16,1 0 0 0,0 0 0 0,2 0 0 15,4 0 0-15,-7 0 0 0,9 0 0 0,-2 3 0 16,1-3 0-16,1 0 0 0,4 0 0 0,-1 0 0 16,1 0 0-16,-2 0 0 0,6 0 0 0,-3 0 0 15,2 0 0-15,0 0 0 0,1 0 0 16,1 0 0-16,0 0 0 0,-2 0 0 15,2 0 0-15,0 0 0 0,0 0 0 0,0 0 0 16,0 0 0-16,0 0 0 0,0 0 0 16,0 0 0-16,0 0 0 0,0 0 0 0,0 0 0 0,0 0 0 15,0 0 0-15,0 0 0 0,2 0 0 0,7 0 0 16,3 0 0-16,0 0 0 0,4 0 0 16,0 0 0-16,1 0 0 0,3 0 0 15,3-3 0-15,2 1 0 0,0-1 0 0,5 0 0 16,-2 0 0-16,-1 0 0 0,-1-1 0 0,-1 0 0 15,3 0 0-15,-3 0 0 0,1 2 0 0,-6 1 0 16,3-2 0-16,-2 2 0 0,1 0 0 0,-3-2 0 16,2 1 0-16,-1 0 0 0,1 2 0 15,-2 0 0-15,-1 0 0 0,3 0 0 0,-2 0 0 0,-1 0 0 16,2 0 0-16,0 0 0 0,1 0 0 0,1 0 0 16,5-2 0-16,-4 1 0 15,4-1 0-15,-2 0 0 0,6-2 0 0,0 1 0 16,-1-1 0-16,0 0 0 0,0 1 0 0,0-1 0 15,2-1 0-15,-4 2 0 0,2 2 0 0,0-2 0 16,0 1 0-16,-5 2 0 0,7-1 0 0,-4 1 0 16,-2 0 0-16,0 0 0 0,2 0 0 0,-3-2 0 15,3 2 0-15,-2 0 0 0,1 0 0 0,-4-2 0 16,0 2 0-16,2-2 0 0,-2 0 0 0,0 2 0 16,-3 0 0-16,2 0 0 15,-1-1 0-15,-1-2 0 0,1 3 0 0,0-2 0 16,1 2 0-16,-1-1 0 0,-2-2 0 0,1 3 0 15,1-1 0-15,0 1 0 0,-3-3 0 16,3 3 0-16,0-1 0 0,-1 1 0 0,1-1 0 0,0 1 0 16,-1 0 0-16,1 0 0 0,0-3 0 0,1 3 0 15,5 0 0-15,-6 0 0 0,5 0 0 16,-2-2 0-16,0 2 0 0,-1-1 0 0,5-2 0 0,-3 3 0 16,1-2 0-16,-2 1 0 15,2-1 0-15,-3 0 0 0,6 0 0 0,-3 0 0 16,-1 1 0-16,-2-2 0 0,0 2 0 0,2-1 0 15,-3 1 0-15,0-2 0 0,1 0 0 0,-2 2 0 16,1 1 0-16,1-1 0 0,-1-2 0 0,3 3 0 16,-3 0 0-16,1-2 0 0,1 2 0 0,-1-1 0 15,4 1 0-15,-7-3 0 0,6 3 0 0,-7 0 0 16,5-1 0-16,-1 1 0 0,3 0 0 0,-5-2 0 16,6 0 0-16,-8 1 0 0,4-2 0 0,0 1 0 15,-1 2 0-15,-1-1 0 16,0-1 0-16,-1 0 0 0,1 0 0 0,0-1 0 15,-1 3 0-15,1-3 0 0,2 2 0 0,-2-1 0 16,-1 0 0-16,1 2 0 0,0-2 0 0,-1 1 0 16,1 1 0-16,-3-3 0 0,3 2 0 0,0-2 0 15,-3 3 0-15,1-1 0 0,0-1 0 0,1 0 0 16,-2 0 0-16,3 0 0 0,-3 0 0 0,1 1 0 16,-1 1 0-16,1-3 0 15,2 2 0-15,-1 1 0 0,1 0 0 0,2-2 0 16,-3 2 0-16,1 0 0 0,0 0 0 0,-1-3 0 15,1 3 0-15,0 0 0 0,-1 0 0 0,1 0 0 16,-2-1 0-16,-1 1 0 0,0 0 0 0,-4-1 0 16,2 1 0-16,-4 0 0 0,-1 0 0 0,-2 0 0 15,0 0 0-15,1-4 0 0,-3 4 0 0,2 0 0 16,-2 0 0-16,2-1 0 0,0-1 0 0,2 2 0 16,1-2 0-16,-1 1 0 15,-2-1 0-15,6 0 0 0,-2 0 0 0,2 0 0 16,-2-1 0-16,3 0 0 0,-2 2 0 0,4-1 0 15,-4-1 0-15,3 2 0 0,-2 1 0 0,2-2 0 16,-2 2 0-16,0 0 0 0,-2 0 0 0,-2 0 0 16,-1 0 0-16,-1 0 0 0,-2 0 0 0,-1 0 0 15,-1 0 0-15,-4-2 0 0,1 2 0 0,0 0 0 16,0 0 0-16,-2 0 0 0,0 0 0 0,0-1 0 16,0-2 0-16,-2 3 0 0,-12 0 0 15,0 0 0-15,-9 0 0 0,-2 0-391 16,-1 3 160-16,-3 8 79 0</inkml:trace>
  <inkml:trace contextRef="#ctx0" brushRef="#br1" timeOffset="112076.72">16546 2927 1043 0,'-8'0'0'0,"3"4"0"0,1-2 0 0,1 0 0 0,-2 0 0 0,3 0 0 0,0 0 0 0,1-2 0 0,1 2 0 0,0-2 0 0,0 0 81 0,0 0-31 0,0 0 29 15,0 0-30-15,0 0 0 0,0 0 13 16,0 0 42-16,0 2-55 0,0-2 0 16,0 0 40-16,0 0 0 0,0 0-27 0,0 0-13 15,0 1 15-15,0-1-14 0,0 0-1 16,0 3 0-16,0-3 24 0,1 0-23 0,3 0-1 0,4 0 0 15,1 0 32-15,2 0-32 16,1-3 12-16,1-2 2 0,2-3-14 0,-2 0 0 16,3 2-24-16,-4-3 36 0,1 4-11 0,1-2-1 0,-1-1-54 0,0 1 55 15,-2-1-1-15,3 1 12 0,-3-1-70 0,2 1 55 16,0-2-7-16,0-2-40 16,2 2-4-16,-2 1 54 0,0-3-60 0,2 4 0 15,0-3 40-15,2 3 4 0,-1-2-60 0,0 1 63 16,3 1-14-16,0 1 6 0,0-3-59 0,2 0 1 15,2 1 41-15,-2 0 13 0,7-3-65 0,-1 3 0 16,-3-4 42-16,2 0-58 0,2 2 26 0,-5 2-9 16,5-6-19-16,-2 4 51 0,-1 1 4 0,-3-2 0 15,1 1-20-15,-2 1 6 0,-1 0 9 0,1 0-12 16,-2 0 58-16,-1 0-50 0,-1 0 3 16,1 2-5-16,0-1 42 0,1 0 3 15,-1-1-37-15,3 2 56 0,-2-2 0 0,1 1-42 16,1 1 23-16,0-1-23 0,3-1-2 0,-3 0 7 15,2 1-16-15,-3 1 15 0,4-5-4 0,-1 3 4 16,2-1-22-16,-3 1 20 0,2-2-1 0,-3 1 1 16,6-3-40-16,-1 2 32 0,-2 0 4 15,2-4-29-15,1 5 27 0,-3-1-4 0,4-3 3 16,-1-1-11-16,-3 5 10 0,2-3-3 0,0 2 47 0,-3 3-44 16,6-3 0-16,-5-2 2 15,0 4 57-15,0 0-54 0,-1 0-2 0,0 1 6 16,3-1 6-16,-2-1-5 0,1 2-4 0,-1-1-9 15,3 0 10-15,-4-1 7 0,6-1-31 0,-1 2 26 16,2-2-1-16,0 0 0 0,0-1-38 0,2 1 36 16,0-2-5-16,2-1 3 15,2 2-22-15,0-2 20 0,-3 1-2 0,1 0 1 0,0 1 11 16,-2 0-11-16,0 1-1 0,-2-4 28 16,-2 5-25-16,0 0-1 0,-1 1 52 0,-1 0-50 15,1-1 4-15,-4 1-3 0,-2 1 53 0,6-1-50 16,-3 2 5-16,0-3-4 0,-1 1 35 0,1-1-32 15,-1 1 8-15,7-3-7 0,-2 2 7 0,2-1-6 16,-2-3 3-16,2 0-19 0,0 3 20 0,-2-1-3 16,0 0-10-16,-3 0 9 0,1 2-1 0,-1-1 0 15,-5 2-15-15,5-3 14 0,-4 4-1 0,3-3 1 16,0 1-5-16,-1 1 4 16,0 0 2-16,5-1-2 0,-2-1 2 0,1 0-2 15,2 2 0-15,-1-4-5 0,4 1 8 0,-2 0-4 16,2-1-15-16,-2 2 15 0,0 0 0 0,-4 1 1 15,-3 0 7-15,6-1-8 0,-10 2 0 0,1 0-2 16,-1 2 10-16,-1-1-19 0,-1 1 0 0,-2 2 0 16,2-4 0-16,1 4 0 0,-4-2 0 15,4 3 0-15,-4-2 0 0,3 1 0 16,-2-1 0-16,1 3 0 0,-4-3 0 0,4 2 0 0,-7-2 0 16,2 4 0-16,1-1 0 0,-5-1 0 15,-2 3 0-15,1-3 0 0,-4 3 0 0,-1 0 0 16,1 1 0-16,0 0 0 0,-2 0 0 0,0 0 0 15,0 0 0-15,0 0 0 0,0 0 0 0,0 0 0 16,0 0 0-16,0 0 0 0,0 0 0 16,0 0 0-16,0 0 0 0,0-3 0 15,0 3 0-15,0 0-3 0,0 0-110 0,-9 0 34 16,-7 11-478-16,-7 8 235 0</inkml:trace>
  <inkml:trace contextRef="#ctx0" brushRef="#br1" timeOffset="113627.97">23617 6278 2211 0,'-2'0'0'0,"0"-1"0"0,2 1 0 0,0-3 0 0,0 3 0 0,0-2 0 0,0 0 0 0,2-3 0 0,9-1 0 0,7 3 0 0,0-3 178 0,3 0-59 0,5 0-43 15,-1 1 140-15,3 1-87 0,-3 1-44 0,6-2 57 16,-1 4-40-16,3-3-10 0,9 2-50 0,-1 0 75 15,5-1-38-15,0 1 0 0,5 0-55 0,13-3-10 16,-14 2 27-16,9-1 1 0,-5 3-122 0,-1-3 61 16,-11 2 40-16,12 0-10 0,-13 0-132 0,-6 1 77 15,2-2 10-15,-9 3-105 16,-6 0 57-16,-1 0 41 0,-8 0-4 0,-1 0-24 16,-5 0 7-16,-4 0 0 0,-1 0-175 0,-2 0 105 15,0 0 35-15,0-2 28 0,-9 1-302 0,-6 1 164 16,-2 0 73-16,-2 0 51 0</inkml:trace>
  <inkml:trace contextRef="#ctx0" brushRef="#br1" timeOffset="113924.63">23940 6415 2733 0,'-8'-4'0'0,"3"2"0"0,2 1 0 0,3 1 0 0,-1 0 0 0,1 0 0 0,0 0 0 0,0 0 0 0,0 5 0 0,0 8 0 0,0 2 274 0,0 8-116 0,0 3 208 16,0 6-168-16,0 2-78 0,0 7-39 15,0-2-80-15,0 4-1 0,0-6 0 16,-3 11 0-16,-1-6 0 0,-1-1 0 0,2 2 0 31,-1-7 0-15,1 3 0-16,-1-1 0 15,0-1 0-15,-1-1 0 0,1-4 0 0,0-4 0 0,0-7-169 0,2-1 1 0,0-8 29 0,0-1 58 0,1-5-219 0,1-5 130 0,0-1 53 32,0 0-183-32,0-1 128 0,0-12 66 0,1-8 32 0,9-2-500 0,3-5 256 0,2-9 143 0</inkml:trace>
  <inkml:trace contextRef="#ctx0" brushRef="#br1" timeOffset="114113.14">24106 6588 2642 0,'-4'0'0'0,"2"0"0"0,-2 0 0 0,4 0 0 0,0 0 0 0,0-2 0 15,4 1 0-15,10-2 0 0,6 1 0 0,0 0 0 0,1 2 439 0,5 0-198 0,-6 0-100 0,5 0-50 0,-2 0-87 0,0 0 11 16,-2 0 26-16,0 4 1 0,-3 0-459 0,2 0 230 16,-5-3 114-16,-4 3 67 0,5-2-689 0,-7 1 347 15,0-3 55-15,-1 0-113 0,-2 0 182 0</inkml:trace>
  <inkml:trace contextRef="#ctx0" brushRef="#br1" timeOffset="114610.17">24396 6445 2109 0,'-2'-7'0'0,"1"3"0"0,1 2 0 0,0-2 0 0,0 0 0 0,0 3 0 0,1-4 0 0,9 4 0 0,5-1 0 0,1 2 0 0,2 0 312 0,1 0-135 0,-1 0-58 0,1 6-44 16,-4 3 68-16,0 2-51 0,-4 1 0 0,-2 3-139 15,-2-2 54-15,-4 3-10 0,-3 2 44 0,0 1-143 16,-5 3 71-16,-11 0 37 0,2-3-419 0,-5 4 148 16,-2-5 136-16,1 0-16 0,2-3-397 15,-3-2 250-15,0-2 115 0,0-2-206 0,-2-2 170 16,3-1 86-16,-3 2 43 0,4-4-46 16,1 1 40-16,2-1 90 0,7-2 0 0,-2 1 49 15,1 1-91-15,5 1 35 0,-1 0 372 0,4-2-223 16,2 5-92-16,0-1-46 0,0 6 247 0,0-3-66 15,0 5-90-15,4 2 61 0,3 2 313 0,-1 5-214 16,0-1-107-16,-3 3 252 0,0-3-169 0,-2 4-100 16,1-2 166-16,-2-2-128 0,0-1-63 0,0-1-33 15,0-2 84-15,-6-5-63 0,0 0-26 16,3-7-1-16,-3 0-49 0,1-4-18 16,-1-3 0-16,1 0 0 0,-2 0 0 0,2-10 0 15,3-3 0-15,2-6 0 0,0 1 0 0,0-3 0 16,0 2 0-16,7-1 0 0,5-1 0 0,1 2 0 15,3 3 0-15,-2-1-87 0,5 1 9 16,-1 5 39-16,2 0-78 0,1 1 47 0,-3 3-13 0,-1 1 77 16,-2 3-45-16,0 1 12 0,-3-1-9 15,1 3 6-15,-2 0-4 0,-2 0 6 16,-1 0-169-16,-2 0 84 0,-1 3 41 0,-1-1-9 16,-1-1-349-16,-1 1 200 0,0-2 101 0,0 0 50 15,4 0-466-15,-2 0 247 0</inkml:trace>
  <inkml:trace contextRef="#ctx0" brushRef="#br1" timeOffset="114921.08">24780 6432 2878 0,'2'-14'-2'0,"1"7"2"0,-1 2 0 0,0-1 0 0,0-1 0 0,-2 3 0 15,0 3 0-15,0-2 0 0,1 3 0 0,2 0 0 0,-2 3 370 0,1 12-169 0,0 5 219 0,-2 6-356 0,0 4-64 16,0 11 0-16,0-7 0 0,0 12 0 0,-2-2 0 16,-4 1 0-16,3 2 0 0,-2 0 0 15,1-6 0-15,-2 10 0 0,2-6 0 16,2 2 0-16,-2 0 0 0,4-2 0 0,-2-5 0 16,2 7 0-16,0-10 0 0,0 2 0 0,0-1 0 15,0-4 0-15,2-8 0 0,0 0 0 0,0-4-11 16,2-2-118-16,-2-9 44 0,-1 0 0 0,2-5 34 15,-1-4-120-15,0 0 64 0,-2-2 32 0,0 0 0 16,0 0-192-16,0 0 102 0,-8-8 66 0,2-3-326 16,0-2 192-16</inkml:trace>
  <inkml:trace contextRef="#ctx0" brushRef="#br1" timeOffset="121129.46">24147 5476 1683 0,'-4'-8'-1'0,"0"5"0"0,1-3 1 0,-1 2-1 0,1-2 0 0,1 3 1 16,1 1 0-16,-1-2 0 0,2 2 0 0,0 1 0 0,0 1 123 0,0 0 167 0,0-2-112 0,0 2-74 0,0 0 113 15,0 0-88-15,0 0-43 0,0 0 1 0,0 0 43 16,2 0-49-16,-1 0 1 0,4 3-40 16,-3 3 175-16,0 3-87 0,1 1-33 0,1 1 120 15,0 0-175-15,-1 2-42 0,3 2 0 0,0-1 0 16,1 1 0-16,1 0 0 0,-1-1 0 15,1 0 0-15,-1 0 0 0,3-2 0 0,-3-2 0 0,3 3 0 16,-5-6 0-16,1 1 0 16,1-1 0-16,-3-3 0 0,-1 1 0 0,0-2 0 15,-1-3 0-15,-1 0 0 0,-1 0 0 0,0 0 0 16,0 0 0-16,0 0 0 0,0 0-135 0,0 0-34 16,0 0 48-16,0 0 40 0,0 0-440 0,0 0 244 15,0 0 118-15,0 0 57 0,0-2-463 0,0 1 260 16,0-2 121-16,3 1-184 0</inkml:trace>
  <inkml:trace contextRef="#ctx0" brushRef="#br1" timeOffset="121823.99">24552 5345 2081 0,'4'-8'0'16,"-1"5"0"-16,0-3 0 0,-1-1 0 0,0 2-3 0,-2 1 1 0,0 1 1 0,0 1 1 0,0 0 0 0,0 0 0 0,0 1 151 0,0 1 261 0,0 0-185 0,0 0-92 16,0 0-46-16,0 0 184 0,0 0-120 0,0 0-56 15,0 0-6-15,0 0-48 0,0 0-1 0,0 3 12 16,0 3 28-16,-4-1-75 0,0 3-7 0,-2-1 0 16,1 5 0-16,-1-5 0 0,-1 4 0 0,-1 1 0 15,-1-1 0-15,-1 2 0 0,0 0 0 0,1 0 0 16,0 1 0-16,-3-2 0 0,3 4 0 0,0-2 0 15,0 2 0-15,-2-3 0 0,3 2 0 16,-1 0 0-16,-1 0 0 0,1 0 0 16,1 1 0-16,-2-1 0 0,1 0 0 0,2-1 0 15,-2-1 0-15,-1 2 0 0,1 0 0 0,1-1 0 16,-2 1 0-16,1-2 0 0,0 0 0 0,1 2 0 16,-1-1 0-16,0 2 0 0,0-3 0 0,-1 2 0 15,2 0 0-15,-1 0 0 0,0 0 0 0,-1 2 0 16,1-1 0-16,0-1 0 0,1-2 0 0,0 3 0 15,1-3 0-15,0 1 0 0,0-2 0 0,2-1 0 16,1-1 0-16,-2 2 0 0,3-3 0 0,-1 0 0 16,1 1 0-16,-2-1 0 15,2-1 0-15,-1 1 0 0,0 0 0 0,-1 0 0 16,1-1 0-16,1 0 0 0,-3 3 0 0,0-3 0 16,2-1 0-16,-1 2 0 0,1 1 0 0,-1-2 0 15,1 1 0-15,-2-2 0 0,5-2 0 0,-2 3 0 16,-1-3 0-16,2 3 0 0,1-3 0 0,-1 0 0 15,0 1 0-15,0-2 0 0,0-1 0 0,0 1 0 16,1-2 0-16,1 2 0 16,-2-2 0-16,0-1 0 0,2 1 0 0,-2 0 0 15,2 0 0-15,0-2 0 0,0 2 0 0,-3-2 0 16,3 0 0-16,0 0 0 0,0 0 0 0,0 0 0 16,0 0 0-16,0 0 0 0,0 0 0 0,0 0 0 15,0 0 0-15,0 0 0 0,0 0 0 0,0 0 0 16,0 0 0-16,0 0 0 0,0 0 0 0,0 0 0 15,0 0 0-15,0 0 0 16,0 0 0-16,0 0 0 0,0 0 0 0,0 0 0 16,0 0 0-16,0 0 0 0,0 0 0 0,3 0 0 15,3 0 0-15,-1 0 0 0,1 0 0 0,1 0 0 16,-3 0 0-16</inkml:trace>
  <inkml:trace contextRef="#ctx0" brushRef="#br0" timeOffset="157788.57">4210 12338 1936 0,'-18'-17'0'0,"6"13"0"0,7-1 0 0,-4 3 0 0,2-5 0 0,1-2 0 0,1 2 0 0,2 2 0 0,-1 0 0 0,-1-1 0 0,5 1 331 0,-2 1-144 16,2 1-71-16,0 1 90 0,0-1-70 0,0-2-52 0,0 3 0 0,0-1 13 16,2-1 0-16,3 3-53 0,2-3 10 15,0 1 56-15,2 0-33 0,2 1 0 0,-1 1-33 16,-1-1 55-16,2 0-17 0,-1 2-12 0,1 0-70 15,3-2 0-15,-2 2 0 0,0 0 0 0,1 0 0 16,2 0 0-16,0 0 0 0,0 0 0 0,0 0 0 16,-2 0 0-16,4 0 0 0,-5 0 0 15,4 0 0-15,-2 0 0 0,2 0 0 0,-1 0 0 16,3 0 0-16,1 2 0 0,-1 0 0 16,2-2 0-16,2 2 0 0,3-1 0 0,-5-1 0 15,8 0 0-15,-2 0 0 0,0 0 0 0,0 0 0 16,3 0 0-16,-4 0 0 0,6 0 0 0,-3 0 0 15,1 2 0-15,-1-2 0 0,0 3 0 0,-1-3 0 16,4 1 0-16,-2 1 0 0,4-2 0 0,-3 0 0 16,4 0 0-16,0 0 0 0,0 0 0 0,1 0 0 15,2 0 0-15,1 0 0 0,7-2 0 0,-7-2 0 16,9-3 0-16,-4 1 0 0,1 1 0 16,-1 1 0-16,-1-2 0 0,-6 4 0 15,11-1 0-15,-4 0 0 0,2 1 0 0,-1 1 0 16,2-1 0-16,-4 0 0 0,11 2 0 0,-3-2 0 15,1 2 0-15,4-2 0 0,-2 0 0 16,2 1 0-16,2-1 0 0,-1 0 0 0,2-2 0 0,1 2 0 16,-3 0 0-16,10 0 0 0,-4 1 0 15,-2-2 0-15,0 2 0 0,-6 1 0 16,9 0 0-16,4 0 0 0,-5 0 0 0,0 0 0 16,3 0 0-16,0 0 0 0,-3 0 0 0,10 0 0 15,-4-2 0-15,3 0 0 0,-5 0 0 0,5 1 0 16,-8-2 0-16,12 1 0 0,-4 0 0 0,0 2 0 15,1 0 0-15,-2 0 0 0,-8 0 0 0,14 0 0 16,-5 0 0-16,-1 0 0 0,-4 2 0 0,8 3 0 16,-9-2 0-16,14 2 0 0,-4-1 0 0,0 0 0 15,3-2 0-15,-4 0 0 16,4 0 0-16,11 0 0 0,-15 0 0 0,6-1 0 16,3 1 0-16,0-2 0 0,-1 2 0 0,-1 0 0 15,11 0 0-15,-7 1 0 0,-10-1 0 0,9 2 0 16,-1 1 0-16,1 2 0 0,-1-4 0 0,9 3 0 15,-3 0 0-15,-3-1 0 0,-9-1 0 0,17 2 0 16,-10-3 0-16,-8 2 0 0,18 2 0 0,-9-2 0 16,-5 1 0-16,5-2 0 0,8 4 0 0,-18-5 0 15,10 3 0-15,-2-1 0 16,2 1 0-16,9 0 0 0,-18-1 0 0,5-1 0 16,1 3 0-16,-3-1 0 0,-2 1 0 0,4-1 0 15,-3 2 0-15,0-1 0 0,-3 1 0 0,0-1 0 16,-9-2 0-16,13 5 0 0,-10-2 0 0,3 1 0 15,-1-1 0-15,-3 1 0 0,-10-2 0 0,10 5 0 16,-15-5 0-16,2 3 0 0,-2-3 0 0,-4 2 0 16,-8-3 0-16,4 4 0 0,-10-5 0 0,2 1 0 15,-2-2 0-15,-10 0 0 0,1-1 0 0,-5 0 0 16,-2-1 0-16,-8 1 0 16,-2-3 0-16,-1 0 0 0,-4 0 0 0,-3 0 0 15,1 0 0-15,-2 0 0 0,0 0 0 0,0 0 0 16,0 0 0-16,0 0 0 0,0-3 0 0,-2-2 0 15,1-1 0-15,-3 3 0 0,-1-1 0 0,-2 2 0 16,-2 0 0-16,-4 2 0 0,-8 22 0 0</inkml:trace>
  <inkml:trace contextRef="#ctx0" brushRef="#br0" timeOffset="161887.81">10896 8608 2200 0,'-3'-1'0'0,"1"-3"0"0,-3-2 0 0,2 2 0 0,-1 1 0 0,0-1 0 0,1 0 0 0,-1 3 0 0,-1-2 0 0,1 2 0 0,-3-1 84 0,2 2 64 0,-2 0-52 15,-1 0 11-15,-3 2-63 0,1 5 83 0,0 4-42 16,-2 1 1-16,1 2 85 0,-2 5-53 0,-2 6-42 16,2-1-1-16,-3 5 91 0,4 0-62 0,-4 11-30 15,5-6 96-15,2 11-170 0,1-1 0 0,4 0 0 16,4 1 0-16,0 0 0 0,0-6 0 15,7 10 0-15,9-7 0 0,0-3 0 0,5-2 0 16,2-3 0-16,0-5 0 0,1 1 0 16,7 2 0-16,-6-10 0 0,3 0 0 0,-1-1 0 0,-1-1 0 15,-3-4 0-15,-5-2 0 0,1 1 0 16,-4-2 0-16,-3-2 0 0,-1-2 0 0,-4-2 0 16,-2 1 0-16,-3-3 0 0,1-2 0 0,-1 0 0 15,0-3 0-15,-2 2 0 0,0-2 0 0,0 0 0 16,0 0-188-16,0 0 44 0,0 0-585 0,0 0 342 15</inkml:trace>
  <inkml:trace contextRef="#ctx0" brushRef="#br0" timeOffset="162255.81">11169 8527 2680 0,'-8'-7'0'0,"2"0"0"0,2-2 0 0,3 2 0 0,1-2 0 0,0 2 0 0,0-2 0 0,9 3 0 0,6 1 0 0,0-2 0 0,4 4 191 0,2 1-76 15,1 2-26-15,4 0-18 0,-3 0 0 0,0 12-29 16,-3-1-1-16,-1 5-20 0,-5-1 30 0,4 6-9 0,-9-2-1 15,1 1 35-15,-6 3-34 0,-3 4-1 16,-1-5 88-16,0 4-49 0,-10-4 0 0,-2 1-52 0,-6 0-28 16,0-3 0-16,1-1 0 15,-1-2 0-15,-2-2 0 0,1-4 0 0,-1 0 0 16,3-3 0-16,-1-2 0 0,2-2 0 0,2-2 0 16,2-2 0-16,4 0-41 0,1 0-56 0,4 0-644 15,1 0 355-15,2-8 173 0,0-5 85 0,9-2-517 16,5-2 291-16,9-4 161 0</inkml:trace>
  <inkml:trace contextRef="#ctx0" brushRef="#br0" timeOffset="162500.84">11551 8375 3141 0,'4'-10'0'0,"0"-1"0"0,-2 3 0 0,-2-1 0 0,0 1 0 0,0 3 0 0,0 1 0 0,-2-1 0 0,-6 5 0 0,1 0 0 0,-2 3 162 16,-3 10-51-16,0 7 26 15,-2 3-49-15,1 1 1 0,2 4-47 0,-1 4 119 0,5-2-161 0,5 2 0 16,2 0 0-16,0-3 0 16,0-3 0-16,11 0 0 0,3-7 0 0,6 3 0 15,1-4 0-15,0-4 0 0,1-2 0 0,-3-3 0 16,4 1 0-16,-3-5 0 0,-1 2-172 0,0-2 73 16,-5 1-250-16,2-3 161 0,-7 0 29 0,2 3 64 15,-3-2-501-15,0 1 278 0,-5 3 138 0,-1-1 69 16,0 4-498-16</inkml:trace>
  <inkml:trace contextRef="#ctx0" brushRef="#br0" timeOffset="163065.57">11054 9063 2122 0,'-11'0'0'0,"1"0"0"0,3 0 0 0,1 0 0 0,1 0 0 0,3 0 0 0,2 0 0 0,0 0 0 0,0-2 0 0,9-3 0 0,9-3 79 0,3 2 296 0,7-3-171 0,4 3-82 15,2-2 183-15,10 1-132 0,-3 2-65 0,-4-1-24 16,12 2 83-16,-2 2-63 0,2 0-31 0,-1 1-58 16,3 1-15-16,-10 0 0 15,12 0 0-15,-9 0 0 0,-7 0 0 0,3 0 0 0,-3-2 0 0,-3 0 0 16,-4 2 0-16,-7-2 0 0,-1 0 0 0,-5 0 0 15,-5 1 0-15,-3 1 0 16,-6 0 0-16,1 0 0 0,-4 0 0 0,0 0 0 16,0 0-364-16,-11 1 128 0,-3 9 73 0,0-1-566 15,-4 2 344-15,0 4 171 0,-1-2-615 0</inkml:trace>
  <inkml:trace contextRef="#ctx0" brushRef="#br0" timeOffset="163289.14">11249 9243 2875 0,'-6'0'0'0,"5"0"0"0,1 2 0 0,0 0 0 0,0 5 0 0,0 1 0 0,0 2 0 0,1 2 0 0,5 4 0 0,-1 2 0 0,4 3 522 0,-4 6-241 0,-1-3-119 16,-2-1-71-16,-1 11-91 0,1-5 0 0,0 1 0 15,-2 1 0-15,0-2 0 0,0-2 0 0,0 4 0 16,0-4-52-16,0-7-118 0,0 1 105 0,0-3 53 15,0-8-268-15,0 0 45 0,2-3 120 0,1-5-708 16,8-2 392-16,-1 0 194 0</inkml:trace>
  <inkml:trace contextRef="#ctx0" brushRef="#br0" timeOffset="163464.87">11417 9301 3136 0,'-6'-6'0'0,"2"5"0"0,-2-1 0 0,4-1 0 0,0 1 0 0,2-1 0 0,0 1 0 0,2-1 0 0,10 2 0 0,1-2 0 0,3 3 117 16,3 0 70-16,1 0-78 0,0 0-34 0,1 0-525 15,1 0 245-15,-2 0 124 0,0 0 71 0,-1 3-344 16,-1 0 197-16,-3-3 100 0,-2 1-816 0,-4-1 420 16</inkml:trace>
  <inkml:trace contextRef="#ctx0" brushRef="#br0" timeOffset="163941.84">11619 9110 2297 0,'-2'0'0'0,"2"0"0"0,-2 0 0 0,2 0 0 0,0 0 0 0,0 0 0 0,6 0 0 0,7 2 0 0,2 0 0 0,2 3 0 0,0 3 346 0,0-1-152 0,-2 1-66 16,0 3-48-16,-2-1-6 0,-5 1-33 0,-1 2 0 15,-5 2-67-15,-2 0 44 0,0 1-11 0,0 4 35 16,-7-4-257-16,-5 2 128 0,-1-2 64 0,0-2 43 15,-2-3-522-15,0 0 183 0,2-4 151 16,-3-1-367-16,4-3 246 16,-1 2 114-16,3-4 72 0,-1-1-260 0,0 2 161 0,1 1 80 15,3-2 22-15,1 3 41 0,1 0 59 0,-1 0 0 16,2-1 0-16,2 5 0 0,0-1 0 0,0 1 0 16,2 4 236-16,0-1-160 0,0 3-58 0,0 1 577 15,0 4-297-15,0 0-55 0,2 1-111 16,0 3 359-16,0 0-225 0,-1 1-112 0,-1-2 155 0,0 1-124 15,0-2-76-15,0-4-35 0,0 0-1 16,-1-4-32-16,-5-1 1 0,1-5 9 16,-1 0-19-16,1-5 10 0,-3 0-1 0,2-2 6 15,1 0-6-15,-1-2 11 0,3-9-83 0,3-3 36 16,0 1 0-16,0-3 36 0,1 2-122 0,7-2 52 16,3 0 7-16,4 3 0 0,0 0-37 0,2 0 35 15,2 2-15-15,-1 1 50 0,0 2-48 0,0 3 38 16,-3 1-18-16,2 0 42 0,-4 2-12 0,-2 2-18 15,-2 0-3-15,3 0-37 0,-4 0 3 16,-1 0 39-16,-2 2-358 0,2 2 172 0,-4 0 73 16,1 0 46-16,0 0-511 0,-3-2 270 15,3-1 125-15,0-1 77 0,-2 0-442 0</inkml:trace>
  <inkml:trace contextRef="#ctx0" brushRef="#br0" timeOffset="164218.31">11902 9269 3149 0,'0'-7'0'0,"0"-2"0"0,0-1 0 0,0 0 0 0,0 3 0 0,0-1 0 0,0 5 0 0,0-1 0 0,0 3 0 0,3-2 0 0,1 3 325 0,-1 0-131 0,3 14 69 16,-1 7-263-16,-1 3 0 0,0 5 0 0,0 5 0 15,0 4 0-15,-1 8 0 0,-1-2 0 0,0-1 0 16,0 2 0-16,0 0 0 15,0-5 0-15,-1 1 0 0,-1-2 0 0,0-1 0 0,0-2 0 0,0-4 0 16,0-8 0-16,0 1 0 0,0-5 0 16,0-2 0-1,0-8 0-15,0 0 0 0,0-4 0 0,0-3-46 0,0-3-489 0,-1 0 247 16,-1 0 123-16,-2 0 62 0,4 0-633 16,0-1 353-16,0-7 171 0</inkml:trace>
  <inkml:trace contextRef="#ctx0" brushRef="#br0" timeOffset="164788.7">12269 9513 2256 0,'0'-3'0'0,"0"1"0"0,0 0 0 0,0 1 0 0,0-1 0 0,0-2 0 0,2 2 0 0,6-2 0 0,-1 1 0 0,4 2 0 0,1-1 97 0,-1 2 94 0,-2 0-80 0,3 0-35 16,-7 10-71-16,-1 3 0 0,-2 5 48 0,-2 3-11 15,0 4-143-15,-11 1 72 0,-3 0 35 0,-1 3 0 16,-2-3-193-16,1-1 108 0,-3-3-4 0,2 0-127 15,2-5 57-15,-3-2 70 0,4-2-30 0,5-5-272 16,-1-4 171-16,6-4 86 16</inkml:trace>
  <inkml:trace contextRef="#ctx0" brushRef="#br0" timeOffset="165042.24">12763 8601 2933 0,'-8'-9'-5'0,"3"7"2"0,3 0 1 0,-2-2 1 0,3 1 0 0,1 0 1 0,0 2 0 0,0-1 0 0,5-1 0 0,8 3 0 0,2 0 180 0,2 0-69 0,2 0 113 0,0 3-96 15,-1 4-42-15,1 3-86 0,-2 1-1 0,-4 0 45 16,0 2 10-16,-3 0-359 0,-2 3 174 0,-3-1 88 15,-3-1-508-15,0 1 237 0,-1-1 161 16,-1-1-17-16,0-3-233 0,0-2 180 16,0-4 90-16</inkml:trace>
  <inkml:trace contextRef="#ctx0" brushRef="#br0" timeOffset="165247.1">13077 8453 3176 0,'0'1'0'0,"0"3"0"0,-2-1 0 0,-4 0 0 0,0 3 0 0,1 0 0 0,-1 3 0 0,1 2 0 0,-3 3 0 0,0 2 0 0,-1 3 303 0,0 3-135 0,1 1-63 15,-1 1-6-15,0 2-28 0,-1-1-62 0,3-1-9 16,-3 7-169-16,3-4 48 0,-3 0 82 0,3-1-229 16,-2 0 156-16,0-3 88 0,0 5 29 0,4-8-687 15,-4 1 242-15,1 0 197 0,0-2-393 0,-3-5 286 16</inkml:trace>
  <inkml:trace contextRef="#ctx0" brushRef="#br0" timeOffset="165491.79">12589 9071 2880 0,'-16'6'0'0,"3"0"0"0,1-2 0 0,5-2 0 0,2-2 0 0,3 0 0 0,2 0 0 0,0 0 0 0,11 0 0 0,13-2 0 15,5-5 179-15,10-5 235 0,1 0-186 0,6 0-93 0,4-1-45 0,2-2-85 0,4 2-5 0,2 0 0 16,-1 2 0-16,-2 3 0 16,-3 0 0-16,-7 5 0 0,8 1 0 0,-10 0 0 15,-8 2 0-15,-1 0-62 0,-2 0-112 0,-7 0 56 16,-1 0 65-16,-5 0-531 0,-4 0 238 16,-4 2 151-16,-3 0-318 0,-6-1 224 0,0 1 129 0,-2 4 57 15,-4 0-189-15,-11 1 125 16,-8-1 62-16</inkml:trace>
  <inkml:trace contextRef="#ctx0" brushRef="#br0" timeOffset="165713.28">12782 9226 3113 0,'-6'10'0'0,"3"-1"0"0,-1-1 0 0,-1 1 0 0,4 1 0 0,1 5 0 0,0-1 0 0,0 4 0 0,0 7 0 0,0 0 0 0,1 3 121 0,4 3 340 15,-3-2-225-15,0 4-236 0,0-1 0 16,-1 1 0-16,1-1 0 0,-2-2 0 0,0-3 0 16,0-3 0-16,0-2 0 0,0 1 0 0,0-3 0 15,0-5-153-15,0-2 73 0,0-3-735 0,2-2 400 16,0-5 134-16,3-3 119 0,3 0-517 0,-2-1 318 16</inkml:trace>
  <inkml:trace contextRef="#ctx0" brushRef="#br0" timeOffset="165882.46">12865 9310 3159 0,'0'-10'0'0,"0"4"0"0,0 0 0 0,0-1 0 0,2-2 0 0,3 3 0 0,4 0 0 0,3-1 0 0,3 1 0 0,2 1 0 0,3-1 153 16,-1 3-56-16,0 2-7 0,1-1-11 0,3 0-37 0,-2 2 0 15,-1 0-570-15,-3 0 286 0,2 0 152 0,-4 0 60 16,-2 0-771-16,-1 0 420 0</inkml:trace>
  <inkml:trace contextRef="#ctx0" brushRef="#br0" timeOffset="166338.26">13116 9121 2541 0,'-3'-2'0'16,"1"0"0"-16,0 0 0 0,2-1 0 0,0-1 0 0,2 1 0 0,9-2 0 0,4 2 0 0,2 0 0 0,0 3 0 0,1 0 157 0,1 0-58 0,-1 0-29 0,0 3 17 0,-3 5-34 15,-2 1-12-15,-6-1 1 16,-3 4-63-16,-2 3 31 0,-2 2 0 0,-4 0-157 16,-12 3 89-16,-2-1 50 0,-3 1 1 0,2-2-292 15,-2 0 158-15,2-8 23 0,0 3-314 0,0-1 179 16,1-3 106-16,0-2 53 0,2 1-277 0,2-1 154 16,2-1 93-16,2-2 41 0,2 2-94 0,3-3 68 15,1 1 33-15,2 0-14 0,2 0 11 0,0 2 37 16,0-2 25-16,0 3 234 0,0 0-150 0,0 2-65 15,2 4 466-15,0 1-240 16,0 3-132-16,0 2 5 0,-1 5 520 0,1-4-271 16,-2 8-160-16,0-3-74 0,0 0 244 0,0-3-158 15,0 0-81-15,0 1 52 0,0-2-70 0,0-4-31 16,-3-2 4-16,-1-4 0 0,0-2-34 0,1-3 11 16,-1 0-48-16,0-6 0 0,0 0 37 0,0 0-1 15,2-5-49-15,2-9 10 0,0-1 39 0,0-2 0 16,0 1-177-16,8-4 86 0,4 4 10 0,0-4-71 15,4 4 45-15,0 0 34 16,2 2 1-16,0 1-4 0,-1 1-21 0,-1 3 45 16,2 1-20-16,-3 5 17 0,0 0-19 0,-2 0 15 15,0 3-288-15,-2 0 128 0,3 0 68 0,-3 0 36 16,0 0-498-16,1 4 265 0,0 0 132 0,-3-4-484 16</inkml:trace>
  <inkml:trace contextRef="#ctx0" brushRef="#br0" timeOffset="166572.68">13428 9200 3265 0,'4'-15'0'0,"-1"2"0"0,1-1 0 0,-2 5 0 0,2 0 0 0,2 3 0 0,-3 3 0 0,1 1 0 0,1 2 0 0,3 0 0 0,-2 9 345 16,-2 10-152-16,-1 7-76 0,-1 2-106 0,0 4-11 15,-2 4 0-15,0 7 0 0,0-2 0 16,0-1 0-16,0 4 0 0,0-2 0 0,0-6 0 15,0 5 0-15,0-3 0 0,0 0 0 0,0-8 0 16,0 4 0-16,0-8 0 0,0 0 0 16,2-5 0-16,2-5 0 0,-3 0-370 0,3-8-60 15,0 2 185-15,0-4-577 0,0-1 389 0,-2-2 195 16</inkml:trace>
  <inkml:trace contextRef="#ctx0" brushRef="#br0" timeOffset="166759.63">13892 9570 3805 0,'-2'-2'0'0,"2"2"0"0,0 0 0 0,0 0 0 0,0 0 0 0,0 0 0 0,0 6 0 0,0 5 0 0,0 0 0 0,2 3 0 0,0 2 104 0,-1 3-82 0,-1 2-22 15,0 1 0-15,0 0 0 0,0 0-634 0,0 0 335 16,-5 5 169-16,0-5 84 0</inkml:trace>
  <inkml:trace contextRef="#ctx0" brushRef="#br0" timeOffset="167333.07">14591 8282 2304 0,'-19'-8'0'0,"6"6"0"0,5 2 0 0,2-1 0 0,4-1 0 0,2-2 0 0,0-2 0 0,14-2 0 0,6 1 0 0,8-2 0 0,2 1 139 0,4 1-48 0,2 1 9 0,0-1-121 15,2 3 31-15,-3 0 1 0,-3 3-75 0,-9 1 53 16,1 0 37-16,-5 0-11 0,-6 1 7 16,-4 8 19-16,-7 4 1 0,-2 5 50 0,0 0 11 15,-9 7-116-15,-8-3 43 0,-6 3 196 0,1-1-93 16,-2 0-36-16,-3 1-9 0,1-5 65 0,-1 1-56 16,4 0-27-16,2-4-1 0,3-2 12 0,4 0-81 15,2-4 0-15,6-1 0 0,1 0 0 0,5-4 0 16,0 2 0-16,0-1 0 0,2-1 0 15,7 0 0-15,8 0 0 0,0-3 0 16,3 1 0-16,1-2 0 0,2 0 0 0,1 1 0 16,-1-1 0-16,-2 2 0 0,-1-1-382 0,1 1 159 15,-2 1 69-15,-5-2-486 0,2 2 299 0,-5 1 150 16,-2 0 64-16,1-2-501 0,-3-1 294 0</inkml:trace>
  <inkml:trace contextRef="#ctx0" brushRef="#br0" timeOffset="167516.94">14646 8415 2770 0,'-11'7'0'0,"6"-1"0"0,1-2 0 15,3-3 0-15,1 4 0 0,1-5 0 0,14 0 0 0,10 0 0 0,1 0 0 0,4 0 0 0,2 4 119 0,0 0 15 0,2 1-47 0,-1-2 1 16,-1 5-505-16,-2 0 230 0,-5-1 124 0,5 4 47 15,-11 0-720-15,-3 3 370 0,-2 0 183 0</inkml:trace>
  <inkml:trace contextRef="#ctx0" brushRef="#br0" timeOffset="167772.93">14296 8811 2712 0,'-34'8'0'0,"11"1"0"0,1-1 0 0,10-4 0 0,3-2 0 0,7-2 0 0,2 0 0 0,6 0 0 0,20 0 0 0,4 0 0 0,13-2 250 16,1 0-105-16,4-2 113 0,7 2-114 0,9-2-51 15,-2-2-1-15,-2 5-33 0,-7-1-17 16,7-2 9-16,-4 2 16 0,-2 2-49 0,-3 0-18 0,-3 0 0 16,-6 0-115-16,-6 0 36 0,-2 0 55 15,-3 0 32-15,-8 0-598 0,-2 0 296 0,-10 0 83 0,-4 0 92 16,-5 0-454-16,-2 0 266 0,-2 0 132 15,-12 2-296-15,-9 4 214 0,2-1 97 16</inkml:trace>
  <inkml:trace contextRef="#ctx0" brushRef="#br0" timeOffset="167985.59">14455 9068 2655 0,'-9'4'0'0,"3"6"0"0,1 0 0 0,0-2 0 0,-2 7 0 0,3 2 0 0,1 2 0 0,-3 4 0 0,5 5 0 0,-3 0 0 0,2 2 486 0,-2 4-222 0,2 0-102 0,0 1-62 0,2-1-30 15,0 1 1-15,0-2-31 0,0-1-371 0,0-8 195 16,0 3 84-16,0-5 46 0,4-3-260 0,2-4 153 16,3-6 77-16,0-3-759 0,5-6 388 15,0 0 150-15</inkml:trace>
  <inkml:trace contextRef="#ctx0" brushRef="#br0" timeOffset="168152.23">14536 9110 2992 0,'-5'0'0'0,"3"0"0"0,0 0 0 0,0-2 0 0,2 0 0 0,0 1 0 0,7-5 0 0,10 0 0 15,9 0 0-15,1 2 0 0,3 1 110 0,2 0 50 0,1 0-60 16,3 0-20-16,2 0-10 0,-2 0-546 0,-1 1 257 0,-3 0 131 15,-4 1 63-15,-7 1-326 16,-1 0 191-16,-8 0 100 0</inkml:trace>
  <inkml:trace contextRef="#ctx0" brushRef="#br0" timeOffset="168337.21">14885 8976 1857 0,'-3'-7'0'0,"3"-1"0"0,0 3 0 0,0-5 0 0,1 6 0 0,8-3 0 0,3 4 0 0,3-2 0 0,0 4 0 0,0 1 0 0,-1 0 372 0,-2 3-166 0,0 7-72 0,-3 3 173 16,-3 0-133-16,-4 4-67 0,-2 0-33 16,0 5-73-16,-2-1 49 0,-11 4-9 0,-1-3-449 0,-2 3 224 15,-1-1 112-15,0-2 57 0,0-3-285 0,-4 4 114 16,3-4 104-16,-3-2-51 0,0-2-601 0</inkml:trace>
  <inkml:trace contextRef="#ctx0" brushRef="#br0" timeOffset="168597.93">14694 9307 1660 0,'0'0'0'0,"2"3"0"0,1 0 0 0,1 2 0 0,4 3 0 0,-2 3 0 0,3 2 0 0,-2 3 0 0,3 2 0 0,-1 6 0 0,0 0 467 0,-2 0-214 15,-2 0-106-15,-3-4 225 0,0 2-156 0,-2-1-93 16,0-1-41-16,0-2 94 0,-2-5-68 0,-4-3-24 16,-4-3 65-16,3-1-55 0,-2-4-94 0,1-2 0 15,0 0 0-15,3-2 0 0,0-9 0 0,5-5 0 16,0-2 0-16,0 1 0 0,1-4 0 0,10 2 0 15,7-3 0-15,0 1 0 16,3 3 0-16,3 1 0 0,1-1 0 0,2 6-14 16,0-2-138-16,-1 5 71 0,-5 1 7 0,4 4 27 15,-2 3-165-15,-3-1 65 0,1 2 48 16,-5 0-145-16,0 0 102 0,-4 6 51 0,-2 0 25 16,-2 1-569-16,-3 0 302 0,0 1 147 0</inkml:trace>
  <inkml:trace contextRef="#ctx0" brushRef="#br0" timeOffset="168944.45">15244 9097 3109 0,'0'-8'0'0,"0"2"0"0,-2-1 0 0,1 2 0 0,-1 2 0 0,0 2 0 0,2-1 0 16,-2 0 0-16,2 2 0 0,0 2 0 0,0 10 470 0,0 5-220 0,0 8-148 0,0 1-102 0,0 3 0 16,0 3 0-16,2 4 0 0,0 0 0 0,-2 1 0 0,2 0 0 0,-2 3 0 15,0-3 0-15,0-1 0 0,0-1 0 16,0-1 0-16,-4-5 0 0,2-5 0 15,-1 0 0-15,-2-5 0 0,3-5-100 0,0-3-90 16,0-4-397-16,2-3 273 0,0-2 126 0,0-2 77 16,0 0-358-16,0-2 215 0,0-11 106 0,0-4 53 15,2-4-173-15,2-7 119 0,-1-2 54 0</inkml:trace>
  <inkml:trace contextRef="#ctx0" brushRef="#br0" timeOffset="169301.63">15503 8503 2916 0,'0'-13'0'0,"0"5"0"15,0 2 0-15,0-4 0 0,0 2 0 0,2 4 0 0,4 1 0 0,3-1 0 0,2 3 0 0,3 1 0 0,2 0 319 0,4 12-140 0,-4 7-58 0,3 5 275 0,2 8-396 0,-3 4 0 16,-2 8 0-16,-4 4 0 0,-1 5 0 16,-6 10 0-16,-3 0 0 0,-2 3 0 0,0-5 0 0,-14 1 0 15,1-6 0-15,-4 2 0 0,1-3 0 16,-3-2 0-16,0-4 0 15,0-5 0-15,2-4 0 0,-5 1 0 0,5-9 0 0,-2-2 0 16,-2-2 0-16,2-3 0 0,-1-4 0 16,-1-1 0-16,0-1-249 0,1-2-320 0,-1 0 263 0</inkml:trace>
  <inkml:trace contextRef="#ctx0" brushRef="#br0" timeOffset="169757.99">16280 9008 2581 0,'-20'-13'0'0,"9"10"0"0,5 1 0 0,1 0 0 0,1-4 0 0,2 3 0 0,2 0 0 0,0-2 0 0,2 1 0 0,12-3 0 0,6 1 291 0,4-2-125 16,5 1 176-16,-1 0-141 0,2 1-85 0,0 0-38 16,0 3-43-16,-4 1 5 0,-4 0 1 0,3 0-1 0,-4 2-157 15,-5 0 73-15,0 0 43 0,-4 7-656 0,-6 7 349 16,-1 2 155-16,-5 8-46 15</inkml:trace>
  <inkml:trace contextRef="#ctx0" brushRef="#br0" timeOffset="169918.36">16223 9381 3453 0,'-10'0'0'0,"6"0"0"0,2 0 0 0,1 0 0 0,1 0 0 0,0 0 0 0,1 0 0 0,13 0 0 0,6 0 0 0,1-2 0 0,11-2 282 15,-4 1-121-15,2 2-126 0,0-1-182 0,2 2 60 16,-2 0 74-16,1 0 21 0,0 2-371 0,0 3 201 16,-1 3 101-16</inkml:trace>
  <inkml:trace contextRef="#ctx0" brushRef="#br0" timeOffset="170351.87">17028 9082 3111 0,'-11'-2'-12'0,"5"-1"4"15,6 2 2-15,0-1 2 0,0 0 1 0,0 1 1 0,12-2 0 0,4 2 1 0,5-3-1 0,11-2-1 0,2 3 257 0,3 0-105 0,9 2-53 0,-2-1 44 16,-2 0-38-16,10 2-10 0,-1 0-62 0,0 0-30 0,-1 0 0 16,-2 0 0-16,-9 0-102 0,4 4 25 0,-5-3 57 15,-4 4 28-15,-6-4-390 0,-6 2 209 0,-7-2 27 16,0 3-479-16,-7-2 278 0,-4 2 152 0,-2-1 76 16,-2 3-416-16,-6-1 235 0,-9 3 135 0</inkml:trace>
  <inkml:trace contextRef="#ctx0" brushRef="#br0" timeOffset="170659.43">17150 9329 2563 0,'-5'-7'0'0,"1"3"0"0,1 1 0 0,3-2 0 0,0 1 0 16,0 1 0-16,0 1 0 0,0 1 0 0,0 1 0 0,7 0 0 0,0 11 291 0,0 10-125 0,-1 1-62 0,-3 8 41 0,2 3-52 0,-3 4-17 16,-2 6-9-16,0-2 55 0,0 0-41 15,0-7 1-15,0 11-42 0,0-9 40 0,0 2-59 16,-2-3-21-16,0-1 0 0,-1-2 0 0,2-4 0 16,-1-6 0-16,2 0 0 0,0-4 0 15,0-3 0-15,0-4 0 0,0-2 0 0,0-3 0 0,0-2-7 16,0-2-496-16,0-2 246 15,0 0 87-15,0 0 73 0,0 0-545 0,0 0 306 16,2-3 148-16,2-9 73 0</inkml:trace>
  <inkml:trace contextRef="#ctx0" brushRef="#br0" timeOffset="170881.72">17291 9472 3283 0,'-11'-10'0'0,"5"4"0"0,-1-2 0 0,0 0 0 0,6 0 0 0,1 0 0 0,0 1 0 0,1-2 0 0,15 4 0 0,0 1 0 0,9 0 152 0,-2 2-55 0,1 1-28 15,3 1 147-15,-1 0-102 0,-4 0-114 0,8 0-88 16,-3 1 9-16,-1 3 61 0,-7-1 29 0,1 2-470 16,-1-2 271-16,-2 1 104 0,-4-3-680 15,-3 3 362-15,-1-4 181 0,-3 1 89 16,-2-1-398-16,-1 0 249 0,-1 0 120 0,-2-6 61 15</inkml:trace>
  <inkml:trace contextRef="#ctx0" brushRef="#br0" timeOffset="171072.34">17595 9289 1824 0,'-7'-7'0'0,"3"4"0"0,0-1 0 0,1 1 0 0,3 2 0 0,0-1 0 0,0 2 0 0,2 0 0 0,10 0 0 0,6 0 0 0,2 0 110 0,1 0 52 0,0 0-61 15,-1 0-30-15,1 0 0 0,-4 3 121 16,-2 6-81-16,-6-1-35 0,-1 4 42 0,-4 2-38 15,-4 3-1-15,0 1-28 0,-6 7-142 0,-8-3 65 16,-2 2 34-16,-5 2 0 0,2-2-407 0,-1 0 227 16,1-4 54-16,-1 2-531 0,4-8 283 0,-1 1 162 15,-1-2 82-15,0 1-147 0,0-5 118 0</inkml:trace>
  <inkml:trace contextRef="#ctx0" brushRef="#br0" timeOffset="171330.89">17460 9644 2139 0,'-4'3'0'0,"3"-1"0"0,-1 0 0 0,2 2 0 0,0-1 0 0,0 3 0 0,0 2 0 0,0 2 0 0,3 3 0 0,5 2 0 0,-1 3 146 16,1 0 126-16,1 3-116 0,-3 2-58 0,1-2-18 16,-3 1 165-16,-2 1-103 15,0-3-50-15,-2 1-26 0,0-5-75 0,0 2 59 0,-6-6-9 0,-1 0 0 16,-1-6-33-16,-1 0 1 0,-1-5 32 16,1-1 35-16,-2 0-35 0,3-1 0 0,2-11-41 0,1-3-1 15,5 0 42-15,0-2-23 16,0-2-32-16,0 1 31 0,5-1 13 0,6 0 4 15,7-2-58-15,-1 6 8 0,3-3 42 0,3 4-124 16,-6 3 57-16,3 0 20 0,1 1-1 0,0 3-129 16,-3 1 75-16,0 4 22 0,-4 1-332 0,0-1 166 15,-1 2 93-15,-4 0 18 0,1 0-472 0,-1 0 270 16,-2 0 136-16,1 3 66 0</inkml:trace>
  <inkml:trace contextRef="#ctx0" brushRef="#br0" timeOffset="171584.77">17894 9450 3580 0,'0'-6'0'0,"0"2"-1"0,0 1-3 0,0 1 1 0,0 0 2 0,0 2 1 0,0 0 0 0,4 0 0 0,1 9 0 0,-1 9 0 0,0 2 307 15,0 6-254-15,-2 2-53 0,0 4 0 0,-2 2 0 16,0 0 0-16,0 3 0 0,0-1 0 0,0 0 0 15,0 0 0-15,0-3 0 0,0-1 0 0,-2 0 0 16,0-3 0-16,0-3 0 0,0-4 0 0,-1-1 0 16,3-5-520-16,-1-4 79 0,1-1 189 0,-2-3 105 15,0-3-528-15,0-1 323 0,-3-4 155 0,1 0-275 16,-1 0 216-16,-3-4 108 0</inkml:trace>
  <inkml:trace contextRef="#ctx0" brushRef="#br0" timeOffset="171853.21">17605 8132 2800 0,'-12'-8'0'0,"9"8"0"0,-1 0 0 0,2 2 0 0,-2 8 0 0,3 8 0 0,1 4 0 0,0 5 0 0,0 3 0 0,0 8 0 0,5 3 110 0,2-3 280 0,2 8-180 0,0-3-85 16,0-1-41-16,-4-8-59 0,2 5 16 0,-2-3 10 15,1-1-411-15,-5 0 201 0,1-6 99 0,-2 3 51 16,0-6-599-16,0-1 287 0,0-1 168 0,-2-3-35 31,-3 0-594-31</inkml:trace>
  <inkml:trace contextRef="#ctx0" brushRef="#br0" timeOffset="172327.65">18737 8672 1922 0,'-13'-12'0'0,"-1"4"0"0,2 2 0 0,-1 0 0 0,-1 3 0 15,2 1 0-15,0 2 0 0,-1 0 0 0,0 0 0 0,1 9 0 0,1 10 102 0,-2 5-35 0,2 7 237 0,-2 5-132 16,3 4-65-16,3 2 184 0,3-6-115 0,2 12-72 15,2-12-32-15,0 1 144 0,2-1-88 0,11-2-44 16,2-3-87-16,0-3 17 0,2-1 0 0,1-2 27 16,0-1-377-16,1-4 188 0,-3 0 105 0,7-1 37 15,-6-7-310-15,5 3 114 0,-4-5 106 0,3-4-737 16,-1-5 386-16</inkml:trace>
  <inkml:trace contextRef="#ctx0" brushRef="#br0" timeOffset="172577.98">18880 8888 2880 0,'-2'-13'0'0,"2"4"0"0,0-4 0 0,0 2 0 0,0-1 0 0,11 4 0 0,6 1 0 0,6 5 0 0,3 0 0 0,0 2 0 0,2 0 155 0,-1 14-62 0,-1 1 98 0,-3 3-75 16,-3 5-38-16,-4-1 7 15,-7-1-34-15,-2 7-11 0,-5 1 1 0,-2-3 12 16,-8 2-12-16,-8-2 0 0,-7 0 25 0,-1-1-66 15,-5-5 0-15,1-3 0 0,2-2 0 0,-2-5 0 16,6-3 0-16,-1-1 0 0,2-5 0 0,5-1 0 16,5 0-43-16,1 0-533 0,4 0 260 0,4-1 152 15,2-7 34-15,0-3-253 0,13-2 171 0,10-4 86 16,0-2-591-16</inkml:trace>
  <inkml:trace contextRef="#ctx0" brushRef="#br0" timeOffset="172766.54">19269 8737 2557 0,'0'-13'0'0,"0"7"0"0,-10 0 0 0,-3 4 0 0,1 2 0 0,-4 0 0 0,-1 10 0 0,2 7 0 0,1 6 0 0,2 4 0 0,3 1 712 0,3 2-335 0,4 4-169 0,2 0-131 16,0-3-77-16,0 4 0 16,6-6 0-16,8 2 0 0,2-3 0 0,0-2 0 0,3-4 0 0,1 0 0 15,0-4 0-15,1-1 0 16,-3-6-229-16,1 0 54 0,2-3 103 0,-1-4-103 15,-1-4-841-15,0 0 488 0</inkml:trace>
  <inkml:trace contextRef="#ctx0" brushRef="#br0" timeOffset="172924.81">19526 9048 2762 0,'2'-2'0'0,"-2"0"0"0,0 2 0 0,0 0 0 0,0 0 0 0,0 0 0 0,-6 0 0 0,3 6 0 0,-1 4 0 0,1 2 0 0,-2 3 310 0,1 0-124 0,1 4 221 0,-3-2-183 15,1 0-182-15,-3 2-42 0,2-3 0 0,1 1 0 16,-3-2 0-16,3-4 0 16,1-1-558-16,-2 0 288 0,4-5 155 0,-2-1-291 0</inkml:trace>
  <inkml:trace contextRef="#ctx0" brushRef="#br0" timeOffset="172958.41">19432 9269 409 0</inkml:trace>
  <inkml:trace contextRef="#ctx0" brushRef="#br0" timeOffset="173120.36">19703 8785 3622 0,'2'0'0'0,"1"0"0"0,-1 2 0 0,0 4 0 0,0 3 0 0,1 2 0 0,3 1 0 0,2 1 0 0,1 0 0 0,0 4 0 0,3 0 309 16,-1-1-309-16,-2 1 0 0,1 0 0 0,1-2 0 16,0 0 0-16,-1 1-246 0,-3-7-65 0,4 0 171 0,-2-5-344 0,-2-2 263 15,2-2 131-15,0 0-31 0,-1-2-785 0</inkml:trace>
  <inkml:trace contextRef="#ctx0" brushRef="#br0" timeOffset="173328.93">19983 8616 2875 0,'0'-2'0'0,"0"1"0"0,0 1 0 0,0 0 0 0,0 3 0 0,-2 10 0 0,-5 2 0 0,-2 8 0 0,0 7 0 0,-3 7 0 0,0 3 221 0,-3 5 493 0,-2 2-593 16,2 4-121-16,-4 1 0 0,0-2 0 0,-1 2 0 15,1-2 0-15,-4-1 0 0,3-1 0 0,-1-2 0 16,2-3 0-16,4-2 0 0,4-7 0 0,-2 2 0 16,5-7 0-16,-1 2 0 0,6-12 0 0,-2-3 0 15,3-4-572-15,2-3-27 0,0-3 268 0,0-4 151 16,2-2-715-16</inkml:trace>
  <inkml:trace contextRef="#ctx0" brushRef="#br0" timeOffset="173527.02">20067 9072 2977 0,'0'-1'0'16,"0"-2"0"-16,2 2 0 0,-2 1 0 0,2 0 0 0,-2 0 0 0,0 0 0 0,0 4 0 0,0 5 0 0,0 3 0 0,0-2 116 0,0 5 111 0,-5 0-98 0,-4 2-44 15,0-2-120-15,0 2 38 0,-1 0 0 0,1-4 47 16,0 0-396-16,-1-1 193 0,4-5 97 0,1 0-551 15,1-4 282-15,3-3 68 0,1 0 122 0,0-2-549 16</inkml:trace>
  <inkml:trace contextRef="#ctx0" brushRef="#br0" timeOffset="173864.55">20303 8793 3115 0,'6'-8'0'0,"0"0"0"0,0-1 0 0,3 1 0 0,5-3 0 0,6 1 0 0,4 0 0 0,3 1 0 0,5 1 0 0,-1 2 0 0,3 2 306 16,-2 2-133-16,0 1 122 0,-4 1-253 0,-5 0-42 16,2 3 0-16,-7 9 0 0,-4 1 0 0,-5 4 0 15,-8 3 0-15,-1 6 0 0,-3 3 0 0,-20 6 0 16,-2-1 0-16,-3 0 0 16,-4 2 0-16,4-6 0 0,-8 9 0 0,6-6 0 15,9-8 0-15,-2 4 0 0,5-5 0 0,9-5 0 16,2 0 0-16,3-2 0 0,4-3 0 0,0 0 0 15,2-5 0-15,11-1 0 0,4-3 0 0,7-3 0 16,2-2 0-16,4 0 0 0,4 0 0 0,-2-2 0 16,3-3 0-16,-5-3 0 0,-3 0 0 0,-8 4 0 15,0-1-32-15,-6 3-95 16,-2 1 48-16,-4-2-556 0,-6 2 297 0,-1-2 149 0,0 2-546 31,-6 1 352-31,-9-4 171 0</inkml:trace>
  <inkml:trace contextRef="#ctx0" brushRef="#br0" timeOffset="174011.94">20388 8961 2915 0,'-9'0'0'0,"6"0"0"0,1-1 0 0,2-1 0 0,0-2 0 0,11-2 0 0,11 1 0 0,2 1 0 0,4-2 0 0,6 2 0 0,3 1 305 0,-2 1-138 0,1-2-63 0,-1 2 32 15,-1 1-48-15,0 1 0 0,-3 0-296 0,-1 0 120 16,-1-2 64-16,-1 2 32 0,-2-2-768 0,1 0 401 15,-9-2 209-15</inkml:trace>
  <inkml:trace contextRef="#ctx0" brushRef="#br0" timeOffset="174186.34">20972 8633 3143 0,'4'-8'0'0,"5"4"0"0,1 1 0 0,1-1 0 0,3 3 0 0,0 1 0 0,4 0 0 0,2 14 0 0,-3 5 0 0,-1 6 0 0,-2 6 414 0,-3 9-187 15,-6-3-80-15,-3 16-147 0,-2-6 0 0,0 3 0 16,-12 2 0-16,-4-4 0 0,2-9 0 0,-6 8 0 16,2-7 0-16,1-8 0 0,-3-1 0 0,-3-2 0 15,-2-4-62-15</inkml:trace>
  <inkml:trace contextRef="#ctx0" brushRef="#br0" timeOffset="174212.41">20880 9339 403 0,'-41'22'0'0</inkml:trace>
  <inkml:trace contextRef="#ctx0" brushRef="#br0" timeOffset="174867.89">21746 8669 1990 0,'-14'0'-2'0,"2"0"2"0,6 0-1 0,3 0 1 0,1 0 0 0,2 0-1 0,0 0 1 0,2 0 0 0,12-2 0 0,11-2 0 0,1 1 250 15,2-3-108-15,4 0 237 0,2 1-168 0,-2-1-84 16,0 2-42-16,-6 0 35 0,8 0-44 0,-6 1 0 0,-1 2-34 16,-3 1 1-16,-6 0 0 15,3 0 0-15,-1 6-1176 0,-8 6 533 0,-3 1 307 16</inkml:trace>
  <inkml:trace contextRef="#ctx0" brushRef="#br0" timeOffset="175044.98">21824 9001 3314 0,'-16'7'0'0,"3"1"0"0,3-5 0 0,3-1 0 0,3-2 0 0,3 0 0 0,1 0 0 0,0 0 0 0,10 0-2 0,10-2-1 0,2-3 508 0,2 1-388 0,-1-1-117 0,5-1 0 15,-1 2 0-15,-1 2 0 0,0 1 0 0,-2 1-344 16,-1 0 40-16,-2 0 166 0,2 0-946 0,-5 7 532 16</inkml:trace>
  <inkml:trace contextRef="#ctx0" brushRef="#br0" timeOffset="176017.28">22509 8742 1437 0,'0'0'0'0,"0"0"0"0,0 0 0 0,0 0 0 0,0 0 0 0,0-2 0 0,0 2 0 0,0-1 0 0,0 1 0 0,0 0 0 0,0 0 227 15,0 0-82-15,0 0-58 0,5 0 213 0,3 0-129 16,4-2-55-16,0 2-42 0,6-3 155 0,2 3-94 15,4-2-47-15,4 1 0 0,3-3 67 0,2 2-62 16,1 1 0-16,3-2-30 16,2 2-21-16,0-1 10 0,-2-1-48 0,9 3-1 0,-5 0 39 0,-6 0-1 15,3 0-26-15,0 0 11 16,-4 0 15-16,-4 3 1 0,0 0-86 0,-5 3 23 0,0-4 28 16,-4 0-172-16,0-1 88 0,-3-1 28 15,-1 0 29-15,-4 0-278 0,-1 0 141 0,-3 0 47 16,-3 0-394-16,-1 0 230 0,-3 0 117 0,-1 0 58 15,-1 0-520-15,0 0 278 0</inkml:trace>
  <inkml:trace contextRef="#ctx0" brushRef="#br0" timeOffset="176353.52">22686 8942 2366 0,'-9'-3'0'0,"4"1"0"0,0 0 0 0,1 0 0 0,0 1 0 0,2-2 0 0,1 3 0 0,-1 0 0 0,0 0 0 15,2 8 0-15,0 7 79 0,0 8 222 0,0 3-130 0,0 4-66 0,0 6 177 0,0 3-111 16,0 6-70-16,0 0-31 0,0 2 163 0,-3 2-181 15,0-1-52-15,-3 2 0 0,1-1 0 16,-1 1 0-16,1-2 0 0,-2-4 0 0,0-1 0 0,2-7 0 16,-1-1 0-16,1-2 0 0,3-11 0 0,-3 1 0 15,5-10 0-15,-2-2 0 0,2-3 0 0,0-5 0 16,0-3-741-16,0 0 347 16,4 0 167-16,6-11 99 0,1-7-497 0,5-5 292 15,-4-1 147-15</inkml:trace>
  <inkml:trace contextRef="#ctx0" brushRef="#br0" timeOffset="176544.02">22785 9217 2842 0,'-9'-7'0'0,"3"0"0"0,0 4 0 0,1-3 0 0,1 0 0 0,4 3 0 0,0-3 0 15,0 1 0-15,7-1 0 0,9 2 0 0,0-2 80 0,3 3 284 0,-1 1-161 0,3 0-72 0,0 0-63 16,1 0-1-16,3 2-27 0,0 0 1 0,-4 0-370 15,-1 0 195-15,0 2 82 0,-2 2-574 0,-2 3 315 16,-2-1 172-16,-1 0-37 0,-2-1-587 0,0-1 366 16</inkml:trace>
  <inkml:trace contextRef="#ctx0" brushRef="#br0" timeOffset="177011.6">23116 9114 2404 0,'0'-8'0'0,"0"2"0"0,-5 0 0 0,2-1 0 0,-1 0 0 0,4 1 0 0,0 0 0 0,0 1 0 0,2 2 0 0,8-1 0 0,6 2 133 0,2-1-52 0,0 3 43 0,1 0-42 16,2 0 0-16,1 6 33 0,-3 2-28 0,-3 1-9 16,2 0-38-16,-4 2 19 0,-5 1-18 15,0 1-1-15,-6-3-209 0,-1 6 100 0,-2-1 55 0,0 1 27 16,-7-2-469-16,-4-1 232 16,-1 1 71-16,-1-1-411 0,-2-4 261 0,2 2 131 15,-4-4 67-15,2 0-141 0,-2-2 93 0,-2 1 61 16,-1 1-180-16,-5-1 116 0,0 3 58 0,5 0 18 15,-6 0 65-15,7-2-23 0,0 3 38 0,2-2 0 16,3 0 270-16,4-1-186 0,0 1-57 0,5 0 417 16,3 2-195-16,2 1-132 0,0 2 14 0,0 0 309 15,0 2-204-15,4 4-99 0,3 0 87 0,-1 0-92 16,0 9-46-16,-2-8 11 0,-1 3 181 16,-1 1-119-16,0-2-59 0,-2 1-30 15,0-2 112-15,0-1-56 0,0-3-48 0,-6-4-8 16,1-3-29-16,0-1-1 0,0-3 0 0,-1-4-11 15,1-2 11-15,0 0-36 0,-1 0-4 0,1-2 0 16,2-7 0-16,3-2 0 0,0-3 0 0,0 0 0 16,0-2 0-16,3 1 0 0,9-2 0 0,1 2 0 15,4 0 0-15,2-2 0 16,2 4 0-16,1 0 0 0,0-1 0 0,-3 8 0 16,4-2 0-16,-3 0 0 0,1 5 0 0,-2 0 0 15,-1 1 0-15,0 2 0 0,-4 0-676 0,-2 0 286 16,-1 0 175-16,1 0 87 0,-3 5-296 0,-2-2 182 15,1 1 106-15</inkml:trace>
  <inkml:trace contextRef="#ctx0" brushRef="#br0" timeOffset="177285">23458 9138 2902 0,'0'-11'0'0,"0"1"0"0,0 3 0 0,0-1 0 0,0 3 0 0,0 0 0 0,0 2 0 0,0 1 0 0,1 2 0 0,1 0 0 0,0 5 131 16,0 9 446-16,-2 9-273 0,0 3-287 0,0 4-17 16,0 3 0-16,0 11 0 0,0-6 0 0,0 12 0 15,-2-1 0-15,2-1 0 0,0 0 0 16,0 0 0-16,-2-6 0 0,2 9 0 16,0-8 0-16,0-7 0 0,0 3 0 0,0-3 0 15,0-2 0-15,0-4 0 0,0-2 0 0,0-7 0 16,0-1 0-16,0-5-106 0,0 0-120 0,0-4-507 15,0 1 346-15,0-5 173 0,0-3-190 0,0-2 181 16,-2-2 80-16,-1 0 56 0</inkml:trace>
  <inkml:trace contextRef="#ctx0" brushRef="#br0" timeOffset="178025.86">22759 7783 1849 0,'-9'-9'0'0,"0"3"0"0,4 1 0 0,3 1 0 0,2-1 0 0,0-1 0 0,2 1 0 0,12 0 0 0,7-1 0 0,2 2 0 15,7-2 93-15,-2 3 276 0,3-3-164 0,-3 4-81 0,2 0-41 16,-4 0 232-16,6-1-142 0,-5 2-65 0,-2 0 31 16,2 1-48-16,-6-3 0 0,3 1-38 15,1 1-72-15,-3-1 31 0,-1 0 0 0,-2 0-330 16,-3-2 190-16,0 3 80 0,-5-2 46 0,-2 2-678 15,1-1 337-15,-3 0 92 0,-2 0-450 0,1 1 334 16</inkml:trace>
  <inkml:trace contextRef="#ctx0" brushRef="#br0" timeOffset="178589.4">23230 7450 2030 0,'-4'-8'0'0,"4"6"0"0,-2 0 0 0,2 0 0 0,0 1 0 0,2-2 0 0,7 3 0 0,7 0 0 0,1 0 0 0,1 0 0 0,1 10 340 0,0 2-138 16,-2 1-86-16,-2 2-36 0,0 4 70 0,-4 0-54 0,-1 1-26 16,-5 2 54-16,-3 5-47 0,-2-1 1 15,0 0-36-15,-3 5-214 0,-9-4 107 0,-3 3 64 0,-1-3 17 16,0 0-520-16,-1-3 270 16,3-6 74-16,-2-1-513 0,0 0 299 0,-2-4 172 15,2-1 79-15,-5-3-120 0,-2 0 101 0,-2-2 49 16,4 1-151-16,-9 0 128 0,-1-2 41 0,3 1 75 15,-2 1 0-15,2-1 0 0,5-2 0 0,0 3 0 16,3-2 208-16,5 1-147 0,2 0-51 0,8 0 447 16,-2 1-198-16,5 0-133 0,2 4 16 0,0-1 305 15,2 4-203-15,5 0-100 0,2 4 136 16,3 3-125-16,-2 1-56 0,0 1-28 16,-1 1 306-16,-1-1-168 0,-3-2-73 0,1 7-52 15,-4-5 214-15,-1-3-174 0,-1 2-124 0,0-3 0 16,0-1 0-16,-3-2 0 0,-3-2 0 0,1-6 0 15,-2 0 0-15,2-3 0 0,1-4 0 0,-1 0 0 16,1-2 0-16,1 0 0 0,1-4 0 0,2-9 0 16,0-2 0-16,0-7 0 0,3-1 0 0,10-2 0 15,3 2 0-15,0-4 0 16,3 2 0-16,1 1 0 0,3 3 0 0,2 0 0 16,1 1 0-16,1 2 0 0,1 4 0 0,-3 3 0 15,3 3 0-15,-7 2 0 0,4 3 0 0,-4 1 0 16,-3 2 0-16,-2 0 0 0,-3 0 0 0,-3 0 0 15,-1 4 0-15,-4 1 0 0,1 1 0 0,-5-2 0 16,3 0 0-16,-2-2 0 0,-1 0 0 0,-1-1 0 16,0-1 0-16,0 0 0 15,0 0 0-15,0 0 0 0,0 0-461 0,0 0 151 16,0 0 140-16,0 2 64 0,0 2-607 0,-1-1 336 16,-3 4 167-16</inkml:trace>
  <inkml:trace contextRef="#ctx0" brushRef="#br0" timeOffset="184687.31">17051 12555 2131 0,'-8'-2'0'0,"4"-1"0"0,2 3 0 0,0 0 0 0,2 0 0 0,0 0 0 0,-1 0 0 0,1 0 0 0,0 0 0 0,0-2 0 0,0-2 143 15,0 0 176-15,1-1-136 0,3-2-55 0,4-1-46 16,0 0 155-16,1 0-94 0,-4 2-48 0,2-2 1 16,3 3 107-16,-2-3-83 0,1 2-69 0,-3 1-51 15,2-1 0-15,1 0 0 0,-2 3 0 0,1-4 0 16,-1 4 0-16,1-2 0 0,-1 1 0 0,1 1 0 15,-2-2 0-15,1 2 0 0,0-1 0 0,-1 2 0 16,2-2 0-16,-1 1 0 16,2 0 0-16,-1 2 0 0,2-1 0 0,-1-2 0 15,0 2 0-15,1 0 0 0,-1 1 0 0,0 1 0 16,3-2 0-16,-1 2 0 0,-2 0 0 0,3 0 0 16,-1 0 0-16,2 0 0 0,0 0 0 0,0 0 0 15,4 2 0-15,-2-1 0 0,2 3 0 0,1 0 0 16,2-2 0-16,1 2 0 15,1-1 0-15,-2 0 0 0,1 0 0 0,0-1 0 0,-1 2 0 0,-1 0 0 16,0-1 0-16,0 1 0 16,-2 1 0-16,1-1 0 0,2 3 0 0,-4-3 0 15,5 2 0-15,-2-2 0 0,1 1 0 0,5 1 0 16,-1 1 0-16,1-4 0 0,1 2 0 0,-2 1 0 16,6-2 0-16,-2 1 0 0,2-1 0 0,-1 2 0 15,3-3 0-15,-2 1 0 0,2-1 0 0,-1 1 0 16,-1 0 0-16,1 0 0 0,-1-1 0 0,-6 1 0 15,8 2 0-15,-2-2 0 0,-2 1 0 0,3-4 0 16,-3 3 0-16,2-1 0 0,0-1 0 16,0-2 0-16,2 2 0 0,-2 0 0 15,2-2 0-15,-2 2 0 0,4 0 0 0,-2-2 0 16,3 0 0-16,-3 0 0 0,2 0 0 0,-1 0 0 16,-1 2 0-16,0-2 0 0,2 0 0 0,0 0 0 15,2 0 0-15,0 0 0 0,3 0 0 0,2 0 0 16,1 0 0-16,-3 0 0 0,2 0 0 0,-1 0 0 15,10 0 0-15,-4 0 0 0,-3 0 0 0,2 0 0 16,0 0 0-16,-6 0 0 0,12 1 0 0,-5-1 0 16,0 0 0-16,2 0 0 0,0 0 0 15,3 2 0-15,1-2 0 0,4 0 0 16,1 0 0-16,1 0 0 0,10 0 0 0,-16 0 0 16,18-2 0-16,-5 1 0 0,-1-3 0 0,4 0 0 15,2 0 0-15,-8 1 0 0,14-1 0 0,-7 3 0 16,0-3 0-16,-2 3 0 0,4 1 0 0,-9 0 0 15,18 0 0-15,-6 0 0 0,4 0 0 0,-3 5 0 16,4-2 0-16,-1 0 0 0,3 1 0 16,0 2 0-16,13-2 0 0,-10-1 0 15,-8 0 0-15,5 2 0 0,-3 1 0 0,-2-2 0 16,-3-3 0-16,-4 4 0 0,-2 1 0 0,-5-2 0 16,10 0 0-16,-18 0 0 0,5-2 0 0,-3-2 0 15,-1 0 0-15,-2 0 0 0,-1 0 0 0,-3 0 0 16,-3 0 0-16,2 0 0 0,-6-5 0 0,8 0 0 15,-15 0 0-15,3-1 0 0,-5 2 0 16,-3 3 0-16,-5-2 0 0,0 2 0 16,-6 1 0-16,-3 0 0 0,1 0 0 0,-6 1-79 15,0 5-983-15,-2 0 513 0</inkml:trace>
  <inkml:trace contextRef="#ctx0" brushRef="#br0" timeOffset="186337.14">2826 5803 2077 0,'-13'-1'0'0,"3"1"0"0,1 0 0 0,0 0 0 0,-1 0 0 0,3 1 0 0,-3 0 0 0,5 2 0 0,-2-3 0 0,6 0 0 0,-3 2 122 0,4-2-39 16,0 0 104-16,0 0-77 0,0 0-32 16,0 0 0-16,0 0 108 0,0 0-70 0,0 0-24 15,2 0 109-15,3 0-78 0,0 0-39 0,5 0 1 16,-4 0 112-16,1-2-85 0,2-1-112 0,-1 3 0 16,-2 0 0-16,1 0 0 0,2 0 0 0,2 0 0 15,-2 0 0-15,1 0 0 0,1 0 0 0,-1 0 0 16,0 3 0-16,3 1 0 0,-2-1 0 0,3 1 0 15,0-1 0-15,-2 2 0 0,1-2 0 0,2-1 0 16,-2 2 0-16,2-3 0 16,0 1 0-16,0 2 0 0,0-2 0 0,0 0 0 15,2 2 0-15,0-2 0 0,1-1 0 0,-3 3 0 16,5-2 0-16,-2 0 0 0,2 0 0 0,-2-2 0 16,2 0 0-16,-1 0 0 0,0 0 0 0,2 0 0 15,-1 0 0-15,1 0 0 0,-4 0 0 0,4 0 0 16,-2-2 0-16,-1 0 0 0,2 0 0 0,-3 0 0 15,3 0 0-15,1 2 0 0,0 0 0 0,0 0 0 16,4 0 0-16,0 0 0 0,-5 0 0 16,8 0 0-16,-6-1 0 0,5 1 0 15,1-2 0-15,-5 2 0 0,3-3 0 0,0 2 0 16,-1-1 0-16,5 0 0 0,-2 0 0 0,0 0 0 16,1-1 0-16,1 0 0 0,-4 2 0 0,6-1 0 15,-4-1 0-15,1 0 0 0,-2 0 0 0,1 1 0 16,-2 1 0-16,6-2 0 0,-2 1 0 0,-5 1 0 15,3-1 0-15,-1 0 0 16,-4-1 0-16,6 2 0 0,-4 1 0 0,3-1 0 16,-2 1 0-16,1 0 0 0,1 0 0 0,2 0 0 15,-2 0 0-15,2 0 0 0,2 0 0 0,0 0 0 16,-2 0 0-16,5-3 0 0,-3 3 0 0,3 0 0 16,0 0 0-16,0 0 0 0,1 0 0 0,1 0 0 15,-2 0 0-15,-2 0 0 0,5 0 0 0,-2 0 0 16,5 0 0-16,-1 0 0 0,-1 0 0 0,1 0 0 15,1 0 0-15,-4 0 0 0,10 3 0 16,1-2 0-16,-2-1 0 0,-1 0 0 0,0 0 0 0,-5 0 0 16,10 0 0-16,-5 0 0 15,2 0 0-15,-1 0 0 0,0 0 0 0,-4 0 0 16,10 0 0-16,-3 0 0 0,2 0 0 0,-1-1 0 16,2-4 0-16,-2 0 0 0,0-1 0 0,0 1 0 15,-2-4 0-15,1 4 0 0,-4-1 0 0,-3 2 0 16,6 1 0-16,-4-1 0 0,0 2 0 0,-2-1 0 15,1 1 0-15,-3 0 0 16,5 0 0-16,-4 2 0 0,0-1 0 0,1 1 0 16,-1 0 0-16,-3-2 0 0,7 2 0 0,-2-2 0 15,0-1 0-15,0 3 0 0,0-1 0 16,-1-1 0-16,9 0 0 0,-6-1 0 0,0 2 0 0,-2-1 0 16,2 0 0-16,-6 0 0 0,10 1 0 0,-6-1 0 15,4 2 0-15,-2-3 0 0,2 3 0 0,-6-1 0 16,12-1 0-16,-2 2 0 0,-2-2 0 15,0 0 0-15,-1-1 0 0,-4 1 0 0,9-3 0 16,-5 2 0-16,-1-1 0 0,-2 3 0 16,-1-3 0-16,-9 2 0 0,6 0 0 0,-3 0 0 15,-1 0 0-15,0 0 0 0,-6 2 0 0,-3 0 0 16,3 0 0-16,-9 0 0 0,0 0 0 0,-1 0 0 16,-4 0 0-16,0 0 0 0,-4 0 0 0,-4 0 0 15,1 0 0-15,0 0 0 0,-5 0 0 0,0 0 0 16,0 0 0-16,-2 0 0 0,-1-1 0 0,0 1 0 15,0-2 0-15,0 0 0 0,-1 1 0 0,1-2 0 16,-2-3 0-16,0 0 0 16,0 1 0-16,0-2 0 0,0-1 0 0,0 1 0 15,0-2 0-15,0 2 0 0,-5 2 0 0,-3 2 0 16,-2 1 0-16,-4 2 0 0,-7 3 0 0,-6 25-96 16</inkml:trace>
  <inkml:trace contextRef="#ctx0" brushRef="#br0" timeOffset="-188539.42">13067 17559 1220 0,'-30'-14'0'0,"10"4"0"0,3 5 0 15,6 4 0-15,-3-1 0 0,1-5 0 0,2 5 0 0,-1-2 0 0,2 0 0 0,2 0 0 0,2 3 126 0,2-2 153 0,2 1-117 0,1 2-60 0,1-1-29 16,0 1 119-16,0 0-80 0,0 0-34 0,0 0 110 15,0 0-72-15,3 6-36 16,4-1 11-16,0 0 107 0,0 3-77 0,0-1-39 16,1-1 0-16,2-1 51 0,-1 3-34 0,2-2-11 15,-1-2-44-15,1-1 140 0,2 0-103 0,-2-2-81 16,0 0 0-16,7-1 0 0,-2 0 0 0,1 0 0 16,2 0 0-16,0 0 0 15,4 0 0-15,1-1 0 0,0 0 0 0,2-3 0 0,1 2 0 0,1-1 0 16,-5 2 0-16,7 0 0 0,-10-2 0 0,4 1 0 15,1 0 0-15,-2 2 0 0,-1-2 0 0,-1 2 0 16,1-1 0-16,1-2 0 0,-3 2 0 16,7-1 0-16,-4 0 0 0,5-2 0 15,-2 1 0-15,1 1 0 0,5-2 0 0,-3 1 0 16,1-2 0-16,2 0 0 0,2 1 0 0,2 0 0 16,-1 1 0-16,1-1 0 0,-1 0 0 0,1 1 0 15,2-4 0-15,0 5 0 0,4-3 0 0,0 4 0 16,-4-3 0-16,6 0 0 0,2 2 0 0,-3-2 0 15,2 3 0-15,2-3 0 0,4 3 0 16,-3-3 0-16,3 3 0 0,0-1 0 16,1 0 0-16,1-2 0 0,0 4 0 0,2-4 0 15,0 1 0-15,-2 1 0 0,4 0 0 0,-1 0 0 16,1 2 0-16,-2 0 0 0,2 0 0 0,-3 0 0 16,3 0 0-16,1 0 0 0,-1 0 0 0,0 0 0 15,1 2 0-15,6 0 0 16,-2-2 0-16,-7 2 0 0,3 0 0 0,0-1 0 0,3-1 0 0,4 0 0 15,-5 4 0-15,-5-4 0 0,11 0 0 0,-4 0 0 16,1 0 0-16,-1 0 0 0,0 2 0 0,-7 0 0 16,11 0 0-16,-4 0 0 15,-2-1 0-15,2 3 0 0,0-4 0 0,-6 1 0 16,15-1 0-16,-7 0 0 0,-1 0 0 0,1 0 0 16,0 0 0-16,-4 0 0 0,16 0 0 0,-11 0 0 15,5 0 0-15,1 0 0 0,-1 0 0 16,-8 0 0-16,14 0 0 0,-6 0 0 0,0 0 0 0,1 0 0 15,-2 0 0-15,5-1 0 16,-1-3 0-16,0 3 0 16,1-3 0-16,-1 0 0 0,0 4 0 0,4-4 0 0,-4 3 0 0,3-1 0 15,0 0 0-15,0 0 0 16,-5 2 0-16,-7 0 0 0,17 0 0 0,-10 0 0 0,0 0 0 0,3 0 0 16,0 0 0-16,-8 2 0 0,13 0 0 0,-8 0 0 15,1-1 0-15,-1 3 0 0,2-4 0 0,-9 2 0 16,17 2 0-16,-6-2 0 15,-1-1 0-15,-3 3 0 0,3-3 0 0,-9 0 0 0,17 2 0 0,-8-2 0 16,1-1 0-16,2 0 0 16,0 0 0-16,-10 0 0 0,14 0 0 0,-6 0 0 15,-1 0 0-15,-1 0 0 0,-2 0 0 0,5 2 0 16,-5-2 0-16,-2 2 0 0,1 0 0 0,-2 2 0 16,-1 0 0-16,-7-3 0 0,11 4 0 0,-4-3 0 15,0 2 0-15,-1-1 0 0,-2 0 0 0,-8 1 0 16,12 1 0-16,-10 0 0 0,2-2 0 15,-7 1 0-15,4-1 0 0,5 0 0 16,5-1 0-16,-8 3 0 0,-6-3 0 0,5 0 0 16,-1-1 0-16,-1 1 0 0,-1 1 0 0,-1-2 0 15,-3 1 0-15,0 0 0 0,-1 2 0 0,3-3 0 16,-4 3 0-16,-3 1 0 0,2-4 0 0,-3 3 0 16,-6-2 0-16,10 2 0 0,-6-2 0 0,-1 1 0 15,-1 1 0-15,0-2 0 0,-3-1 0 0,7 2 0 16,-3-2 0-16,2 2 0 0,-1-1 0 0,-1-1 0 15,-6-1 0-15,3 1 0 16,0 2 0-16,-2-2 0 0,0 2 0 0,0-2 0 16,-3 4 0-16,1-4 0 0,-1 3 0 0,-2 0 0 15,0-1 0-15,0 0 0 0,-2 1 0 0,2 0 0 16,-4 0 0-16,2-2 0 0,-5 1 0 0,3 1 0 16,-5 1 0-16,-2-4 0 0,0 3 0 0,-1-2 0 15,-2 2 0-15,1-2 0 0,-3 1 0 0,0 0 0 16,-3 1 0-16,2-3 0 15,-5 0 0-15,5 2 0 0,-6-1 0 0,0-1 0 0,1 2 0 0,-1-2 0 16,-3-1 0-16,1 2 0 16,1-2 0-16,-4 0 0 0,1 2 0 0,-1-2 0 15,-1 0 0-15,1 0 0 0,0 0 0 0,-2 0 0 16,-1 0 0-16,2 0 0 0,-1 0 0 0,0 0 0 16,0 0 0-16,-1 0 0 0,-1 0 0 0,2 0 0 15,-2 0 0-15,0 0 0 0,0 0 0 0,1 0 0 16,-1 0 0-16,0 0 0 0,0 0 0 0,0 0 0 15,0 0 0-15,0 0 0 0,0 0 0 0,3 0 0 16,-3 0 0-16,0-2 0 16,2-5 0-16,-2 1 0 0,0 1 0 0,0-3 0 15,0 2 0-15,0 1 0 0,0-1 0 0,0 0 0 16,-6 4 0-16,-3 0 0 0,-1 2 0 0</inkml:trace>
  <inkml:trace contextRef="#ctx0" brushRef="#br0" timeOffset="-186357.73">17740 14455 864 0,'0'0'0'15,"0"0"0"-15,0 0 0 0,2 0 0 0,0 0 0 0,-1 0 0 0,3 0 0 0,1 0 0 0,2 0 0 0,-3 0 0 0,1 0 43 0,0 0 1 0,1 0-59 0,-3 3 9 16,4 1 41-16,-5 0 0 0,0 1-6 0,-1 1 3 16,1 3 9-16,-2-1 35 0,0 1-43 0,0 1 1 15,-5 1-1-15,-7 2 60 0,1 1-20 0,-2 0-9 16,0 2-15-16,-2-2 31 0,-1 2-29 0,2-1-8 16,-2-2-65-16,4 0 26 0,0-4 5 15,3-1 35-15,0-3-192 0,1-1 89 16,4-2 43-16,0-2-7 0,0 0-255 0,4-2 139 0,0-10 45 0,0-8-137 15</inkml:trace>
  <inkml:trace contextRef="#ctx0" brushRef="#br0" timeOffset="-186157.06">17813 13895 2202 0,'0'-2'0'0,"-2"-1"0"0,2 0 0 0,0 3 0 0,-2 0 0 0,2 0 0 0,-2 0 0 0,2 0 0 0,0 0 0 0,0 0 0 0,0 3 140 0,2 0-44 0,6 0 1 15,0 1-52-15,1 0 0 0,-2 0-113 0,3-1 51 16,-1 1 31-16,0 2-520 0,1-2 276 0,1 1 137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47:36.6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7593 3921 1475 0,'-9'-9'0'0,"4"3"0"0,1-2 0 0,-1 1 0 0,1 0 0 0,3-1 0 0,-4 1 0 0,5-1 0 0,0 1 0 0,0-1 0 0,0-1 212 15,0-1-72-15,3 1-54 0,4 0 0 0,2-1 46 16,2-1-43-16,1-1-1 0,1 5-33 0,0-2 61 16,-2 2-35-16,2 0-1 0,0 4-60 0,-1-1 24 15,-2 3 12-15,0-2 75 16,3 3-43-16,-3 0 0 0,1 0-44 0,0 0 47 15,2 3 12-15,-1 4-59 0,0-2 0 0,0 7 44 16,-1-3-44-16,3 4 0 0,-3-1 56 0,1 4-55 16,-3 2-1-16,0-3 0 0,-2 3-17 0,0 1 18 15,-2 1 10-15,-1 7-53 0,-2-4-2 0,-1 1 0 16,-1 2 0-16,0 0 0 0,0-2 0 0,-3 8 0 16,-4-3 0-16,-4-3 0 15,2-1 0-15,0-1 0 0,-5 2 0 0,2-1 0 0,-4-3 0 16,2-1 0-16,-2-3 0 0,2-4 0 15,-2 4 0-15,0-2 0 0,0-2 0 0,2-2 0 16,-4-2 0-16,5-3 0 0,-4-2 0 0,4-3 0 16,-4 0 0-16,4-2 0 0,-2 0 0 0,4 0 0 15,-2-8 0-15,1-4 0 0,3-4 0 0,0-2 0 16,1-1 0-16,2-2 0 0,-1 0 0 0,2-1 0 16,0 1 0-16,1 3 0 0,-1-1 0 0,3 3 0 15,2 1 0-15,-2 5 0 0,2-1 0 16,0 1 0-16,0 1 0 0,0 0 0 0,2 2 0 15,9 0 0-15,-4-1 0 0,3 3 0 16,-4-1 0-16,4 1 0 0,1 0 0 0,-2 2 0 16,1 1 0-16,-1 0 0 0,1 0 0 0,1 1 0 15,-2 1 0-15,1 0 0 0,-1 0 0 0,2 0 0 16,0 0 0-16,-1 1 0 0,1 3 0 0,0 1 0 16,4 1 0-16,-5-1 0 0,3 4 0 0,2-2 0 15,0 1 0-15,-2-1 0 16,4 3 0-16,-4-1 0 0,5 2 0 0,-4 2 0 15,2-1 0-15,-2 2 0 0,1 2 0 0,0 0 0 16,3 3 0-16,-6-2 0 0,6 4 0 0,-4-3 0 16,1 1 0-16,0-1 0 0,-2-2 0 0,4 1 0 15,0-1 0-15,-2 0 0 0,3-2 0 0,-4-2 0 16,-1 1 0-16,-1-2 0 0,-1-2 0 16,-2 3 0-16,-3-4 0 0,2 1 0 0,-3 0 0 15,-1-3 0-15,-1 1 0 0,-1-2 0 16,0 0 0-16,1-3 0 0,-3-1 0 0,0 1 0 15,2-2 0-15,-2 0 0 0,0 0 0 0,0 0 0 16,0 0 0-16,0 0 0 0,0 0 0 0,0 0 0 16,0 0 0-16,0 0 0 0,0 0 0 0,0 0 0 15,0 0 0-15,0 0 0 0,0 0 0 0,0-2 0 16,0 2-257-16,0 0-546 0</inkml:trace>
  <inkml:trace contextRef="#ctx0" brushRef="#br0" timeOffset="1072.48">9230 5260 1730 0,'-5'13'-1'0,"-2"2"-5"0,2-1 1 0,1-4 0 0,1 2 2 0,-1-2 0 0,1-1 1 0,-1-2 1 0,1-1 0 0,1-1 1 0,2 1 148 16,0-3-59-16,0-2 1 0,0-1-48 16,0 0 127-16,-2 0-64 0,1 0-21 0,-5-1-11 15,2-8 215-15,1-2-123 0,-2-2-62 0,-4-3-30 16,2-2 202-16,0-6-121 0,-3 1-57 0,2-1 135 0,-1-4-191 16,0-2-41-16,-1-2 0 0,1-7 0 0,-2-3 0 15,2-2 0-15,-5-9 0 0,1-8 0 16,2 7 0-16,-2-20 0 0,-1 3 0 15,1 2 0-15,1-2 0 0,-2 6 0 0,5 11 0 16,-3-3 0-16,3 5 0 0,0 3 0 0,2 1 0 16,-1 4-22-16,2 5 44 0,2-6-22 0,2 9 0 15,2 0 0-15,0 0 0 0,0 4 0 0,0 7 0 16,0-5 0-16,0 9 0 0,4-2 0 0,5 2 0 16,-1 2 0-16,3 3 0 0,0 3 0 0,3-1 0 15,-1 4 0-15,2-2 0 16,-2 5 0-16,2 0 0 0,2 0 0 0,-4 4 0 15,2 1 0-15,0 0 0 0,-2 1 0 16,-2 1 0-16,3 0 0 0,-5 0 0 0,0 0 0 16,1 5 0-16,-3 2 0 15,-1 3 0-15,-3 3 0 0,-1 2 0 0,0 2 0 16,-2-1 0-16,0 3 0 0,0 0 0 0,0 2 0 0,-5-3 0 16,-3 3 0-16,1-2 0 15,-3 0 0-15,1-5 0 0,0 3 0 0,-3-2 0 0,3 0 0 0,-2-2 0 31,-1-2 0-31,3-1 0 0,0-6 0 0,0 2 0 0,1-2 0 32,2-1 0-32,2 0 0 0,1-2 0 15,1-1 0-15,2 0 0 16,0 0 0-16,0 0 0 0,0 0 0 0,0 0 0 0,2 2 0 0,11 0 0 0,-2-2 0 0,4 2 0 0,2 0 0 0,2-1 0 0,2 4 0 0,-1 0 0 16,-1-1 0-16,0 3 0 0,-3 1 0 0,0 3 0 15,0-1 0-15,-4 1 0 0,-3 0 0 0,0 4 0 16,-2-2 0-16,-6 0 0 0,1 1 0 0,0-2 0 0,-2 2 0 15,0-3 0 1,-5 2 0-16,-5-3 0 0,-3 1 0 0,-1-2 0 0,-2-2 0 16,-2 2 0-16,0-7 0 0,-1 2 0 0,-2-1 0 0,1-3 0 15,1 0 0-15,-1 0 0 0,1 0 0 0,1 0 0 16,4 0 0-16,0 0 0 0,4 0 0 0,0-3 0 16,3 2 0-1,0-2 0-15,2 2 0 0,3 0 0 0,0 1 0 0,2 0 0 16,0 0 0-16,0-3 0 0,0 3 0 0,0 0 0 15,2 0-142-15,5 0-442 0,5 5 261 0,1 2 145 16,4-2 69-16,3-1-759 0</inkml:trace>
  <inkml:trace contextRef="#ctx0" brushRef="#br0" timeOffset="1266.02">9682 4541 3452 0,'-12'-6'0'0,"8"5"0"0,-1-1 0 16,-4 0 0-16,4-1 0 0,1 1 0 0,4 1 0 0,0 1 0 0,0 0 0 0,0 0 0 0,2 0-36 0,10 6 34 0,-3 1 0 0</inkml:trace>
  <inkml:trace contextRef="#ctx0" brushRef="#br0" timeOffset="27588.6">10216 7306 1871 0,'0'-10'0'0,"0"0"0"0,2 3 0 0,2-2 0 0,-2-1 0 0,1-1 0 0,-3 1 0 0,2 1 0 0,0 1 0 0,0-1 0 0,-2 0 85 0,0 0-44 0,2-1 1 15,-2 0-1-15,0-1-24 0,0-1 24 0,0 1 10 16,0-1-59-16,0 0 0 0,-4-1 49 0,0 5 17 15,-5-3-16-15,4 4 9 0,-3-1-12 0,-3 1 78 16,3 3-37-16,-4 1-1 0,2 0-44 0,0 3 78 16,-3 0-42-16,0 0 1 0,1 0-31 0,-1 10-11 15,2-1 11-15,-2 4 11 0,0 1-15 0,1 3 4 16,1 1 0-16,-1 5 20 0,1-1-20 0,4-1 11 16,1 5-11-16,-1-1 35 15,4 2 0-15,-2-2-35 0,3 0 0 0,2-1 77 16,0 4-43-16,0-7-20 0,0 2-55 0,9-2 0 15,0-1 0-15,2-3 0 0,1-3 0 0,0-2 0 16,4-3 0-16,0-1 0 0,0-4 0 0,2-4 0 16,-1 0 0-16,0 0 0 0,2-2 0 0,-1-5 0 15,1-9 0-15,-3 3 0 0,4-7 0 0,-1-1 0 16,-3 0 0-16,1-1 0 16,-1-3-48-16,-5 4 0 0,3-4 2 0,-3 7 21 15,-2-2 8-15,-2 3 137 0,0 0-69 0,-2 4-38 16,-2 3-13-16,-1 2 0 0,0 1 0 0,0 3 0 15,-2 3 0-15,0-2 0 0,0 2 0 0,0 1 0 16,0 0 0-16,0 4 0 0,0 9 0 0,0 2 0 16,-2 1 0-16,-2 5 0 0,1 0 0 0,-2 1 0 15,3 0 0-15,2-2 0 0,0-1 0 0,0-2 0 16,0-3 0-16,2 0 0 0,6-4 0 16,0-1 0-16,-1-4 0 0,5-1 0 15,-5-2 0-15,4-2 0 0,1 0 0 0,1 0 0 16,-2 0 0-16,0-8 0 0,-1-3 0 0,0-3 0 15,-1 0 0-15,0-3 0 0,-2-2 0 0,-1 1 0 16,0-3 0-16,-2-2 0 0,-3 2 0 16,1 0 0-16,-2-1 0 0,0 0 0 0,0 3 0 0,0 1 0 15,-2 0 0-15,-6 6 0 16,1-2 0-16,-2 4 0 0,3 3 0 0,-1 2 0 16,-3-1 0-16,1 5 0 0,0-2 0 0,-1 0 0 15,2 3 0-15,-1 0 0 0,-1 0 0 0,1 0 0 16,-2 0 0-16,1 6 0 0,3-1 0 0,-2 2 0 15,3-2-55-15,-4 6-14 0,3-4-358 0,3 1 193 16,3-1 96-16,1 1-544 0,0-4 309 0,3 3 172 16,13-5 80-16</inkml:trace>
  <inkml:trace contextRef="#ctx0" brushRef="#br0" timeOffset="27939.5">10909 6891 2731 0,'12'-8'0'15,"-3"-2"0"-15,-4 5 0 0,-3 1 0 0,0 3 0 0,-2-2 0 0,0 3 0 0,-5 0 0 0,-8 10 0 0,-4 5 0 0,-3 1 176 0,0 5-57 0,-2 0 164 0,1 1-121 16,1 3-60-16,0-3 256 0,10-1-358 0,-2-1 0 16,6-1 0-16,4-2 0 0,2 2 0 0,0-3 0 15,6-2 0-15,9 0 0 0,5-2 0 0,5-2 0 16,1-2 0-16,1-1 0 0,1-1 0 0,-5-1 0 15,7 1 0-15,-12 0 0 0,1 0 0 0,-4 2 0 16,-1 4 0-16,-9-3 0 0,0 4 0 0,-3 1 0 16,-2 0 0-16,0 4 0 0,-9 2 0 15,-5-5 0-15,-4 5 0 0,-1-2 0 16,-1-2 0-16,-1-1 0 0,2-4 0 0,-1 0 0 16,1-1 0-16,0 0 0 0,0-5 0 0,4 3 0 15,0-5 0-15,4 1 0 0,1 0 0 0,5-2-173 16,1-2-51-16,4 0 91 0,0 2 47 0,0-2-525 15,2 0 290-15,11 0 140 0,2-5-510 0</inkml:trace>
  <inkml:trace contextRef="#ctx0" brushRef="#br0" timeOffset="28530.53">11089 6686 1723 0,'-7'0'0'0,"0"0"0"0,0 0 0 0,2 0 0 0,1-2 0 0,3-3 0 0,1 2 0 0,0-2 0 0,1-3 0 0,8 2 0 0,7 1 96 0,-1 0-17 0,2 2 34 15,2-1-36-15,-1 2 0 0,1 2 10 0,-2 0 0 16,0 0-35-16,-2 0-11 0,-3 9 49 0,-2 1-49 16,-2 1 1-16,-2 3 23 15,-4 3-14-15,-2 0-10 0,0 1 1 0,0 1 47 0,-6 0 1 0,-4-1-49 16,0 1 10-16,-4-4 49 16,1 2-30-16,-2-4 0 0,2-2 50 0,0 2-40 15,1-8 11-15,1 0 67 0,-1 1-59 0,5-4-31 16,2 0-68-16,1-2 0 0,0 1 0 0,4-1 0 15,-1 0 0-15,1 0 0 0,0 0 0 0,1 0 0 16,5 0 0-16,7 0 0 0,0 0 0 0,2-1 0 16,0-1 0-16,0 0 0 0,2-1 0 0,-2 3 0 15,2-1 0-15,-2-1 0 0,2 2 0 0,-2 0 0 16,0-2 0-16,2 2 0 16,0 0 0-16,-3 0-647 0,6 0 242 0,-3 0 172 15,1 0 101-15,3 0-325 0,0 0 207 0</inkml:trace>
  <inkml:trace contextRef="#ctx0" brushRef="#br0" timeOffset="29239.22">11546 6835 1976 0,'0'0'0'16,"0"0"0"-16,0 0 0 0,0 0 0 0,0 0 0 0,0 0 0 0,0 0 0 0,0 0 0 0,0 0 0 0,0 3 0 0,0 0 72 0,5 5 0 0,1-1 110 0,-1 5-75 0,4 1-33 15,-4 0 0-15,1 0 110 0,-3 4-71 0,3 2-25 16,-5 2-11-16,1 3-35 0,1 0-1 16,-3 4 1-16,0 0 289 0,0 0-134 0,0 3-83 15,-3-1 28-15,-2-2-139 0,-1-1-3 0,1-1 0 16,-1-4 0-16,-1 4 0 0,1-5 0 16,0 1 0-16,-1-2 0 0,0-4 0 0,-1 1 0 15,0-4 0-15,-1-1 0 0,4-5 0 0,-4 0 0 16,4-3 0-16,-2 0 0 0,1-4 0 0,1 2 0 15,-2-2 0-15,4 0 0 0,1 0 0 0,0 0 0 16,2-2 0-16,0-2 0 0,0-5 0 0,2 0 0 16,8-4 0-16,1 1 0 0,3-3 0 0,6-3 0 15,-1 1 0-15,3-2 0 0,2-3 0 16,1 2 0-16,3-2 0 0,0-1 0 16,1 1 0-16,1 0 0 0,0-3 0 0,0 2 0 15,-2 0 0-15,2-2 0 0,-4 4 0 0,-2-2 0 0,1 1 0 16,-2-1 0-16,-5 0 0 0,1 3 0 15,-3 0 0-15,-2 0 0 0,-3 2 0 0,1 0 0 16,-5 0 0-16,-1 1 0 0,-3-2 0 16,1 2 0-16,-2 0 0 0,-2-1 0 0,0 2 0 15,0-2 0-15,0 1 0 0,0 2 0 0,-2 2 0 16,-4-1 0-16,1 2 0 0,0 2 0 16,-1 3 0-16,-2-3 0 0,2 5 0 0,1-1 0 15,-2 0 0-15,1 3 0 0,0 1 0 0,2 0 0 16,-1 0 0-16,1 0 0 0,2 2 0 0,-1-2 0 15,1 2 0-15,2 0 0 0,-2 0 0 0,2 0 0 16,0 0 0-16,0 0 0 0,0 0 0 0,0 0 0 16,0 0 0-16,0 0 0 0,0 8 0 0,0 3-190 15,0 2-300-15,0 1 225 0,5 2 101 16</inkml:trace>
  <inkml:trace contextRef="#ctx0" brushRef="#br0" timeOffset="29796.72">12403 6954 2766 0,'-9'-5'0'0,"2"2"0"0,0 0 0 0,1-4 0 0,1 5 0 0,-1 0 0 0,4-2 0 0,-2 0 0 0,2 0 0 16,2 2 0-16,0-2 166 0,0 3-54 0,2-3 112 0,5 1-92 0,5-2-47 15,-1 2 240-15,3 1-204 0,-1 0-121 0,2-1 0 16,0 2 0-16,2-1 0 0,-1 2 0 0,4 0 0 16,-4 0 0-16,5 0 0 0,-2 0 0 0,-1 0 0 15,3 0 0-15,0 0 0 0,-3 0 0 16,2 0 0-16,-4 0 0 0,-1 0 0 0,-2 0 0 0,-1 0 0 16,-1 0 0-16,-2-2 0 0,-2 1 0 0,0-1 0 15,-4 0 0-15,1 0-151 0,0 2-474 0,-2-1 293 16,-1 1 147-16,3 0 73 0</inkml:trace>
  <inkml:trace contextRef="#ctx0" brushRef="#br0" timeOffset="30125.07">12447 7162 3509 0,'-16'8'0'0,"-3"1"0"0,1 1 0 0,2-4 0 0,2-1 0 0,5 1 0 0,4-5 0 0,1 1 0 0,2-2 0 0,1 0 0 0,1 3 355 0,0-3-288 0,1 0-67 15,8 0 0-15,5 0 0 0,1-3 0 16,0 1 0-16,2-1 0 0,4-1 0 0,-3 2 0 16,3 1 0-16,2-1 0 0,-2 2 0 0,6 0 0 15,-1 0 0-15,-1 0 0 0,5 0 0 16,-2 0 0-16,-1 0 0 0,-1 0 0 0,-4 0 0 15,3 2 0-15,-4-1 0 0,-5-1 0 16,-2 2 0-16,-5-2 0 0,-2 2 0 0,-2-2 0 0,-2 0 0 16,-1 0 0-16,-2 0 0 0,0 0 0 0,0 0 0 15,0 0 0-15,0 0-41 16,0 0-186-16,0 0 95 0,0 0 47 0,0 0-834 0</inkml:trace>
  <inkml:trace contextRef="#ctx0" brushRef="#br0" timeOffset="31245.6">13435 6606 1827 0,'0'-6'0'0,"0"6"0"0,-2-3 0 0,1 3 0 0,1 0 0 0,-2 0 0 0,2 0 0 0,0 3 0 0,0 7 0 0,0 5 0 0,0 2 102 16,0 2-18-16,0 6 159 0,0 0-99 0,0 4-50 16,2 1 128-16,-1 4-89 0,1 1-34 0,0 4-10 15,0-1 116-15,0 0-80 0,-1 2-41 0,-1-3 0 16,3 0 110-16,-3 1-81 16,0-4-35-16,0 0-67 0,0-2-11 0,0-4 0 0,0-6 0 15,0 7 0-15,0-8 0 0,0 1 0 0,0-4 0 16,0 0 0-16,0-3 0 0,0 0 0 15,0-5 0-15,0 2 0 0,-3-4 0 0,2-1 0 16,-1-2 0-16,0 1 0 0,0-3 0 0,0-2 0 16,2-1 0-16,-1 2-124 0,-1-2-52 0,2 0-504 15,0 0 317-15,0 0 158 0,0-10-265 16,11-8 212-16,6-8 96 0</inkml:trace>
  <inkml:trace contextRef="#ctx0" brushRef="#br0" timeOffset="31464.94">13669 6988 2692 0,'0'-5'-2'0,"0"2"2"0,0 2 0 0,0-1 0 0,-2-1 0 0,2 1 0 0,0 2 0 0,0 0 0 0,7 0 0 0,6 0 0 16,4 0 515-16,2 0-236 0,3 0-108 0,3 0 105 0,3 5-276 16,0-3 0-16,4-1 0 0,0 2 0 0,0-3 0 15,-2 0 0-15,0 0 0 16,-2 0 0-16,-7 0 0 0,1 0 0 0,-3 0 0 0,-4 0 0 15,-5 0 0-15,-3 0 0 0,-3 0-515 0,-2 0 161 0,-1 0 162 16,1 0-328-16,-2 0 238 0,0 0 120 0,0 0-415 16,0 0 257-16</inkml:trace>
  <inkml:trace contextRef="#ctx0" brushRef="#br0" timeOffset="32077.15">14577 7001 1734 0,'2'-7'0'0,"0"-8"0"0,1 0 0 0,-2-3 0 0,1 0 0 0,0-1 0 0,0 0 0 0,0 0 0 0,1 1 0 0,-1 0 0 0,0 1 81 0,0 3 24 16,-2 0-32-16,0 6 0 0,0-2-21 0,0 2 88 15,-4 4-54-15,-7 3 0 0,-1 1-45 16,-2 0 115-16,-4 8-47 0,-3 8-39 0,-2 5 54 0,-2 3-40 15,2 4-1-15,-1 7-42 0,6-4 137 0,-5 11-73 16,10-5-32-16,3-5 115 0,4 5-73 16,3-3-37-16,3-7-22 0,0 4-56 15,0-8 0-15,5-1 0 0,5-3 0 0,1-4 0 16,0-3 0-16,5-7 0 0,-2 1 0 0,2-6 0 16,2 0 0-16,1-1 0 0,0-11-25 0,0-5-34 15,0-4 38-15,-3-2-150 0,1 1 82 0,0-5 8 16,0 2 26-16,-1 0-91 0,-4 1 55 0,-1 5 11 15,3 0-1-15,-5 2 122 0,-3 8-50 0,-1 0 6 16,-3 3 249-16,1 3-127 0,-2 1-69 0,1 2-24 16,-2 0 206-16,0 3-110 0,0 11-55 15,0 2-59-15,0 3-8 0,0 3 0 16,0 2 0-16,0-3 0 0,0 2 0 0,4-2 0 16,5-3 0-16,2 0 0 0,3-5 0 0,-2-2 0 0,4-2 0 15,0-3 0-15,2-5 0 0,0-1 0 16,-1 0 0-16,2 0 0 15,-1-5 0-15,3-12 0 0,-1 2 0 0,-8-2 0 0,3-2 0 16,-3 1 0-16,-1-3 0 0,-4 0 0 0,-1 0 0 16,-4 1 0-16,0-1 0 0,-2 1 0 0,0 1 0 0,-2-1 0 15,-10 6 0-15,1-1 0 16,-4 5 0-16,-2 1 0 0,0 5 0 0,-1 1 0 16,-1 3 0-16,1 0 0 0,0 0 0 0,1 3 0 15,4 7 0-15,2-1 0 0,-1 2 0 0,3 0 0 16,4 0 0-16,1 4 0 0,2-3 0 0,2 0-166 15,0 1-204-15,0-2 154 0,8 0-562 0,4-1 369 16,8-3 183-16,-2-3-515 0</inkml:trace>
  <inkml:trace contextRef="#ctx0" brushRef="#br0" timeOffset="32367.33">15345 6802 3121 0,'0'-4'0'0,"0"1"0"0,0 0 0 0,-11 0 0 0,-2 2 0 0,0 1 0 0,0 0 0 0,-2 0 0 0,2 7 0 0,-1 4 0 0,5 1 117 16,0 4-27-16,4-1 151 0,0 1-100 15,5 4-50-15,0-2-96 0,0 3 46 0,2-2 10 16,6 2-10-16,3-5-110 0,0 4 55 0,3-4 28 16,-3-1-88-16,-1 0 52 0,-3 0 31 0,0-2-2 15,-3-1 58-15,-2 4-77 0,-1-2 34 0,-1 1-59 16,0-3 150-16,-1 2-113 0,-8-3 0 0,-2 3 0 15,-5-3 0-15,2-2 0 0,-4 1 0 0,-1-4 0 16,1 2 0-16,-1-1 0 0,1-5 0 0,0 1 0 16,-1-2 0-16,3-1 0 15,-2 0-310-15,6-1-50 0,-2-11 120 0,5-8-529 16,3-7 364-16,3-5 182 0</inkml:trace>
  <inkml:trace contextRef="#ctx0" brushRef="#br0" timeOffset="32633.73">15276 6580 2613 0,'19'-13'0'0,"1"6"0"0,3-1 0 0,-2 1 0 0,4 1 0 0,-3 5 0 0,6-2 0 0,-2 3 0 0,2 0 0 0,1 0 0 0,-8 0 104 0,-1 10 157 0,-1 1-115 0,-6 3-53 16,-3 1-26-16,-7 0-111 0,-3 3 43 16,0 0 9-16,-12 5-109 0,-6-4 70 0,-5-1 37 15,-5 3-1-15,-2-4-7 0,2 1 11 0,1-6 32 16,7-3-43-16,1 1 203 0,2-3-110 0,10-2-34 15,1-2 108-15,3-3-72 0,3 2-27 0,0 0 0 16,5-2-46-16,11 2-20 16,2-2 0-16,5 0 0 0,-1 0 0 0,4 2 0 15,0-2 0-15,-5 0-71 0,4 1-54 0,-1-1 56 16,-2 0 50-16,1 0-676 0,0 0 331 0,-5 0 166 0,1 0-531 16,-1 0 349-16</inkml:trace>
  <inkml:trace contextRef="#ctx0" brushRef="#br0" timeOffset="33030.49">15858 6586 2412 0,'13'-6'0'0,"3"-2"0"0,-2 3 0 0,4 1 0 0,0 2 0 0,5 2 0 16,-1 0 0-16,1 2 0 0,-1 12 0 0,1 4 0 0,-2 1 539 0,-5 5-254 0,0 3-122 0,-7 3-61 15,-2 2 177-15,-5 1-128 0,-2 5-151 0,0 5 0 16,-13-3 0-16,-6 1 0 0,-3 2 0 0,-4-4 0 0,1-5 0 15,-7 6 0-15,8-14 0 0,-3 1 0 0,2-6 0 16,-4-6 0-16,7-7 0 0,-5-1 0 0,4-6 0 16,2-1 0-16,0 0 0 15,0-4 0-15,4-8 0 0,0-8 0 0,4-2 0 16,5-1 0-16,2-1 0 0,5-2-81 0,1 5-4 16,0-1 24-16,0 1 85 0,7 0-5 0,3 5-45 15,3 0-7-15,0 3 85 0,2 4-34 0,1-1 1 16,0 5-32-16,1 1 180 0,1 1-167 0,2 3 0 15,1 0 0-15,-1 12 0 0,1 3 0 0,0 2 0 16,-1 4 0-16,1 2 0 0,1-1 0 16,-2 1 0-16,3-2 0 0,-2 1 0 0,1-3 0 15,-5-1 0-15,6 3 0 0,-8-5 0 16,0 0 0-16,-4-1 0 0,0-4 0 0,-3 1 0 16,0-3 0-16,-3-1-52 0,-1-3-442 15,-1 0 227-15,-1-1-687 0</inkml:trace>
  <inkml:trace contextRef="#ctx0" brushRef="#br0" timeOffset="33199.6">16296 7001 3931 0,'0'-4'0'0,"7"1"0"0,3-1 0 0,3-1 0 0,4 0 0 0,7 2 0 0,2 0 0 0,6 0 0 0,2 0 0 0,4 2 0 0,2 1 0 0,2 0 0 0,-8 0 0 0,4 0 0 16,0 4 0-16,-5 4 0 0,1-2 0 0,-2 0 0 15,-6 0 0-15,-3 1-31 0,-1-1-428 0,-5 4 249 16,-4-5 135-16</inkml:trace>
  <inkml:trace contextRef="#ctx0" brushRef="#br0" timeOffset="33984.54">17547 6954 1608 0,'-6'-11'0'0,"2"3"0"0,0-1 0 0,0-3 0 0,3 1 0 0,-3-2 0 16,2 2 0-16,-2 0 0 0,-1-1 0 0,1 3 0 0,-2 1 94 0,-3 2-28 0,-2 1 11 0,-3 3 102 0,-2 2-70 0,-5 4-35 16,-4 15 86-16,-3 10-60 0,2-1-20 15,-6 11-10-15,6 2 108 0,3 0-69 0,6 0-35 16,10-7 0-16,1 4 127 0,6-6-86 15,0-6-38-15,2-6-11 0,11-3-26 16,8 1-1-16,-2-11 10 0,9-3-51 0,-2-4 0 0,0 0 42 16,2-1-182-16,-1-11 90 0,-1-5 56 15,-1-4-9-15,-3-2-219 0,-1 1 121 0,-6-3 20 0,0 0 43 16,-4 9-130-16,-1-4 76 0,-5 5 1 0,-1 7 29 16,-2 1 185-16,0 1-78 0,-2 5-55 15,0 1 335-15,0 0-160 0,0 6-85 0,-6 10-20 16,-1 6 31-16,5-3-2 0,-2 4-36 0,4-1 80 15,0 0-46-15,0 0 1 0,4-4-67 0,7 0-39 16,3-8 15-16,4 0-1 0,3-5 37 0,-1-5-156 16,6 0 76-16,-5-2 23 15,7-9-63-15,-5-6 31 0,-3-2 33 0,-1-1-12 16,-4-1 69-16,-3 0-16 0,1-5-44 0,-6 4 98 16,-4 1-38-16,0-1-1 0,-3-1-37 0,0 2 193 0,-3 4-112 15,-7 1-75-15,-5 4 0 0,-4 5 0 16,-2 3 0-16,-6 2 0 0,2 2 0 0,-1 2 0 15,1 10 0-15,2 3 0 0,7-4 0 0,-3 5 0 16,4-1 0-16,3 2 0 0,5-2 0 0,3-2 0 16,4 1 0-16,0-2-551 15,2 0 212-15,9-2 149 0,12-1-550 0,1-5 350 0</inkml:trace>
  <inkml:trace contextRef="#ctx0" brushRef="#br0" timeOffset="34260.32">18281 6839 2905 0,'-4'-4'0'0,"-5"3"0"0,-2 0 0 0,-5 1 0 0,0 0 0 0,-3 0 0 0,-2 2 0 0,1 8 0 0,-5 1 0 0,2 3 0 0,7-3 273 0,0 4-117 16,5-2-49-16,6 0 145 0,5 0-107 0,0 1-54 16,0 1-89-16,7-2-2 0,11 0 0 0,2 1 0 15,2 0-5-15,-1-3-52 0,-3-2 48 0,3 4 0 16,-4-3-162-16,-2-1 100 0,-4 3 55 15,-5 1-126-15,-3 0 72 0,-3 0-20 0,0 2 31 16,-11-2 135-16,-7 5-51 0,-3-6-22 0,-3 2 147 0,-3-1-75 16,5-4-43-16,-9 2 2 0,4-3 2 15,6-4 14-15,-4-1-38 0,4-1-337 16,5-2 165-16,3 0 86 0,3 0 40 0,5-4-617 16,5-11 307-16,0-7 153 0</inkml:trace>
  <inkml:trace contextRef="#ctx0" brushRef="#br0" timeOffset="34552.75">18268 6554 2458 0,'15'-11'0'0,"1"3"0"0,2 1 0 0,2-3 0 0,3 5 0 0,-1 1 0 0,3 2 0 0,3 2 0 0,-2 0 0 0,0 9 0 0,-3 4 124 16,-6 3-44-16,0 0-62 0,-5 3-9 0,-7 1 29 15,-3-2 1-15,-2 2-232 0,-4 3 117 0,-13-5 66 16,-8 3 19-16,-3-4-49 0,-4 0 39 15,-2-2 0-15,2-4-38 0,8-1 243 0,0-1-139 16,1-3-28-16,6-2 347 0,10-3-175 0,0 1-75 16,5-2 166-16,2 3-136 0,0-1-145 15,3-2-19-15,14 1 0 0,7-1 0 0,-1 0 0 16,7 0 0-16,2 0 0 0,0 0 0 0,2 0 0 16,-1 0 0-16,1 0 0 0,0-1 0 0,-2-4 0 15,2 2-153-15,0 2-77 0,-2-4 71 0,0 4-686 16,-4-2 408-16,-2 1 199 0,-4 2 100 15,-2 0-619-15</inkml:trace>
  <inkml:trace contextRef="#ctx0" brushRef="#br0" timeOffset="35161.71">18997 7622 1695 0,'-12'6'0'0,"4"4"0"0,1-1 0 0,0-2 0 0,-1 1 0 0,2 2 0 0,3-5 0 0,1 0 0 0,0 1-1 0,2-2 1 0,-2 0 77 16,2-3 0-16,0 1-28 0,0-2-10 0,0 0-65 15,0 0 33-15,0 0 0 0,-2-5 136 0,0-7-42 0,-3 0-36 16,0-5 0-16,-4-4 95 0,0-4-60 0,2 1-31 15,-3-6 115-15,1-3-78 0,0-9-33 16,3-4 0-16,0-4-1 0,4-12 1 16,2 5-24-16,0-23-41 0,2-8 0 0,6 0 31 15,7-6 1-15,4-2-138 0,-3 10 79 0,7-22 24 16,-2 19 1-16,-3 19-174 0,-1 12 98 0,3 1 12 16,-6 20-51-16,1 2 53 0,-2 11 0 0,0 7-1 15,-3 7 175-15,-1 4-75 0,0 4-39 0,-1 2 110 16,-2 0-56-16,0 5-30 0,-5 10 21 15,1 3 7-15,-2 0-2 0,0 8-3 0,-9-1 20 16,-5 0 94-16,-2 4-49 0,1-2-38 16,2-5 8-16,-5 6-47 0,9-9 1 0,0 0-1 0,1 0-52 15,4-6 27-15,3 0 9 0,1 0-75 16,0-2 42-16,1-2 0 0,15 1 37 0,6-1-109 16,-1 0 49-16,9-2 24 0,-2 0-6 0,2 2-24 15,-2 3 22-15,-1-1 21 0,-9 4 24 0,1 0-27 16,-4 2-11-16,-3 1 9 0,-9 4 41 0,-1-2-40 15,-2 0 3-15,-5 4 157 0,-13-6-119 0,-2 1-41 16,-4 0 0-16,-6-4 0 16,-2-2 0-16,0-3 0 0,2 0 0 0,0-2 0 0,7-4 0 15,0-3 0-15,5-1 0 0,2 0 0 0,7 0 0 16,2 0 0-16,3 0 0 0,2-1 0 16,2-5 0-16,0 0 0 0,2 1 0 0,9 0 0 15,4 4 0-15,0 1-853 0,3 0 377 0,-2 0 218 16</inkml:trace>
  <inkml:trace contextRef="#ctx0" brushRef="#br0" timeOffset="35335.54">19365 7339 382 0,'-4'-10'0'0,"4"10"0"0,0 0 1246 0,-2 0-623 0,-2-1-312 0,4 1-155 0,0 0 187 0,0 0-152 0,0 0-67 0</inkml:trace>
  <inkml:trace contextRef="#ctx0" brushRef="#br0" timeOffset="47095.71">19930 6736 2025 0,'-9'0'0'0,"5"0"0"0,4 0 0 15,0 0 0-15,-2 0 0 0,2 0 0 0,0 0 0 0,0 0 0 0,0 0 0 0,0 0 0 0,0 0 87 0,2 0 131 0,5 0-90 0,2 0-46 0,3 0 78 0,1 0-52 16,0 0-41-16,2 0 69 0,0 0-50 0,-1 0-24 16,0 0-1-16,2 0 44 0,-4 0-39 15,4 0 0-15,-3 0-29 0,0 0 73 16,0 0-37-16,-2 0 9 0,5 0-45 0,-2 0 8 15,0 0-8-15,0 0-1 0,4 0-136 0,-4 0 77 16,4 0 25-16,-4-3 0 0,2-1-404 0,-2-2 207 16,-4 1 105-16,1 3-668 0,-4 0 365 0</inkml:trace>
  <inkml:trace contextRef="#ctx0" brushRef="#br0" timeOffset="47354.78">20001 7045 3543 0,'-13'3'0'0,"4"5"0"0,-1-3 0 0,6 1 0 0,3-5 0 0,1 1 0 0,0 0 0 0,0 2 0 16,5 1 0-16,14-4 0 0,6 1 252 0,1-2-116 0,4 0-136 0,0 0 0 0,4 0 0 0,0 0 0 15,-1 0 0-15,1 0 0 0,-2 0 0 0,-4 0 0 16,-5 0 0-16,2 0 0 0,-5 0 0 0,-3 0 0 15,-4 0 0-15,-4 0 0 0,1 0 0 0,-6 0-149 16,-1 0-97-16,-1 0 58 0,0 0 78 0,-2 0-427 16,0 0 241-16,0 0 134 0,0 0 63 0,2 0-550 15,1-3 307-15</inkml:trace>
  <inkml:trace contextRef="#ctx0" brushRef="#br0" timeOffset="47849.47">20912 6383 2824 0,'-7'-2'0'0,"2"0"0"0,0 2 0 0,-1 0 0 0,3 0 0 0,-1 0 0 0,2 0 0 0,1 0 0 0,1 0 0 0,0 0 0 0,0 4 157 0,0 4-60 0,0 1 116 0,0 2-79 16,0 2-54-16,0 4 110 0,0 2-77 0,0 2-37 16,0 7-29-16,0-5-47 0,-2 8 0 0,0-1 0 15,0 2 0-15,-2 2 0 0,1 2 0 0,-2 2 0 16,2 6 0-16,-1-3 0 0,0 4 0 0,4-2 0 15,-2 0 0-15,2-6 0 0,0 12 0 0,0-8 0 16,0 1 0-16,0 1 0 0,0-4 0 0,0-4 0 16,2 4 0-16,0-5 0 0,0 1 0 0,3-6 0 15,-1 2 0-15,1-5 0 0,0 2 0 0,-1-2 0 16,-1-5 0-16,1 0 0 16,0 0 0-16,-3-3 0 0,1-1 0 0,0-3 0 15,0-3 0-15,-2 0 0 0,0-4 0 0,0-1 0 16,0-4 0-16,0-1 0 0,0 1 0 0,0-2 0 15,0 0 0-15,0 0 0 0,0 0 0 0,0 0 0 16,0 0 0-16,-2-2 0 0,2-1-338 0,0-6 8 16,0-3 150-16,0-2-633 0,0-3 388 0,7-4 194 15</inkml:trace>
  <inkml:trace contextRef="#ctx0" brushRef="#br0" timeOffset="48195.98">21072 7084 2606 0,'-4'-3'0'0,"2"0"0"0,2 1 0 0,0 0 0 0,0-2 0 0,0 2 0 0,0-1 0 0,8-3 0 0,3 4 0 0,2-2 0 0,3 3 392 0,0 0-179 0,3-2-89 15,1 3-45-15,1 0 191 0,2 0-109 0,3 0-75 16,-2 0-86-16,3 5 0 0,-1 1 0 0,2 0 0 15,-1-3 0-15,5 5 0 0,-1-3 0 0,0-4 0 16,0 2 0-16,-1-2 0 0,-3 2 0 0,-1-3 0 16,-4 2 0-16,1-2 0 0,-6 0 0 0,-2 2 0 15,-3-2 0-15,-3 0 0 0,-4 2 0 16,-1-2 0-16,-2 0 0 0,0 0 0 0,-2 0 0 0,0 0 0 16,0 0 0-16,0 0 0 15,0 0 0-15,0 0 0 0,0 0 0 0,0-2 0 16,0 0 0-16,0-3 0 0,0 3 0 0,0 0 0 15,0 1 0-15,0-2 0 0,0 1-445 0,0 2-25 16,1 0 218-16</inkml:trace>
  <inkml:trace contextRef="#ctx0" brushRef="#br0" timeOffset="52347.9">22045 7029 2189 0,'-7'-5'0'0,"0"2"0"0,2 2 0 0,1-1 0 0,1 2 0 0,1 0 0 0,2-2 0 0,-2 2 0 0,2 0 0 0,0 0 0 0,0 0 245 0,11 0-107 15,4 2 106-15,4 0-103 0,5 3-50 0,1-1 118 16,-1-2-75-16,8 0-53 0,-3 0 1 0,-1-1-5 0,2 1 1 16,-3 0-39-16,0 0 11 0,3 1-23 0,-2-3 13 15,-3 1-1-15,-4-1-12 16,0 0-76-16,-1 0 47 0,-1 0 16 0,-5 0-215 0,-3 0 117 15,1 0 25-15,-5 0 41 16,-1-1-457-16,-1-2 231 0,-3 1 67 0,1 0-396 0,-3 0 267 16,0 1 133-16,0-1 57 0,0 0-428 15,0 0 252-15</inkml:trace>
  <inkml:trace contextRef="#ctx0" brushRef="#br0" timeOffset="52726.28">22355 7051 1931 0,'-11'5'0'0,"3"2"0"0,-1 4 0 0,1-1 0 0,3-1 0 0,-2 2 0 0,6 2 0 0,-3 1 0 0,2 1 0 0,0 0 0 0,1 1 252 0,-5 4-106 0,-1-2-54 16,-3 2-16-16,-3 5-70 0,-2-4 33 0,-2 1 0 16,-2-1 0-16,-1 1-37 0,-1-4 10 0,-5 2 27 15,3-3 43-15,1-2 1 0,-1 0-44 0,4-6 69 16,3 3-25-16,0-5-10 0,5-1-34 15,1-3 206-15,5 1-103 0,1-1-42 0,4-3-36 0,0 1 136 16,0-1-200-16,0 0 0 0,7 0 0 0,9 2 0 16,3-2 0-16,3 0 0 15,2 0 0-15,3 0 0 0,1 0 0 0,2 0 0 16,0 0 0-16,0 0 0 0,0 0 0 0,0 2 0 16,1-2 0-16,-5 2 0 0,6-2 0 0,-10 1 0 15,2 1 0-15,-3-1 0 0,-3 3 0 0,0-3 0 16,-4 1 0-16,-2 0 0 0,-1-1 0 0,-4 2-29 15,2-1-101-15,-4-2 45 0,-1 1-366 0,-1-1 207 16,-1 0 102-16,0 2-435 0,-2-2 268 0,0 0 125 16,0 0 77-16,0 0-185 0,0 0 127 15,-2-8 62-15</inkml:trace>
  <inkml:trace contextRef="#ctx0" brushRef="#br0" timeOffset="53007.03">22359 7253 3009 0,'-13'0'0'0,"-1"0"0"0,1 1 0 0,3-1 0 0,3 4 0 0,0-2 0 16,3 1 0-16,0-1 0 0,4 3 0 0,0 3 0 0,0 0 281 0,0 4-112 0,2 1-70 0,4 2 214 0,1 4-253 0,0 0-60 16,2 1 0-16,-2 3 0 0,-2 5 0 0,1 0 0 15,-3 2 0-15,2 1 0 0,-3 1 0 0,0 1 0 16,-1-1 0-16,-1 0 0 0,0 0 0 0,0 0 0 15,0-4 0-15,0-4 0 0,0 5 0 0,0-8 0 16,0-1 0-16,0 0 0 0,0-3 0 0,0-4-327 16,0-1 115-16,0-4 86 15,0-3-120-15,0-2 103 0,0 0 41 0,-1-3 36 16,-3 0-371-16,1 0 199 0,0-3 99 0,1-6-326 16</inkml:trace>
  <inkml:trace contextRef="#ctx0" brushRef="#br0" timeOffset="53443.35">22277 6312 1919 0,'-3'-4'0'0,"-1"2"0"0,2 0 0 0,0 0 0 0,-1 2 0 0,3 0 0 0,-2 0 0 0,2 0 0 0,0 0 0 0,0 10 0 0,0 0 123 15,0 2 119-15,0 4-102 0,0 4-42 0,0 5-34 16,2 1 111-16,0 2-68 0,-1 4-35 0,1 3 105 15,-2 3-60-15,2-2-45 0,-2-1 1 16,0 3 27-16,0-2-31 0,2-1 0 0,-2-7-22 16,0 7 35-16,2-8 1 0,-2 0-45 0,2-5-1 15,-2-1-10-15,1-2-27 0,1-4 0 0,0-4 0 16,-2 1 0-16,3-7 0 0,-3 0 0 16,2-2 0-16,-2-3 0 0,0 0 0 0,0 0 0 15,0 0 0-15,0 0 0 0,0 0 0 0,0-3 0 16,0 2 0-16,0-3-5 0,0 2-570 0,0-1 236 15,1 1 156-15,1-1-574 0,4 3 360 0,3 0 180 16</inkml:trace>
  <inkml:trace contextRef="#ctx0" brushRef="#br0" timeOffset="54081.21">22935 7040 1850 0,'-8'-2'0'0,"1"0"0"0,1 2 0 0,1-1 0 0,1 1 0 0,3-2 0 0,-1 2 0 0,2 0 0 0,0 0 0 0,0-2 0 0,0 2 136 0,0 0 148 0,2-2-128 16,5 0-59-16,2 0 147 0,1 1-102 0,-1 1-53 15,2 0-16-15,3-3 137 0,-2 3-87 0,1 0-42 16,3 0 0-16,1 0 48 0,-1 0-37 0,4 0-8 15,0 0-46-15,4 0-16 16,-1 3-22-16,3 0 0 0,-4-1 0 0,8 2 0 0,-3-1 0 16,-3 1 0-16,-1 1 0 0,2-2 0 15,-3 0 0-15,-1-1 0 0,-2 1 0 0,-3-2 0 16,0 1 0-16,-7-2 0 0,0 0 0 0,-4 0 0 16,2 0 0-16,-5 0 0 0,-1 0 0 0,1 0 0 15,-2 0 0-15,0 0 0 0,0 0 0 0,0 0 0 16,0-2 0-16,0-2 0 0,0 2 0 0,0-1 0 15,0 1 0-15,0-2-51 0,0 2 12 0,0 0-762 16,0 2 372-16,0 0 200 0,0 0-719 0</inkml:trace>
  <inkml:trace contextRef="#ctx0" brushRef="#br0" timeOffset="56920.3">23675 7029 1617 0,'0'0'0'0,"0"0"0"0,-1 0 0 0,-3 0 0 0,-1 0 0 0,4 0 0 0,-1 0 0 0,0 0 0 0,0 0 0 0,2 0 0 0,0 0 126 0,0 0-44 0,0 0 178 15,2 0-116-15,8 2-52 0,5 2 135 0,2-3-95 16,1 1-46-16,5 0 8 0,5-2 92 0,0 0-74 15,2 0-37-15,2 0 33 16,0 0-35-16,-1-2 10 0,-1 0-45 0,1 1 50 0,-1-1-25 16,-1-2 0-16,-7 2-25 0,2 0-21 15,-1-2-11-15,0 3 32 0,-3-1-119 0,-1 0 59 16,-5-2 31-16,2 2 8 0,-3-1-281 0,-1-1 140 16,-3 1 40-16,0-3-387 0,-3 2 199 0,-3 2 109 15,1-1 62-15,-2-2-159 0,0 4 111 0,-2-1 56 16,0-1 27-16,0 3-465 0</inkml:trace>
  <inkml:trace contextRef="#ctx0" brushRef="#br0" timeOffset="57374.2">23821 7200 2794 0,'-20'7'0'0,"0"3"0"0,6-3 0 0,4-3 0 0,3 1 0 0,3-4 0 0,3-1 0 0,1 0 0 0,0 0 0 0,11 0 0 0,8 0 140 0,5 0-51 0,1 0 111 16,5 0-86-16,-3 0-38 16,2 0 8-16,-1 0 0 0,-5 0-45 0,-1 0 8 15,-4 0-39-15,0 5 0 0,-5 1 30 0,-1 2-59 16,-7-1 39-16,-1 3-10 0,-2 1 30 0,-2 2-56 16,0 0 28-16,-2 4-1 0,-11 0 8 0,-3 3-24 15,-3-1-1-15,-1 0 9 0,-3 0-22 0,1-1 31 16,-2 0 7-16,-1-4-6 15,-1 1 39-15,0-2-33 0,1 1-2 0,0-3 49 0,9-3-64 16,-3-1 0-16,4-2 0 0,3 0 0 16,5-2 0-16,2-1 0 0,1-2 0 0,2 0 0 15,2 0 0-15,0 2 0 0,0-2 0 0,0 0 0 16,11 0 0-16,3 3 0 0,2-2 0 0,5 0 0 16,4-1 0-16,-2 3 0 0,2-3 0 0,9 1 0 15,-2 1 0-15,-1-2 0 0,1 0 0 0,3 2 0 16,-8-2 0-16,8 0 0 0,-5 0 0 0,-3 0 0 15,-4 2 0-15,0-2 0 0,-4 0 0 0,-2 2 0 16,-7-2 0-16,2 0 0 0,-6 0 0 0,-1 0-211 16,-3 0-100-16,0 0 141 15,0 0 66-15,0 0-218 0,-2 0 141 0,0-4 72 16,0-4-573-16,0 1 327 0,0-3 158 0</inkml:trace>
  <inkml:trace contextRef="#ctx0" brushRef="#br0" timeOffset="57835.99">23980 6241 1782 0,'-7'-6'0'0,"2"4"0"0,-1 0 0 0,3 0 0 0,-2 0 0 0,3 1 0 0,0-2 0 0,0 3 0 0,2 0 0 0,-2 0 0 0,2 0 297 0,0 0-130 16,0 0-64-16,0 0 96 0,0 0-86 0,0 0-37 15,0 0-1-15,0 4 85 0,0 5-62 0,-5 5-20 16,4 1-10-16,-3 4 104 0,0 7-67 15,1 2-34-15,-2-1 92 0,4 4-63 16,-2 5-31-16,1 7-34 0,0-3-35 0,2 1 0 16,0 0 0-16,0-3 0 0,0 9 0 0,0-12 0 15,0 4 0-15,0-3 0 0,2 0 0 0,0-1 0 16,1-7 0-16,3 1 0 0,-3-6 0 0,1-2 0 16,0-2 0-16,-3-8 0 0,1-1 0 0,1-2 0 15,-1-4 0-15,0-2 0 0,-2 0 0 0,0-2 0 16,0 0 0-16,0 0 0 0,0 0 0 0,0 0 0 15,0 0 0-15,0 0 0 0,0-2 0 0,0 2-517 16,0 0 135-16,3 0 173 16,6 0 85-16</inkml:trace>
  <inkml:trace contextRef="#ctx0" brushRef="#br0" timeOffset="58342.36">24642 6911 2265 0,'-7'-2'0'0,"2"0"0"0,-1 1 0 0,0-2 0 0,2 1 0 0,-1 0 0 0,3 2 0 0,-3 0 0 0,5-1 0 0,-1 1 0 0,1 0 165 16,0 0 193-16,0 0-166 0,4 0-77 0,7 0-39 15,3 1 87-15,-2 1-63 0,4 3-23 0,0-2 112 16,3 1-77-16,0-1-37 16,0 1-31-16,2-2-44 0,1 2 0 0,-1-2 0 15,0 2 0-15,-3-2 0 0,3-1 0 0,-4-1 0 0,1 1 0 0,-3 2 0 16,-3-3 0-16,0 0 0 0,-2 0-159 15,0 0-31-15,-5 0 63 0,-1 0-182 16,-3 0 107-16,2 0 83 0,-3 2 41 0,0-2-478 16,0 2 251-16,0 1 138 0,0 5 65 0</inkml:trace>
  <inkml:trace contextRef="#ctx0" brushRef="#br0" timeOffset="58603.57">24658 7271 3363 0,'-10'4'0'0,"3"2"0"0,3-2 0 0,0-1 0 0,2-1 0 0,2 2 0 0,0 1 0 0,0-1 0 16,6 0 0-16,8 2 0 0,2-1 167 0,2-1-65 0,1 0 197 0,8-1-299 0,-4 1 0 0,-2-2 0 16,8 2 0-16,-3-4 0 0,-1 4 0 0,-5-2 0 15,2 2 0-15,1-2 0 0,-4 1 0 0,-4-1 0 16,1 1 0-16,-6-1 0 15,0 1 0-15,-2-2 0 0,-3 2 0 0,-1-3 0 0,-2 3 0 16,0-3 0-16,-1 0 0 0,-1 0 0 16,0 0-414-16,0 0 108 0,0 0 135 0,2 0-563 15,1 0 348-15,8 0 165 0</inkml:trace>
  <inkml:trace contextRef="#ctx0" brushRef="#br0" timeOffset="58858.42">25306 7093 3075 0,'0'-7'0'0,"0"6"0"0,2-2 0 0,-1-1 0 0,5 2 0 0,5-2 0 16,4 2 0-16,2 0 0 0,5 1 0 0,7 1 0 0,-3 0 317 0,4 0-140 0,0 0-70 0,0 0 116 0,4 0-191 16,-2 0-32-16,4 0 0 0,-3 0 0 0,2 0 0 15,4 0 0-15,-3 0 0 0,-3 0 0 16,1-2 0-16,-4 0 0 0,-2-2 0 0,-5 1-67 0,-1-1 16 15,-3 0-482-15,-3 1 207 16,-5 0 152-16,-2-1 28 0,-4 2-353 0,-3 1 235 16,0-1 114-16,-2 0-147 15,0 0 129-15,-7 2 66 0,-3 0 22 0,-3 0-351 0,-2 0 197 0</inkml:trace>
  <inkml:trace contextRef="#ctx0" brushRef="#br0" timeOffset="59186.94">25781 7070 1600 0,'-9'0'0'0,"-3"2"0"0,7 0 0 0,-1 0 0 0,0 3 0 0,1-2 0 0,-3 2 0 0,3 1 0 0,0 3 0 0,-2 3 0 0,-2-1 229 0,-3 2-100 16,-2 3 252-16,-2 0-172 0,0 2-85 0,-3 1-44 15,-2 0 84-15,1 2-68 0,-5-2-29 0,2-1 22 16,1 2-25-16,-1-4-1 0,4-3-16 0,-5 4 39 16,7-5-25-16,-2-1 1 0,3-2-25 0,2-2 155 15,5-3-67-15,2 2-99 0,2-4-26 0,2-1 0 16,3 2 0-16,0-1 0 0,0-1 0 0,10 1 0 15,8-2 0-15,6 2 0 0,3-2 0 16,3 0 0-16,4 0 0 0,-2 2 0 16,7-2 0-16,4 0 0 0,-3 2 0 0,1 0 0 15,-5-1 0-15,3 2 0 0,-1-2 0 0,-3 3 0 16,-3-2 0-16,-2-1 0 0,-3 2 0 0,-3-2 0 16,-2 1 0-16,-5-2 0 0,-4 0 0 0,-3 0 0 15,-4 0 0-15,-3 0 0 0,-1 0-285 0,-2 0 108 16,0 0-447-16,0-2 283 0,-5-3 157 0,-4-1 73 15,-3-1-292-15,1-1 182 0</inkml:trace>
  <inkml:trace contextRef="#ctx0" brushRef="#br0" timeOffset="59487.97">25814 7209 2748 0,'-6'0'0'0,"3"0"0"0,0 0 0 0,-1 0 0 0,2 3 0 0,0-3 0 0,-2 1 0 0,4 4 0 0,0 5 0 16,0 1 0-16,0 4 642 0,0 2-293 0,0 6-161 0,0 1-184 0,0 3-4 0,0 0 0 0,0 4 0 0,0-2 0 15,0 4 0-15,0-2 0 0,0 0 0 0,0 0 0 16,0-3 0-16,0 5 0 0,0-3 0 0,0-2 0 16,0-1 0-16,0 2 0 0,0-3 0 0,-4-1 0 15,0 1 0-15,-1-1 0 0,1-4 0 0,1-1 0 16,-1-1 0-16,-2-2 0 0,4-2 0 0,-2-2 0 15,2-3 0-15,-1-2 0 16,-1 0 0-16,2-4 0 0,0-2 0 0,1 0-88 16,-1-2-222-16,-2 0 135 0,0 0 69 0,-1 0-503 15,4-2 290-15,-3-10 140 0,4-5-493 0,-1-5 316 16</inkml:trace>
  <inkml:trace contextRef="#ctx0" brushRef="#br0" timeOffset="59920.92">25741 6218 2806 0,'-1'-6'0'0,"-1"5"0"0,2-1 0 0,0 2 0 0,0 0 0 16,0 0 0-16,0 0 0 0,0 0 0 0,0 0 0 0,0 0 0 0,0 0 100 0,0 2 91 0,0 7-76 0,0 2-30 0,0 4 217 15,0 4-132-15,0 4-67 0,0 2-44 0,0 2-59 16,0 3 0-16,-2 3 0 0,-4-1 0 0,6 4 0 16,-5 0 0-16,2 0 0 0,0-1 0 0,1 1 0 15,0-3 0-15,-2-2 0 0,3-1 0 0,1-2 0 16,-2-4 0-16,2 1 0 0,0-4 0 0,0-3 0 15,0-1 0-15,0-2 0 16,0-3 0-16,0-2 0 0,0-5 0 0,0 0 0 16,0-3 0-16,0-1 0 0,0-1 0 0,0 3 0 15,0-3 0-15,0 0 0 0,0 0 0 0,0 0 0 16,0 0 0-16,0 0 0 0,0 0 0 0,0 0 0 16,0 0 0-16,0 0 0 0,0 0 0 0,0 0 0 15,0 0 0-15,0 0 0 0,0 0 0 0,0 0 0 16,0 0-943-16,0 0 369 0</inkml:trace>
  <inkml:trace contextRef="#ctx0" brushRef="#br0" timeOffset="66286.31">10462 8727 1738 0,'0'0'-1'0,"0"0"0"0,0 0 1 0,0 0 0 0,0 0 0 0,0 0 0 0,0 0 0 0,0 0 0 0,0 0 0 0,0 0 0 0,0-2 77 0,0-3 0 0,0-3-38 15,0 0 29-15,3 1 1 0,-2-3-21 0,-1-3-3 16,0 4-6-16,0-4 0 0,0 1-1 0,0-1 35 16,0 2-25-16,-5-2-9 0,-4 2 0 0,2 0 46 15,0 1-47-15,-2 2 1 0,-1 1 10 0,-1-1 32 16,0 5-42-16,1 1 0 0,-1 1 35 0,2-2-36 16,-3 3 11-16,1 0-4 0,0 0-7 0,1 4 1 15,-1 5 0-15,2 2-34 16,-3 3 10-16,3 2 24 0,-5 7-1 0,3 1-28 15,0 3-5-15,0 5 31 0,-2 1 0 0,-1 7 0 16,3-1-4-16,2 1-7 0,2-6 54 0,2 3-45 16,2-3-3-16,3 0-5 0,0-5 99 0,0-2-40 15,0-6 0-15,8-1-62 0,3-1-23 0,0-4 0 16,2-4 0-16,0-1 0 0,4-5 0 0,-2-1 0 16,2-4 0-16,0 0 0 0,2 0 0 15,0-2 0-15,3-13 0 0,-5 0 0 0,6-5 0 16,-3-2 0-16,-1-1 0 0,-1 0 0 15,0-1 0-15,-6 3-134 0,4-4 35 0,-5 7 30 16,-1-1 27-16,-1 1 45 0,-3 0-26 0,-3 5-28 16,-1 0 24-16,0 4 212 0,0 1-101 0,-1 3-48 15,-1 1 101-15,0 0-137 0,0 2 0 0,0 2 0 16,0 0 0-16,0 0 0 0,0 0 0 0,0 0 0 16,0 12 0-16,0 3 0 0,0-1 0 0,0 5 0 15,0 1 0-15,0-3 0 16,0 2 0-16,9 2 0 0,0-2 0 0,4-2 0 15,0-2 0-15,2 0 0 0,0-2 0 0,2-3 0 16,0-1 0-16,1-3 0 0,0-3 0 0,1-1 0 0,-3-2 0 16,1 0 0-16,0 0 0 15,0-2 0-15,-2-7 0 0,0-5 0 0,-2 0 0 16,-1-5 0-16,-1 0 0 0,-2-1 0 0,-1-7 0 16,-4 4 0-16,-1-5 0 0,-1-2 0 0,-2 1 0 15,0-3 0-15,0 1 0 0,-2 6 0 16,-8-2 0-16,3 8 0 0,-4-2 0 0,-3 6 0 15,2 3 0-15,-1 2 0 0,-3 4 0 0,2 2 0 16,0 3 0-16,0 1 0 0,0 0 0 0,1 0 0 16,-1 5 0-16,4 5 0 0,-3 1 0 0,3 0 0 15,-3 5 0-15,4-4 0 0,-1 4 0 16,3-2 0-16,3 1 0 0,0-1-121 0,4-3-173 16,0 4 133-16,0-4 62 0,0 0-233 0,2-1 147 15,7-3 74-15,3 1-508 0,3-6 295 16,-1 0 143-16</inkml:trace>
  <inkml:trace contextRef="#ctx0" brushRef="#br0" timeOffset="66706.58">11141 8582 2346 0,'7'-7'0'0,"-2"-1"0"0,-1 3 0 0,-2-1 0 0,-2 0 0 0,0 3 0 0,0-1 0 0,0 0 0 0,-4 2 0 0,-1 0 0 0,-1 2 157 15,1 0 113-15,-4 0-122 0,-1 0-54 0,2 0-29 16,-1 8 198-16,-1 1-113 0,3 1-47 0,-2 0 133 16,2 0-137-16,2-2-99 0,1 1 0 0,2 0 0 15,1-1 0-15,1 1 0 0,0-1 0 0,0-1 0 16,0 3 0-16,1 0 0 0,3-3 0 0,3 4 0 16,2 0 0-16,0 0 0 15,0 1 0-15,3 1 0 0,-1 2 0 0,-2-1 0 16,3 2 0-16,-3 1 0 0,0-2 0 0,1 4 0 15,-3-2 0-15,-2 2 0 0,-1-4 0 0,0 5 0 0,-2-1 0 16,-2-3 0-16,0 1 0 0,0 0 0 16,-2 1 0-16,-7-5 0 0,0 0 0 0,-5-2 0 15,1 0 0-15,-1-3 0 0,-2-1 0 16,1-1 0-16,-4 0 0 0,2-4 0 0,-1 2 0 16,-1-4 0-16,-1 0 0 0,2 0 0 0,-1 0 0 0,3 0 0 15,2-6 0-15,3 2 0 0,4-2 0 16,-1 1 0-16,4 1 0 0,2 0 0 15,2-2 0-15,0 2-536 0,0 1 172 0,4-3 164 16,8 1 81-16,0-3-292 0,4 2 192 0,-1-1 80 16</inkml:trace>
  <inkml:trace contextRef="#ctx0" brushRef="#br0" timeOffset="67372.95">11542 8543 2728 0,'0'0'0'0,"0"0"0"0,0 0 0 0,0 0 0 0,0-1 0 16,0 1 0-16,0 0 0 0,0 0 0 0,0 0 0 0,2 0 0 0,5 3 159 0,3 4-61 0,0 4-31 0,1 1 162 0,-1 3-101 16,2 2-46-16,1 3 137 0,-3 1-91 0,1 2-46 15,-4-1-71-15,1 6-11 0,-2 0 0 16,-2 0 0-16,-2 2 0 0,-2 1 0 0,0-5 0 15,0 7 0-15,0-4 0 0,-4-1 0 0,-4-1 0 16,0-5 0-16,-4 4 0 0,0-4 0 0,1-2 0 16,-5-4 0-16,4-1 0 0,-1-3 0 0,1-4 0 15,3-1 0-15,0-4 0 0,1-1 0 0,2-2 0 16,2 0 0-16,1 0 0 0,1 0 0 16,2 0 0-16,0-5 0 0,0-5 0 0,0 1 0 0,5-4 0 15,9-2 0-15,2-4 0 16,4 0 0-16,0 0 0 0,2-1 0 0,5-1 0 15,-1-2 0-15,1 1 0 0,1 0 0 0,-1-1 0 16,2-2 0-16,-3 3 0 0,0 0 0 0,-1-1 0 16,-2-2 0-16,-3 1 0 0,-5 2 0 0,0-7 0 15,-1 3 0-15,-5-2 0 0,-4 0 0 0,-1 0 0 16,-2 3 0-16,-2-5 0 0,0 4 0 16,0 5 0-16,-6 1 0 0,-1-1 0 15,-2 4 0-15,-3 2 0 0,3 2 0 0,-2 4 0 16,1-1 0-16,3 5 0 0,-2 0 0 0,3 2 0 15,0 1 0-15,2 0 0 0,0 0 0 0,3 2 0 16,1 0 0-16,0 0 0 0,0 0 0 0,-2 0 0 16,2 0 0-16,0 0 0 0,0 4 0 0,0 1 0 15,0 3 0-15,3 2-631 0,3-1 211 16,4 2 192-16,-1 2 87 0,0 0-642 0</inkml:trace>
  <inkml:trace contextRef="#ctx0" brushRef="#br0" timeOffset="67620.83">12254 8554 3931 0,'-5'2'0'0,"3"-2"0"0,0 1 0 0,0-1 0 0,2 3 0 0,0-1 0 0,0-1 0 0,0 1 0 0,11 2 0 0,6-4 0 16,5 2 0-16,3-1 0 0,-2-1 0 0,9 0 0 0,-2 3 0 15,0-3 0-15,-2 0 0 0,0 0 0 0,-4 0 0 16,1 0 0-16,-3 0 0 0,-2 0 0 0,-2 0 0 16,-6 0 0-16,-1 0 0 0,-4 0 0 0,-2 0-221 15,-3 0-211-15,0 0 182 0,-2 0-659 0,0 2 428 16,-2 7 226-16</inkml:trace>
  <inkml:trace contextRef="#ctx0" brushRef="#br0" timeOffset="67861.61">12359 8862 3747 0,'-13'7'0'0,"2"3"0"0,1-1 0 16,3-3 0-16,1 0 0 0,3 0 0 0,3-2 0 0,0 1 0 0,0 0 0 0,3 2 0 0,10-2 144 0,6 0-104 0,6 0-40 16,-1-4 0-16,4-1 0 0,2 0 0 0,5 0 0 0,0 0 0 0,1 0 0 15,1-1 0-15,-1-8 0 16,-1 3 0-16,-7-1 0 0,4 0 0 0,-9 1 0 15,-4 0 0-15,-2 2 0 0,-6 2 0 0,-3-1 0 16,-5 1 0-16,-1 0 0 0,-2 2 0 0,0 0 0 16,0 0 0-16,-9 0 0 0,-5 0 0 0,2 0-51 15,-2 4-710-15,5 1 362 16,2 1 181-16</inkml:trace>
  <inkml:trace contextRef="#ctx0" brushRef="#br0" timeOffset="82284.17">13233 8672 1573 0,'-2'0'0'0,"2"0"0"0,-2 0 0 0,2 0 0 0,-3 0 0 0,3 0 0 0,0 0 0 0,0 0 0 0,0 0 0 0,0 0 0 0,0 0 75 0,0 0 90 0,0 0-55 0,0 0-42 16,0 0 1-16,0 0 176 0,0 2-104 0,0 2-52 15,0 1-17-15,3-1 213 0,3 2-125 0,1 0-61 16,6-3 75-16,2-1-69 0,6 0-25 0,3-2-9 16,2 0 155-16,1 0-102 0,3-2-124 0,2-3 0 15,0-2 0-15,0-2 0 16,-2 2 0-16,2 2 0 0,-2-1 0 0,-2 2 0 15,-4 1 0-15,7-1 0 0,-9 0 0 0,2 2 0 16,-3 0 0-16,-2-1 0 0,-1 0 0 0,0 2 0 16,-6-1 0-16,2 0 0 0,-5 0 0 0,-2 0 0 15,-1 0 0-15,0 0 0 0,-4 0 0 0,0-1 0 16,0 3-46-16,-2 0-14 0,0 0-5 0,0 0-237 16,0 0 132-16,0-1 67 0,0 1-529 0,0 0 298 15,0 0 139-15,0 0 84 0,-4 0-316 0</inkml:trace>
  <inkml:trace contextRef="#ctx0" brushRef="#br0" timeOffset="82784.89">13421 8840 2526 0,'-12'0'0'0,"3"0"0"0,0 0 0 0,3 0 0 0,4 0 0 0,1 0 0 0,1 0 0 0,0 0 0 0,5 0 0 0,11-2 0 0,3-4 77 0,1 2 75 0,7 1-62 0,-6-1-26 16,2 2-1-16,0 0 8 0,-2 2-34 0,-1 0 10 15,-4 0-10-15,-1 0-12 0,-2 4 12 0,-3 1 0 16,-3 3 46-16,-1 1 9 0,-1 1-55 0,-3 1 27 16,0 2 23-16,-2 0-26 0,0 3 1 0,0-2 34 15,-2 3-34-15,-7 0-38 0,0 1-24 0,-3 0 0 16,-1 0 0-16,-4-1 0 15,3 0 0-15,-6-2 0 0,4 0 0 0,-5-4 0 16,0 0 0-16,3 0 0 0,-1-2 0 0,-2-4 0 16,2 1 0-16,2-2 0 0,1-1 0 0,4 2 0 15,-1-5 0-15,4 1 0 0,3 1 0 0,0-2 0 16,4 0 0-16,2 0 0 0,0 2 0 0,0-1 0 16,2 1 0-16,8 2 0 0,7 0 0 0,2 0 0 15,5-1 0-15,2 0 0 0,2-3 0 0,2 0 0 16,2 0 0-16,4 0 0 0,-2 0 0 15,2 0 0-15,-1 0 0 0,-1 0 0 16,-2-3 0-16,-6 1 0 0,6-1 0 0,-5 1 0 16,-4 0 0-16,-3 0 0 0,1 0 0 0,-9 0 0 15,2 0 0-15,-5 1 0 0,-2-1 0 0,-1 0 0 16,-4 1 0-16,0 1 0 0,0-3 0 0,-2 3 0 16,0-2 0-16,0-1 0 0,0-1-179 0,0-2-7 15,-6 1 79-15,0-4-670 16,-1 1 369-16</inkml:trace>
  <inkml:trace contextRef="#ctx0" brushRef="#br0" timeOffset="83210.58">13616 7964 2717 0,'-9'-7'0'0,"1"1"0"0,0 2 0 0,1-1 0 0,3-1 0 0,1 5 0 0,1-2 0 0,0 2 0 0,2-1 0 0,0 2 0 0,0 0 235 0,0 0-103 0,0 0-47 0,0 7 62 16,0 7-54-16,0 0-28 15,2 3 188-15,0 4-112 0,-2 1-78 0,1 5-63 0,1-3 0 0,-2 0 0 16,2-1 0-16,0 7 0 15,0-6 0-15,-1 4 0 0,1-1 0 0,0 1 0 16,2-3 0-16,0 5 0 0,-2-2 0 0,2-2 0 16,-2-1 0-16,1-3 0 0,1-1 0 0,-2 0 0 15,1-2 0-15,-1-3 0 0,2-1 0 0,-2-5 0 16,0 0 0-16,0-2 0 16,-2-4 0-16,2 0 0 0,-2 0 0 0,0-4 0 0,0 0 0 0,0 0 0 15,0 0 0-15,0 0 0 0,0 0 0 16,0 0 0-16,0 0 0 0,0 0 0 0,0 0 0 0,0 0 0 15,0 0 0-15,0 0 0 16,2 0 0-16,0 0-560 0,-1 0 24 0,3 0 249 16,3 0 124-16</inkml:trace>
  <inkml:trace contextRef="#ctx0" brushRef="#br0" timeOffset="89121.75">10092 10749 1758 0,'-1'0'0'0,"1"0"0"0,0 0 0 0,0 0 0 0,0 0 0 0,0-3 0 0,0-3 0 0,0-2 0 0,0 1 0 0,1 0 0 0,1-1 121 0,0-1 35 0,2 1-60 0,-2-2-29 0,-1 1 24 16,1 0-9-16,-2-2-44 0,0 0-1 0,0 1 50 16,0-1-25-16,0-1 10 0,-2-1-35 15,-3 2 70-15,-2-2-36 0,-2 2 1 16,2-1-34-16,-2 3 39 0,0-3-9 0,-1 3-31 15,0 2 71-15,-2 1-36 0,0 3 1 0,-1-1 28 16,0 3-36-16,-2 1 0 0,-2 0-28 0,-1 1-2 16,-2 10 2-16,3 4 10 0,-5 5-10 0,3 3-8 15,-2 5 8-15,1 0-23 0,1 5-14 0,1 5 0 16,2-5 0-16,4 0 0 0,1-1 0 16,6-1 0-16,3-7 0 0,2 7 0 15,0-6 0-15,0-4 0 0,2-1 0 16,5 1 0-16,5-4 0 0,-1 0 0 0,1-2 0 0,1-2 0 15,-1-1 0-15,2-4 0 0,1 1 0 0,-1-3 0 16,0 1 0-16,0-5 0 0,0-2 0 0,0 0 0 16,0 0 0-16,2 0 0 0,-3-6 0 0,1-6 0 15,0 0 0-15,1-6 0 0,-4 1 0 0,4-3 0 16,-5 1 0-16,2-2 0 0,-4 2 0 0,-1-2 0 16,2 4 0-16,-4-3 0 15,-1 6 0-15,-3-3 0 0,1 3 0 0,0 5 0 16,-2-1 0-16,0 3 0 0,0 1 0 0,0 3 0 15,0 1 0-15,0 0 0 0,0 2 0 0,0 0 0 16,0 0 0-16,0 0 0 0,0 6 0 0,0 8 0 16,0 2 0-16,0 1 0 0,0 1 0 0,0 0 0 15,0 2 0-15,4-1 0 0,4-1 0 0,-1-3 0 16,2 1 0-16,0-5 0 0,2 0 0 0,-1-1 0 16,-2-3 0-16,4 0 0 0,-1-3 0 0,-2 0 0 15,3-2 0-15,-2-2 0 0,1 0 0 16,1 0 0-16,1 0 0 0,-1-2 0 15,-1-6 0-15,0-1 0 0,1-4 0 0,-5-2 0 16,2 0 0-16,-4-2 0 0,4-4 0 0,-6 2 0 16,-1-3 0-16,0 0 0 0,-2 1 0 0,0-1 0 15,0-1 0-15,0 0 0 0,-7 1 0 0,-2 2 0 16,0 2 0-16,-2 3 0 0,-1 2 0 16,2 1 0-16,-1 5 0 0,-1 1 0 0,-1 3 0 15,1 0 0-15,1 2 0 0,0 1 0 16,-2 0 0-16,2 0 0 0,0 6 0 0,-3 1 0 15,3 5 0-15,-1 1 0 0,0 0 0 0,-1 1 0 16,3 2 0-16,2-3 0 0,1 2 0 0,4-4 0 16,3 4 0-16,0-2-149 0,0-2-225 0,0 1 169 15,3-3 83-15,8 1-624 0,5-2 359 0,-2-3 175 16,5-2 87-16,1 0-507 0</inkml:trace>
  <inkml:trace contextRef="#ctx0" brushRef="#br0" timeOffset="89511.32">10585 10643 2391 0,'3'-8'0'0,"3"2"0"16,-4-1 0-16,-1 1 0 0,-1 0 0 0,0 3 0 0,0-1 0 0,0 2 0 0,-5 0 0 0,-2 0 0 0,-2 2 597 0,-2 0-284 0,1 2-138 15,-2 9-69-15,-1 1 243 0,-1 3-349 0,1 2 0 16,3 2 0-16,-1-3 0 0,4 3 0 0,2-2 0 15,3 0 0-15,2-1 0 0,0 2 0 0,0-1 0 16,2 0 0-16,5-2 0 0,5 0 0 0,1-1 0 16,-1 3 0-16,2-3 0 0,1 1 0 0,0 0 0 15,0-1 0-15,0 0 0 0,-2 1 0 0,-1-2 0 16,-1 0 0-16,-2 4 0 0,-1-2 0 0,-4 0 0 16,-2 0 0-16,-1 0 0 0,-1-2 0 15,0 2 0-15,-7-1 0 0,-5-2 0 16,-2 2 0-16,-4-3 0 0,-1-2 0 0,1-1 0 15,-1 0 0-15,-1-3 0 0,-1-1 0 0,2 0 0 16,-1-3 0-16,0-1 0 0,3 0 0 0,-1 0 0 16,1 0 0-16,2 0 0 0,6 0 0 0,-1-1 0 15,4-2 0-15,3-4 0 0,3 1-240 0,0-5 57 16,2 0 59-16,10-3-365 0,6 0 217 0,6-4 121 16,1 2-733-16</inkml:trace>
  <inkml:trace contextRef="#ctx0" brushRef="#br0" timeOffset="90006.71">10875 10674 3263 0,'2'-6'0'0,"0"5"0"0,-2-3 0 0,0 2 0 0,0-1 0 0,0 2 0 0,0-1 0 0,0 1 0 0,0 1 0 0,2 0 0 0,1 0 183 15,4 0-73-15,-2 3 242 0,1 7-329 0,1 3-23 16,-2 3 0-16,0 1 0 0,1 4 0 0,-3 3 0 15,-1-1 0-15,0 7 0 0,-2-1 0 0,0-1 0 16,0 1 0-16,0 0 0 0,-2-5 0 0,-5 6 0 16,0-7 0-16,0-1 0 15,0-1 0-15,-1-3 0 0,3-6 0 0,-1-1 0 0,0-1 0 0,2-4 0 16,3-3 0-16,-1-1 0 0,2-2 0 0,-2 0 0 16,2 0 0-16,0 0 0 15,0 0 0-15,0-2 0 0,7-5 0 0,4-6 0 16,1 0 0-16,4-6 0 0,2 0 0 0,1 0 0 15,-1 0 0-15,5-3 0 0,-2-1 0 0,1 0 0 16,1-1 0-16,-1 1 0 0,1-1 0 0,-1 0 0 16,-1 0 0-16,0-3 0 0,-5 2 0 0,2-3 0 15,-6 2 0-15,-1-2 0 0,-1 0 0 0,-4-1 0 16,-3 0 0-16,-1 4 0 0,-2-7 0 0,0 4 0 16,0 3 0-16,-9 2 0 0,0 4 0 15,-3-2 0-15,-2 4 0 0,0 3 0 16,1 2 0-16,0 2 0 0,2 2 0 0,2 3 0 15,-2 1 0-15,4 0 0 0,2 1 0 0,1 3 0 16,2-2 0-16,0 2 0 0,2 0 0 0,0 0 0 16,0 0 0-16,0 0 0 0,0 0 0 0,0 0 0 15,0 8 0-15,4 1 0 0,2 0 0 16,1 1-264-16,3 1-247 0,1 2 228 0,0 0 128 16,2 1-804-16</inkml:trace>
  <inkml:trace contextRef="#ctx0" brushRef="#br0" timeOffset="90229.04">11490 10541 3931 0,'-4'0'0'0,"4"0"0"0,0 0 0 0,0 0 0 0,0 0 0 0,0 2 0 0,2-2 0 0,7 0 0 0,6 0 0 0,2 0 0 0,5 0 0 16,1 0 0-16,4 0 0 0,-1-2 0 0,-6 2 0 15,7-3 0-15,-5 3 0 0,1 0 0 0,-1 0 0 16,-3 0 0-16,-2 0 0 0,0 0 0 0,-4 0 0 16,-1 3 0-16,-3 0-450 0,0 3-91 0,-3 2 243 15,1 1 135-15</inkml:trace>
  <inkml:trace contextRef="#ctx0" brushRef="#br0" timeOffset="90420.61">11642 10817 3931 0,'-8'8'0'0,"7"1"0"0,-1-1 0 0,0-4 0 0,2-3 0 0,0 3 0 0,0-2 0 0,2-1 0 0,11 2 0 0,2 0 0 0,5-1 0 16,1-2 0-16,2 2 0 0,5-2 0 0,-2 0 0 0,0 0 0 16,0 0 0-16,1 0 0 0,-4 0 0 15,-1-2 0-15,0 0 0 16,1 0 0-16,-5 2-613 0,-2 0 9 0,-3 0 191 0</inkml:trace>
  <inkml:trace contextRef="#ctx0" brushRef="#br0" timeOffset="91116.21">12436 10729 2468 0,'-7'-3'0'0,"1"2"0"0,2-1 0 15,2 0 0-15,0 0 0 0,1 1 0 0,1-1 0 0,0-1 0 0,0 2 0 0,0-1 0 0,7-2 111 0,5 1 269 0,2-1-171 0,6 2-86 0,-2 1 133 0,4-2-100 16,5 1-64-16,-1 0 44 0,4 2-136 0,2 0 0 16,9 0 0-16,-5 0 0 0,11 0 0 15,0 0 0-15,6 0 0 0,1 0 0 0,10 0 0 16,-7 0 0-16,12 0 0 0,-4 0 0 0,5-2 0 16,0-4 0-16,-3 3 0 0,-8-2 0 0,3 0 0 15,-4 0 0-15,-6 0 0 0,-3 1 0 16,-4-1 0-16,-11 2 0 0,2-2-97 0,-8-1 31 15,-6 2-7-15,-1-2 13 0,-8 3 14 0,-1-3 0 16,-7 4 9-16,-1-2-9 0,-2 1 10 0,-2-1-1 16,0 0-162-16,-2 1 87 0,-7-1 37 0,1 2 0 15,-5 0-521-15,0 2 280 0,1 0 130 0,-1 8-571 16</inkml:trace>
  <inkml:trace contextRef="#ctx0" brushRef="#br0" timeOffset="91833.28">13017 9925 2195 0,'-17'-7'0'0,"4"1"0"0,1 2 0 0,-1-1 0 0,2 1 0 0,1-2 0 0,3 2 0 0,2 0 0 0,1 1 0 0,0 1 0 0,4 0 148 0,0 0-56 0,0 0 128 0,0 1-91 16,2 1-46-16,5 0-26 0,6 0-20 0,-1 0 0 15,3 0 0-15,0 0-36 0,1 0 35 16,2 0 11-16,-2 0-62 0,1 0 27 0,0 0-1 15,2 0 26-15,-4 0-68 0,2 0 43 0,0 0-14 16,-2 0 0-16,2 0-62 0,-2 0 40 0,-3 0 8 16,4 0-31-16,-2 0 27 0,0 0-12 0,-1 1 36 15,1-1-29-15,-5 2-5 0,2 0 23 0,-3 0 7 16,-1 0-6-16,-1-1 2 0,-1 1-5 0,-1 0 64 16,-2 1-28-16,0-3 0 15,0 3-26-15,0-1 116 0,-2 0-49 0,0 2-27 16,0 0 113-16,0-1-66 0,0 2-20 0,-2 3 1 15,-6 2 29-15,2 1-20 0,-1 2-11 0,0 2-58 16,-3 2 0-16,-1 4 28 0,-2 3-1 0,1 1-23 16,-2 0-5-16,-2 4-8 0,0-1 0 0,-3 2 0 15,0 0 0-15,-1-1 0 0,-5 0 0 0,0-3 0 16,2 1 0-16,0-5 0 0,-2-3 0 0,6-2 0 16,-6 1 0-16,9-4 0 15,-3-1 0-15,4-1 0 0,2-4 0 0,5-1 0 16,1-4 0-16,3 2 0 0,3-2 0 0,1-2 0 15,0 4 0-15,0-2 0 0,7 0 0 0,7 1 0 16,4-2 0-16,3 0 0 0,2 0 0 0,-2 0 0 16,8-2 0-16,-3 0 0 0,1 0 0 0,-3 0 0 15,0 0 0-15,-1 0 0 0,-1 0 0 0,3 0 0 16,-5 0 0-16,1 0 0 0,-2 0 0 16,-2 3 0-16,-2-3 0 0,-4 1 0 15,-2-1 0-15,-1 1 0 0,0-1 0 0,-5 0 0 16,-1 0 0-16,0 0 0 0,0 2 0 0,-2-2-112 15,0 0 30-15,0 0-490 0,0 0 272 0,0 0 131 16,-2 0 66-16,-2 0-600 0,-3 0 333 0,-1-2 157 16</inkml:trace>
  <inkml:trace contextRef="#ctx0" brushRef="#br0" timeOffset="92143.26">12987 10133 2836 0,'-17'0'0'0,"4"0"0"0,3 0 0 0,-1 0 0 0,4 0 0 0,3 0 0 0,0 0 0 0,1 0 0 16,3 0 0-16,0 4 0 0,7-1 389 0,7 3-181 0,7 0 286 0,2 0-490 0,3 3-4 0,2-2 0 16,4 3 0-16,2-2 0 0,-3 1 0 0,6 0 0 15,-1-1 0-15,-1-1 0 0,-1 1 0 0,-2 2 0 16,0-3 0-16,-6-2 0 0,-3 3 0 0,-3-3 0 15,-1 0 0-15,-5 0 0 0,-3-3 0 0,-2-1 0 16,-6 1 0-16,1-2 0 0,-2 2 0 16,-2-2 0-16,0 0 0 0,0 0 0 0,0 0 0 0,0 0 0 15,0 0 0-15,0-2 0 0,-4 0 0 16,2-1 0-16,0 0 0 0,-1 1 0 16,3-1-114-16,-2 1 42 0,0 2-1001 0,-1 0 518 15</inkml:trace>
  <inkml:trace contextRef="#ctx0" brushRef="#br0" timeOffset="92884.9">12861 10915 2346 0,'-8'0'0'0,"4"0"0"16,-1 0 0-16,1 0 0 0,1 0 0 0,-1 0 0 0,4 0 0 0,-2 0 0 0,0 0 0 0,2 0 0 0,0 0 156 0,0 0 98 0,0 2-109 0,0 5-53 0,0 2-18 15,0 2 151-15,2 1-93 0,0 1-47 0,-2 0 178 16,0 4-112-16,0 0-143 0,0 2-8 0,0 1 0 16,0 4 0-16,0 1 0 0,0 1 0 0,0 4 0 15,-2 1 0-15,0 3 0 16,-1-1 0-16,2 3 0 0,1 1 0 0,0 1 0 16,0-2 0-16,0-3 0 0,0 1 0 0,0-2 0 15,0-7 0-15,0 5 0 0,0-10 0 0,0 3 0 16,0-2 0-16,0-6 0 0,0 0 0 0,0-4 0 15,0 0 0-15,0-3 0 0,0 0 0 0,0-3 0 16,0-3 0-16,0 1 0 0,0-3 0 0,0 3 0 16,-2-3 0-16,0 0 0 0,-2 0 0 15,3 0 0-15,-1 0 0 0,0 0-418 0,2-3 58 0,0-6 161 16,0-4-614-16,0-4 392 16,0-5 192-16,2-1 96 0</inkml:trace>
  <inkml:trace contextRef="#ctx0" brushRef="#br0" timeOffset="93191.58">13030 11014 3399 0,'-8'0'0'15,"3"0"0"-15,1 0 0 0,0 0 0 0,2 0 0 0,2 0 0 0,-2 0 0 0,2 0 0 0,0 0 0 0,2 0 0 0,8 0 114 0,3 0 89 0,2 0-83 0,3 0-42 0,7 0-61 16,-4 0-17-16,7 0 0 0,0 0 0 16,0 0 0-16,0 0 0 0,2 0 0 0,0 0 0 0,0 0 0 15,-1 0 0-15,-1 0 0 16,0-2 0-16,-2 2 0 0,-6-2 0 0,3 0 0 16,0 1 0-16,-4-3 0 0,-1 0 0 0,-2 1 0 15,-3-3-114-15,-2 2-36 0,-3 0 19 0,-1 0-292 16,-1 2 193-16,-5 1 88 0,1-1 57 0,0 0-403 15,-2 0 226-15,0 0 113 0,0 2-480 0,-2-2 287 16</inkml:trace>
  <inkml:trace contextRef="#ctx0" brushRef="#br0" timeOffset="93432.73">13428 10834 2550 0,'-6'0'0'0,"3"0"0"0,3-3 0 0,-2 2 0 0,2-1 0 0,0 0 0 0,0 1 0 0,4-3 0 0,10 2 0 0,2 0 0 0,2 2 98 0,3 0 366 0,4 0-214 0,-4 6-97 16,6 2-63-16,-1 4 97 0,2-2-76 0,-1 1-83 16,-2 0-28-16,-4 0 0 0,-1 0 0 15,1 3 0-15,-7-2 0 0,0-4 0 16,-5 4 0-16,-4-5 0 0,-1 3 0 0,-2-3 0 16,-2 4 0-16,0-1 0 0,-4-1 0 0,-7 1 0 15,-1-1 0-15,-2 0-35 0,-3 3-38 0,-2-1-6 16,-4 2-442-16,5-1 233 0,-10 4 130 0,2 1-625 15,-6 6 374-15,-4 5 186 0</inkml:trace>
  <inkml:trace contextRef="#ctx0" brushRef="#br0" timeOffset="93807.62">13214 11342 2944 0,'-13'2'0'0,"3"1"0"0,-1 2 0 0,2-1 0 0,-3 2 0 0,1 1 0 0,2 3 0 0,1 1 0 0,1 4 0 0,1 0 0 0,1 3 128 0,-1 3 326 0,2 1-200 16,2 6-113-16,0-5-131 0,2-2-10 0,0 2 0 16,0-1 0-16,0 0 0 0,4-2 0 15,4-1 0-15,1-5 0 0,0-2 0 16,1-3 0-16,3 1 0 0,0-7 0 0,-2 1 0 16,4-4 0-16,1 0 0 0,-2 0 0 0,3-10 0 15,2-5 0-15,-2-3 0 0,0-3 0 0,-2 0 0 16,-2 0 0-16,0-6 0 0,-4 3-49 0,-1 4-11 15,-2-8-5-15,-4 8-41 0,0-2 26 0,-2-7 9 16,0 6 96-16,-4-2-30 0,-6 3-1 0,-1 4-30 16,0 0 241-16,-4 4-114 15,0 0-52-15,-2 5 79 0,0 2-118 0,0 3 0 0,0 2 0 16,2 2 0-16,-2 0 0 0,2 4 0 16,-2 7 0-16,2 4 0 0,2 0 0 0,4 2 0 15,-1-1 0-15,7 2 0 0,-1 0-24 0,4-3-14 16,0 3-732-16,0-3 371 0,2-3 182 0,7 2-502 15,2-3 342-15,3-2 170 0</inkml:trace>
  <inkml:trace contextRef="#ctx0" brushRef="#br0" timeOffset="94063.64">13545 11232 3588 0,'0'-2'0'0,"0"0"0"0,0 0 0 0,-2 1 0 0,-5 1 0 0,2 0 0 16,-1 0 0-16,3 0 0 0,-1 7 0 0,2 8 0 0,-1 4 219 0,-1 6-95 0,-1 1-124 0,2 1 0 0,-4 5 0 0,1 4 0 0,-3 0 0 15,-1-1 0-15,1 1 0 0,-2-1 0 0,-1 0 0 16,3-1 0-16,0-3 0 0,-1-2 0 16,3-7 0-16,1 1 0 0,2-3 0 0,1-4 0 15,1-7 0-15,2 0-182 0,-2-4-138 0,2 0 133 16,0-4 80-16,0 2-515 0,0-3 293 0,6 0 146 15,1-6 73-15,2-9-495 0,1-10 288 0</inkml:trace>
  <inkml:trace contextRef="#ctx0" brushRef="#br0" timeOffset="94291.19">13509 11292 2463 0,'6'-11'0'0,"-5"1"0"0,3 3 0 0,-2-1 0 0,0 5 0 0,-1 1 0 0,3 0 0 15,0 2 0-15,2 0 0 0,3 0 0 0,2 5 154 0,1 9 142 0,1 1-129 0,-1 3-56 0,4 7-42 0,-3 1 381 16,0 1-229-16,-2 1-221 0,3 0 0 0,-3 2 0 16,0-2 0-16,1-2 0 0,-1-1 0 0,-4-5 0 15,5 1 0-15,-5-1 0 16,2 0 0-16,1-1 0 0,-4-1 0 0,-1-9-454 16,1 3 100-16,-3-4 169 0,1 5 12 0,-2-8-171 15,0 1 153-15,0-5 78 0,-2 1 38 0,0 2-487 16,0-4 268-16,-4 0 129 0</inkml:trace>
  <inkml:trace contextRef="#ctx0" brushRef="#br0" timeOffset="94467.25">13525 11452 2754 0,'-9'0'0'0,"2"0"0"0,2 0 0 0,0 0 0 0,3 0 0 0,0 0 0 0,2 0 0 0,0 0 0 16,0 0 0-16,4 0 0 0,8 1 155 0,2 3-59 0,4-2 190 0,-2 3-124 0,3-4-63 15,2 1-23-15,-1-1-366 0,1-1 162 0,0 0 83 16,-3 0 40-16,2 0-348 0,-2 0 203 0,1 0 89 16,-2-1-880-16</inkml:trace>
  <inkml:trace contextRef="#ctx0" brushRef="#br0" timeOffset="95122.88">14014 10886 2838 0,'-2'-6'0'0,"2"1"0"0,-2-1 0 0,0 3 0 0,1-3 0 0,1 3 0 0,0-1 0 0,-2 0 0 0,2 1 0 0,0-1 0 0,0 2 271 0,0 0-109 0,0 0 164 0,0 0-146 16,0-1-71-16,0 3-64 0,0-1-45 0,0 1 0 16,0 0 0-16,0 0 0 0,0 0 0 0,0 0 0 15,0 0 0-15,0 0 0 0,0 0 0 0,0 0 0 16,2 0 0-16,-2 0 0 0,1 6 0 0,1 0 0 16,0-1 0-16,0 5 0 0,0-3 0 15,0 2 0-15,-1 3 0 0,-1-3 0 16,2 4 0-16,-2 0 0 0,2 0 0 0,-2 2 0 15,0 2 0-15,0 0 0 0,0 0 0 0,0 2 0 16,0 0 0-16,0 1 0 0,0 1 0 0,0 0 0 16,0-1 0-16,0 3 0 0,0 0 0 0,0 3 0 15,0-6 0-15,0 9 0 0,0-5 0 0,2 4 0 16,-2-2 0-16,0-5 0 0,0 4 0 0,0-3 0 16,0 0 0-16,0 1 0 0,0 3 0 0,0-7 0 15,0 2 0-15,0-3 0 0,0 1 0 0,0-2 0 16,0 0 0-16,0 0 0 15,0-3 0-15,0 2 0 0,0-1 0 0,0-1 0 16,0 2 0-16,0-1 0 0,0 1 0 0,0-2 0 16,0 1 0-16,0 0 0 0,0-2 0 0,0 3 0 15,0-4 0-15,0 4 0 0,0-3 0 0,0-2 0 16,0 2 0-16,0-1 0 0,0-1 0 0,0 1 0 16,0-2 0-16,0-1 0 0,0 2 0 0,0-1 0 15,0 0 0-15,0 2 0 16,0-2 0-16,0 0 0 0,0-3 0 0,0-1 0 15,0-1 0-15,0-1 0 0,0 0 0 0,0-2 0 16,0-2 0-16,0 0 0 0,0 0 0 0,0 0 0 0,0 0 0 16,0 0 0-16,0 0 0 0,0 0 0 15,0 0 0-15,0 0 0 0,0 0-234 0,0 0-176 16,0 0 187-16,0 0-877 0</inkml:trace>
  <inkml:trace contextRef="#ctx0" brushRef="#br0" timeOffset="103859.6">17630 10128 378 0,'0'0'0'0,"0"0"0"0,0-2 0 0,0 0 0 0,-1 1 646 0</inkml:trace>
  <inkml:trace contextRef="#ctx0" brushRef="#br0" timeOffset="104184.21">17621 10115 2252 0,'0'0'0'0,"0"0"0"0,0 0 0 0,0 0 0 0,0 0 0 0,0 0 0 0,0 0 0 0,0 0 0 0,0 0 0 0,0 0 0 15,0 0 69-15,0 0 9 0,0 0-40 0,0 0 0 0,-1 0 20 0,1 0-20 0,-2 0 10 0,-2 0-42 16,2 3 0-16,0 5 32 0,-1 1 0 16,1 2-28-16,-3 1 38 0,4 4-11 0,1 2 29 0,-2 0-34 15,2 5 4-15,0 2-9 0,0-2 50 16,0 8-47-16,0 0 4 0,0 4-3 16,0 0 18-16,0 9-10 0,2-9 6 0,-1 10 21 15,2-2 0-15,-1 1-28 0,0-3 0 0,0 2 43 16,-1-5-34-16,1 1-9 0,0 1 42 0,0-5-42 15,0 1 0-15,0-3-1 0,-1-2 51 0,1-1-80 16,0-2-8-16,0-2 0 0,0-2 0 0,-1-3 0 16,-1 2 0-16,3-3 0 0,-3-1 0 0,0 0 0 15,0-4 0-15,0 0 0 16,0-4 0-16,0 1 0 0,0-3 0 0,0-1 0 16,0-5 0-16,0 1 0 0,0-2 0 0,0-2 0 15,0 0 0-15,0 0 0 0,0 0-331 0,-3 0 105 16,2-2 69-16,1-11-249 0,0-2 185 0,0-6 91 15,0-3 47-15,1-4-621 0</inkml:trace>
  <inkml:trace contextRef="#ctx0" brushRef="#br0" timeOffset="104463.47">17775 10449 3024 0,'-7'0'0'0,"4"0"0"0,3 0 0 0,0 0 0 0,0 0 0 0,0 0 0 0,0 0 0 0,3 0 0 0,12 0 0 0,4 0 0 0,7-1 125 15,3-1 239-15,1-4-164 0,5-1-81 0,3 0-32 16,5 0-75-16,-2-1-12 0,4 1 0 0,-1 1 0 16,-3 1 0-16,-4 1 0 0,3 0 0 0,-2 0 0 15,-3 2 0-15,-5 1 0 0,-2-1 0 0,-3 0-217 16,-5-1 59-16,1 3 34 0,-5-1-184 0,-2-1 100 15,-5 0 86-15,1 0 33 0,-2-4-406 0,-3-1 229 16,-1-4 114-16,-3 0 58 0,1-5-402 0,-2-1 220 16,0-9 124-16</inkml:trace>
  <inkml:trace contextRef="#ctx0" brushRef="#br0" timeOffset="104710.1">18414 9990 2128 0,'-5'-3'0'0,"-1"1"0"0,5 2 0 0,-2 0 0 0,3 0 0 0,0 0 0 0,0 0 0 0,3 0 0 0,7 4 0 0,7 1 0 0,6 1 142 16,1 0 302-16,3-1-203 0,3 1-102 0,-6 0-42 16,8 1 178-16,-3 0-119 0,-4 3-59 0,1 0-30 15,1-1 11-15,-8 0-11 16,3 2-67-16,-5 1 0 0,-4 1 0 0,-1-1 0 16,-5 0 0-16,-5 3 0 0,0 0 0 0,-2 1 0 15,0-3-76-15,-8 3 16 0,-5 2 49 0,-2-2-14 16,0-2-362-16,-2 3 186 0,-4 1 57 0,7-5 58 15,-9 2-171-15,4-2 101 0,-3 2 64 0,1-2-435 16,-2 1 244-16,0 0 123 0,-4 1 62 0,1 1-435 16</inkml:trace>
  <inkml:trace contextRef="#ctx0" brushRef="#br0" timeOffset="105079.61">18110 10648 1982 0,'-9'6'0'0,"-1"-2"0"0,2 3 0 0,1-1 0 16,2 1 0-16,1 1 0 0,-1 3 0 0,4 0 0 0,-1 6 0 0,2 0 0 0,0 3 208 0,-2 1-85 0,2 6 208 0,0-7-138 0,0 10-82 16,0-4-38-16,0 0 98 15,0 1-67-15,0-1-33 0,0-3 16 0,0-1-9 16,4-1-41-16,6-3 0 0,1 0-38 0,1-7 0 16,2-2 47-16,3-2-9 0,2-4-99 0,0-3 50 15,-3 0 24-15,3 0-96 0,-2-10 60 0,0-3 23 16,2-7-23-16,-6 1-48 0,0-2 24 0,-1-1 25 15,-5 1-9-15,0-2 18 0,1-2 7 0,-4-1-1 16,-2 2 30-16,0 0 0 0,-2 1-30 0,0-3 7 16,0 2 60-16,-8 5-23 0,-2 0 1 15,-1 4-18-15,0 2 101 0,-2 4-46 0,-2 1-29 0,0 4 48 16,-2 4-34-16,2 0-6 16,-2 0-127-16,2 4 51 0,0 6 24 0,0 0 6 15,0 3-313-15,2 3 150 0,2-3 82 0,-1 2 25 16,4 0-202-16,5-2 91 0,3-4 66 0,0 3-398 15,0-3 217-15,2 1 124 0,7-6 57 0,8-3-415 16,8-1 235-16,-4 0 119 0</inkml:trace>
  <inkml:trace contextRef="#ctx0" brushRef="#br0" timeOffset="105337.43">18647 10544 2959 0,'8'-7'-1'0,"-3"1"-1"0,-3 3 2 16,0-1-1-16,-2 3 1 0,0-2 0 0,0 3 0 0,0 0 0 0,0 0 0 0,0 0 0 0,0 0 283 0,0 8-124 0,0 2 60 0,0 5-95 0,-4 5-44 16,-1 4 0-16,-1 3-49 0,-2 3-31 15,1 3 0-15,-2 1 0 0,2 2 0 0,-5 0 0 16,3 1 0-16,-3-1 0 0,3 2 0 16,-2-3 0-16,2-1 0 0,-2-2 0 0,4 0 0 15,0-5 0-15,0-2 0 0,2 0-145 0,0-3-52 16,1-3 59-16,2-4-143 0,-1-6 118 0,3-1 53 15,-2-2 40-15,2-5-322 0,0-1 178 0,0 0 88 16,0-1-298-16,0-14 185 16,0-8 105-16,0 0 49 0,3-5-380 0</inkml:trace>
  <inkml:trace contextRef="#ctx0" brushRef="#br0" timeOffset="105588.25">18707 10500 2743 0,'0'-6'0'0,"0"2"0"0,0 1 0 0,0 3 0 0,0 0 0 0,0 0 0 16,0 3 0-16,3 7 0 0,0 3 0 0,3 2 0 0,1 1 308 0,4 9-135 0,-1 2-69 15,-1 5 248-15,0 3-148 0,3 6-157 0,-1-2-47 16,-4 3 0-16,3-2 0 0,-1 3 0 0,-1-10 0 16,-1 5 0-16,-1-4 0 0,0-2 0 0,-1 4 0 15,-1-6 0-15,0-7 0 0,-1 4 0 0,-1-4 0 16,0 0 0-16,-2-5 0 0,0-3-266 0,0-5 29 15,0-1 108-15,0-5 12 0,0-2-423 0,-6-2 251 16,-1 0 126-16,0-2-463 0,-3-7 299 0,-1-5 146 16</inkml:trace>
  <inkml:trace contextRef="#ctx0" brushRef="#br0" timeOffset="105779.74">18561 10864 2982 0,'-12'2'0'0,"7"0"0"16,-1-1 0-16,3 1 0 0,1 0 0 0,2-2 0 0,0 0 0 0,0 0 0 0,7 0 0 0,9 0 0 0,-2 0 119 0,5 0 226 0,-1 0-154 15,3 0-68-15,0-2-49 0,-1 0 9 0,0-1-69 0,-2-1-14 16,-1 2-199-16,-2 0 74 0,0 1 77 16,0-2-580-16,-2 2 332 0,-2-1 128 0,1 0 95 15,-1 0-749-15,0 1 397 0</inkml:trace>
  <inkml:trace contextRef="#ctx0" brushRef="#br0" timeOffset="106004.93">19111 10575 3249 0,'-4'-2'0'0,"2"2"0"0,0-2 0 0,2 2 0 0,0 0 0 0,0-2 0 0,2 2 0 0,10-2 0 0,1 0 0 0,4 2 0 0,1-2 157 0,3 1-61 0,2-1 98 0,3 0-80 16,-6 0-30-16,9-2-47 0,-10 2-40 0,4 1 0 16,-3-2 0-16,1 1-296 0,-5 1 176 0,0 1 75 15,-4 0 41-15,-2 0-242 16,-1 0 92-16,-1 0 88 0,-5 0-738 0,1 0 391 16,-2 0 190-16</inkml:trace>
  <inkml:trace contextRef="#ctx0" brushRef="#br0" timeOffset="106488.58">19094 10002 1926 0,'-9'-6'0'0,"4"4"0"0,0 0 0 0,1 0 0 0,1 2 0 0,1 0 0 0,0 0 0 0,0 6 0 0,2 9 0 0,0 4 0 0,0 6 114 0,0 2-38 0,0 6 95 16,0 8-67-16,0 0-34 0,0-1 180 0,0 13-112 15,0-3-51-15,0 6 130 0,2 0-90 16,0 3-46-16,0-1-14 0,0 1 76 0,-1-1-54 16,-1-2-26-16,0 0 0 0,0-5 47 0,0-9-75 15,0 6-35-15,0-3 0 0,0-9 0 0,0-1 0 16,0-7 0-16,0 4 0 0,0-1 0 0,0-9 0 15,0-1 0-15,0-5 0 0,0-4 0 0,0-3 0 16,2-3-391-16,-2-2 182 0,0-2 70 0,0-2 60 16,0 0-504-16,2 0 278 15,0 0 134-15,1-6-426 0,0-5 281 0,3-5 140 16,1-2 61-16</inkml:trace>
  <inkml:trace contextRef="#ctx0" brushRef="#br0" timeOffset="106697.4">19190 10846 2599 0,'-2'0'0'0,"0"0"0"0,0 0 0 0,2 0 0 0,0-3 0 0,0 2 0 0,2-1 0 0,4 0 0 0,7 0 0 0,2 0 0 0,-1-1 447 0,2 2-210 0,1-1-101 0,0 2 39 16,2-2-69-16,-3 2-36 0,2 0 10 0,-2 0-263 15,-1 0 109-15,-2 0 55 0,1 0-456 0,-5 0 256 16,0 0 136-16,1 0 55 0,-3 2-310 0,-1 0 71 15,1-2 121-15,1 0 18 0,0 0-375 0,3 0 239 16,0-4 113-16</inkml:trace>
  <inkml:trace contextRef="#ctx0" brushRef="#br0" timeOffset="107263.95">20411 10026 2565 0,'0'-13'0'0,"0"4"0"0,0 1 0 0,0 1 0 0,0 1 0 0,0 1 0 15,0 1 0-15,0 2 0 0,-4 0 0 0,3 0 0 0,-6 2 180 0,2 0-72 0,-6 4 214 0,-1 9-143 0,-4 6-72 0,-4 3-26 16,-1 5 194-16,-4 8-161 15,-2 0-114-15,3 0 0 0,-3 6 0 0,7-5 0 0,-6 10 0 0,3-2 0 16,2-1 0-16,5 2 0 0,-2 0 0 0,8-4 0 16,-4 10 0-16,5-5 0 15,1-1 0-15,3-3 0 0,1 1 0 0,3-7 0 16,1 2 0-16,0-2 0 0,0-4 0 0,0-4 0 16,0 0 0-16,3-8 0 0,6 1 0 0,-1-4 0 15,-1-2 0-15,5-2 0 0,-3-1 0 0,0-5 0 16,-1-1 0-16,1-4 0 0,-1-2 0 0,3 0 0 15,-1 0 0-15,-1-4 0 0,1-7 0 0,-1-4 0 16,0 0 0-16,0-2 0 0,-1-2 0 0,-1 0 0 16,-1 0 0-16,-1-2 0 0,-1 3 0 0,-2-1 0 15,1 1 0-15,-2 1 0 16,-1-1 0-16,0 4 0 0,0 0 0 0,-6 3 0 16,-1 0 0-16,-2 3 0 0,-2 1 0 0,-1-1 0 15,-1 4 0-15,-2 0 0 0,0 3 0 0,-2-1 0 16,0 2 0-16,0 0 0 0,1 0 0 0,-2 0 0 15,3 7 0-15,4-3 0 0,-2 4 0 16,5-3 0-16,-1 1 0 0,3-2 0 0,1 1 0 0,1 0 0 16,2-2 0-16,1 1 0 0,-2 0 0 15,3-3 0-15,0 3-151 0,0-2 12 16,0 2 58-16,0 0-533 0,0-3 289 0,3 5 145 16,2-2-591-16,4 2 372 0,-2-2 182 0</inkml:trace>
  <inkml:trace contextRef="#ctx0" brushRef="#br0" timeOffset="107440.6">20567 10879 3931 0,'0'1'0'0,"0"-1"0"0,0 2 0 0,0 1 0 0,0-3 0 0,0 0 0 0,0 0 0 0,0 0 0 0,2 0 0 0,0 0 0 0,1 0 0 0,-1 0 0 0,2 0 0 16,1 0 0-16,0 0 0 0,-4 0 0 0,3-3 0 15,0 1 0-15,-2-2 0 0,-1 1-714 0</inkml:trace>
  <inkml:trace contextRef="#ctx0" brushRef="#br0" timeOffset="124469.93">11099 12659 2491 0,'-8'-5'-1'0,"3"1"-2"0,1 2 0 15,1 0 1-15,-3 0 1 0,3 0 0 0,1 0 0 0,2 1-2 0,-1 1 1 0,1 0 1 0,0 0 265 0,0-3-113 0,0 3-56 0,6-1 83 0,5-1-70 16,4 1-25-16,2-3 122 0,2 0-84 0,1 0-41 15,6 0 1-15,-1-1 11 0,-2 0-92 16,5 2 0-16,-2 1 0 0,4-2 0 0,0 0 0 16,2 2 0-16,1-1 0 0,9-3 0 0,-8 3 0 15,5-1 0-15,-1 0 0 0,0 0 0 16,-1 1 0-16,-1-1 0 0,-4 3 0 16,-2-3 0-16,-2 3 0 0,-5 1 0 0,-3 0 0 15,-1 0 0-15,-3 0 0 0,-2 0 0 0,-5 0 0 16,-2 0 0-16,0 0 0 0,-3 0 0 0,-3 0 0 15,1 0 0-15,-2 0-121 0,0 0-53 0,0 0 57 16,0 0-98-16,0 0-94 0,-3-1 134 0,-3-5 68 16,0-4-649-16,2-2 349 0,-1-1 189 0</inkml:trace>
  <inkml:trace contextRef="#ctx0" brushRef="#br0" timeOffset="124709.58">11693 12351 2991 0,'-7'-1'0'0,"4"1"0"0,1 0 0 0,2 0 0 0,-2 0 0 0,2 0 0 0,0 0 0 0,2 0 0 0,8 3 0 0,3 3 0 0,2 0 147 0,2 1-45 0,2-1 53 0,-3 3-59 15,3-2-29-15,-2 1 0 0,-2 1 18 0,-2 1-14 16,1 1-9-16,-5-2-25 16,-2 3-105-16,-2-3 52 0,-2 2 37 0,-1 3-122 15,0-3 70-15,-2 1 34 0,0 2 1 16,0-1-259-16,-8 0 140 0,-1 1 10 0,-1-1-159 0,-1 0 83 15,-2-2 76-15,0 0 9 0,-2 3-454 0,-2-5 261 16,-2 2 125-16,-4 2-411 0,0-1 269 0,-4-3 134 16</inkml:trace>
  <inkml:trace contextRef="#ctx0" brushRef="#br0" timeOffset="125100.69">11452 12808 1695 0,'-17'10'0'0,"0"4"0"0,2-5 0 0,4 1 0 0,2-3 0 0,2-1 0 0,4-1 0 0,1-1 0 0,2 5 0 0,0-4 0 0,0 4 478 0,2 0-220 0,3 4-111 15,4 1 275-15,-2 2-192 0,2 3-86 0,1 5-59 16,-3 1 146-16,-1-1-92 0,-1 5-50 0,1-1-76 16,-5-4-13-16,4 6 0 15,-3-2 0-15,-2-1 0 0,0-1 0 0,0-5 0 0,0 4 0 0,0-5 0 16,-2-2 0-16,-3-2 0 16,2-5 0-16,-1-3 0 0,2-1 0 0,1-3 0 15,-1-4 0-15,-2 0 0 0,2 0 0 0,0-3 0 16,2-5 0-16,0-10 0 0,0-4 0 15,0-2 0-15,4-1 0 0,5-2 0 0,0 4 0 0,7-6 0 16,-2 3 0-16,2-1 0 0,0 3 0 0,2 2 0 16,-1 3 0-16,3-1 0 0,-3 4 0 0,-2 3 0 15,2 6 0-15,-2-2 0 0,-3 6 0 0,0 2 0 16,-1-2 0-16,-1 3 0 16,1 0 0-16,-3 0 0 0,2 0 0 0,-5 0 0 15,2 0 0-15,-1 3 0 0,-3-2 0 0,0 2 0 16,-1-3 0-16,0 0 0 0,0 0 0 0,-2 0 0 15,0 0 0-15,0 0 0 0,0 0 0 0,0 0 0 16,0 0 0-16,0 0-598 0,0 0 214 0,2 0 164 16,1 0 95-16,6 0-693 0,3 0 390 0,3-4 195 15</inkml:trace>
  <inkml:trace contextRef="#ctx0" brushRef="#br0" timeOffset="125280.97">11983 12862 2894 0,'0'-3'0'0,"0"3"0"0,0 0 0 0,0 0 0 0,0 0 0 0,0 0 0 0,0 0 0 0,2 0 0 0,10 0 0 0,1 0 0 0,1 0 513 0,4 0-238 0,1 0-118 0,1-1-65 15,3 1-92-15,-2 0 0 0,1 0 0 0,0 0 0 16,-1 0 0-16,-1 0 0 16,-2 0-456-16,1 0 190 0,-6 0 147 0,-2 0 78 15,0 4-890-15,-3 1 440 0,-1 1 226 0</inkml:trace>
  <inkml:trace contextRef="#ctx0" brushRef="#br0" timeOffset="125459.32">12109 13040 3289 0,'-12'10'0'0,"0"-1"0"0,3 1 0 0,1-4 0 0,3-1 0 0,3-1 0 0,2 2 0 0,0-3 0 0,5-1 0 0,12 0 0 0,2-2 364 0,4 0-163 0,-3 0-124 0,4 0-77 16,-1 0 0-16,0 0 0 0,-1 0 0 0,-1 0 0 15,0 0 0-15,-3 0 0 0,1-2-265 0,0 2-69 16,-2 0 184-16,0 0 94 0,-1 0-460 16</inkml:trace>
  <inkml:trace contextRef="#ctx0" brushRef="#br0" timeOffset="126025.78">12932 12685 2297 0,'-15'-5'0'0,"4"-1"0"0,-2 3 0 0,3-3 0 0,3 2 0 0,1 0 0 0,4 2 0 0,1-2 0 0,1 3 0 0,0-1 0 0,1 0 270 0,14-2-108 15,4 2 259-15,8 2-193 0,-1 0-96 0,6 0-48 16,2 0 253-16,3 0-337 0,6 0 0 0,-1 0 0 16,1 0 0-16,2 0 0 0,0-1 0 15,-8 1 0-15,11 0 0 0,-7-3 0 0,-6 3 0 16,1-1 0-16,-2-1 0 0,-8 1 0 16,6-2 0-16,-13 2-134 0,4-1 54 0,-9 0-24 15,2-1-483-15,-7 2 267 0</inkml:trace>
  <inkml:trace contextRef="#ctx0" brushRef="#br0" timeOffset="126047.83">13667 12601 357 0,'0'-10'0'0</inkml:trace>
  <inkml:trace contextRef="#ctx0" brushRef="#br0" timeOffset="126294.84">13548 12368 2895 0,'0'0'0'0,"0"0"0"0,0 0 0 0,0 0 0 0,0 0 0 0,9 0 0 0,7 0 0 0,4 2 0 0,3 4 0 0,5 1 0 0,0 3 292 15,2-1-133-15,4 0-62 0,2 1 139 0,4-1-101 16,-5 0-49-16,1 2-63 0,-1-2-15 0,-5-1-8 16,-1 2 0-16,-8 0 0 0,-3 1 0 0,-3 0 0 15,-7 0 0-15,-5 1 0 0,-3 3 0 16,0 0 0-16,-11 3 0 0,-8 2 0 16,-7-2 0-16,-1-1 0 0,-5 3-206 0,0-3 97 15,1 2 31-15,-5-2-590 0,2 0 320 0,1 0 156 16,-1-2 79-16,-6 4-605 0,6-4 333 0</inkml:trace>
  <inkml:trace contextRef="#ctx0" brushRef="#br0" timeOffset="126637.28">13131 13018 2844 0,'-22'3'0'0,"3"5"0"0,1-2 0 0,4-1 0 0,1 1 0 0,5-1 0 0,2 1 0 0,3 2 0 0,1 4 0 0,2 2 0 0,0 3 276 0,0 2-121 0,4 4-59 16,5 1 112-16,3 0-86 0,-3-1-34 0,6 3 49 15,0-4-132-15,0-1-5 0,2-2 0 0,-2-4 0 16,3-2 0-16,2-2 0 0,-4-3 0 0,3-2-20 16,-3-4-23-16,2-2 39 0,-1 0-78 0,-4-2 29 15,1-8 38-15,-2-5-44 0,-3-4 45 16,1-3-22-16,-4 1 21 0,1-7-36 16,-5 0 71-16,0 0-5 0,-2-2-32 0,0 1 76 15,0 5-35-15,-2-6-1 0,-7 11 0 0,-3-1 77 16,-1 5-47-16,-4 2-10 0,1 2 6 0,-4 7-49 15,-1 1 0-15,0 3 0 0,0 0 0 0,0 4 0 16,3 10 0-16,-2-1 0 0,2-1 0 0,3 3 0 16,0 3 0-16,3-3 0 0,3 2 0 0,2-3 0 15,3 0 0-15,4-1-360 16,0-1 43-16,0-1 142 0,0 0-467 0,11-2 308 16,5-6 149-16,7 2 75 0,6-5-546 0</inkml:trace>
  <inkml:trace contextRef="#ctx0" brushRef="#br0" timeOffset="126851.28">13616 12910 3317 0,'1'-3'0'0,"1"1"0"0,-2 1 0 0,0-2 0 0,0 3 0 0,0 0 0 0,-2 0 0 0,-3 0 0 0,1 8 0 0,1 8 0 0,-3 6 108 0,2 0-27 15,-4 9 262-15,3 4-261 0,-4 7-82 0,1-4 0 16,-3 4 0-16,3-8 0 0,-5 13 0 15,4-7 0-15,0-7 0 0,-2 4 0 0,2-3 0 0,0 0 0 16,4-4 0-16,1-1 0 0,0-8 0 0,2 2 0 16,0-4 0-16,0-6 0 0,2-1-304 15,0-7 57-15</inkml:trace>
  <inkml:trace contextRef="#ctx0" brushRef="#br0" timeOffset="126894.39">13463 13544 357 0,'8'-29'0'0,"0"-2"0"0,1-14 0 15,-2-1 0-15</inkml:trace>
  <inkml:trace contextRef="#ctx0" brushRef="#br0" timeOffset="126961.57">13586 12965 357 0,'3'-22'0'0,"3"-2"0"0,0 9 0 0,-4 0 0 0,2 3 0 0,-3 2 487 0</inkml:trace>
  <inkml:trace contextRef="#ctx0" brushRef="#br0" timeOffset="127136.04">13617 12854 3931 0,'2'0'0'0,"2"0"0"0,4 0 0 0,1 4 0 0,0 7 0 0,0 7 0 0,3 4 0 0,-1 2 0 0,-1 7 0 0,1 2 0 0,0 9 0 0,-1-9 0 15,3 10 0-15,-2-3 0 0,3 0 0 0,0-2 0 16,0-5 0-16,0 2 0 0,4-2 0 0,-2 1 0 15,1-5 0-15,0-1 0 0,-2 0 0 0,-4-5 0 16,3 1 0-16,-3-5 0 0,-4 0 0 16,1-6 0-16,-4-1-10 0,-2-3-262 0,0-4 124 0,-2 1-177 15,0-2 145-15,0-2 72 16,-4-2 36-16,-6 0-415 0,-3 0 231 0,1-2 110 16,-4-8 55-16,-1-4-492 0</inkml:trace>
  <inkml:trace contextRef="#ctx0" brushRef="#br0" timeOffset="127313.04">13565 13278 2851 0,'-13'0'0'0,"4"0"0"0,2 0 0 0,0 0 0 0,3 0 0 0,3 0 0 0,1 0 0 16,0-3 0-16,1 0 0 0,13-1 0 0,3 0 189 0,2 0 246 0,5-3-200 0,-4 5-99 0,3-4-51 0,2 2-85 15,-2 3 0-15,-3-1 0 0,1-1 0 0,-3 3-68 16,-1 0-85-16,0 0 89 0,-2 0-720 0,-1 6 409 15,0 1 146-15,-1 3 121 0</inkml:trace>
  <inkml:trace contextRef="#ctx0" brushRef="#br0" timeOffset="127527.27">14251 13410 3931 0,'0'0'0'16,"0"0"0"-16,0 0 0 0,0 0 0 0,0 0 0 0,0 0 0 0,0 0 0 0,0 0 0 0,2 0 0 0,3 0 0 0,1 0 0 0,1 0 0 0,1-1 0 15,-1-3 0-15,1-1 0 0,-1-2 0 0,1 2 0 16,-2-1 0-16,-3 1 0 0,1-1 0 0,-2 0 0 16,0 3 0-16,-2-1 0 0,0 2 0 0,0-2 0 15,0 3-996-15,-6 1 293 0</inkml:trace>
  <inkml:trace contextRef="#ctx0" brushRef="#br0" timeOffset="133196.94">16668 12447 1871 0,'-8'0'0'0,"1"0"0"0,2 0 0 0,-2-3 0 0,4 3 0 0,-1-1 0 0,2 1 0 0,0-2 0 0,2 2 0 0,0 0 0 0,0-2 404 0,0 1-183 0,0-1-91 15,2-2 190-15,5-1-140 0,4 1-62 0,1-2-45 16,1-2 253-16,1 3-143 0,2 1-78 0,1-2-105 15,3 3 0-15,-2 1 0 0,6-2 0 16,1 2 0-16,1 1 0 0,6-2 0 16,2 3 0-16,3 0 0 0,6-1 0 0,2-1 0 15,0 2 0-15,4-3 0 0,-1 0 0 0,2 1 0 16,-3-1 0-16,-2 0 0 0,-10 3 0 0,4-1 0 16,-10 1 0-16,3 0 0 0,-10 0 0 0,-2 0 0 15,-8 0 0-15,-2 0-142 0,-2 1 0 0,-7-1-153 16,1 3 128-16,0-3 65 0,-2 0 32 0,0 0-477 15,-2 0 245-15,-5-8 137 0,1-7-502 0,2-4 315 16</inkml:trace>
  <inkml:trace contextRef="#ctx0" brushRef="#br0" timeOffset="133420.16">17391 12075 2386 0,'-10'0'0'0,"1"0"0"0,3 0 0 0,3 0 0 0,1 2 0 15,2 0 0-15,0 2 0 0,3 0 0 0,14-1 0 0,6 3 0 0,3-1 430 0,2 3-196 0,2-2-88 0,4 1 132 16,-2 0-120-16,-2 3-60 0,-2-1-30 0,-3 3 65 0,-7-1-133 0,1 4 0 16,-4-2 0-16,-5 0 0 15,-3 4 0-15,-5 1 0 0,-2 0 0 0,0 1 0 16,-9 3 0-16,-8 0 0 0,-2 0 0 0,-2-2 0 16,-1 1 0-16,-1-1 0 0,1-1 0 0,-1 1 0 15,0-3-828-15,5 1 315 0,-5 2 243 0,2 0 116 16,-1 3-318-16,0 2 217 0</inkml:trace>
  <inkml:trace contextRef="#ctx0" brushRef="#br0" timeOffset="133807.26">16917 12955 2861 0,'-14'12'0'0,"2"-4"0"0,5-4 0 0,3-3 0 0,0 1 0 0,4-2 0 0,0 0 0 0,2 0 0 0,16 0 0 0,5 0 0 0,-2 0 167 0,9 0-70 0,0 0 341 16,2 0-201-16,1 0-106 0,1-2-131 0,0-1 0 15,1-1 0-15,0 0 0 16,-3-1 0-16,0-1 0 0,-2 1 0 0,-6-3 0 16,2 0 0-16,-5 1 0 0,-2-5 0 0,-4 3 0 15,-4 0 0-15,-1-2 0 0,-7-3 0 0,1 1 0 16,-4-4-21-16,0 2-103 0,0-1 4 0,-2-4 13 16,-7 2 38-16,-3-1 1 0,-2-4 93 0,0 8-31 15,-2 0-1-15,-4 4-41 0,-1 2 215 16,-4 5-92-16,-1 4-53 0,-5 0 175 0,-4 10-113 0,1 10-84 15,-8 10 0-15,5 0 0 0,3 6 0 16,6 1 0-16,5 2 0 0,9-5 0 16,2 5 0-16,8-1 0 0,4 2 0 0,0-2 0 15,4-3 0-15,9-1 0 0,4-2 0 0,2-4 0 16,0-1 0-16,3-6 0 0,1-1 0 0,-2-5 0 16,5 0 0-16,-2-4 0 0,0-4 0 0,1-1 0 15,-4-4 0-15,7 0 0 0,-8-2 0 0,7 0 0 16,-4-2 0-16,-1-6 0 0,-2-1-32 15,1-2-54-15,2-2-838 0</inkml:trace>
  <inkml:trace contextRef="#ctx0" brushRef="#br0" timeOffset="133830.31">17479 13233 382 0</inkml:trace>
  <inkml:trace contextRef="#ctx0" brushRef="#br0" timeOffset="134593.97">17462 13039 3344 0,'-16'0'0'0,"7"0"0"0,0 0 0 0,2 0 0 0,3 0 0 0,4 0 0 0,0 0 0 0,6 0 0 0,14 0 0 0,1 0 0 0,9-3 311 15,-2 0-137-15,4 0-72 16,0 2-102-16,2 0 0 0,-8 1 0 0,8 0 0 16,-6 0 0-16,-2 0 0 0,1 0 0 0,-7 2 0 15,1 4 0-15,-4 1 0 0,0-4 0 0,-4 1-546 16,-2-3 176-16,-2 2 98 0,-1-2 113 0,-2-1-538 16,-1 0 330-16,-3-1 164 0,0-13-132 0,0 0 149 15,-2-6 64-15,0-1 46 0,-2 1-242 16,-7 0 159-16,-1-1 79 0,-1 4 39 0,0 5 41 15,1-1 0-15,-1 0 0 0,6 8 471 0,-1-1-273 16,0 1-119-16,4 3-68 0,2-1 755 16,0 2-376-16,0 1-121 0,6 0 99 0,7 0-165 15,2 0-72-15,2 4-52 0,0 3 64 0,2 2-53 16,-2 3-26-16,-3 1 1 0,2 0 154 0,-5 1-95 16,-2 1-43-16,-3 4 99 0,-2-3-180 0,-4 3 0 15,0 2 0-15,0-2 0 0,-8 1 0 0,-3-2 0 16,-2 0 0-16,-2-2-158 0,2-6 105 0,-4 1 41 15,0-2-782-15,0-3 352 16,-1 0 206-16,-2-2 66 0,-1 0-220 0,0-3 176 16,0 3 88-16,-2 0-428 0,2 2 258 0,1-1 119 15,1-1 75-15,2 0-21 0,0 1 39 0,4-1 84 16,0 0 215-16,3 0-154 0,3-1-46 0,-1 1-26 16,4 0 633-16,3-1-330 0,-1 3-165 0,2 0-63 15,0 3 448-15,0 2-237 0,5 1-119 0,5 3 391 16,-1 4-255-16,2 1-117 15,1 6-74-15,-5-1 387 0,1 3-488 0,-1 0 0 16,-3 3 0-16,-2-7 0 0,0 8 0 0,0-3 0 16,-2-2 0-16,0-7 0 0,0 3 0 0,0-4 0 15,-4-4 0-15,0-6 0 0,0 0 0 0,0-4 0 16,1-2 0-16,-1-3 0 0,-1 0 0 0,1 0 0 16,2-2 0-16,-1-9 0 0,2-2 0 0,1 0 0 15,0-2 0-15,0-2 0 0,1-2 0 0,6 2 0 16,4-2 0-16,0 3 0 0,2-1 0 15,2 0 0-15,1 4 0 0,0-1 0 0,3 5 0 0,-3 1 0 16,2 7 0-16,1-1 0 16,-3 2 0-16,2 0 0 0,-4 0 0 0,4 6 0 15,-6 3 0-15,0 1 0 0,-1 3 0 0,-2-3 0 16,-2 1 0-16,0-3 0 0,-2 3 0 0,1-3 0 16,-4-2 0-16,-1-1 0 0,1-3 0 0,-2 0 0 15,0-2 0-15,0 0 0 16,0 0 0-16,0 0 0 0,0 0 0 0,-3 0 0 0,-1-2 0 15,0-4 0-15,3 2 0 0,-1 1 0 16,0-1 0-16,0 0 0 0,2 0 0 0,0 3 0 16,0-3 0-16,0 2-739 0,9 0 9 0</inkml:trace>
  <inkml:trace contextRef="#ctx0" brushRef="#br0" timeOffset="135164.13">18418 12609 3090 0,'-4'-4'0'0,"1"2"0"0,-1-1 0 0,2-1 0 0,0 1 0 0,2 1 0 0,0 1 0 0,0-1 0 0,6-1 0 0,10 2 0 0,7-1 171 0,2-1-66 16,3-1 338-16,2 0-321 0,4 2-122 0,-1-2 0 15,1 3 0-15,0-3 0 0,0 3 0 0,-1-4 0 16,-1 4 0-16,-4-2 0 0,-1 1 0 0,-6 1 0 16,-1-2 0-16,-6 3 0 0,-4 0-68 0,1 0-330 15,-6 0 201-15,-3 3-27 0,0 5-671 0,-2 6 420 16</inkml:trace>
  <inkml:trace contextRef="#ctx0" brushRef="#br0" timeOffset="135382.29">18619 12854 3931 0,'-15'4'0'0,"4"2"0"0,1-1 0 0,3-2 0 0,5-2 0 0,0-1 0 0,2 0 0 0,0 0 0 0,4 0 0 0,17 0 0 0,1-1 0 0,4-5 0 0,2-2 0 15,0 1 0-15,-1 1 0 16,5 0 0-16,-10 2 0 0,3 2 0 0,-3 1 0 16,-1-1 0-16,-2 2 0 0,-4 0 0 0,-2 0 0 15,0 2-731-15,-4 1 286 0,-1 3 167 0,0 0 110 16,-1 1-464-16,-2-2 296 0,1 2 150 0,0-4 74 16</inkml:trace>
  <inkml:trace contextRef="#ctx0" brushRef="#br0" timeOffset="135830.51">19539 12244 2667 0,'-4'-7'0'0,"1"2"0"0,-3-3 0 0,1-2 0 0,-1 5 0 16,0-2 0-16,-2 2 0 0,1 1 0 0,-2-1 0 0,-1 3 0 0,-3 0 98 0,1 2 130 0,-4 0-95 0,2 4-48 15,-4 7 1-15,1 4 248 0,-3 8-152 16,1 1-73-16,2 5-100 0,-4 8-9 0,4 2 0 16,2 9 0-16,2 0 0 0,2 2 0 0,4 2 0 15,1 0 0-15,6-3 0 0,0-6 0 0,0 10 0 16,4-11 0-16,10 2 0 0,5-7 0 0,2 1 0 16,-1-7 0-16,10 4 0 0,-3-9 0 0,1 0 0 15,2-5 0-15,-2-2 0 0,-5-4 0 16,6-2 0-16,-9-6 0 0,-1 0 0 0,-3 0 0 15,-2-4 0-15,-5-1 0 0,-2 0-34 0,0-1-922 0,-4 2 459 16,-1-3 230-16,-2 2 114 16</inkml:trace>
  <inkml:trace contextRef="#ctx0" brushRef="#br0" timeOffset="136679.88">20025 12636 1297 0,'-1'-7'0'0,"-3"-1"0"0,0-1 0 0,3-2 0 0,-1 0 0 0,2 0 0 0,-2-3 0 0,2-1 0 0,-2 2 0 0,2 0 0 15,0-1 154-15,-2 5-48 0,1-3-38 0,-1 0 241 0,-5 1-136 16,4 4-66-16,-3-2 260 0,-3 0-169 16,-1 6-80-16,-1 1-39 0,-2 2 110 0,-2 0-76 15,-2 3-27-15,-4 17-10 16,2 4 122-16,3 2-80 0,0 2-39 0,4 4-1 15,3 2-60-15,0-1-18 0,8 0 0 0,1-2 0 0,0-6 0 16,1 1 0-16,11-7 0 0,1-1 0 16,2 0 0-16,2-6 0 0,2 0 0 0,-1-4 0 15,1-5 0-15,-1-3 0 0,0 0 0 0,-3 0 0 16,0-2 0-16,1-8 0 0,-4-8 0 0,1-2 0 16,-1-1 0-16,-3-3 0 0,-2 5 0 0,0-2 0 15,-2 0 0-15,-1 5 0 0,-2 4 0 0,-1 1 0 16,1 1 0-16,-2 6 0 0,0 0 0 0,0 2 0 15,0 0 0-15,0 2 0 0,0 0 0 16,0 2 0-16,2 8 0 0,-2 4 0 16,2 1 0-16,1 2 0 0,3 1 0 0,2-4 0 15,1 2 0-15,2-3 0 0,3 1 0 0,-1-4 0 16,2-1 0-16,2-6 0 0,0 0 0 0,1-3 0 16,-1 0 0-16,3-3 0 0,-6-6 0 0,2-6 0 15,-5 0 0-15,-1-3 0 0,-1 0 0 16,-4-1 0-16,-3-1 0 0,0-1 0 0,-2 1 0 0,0-3 0 15,0 2 0-15,-9 1 0 0,-1 0 0 16,-1 5 0-16,-5 2 0 0,3 5 0 16,-2 0 0-16,2 4 0 0,-1 2 0 0,0 2 0 15,3 0 0-15,1 0 0 0,1 2 0 0,0 7 0 16,3 0 0-16,0 3 0 0,2 1 0 0,1 0 0 16,3 3 0-16,0-3 0 0,0 1-464 0,0 0 77 15,3-1 165-15,7-2 96 0,3-1-555 0,3-1 321 16,0-3 161-16,5-1-364 0,4-3 267 0,-2-2 128 15</inkml:trace>
  <inkml:trace contextRef="#ctx0" brushRef="#br0" timeOffset="136958.18">20512 12524 2242 0,'6'-14'0'0,"-3"4"0"0,1-1 0 0,-1 1 0 0,-1 0 0 0,-2 3 0 0,0 4 0 0,0-2 0 0,0 2 0 0,0 2 0 15,-2 1 178-15,-5 0 133 0,0 1-135 0,0 8-70 0,-1 4-33 16,0 3 266-16,3 0-141 0,1 1-84 15,2 1-38-15,2 2 42 0,0-1-118 16,0-2 0-16,0-1 0 0,8 1 0 0,3-4 0 16,2 0 0-16,0-2 0 0,2 1 0 0,0-3 0 15,-3-2 0-15,-3 1 0 0,-2-2 0 0,1 1 0 16,-4-1 0-16,-2 0 0 0,-2-1 0 0,0 3 0 16,-2-1 0-16,-10 1 0 0,-2-1 0 0,-4 1 0 15,2 1 0-15,-1-3 0 0,2 2 0 0,0-3 0 16,2-1 0-16,6-3 0 0,-4 2 0 0,4-3-158 15,2 0-37-15,1-3 44 16,4-9-675-16,0-12 384 0,0-6 206 0,11-10 99 16,6-2-354-16</inkml:trace>
  <inkml:trace contextRef="#ctx0" brushRef="#br0" timeOffset="137357.84">20769 12244 2898 0,'19'-7'0'0,"-1"2"0"0,-2 2 0 0,1 3 0 0,-2 0 0 0,2 3 0 0,-2 9 0 0,2 3 0 0,0 6 0 0,0 2 0 0,-3 1 528 16,0 6-234-16,-3 0-133 0,-2 4-111 0,-2 2-50 16,-2 1 0-16,-3-2 0 0,-2 1 0 0,0 2 0 15,-4-5 0-15,-8 2 0 0,-2-5 0 0,-4-4 0 16,4-3 0-16,-7-3 0 0,5-5 0 0,-4-4 0 16,1-4 0-16,3-2 0 0,-3-5 0 15,4 0 0-15,0 0 0 0,2-6 0 0,-1-8 0 0,5-4 0 16,2-2 0-16,1-1 0 15,3-2 0-15,0 4 0 0,3-2 0 0,0 5 0 16,0 2 0-16,0 2 0 0,0 2 0 0,0 2 0 16,3 5 0-16,0 1 0 0,3 1 0 0,1 1 0 15,0 0 0-15,3 0 0 0,-1 6 0 0,4 8 0 16,1-1 0-16,0 2 0 16,4 3 0-16,-4-4 0 0,6 0 0 0,1 6 0 0,-3-9 0 0,3 0 0 15,1 0 0-15,-3-3 0 16,0-1 0-16,-3-3 0 0,-4 0 0 0,-1-2 0 0,-2-1 0 0,-1 2 0 15,-2-3 0-15,-3 0 0 16,-1 0 0-16,0 0 0 0,0 0 0 0,0 0 0 16,0 0-678-16,-1 0 206 0,3 0 206 0,2 0-568 15,0 0 398-15,5 0 198 0</inkml:trace>
  <inkml:trace contextRef="#ctx0" brushRef="#br0" timeOffset="137534.28">21229 12732 2476 0,'9'2'-1'0,"-4"1"1"0,1 2-1 0,-1 0 1 0,-1-1 0 0,1 2-1 0,0-1 1 0,-2-1 0 0,1 3 0 0,-2-1 0 0,0 3 762 0,-1-1-362 16,1 2-180-16,-2 1-144 0,0-1-76 0,0 1 0 15,0-1 0-15,-7 1 0 0,2 2 0 0,-2-6 0 16,-2 4 0-16,4-3 0 0,-3 1 0 0,0-2 0 16,3 1 0-16,-3 0-195 0,3-4-218 0,-1 2 219 15,5-1-832-15,-1-3 495 0,2-1 246 0</inkml:trace>
  <inkml:trace contextRef="#ctx0" brushRef="#br0" timeOffset="138295.2">21723 12471 2470 0,'-5'-5'0'0,"-1"1"0"0,3-1 0 0,-3 1 0 0,1 2 0 0,0 1 0 0,2-2 0 0,-3 0 0 0,1 3 0 0,1 0 0 0,-3 3 276 16,0 9-120-16,2 0-51 0,-2 6-38 0,1 2 124 15,-1 4-77-15,0 2-38 0,4-1-1 0,1 0 145 16,2 5-97-16,0-4-65 0,0-6-58 0,0 3 0 16,5-2 0-16,7-4 0 0,-1-2 0 0,5-3 0 15,-2-2 0-15,5-5 0 0,0 0 0 0,2-5 0 16,5 0 0-16,-3-2 0 0,-1-7 0 0,1-7 0 16,-1 0 0-16,-4-4 0 0,3-2 0 0,-1-2 0 15,-6 2 0-15,-3-1 0 0,-1 4 0 16,-3-4-54-16,-1 3 55 0,-4 2-43 15,0-1 17-15,-2 3-22 0,0 1 214 0,0 2-167 16,-4 4 0-16,-2 1 0 0,-1 0 0 0,0 4 0 16,-1 1 0-16,0 1 0 0,3 2 0 0,-1 0 0 15,0 0 0-15,1 5 0 0,1 5 0 0,0 2 0 16,2 0 0-16,1 2 0 0,1 0 0 0,0 0 0 16,0 2 0-16,0-2 0 0,0-2 0 15,0 3 0-15,0-4 0 0,1-1 0 0,1 1 0 0,4-1 0 16,-1-1 0-16,2-1 0 15,0-1 0-15,0-1 0 0,2 0 0 0,1-2 0 16,1-2 0-16,0-2 0 0,3 0 0 0,-1 0 0 16,2 0 0-16,0-2 0 0,0-3 0 0,0-6 0 15,0 0 0-15,0 0 0 0,-3-1 0 0,0-2 0 16,-2-1 0-16,0 0 0 0,-5 0 0 0,1-3 0 16,-3 0 0-16,1-1 0 0,-2 1 0 0,-2 1 0 15,0-2 0-15,0 2 0 0,0 2 0 0,-8 0 0 16,1 3 0-16,-3 0 0 0,-1 4 0 15,0-1 0-15,-3 3 0 0,0 2 0 16,0 3 0-16,0-2 0 0,-2 3 0 0,0 0 0 16,2 0 0-16,1 4 0 0,6 0 0 0,-3 2 0 15,5 0 0-15,-1-1 0 0,2 2 0 0,1-1 0 16,3 2 0-16,0-2 0 0,0 1 0 0,0 1 0 16,0-1 0-16,0 1 0 0,2 2-55 0,1 0-12 15,5-3-699-15,0 4 364 0,1-3 174 0,2 2 101 16,3-3-667-16,-2-2 379 0</inkml:trace>
  <inkml:trace contextRef="#ctx0" brushRef="#br0" timeOffset="138665.76">22406 12387 2837 0,'0'-14'0'0,"0"6"0"0,0-2 0 0,0-3 0 0,-3 6 0 0,-4-1 0 0,0 2 0 0,-1 2 0 0,-2-1 0 0,1 5 0 0,-2 0 95 16,-1 0 437-16,3 0-247 0,0 7-125 0,4 2-138 16,-2 3-22-16,4-1 0 0,1 0 0 0,0 3 0 15,2-1 0-15,0 0 0 0,0 0 0 0,0 1 0 16,4-4 0-16,1 2 0 0,5-1 0 0,-4-2 0 16,3 2 0-16,1-1 0 0,-3-1 0 15,-1-1 0-15,-1 1 0 0,-1 1 0 0,-1-1 0 16,-1 1 0-16,1-2 0 0,-1 2 0 15,-2-2 0-15,0-1 0 0,0-2 0 0,-5 1 0 16,-2 0 0-16,-4-2 0 0,0 0 0 0,-3-3 0 16,2 2 0-16,-4-3 0 0,3 0 0 0,1 0 0 15,1 0 0-15,1 0 0 0,0 0 0 0,0 0 0 16,1 0 0-16,4 2 0 0,-2-1-222 0,4 1 36 16,1 0 81-16,2 3-507 0,0 2 288 0,0-2 144 15,0 2-442-15,0 3 284 0,2-1 156 0,1 1 72 16,9-2-354-16</inkml:trace>
  <inkml:trace contextRef="#ctx0" brushRef="#br0" timeOffset="139233.16">22672 13129 2953 0,'0'15'0'0,"0"2"0"0,0-10 0 0,0 1 0 0,-4-5 0 0,-1 1 0 0,1-4 0 0,-1 0 0 0,0 0 0 0,2 0 0 0,-3-1 168 0,1-5-66 0,1-4 211 15,-3-2-130-15,2-2-77 0,-2-4 0 0,1 0-106 16,-3-4 0-16,1-1 0 0,1-1 0 16,-4-6 0-16,2-2 0 0,-1-8 0 0,2 2 0 0,1-6 0 15,4-4 0-15,1-2 0 16,2-12 0-16,0-1 0 0,0-5 0 0,9-7 0 15,5-5 0-15,4 0 0 0,3-1-198 0,-1 6 25 16,2 5 73-16,-2 18 36 0,-2 9-121 0,1 0 78 16,2 7 36-16,-5 9 0 0,2 9 174 0,-2 3-69 15,0 5-44-15,0 7 158 0,-1 0-91 0,-2 3-47 16,1 0-24-16,-3 4 101 0,-2 10-56 0,-4 6 21 16,-3 5 59-16,-2 2-33 0,0 2-31 0,-7 1 7 15,-8 1 18-15,-2 0-19 0,-1-2-1 0,-5-2-48 16,2 0-4-16,0-5 0 15,5-5 0-15,-3 0 0 0,4-2 0 0,3-3 0 16,5-5 0-16,1 0 0 0,3-1 0 0,1-3 0 16,2 5 0-16,0-3 0 0,2 4 0 0,7 0 0 15,5 4 0-15,6 0 0 0,1 2 0 0,1 2 0 16,5 2 0-16,-5 0 0 0,2 1 0 0,-3 3 0 16,-4-1 0-16,-4 1 0 0,-4 2 0 15,-3-4 0-15,-4 2 0 0,-2-1 0 0,0 2 0 16,-4-6 0-16,-9 1 0 0,-4-2 0 15,-1-4 0-15,-3-2 0 0,0-2 0 0,1-3 0 16,1-1 0-16,-1-4 0 0,4-1 0 0,-1 0 0 16,6 0 0-16,2 0 0 0,0 0 0 0,6 0-300 15,3-1-173-15,0-2 218 0,2 1 110 0</inkml:trace>
  <inkml:trace contextRef="#ctx0" brushRef="#br0" timeOffset="139368.53">23068 12750 3906 0,'4'11'0'0,"0"7"0"0,-2-3 0 0,-2-6 0 0,0 3 0 0,-8-3 0 15,-3 2 0-15,-1-1 0 0,0 2 0 0,1-2 0 0,-3 2 25 0,5-2-25 0,2-3-69 0,-3 4-190 0,2-2 148 16,1 5 73-16</inkml:trace>
  <inkml:trace contextRef="#ctx0" brushRef="#br0" timeOffset="140100.24">23615 12490 1782 0,'-7'-26'0'0,"1"6"0"0,2 3 0 0,0-5 0 0,-1 4 0 0,-1-1 0 0,1 6 0 0,-2 1 0 0,0 5 0 0,0 1 0 0,-2 4 123 0,-3 2-34 0,-4 2 142 0,-2 19-97 16,0 6-47-16,-5 9 123 0,2 3-87 0,3-3-33 15,-3 10-9-15,4-4 154 0,9-10-99 0,3 3-49 16,5-5-26-16,0-7 59 0,2-1-46 0,9-5 0 15,6-3-74-15,4-6-1 0,5-4 37 16,2-4 9-16,2 0-166 0,2-12 78 0,3-13 40 16,-8 4-227-16,-1-5 131 0,-3-1 29 0,-5 2 40 15,-4 4-120-15,-5 0 68 0,-4 2-8 0,0 8 31 16,-3 0 304-16,-2 3-131 0,0 5-74 0,0 0-33 16,-8 3 448-16,-1 3-225 15,-1 12-230-15,0 5 0 0,5 3 0 0,1 1 0 0,4 2 0 16,0-1 0-16,0-3 0 0,8 5 0 15,5-5 0-15,0-7 0 0,4 1 0 0,0-1 0 16,0-9 0-16,1 0 0 0,1-6 0 0,-3 0-48 16,0 0-74-16,-2-6 52 0,-3-6-24 0,-4-6 95 15,-1 0-25-15,-3-3-12 0,0-4 259 0,-3 5-134 16,0-10-56-16,-6 4-32 0,-5-1 46 0,-2 1-47 16,-3 0 0-16,2 7 0 0,-5-5 0 0,3 11 0 15,-4-1 0-15,-1 5 0 0,0 3 0 0,3 3 0 16,-1 3 0-16,3 0 0 15,2 0 0-15,3 3 0 0,2 7 0 0,4 1-100 16,2 4 4-16,3-1-18 0,0 0-505 0,3 3 292 16,11-4 146-16,5 3 63 0,3-3-549 0,6-6 315 15,-1-1 158-15</inkml:trace>
  <inkml:trace contextRef="#ctx0" brushRef="#br0" timeOffset="140417.47">24192 12441 3389 0,'0'-12'0'0,"0"4"0"0,0 1 0 0,-3-5 0 0,-4 4 0 0,-4 1 0 0,4 2 0 0,-5 1 0 0,3-1 0 0,0 4 0 0,-1 1 333 0,0 0-153 0,3 0-151 15,0 4-29-15,1 7 0 0,0 2 0 0,4 2 0 16,1 0 0-16,1 2 0 0,0 0 0 16,0 2 0-16,5-2 0 0,5 1 0 0,3-1 0 0,1 1 0 15,7 0 0-15,-3-4 0 0,2 1 0 16,-3-4 0-16,1 2 0 0,-2-2 0 15,-2 0 0-15,-2-2 0 0,-4 1 0 0,-3-3 0 16,-1 1 0-16,-3-3 0 0,-1 3 0 0,0-1 0 16,-7-1 0-16,-10 0 0 0,-5 1 0 0,-4-1 0 15,5-2 0-15,-5 1 0 0,3-3 0 0,0 2 0 16,1-2 0-16,2-2 0 0,2 0 0 0,4 0 0 16,4 0 0-16,2 0 0 15,3 0-252-15,3 0-175 0,2 0 195 0,0 0 98 0,2-5-337 0,11-2 222 16,8-2 106-16</inkml:trace>
  <inkml:trace contextRef="#ctx0" brushRef="#br0" timeOffset="140840.64">24402 12438 3299 0,'6'-6'0'0,"0"-2"0"0,-3 3 0 0,-1 1 0 0,2 0 0 0,1 2 0 0,1 1 0 0,4 1 0 0,-1 0 0 0,4 1 0 0,0 9 117 0,2 3 182 0,0 6-132 15,0 3-118-15,-1 1-49 0,-5-1 0 0,2 10 0 16,-5-3 0-16,-2 1 0 0,-3 0 0 0,-1 0 0 16,0 1 0-16,-1-4 0 0,-9-1 0 0,-1-1 0 15,2-7 0-15,-3 0 0 0,-1-3 0 0,6-6 0 16,-3-2 0-16,0-4 0 0,1-3 0 0,2 0 0 16,1 0 0-16,1 0 0 0,2-3 0 15,3-7 0-15,0-1 0 0,0-2 0 0,2 0 0 16,10-3 0-16,4-1 0 0,5-2 0 15,6-2 0-15,1-2 0 0,2-1 0 0,8-4 0 16,-5 4 0-16,3-2 0 0,-1-3 0 0,-1 2 0 16,-6 3 0-16,1-2 0 0,-5-1 0 0,-6 3 0 15,0 0 0-15,-7 1 0 0,-5 3 0 0,-3-1 0 16,0-2 0-16,-3 3 0 0,0 1 0 0,-12 3 0 16,-3-2 0-16,-4 1 0 0,-3 4 0 0,-2 4 0 15,-1 1 0-15,6 3 0 16,1 0 0-16,6 4 0 0,-1-1 0 0,6 2 0 15,-1 0 0-15,6 0 0 0,2 2 0 0,0 9-207 16,1 4 56-16,8 0 50 0,3 2-855 0,4 1 451 16,0-1 238-16,3 1 116 0</inkml:trace>
  <inkml:trace contextRef="#ctx0" brushRef="#br0" timeOffset="141155.63">25122 12139 3712 0,'-2'-13'0'0,"2"5"0"0,0 1 0 16,0 0 0-16,0 1 0 0,0 2 0 0,2 2 0 0,9 0 0 0,1 1 0 0,6 1 0 0,-1 0 219 0,5 9-219 0,-4 8 0 0,4 1 0 0,-2 5 0 0,-1 5 0 16,-3 4 0-16,4 7 0 0,-5 0 0 0,-2 5 0 15,-2 0 0-15,1 4 0 0,-5 7 0 16,0-3 0-16,-3 1 0 0,0 1 0 15,-4-1 0-15,0 1 0 0,0-2 0 0,-11-1 0 16,-5 0 0-16,-2-2 0 0,-3-3 0 0,-1-7 0 16,-6 6 0-16,-2-10 0 0,-2 0 0 0,-2-6 0 15,0-3 0-15,2-3 0 0,3-2 0 0,2-5 0 16,8-5 0-16,-1 1 0 0,10-4 0 16,1-3 0-16,2-1 0 0,4-1 0 0,3-1-262 0,0 0-209 15,0-2 217-15,10 0-872 0</inkml:trace>
  <inkml:trace contextRef="#ctx0" brushRef="#br0" timeOffset="141711.99">25784 12522 2671 0,'-6'0'0'0,"1"-2"0"0,4 0 0 0,-3 0 0 16,4 2 0-16,-2 0 0 0,2 0 0 0,0 0 0 0,0 0 0 0,2 0 0 0,11 4 195 0,6 4-84 0,5-4 458 0,4-1-266 0,2 2-221 15,6-2-82-15,5 1 0 0,-7-3 0 16,3 1 0-16,-1 1 0 0,0-2 0 0,-8 0 0 15,6 4 0-15,-15-3-116 0,4 0-158 0,-6-1 155 16,-6 3 78-16,-4 0-917 0,-4 0 465 0,-3 4 228 16,0 4-218-16</inkml:trace>
  <inkml:trace contextRef="#ctx0" brushRef="#br0" timeOffset="141873.43">25844 12832 3548 0,'-20'15'0'0,"4"-3"0"0,8-4 0 0,2-2 0 0,2-2 0 0,4 1 0 0,4-4 0 0,10 3 0 0,11-2 0 0,0-1 0 0,5-1 383 0,3 0-383 16,2 2 0-16,0-2 0 0,-1 0 0 0,-1 0 0 0,-3 3 0 0,-3-2 0 15,5-1 0-15,-6 2 0 0,2 0 0 16,-3-1 0-16,1 2-192 0,-5-2 96 0</inkml:trace>
  <inkml:trace contextRef="#ctx0" brushRef="#br0" timeOffset="148495.79">26966 12126 1694 0,'-2'-10'0'0,"2"5"0"0,-3 1 0 0,0-2 0 0,-1 1 0 0,3 1 0 0,-3-1 0 0,-1-2 0 0,4 4 0 0,-2-1 0 15,0 2 190-15,2 0-74 0,-4 0-38 0,4 2 11 0,-3 0 84 16,0 0-66-16,1 0-33 0,-3 0 45 0,2 0-39 16,-1 4 11-16,-1 2-50 0,0 2 74 0,1-1-37 15,0 0 0-15,-1 5-37 0,0-3 93 0,0 3-52 16,1-1 1-16,-1 4 49 16,1 0-45-16,-2 2 0 0,-3 2-36 0,3 5 46 15,-1 2-83-15,-2 1-14 0,3 4 0 0,-3 3 0 16,3 2 0-16,-1 7 0 0,2 0 0 0,3 0 0 15,1 3 0-15,2-7 0 0,0 11 0 16,0-1 0-16,0-6 0 0,2 2 0 0,7 0 0 0,1-5 0 16,5 11 0-16,0-8 0 0,1 1 0 15,3-5 0-15,0 1 0 0,-3-9 0 0,4 2 0 16,0-4 0-16,0 0 0 0,0-6 0 16,0 0 0-16,-2-6 0 0,1 4 0 0,-3-6 0 0,-2-2 0 15,2-3 0-15,-5 1 0 0,-2-5 0 16,-2 1 0-16,0-3 0 0,-4-1 0 0,1 0 0 15,-3-3 0-15,2 1 0 0,-3-1 0 0,0 0 0 16,0 0 0-16,0 0 0 0,0 0 0 0,0 0 0 16,0 0 0-16,0-1 0 0,0-5 0 0,0 0 0 15,0 1 0-15,0-1 0 16,2 2 0-16,0 0-146 0,9 0-502 0</inkml:trace>
  <inkml:trace contextRef="#ctx0" brushRef="#br0" timeOffset="154526.34">27149 12736 595 0,'0'0'0'0,"0"0"0"0,0 0 0 0,0-2 0 0,0 0 0 0,0 2 0 0,0-2 0 0,0 2 0 0,0 0 0 0,0-1 0 0,0 1 10 0,0 0-1 0,0 0 33 0,0 0-29 16,0 0-3-16,0 0 63 0,0 0-29 0,0 0 1 15,0 0-28-15,0 0 68 0,0 0-35 0,0 0 1 16,0 0 15-16,0 0-35 0,0 0-4 0,0 0 22 16,0 0 1-16,0 0-5 0,0 0-11 0,0 0 13 15,0-2 18-15,1 2 14 0,1 0-40 0,0-2 45 16,-2 2-44-16,2 0-1 0,-2 0 1 0,0-3 50 15,0 3-9-15,0 0-41 0,0 0 48 0,0 0 1 16,0 0-49-16,0 0 9 0,0 0 25 16,0 0 1-16,0 0-36 0,0 0 1 15,0 0 26-15,0 0-16 0,0 0-11 0,0 0 16 16,0 0-15-16,0 0-1 0,0 0 1 0,0 0 16 16,0 0-17-16,0 0 1 0,1 0-30 0,1 0 29 15,0-1 1-15,0-1 9 0,2 0 27 0,-2 0-36 16,5 1-1-16,-1-3 1 0,-2 0 41 0,1 0-32 15,3 2-9-15,-3-1 33 0,2-1-33 0,-1 2-1 16,1 1 1-16,1-4 56 0,4 4-56 16,-1-1-1-16,3 2 41 0,2-2-47 15,2 2-33-15,2-2 0 0,4 1 0 0,1-2 0 16,1 1 0-16,0 1 0 0,2-1 0 0,2-1 0 16,0 3 0-16,2 0 0 0,-2 0 0 0,2 0 0 15,-2 0 0-15,0 0 0 0,0 5 0 0,-2-2 0 16,3 1 0-16,-4 0 0 0,2-2 0 0,-5 1 0 15,5 0 0-15,-7-2 0 0,1-1 0 0,-2 2 0 16,-4-2 0-16,1 0 0 0,-6 0 0 0,-1 0 0 16,-2 0 0-16,-4 0 0 15,0-2 0-15,-1 1 0 0,-2-2 0 0,0 0 0 16,1-3 0-16,-3 0 0 0,0 0 0 0,0 2 0 16,0-1 0-16,0 3-110 0,0 1-8 0,0-2 48 15,0 2-825-15,0 1 433 0</inkml:trace>
  <inkml:trace contextRef="#ctx0" brushRef="#br0" timeOffset="155546.94">27406 12975 1061 0,'0'0'0'0,"0"0"0"0,-2 0 0 0,0 0 0 0,0 0 0 0,0 0 0 0,2 0 0 0,-3 0 0 0,3 0 0 0,0 0 0 0,0 0 95 16,0 0-28-16,-3 0 0 0,3 0-1 0,-3 0 10 15,3 0-38-15,0 0 0 0,-1 0 60 0,1 0-29 16,-2-2-1-16,2 0-20 0,-2-2 40 0,2 1-25 16,0-1 0-16,0-1 19 0,0 3-1 0,-1-3-33 15,1 2-10-15,0-2 34 0,0 2-1 0,0-1-32 16,0 1 22-16,0-2-13 0,0 4-10 0,0-4 0 15,0 4 46-15,0-1-46 0,0-2 0 16,0 2 10-16,1 1 26 0,3-3-36 16,3 3 1-16,4-2 26 0,-1 0-27 0,4 1 10 15,1-2-10-15,2 2 29 0,-1 1-29 0,3-1 0 16,0-1-28-16,0 3 9 0,1 0 20 0,-1 0-1 16,-2 0-26-16,0 5-1 0,-3 2 28 0,2 2 2 15,-2 0-78-15,-2 1 28 16,-2 0-1-16,-2 4-44 0,-3 0 36 0,0 1 14 0,-3 1-4 0,0 2-28 15,-2 0 0-15,0 3 32 16,-4 0-23-16,-6-1 25 0,-4 3 5 0,1-3-8 16,-3 0 35-16,-1-2-3 0,1-5-25 0,0 2-3 15,-4-3 55-15,2 1-24 0,-2-5 0 0,2 0 128 16,1-1-66-16,2-2-30 0,2 0 0 0,2-3 49 16,1 0-111-16,4-2 0 0,1 2 0 0,4-2 0 15,-1 0 0-15,2 0 0 0,0 0 0 0,0 2 0 16,8 0 0-16,8 2 0 0,5-3 0 0,2 4 0 15,2-3 0-15,3 5 0 0,2-4 0 16,3 3 0-16,-3-2 0 0,0 1 0 16,0-1 0-16,-3 1 0 0,0-1 0 0,1-3 0 15,-6 4 0-15,3-3 0 0,-5-2 0 0,-5 2 0 16,-3-2 0-16,-1 0 0 0,-3 0-71 0,-2 0-105 16,-3 0 68-16,-1 0-111 0,0 0 80 0,-2-2 56 15,0-8-1-15,0 1-288 0,0-2 167 0,0-5 84 16,0-2-521-16,0-4 307 0</inkml:trace>
  <inkml:trace contextRef="#ctx0" brushRef="#br0" timeOffset="155815.5">27798 12026 2774 0,'-8'-15'0'0,"4"14"0"0,3-1 0 0,-2-1 0 15,2 2 0-15,1 1 0 0,0 0 0 0,0 0 0 0,0 7 0 0,0 8 0 0,0 2 176 0,0 11-73 0,0 0 188 0,0 6-125 0,0 2-63 0,-4 2 168 16,-1 7-224-16,-2-6-47 0,2 2 0 0,2-5 0 16,1 1 0-16,-2 1 0 0,2-4 0 0,2-2 0 15,-2-2 0-15,2-4 0 0,0-6-212 16,0 4 119-16,0-5 60 0,0-5-42 0,0 1-693 0,0-6 363 15,0 3 183-15,2-5-476 0,6 1 334 16</inkml:trace>
  <inkml:trace contextRef="#ctx0" brushRef="#br0" timeOffset="156071.7">28418 12883 2489 0,'0'1'0'0,"0"11"0"16,0 1 0-16,0-4 0 0,0 1 0 0,2 2 0 0,3 3 0 0,0 1 0 0,0-2 0 0,3 4 0 0,-1 3 275 0,0-2-110 0,0 0 70 0,-1 3-99 0,-1-4-49 0,-4 2-25 16,1 0 8-16,-2-3-23 0,0 0-9 0,0-2 0 15,-3-4-209-15,-7 2 105 0,5-5 52 0,-2-3-133 16,0 0 89-16,-1-3 47 0,3 1-14 15,-3-3-553-15,5 0 221 0,-1 0 151 16,4 0-419-16,0-6 294 0</inkml:trace>
  <inkml:trace contextRef="#ctx0" brushRef="#br0" timeOffset="156347.12">28878 12757 2258 0,'-8'-14'0'16,"3"11"0"-16,3 0 0 0,0 2 0 0,2-1 0 0,-3 0 0 0,3 0 0 0,0 2 0 0,0 0 0 0,7 0 0 0,8 0 476 0,0 4-219 0,6-1-100 0,4 3 152 0,5-2-136 0,3 0-67 15,4 0-34-15,-2-2 51 0,5-1-123 0,0-1 0 16,-2 0 0-16,1 0 0 0,5 0 0 15,-13 0 0-15,5 0-3 0,-2-1-110 0,-6-1 76 16,0-2 38-16,-9 3-641 0,3-2 255 16,-6 2 174-16,-4 1-487 0,-1 0 330 0,-4 0 165 15</inkml:trace>
  <inkml:trace contextRef="#ctx0" brushRef="#br0" timeOffset="156732.47">29056 12934 2248 0,'-6'0'0'0,"4"0"0"0,1 0 0 0,1 0 0 0,0 0 0 0,0 0 0 0,12 0 0 16,4 0 0-16,3 0 0 0,5 0 0 0,-1 3 120 0,4 3 181 0,1 1-132 0,0 1-65 0,-4 3-33 0,0-1-8 16,-5 1 11-16,1-1-36 0,-5 4-73 0,-2 1 37 15,-4 1 0-15,-6 0 36 0,-1 1-133 0,-2 0 62 16,-4 3 35-16,-12-1-28 0,-1-2 0 15,-3-2 32-15,-4 2-51 0,0-2 100 16,0-4-84-16,-2-1 30 0,4-1 175 0,2-4-80 16,-1 2-39-16,4-4-1 0,4-1 204 0,4 0-113 15,2-1-47-15,1 2-66 0,4-3-34 0,2 2 0 16,0 2 0-16,2-3 0 0,15 5 0 0,4-2 0 16,4 0 0-16,2-1 0 0,3 1 0 0,5 0 0 15,4-2 0-15,-2 0 0 0,2-2 0 0,-2 0 0 16,4 0 0-16,-6 0 0 0,-2 0 0 15,-6 0 0-15,6 0 0 0,-10 0 0 0,0 0 0 0,-4-2-176 16,-5-3-123-16,-5 3 120 16,0-3 76-16,0 0-486 0,-6-3 276 0,0-4 137 15,0 4-191-15,0-5 155 0,-3-2 92 0</inkml:trace>
  <inkml:trace contextRef="#ctx0" brushRef="#br0" timeOffset="157001.23">29071 12004 2590 0,'-1'-22'0'0,"1"18"0"0,0-2 0 0,0-4 0 0,6-1 0 0,12-1 0 0,1 3 0 0,9 2 0 0,2 1 0 15,2 4 0-15,8 1 147 0,1-1 73 0,0 2-90 0,-5 0-36 0,7 0-9 0,-4 0-84 16,-1 0 0-16,-1 0 39 0,-3 0-229 0,-6 0 125 16,2 2 47-16,-9-2 28 0,0 1-403 0,-7-1 184 15,-6 0 122-15,0 0-26 0,-6 0-216 0,0 0 100 16,-2 0 94-16,0 0-314 0,-9 0 194 0</inkml:trace>
  <inkml:trace contextRef="#ctx0" brushRef="#br0" timeOffset="157374.26">29218 11957 2835 0,'-15'12'0'0,"3"12"0"0,4-2 0 16,-2 3 0-16,3-1 0 0,2 6 0 0,2 2 0 0,1 0 0 0,2 6 0 0,0-5 0 0,0 3 223 0,2-1-96 0,1 0 228 0,1 0-157 0,-1-1-79 0,2-2-45 15,-5-6-74-15,3 4 0 0,-3-7 0 16,0-3-8-16,0-1-8 0,0-6 28 0,0-3 0 0,-3-3-250 15,-4-3 134-15,1-2 72 16,-1-2-291-16,-5 0 165 0,2-2-14 0,2-6 77 16,-4-5-33-16,2-1 44 0,0-4 1 0,0-5 81 15,0 5-11-15,0-10-26 0,2 5-1 0,3 4 29 16,-2-1-29-16,2 5 1 0,-2 4-11 0,1 1 187 16,3 3-62-16,-2 1-52 0,1 4 397 0,-1 0-207 15,0 2-71-15,-3 0-65 0,2 8 297 0,-3 3-184 16,1 4-190-16,-4 2 0 0,2 2 0 0,-2 4 0 15,-1 0 0-15,4-3 0 16,-3 0 0-16,3-2 0 0,-1 1 0 0,3-1 0 16,-1-3 0-16,5-4 0 0,1-2-178 0,2-3-112 15,0-3 86-15,0 2 4 0,0-5-509 0,10 0 334 16,5-5 168-16,5-10-416 0,2-3 282 0</inkml:trace>
  <inkml:trace contextRef="#ctx0" brushRef="#br0" timeOffset="157649.22">29265 12220 2423 0,'21'-9'0'0,"1"5"0"0,0-1 0 0,3 2 0 0,-4 1 0 0,-4 2 0 0,3 0 0 16,-1 0 0-16,-5 8 0 0,1 3 0 0,-3 5 234 0,-4-1-96 0,-6 7 8 0,1-1-42 0,-3 4-38 0,0-2 1 16,-11 1-74-16,-2-3-1 0,-3 0 48 0,2-4-44 15,-3 0 18-15,-1-4-1 0,-1-2 27 16,1-2 43-16,2-1 1 0,4-4-34 0,3-2-10 0,2 0 169 15,0-2-84-15,6 0-51 0,0 0-74 0,1 0 0 16,0 0 0-16,4 0 0 16,11 0 0-16,5-4 0 0,3-2 0 0,-4 2 0 15,9-2 0-15,-1 1 0 0,-1 2 0 0,1-2 0 16,0 2 0-16,-4 2 0 0,0-2 0 0,4 3 0 16,-5 0-69-16,0 3-48 0,1 6-875 0,-7 3 466 15,5 6 248-15</inkml:trace>
  <inkml:trace contextRef="#ctx0" brushRef="#br0" timeOffset="157883.57">30022 13043 2144 0,'-2'0'0'0,"2"7"0"0,0 2 0 0,0-3 0 0,-3 1 0 0,1 3 0 0,-4-1 0 0,3 2 0 0,-2 1 0 0,0 1 0 0,-4 2 78 0,1 0 0 16,2 0-41-16,-5 0-51 0,0-2 35 0,-1-1-9 15,-1 3 26-15,0-4-202 0,-3-1 101 0,3-1 51 16,1-4-308-16,1 1 174 0,1-5 1 0,2 2 77 16,2-3-436-16</inkml:trace>
  <inkml:trace contextRef="#ctx0" brushRef="#br0" timeOffset="158091.84">30191 12770 2731 0,'9'-8'0'0,"5"7"0"0,4-5 0 0,2-2 0 0,0 1 0 16,2-1 0-16,0 3 0 0,4 0 0 0,3 2 0 0,1-1 0 0,1 3 285 0,1-1-113 0,1 0-79 15,-1 2-27-15,0 0 0 0,-2 0-28 0,1 0-422 16,-4 0 221-16,3 0 96 0,-7 0-524 0,0 4 314 16,-6 1 158-16,-4-2-36 0,-4 5-553 0</inkml:trace>
  <inkml:trace contextRef="#ctx0" brushRef="#br0" timeOffset="158455.41">30277 12945 2076 0,'-5'2'0'0,"0"-1"0"0,5-1 0 0,0 0 0 0,0 0 0 0,3 0 0 0,8 0 0 0,5 0 0 0,5 0 0 0,3 0 0 0,1 0 148 15,0 2 78-15,0 2-94 0,-5 2-47 0,4 1 10 16,-3 1-89-16,-4 1 32 0,-1 3 0 0,-6 1 0 16,-3-1-112-16,-5 3 66 0,-2 3 18 0,0 3-50 15,-17-3 39-15,-1 3 0 0,-4-5 39 0,-5 1-105 16,2 1 0-16,-1-5 40 0,1-3 83 15,6-2-25-15,-1-1-20 0,3-1-10 16,3-3 264-16,4 3-123 0,2-5-48 0,4-1-36 16,1 0 255-16,3 0-128 0,0 0-78 0,2 0-84 15,9 0-23-15,8 0 0 0,5 0 0 0,-2 2 0 16,8-2 0-16,0 0 0 0,3 0 0 0,1 0 0 16,-1 0 0-16,2 0 0 0,0 0 0 15,-1 0 0-15,-4 0 0 0,0 0 0 0,-7 0 0 0,-2 0 0 16,-1 0-96-16,-5 0-484 0,-6 0 267 15,-1 0 138-15,-2 0 68 0,-2 0-481 16,-3-2 280-16,1-5 135 0,-2-2 68 0,0-1-188 16</inkml:trace>
  <inkml:trace contextRef="#ctx0" brushRef="#br0" timeOffset="158700.04">30517 12101 1984 0,'-5'-7'0'0,"3"7"0"0,1 0 0 0,-1 0 0 0,-1 4 0 0,1 3 0 0,-1 4 0 0,3 5 0 0,-2 0 0 0,2 3 0 0,-3 4 478 0,3 3-225 0,0 0-106 0,-2 1 109 15,1 1-108-15,1 0-54 0,-4 2-17 0,1 0-126 16,-1 0 44-16,1-2 1 0,-2 0 43 15,0-1-538-15,5-5 280 0,-5 2 124 16,5-1-733-16,-1-5 346 0,1-3 221 0</inkml:trace>
  <inkml:trace contextRef="#ctx0" brushRef="#br0" timeOffset="158995.38">30930 12240 3187 0,'7'-1'0'0,"4"1"0"0,1 3 0 0,1 4 0 0,-3 3 0 0,-1 2 0 0,2 4 0 0,1 5 0 0,0 3 0 0,6 12 0 0,-2 1 125 0,-2 2 192 0,2 4-140 0,-2-1-69 16,-4-2-91-16,7 9-17 15,-7-1 0-15,1 0 0 0,-4 3 0 0,-4 1 0 0,-1 3 0 0,-2 7 0 16,0 0 0-16,-7-3 0 15,-9 1 0-15,-1-1 0 0,-3-10 0 0,-3 6 0 16,-4-7 0-16,3-1 0 0,-7-6 0 0,1-5 0 16,2-6 0-16,-7 1 0 0,5-8 0 0,0-4 0 15,1-4-550-15,10-4 232 0,-1-3 130 0,8-3 79 16,2-2-625-16,0-3 347 0</inkml:trace>
  <inkml:trace contextRef="#ctx0" brushRef="#br0" timeOffset="159192.07">31362 13544 3931 0,'-2'-4'0'0,"2"2"0"0,0 0 0 0,0-2 0 0,0 1 0 0,-2 0 0 0,1 2 0 0,-1-1 0 0,0 0 0 0,1 0 0 0,-3 2 0 0,2 0 0 0,-1 0 0 0,1 7-855 16</inkml:trace>
  <inkml:trace contextRef="#ctx0" brushRef="#br0" timeOffset="164210.12">11886 14336 1798 0,'-9'-5'0'0,"2"3"0"0,2 0 0 0,1 0 0 0,1 0 0 0,-1-1 0 0,4 2 0 0,-2 0 0 0,2-2 0 0,0 0 0 0,4 1 400 16,9-3-181-16,6 2-91 0,0-1-45 0,6 1 319 0,-2 1-174 16,9-1-99-16,0 0 279 0,4 2-272 0,2 1-136 15,5 0 0-15,-6 0 0 0,10 0 0 0,0 0 0 16,-2 0 0-16,4 0 0 0,0 0 0 0,-6 0 0 16,11 0 0-16,-8 0 0 0,-3 0 0 15,-2 0 0-15,-7-2 0 0,-6 2 0 16,4-2 0-16,-11 0 0 0,-2 0-7 0,-6 0-176 15,-4-1 83-15,-3-1-661 0,-2-2 367 0,-2 0 178 16,-2-5-462-16,0-2 320 0,-4-1 161 0,-6-1 70 16,-6-6-320-16</inkml:trace>
  <inkml:trace contextRef="#ctx0" brushRef="#br0" timeOffset="164418.69">12601 14037 2321 0,'-16'-11'0'0,"-1"4"0"0,6 2 0 0,-1-2 0 0,6 4 0 0,1 0 0 0,3 2 0 0,2-1 0 0,0 0 0 0,9 2 0 0,10 0 142 0,6 0-52 15,0 0 308-15,6 2-171 0,-1 6-99 0,1 1 88 16,1 1-89-16,-3 2-45 0,-1 2 0 0,-9-1 36 16,6 3-118-16,-11 0 0 15,0 3 0-15,-7-1 0 0,-5 2 0 0,-2 1 0 0,0 3 0 0,-9 2 0 16,-8-4 0-16,-4 1 0 16,-3-2 0-16,-2-3-103 0,-3 1 2 0,1-2-247 0,0-2 118 0,-1 0 102 15,1 0 52-15,5-3-576 16,-7 6 312-16,5-3 152 0,-3 2-515 0</inkml:trace>
  <inkml:trace contextRef="#ctx0" brushRef="#br0" timeOffset="164799.01">12160 14755 2465 0,'-3'10'0'0,"1"-1"0"0,2-4 0 0,0-1 0 0,0-1 0 0,0 1 0 0,5 0 0 0,10-2 0 0,2 2 0 0,8-2 0 0,1 0 109 0,-4-1 426 0,10-1-254 16,-4 0-122-16,0 0-60 0,1 0 184 0,-1 0-283 15,-5 0 0-15,0-1 0 0,-2-3 0 0,0-2 0 16,-4-2 0-16,-2-1 0 0,-6 2 0 0,3-4 0 16,-4 0 0-16,-5 0 0 0,-1-1 0 0,0-1 0 15,-2-2 0-15,0 2 0 16,-4-1 0-16,-7-1-145 0,-2 3 25 0,-2-2 50 0,-4 3-22 0,-6 1 83 16,1 6-14-16,-2-2-14 15,-2 6 47-15,-4 0-23 0,-2 9-10 0,-4 11-7 16,1 5 241-16,1 3-100 0,2 6-62 0,4 2-31 15,11-5 145-15,1 7-163 0,4-2 0 0,7-3 0 16,7-1 0-16,0 0 0 0,0-2 0 0,11 0 0 16,4-4 0-16,5-1 0 0,1-1 0 0,2-3 0 15,-2-6 0-15,6 1 0 0,-2-1 0 0,0-5 0 16,-1-2 0-16,-3-3 0 0,1 0 0 0,1-4 0 16,2-1 0-16,-1 0 0 15,-2 0 0-15,3-4-59 0,-3-6-28 0,5-2-756 16,-1-1 403-16,-2-4 201 0,2-3-573 0,-1-4 386 15</inkml:trace>
  <inkml:trace contextRef="#ctx0" brushRef="#br0" timeOffset="165515.06">12651 14847 3183 0,'-6'0'0'0,"2"0"0"0,0 0 0 0,2 0 0 0,2 0 0 0,0 0 0 0,6 0 0 0,11 0 0 0,2 0 0 0,6-2 0 0,0 0 316 16,3 0-139-16,-1 0 78 0,-1 1-255 0,-1-1 0 15,5 2 0-15,-6 0 0 0,-2 0 0 0,3 0 0 16,-4 0 0-16,-3 0-38 16,0 0-45-16,-4 0 60 0,-4 0-676 0,-3 0 366 0,-1 0 66 0,-3 0 126 15,-1 0-496-15,-2-2 300 0,0-3 150 16,0-5-82-16,0-1 116 0,-3-3 49 0,-6-1 37 0,-1 1-248 16,0 0 157-16,0 2 79 15,-2 0 38-15,3 4 41 0,-1 1 0 0,3-1 0 16,1 4 327-16,2 2-200 0,2 1-83 0,2-2-50 15,0 3 646-15,0 0-320 0,8 0-68 0,5 0 308 16,2 0-262-16,2 3-120 0,0 2-75 0,2 2 168 16,0 2-117-16,-1-2-58 0,-1 2 379 0,-2 1-383 15,0 0-92-15,-4-1 0 0,-3 0 0 0,-2 0 0 16,-2 3 0-16,-2-1 0 0,-2 1 0 0,0 3 0 16,-8-1 0-16,-5-1-216 15,0 0-64-15,-3 2 168 0,0-4 22 0,-1 1-760 16,0-3 406-16,-2 3 203 0,0-3-164 0,1 0 174 15,-3-1 102-15,-4 1 45 0,7-2-344 0,-3-1 199 16,2 2 114-16,4 1 38 0,1-3 77 0,2-2 0 16,1-1 0-16,3 1 194 0,2-1-134 0,1-2-59 15,3 1-14-15,2 1 514 0,0 2-270 0,0 0-134 16,4 4 604-16,6 3-336 0,2 2-164 0,3 6-81 16,-3 1 219-16,-3 1-150 0,-2 0-66 0,3 10-48 15,-3-3 466-15,-3 0-335 16,0 1-206-16,-2 0 0 0,-1-5 0 0,-1 5 0 15,0-11 0-15,0 1 0 0,0 0 0 0,0-9 0 16,0-3 0-16,-3 1 0 0,-1-6 0 0,-1-3 0 16,1 0 0-16,-1 0 0 0,4-8 0 0,-1-4 0 15,2-6 0-15,0 2 0 0,0-4 0 0,0-1 0 16,2-2 0-16,6-4 0 0,3 5 0 0,0-2 0 16,2 3 0-16,2 0 0 15,-1 5 0-15,0-2 0 0,4 3 0 0,-4 5 0 16,2 0 0-16,-2 4 0 0,-2 1 0 0,1 3 0 15,-2 0 0-15,-1 0 0 0,-1 2 0 0,-2 0 0 16,-1 0 0-16,-2 0 0 0,0 0 0 0,-2 0 0 16,-1 0 0-16,1 0 0 0,-2 0 0 0,0 0 0 15,0 0 0-15,0 0 0 0,0 0-289 0,0 0-97 16,2 0 165-16,0 0 96 0,3-4-590 0,3-7 338 16,2-8 170-16,1-3 85 0</inkml:trace>
  <inkml:trace contextRef="#ctx0" brushRef="#br0" timeOffset="165692.57">13415 14670 3288 0,'0'-7'0'0,"2"5"0"0,2 0 0 0,-1 2 0 0,3-1 0 0,1 1 0 0,3-3 0 0,3 3 0 0,4 0 0 0,5 0 0 0,1-1 643 0,3 1-643 15,4-2 0-15,0-2 0 0,2 4 0 0,0-2 0 16,0 0 0-16,-5 2 0 0,4-1 0 0,-8 1-161 15,-1 0 40-15,-1 0-939 0,-5 0 499 0,-7 1 289 16</inkml:trace>
  <inkml:trace contextRef="#ctx0" brushRef="#br0" timeOffset="165850.31">13638 14852 3069 0,'-15'9'0'0,"8"-2"0"0,-1-2 0 0,5-2 0 0,3-2 0 0,0 1 0 0,0-2 0 0,9 2 0 0,8-2 0 0,7 0 0 0,-1 0 755 0,3 0-648 0,1 0-107 0,-3 0 0 16,8 0 0-16,-2 0 0 0,0 0 0 16,0 0 0-16,-1 1-9 0,-8 5-77 0,8 0-1122 0,-5 4 618 15</inkml:trace>
  <inkml:trace contextRef="#ctx0" brushRef="#br0" timeOffset="166325.31">14369 14759 2546 0,'-17'0'0'0,"4"0"0"0,1 0 0 0,7 0 0 0,1 0 0 0,3 0 0 0,1 0 0 0,0 0 0 0,5 0 0 0,18 0 0 0,5 0 275 0,13 0-119 0,5 0-60 16,6 0 189-16,6 0-115 0,13 0-70 0,-1 0 203 15,3-2-303-15,5 0 0 0,-4-2 0 0,3 3 0 16,-2-1 0-16,-2-2 0 0,-4 2 0 0,-16-1 0 0,4 3 0 16,-11-2 0-16,-2-1 0 15,-8 2 0-15,-8-3 0 0,-5 0 0 0,-11-1-285 16,-1 3-67-16,-8-2 169 0,-3-6-168 0,0 0 158 15,-8-2 77-15,-7-1 39 0,-4-1-422 0,-1-4 235 16,-1-1 114-16</inkml:trace>
  <inkml:trace contextRef="#ctx0" brushRef="#br0" timeOffset="166569.97">14759 14040 3586 0,'-24'-15'0'0,"7"11"0"0,8 2 0 0,5 2 0 0,2 0 0 0,2 0 0 0,0 0 0 0,0-3 0 0,15 3 0 0,12-1 0 0,12 0 177 0,4-1-70 0,4-1-46 15,2 1-61-15,0 2 0 0,5-1 0 0,-1 1 0 16,-1 0 0-16,-1-2 0 0,-3-1 0 0,-11 0 0 16,0 1 0-16,-3 1 0 15,-11-2 0-15,-3 3 0 0,-6 0 0 0,-5 0 0 16,-4 0-362-16,-3 0-77 0,-2 0 201 0,0 3 100 15,-5-2-227-15,-6 1 155 0,-5-2 91 0,3 0-470 16,-2 0 276-16</inkml:trace>
  <inkml:trace contextRef="#ctx0" brushRef="#br0" timeOffset="166759.54">15191 13707 2583 0,'0'-11'0'0,"0"5"0"0,2 1 0 0,0-1 0 0,4 2 0 0,2-1 0 0,3 3 0 0,4 0 0 0,0 2 0 15,2 0 0-15,1 2 328 0,0 9-145 0,0 2-63 0,-1 0 356 0,-4 2-235 16,-1 4-241-16,-5 1 0 0,-2 5 0 0,-3-5 0 16,-2 9 0-16,0-1 0 0,-9 2 0 0,-4 0 0 15,-4 2 0-15,0 1-62 0,-5-3-174 0,-1-1 137 16,-1-1-941-16,-5-1 501 16,-1-4 251-16,-2 1 116 0</inkml:trace>
  <inkml:trace contextRef="#ctx0" brushRef="#br0" timeOffset="167053.19">14803 14269 2027 0,'-3'1'0'0,"0"4"0"0,3-2 0 0,0 3 0 0,6 0 0 16,7 2 0-16,4 4 0 0,1 3 0 0,2 4 0 0,-2 0 0 0,1 4 505 0,0 1-224 0,-3 0-126 0,-2 2 203 0,-1 0-160 0,-6-7-80 0,1 3-41 0,-4-1-6 16,-2-1-9-16,0-6-25 15,-2-1-3-15,0-4-26 0,0-2-8 0,-4-4 0 16,-6-1 0-16,3-2 0 0,-4 0 0 0,4-2 0 15,-2-8 0-15,6-6 0 0,1-1 0 0,2-2 0 16,0-6 0-16,0 3 0 0,9 4 0 0,6-9 0 16,5 4 0-16,0 1 0 0,4 1 0 0,5 1 0 15,-1-1 0-15,2 4 0 0,0 4 0 0,-2 0 0 16,0 3 0-16,-2 3 0 0,-5 1 0 0,0 5 0 16,-1-1 0-16,-3 0 0 15,-2 2 0-15,-3 0 0 0,-3 0 0 0,-2 2-634 16,-1 5 202-16,-2 2 197 0,-2 3-607 0,-2 3 402 15,0-2 192-15</inkml:trace>
  <inkml:trace contextRef="#ctx0" brushRef="#br0" timeOffset="167326.25">14609 14871 3802 0,'-7'6'0'0,"1"7"0"0,3 4 0 0,-1-3 0 0,0 6 0 0,3 2 0 0,1 2 0 15,0 1 0-15,0 6 0 0,0-1 0 0,1 1 129 0,7 3-129 0,-3 2 0 0,1 0 0 16,-3-1 0-16,1 3 0 0,-1-2 0 0,-2-1 0 0,1 0 0 16,0-1 0-16,-2-3 0 0,0-3 0 15,0-8 0-15,0 1 0 0,0-7 0 0,0-3 0 16,0-2 0-16,0-6-235 0,0 0-4 0,2-3 103 15,0 0-554-15,3-3 330 0,2-15 162 0,1-8-413 16,0-9 286-16,-1-2 135 0</inkml:trace>
  <inkml:trace contextRef="#ctx0" brushRef="#br0" timeOffset="167521.78">14690 15104 2674 0,'0'-5'0'0,"0"3"0"0,2-1 0 0,-2 2 0 0,0-1 0 0,2 0 0 0,0 0 0 0,5 1 0 0,7-3 0 0,2 3 0 0,9-4 500 0,-4 3-222 15,9 1-126-15,-2-1-56 0,2 2 135 0,2 0-231 16,0 0 0-16,0 0 0 0,-2 0 0 0,2 0 0 16,-2 0 0-16,-2 0-56 0,-6 0-160 0,-1 0 136 15,-2 0 54-15,-6 0-764 0,-1 0 385 0,-5 0 148 16,-2 0-149-16,-3 0 175 16,0-3 101-16,-2 0 47 0,0-7-405 0,0-2 226 15</inkml:trace>
  <inkml:trace contextRef="#ctx0" brushRef="#br0" timeOffset="167753.37">15128 14886 1734 0,'-8'-10'0'0,"-1"0"0"0,3 2 0 0,-2 2 0 0,1 1 0 0,4 1 0 0,-1 0 0 0,0 3 0 0,4-1 0 0,0 0 0 15,0 2 81-15,0 0 359 0,0 0-202 0,9 0-100 0,2 0 177 16,3 2-138-16,2 7-61 0,4 4-44 0,1-1 50 16,2 4-43-16,2-2 1 15,1 1-135-15,-5-4 56 0,7 6-9 0,-6-2 45 16,-3-2-163-16,-2 0 81 0,0 0 41 0,-6 1 10 15,-1-4-29-15,-4-2 3 0,-3 1 23 0,-1-1-123 16,-2 0 61-16,0-3-10 0,0 1 31 0,-9 0 127 16,-3-3-51-16,-1 4-11 0,-2-2-60 0,-2 0 30 15,0 1-3-15,1 1 21 0,-3 1-660 16,0 1 303-16,0 1 135 0,-4 3-200 16,2 2 185-16</inkml:trace>
  <inkml:trace contextRef="#ctx0" brushRef="#br0" timeOffset="168149.84">14972 15295 2538 0,'-9'-5'0'0,"1"1"0"0,4 2 0 0,2 1 0 0,0-1 0 0,0 2 0 0,2 0 0 0,0 0 0 0,0 0 0 0,2 2 0 0,8 9 335 0,1 4-140 0,0 6-84 15,-1 1-36-15,-3 3 65 0,1 3-51 0,-3 1-25 16,-1 2 113-16,-1-2-74 16,-2 2-32-16,1-5-38 0,-2-3-33 0,0 0 0 0,0-5 0 0,0-1 0 15,-3-6 0-15,-2-4 0 16,-1-1 0-16,3-2 0 0,-3-4 0 0,1 0 0 16,-1-2 0-16,2-9 0 0,2-6 0 0,2-1 0 15,0-4 0-15,0-4 0 0,0 1 0 0,8 2 0 16,3-2 0-16,4 0 0 0,2 3 0 0,4 0 0 15,1 1 0-15,2 2 0 0,1 2 0 0,2 3 0 16,-5 2 0-16,8 1 0 0,-10 3 0 0,3 1 0 16,-2 3 0-16,-3 0 0 0,-4 3 0 0,1-2 0 15,-6 3 0-15,1 0 0 0,-5 0 0 0,-3 0 0 16,0 0 0-16,0 0-37 0,-2 0-654 0,0 0 327 16,0 0 163-16,0 0-516 15,0 0 331-15,0-1 179 0</inkml:trace>
  <inkml:trace contextRef="#ctx0" brushRef="#br0" timeOffset="168460.73">15522 14966 3395 0,'0'-3'0'0,"0"-2"0"0,2 1 0 0,0-2 0 0,-2 3 0 16,0-1 0-16,0 2 0 0,2 0 0 0,-1 1 0 0,1 1 0 0,0 0 150 0,3 5-57 0,-2 6 200 0,3 8-293 0,-3 2 0 15,3 3 0-15,-1 4 0 0,1 1 0 0,-2 2 0 16,2 3 0-16,-1 0 0 0,1 4 0 0,-1-1 0 16,2 6 0-16,-2-7 0 0,1 13 0 15,-3-2 0-15,1-1 0 0,0-1 0 0,-1 2 0 0,1-8 0 16,-1 1 0-16,0-2 0 0,1-6 0 16,-1-10 0-16,-1-1 0 0,0-7 0 15,0-1 0-15,0-6 0 0,0-3 0 0,-2-3 0 16,0-1 0-16,0 0 0 0,0 0 0 0,0 0 0 15,0 0 0-15,0 0 0 0,0 0 0 0,0 0 0 16,0-1-134-16,0-2-28 0,0 0 43 0,7 0-1032 16</inkml:trace>
  <inkml:trace contextRef="#ctx0" brushRef="#br0" timeOffset="168622.7">16027 15826 3931 0,'0'0'0'0,"0"0"0"0,0 0 0 0,0 0 0 0,0 0 0 0,0 0 0 0,0 0 0 0,0 0 0 0,0 0 0 0,0 0 0 0,0 0 0 0,0 0 0 0,0-2 0 16,2-4-629-16</inkml:trace>
  <inkml:trace contextRef="#ctx0" brushRef="#br0" timeOffset="170581.19">18517 14122 1964 0,'-18'-4'0'0,"1"2"0"0,2 2 0 0,0 0 0 0,2 0 0 0,1 0 0 0,3 0 0 0,2 4 0 0,3-2 0 0,2-1 0 0,2 4 260 0,0-3-102 0,4 0 208 0,9-1-164 16,9 2-83-16,3-3-40 0,1 0 327 0,6 1-174 15,0-1-102-15,0 0-115 0,4 0-15 0,-1 0 0 16,1 0 0-16,-1 0 0 0,-1 0 0 16,-2 0 0-16,0 0 0 0,-4 0 0 0,-7 0 0 15,4-1 0-15,-7-2 0 0,-1 0 0 0,-4-1 0 16,1-2 0-16,-7 2-151 0,2-4-252 0,-3 3 190 15,0-3-519-15,-3-5 348 0,1 1 172 0,-2-1 88 16,0-4-509-16,-2-2 302 0</inkml:trace>
  <inkml:trace contextRef="#ctx0" brushRef="#br0" timeOffset="171200.31">18914 13853 2624 0,'-8'-3'0'0,"3"1"0"0,0 0 0 0,0 1 0 0,3-1 0 0,2-1 0 0,0 2 0 0,0-1 0 0,14 2 0 0,6 0 0 0,3 0 229 0,8 0-100 0,1 0 213 15,2 0-152-15,3 8-77 0,-4-1-37 0,1 2 103 16,-4 3-130-16,-2-1-49 0,-8 0 0 0,0 2 0 16,-6 2 0-16,-4 1 0 15,-8 0 0-15,-2 6 0 0,0 1 0 0,-14-1 0 0,-6 3 0 0,-1-2-45 16,-3 2 13-16,-1-5-533 16,0 1 238-16,0-6 151 0,-2-1 36 0,5 0-148 15,-5-2 130-15,4-2 60 0,-2 0-332 0,0-2 196 16,1 0 98-16,1-1 40 15,-5 3-191-15,4-1 124 0,3 1 63 0,0-3 32 0,3 1 87 0,-1 0-38 16,4-1 10-16,3 0 414 16,3-2-221-16,0 4-111 0,3-4-55 0,2 3 644 0,4 1-327 15,0 3-89-15,0-1 130 0,0 4-169 16,10 4-85-16,-1-1-33 0,6 7 417 0,-2 1-377 16,0 2-129-16,1 2 0 0,-3 2 0 0,-2 2 0 15,-1 1 0-15,-1 2 0 0,-1-1 0 0,-4 1 0 16,0-2 0-16,-1-1 0 0,-1-2 0 0,0-2 0 15,0-6 0-15,0-3 0 0,0-4 0 0,0-5 0 16,-1-1 0-16,-1-6 0 0,0-1 0 0,0-2 0 16,0-2 0-16,0 0 0 0,-1 0 0 15,1 0 0-15,0-6 0 0,2-7 0 16,0 0 0-16,0-6 0 0,0-2 0 0,2-4 0 16,7-2 0-16,2-2 0 0,5 1 0 0,-2 1 0 15,3-3 0-15,0 4 0 0,0 2 0 0,0 2 0 16,0 8 0-16,-2-1 0 0,2 3 0 0,-2 3 0 15,0 4 0-15,-1 2 0 0,-2 1 0 0,1 2 0 16,1 0 0-16,-3 0 0 0,0 2 0 0,-1 3 0 16,-1 1 0-16,-2 1 0 0,1 1 0 0,-1-3 0 15,-1 1 0-15,-2 0 0 16,-1-2 0-16,-1-1 0 0,0 0 0 0,1-2 0 16,-3-1 0-16,0 0 0 0,0 0 0 0,0 0 0 15,0 0 0-15,0 0 0 0,0 0 0 0,0 0 0 16,-3 0 0-16,1 0 0 0,0 0 0 0,2-1 0 15,0-3 0-15,0-1 0 0,0 0-702 0,4-3 112 16,6 1 276-16,3 0-281 0</inkml:trace>
  <inkml:trace contextRef="#ctx0" brushRef="#br0" timeOffset="171392.45">19385 14401 3031 0,'0'0'0'0,"0"0"0"0,0 0 0 0,0 0 0 0,0 0 0 0,3 3 0 0,2-1 0 0,4 0 0 0,4-2 0 0,2 2 0 0,2-2 410 0,4 0-187 16,5 0-92-16,-1 0 5 0,5 0-136 15,-2-2 0-15,2-5 0 0,-1 2 0 0,-4 0 0 0,-2 0 0 0,0 5-570 16,-7-3 226-16,-1 1 190 16,-4 2-364-16,-2 0 268 0,-2 8-30 0</inkml:trace>
  <inkml:trace contextRef="#ctx0" brushRef="#br0" timeOffset="171581.81">19551 14637 3378 0,'-6'9'0'0,"3"-3"0"15,3-3 0-15,0 0 0 0,0-2 0 0,0-1 0 0,1 0 0 0,14 0 0 0,2 0 0 0,3 0 0 0,5 0 147 0,1 0 259 0,-1 0-406 0,1 0 0 0,0 0 0 0,-3 0 0 16,1 0 0-16,-1 0 0 0,-1 0 0 0,-3-1 0 15,-2-2 0-15,-4 3 0 16,-4 0-110-16,1 0-218 0,-4 0 183 0,-3 0-895 0,-1 0 501 16</inkml:trace>
  <inkml:trace contextRef="#ctx0" brushRef="#br0" timeOffset="173638.3">20388 13930 2173 0,'-5'-4'0'0,"-1"3"0"0,3 1 0 0,0 0 0 0,-1 0 0 0,2 8 0 0,1 7 0 0,-1 2 0 0,2 9 0 0,0-1 0 0,0 6 203 15,0 4-74-15,0 9-50 0,2-1 95 0,-1 2-68 0,1 4-35 16,0 3 158-16,0 3-100 0,1 1-46 0,-3 0 0 15,0-1 44-15,0-2-45 0,0 0 9 0,0-3-53 16,0-4-54-16,0-10 27 0,0 3 0 16,0-6-155-16,0-7 101 0,0-2 35 15,0-3 0-15,0-7-329 0,0-3 149 0,0-6 98 16,0-2-260-16,0-3 134 0,0 0 89 0,0-10 45 16,5-15-412-16,8-3 228 0,2-5 105 0</inkml:trace>
  <inkml:trace contextRef="#ctx0" brushRef="#br0" timeOffset="174347.39">20561 14163 3140 0,'-6'-7'0'0,"2"3"0"0,1 0 0 0,1 1 0 0,2-3 0 0,0 0 0 0,7 1 0 0,16-3 0 0,5 3 0 0,4-3 0 0,4 2 313 0,4 1-143 15,4 1-66-15,-3 0-33 0,1 3-77 0,1 0 44 16,-9-3 9-16,3 2-10 0,-3 2-426 0,-4 0 213 15,-7 0 107-15,0 0-489 0,-9 0 304 0,0 0 27 16,-3 0 113-16,-6 0-478 0,0 0 277 0,-3 0 139 16,0 0-214-16,-2 0 182 15,0 0 85-15,-2 0 42 0,-8-9-51 0,1-2 58 16,-2-4 38-16,-1-1 36 0,-1-4 0 0,-1 3 0 16,2 1 0-16,-1 3 155 0,5 1-124 0,-3 0-30 15,7 3 0-15,0 4 408 0,4-1-215 0,0 1-33 16,2 2 247-16,11 0-195 0,6 0-88 0,3 2-44 15,3 1 157-15,1 0-101 0,-1 0-40 0,6 0-35 16,-4 1 161-16,-7 4-94 0,3 0-45 0,-2 1 9 16,-5 2 10-16,-2-4-33 15,-5 2 0-15,-2-1-48 0,-2 1 16 0,-5 3 9 16,0 0-178-16,-5 0 85 0,-9 6 41 0,-6-1 0 16,0 1-335-16,1-4 187 0,-7 5 44 0,1 0 60 15,2-3-443-15,-2 2 228 0,-1-2 113 0,3-2-134 16,-6 6 129-16,3-2 59 0,1 2 30 0,-4 0 4 15,3-1-1-15,5 2 18 0,-4 0 185 0,11 0-88 16,-2 0-44-16,5 2 0 0,4-2 333 0,3 1-198 16,4 2-73-16,0 3-51 15,0-2 467-15,2 3-229 0,4 1-87 0,1-1 207 16,2 5-174-16,-1-3-82 0,-2 4-41 0,-1-3 134 16,-1 2-88-16,-2-6-34 0,-1 9 229 0,-1-9-267 15,0-2-53-15,0 1 0 0,0-5 0 0,-3-3 0 16,-3-4 0-16,3-1 0 0,-3-4 0 0,3-3 0 15,-2-3 0-15,0 0 0 0,-1 0 0 0,2-5 0 16,3-9 0-16,-1-2 0 0,2-3 0 0,0 1 0 16,0-3 0-16,2-2 0 0,3 3 0 0,6-1 0 15,3 2 0-15,0 1 0 16,5-1 0-16,1 2 0 0,-2 4 0 0,5 2 0 16,-7 1 0-16,5 1 0 0,0 3 0 0,-3 0 0 15,-1 4 0-15,-2 0 0 0,2 1 0 0,-6 1 0 16,3 0 0-16,-3 0-70 0,-4 0-23 0,3 0 25 15,-4 0-106-15,-1 0 59 0,-1 0 43 0,-1 0 1 16,-1 0-444-16,0 0 239 0,3 0 120 0,-2 0-452 16,-1 0 290-16,4 0 140 15,-3-8 71-15</inkml:trace>
  <inkml:trace contextRef="#ctx0" brushRef="#br0" timeOffset="174685.42">21482 13902 2898 0,'2'-16'0'0,"1"6"0"0,-1-1 0 0,0-1 0 0,0 5 0 0,-2 1 0 0,0 0 0 0,0 5 0 0,2-2 0 0,-1 3 0 0,3 0 130 16,0 7 324-16,-1 11-198 0,1 7-115 0,1 5-89 0,-4 4-52 15,3 8 0-15,-2 4 0 0,0 1 0 0,-1 6 0 16,1 1 0-16,-2 3 0 0,2-2 0 0,-2 4 0 15,2-2 0-15,-2-1 0 0,2-2 0 0,-2-1 0 16,0-1 0-16,2 3 0 0,-2-5 0 0,1-3 0 16,1-2 0-16,0-9 0 15,3-1 0-15,-2-2 0 0,-1-12 0 0,2-1 0 16,-2-5 0-16,-1-4 0 0,1-1 0 0,-2-2 0 16,0-3 0-16,0-2 0 0,0 0 0 0,0-2 0 15,0 1 0-15,0-2 0 0,0 0 0 0,-3 0 0 16,1 0-55-16,2 0-366 0,-2-6 192 0,2-5 95 15,0-1-806-15,0-7 456 0</inkml:trace>
  <inkml:trace contextRef="#ctx0" brushRef="#br0" timeOffset="175294.31">22109 14025 3493 0,'-11'-6'0'0,"3"3"0"0,2 2 0 0,-1 0 0 0,3-4 0 0,2 3 0 0,1 2 0 0,1-1 0 0,0 1 0 16,0 0 0-16,11 0 358 0,11 0-278 0,7 0-80 0,4 0 0 0,3 0 0 15,10 0 0-15,0 0 0 0,2 0 0 0,3-2 0 16,-2-1 0-16,0 2 0 0,0-1 0 0,-6-1 0 16,-8-1 0-16,4-1 0 15,-9 5 0-15,2-6 0 0,-12 5 0 0,-3-1 0 16,-4 1 0-16,-3-1 0 0,-5 0 0 0,-3 0 0 16,0 0 0-16,-2 0 0 0,0-1 0 0,0-3 0 15,0 0-138-15,-6-1 47 0,-2-4-719 0,5-1 387 16,-3-4 192-16,2 1 97 0</inkml:trace>
  <inkml:trace contextRef="#ctx0" brushRef="#br0" timeOffset="175513.95">22663 13711 2647 0,'-6'-4'0'0,"3"2"0"0,3 0 0 0,0 0 0 0,0 1 0 0,0-1 0 0,3 2 0 0,10 0 0 0,5 0 0 0,0 0 0 0,3 7 183 15,0 4-63-15,1 2 354 0,0 3-219 0,-3 3-109 16,-2-1-40-16,0 1-106 0,-4-1 0 0,-1 6 0 15,-5-4 0-15,-1 3 0 0,-5-1 0 0,-1 3 0 16,0-5 0-16,-12 4 0 16,-4-3 0-16,-2 0 0 0,-3 0 0 0,-2-3 0 15,5-3 0-15,-10 2 0 0,1-2-51 0,1-2-105 16,-2 1-560-16,-1-3 340 0,1 2 160 0,0 0 94 16,0 0-296-16,-1 2 190 0,2 1 95 0</inkml:trace>
  <inkml:trace contextRef="#ctx0" brushRef="#br0" timeOffset="176011.37">22300 14457 2441 0,'-11'3'0'0,"1"3"0"0,3-1 0 0,0 0 0 0,1-4 0 0,3 1 0 0,1-2 0 0,2 2 0 0,0 3 0 0,0-1 0 0,7 2 190 0,6 1 243 0,0 1-189 15,6 1-107-15,3 1-51 0,-1-1 91 0,3 0-70 16,1-1-35-16,-2-2-28 0,5-3-44 0,-7 1 0 15,1-2 0-15,0-2 0 0,-1 0 0 0,-4 0 0 16,0 0 0-16,-4-2 0 16,-1-2 0-16,-5-1 0 0,0-3-18 0,-1-1-21 15,-1-1-11-15,-2-3 32 0,-1 2-59 0,-2-1 38 16,0 1 1-16,0-4-2 0,0 1 21 0,0-2 7 16,-7 1-7-16,0 0 30 0,0 0-26 0,-4 0-1 15,-1 2 4-15,1 2 78 0,-4 2-31 0,0 1 0 16,-2 2 153-16,0 3-111 0,-2 1-77 0,1 0 0 15,-1 2 0-15,-2 0 0 0,-1 7 0 0,1 3 0 16,-4 7 0-16,4-1 0 0,1 5 0 0,-1 2 0 16,2-1 0-16,5 5 0 15,-2 0 0-15,5 2 0 0,4-3 0 0,2 3 0 16,1-2 0-16,4-2 0 0,0 5 0 0,0-4 0 16,0-6 0-16,2 4 0 0,1-6 0 0,5 3 0 15,1-3 0-15,1 0 0 0,-3-3 0 0,2-2 0 16,0 2 0-16,1-4 0 0,-2 0 0 15,2-2 0-15,1-1 0 0,-1-1 0 0,1 0 0 0,3-4 0 16,-1 1 0-16,2-2 0 0,0-2 0 16,2 0 0-16,0 0 0 0,0 0 0 15,-1 0 0-15,2 0 0 0,-1 0 0 0,-2 0 0 16,-1-2-166-16,0 0-30 0,-1 0 85 0,0 0-764 16,-2-2 419-16,0 3 209 0</inkml:trace>
  <inkml:trace contextRef="#ctx0" brushRef="#br0" timeOffset="176812.06">22668 14619 3931 0,'-9'-3'0'0,"4"1"0"0,3 1 0 0,-1 1 0 0,1 0 0 0,2-2 0 0,0 2 0 0,5-3 0 0,11 3 0 16,9-1 0-16,3-2 0 0,1 3 0 0,2-6 0 0,3 3 0 15,-2 0 0-15,2-1 0 0,-1 2 0 0,-2-2 0 0,-5 0 0 16,4 3 0-16,-7-1 0 0,-3 0 0 16,-3 0 0-16,-6 0-140 0,1 2-298 0,-7 0 217 15,-1-1-16-15,-2 1-471 0,-2-3 335 0,0 1 167 16,0-3-327-16,0-2 253 0,0-3 121 0,-2-4 61 16,-3 0-190-16,-4-3 144 0,4 0 68 0,-1 2 46 15,-1 2 30-15,-3-1 0 0,3 2 0 0,0 3 11 16,-1 1-22-16,3 0 11 0,-2 2 0 0,4 1 459 15,1 2-267-15,2 0-114 0,0-1 672 0,0 2-360 16,2 2-177-16,8 0-87 16,1 0 284-16,0 0-186 0,4 4-83 0,0 6-57 15,0-1 249-15,0 2-148 0,0 1-74 0,-2-1 95 16,-1 0-177-16,-1 1-29 0,-4-1 0 0,-1-2 0 16,-5 1 0-16,1 3 0 0,-2-4 0 0,0 2 0 15,-5 1 0-15,-6-1 0 0,0-2-412 0,-3 1 158 16,-2-1 74-16,-1-2 92 0,-1 3-632 0,-2-3 342 15,-1 2 170-15,-3 0-291 0,4-4 222 0,-1 3 125 16,1-3 57-16,4 1-76 16,1 0 66-16,4-1 25 0,-2-1 101 0,5 2-30 15,-1-1 1-15,3 1-30 0,1 1 434 0,1 3-227 16,1 2-98-16,3 2-54 0,0 3 609 0,0 5-222 16,0 2-187-16,0-1 347 0,0 10-268 0,3-6-129 15,1 5-65-15,-3-2 179 0,1 1-122 0,0-5-51 16,0 5-32-16,-2-8-76 0,0 0 0 15,0-1 0-15,0-4 0 0,0 0 0 0,-2-5 0 0,-2 0 0 16,-1-5 0-16,0 0 0 16,2-3 0-16,-1-1 0 0,0-3 0 0,3-1 0 15,-3 0 0-15,2 0 0 0,0 0 0 0,1-4 0 16,1-7 0-16,0-4 0 0,0-1 0 0,3-5 0 16,6-2 0-16,0 3 0 0,5-5 0 0,1 1 0 15,-2 3 0-15,2 0 0 0,0 5 0 0,0-1 0 16,1 3 0-16,0 3 0 0,-1 2 0 15,-2 3 0-15,3 2 0 0,-5 4 0 0,1-4 0 0,0 4 0 16,-1 0 0-16,-2 0 0 0,1 6 0 16,-2 0 0-16,-1 1 0 0,-2 1 0 15,4-1 0-15,-6-2 0 0,3 4 0 0,-3-5 0 16,-1-1 0-16,0 1 0 0,0-2 0 0,0-2 0 16,-2 2 0-16,0-2 0 0,0 0 0 0,0 0 0 15,0 0 0-15,0 0 0 0,0-2 0 0,0 0 0 16,0-2 0-16,0 3 0 0,0-1-3 0,0 0-302 15,0 2 120-15,1 0-906 0</inkml:trace>
  <inkml:trace contextRef="#ctx0" brushRef="#br0" timeOffset="176983.05">23341 15276 3928 0,'-5'0'0'0,"5"0"0"0,-2 0 0 0,0 0 0 0,0 0 0 0,-1 0 0 0,3 0 0 0,0 0 0 0,0 0 0 0,0 0 0 0,0 0-73 0,0 0 54 15,0-3 29-15,3 0-411 0,3-2 228 0</inkml:trace>
  <inkml:trace contextRef="#ctx0" brushRef="#br0" timeOffset="180884.74">23837 14218 1719 0,'-9'0'0'0,"2"0"0"0,2 0 0 0,-1 0 0 0,3 0 0 0,1 0 0 0,0 1 0 0,2 1 0 0,0 3 0 0,0-2 0 0,2 2 195 0,5 0-78 0,7-4 245 0,0 2-162 16,4-3-82-16,2 0-30 15,-1 0 238-15,4 0-143 0,-3 0-74 0,-1 0-35 16,2-3 126-16,-5 0-72 0,2-4-50 0,-4 4-88 16,2-3 24-16,-4 1 0 0,-2 0 2 0,1 1-90 15,-2 0 41-15,1 2 35 0,-2-1-479 0,-1 2 256 16,0 1 70-16,1 0 87 0,-2 0-780 0,-1 7 404 16,1 5 201-16</inkml:trace>
  <inkml:trace contextRef="#ctx0" brushRef="#br0" timeOffset="181170.77">23870 14593 2666 0,'-11'2'0'0,"1"7"0"0,5-2 0 0,1-4 0 0,4 1 0 0,0-3 0 0,0 1 0 0,0 0 0 0,14 1 0 0,4-3 0 0,5 1 311 0,4-1-137 16,3 0-67-16,0 0 307 0,2 0-193 15,-1 0-183-15,1 0-38 0,-2 0 0 0,2 4 0 16,-2-2 0-16,0-1 0 0,-3 4 0 0,-5-4 0 16,1 2 0-16,-2-3 0 0,-9 1 0 0,2-1 0 15,-5 2 0-15,-2-2 0 0,-3 0 0 0,-2 0 0 16,0 0 0-16,-2 0 0 0,0 0 0 0,0 0 0 16,0 0 0-16,0 2 0 0,0-2 0 0,0 4 0 15,0-1-319-15,0 1 88 0,0 2-751 0,0-1 471 16,0 3 227-16,0 1 127 0</inkml:trace>
  <inkml:trace contextRef="#ctx0" brushRef="#br0" timeOffset="181687.54">24958 14019 2345 0,'-4'-12'0'0,"0"6"0"0,-1 0 0 0,-1-3 0 0,2 0 0 0,-2 4 0 15,1-1 0-15,-2-1 0 0,3 3 0 0,-1 0 0 0,-1 3 92 0,-2 1 167 0,-1 0-109 0,-4 0-56 16,-2 7-18-16,-2 10 168 0,-4 4-102 0,-2 0-52 16,1 8 286-16,-2 6-313 0,5-4-63 0,-2 10 0 15,6-2 0-15,3 4 0 0,7 1 0 0,-1-2 0 0,6-3 0 16,0 8 0-16,0-8 0 0,9 3 0 15,5-5 0-15,1 1 0 0,2-7 0 16,8 9 0-16,-3-4 0 0,2-3 0 0,3-1 0 16,-3-6 0-16,2 3 0 0,3-3 0 0,-4-3 0 15,2-3 0-15,-4-2 0 0,-2-4 0 0,-4-3 0 16,1 1 0-16,-6-5 0 0,-1-1 0 0,-2-2 0 16,-4-2 0-16,-1 0 0 0,-3 0 0 0,2-2 0 15,-3 0 0-15,0 0 0 0,0 0 0 0,0 0 0 16,0 0 0-16,0 0 0 0,0 0 0 0,0 0-140 15,0 3-1153-15,0 5 617 0</inkml:trace>
  <inkml:trace contextRef="#ctx0" brushRef="#br0" timeOffset="182719.83">25336 14253 1392 0,'-12'-9'0'0,"5"2"0"0,-2-1 0 0,0-2 0 0,4 0 0 0,-1-2 0 0,3-3 0 0,3 1 0 16,0-3 0-16,0 2 0 0,5-3 275 0,8 3-109 0,6-1-69 0,2 5-28 0,-2 1 56 0,3 4-43 15,1 3 0-15,0 0 88 0,-1 3-71 16,0 0-30-16,1 6 0 0,-4 5-49 15,0 4 19-15,-2 0 9 0,-4 2-9 0,0 2-113 16,-4 2 57-16,-3 0 27 0,-4-2-115 0,-2 4 81 16,0 4 0-16,-8-5 27 0,-7 3-46 0,-1-2 27 15,-5-2-11-15,2-5 0 0,-5 3 76 0,6-7-25 16,-3 0-19-16,5-2 166 0,0-2-74 0,5-1-38 16,4-4 186-16,4 0-105 15,1-3-39-15,2 2-30 0,0 1-2 0,5 0-21 0,10 1-9 16,9 2-1-16,1-1-44 0,5 3-1 0,2 0 46 0,2 1-56 15,1 2 23-15,1 1 0 16,0 1 32-16,-4 0-40 0,-4 2 4 0,-6 0 9 16,-1 2-1-16,-6 0 13 0,-5 0-28 0,-6 2 23 15,-3-2 144-15,-1 1-162 0,-7 3 0 0,-11-3 0 16,-2 1 0-16,-4-1 0 0,-4-4 0 0,-2 0 0 16,0-4 0-16,0 1 0 0,1-4 0 0,1-4 0 15,4 1 0-15,5-4 0 16,0 0 0-16,4 0 0 0,3 0 0 0,4 0 0 0,2 0 0 15,0 0 0-15,4 0 0 0,2 0 0 16,0 0-319-16,0 0-86 0,2 0 174 0,15 0-634 16,4 0 413-16,3 0 207 0,-1 0 103 0</inkml:trace>
  <inkml:trace contextRef="#ctx0" brushRef="#br0" timeOffset="182943.11">26004 14811 2627 0,'0'4'0'0,"0"4"0"0,0 0 0 0,0-3 0 0,0 2 0 0,0 1 0 0,0 2 0 0,0-3 0 0,0 4 0 0,0 0 0 0,0 3 404 0,0-3-183 15,0 0-82-15,0 4 33 0,0-2-68 0,-4 2-32 16,-5-2 0-16,-2 0-71 0,-2 0 10 0,-3-1 27 16,0-3-197-16,-1 0 99 0,-3-1 50 0,0 0 24 15,2-4-357-15,-1-1 144 0,4-1 109 16,3-2-14-16,0 0-193 0,4 0 88 15,0 0 75-15,6-8 53 0,2-4-354 0,2-10 198 16,12-2 99-16</inkml:trace>
  <inkml:trace contextRef="#ctx0" brushRef="#br0" timeOffset="183425.05">26412 14351 2249 0,'-9'-15'0'0,"2"6"0"0,0 0 0 0,0-4 0 0,-3 5 0 0,1-2 0 0,0-1 0 15,3 3 0-15,0-1 0 0,2 2 0 0,4-1 73 0,0 1 229 0,0-1-136 0,4 0-63 0,10 1-24 0,7 0-1 16,4 3-39-16,-2-2 11 0,8 3-45 0,-2 0 0 16,1 1 35-16,0 2 0 15,-2 0 5-15,-3 0 5 0,3 5-11 0,-8 4-6 16,1 2 7-16,-4 4 0 0,-4 0-1 0,-4 2-23 15,-4 2-10-15,0 1 1 0,-5 0-15 0,0 2 0 16,0-1 40-16,-10-1 5 0,-2-2 90 0,-4 0-47 16,-4 0 1-16,-4-3-48 0,4-1-20 0,0-3-13 15,-1-1 0-15,2-3 0 0,4-1 0 0,7-3 0 16,1 1 0-16,2-2 0 0,5-2 0 0,0 2 0 16,0 0 0-16,11 0 0 0,10 1 0 15,9 1 0-15,3 0 0 0,3 2 0 0,10 1 0 0,-7 1 0 16,-4-2 0-16,3 6 0 15,-4 1 0-15,-2 1 0 0,-4 2 0 0,-6 2 0 16,-6-1 0-16,-3 1 0 0,-8 1 0 0,-3-1 0 16,-2 3 0-16,0-1 0 0,-11 0 0 0,-7-5 0 15,-5 4 0-15,-3-4 0 0,-2-4 0 0,1-1 0 16,-1-3 0-16,0-4 0 0,-2 1 0 0,5-4 0 16,5 0 0-16,-1 0 0 0,4 0 0 0,5-2 0 15,0-7 0-15,7-3 0 0,5-3-181 0,0-4-340 16,8-4 241-16,11-6 110 15,6-8-439-15</inkml:trace>
  <inkml:trace contextRef="#ctx0" brushRef="#br0" timeOffset="183642.8">27199 14183 3183 0,'0'-6'0'0,"0"3"0"0,0 2 0 0,3-1 0 0,6 0 0 0,2 1 0 0,8-2 0 0,1 0 0 0,10 1 0 0,3 0 0 0,2 0 206 0,12-1 121 0,-5 3-144 16,6-1-151-16,2 1-32 0,1 0 0 0,0 0 0 16,-5 0 0-16,0 0 0 0,-7 0-103 0,-1 0-55 15,-3 0 99-15,-10 0-221 0,-3 0 159 0,-4 4 81 16,-5-2-106-16,-4 0-565 0,-6 0 336 0,-1-2 167 16,-2 0-368-16,-2 0 269 15,-12 0 123-15</inkml:trace>
  <inkml:trace contextRef="#ctx0" brushRef="#br0" timeOffset="184034.44">27490 14105 2377 0,'-19'6'0'0,"5"3"0"0,2 3 0 0,3-1 0 0,3 2 0 0,0 5 0 0,4 5 0 0,2 4 0 16,0 1 0-16,0 2 0 0,0 2 180 0,5-1 425 0,2 3-283 0,-2 1-141 15,1-2-61-15,-2 1 26 0,4-2-146 0,-5 2 0 16,1-3 0-16,-2-1 0 0,-1-4 0 0,1 5 0 15,-2-5 0-15,0-5 0 0,0 0 0 0,0-3 0 16,-5-6 0-16,-2 0 0 0,-1-4 0 0,0-5 0 16,-3 0 0-16,-1-3 0 0,0 0 0 0,-5 0 0 15,3-8 0-15,-2-3 0 0,2-2 0 0,-3-2 0 16,1-2 0-16,2-1 0 0,1 2 0 0,2 1-36 16,1 4 5-16,3 1 0 0,0 3 129 0,1 3-98 15,0 0 0-15,2 3 0 16,1 1 0-16,-4 0 0 0,4 0 0 0,-4 9 0 15,1 2 0-15,-3 3 0 0,3 0 0 0,-1 3 0 16,-3 2 0-16,1-3 0 0,-2 4 0 0,1-2 0 16,1-1 0-16,-1 0 0 0,-1-3 0 0,7-1 0 15,-1-4 0-15,1-1 0 0,0-5 0 0,4 1 0 16,-2-2 0-16,2-2-136 0,0 0-227 0,0 0 162 16,10-6-555-16,7-13 349 0,5-1 188 0,4-5 90 15,1 1-253-15,5-7 170 16,-11 4 87-16</inkml:trace>
  <inkml:trace contextRef="#ctx0" brushRef="#br0" timeOffset="184348.48">27404 14527 2300 0,'12'-14'0'0,"4"1"0"0,0 1 0 0,0 1 0 0,-1 2 0 0,5 1 0 0,0 0 0 0,3 1 0 16,2 3 0-16,0 3 0 0,1 1 115 0,4 0 183 0,-4 0-130 0,-4 8-64 0,1 8 250 16,-4 2-157-16,-5 1-69 0,2 7-49 15,-7 0 109-15,-4 2-188 0,-5 2 0 16,0-2 0-16,-1 2 0 0,-12-2 0 0,-4 0 0 15,-5-2 0-15,1-3 0 0,-5-3 0 0,1-3 0 16,-1-2 0-16,1-3 0 0,-1-5 0 0,6-1 0 16,-1-2 0-16,4-1 0 0,2-3 0 0,5 0 0 15,3 0 0-15,1 0 0 0,4 0 0 0,-1 0 0 16,3 0 0-16,0 0 0 0,9 0 0 0,5 0 0 16,4 3 0-16,1-2 0 0,3-1 0 0,1 2 0 15,5-2 0-15,-9 2 0 0,5-2 0 0,-1 2 0 16,-4-2 0-16,5 0 0 15,-5 2 0-15,1-2 0 0,-1 0 0 0,-1 0 0 16,-3 0 0-16,5 0 0 0,-5 0 0 0,7 0-272 16,-1 0 19-16,5 0-849 0,0-2 531 0,1-5 265 15</inkml:trace>
  <inkml:trace contextRef="#ctx0" brushRef="#br0" timeOffset="184523.17">28080 14783 2486 0,'2'-8'-1'0,"0"5"1"0,-2-1 0 0,1 2 0 0,-1 1 0 0,0-1 0 0,2 2 0 0,3 0 0 0,0 0 0 0,6 3 0 0,-4 8 508 0,1 1-225 0,-1 3-126 16,-1 0 271-16,-2 4-358 0,-2-1-70 0,-2 2 0 16,0 0 0-16,-2-1 0 0,-8 0 0 0,0-2 0 15,0-3 0-15,-3-1 0 0,3 1 0 0,-1-6 0 16,-1-1 0-16,0-2-86 0,0-2 61 0,2-2-859 16,3-1 420-16,-1 0 193 0,6 0 115 0,-5-1-598 15</inkml:trace>
  <inkml:trace contextRef="#ctx0" brushRef="#br0" timeOffset="185025.74">28538 14293 2516 0,'2'-15'0'0,"4"6"0"0,-1 1 0 0,-1-1 0 0,-1 1 0 0,4 1 0 0,-4 3 0 0,2 0 0 0,0 1 0 16,5 1 0-16,3-1 309 0,1 1-136 0,2 2-58 0,3 0 23 0,6 0-50 15,1 0-25-15,3 0-1 0,-6 2 24 0,8 4-10 0,-2 1-38 16,-7 3 0-16,0-1-89 16,-3 3 44-16,-2 3 10 0,-5 0-100 0,-3 2 67 0,-7 2 34 15,-2 0 0-15,0 5-90 0,-8-5 56 16,-14 3-10-16,1-3 200 0,-4-1-84 0,-1 0-35 15,-2-6-16-15,-2 2 160 0,2-3-113 0,0-3-72 16,1-1 0-16,6-2 0 0,0 0 0 0,7-4 0 16,0 2 0-16,5-2 0 0,3-1 0 0,3 0 0 15,3 0 0-15,0 0 0 0,2 4 0 0,11 0 0 16,11-1 0-16,2 2 0 0,4 2 0 16,0 1 0-16,3 1 0 0,5 0 0 0,-3 0 0 15,-3 3 0-15,-2-1 0 0,-6 0 0 16,2 6 0-16,-10-4 0 0,-3 2 0 0,-4-2 0 15,-7 2 0-15,-2 1 0 0,0-3 0 0,-13 4 0 16,-10-2 0-16,-3-3 0 0,-4 2 0 0,-3-5 0 16,-2 1 0-16,-1-3 0 0,-1 1 0 0,2-5 0 15,1-3 0-15,9 0 0 0,-1 0 0 0,7 0 0 16,8 0 0-16,2 0 0 0,3-1 0 0,6-9 0 16,0-1 0-16,8-7 0 0,14 0-611 0,7-8 25 15,1-4 274-15</inkml:trace>
  <inkml:trace contextRef="#ctx0" brushRef="#br0" timeOffset="185348.29">29121 14213 3551 0,'12'-12'0'0,"6"5"0"0,2-4 0 0,-1 5 0 0,-1-2 0 0,0 2 0 0,2 5 0 0,0 1 0 0,3 0 0 0,-3 0 0 0,4 11 237 16,-2 2-100-16,-1 4-131 0,-4 4-6 0,3 3 0 15,-1 3 0-15,0 0 0 0,-4 2 0 0,0 1 0 16,-2 2 0-16,-3 0 0 0,2 0 0 0,-2-1 0 16,-3 1 0-16,-1 0 0 0,-2-2 0 0,-3 2 0 15,1-2 0-15,-2 2 0 0,-2-4 0 0,-8 2 0 16,-6-4 0-16,-1 0 0 0,-5 2 0 0,-1-4 0 16,1-1 0-16,-3-3 0 0,2-1 0 15,-2-4 0-15,8-4 0 0,-4 0 0 16,5-1 0-16,0-1 0 0,2-3 0 0,2-2 0 15,3 2 0-15,-1-1 0 0,2-4 0 0,3 3 0 16,-2-2 0-16,5 0 0 0,-3-2 0 0,4 1 0 16,-1-1-97-16,0 0-80 0,1 0-805 0,1 0 473 15</inkml:trace>
  <inkml:trace contextRef="#ctx0" brushRef="#br0" timeOffset="185527.86">29719 15101 3931 0,'0'-14'0'0,"0"10"0"0,2 3 0 0,1-3 0 0,-1-3 0 0,0 1 0 0,0 2 0 0,2-2 0 0,1 3 0 0,0-3 0 0,-3 3 0 0,1 0 0 15,-1 1 0-15,0 1 0 0,1 1-180 0</inkml:trace>
  <inkml:trace contextRef="#ctx0" brushRef="#br0" timeOffset="188973.72">9813 12087 1620 0,'0'-4'-5'0,"0"-2"1"0,0-2 1 0,0 1 1 0,-2-1 0 0,2 3 2 0,-3-3-1 0,1 1 1 0,2 2 0 0,-2 1 0 0,2 0 147 15,0 2-27-15,0 0-16 0,0 2 54 0,0 0-47 16,0 0-1-16,0 0-49 0,0 0-4 0,0 0 5 16,0 0 0-16,0 0 121 0,0 2-61 0,4 4 1 15,3-2-46-15,-4-1 53 0,3 0 1 0,-5 2-70 16,5-4 137-16,-2 1-68 16,2-2 15-16,1 0-109 0,2 0-36 0,2 0 0 15,1 0 0-15,2 0 0 0,0-2 0 0,-1-1 0 16,3 0 0-16,-2 2 0 0,2-1 0 0,-4 0 0 15,-1 2 0-15,6 0 0 0,-5 0 0 0,0 0 0 16,-3 0 0-16,2 0 0 0,-3 2 0 0,-1 0 0 16,0-1 0-16,-1-1 0 0,-1 3 0 0,2-3 0 15,-2 0 0-15,1 0 0 0,1 0 0 0,0 0 0 16,1 0 0-16,3 0 0 0,-2 0 0 0,3 0 0 16,1 0 0-16,-1 0 0 0,1 0 0 0,1 0 0 15,5 2 0-15,-3-1 0 16,-2 2 0-16,4 2 0 0,-4-1 0 0,4 0 0 15,-3-1 0-15,0 1 0 0,-1-1 0 0,2 1 0 16,-2-2 0-16,2 2 0 0,-2-1 0 0,-1 0 0 16,4-1 0-16,-1 0 0 0,-1 1 0 0,2 1 0 15,-3-2 0-15,4 1 0 0,-2 2 0 0,2-4 0 16,-4 3 0-16,3 1 0 0,0-4 0 16,0 0 0-16,-1 1 0 0,4 0 0 15,-3-2 0-15,1 0 0 0,3 0 0 0,-3 0 0 16,3 0 0-16,0 0 0 0,-1 0 0 0,1 0 0 15,2 0 0-15,-2 0 0 0,-1 2 0 0,3 2 0 16,-2-1 0-16,1 3 0 0,4-2 0 0,-1 1 0 16,-1 1 0-16,1 0 0 0,0-2 0 0,-2 0 0 15,7-1 0-15,-3-1 0 0,1-2 0 0,2 0 0 16,0 0 0-16,2 0 0 0,0 0 0 0,0 0 0 16,2 0 0-16,1 0 0 15,1-2 0-15,-3 0 0 0,2 1 0 0,1-2 0 16,-3 3 0-16,1 0 0 0,-2-1 0 0,2 1 0 15,-2 0 0-15,-1 0 0 0,1 0 0 0,0 0 0 16,0 0 0-16,2 0 0 0,-4 0 0 0,0 0 0 16,0 4 0-16,2-1 0 0,-2-1 0 0,4 2 0 15,-2-2 0-15,-1 0 0 0,4 0 0 0,-3-1 0 16,2-1 0-16,0 0 0 0,1 0 0 0,2 0 0 16,7 0 0-16,-5 0 0 15,4 0 0-15,-3 0 0 0,9 0 0 0,-2-1 0 16,1-1 0-16,3-2 0 0,-1 0 0 15,1 0 0-15,1-1 0 0,-2 1 0 0,1-2 0 0,2 2 0 16,-2 1 0-16,4-1 0 0,0 0 0 0,9 1 0 16,-1-3 0-16,-1 2 0 0,2-2 0 0,-9 4 0 15,14-3 0-15,-5 0 0 0,1-3 0 0,4 2 0 16,-2 1 0-16,4-3 0 0,1 0 0 0,-2 3 0 16,-3-2 0-16,1-1 0 15,-1 0 0-15,-7 1 0 0,10-1 0 0,-2 5 0 16,1-5 0-16,0 4 0 0,-3 1 0 0,-8-1 0 15,16-1 0-15,-10 4 0 0,1-4 0 0,1 1 0 16,-2 0 0-16,-2 1 0 0,13-1 0 0,-9 0 0 16,0-2 0-16,-4 2 0 0,-6 1 0 0,15-1 0 15,-9 0 0-15,4 2 0 0,3-2 0 0,1 3 0 16,-8-1 0-16,13 2 0 16,-6 0 0-16,0 0 0 0,0 0 0 0,-2 0 0 15,-5 0 0-15,18 0 0 0,-9 0 0 0,-2 0 0 16,-2 0 0-16,0 0 0 0,-12 0 0 0,17 0 0 15,-10-2 0-15,0 2 0 0,2 0 0 0,0-3 0 16,-10 3 0-16,6 0 0 0,-2-1 0 0,-2 1 0 16,-1 0 0-16,-2 0 0 0,-1 0 0 0,1 0 0 15,1 0 0-15,8 0 0 0,-9 0 0 0,11 0 0 16,-12 0 0-16,6 0 0 0,8-2 0 0,-8-4 0 16,4 2 0-16,0 1 0 0,-6-1 0 15,17-1 0-15,-13 3 0 0,2-1 0 16,-9 0 0-16,4 3 0 0,-2 0 0 0,-3 0 0 15,0 0 0-15,-2 0 0 0,-2 0 0 0,3 6 0 16,2-3 0-16,1 1 0 0,0 0 0 0,3-2 0 16,-3 2 0-16,3-3 0 0,3-1 0 0,6 0 0 15,-4 0 0-15,0 0 0 0,5 0 0 0,0 0 0 16,-5 0 0-16,14-1 0 0,-12-2 0 0,2 2 0 16,-1-3 0-16,-1 0 0 15,-4 2 0-15,15-3 0 0,-1 1 0 0,-2-4 0 16,2 3 0-16,-1-1 0 0,-9-3 0 0,19 2 0 15,-8-3 0-15,4-2 0 0,13 1 0 0,-7 1 0 16,-12-1 0-16,8 1 0 0,-3-1 0 0,0 1 0 16,-5 0 0-16,1 1 0 0,0 4 0 0,-3-3 0 15,-5 2 0-15,-10 1 0 0,3-2 0 0,-6 3 0 16,-9 0 0-16,7 0 0 0,-15 0 0 0,1 2 0 16,-1-1 0-16,-8 2 0 15,2-2 0-15,-7 1 0 0,-4 0 0 0,-5 0 0 16,-4 2 0-16,-2-1 0 0,-5 1 0 0,-1 0 0 15,0 0 0-15,-2 0 0 0,0 0 0 0,0 0 0 16,0-3 0-16,0 3 0 0,-14 0 0 0,-6 0 0 16,-6 0 0-16,-8 8 0 0,-8 9 0 0,-1 5 0 15</inkml:trace>
  <inkml:trace contextRef="#ctx0" brushRef="#br0" timeOffset="193900.78">11931 16130 1169 0,'0'-13'0'0,"0"11"0"0,0 0 0 0,0 2 0 0,4 0 0 0,2 0 0 0,-1 0 0 0,1-2 0 0,-1 0 0 0,-1 2 0 0,-1-2 55 0,4 0 110 0,-2 1-55 0,1-1 14 0,1 0-69 16,1 0 44-16,1 2 0 0,0-3-44 0,0 3 70 15,3-1-21-15,1 1-13 16,4-1-37-16,-2-3 1 0,4-1-1 0,-1 0 1 16,5-2 13-16,2-3 283 0,-1 2-149 0,1-3-73 15,-3 2 72-15,2-2-74 0,-3 1-22 16,6-1-14-16,-5 0 38 0,0 1-70 0,-2 1-59 0,0 0 0 15,-1 1 0-15,0 1 0 0,1 1 0 16,-1 2 0-16,0 0 0 0,-2 3 0 0,2-1 0 0,-3 0 0 16,2 2 0-16,-2 0 0 0,1 0 0 0,1 0 0 15,0 0 0-15,3 0 0 0,-1 0 0 0,-1 4 0 16,2-3 0-16,4 3 0 16,-4 0 0-16,6-2 0 0,-1 2 0 0,3-3 0 15,-1 1 0-15,2 1 0 0,0-2 0 0,0 1 0 16,0-2 0-16,4 1 0 0,-1 2 0 0,1-1 0 15,2-2 0-15,-1 1 0 0,9 2 0 0,-3-2 0 16,4 0 0-16,-2 2 0 0,-2-3 0 0,9 1 0 16,-4-1 0-16,3 3 0 0,2-2 0 0,-1 1 0 15,5 0 0-15,-2 0 0 0,3-1 0 16,8 2 0-16,-12 1 0 0,12-2 0 16,-9 2 0-16,10 0 0 0,-3-1 0 0,0 0 0 15,4 2 0-15,-6-4 0 0,18 3 0 0,-6 1 0 16,4-4 0-16,-3-1 0 0,2 1 0 15,2-1 0-15,3 0 0 0,-2 0 0 0,3 0 0 0,-1 0 0 16,-1 0 0-16,0 0 0 0,-2-1 0 16,3-3 0-16,-2 0 0 0,-1 2 0 0,4 1 0 0,0-2 0 15,-5 0 0-15,2 1 0 16,0 0 0-16,0 1 0 0,0-3 0 0,5 0 0 16,9-2 0-16,-16 0 0 0,6 1 0 0,1-2 0 15,-1 2 0-15,0-2 0 0,3 1 0 0,9 1 0 16,-8-3 0-16,-11 4 0 0,8-1 0 0,0-1 0 15,9 2 0-15,-17 1 0 0,18-1 0 16,-8-1 0-16,-10 2 0 0,8 0 0 0,0-1 0 0,-1 0 0 16,1 0 0-16,11 2 0 0,-4-2 0 15,-11-2 0-15,7 4 0 0,-2-1 0 0,10-2 0 16,-9 1 0-16,4 0 0 0,-7 1 0 16,16 1 0-16,-8-2 0 0,-1 0 0 0,2 0 0 15,-1 2 0-15,-4-1 0 0,20-1 0 0,-12 2 0 16,0-2 0-16,0 3 0 0,2-1 0 0,-8 0 0 15,22 0 0-15,-10 0 0 16,-2 0 0-16,-1 1 0 0,3 1 0 0,-10 0 0 0,21 0 0 0,-11 0 0 16,-3 0 0-16,1 0 0 15,2 0 0-15,-11 0 0 0,22 0 0 0,-11 0 0 16,-3 0 0-16,2 0 0 0,-2 0 0 0,-8 0 0 16,23 0 0-16,-10 0 0 0,-3 0 0 0,0 0 0 15,1 0 0-15,-12 0 0 0,25 0 0 0,-14 0 0 16,3-3 0-16,-2 2 0 0,-11-4 0 0,20 0 0 15,-6 1 0-15,1-2 0 0,-4 1 0 0,-5 0 0 16,-8 3 0-16,16-5 0 16,-7 4 0-16,-1-1 0 0,0 2 0 0,-6-1 0 0,-7 1 0 15,17 0 0-15,-7 0 0 0,4 0 0 16,-1 1 0-16,0-1 0 0,-14 2 0 0,26-3 0 16,-11 2 0-16,3-1 0 0,4 0 0 0,-3 0 0 15,-10 0 0-15,21 1 0 0,-10-1 0 0,4-2 0 16,2 2 0-16,1-4 0 0,-16 3 0 15,20-3 0-15,-8 2 0 0,4 0 0 0,-2 0 0 0,-1 1 0 16,-13-1 0-16,24-2 0 0,-9 1 0 0,4 1 0 16,-4-2 0-16,4 1 0 0,-1-1 0 0,1 0 0 15,22-3 0-15,-16 1 0 16,-13-1 0-16,13 2 0 0,0-3 0 0,15 1 0 16,-8-1 0-16,-19 0 0 0,10 1 0 0,0-2 0 15,2 2 0-15,15-2 0 0,-30 1 0 0,16 1 0 16,-4 0 0-16,1 0 0 0,3-1 0 0,-3 1 0 15,-3-1 0-15,-1 0 0 0,-1 1 0 0,2 2 0 16,-1-1 0-16,-6 1 0 0,-3-1 0 0,-6 2 0 31,-1 1 0-31,0-1 0 0,-14 2 0 0,5 1 0 0,-5-1 0 0,-5 0 0 16,-7 2 0-16,-4-1 0 0,-11 0 0 16,4 0 0-16,-3 1 0 0,-5-1 0 0,-5 1 0 0,-10-2 0 15,-5 1 0-15,-2 0 0 0,-5 0 0 16,-3 0 0-16,-8 1 0 0,-2 1 0 0,-2-1 0 0,-4 0 0 15,-3 0 0-15,1 0 0 0,-2 1 0 0,0-1 0 16,2-1 0-16,-2 0 0 0,0-3 0 0,0-1 0 16,0-2 0-16,0 1 0 0,0 0 0 0,0-2 0 15,-4 1 0-15,-1 2 0 16,-1-2 0-16,4 3 0 0,-3 0 0 0,4 3 0 16,-1-2 0-16,0 4 0 0,2-1 0 0,-2 0 0 15,2 2-1128-15,-1 0 427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51:35.2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91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1:55:12.630"/>
    </inkml:context>
  </inkml:definitions>
  <inkml:trace contextRef="#ctx0" brushRef="#br0">12865 2283 1398 0,'-12'5'0'0,"3"-1"0"0,2-3 0 0,1 1 0 0,1-2 0 0,4 0 0 0,1 0 0 0,0 0 0 0,0 0 0 0,0 0 0 0,1 0 207 0,11 0-87 0,1-2-37 0,3-3 224 16,0-3-131-16,3-2-66 0,0 0 71 0,3-1-74 15,1 0-31-15,0 0 0 0,-1 1 112 16,0-3-72-16,1 4-24 0,5-4 43 0,-1 0-44 15,1 0-1-15,2-2-45 0,2 0 41 0,7-5-12 16,-1 3-28-16,1-2-1 0,-1-2 1 16,1 0-10-1,-5 2-36-15,9-5 0 0,-3 2 0 0,-1 0 0 0,-2 2 0 0,3 0 0 16,-6-1 0-16,7-1 0 0,-5 2 0 0,-1-1 0 16,1 3 0-16,0 0 0 0,-4 0 0 0,2 0 0 15,-2 0 0-15,2 0 0 0,-3 0 0 0,0 0 0 16,0 1 0-16,-2 2 0 0,-1 0 0 0,0-1 0 15,-2 4 0-15,2-3 0 0,-3 3 0 16,3 0 0-16,-2-2 0 0,1 3 0 0,-1-2 0 16,2 2 0-16,0-2 0 0,2 0 0 15,3-1 0-15,-1 2 0 0,1-4 0 0,1 2 0 16,0-2 0-16,-1-1 0 0,-1 3 0 0,0-4 0 16,-2 3 0-16,0 2 0 0,0-2 0 0,-1 1 0 15,-3 0 0-15,2-1 0 0,-2 1 0 0,2 0 0 16,-2 1 0-16,3-2 0 0,-3 0 0 0,2 0 0 15,1 1 0-15,-1 1 0 0,-3 0 0 0,0 1 0 16,-4 3 0-16,0-4 0 0,-3 4 0 0,0 2 0 16,-2-2 0-16,-1 2 0 15,-2 2 0-15,-1-1 0 0,-1 2 0 0,0-1 0 16,-1-1 0-16,-1 2 0 0,2-2 0 0,-1 1 0 16,-3 1 0-16,1 1 0 0,-1-1 0 0,-1 1 0 15,0-3 0-15,-4 6 0 0,-1-2 0 0,1-1-486 16,0 3 173-16,-2 0 139 0,0 0 64 0,0 5-867 15,-13 17 465-15,-11 6 234 0,-6 10-291 0</inkml:trace>
  <inkml:trace contextRef="#ctx0" brushRef="#br0" timeOffset="605.09">11929 3128 1113 0,'-2'-4'-2'0,"2"3"0"0,0-3 0 0,-2 1 1 0,0 0 1 0,2 2-1 0,0 0 1 0,-2-3 0 0,2 4 0 0,-1 0 0 0,-1 0 81 0,0 4 0 0,-3 4-77 16,-1 4-12-16,-2 3 56 0,-1 1-35 16,-4 7 34-16,-2 1 13 0,-2 2-13 0,-4 2-53 0,-3 7 53 15,-1-2 1-15,-2 5-19 0,0-1-4 0,-1 3-8 16,-2 1 29-16,0 0-38 0,0 0 24 15,0 2 2-15,5-10 8 0,-7 10-50 16,4-6 42-16,0 0-1 0,1-4-56 0,1-1-2 0,2-4 62 16,-1 2-13-16,1 1-61 0,1-4 26 15,3-2 0-15,3-1 22 0,2-4-31 0,-2 0-19 16,4-3 52-16,1 0-22 0,3-4-141 0,2 0 63 16,0-3 40-16,2-1-268 0,1-2 144 0,2 0 52 15,1 0-187-15,1-2 129 0,-2-1 53 0,0 1 44 16,0-3-41-16,-1 3 49 0</inkml:trace>
  <inkml:trace contextRef="#ctx0" brushRef="#br0" timeOffset="1075.02">11107 4180 1053 0,'-10'4'-1'0,"1"0"1"16,1-3 0-16,1 1 0 0,1 0 0 0,0-2 0 0,4 0 0 0,1 0 0 0,1 0 0 0,0 0 0 0,1 0 87 15,10-2 114-15,5-5-82 0,1-1-37 0,5-4 1 0,1 2 52 0,1 1-44 0,-2 1 12 16,8-1 78-16,-3 0-66 0,1 4-35 15,0 0 1-15,1-1 22 0,1 2 12 0,1-2-68 16,1 3 16 0,4 1-16-16,-2-4 0 0,4 3 1 0,1-1 14 0,6-2-14 0,0 3-1 0,2-5-31 0,2 2 32 15,2-3-1-15,1 2 12 0,-1-1-39 16,2 1 27-16,-1 2 0 0,1-2-28 0,-2 1 26 16,-7 1 3-16,9-1-5 0,-3 2-54 0,1 0 0 15,-1-1 45-15,0 0 5 0,3-1-31 0,-2 0 27 16,2 0-8-16,4-4 7 0,-1 2-20 0,1-3 19 15,9 0-12-15,-8 1-38 0,6-1-2 0,-2 0 42 16,3-3-6-16,-6 5-49 0,12-2 45 16,-5 0 3-16,-2 2-108 0,-2 0 49 15,0 2-7-15,-8 2 61 0,14-4-86 0,-6 4 38 16,2-1-17-16,-2 1 17 0,3-3 18 16,-4 3 5-16,10-2-19 0,-6-1 32 0,1 1-20 0,2-1 3 15,0 1-12-15,-6-2 9 0,10 0 3 0,-6 2 6 16,0-1-54-16,-12 0 47 0,3 2 8 0,-2 0-8 15,-5 0-107-15,-3 0 48 0,-4 3 0 0,-8-1-55 16,2 0 50-16,-5 0 6 0,-2 0 9 0,-4 3-45 16,-6-2 34-16,1 0-1 0,-4 2-17 0,-2-2-12 15,-2 2 62-15,-3-2 1 16,-1 0-187-16,-3 1 93 0,-1-1 48 16,0-3-12-16,-3 1-176 0,-2-4 118 0,0 0 58 0</inkml:trace>
  <inkml:trace contextRef="#ctx0" brushRef="#br0" timeOffset="2164.16">11879 3328 845 0,'-4'-9'0'0,"-1"4"0"0,4 0 0 0,-1-1 0 0,0 1 0 0,2 0 0 0,0-1 0 0,0-3 0 0,0 4 0 0,0-2 0 0,4-1 43 0,8 0 1 0,2 1-6 15,2-2 6-15,4-2-1 0,2 1 1 0,5 0-16 16,1 0 16-16,4-5 11 0,2 5-12 16,1-1-27-16,7-2 28 0,-3 1 0 15,4 1-1-15,3 1-25 0,2-3-10 0,3 2 21 0,11-2-28 16,-2 0-5-16,4 0 39 15,-4 2 2-15,15-6-31 0,-5 2 20 0,1 0 6 0,2 1-59 0,3 0 1 16,-2-2 49-16,0 3-11 16,1 0-42-16,-4 2 42 0,-4 0 6 0,-2 2 0 15,-5-2-33-15,10 2-10 0,-8 2 38 16,0-2-52-16,-2 1 48 0,2-2-5 0,-4 3-19 0,9-5 20 16,-5 1 0-16,0 0-1 0,2-2 3 0,0 2-5 15,-6-2 4-15,13-2-7 0,-5 0-12 0,2 0 14 16,-2 1 2-16,-2-2-16 0,-8 2 16 15,12-1-1-15,-8 4 0 0,-10 1-52 0,5-1 50 16,-3 2-2-16,1 2-29 0,-3 0-3 0,2-1 31 16,-4 0-6-16,-1 1-8 0,1 1 6 0,-7 0 3 15,10-1-6-15,-7 2-24 0,-1-3 24 16,5 2 5-16,-6 0-14 0,-3 1 9 0,2-1-1 16,-2 2-50-16,0-3-3 0,-1 1 53 15,-2 1-7-15,-4-1-32 0,1 3 32 0,-1-1 2 0,-2 0-5 16,0-2 8-16,-3 2-14 0,3 1 8 0,-2 1-6 15,-8-2 14-15,5 2-13 0,-4 1 4 0,-3 1-44 16,1-3 43-16,-3 3 0 0,-4 0 6 0,-1 0-44 16,-1 0 0-16,0 0 31 15,-3 0-35-15,-2 0 1 0,2 0 27 0,-4 0 7 16,1 0 39-16,-2 0-13 0,0 0-32 0,-1 0 3 16,1 0 81-16,0 0-38 0,-2-1 7 15,0 1 17-15,2 0-17 0,-2 0 0 0,0-2-12 0,0 2 133 16,0 0-57-16,0 0-39 0,0 0 159 15,0 0-90-15,0 0-28 0,0 0-28 0,0 0 89 16,0 0-41-16,0 0-23 0,-2 0-1 16,-3 6-64-16,-4 1 31 0,-2 4 0 0,2 1 36 15,-2 0-37-15,-4 3 1 0,2 2 0 0,-2 1 8 16,0 2-8-16,0-3 10 0,-4 7-16 0,0 1 5 16,0-2 1-16,1 3 0 0,-1-2-40 0,-1 3 50 15,-3-1-13-15,2 1 2 0,0 2-30 0,-1-2 1 16,-2 2 24-16,1 1-29 0,-4 0-14 15,1 5 41-15,4-10-30 0,-3 5 27 0,-1 1-8 0,1-1 14 16,2-3-55-16,-2 4 45 0,2-3-8 0,-3 3 6 16,5-4-5-16,-1 1 6 15,-1 1-3-15,0-2-1 0,2 2-43 0,-4-1 42 16,2 0 0-16,-3 3-42 0,3-4-4 0,-1 3 39 16,0 0 3-16,-3-1-47 0,4 1-4 0,-1-3 42 15,4 0-30-15,1-3 23 0,0 1 6 0,0-1-14 16,4-3-10-16,2 0 11 0,0-2 7 0,1-3-9 15,2-1 32-15,2 1-26 0,2-6 2 16,0 1-68-16,3-1 32 0,-1-2 0 16,2-3 33-16,0 1-323 0,1-3 146 0,-1 2 70 15,2 1-553-15,0-3 308 0</inkml:trace>
  <inkml:trace contextRef="#ctx0" brushRef="#br0" timeOffset="4708.29">12957 2206 898 0,'-4'0'0'0,"2"0"0"0,0 2 0 0,2-2 0 0,0 0 0 0,0 0 0 0,0 0 0 0,0 0 0 0,0 0 0 0,0 0 0 0,0 0 91 0,0 0 8 16,0 0 1-16,0 0-54 0,0 2 11 15,0 2 118-15,0 2-64 0,0 0-33 0,0 3 0 0,-4 0 36 16,0-1-23-16,1 0-12 0,-1 2 14 16,0 0-47-16,1-1 0 0,-3 0 0 15,3-4-36-15,0-2 36 0,3-2 0 0,-2 2-55 0,2-3 55 16,0 0 0-16,-2 0 11 0,2 0-52 0,0 0 12 15,0-3 29-15,0-1-15 0,0-1-29 0,0 0-4 16,0 1 36-16,0 3-12 16,0-1 59-16,-2 2-1 0,-1 0-46 0,-1 0 85 0,-1 0-44 15,-1 7 5-15,2 1-59 0,2-2 26 0,0 0-3 16,2 0 21-16,0 0-137 0,0-3 57 16,0 1 1-16,0-3 61 0,4-1-168 15,4 0 70-15,1 0 25 0,-4 0 0 0,1-1 12 16,0-3-7-16,-2-1-13 0,-2-1 70 0,0 2-19 15,-2-2-19-15,0 5-23 0,0-2 231 0,0 1-93 16,0-1-53-16,-2 3 111 0,-2 0-71 0,-1 0-15 16,2 0 0-16,1 0-170 0,0 0 58 0,2 0 21 15,0 5-391-15,0-2 202 0,0 1 105 0,0-1 38 16,0 1-244-16,6-2 104 0,2 2 83 0,-1-2-465 16,0 0 264-16,1 1 121 15,2 0 77-15</inkml:trace>
  <inkml:trace contextRef="#ctx0" brushRef="#br0" timeOffset="4878.51">12979 2410 1911 0,'-2'7'-3'0,"0"-1"1"0,0-1 0 0,-1-1 0 0,1-1 0 0,0 1 1 0,-2 1 1 0,4 0 0 0,0 1 0 0,0-1 0 0,0 5 45 0,0-3 12 0,2 5-11 0,0-1-171 15,5 1 85-15,0 2 43 0,4 1 0 0,-4 0-568 16</inkml:trace>
  <inkml:trace contextRef="#ctx0" brushRef="#br0" timeOffset="5027.26">12996 2808 1771 0,'-7'5'0'0,"3"5"-2"0,-2-5-1 0,2-1 0 0,2-1 1 0,0 1 1 0,1 1 0 0,1 1 0 0,0 3 1 0,0 0 0 0,0 1 41 0,1 4 4 16,7 1 0-16,-2-1-406 0,1 4 202 0,2-1 102 16,-1 2 61-16,0-3-275 0</inkml:trace>
  <inkml:trace contextRef="#ctx0" brushRef="#br0" timeOffset="5162.91">13017 3146 1366 0,'-6'9'0'0,"2"-2"0"0,0 1 0 0,1-4 0 0,1 0 0 0,-2-1 0 16,4 3 0-16,0-3 0 0,0 3 0 0,0 3 0 0,0-1 108 0,0 6-214 0,2-2 76 0,3 5 37 0,1 0 0 0,0 3-546 16</inkml:trace>
  <inkml:trace contextRef="#ctx0" brushRef="#br0" timeOffset="5289.26">12973 3568 1867 0,'-7'8'-1'0,"0"1"1"0,1-3 0 0,0-3 0 0,2-1 0 0,2 0 0 0,2-2 0 0,0 0 0 0,0 2 0 0,0 1 0 0,0 1 127 0,6 1-41 0,0 0-237 0,1-1 98 16,1 2 60-16,3 1-221 0,-1-2 129 0,1 1 65 15</inkml:trace>
  <inkml:trace contextRef="#ctx0" brushRef="#br0" timeOffset="5775.88">15449 1106 1067 0,'-10'-7'0'0,"3"3"0"0,2 0 0 0,-1 3 0 0,1-1 0 0,0-1 0 0,3 2 0 0,-1-2 0 0,3 3 0 0,0 0 0 0,0 0 176 15,0 0-66-15,0 0-35 0,0 0 1 0,1 4 45 0,3 2-44 16,1 4-1-16,0-1 12 0,-1 2 0 15,-2 3-46-15,1 4-216 0,-1 0 103 0,0 7 57 16,-2 0 27-16,0 0-497 0,0 2 251 0,0-4 82 16,0 3 76-16</inkml:trace>
  <inkml:trace contextRef="#ctx0" brushRef="#br0" timeOffset="5899.64">15375 1539 1366 0,'-7'18'0'15,"2"-1"0"-15,-1-2 0 0,0 0 0 0,0-2 0 0,3 0 0 0,1 2 0 0,-2 0 0 0,2 2 0 0,2 4 0 0,0 2 86 0,0-2 10 0,0 8-247 0,0-2 96 16,0-2 49-16,4 1-391 0,3 3 213 0,-3-4 114 16,2-2-186-16,-4 0 130 0</inkml:trace>
  <inkml:trace contextRef="#ctx0" brushRef="#br0" timeOffset="6110.74">15366 2094 1358 0,'-5'21'0'0,"-2"-1"0"0,-3 1 0 16,2-2 0-16,-1-3 0 0,-1 1 0 0,3 1 0 0,1-2 0 0,-1 1 0 0,5 0 0 0,-1 5 119 0,3-3-38 0,0 3-1 0,0 3-38 15,0 0-189-15,0-5 105 0,3 9 37 0,1-8 0 0,1 6-384 16,-3-3 207-16,0-1 103 0,2 1 58 16,-3-3-290-16,1 0 85 0,-2 0 96 0,0-3 37 0,0 0 43 15,0-2 50-15,0-1 50 0,0-4-42 0,-3 3-50 16,1-7 26-16,-2 2 135 0,4 1-112 16,-2-3-19-16,1-1 12 0,1 3 334 0,0-1-119 15,0-1-100-15,0 3 45 0,0 1-64 0,0-2-27 16,3 5 1-16,4-3-357 0,1-2 165 15</inkml:trace>
  <inkml:trace contextRef="#ctx0" brushRef="#br0" timeOffset="6465.46">15347 2964 1195 0,'-7'7'0'0,"3"0"0"0,1-1-1 0,-1-2 1 0,0-2 0 0,0 1 0 0,2-1-1 16,0 1 1-16,2-1 0 0,0 3 0 0,0-2 53 0,0 1-11 0,0 0 0 0,0 1-291 0,4-1 135 0,2 1 73 15,0 0 29-15,-1-2-173 0,1 1 92 0,-3 2 47 16,-1-3-172-16,3 3 91 0,-4-2 53 16,-1 1-1-16,0 0-1 0,0-2 56 0,0-1 20 15,0 0 102-15,0 0-92 0,-1-2-1 0,-4 1-51 16,1-1 314-16,1 0-145 0,1 0-40 0,-2 0-45 16,4 0 178-16,-2 0-99 0,2 0 0 0,-1 0 137 15,1 0-97-15,0 5-65 0,0-4-27 16,0 1-21-16,0 2-6 0,1-2 0 0,1-1-74 15,2 1 32-15,0-2 0 0,-1 0 42 0,-1 0-130 16,3 0 65-16,-4 0 35 0,1 0-10 0,0 0-123 16,0 0 68-16,0-2 3 15,-2 1 17-15,0-1-7 0,0-2 2 0,0 2 92 0,0 2-29 16,0 0-8-16,0 0-25 0,-4 0 77 0,0 2-34 16,0 5 13-16,-2 1-45 0,5 0-137 0,-1 3 67 15,2-3 41-15,0-1-1 0</inkml:trace>
  <inkml:trace contextRef="#ctx0" brushRef="#br0" timeOffset="9085.17">12949 3714 704 0,'-4'0'0'0,"-2"0"0"0,3 0 0 16,-3 0 0-16,3 0 0 0,-1 0 0 0,-1 0 0 0,5 0 0 0,-1-3 0 0,-1-1 0 0,2-2 57 0,0 3 37 0,0-3-49 0,0 1 1 0,0 2 0 0,2-4 15 15,4 2-4-15,-2 1-11 16,1-1 0-16,-1 0 24 0,1 1-24 0,-1 0-1 16,0 0 32-16,2 3-31 0,-2-2 0 0,1-1 49 15,1 1 1-15,-3 0-50 0,3 1 11 0,0 0 29 16,1-2 0-16,1 3-40 0,1-4 0 0,-1 4 15 15,3-3-3-15,0 0-13 0,2 2-6 0,0-2 7 16,3 1-1-16,0-1 1 0,0 0 19 0,0 0-19 16,1 0-1-16,2-3-22 0,-2 4 23 15,4-3 0-15,-3 0 11 0,3 1-43 0,0-3 0 16,-1 2 23-16,-1 1 6 0,2-1-50 16,-3 1 10-16,3-1 28 0,0 1-41 0,-1-4-6 15,3 3 48-15,2-2-10 0,-3 1-25 0,6-3-14 16,0 0 41-16,0-1-9 0,2 1-46 0,2-3 51 15,0 2-9-15,0 1-10 0,0-2 9 0,2 2 5 16,-2-1-9-16,2 0-19 0,2 2 22 0,-2 0 3 16,1-3-6-16,1 3 24 15,-1 0-20-15,3-3 3 0,3 1 37 0,-1 2-38 0,-1-3 1 0,1 3 13 16,1-1-12-16,-6 0 4 16,11-1-1-16,-7 3-23 0,0-3 23 0,3 0-2 15,-2 2 5-15,-7 1-42 0,5-2-6 0,-5 4 37 16,3-2-5-16,-4 1-42 0,1-1 37 0,-2 3 8 15,1-2-6-15,0 1 2 0,-2-1-5 0,2 0 37 16,-2 1-33-16,2-3 3 0,-2 2-2 0,-1 1-6 16,1-2 8-16,-3 1-1 0,1-1 3 0,-3 3-16 15,5-3 15-15,-6 1-2 0,-1 2-34 0,-1-1 32 16,1 1-1-16,-2-2 3 16,-3 4-31-16,-1-1 28 0,-2 0-5 0,-1 0-8 15,-2 2 11-15,-2 1 1 0,0-2-3 0,-5 1 47 16,2 2 0-16,-3 0-42 0,1 0 3 0,-4 0 86 15,1 0-41-15,0 0-1 0,0 0 6 0,0 0 1 16,-1 0-29-16,-1 0 14 0,0 0 39 0,0 0-18 16,2 0 0-16,-2 0-15 0,0 0-12 0,0 0-12 15,0 0-23-15,2 0 0 16,-2 0 0-16,0 0 0 0,0 0 0 0,0 0-219 16,0 0 78-16,0 0 63 0,0 0-947 0,0 5 489 15,0 10 244-15</inkml:trace>
  <inkml:trace contextRef="#ctx0" brushRef="#br0" timeOffset="13963.85">17276 2289 1131 0,'0'0'0'0,"0"0"0"0,0 0 0 0,0 0 0 0,0-1 0 0,0-4 0 0,0 4 0 0,0-1 0 0,0-2 0 0,0 2 0 0,2 1 119 0,0-4-38 0,-1 4 0 0,1-2 48 16,0 2-33-16,0-2-11 0,2 2-42 15,0-2 81-15,3-1-40 0,-1-2 0 0,3 1-31 16,3-1 29-16,-1-2-1 0,2-2-39 0,2-1 44 0,0 3-1 15,0-4-31-15,1 1-19 0,4-2 7 16,-1 2 1-16,1-5 0 0,-3 6-21 0,4-3 31 0,-1 2-10 16,-1-1-1-16,6 0 5 15,-5-1-4-15,3 0-1 0,-2 1 11 0,5-4-23 0,0 2 13 16,2-3-1-16,2 1 0 0,2-3-1 16,2 0 11-16,8-4-16 0,-5 0 2 0,0 4 3 15,1-5-1-15,0 5-30 0,-4-3 38 0,8-3-11 16,-4 5 2-16,-5 3 5 0,8-3-7 0,-9 3 2 15,1 0 8-15,-1 1-54 0,2 0 0 16,0 1 41-16,-3-2 23 0,3 2-23 16,-4 0 10-16,2 0-22 0,-2 1-22 0,-2 0 0 15,-1-2 0-15,-1 3 0 0,-3 2 0 0,5-3 0 16,-2 1 0-16,-1-1 0 0,3 0 0 0,-2 0 0 16,1 1 0-16,-1-2 0 0,1 1 0 0,0 2 0 15,1-3 0-15,0 0 0 0,2-3 0 0,0 4 0 16,1 1 0-16,-3-2 0 0,2 0 0 15,-2 1 0-15,0-1 0 0,-1 2 0 0,-1 0 0 16,0-3 0-16,-2 4 0 0,-3 0 0 16,6 0 0-16,-4 1 0 0,-5-1 0 0,3 0 0 15,-1 2 0-15,-1-1 0 0,2 2 0 0,-1-1 0 16,1-4 0-16,-2 4 0 0,-1 2 0 0,1-5 0 16,-2 4 0-16,2 0 0 0,-4 0 0 0,0 0 0 15,1 4 0-15,-7-1 0 0,2 1 0 0,-1 0 0 16,-3 1 0-16,0 0 0 0,-3 1 0 0,-1 3 0 15,1-2 0-15,-2 0 0 0,1 2 0 0,-3-3 0 16,0 3 0-16,0 0 0 16,0 0 0-16,0 0 0 0,0 0 0 0,0 0 0 15,0 0 0-15,0 0 0 0,0 0 0 0,0 0 0 16,0 0 0-16,0 0 0 0,0 0 0 0,0 0 0 16,0 0 0-16,0 0 0 0,0 5-681 0,-7 9 149 15,-9 6 245-15,-7 4-700 0</inkml:trace>
  <inkml:trace contextRef="#ctx0" brushRef="#br0" timeOffset="14381.13">17212 2160 1911 0,'-2'-3'0'0,"1"2"0"0,-1 0 0 0,2-2 0 0,-2 3 0 0,2-1 0 0,0 1 0 0,0 0 0 0,0 0 0 0,0 0 0 0,2 0 96 0,3 5 238 15,3 2-134-15,1 1-84 0,1 2-35 0,-1-1 224 16,0 0-130-16,-1 0-66 0,-1 0 90 0,-1 0-83 16,-1-3-36-16,1 0 0 0,-4 0-75 0,-1-2 0 15,2-3 50-15,-1 2-181 0,-2-3 84 0,0 0 44 16,0 0-1-16,0 0-133 0,0 0 94 0,2 0 35 15,0 1-49-15,7 3-752 0,10-4 342 0,9 0 209 16</inkml:trace>
  <inkml:trace contextRef="#ctx0" brushRef="#br0" timeOffset="14806.68">19524 1007 1330 0,'2'-10'0'0,"0"5"-1"0,0 1 1 0,0 0 0 0,-1 0 0 0,1 2 0 0,-2 1 0 0,0-2 0 0,0 2 0 0,0 1 0 0,0 0 418 0,2 0-187 16,0 1-92-16,2 9-47 0,0-2 285 0,2 4-171 0,1 0-81 15,0-1-39-15,1 2 94 0,-2 1-68 16,-1-5-21-16,3 6-12 0,-3-3-131 0,-3 1 49 16,1-1-1-16,-2-1-352 0,-1 2 211 15,0-1 90-15,0-1-283 0,0 3 185 0,0-3 19 16,-1 2 72-16,-6-1-720 0</inkml:trace>
  <inkml:trace contextRef="#ctx0" brushRef="#br0" timeOffset="15998.01">16476 3632 1478 0,'0'-2'-4'0,"-1"-1"0"0,1-1 0 0,-2-1 1 0,2 3 1 0,0-5 0 0,0 1 1 0,0 1 0 0,0-1 1 0,0 2 0 0,0 0 143 16,0-2-49-16,2 4 13 0,-1-2 57 0,1 0-58 15,0 3-30-15,2-2 66 0,-1 1-48 0,4 1 12 16,0-1-59-16,2 0 21 0,2 2-21 0,3 0 0 15,0 0 0-15,5 0 64 0,2 0-12 16,3 0-52-16,2 0 55 0,1 0-1 16,3 0-54-16,-2 0 12 0,2 0 15 0,-1 4-27 15,-1-1 0-15,0 2-15 0,-1 2 15 0,3 1 12 16,-2 0-12-16,1 0 34 0,2 1-34 0,2 0 0 16,1 1 0-16,1 0-2 0,1-2-45 0,5 2 0 15,-3 0 0-15,3-3 0 0,2 1 0 16,-3-2 0-16,7 3 0 0,-2-4 0 0,4 1 0 0,-2-2 0 15,1 1 0-15,-4 0 0 0,8-1 0 0,-5 0 0 16,0 2 0-16,-2-2 0 0,0 2 0 16,-3-1 0-16,6 1 0 0,-4-2 0 15,1 0 0-15,0 1 0 0,4-1 0 0,-9-3 0 0,13 4 0 16,-5-4 0-16,0-1 0 0,1 2 0 0,4 0 0 16,-3-1 0-16,3-1 0 15,2 3 0-15,1-3 0 0,6 1 0 0,-10 1 0 0,7 0 0 16,-3 0 0-16,1 3 0 0,-3 0 0 0,2 1 0 15,-3-1 0-15,1 0 0 0,-1 4 0 16,-1-2 0-16,3 1 0 0,0-2 0 16,-1 4 0-16,-2-2 0 0,3-1 0 0,0 1 0 15,-3 1 0-15,2-2 0 0,1 4 0 0,-2-5 0 16,0 4 0-16,2-1 0 0,7 1 0 0,-11-3 0 16,6 4 0-16,-3-4 0 0,0 3 0 0,1-3 0 15,-1 3 0-15,-1-1 0 0,-1 0 0 0,1-1 0 16,0 0 0-16,-1-1 0 0,3 0 0 15,-3-1 0-15,1 0 0 0,-1 0 0 0,-1-3 0 0,0 2 0 16,-2-2 0-16,0 1 0 0,-12-1 0 16,4-1 0-16,-2 1 0 0,-4-2 0 15,-1 3 0-15,-4-4 0 0,-6 1 0 0,5-1 0 16,-7 3 0-16,0-3 0 0,1 0 0 0,-5 0 0 16,0 0 0-16,-2 0 0 0,-2 0 0 0,-5 0 0 15,0 0 0-15,-1 0-80 0,-2 0 19 0,-5 0 5 16,1 0-364-16,0 0 187 0,-2 0 93 15,0 0-663-15,-5 0 368 0,-16 9 200 0</inkml:trace>
  <inkml:trace contextRef="#ctx0" brushRef="#br0" timeOffset="16899.91">17216 2283 1135 0,'-2'-5'0'0,"2"1"0"0,0 0 0 0,-2 1 0 0,0 0 0 0,2 2 0 0,0-2 0 0,0 3 0 0,0 0 0 0,0 0 0 0,0 0 91 0,0 0 1 0,0 7-26 0,0 2-26 15,2 3 1-15,0 1 0 16,0 1-35-16,0 8 35 0,0 0 10 0,-1 6-286 16,-1-2 138-16,0 5 68 0</inkml:trace>
  <inkml:trace contextRef="#ctx0" brushRef="#br0" timeOffset="17049.98">17137 2778 1133 0,'0'9'0'0,"0"-2"0"0,0-3 0 0,0 1 0 0,0 1 0 15,0 2 0-15,0-2 0 0,0 3 0 0,0 3 0 0,1-2 0 0,8 4 42 0,-2 1-200 0,-2-2 93 16,3 3 46-16</inkml:trace>
  <inkml:trace contextRef="#ctx0" brushRef="#br0" timeOffset="17214.14">17156 3117 1383 0,'-4'15'0'0,"-1"-1"0"0,-1-3 0 0,2 0 0 0,-2 2 0 0,2-1 0 0,-1-2 0 0,3 3 0 0,0-1 0 0,1 3 0 0,1-2 86 0,0 2-63 0,0 1 19 16,0-2 11-16,0 4-11 16,3-2-340-16,1 5 171 0,3-3 84 0,-1 2 43 15,2-2-228-15,-5 0 123 0</inkml:trace>
  <inkml:trace contextRef="#ctx0" brushRef="#br0" timeOffset="17328.41">17154 3549 1696 0,'-11'8'0'0,"-1"-1"0"0,1 1 0 0,2-2 0 0,-1 0 0 0,1-2 0 0,2 0 0 0,3-2 0 0,-1 0 0 0,5 0 0 0,0 0 85 0,0 1 12 0,0 0-83 0,7-2 28 16,6-1 0-16,6 0-462 0,3 0 231 0</inkml:trace>
  <inkml:trace contextRef="#ctx0" brushRef="#br0" timeOffset="17791.06">19611 1117 1492 0,'0'0'-2'0,"0"0"0"0,0 0 0 0,0 0 0 0,0 0 1 0,0 3 0 0,-2 3 0 0,-2 3 1 0,4 1 0 0,-1 2 0 0,1 0 169 0,0 0-62 16,0 2-19-16,0-2-13 0,1 3-161 0,5 0 65 16,-1 3 32-16,3-2-400 0,-3 4 228 0,0 1 97 15,-2-2 54-15</inkml:trace>
  <inkml:trace contextRef="#ctx0" brushRef="#br0" timeOffset="17924.25">19650 1637 1233 0,'0'12'-3'0,"-2"3"0"0,2-6 1 15,-3 3-1-15,-1-1 1 0,0 2 0 0,1-1 0 0,0 5 1 0,1 2-1 0,2-1 1 0,0 2 97 0,0 5-108 0,0-1 0 0,2 0 55 0,8 0-431 16</inkml:trace>
  <inkml:trace contextRef="#ctx0" brushRef="#br0" timeOffset="18067.36">19652 2420 527 0,'-7'21'-1'0,"1"4"0"0,3-6 0 0,-2 3 0 0,3 2 0 0,-2 0 1 0,4-1-1 0,0 9 1 0,0 0 0 0,0 0 0 0,6 0-138 16</inkml:trace>
  <inkml:trace contextRef="#ctx0" brushRef="#br0" timeOffset="18208.12">19634 3242 969 0,'-9'20'0'0,"2"7"0"0,4-9 0 0,-3 3 0 0,2 0 0 0,0-1-1 0,2 2 0 0,2-1 0 0,0 6-1 0,0 0 1 0,0-4 41 0,2 5 0 0,1 3-372 0,4-5 164 15,-3-4 82-15</inkml:trace>
  <inkml:trace contextRef="#ctx0" brushRef="#br0" timeOffset="18285.34">19637 3830 410 0,'-3'12'0'0,"-4"7"0"0,2-10 0 0,1 1-1 0,1-3 167 0,-1-1-68 0,2-3-28 0,-2-1-1 0</inkml:trace>
  <inkml:trace contextRef="#ctx0" brushRef="#br0" timeOffset="18975.43">17011 3461 1208 0,'0'-8'0'0,"0"3"0"0,0 2 0 0,0-2 0 0,0 2 0 0,0-2 0 0,0 3 0 0,0-1 0 0,0 1 0 0,2 1 0 0,4-2 104 0,3 2-30 15,2-3 123-15,5 2-76 0,0 0-29 0,1 1-10 16,4-1 15-16,-1 2 0 0,1 0-54 0,-3 0-47 0,3 0 10 15,-1 0 37-15,-2 0-65 16,-1 0 32-16,-2 0 1 0,-5 0 32 0,1 0-29 0,-4 0 29 16,1 0 1-16,-4 0-55 0,-2 0 81 15,-1 0-62-15,-1 0 28 0,2 0-37 16,-2 0 154-16,0 0-58 0,0 0-31 0,0 0 92 0,0 0-46 16,0 0-38-16,0 0-62 0,2 0 0 15,0 2 34-15,2-1-1 0,-1 3-29 0,3 0 30 16,-2 0-1-16,0-1 1 0,0 2-36 0,-1 2 35 0,1-1 11 15,-2 0-12-15,-1 2-42 0,3-1 5 16,-2 3-1-16,0 1 62 0,-2-2 7 16,2 7-47-16,-2-3 44 0,0 0 3 0,0 2-37 15,0 1 10-15,0 0-56 0,0 1 20 0,2-2-1 0,-2 0 34 16,2-1-237-16,0 0 107 0,0-2 61 16,-2-3 13-16,2 0-179 0,-1-1 81 15,1-3 57-15,0 1-528 0,4-4 259 0,-3 0 145 0,4-2-563 16</inkml:trace>
  <inkml:trace contextRef="#ctx0" brushRef="#br0" timeOffset="19972.5">19663 3574 696 0,'-8'-2'0'0,"1"-1"0"0,-2 2 0 0,1 1 0 0,-1-1 0 0,0 1 0 0,1 0 0 0,2-3 0 0,1 3 0 0,1 0 0 0,2-2 41 0,0 2 35 16,2 0 0-16,0 0-24 0,0 0 75 0,0 0-43 16,0 0 1-16,0 0 29 0,2 0-36 0,2 0 9 15,3 0-46-15,1 0 112 0,1 0-56 0,2 0-28 16,1 0 0-16,3 0 41 15,2 0-39-15,-1 0-1 0,4 0-61 0,-2 0 0 16,3 0 32-16,-2 0 10 0,-3 2-51 0,2 2 0 16,-2-3 40-16,-2 4-83 0,-3-3 41 0,-1-1 10 15,-3 0 33-15,-2 2-105 0,-1 0 45 0,-2-2 1 16,0-1 0-16,-1 0 65 16,-1 0-3-16,0 0-47 0,0 0 13 0,0 0 153 0,0 0-72 0,0 0 44 15,0 0-56-15,0 0-15 0,0 0-1 0,0 0-62 16,0 3 39-16,0 0 14 15,0 0-13-15,0 3-51 0,0 0 25 0,0 0 0 0,0-1 26 16,0 2-20-16,0 1 17 0,0 2-14 16,0-3-19-16,0 4 18 0,0 1 7 0,0 0-10 15,0 0-45-15,2 3 50 0,-2 2 1 0,2 0 1 16,-2 0-29-16,2 1 12 0,-2 1 20 0,0 0-69 16,2 0 24-16,-2-2 0 0,0-1 33 0,0-2-49 15,0-2 11-15,3-1 0 0,-3-1 54 0,1-2 0 16,-1-2-33-16,2-1 6 15,-2 0 47-15,0-4 0 0,2-1-41 0,-2 0 40 16,0 0-36-16,0 0 1 0,0 0 7 0,0 0 19 16,0 0 11-16,0 0-34 0,0 0 14 0,0 0 90 15,0 0-45-15,0 0-70 0,0 0-10 0,0 0 0 16,0 0 0-16,0 0 0 0,0 0 0 0,0 0 0 16,0 0 0-16,0 0-204 0,0 0-46 0,0 0 128 15,0 0 47-15,2 0-870 0,7 0 453 0</inkml:trace>
  <inkml:trace contextRef="#ctx0" brushRef="#br0" timeOffset="21659.08">17034 3613 1172 0,'0'0'0'0,"0"0"0"0,0-1 0 0,0 1 0 0,0 0 0 0,0 0 0 0,0 0 0 0,0 0 0 16,1-3 0-16,1 3 0 0,2 0 113 0,-2 0-34 0,2 0 12 0,0 0 52 0,1 0-48 0,-3 0 0 0,2 0-49 15,-1 4 86-15,-1-1-49 16,2-1 1-16,-2 1 11 0,0-1 0 0,-1-1-49 15,2 2 11-15,-3-3 14 0,0 0-25 0,0 1 0 16,0-1 0-16,0 0 7 0,0 0 4 0,0 0-11 16,0 0-95-16,0 0 48 0,0 0-1 0,2 0-725 15</inkml:trace>
  <inkml:trace contextRef="#ctx0" brushRef="#br0" timeOffset="22200.44">19592 3780 1876 0,'0'0'0'0,"0"0"0"0,0 0 0 0,0 0 0 0,0 0 0 0,0 0 0 0,0 0 0 0,0 0 0 16,0 0 0-16,0 0 0 0,0 0 235 0,0 0-96 0,0 0-164 0,0 0 29 0,0 2 0 16,0 5 38-16,0 4-652 0</inkml:trace>
  <inkml:trace contextRef="#ctx0" brushRef="#br0" timeOffset="37726.54">25892 5387 1542 0,'0'-3'0'0,"0"1"0"0,0 0 0 0,0 0 0 0,0 1 0 0,0-2 0 0,0 2 0 0,-2-1 0 0,2 1 0 0,0 1 0 0,0 0 80 0,0 0 152 0,0 0-99 16,0 0-45-16,0 0 0 0,0 0 19 0,0 0-32 0,0 0 11 16,0 0-42-16,0 0 50 0,-2 0-50 0,2 0-1 15,0 0 113-15,0 0-62 0,0 0 0 0,0 0-50 16,0 0 148-16,0 0-74 0,0 0-26 0,0 0-12 15,0 0 55-15,0-5-46 0,0-4 0 0,0-2-47 16,2 2 8-16,2-3-50 16,-3 3 0-16,1-1 0 0,-2 3 0 0,0 0 0 15,0 2 0-15,0 4 0 0,0-2 0 0,-2 2 0 16,-7 1 0-16,1 0 0 0,1 1 0 0,-2 9 0 16,3-2 0-16,0 1 0 0,2 0 0 0,2 1 0 15,2-2 0-15,0-1 0 0,0 0 0 0,0-1 0 16,2-1 0-16,4-3 0 0,2 0 0 0,0-2 0 15,4 0 0-15,-2 0 0 0,-2-2 0 0,-1-4 0 16,-2 1 0-16,-1 0 0 16,0 1 0-16,-2 0 0 0,-2 1 0 0,0 1 0 15,0-1 0-15,0 1 0 0,0 2 0 0,0 0 0 16,-8 0 0-16,2 0 0 0,3 2 0 0,-2 4 0 16,2 0 0-16,3-1 0 0,0 1 0 0,0 1 0 15,0-1 0-15,0 0 0 0,3-2 0 16,9-1 0-16,-2-3 0 0,1 0 0 0,-2 0 0 0,2 0 0 15,-3 0 0-15,-2-2 0 0,-3 1 0 0,-1-5 0 16,0 2 0-16,-2 0 0 16,0 1 0-16,-4-1 0 0,-7 2 0 0,-2 2 0 15,0 0 0-15,-3 0 0 0,4 0 0 0,3 0 0 16,1 2 0-16,4 2 0 0,0-3 0 0,2 3 0 16,2 1 0-16,0-1 0 0,0 2 0 0,8 0 0 15,3 0 0-15,6-1-104 0,0 2-88 0,8 1 66 16,-7-2-888-16</inkml:trace>
  <inkml:trace contextRef="#ctx0" brushRef="#br0" timeOffset="38358.94">22390 6585 885 0,'-3'0'0'16,"-3"0"0"-16,3 0 0 0,1-3 0 0,-3 1 0 0,5 0 0 0,-2 2 0 0,2-1 0 0,0 1 0 0,0-2 0 0,0 2 9 0,0-3 43 0,0 2-10 15,0 0-59-15,0-2 0 0,2 1 52 0,0 0-64 16,1 0 35-16,-1 1-7 0,0-2 27 0,-1 2 0 16,-1-1-1-16,2 0-16 0,-2 2 17 0,0-2 29 15,0 2 0-15,0 0-38 0,0-2 13 0,0 2-6 16,0 0 5-16,0-2 2 0,0 2-21 0,0 0 25 16,0 0-8-16,0 0-87 0,0 0 46 0,0 0-9 15,0 0 45-15,0 0-207 0,0 0 96 0,0 0 35 16,0 0 29-16</inkml:trace>
  <inkml:trace contextRef="#ctx0" brushRef="#br0" timeOffset="39240.14">24996 3992 1324 0,'-2'-1'-2'15,"-1"-2"1"-15,2 2-2 0,-3-1 1 0,2 1 0 0,2-2 1 0,-2 1 1 0,2 0 0 0,0 1 0 0,0-1 0 0,0 2 220 0,0-3-87 0,0 2-43 16,2-1 1-16,2-2 71 0,4 1-63 0,-1 1 0 15,1-4 82-15,1 3-68 0,1-1-20 0,-3-1-13 16,2-1 27-16,1 0-29 0,1 0-1 0,-2-1 84 16,5-2-45-16,-1 0-12 15,4-2-57-15,3-1 27 0,5-2-27 0,3-2 0 0,5-2 12 0,7-3-77 16,2 0 33-16,2 0-1 0,4-2-59 0,0 1 46 16,3 2 11-16,-5-2 35 0,4 1-104 0,-3 3 43 15,-2-2 1-15,-2 2-9 0,-7 3 9 0,1-2-3 16,-3 0 0-16,-4 3-24 0,-2 0 38 0,-3 2 9 15,-3-1-6-15,-1 4-22 0,0 0 23 16,-7 0 2-16,2 1-11 0,-7 4 10 16,0-2-2-16,-3 3 1 0,0 1-7 0,-2 0 6 15,-3 1-2-15,1-2-98 0,-2 3 45 0,0 0 2 16,0-2 43-16,0 2-83 0,0 0 35 0,0 0 0 16,0-1 21-16,2-1-203 0,-2 0 87 0,0-1 57 15,2 2-289-15,-2-3 168 0,0 2 73 0,0-2 54 16,0 1-336-16,0 1 189 0,0-2 94 0,0-2-249 15</inkml:trace>
  <inkml:trace contextRef="#ctx0" brushRef="#br0" timeOffset="39533.58">25987 3319 1793 0,'-12'-3'0'0,"4"1"0"0,-2-1 0 0,1-1 0 0,3 2 0 0,0-2 0 0,3 2 0 16,1 1 0-16,2 1 0 0,0 0 0 0,0 0 305 0,5 0-129 0,10 0-65 15,8 0 37-15,0 0-51 0,1 0 12 0,4 0 4 16,1 0-34-16,-1 0 1 0,0 0-33 0,-6 0-48 16,5 3 18-16,-4-1 0 0,1 2 30 0,-4-2-39 15,-1 0 1-15,-6 1 49 0,1-1-26 0,-5 1 15 16,-2-1-1-16,-1 1-21 0,-4-2 73 0,0 2-73 16,0-3 12-16,-2 6-27 0,0-1 146 0,0 1-51 15,0 1-31-15,-6 5-11 0,-4-2-63 0,1 5 0 16,-4 2 0-16,-2 2 0 15,2 2 0-15,-1-1 0 0,-2 7 0 0,1-1 0 16,0 3 0-16,-2-1 0 0,2 2-307 0,-4-1-101 16,2 2 205-16,-2-1 49 0,1-5-414 0,1 3 261 15</inkml:trace>
  <inkml:trace contextRef="#ctx0" brushRef="#br0" timeOffset="39970.05">24864 2919 2256 0,'-4'-9'0'0,"0"6"0"0,3-3 0 0,-1 3 0 0,2-1 0 0,0 2 0 0,0-1 0 0,0 1 0 0,2-1 0 0,15 2 0 0,5-1 92 0,1 2 109 15,9 0-67-15,-1 0-51 0,3 0 1 0,3 0-3 16,2 0-36-16,5 0-1 0,-8 0 12 0,2 0-11 16,0 0 0-16,-3 0-209 0,-3 0 105 0,0 0 51 15,-7 0 12-15,1-3-256 0,-6 2 138 0,-3-2 25 16,-5-2 50-16,-1 0-300 0,-5 1 150 0,-3 0 41 16,-1-2 53-16,0 1-230 0,-2-1 140 0,0 0 70 15,0 1-132-15,0-3 106 0,0 4 49 0</inkml:trace>
  <inkml:trace contextRef="#ctx0" brushRef="#br0" timeOffset="40524.18">25371 2738 1740 0,'-8'0'0'0,"5"-5"0"0,-1 2 0 0,0 0 0 0,4 1 0 0,0-2 0 0,0 0 0 0,0 3 0 0,14-2 0 0,0 2 0 0,9 1 144 0,-5 0-50 0,9 0 224 15,-6 0-125-15,3 7-80 0,-3 1-34 0,0 3 63 16,-3-1-48-16,-3 1 0 15,-3 2-98-15,-4-2 19 0,1 2 0 0,-6 0-23 16,-1 1 0-16,-2-2 53 0,0 3 11 0,-4 1-205 0,-7-1 94 16,-8 2 50-16,1-3-38 0,-1 1-311 15,0-1 134-15,-5 1 105 0,6-4-373 0,-2 0 221 0,0-1 112 16,-1 0 55-16,0-2-295 0,-1 2 181 16,1-3 85-16,-2 2-110 0,0 0 120 0,0-2 44 15,0 2 75-15,-7 5 0 0,3-2 0 0,-1-2 0 16,2 1 0-16,4-2 0 0,-1 2 0 0,2-2 0 15,3 2 231-15,1-4-160 0,6 3-58 16,2-4-39-16,4 1 609 0,1-3-279 16,4 5-75-16,0-3 191 0,0 1-188 15,0-2-83-15,9 3-57 0,3-2 193 0,1-1-120 0,4 1-60 16,0-4-30-16,4 1 36 0,2-3-11 16,3 0-55-16,-4 0-25 0,2 0 24 0,0 0 1 15,-2-1 11-15,0-6-116 0,-1-1 52 0,-3 1 0 0,-1-3-134 16,-1 2 93-16,-7-1 31 0,0 1 23 15,-3-1-143-15,-3 0 72 0,0-1 36 16,-3 3-18-16,0-3 73 0,-4 1-37 0,-9-1-21 16,0 4 77-16,-4 0-5 0,-5 1-53 0,1 4 4 15,-6-1 125-15,-2 2-46 0,-1 0-32 0,-1 11 160 16,-1 2-88-16,-2 3-17 0,4 6-35 0,4-1 176 16,3 1-94-16,5 3-82 0,2-2-57 0,9 0 0 15,-1 6 0-15,8-3 0 0,0 0 0 0,0 0 0 16,12 1 0-16,5-3 0 0,5 0 0 0,4-1 0 15,4-2 0-15,10 0 0 16,2-3-30-16,-6-4-70 0,18 2 58 0,-4-4-895 16,10 0 445-16,0 0 224 0</inkml:trace>
  <inkml:trace contextRef="#ctx0" brushRef="#br0" timeOffset="42395.09">23242 6717 1301 0,'0'0'-4'0,"0"0"0"0,-2 0 1 0,2 0 1 0,-2 0 0 0,2 0 0 0,0 0 1 0,0-1 0 0,0-1 1 0,0-1-1 0,0 2 88 0,0-3-2 15,2 0 0-15,3 1-40 0,1-1 1 0,1 0-4 16,0-1 3-16,3 1 0 0,-2-2-18 0,1 2 18 16,1-1 0-16,-3 1-34 0,4-2 34 0,-1 1 1 15,1-1-1-15,0 0-33 0,1 1 15 0,-1-3 25 16,1 2-32-16,4-1-34 15,-2 0 47-15,2 0 3 0,-1-2-39 0,2 0 7 16,2-1 21-16,-1 1 5 0,5-2-41 0,-5 2 37 16,3-2-5-16,0-1-38 0,-1 3 37 0,1-3 2 15,2-1-6-15,-2 4-15 0,1-2 16 0,-1 1 8 16,2-3-10-16,-2 2 3 0,3 2-2 0,0-3 3 16,0-1-9-16,-2 4 11 0,5-5-3 0,-3 4 4 15,3-5-5-15,-3 5 0 0,-2 1 6 0,6-5-17 16,-1 3 11-16,-2-2 1 0,-1 2 0 15,3-1-27-15,-6 1 30 0,9-2-6 16,-3 0 1-16,-2 1-51 0,1 0 49 0,0-1-2 16,-1 1-9-16,2-4 5 0,0 3 4 0,-1-1-7 15,2 1-43-15,-1-2 43 0,1 2 6 0,0-1-19 16,-1 1 15-16,1-1-4 0,-2 0 3 0,0 1-22 16,-3 2 21-16,5-5-3 0,-3 4 1 0,-2-2-18 15,2 1 18-15,-2 0-3 0,0 0-10 0,3 0 10 16,-2-1 1-16,-2 1-2 15,1 1-5-15,2-2 5 0,-5 1 1 0,3-2-32 16,1 1 30-16,0 0-1 0,1 0 2 0,-3-1 0 16,1 2-1-16,4-2-1 0,-3 1 13 0,2 1-12 15,-2-3 0-15,0 3 0 0,-2 1 53 0,4-2-51 16,-4 1 0-16,1-1 2 0,-2 1 18 16,-1 2-15-16,1 0-3 0,2-2 38 0,-1 0-35 0,0 1 5 15,3-1-4-15,0 0 6 0,-4 2 0 0,6-4-4 16,-2 1-1-16,1 1 0 0,0 1 1 0,-1-2 1 15,-3 1-1-15,6 0-2 16,-2 0-2-16,-1 0-25 0,2 0 26 0,-3-1 0 16,0 5 1-16,4-6 3 0,-3 4-4 0,1-2 1 15,1 2-2-15,-1-3 1 0,-1 1 1 0,4 0-1 16,-1-1-1-16,2 2-22 0,-2-2 22 0,2 3 0 16,-2-4-25-16,1 2 24 0,-1 0-3 0,2 1-10 15,-4-3 10-15,3 2 2 0,-1 1-2 16,0-1-18-16,-1-1 17 0,2 0 1 15,-3 2-3-15,1-2 2 0,-3 3-1 0,5-2 1 16,-5 0-1-16,2 0-8 0,0 1 8 0,-4-1 0 16,8 1 7-16,-2-2-7 0,0 0 0 0,-2 1 0 15,3-1 25-15,-2 1-24 0,0-3 0 0,3 1 25 16,-1 0-24-16,0 1-2 0,-1-2 3 0,2 2-5 16,0-3 4-16,0 1 0 0,0 0 3 0,0 0-35 15,-1 1 34-15,-1-1 0 0,0 1-41 0,0-3 1 16,2 4 32-16,-1-3 4 0,-2 1-2 15,1 1-7-15,-1-2 6 0,1 3 39 16,-2-2-1-16,3-1-37 0,-3 1-2 0,2 0 73 16,1-2-34-16,1 0 9 0,0 0-39 0,2 0 38 15,4-3-34-15,-4 4 23 0,10-5-58 0,-5 3 48 16,1-2-8-16,2 2 10 0,1 1-80 0,-6 1 35 16,7-4-2-16,-10 6-36 0,4-4 31 0,-3 2-15 15,-1-2 43-15,-2 2-6 0,0 1 2 16,0-3-12-16,-1 2 9 0,-1-2 39 15,0 1-39-15,2-1-3 0,-2 0 28 0,2-1-21 16,0 0-3-16,-1 2 11 0,1-3 22 0,6 2-21 16,1-1-7-16,-7 3 17 0,3-2-15 0,1 2 4 15,2-2-3-15,-2 2-20 0,-1-2 20 0,2 3-1 16,3-3 1-16,-1 0-39 0,-2 2 37 0,-2 1-2 16,9-5 2-16,-2 2-35 0,-4-1-1 0,6 0 29 15,0 2-38-15,-6-1 32 0,9-4 6 16,-5 5-51-16,-1-1 48 0,-3 1-8 15,-3 2 7-15,1-1-15 0,-2 0 13 0,-2 2-15 16,0 0 13-16,-2 0 40 0,0 2-40 0,-3 3-5 16,1-6 59-16,1 3 0 0,-5 0-48 0,1 1 14 15,2-1 23-15,-4 3 5 0,5-3-29 0,-3 1-32 16,0 0 30-16,-1 1-3 0,-2 1 2 0,2-2-37 16,-1 4-5-16,-2-2 37 0,1 2-8 0,-5-1-29 15,3-2 24-15,-3 4 8 0,3-1-10 16,-6 0 9-16,1 1-6 0,-1 2 5 15,0-1-82-15,-1 1 42 0,-2 1-5 0,-4 0-227 16,1 2 121-16,-1 1 63 0,-3-2 12 0,1 3-200 16,-1 0 122-16</inkml:trace>
  <inkml:trace contextRef="#ctx0" brushRef="#br0" timeOffset="50002.42">29323 3196 2179 0,'0'0'0'0,"2"0"0"0,-1-2 0 0,5 1 0 0,1-2 0 0,3 1 0 0,2 1 0 0,5-1 0 0,-2 1 0 0,5-2 0 0,1 0 198 0,1 2-68 0,5 0-49 0,1-1 0 16,-3 0 48-16,5 0-44 0,0-1 11 0,3-2-46 16,-1 2-8-16,0-3 0 0,-1 2 0 15,-1-1-70-15,-3-1 46 0,5-1-11 0,-11 0 35 0,1 2-59 16,-1 2 29-16,-4-2 0 0,-4 0 10 16,-2 3-19-16,-2-1 29 0,-2 0-47 0,-2 1 138 15,-3 1-54-15,0 1 7 0,-1 0 101 16,1 0-70-16,-2 0-25 0,0 0-28 0,0 0-54 0,0 0 0 15,0 0 0-15,0 0 0 0,0 0 0 16,0 7 0-16,0 3 0 0,0 2 0 0,-5 2 0 16,-2 3 0-16,-3 4 0 0,0-1 0 0,-1 3 0 15,2-3 0-15,-4 7 0 0,4-4 0 16,-1 2 0-16,-1-2 0 0,2 2 0 0,1-7 0 16,0 5 0-16,-2-2 0 0,3-3 0 15,0 1 0-15,-1-2 0 0,3 0-440 0,-3-5 173 16,3 2 113-16,-2-3-190 0,5-3 151 0,-5 1 75 15,6-2 28-15,-2-2-530 0,1-2 289 0,2 1 144 16</inkml:trace>
  <inkml:trace contextRef="#ctx0" brushRef="#br0" timeOffset="50206.82">29781 3585 2802 0,'0'0'0'0,"-2"0"0"0,2 0 0 0,0 0 0 0,0 0 0 0,4-1 0 0,12-2 0 0,4-2 0 0,3 1 0 0,7 1 0 0,1 1 358 15,3-1-157-15,2 1-80 0,0 1-40 0,2-1 21 0,-1 0-10 0,-2 2-50 0,-3 0 0 0,1 0-213 16,-3 0 107-16,-2 0 63 16,0 0-524-16,-6 0 283 0,0 0 142 0,-1 0 71 15,-4 0-777-15</inkml:trace>
  <inkml:trace contextRef="#ctx0" brushRef="#br0" timeOffset="50221.86">30377 3567 419 0</inkml:trace>
  <inkml:trace contextRef="#ctx0" brushRef="#br0" timeOffset="50816.48">30256 3394 2213 0,'-5'-6'0'0,"3"0"0"0,2 2 0 0,0-1 0 0,0 3 0 0,5-2 0 0,11 3 0 0,2 1 0 0,8 0 0 0,2 0 0 0,2 0 174 0,2 7-56 0,1 0 299 0,-3 1-188 16,2 0-93-16,-2 2 153 0,-4 2-123 0,-6-3-52 15,3 1-41-15,-9 1-71 0,1-2-2 0,-2 2 0 16,-6-1 0-16,-3-1 0 0,-1 2 0 0,-3 2 0 16,0-3 0-16,-3 3-169 0,-14 2 41 0,-5 0 64 15,-5 2-211-15,-3 0 83 0,-10 3 91 16,5-3-38-16,-6 2-436 0,9-1 256 16,-6-2 144-16,4 1-384 0,3-1 258 0,1 1 129 15,3-1 66-15,2-3-211 0,-1 0 142 0,6-2 72 16,1-3 42-16,1 2 61 0,0-5 0 0,4 0 0 15,-2 1 237-15,2 0-161 0,4 0-58 0,-3-1-31 16,0 1 253-16,5 1-151 0,-1 1-60 0,0 4 748 16,-2-2-368-16,3 3-177 0,-1 5-95 0,0-2 430 15,2 5-268-15,0 0-128 0,-1-1-65 0,0 7 334 16,3-3-323-16,3-5-117 0,0 1 0 16,0 1 0-16,2-1 0 0,0 1 0 15,2-4 0-15,3-1 0 0,6-4 0 0,-2 0 0 16,5-2 0-16,0-4 0 0,2-4 0 0,2-2 0 15,1 0 0-15,4 0 0 0,0-5 0 0,2-8 0 16,-1-6 0-16,3-2 0 0,-2-1 0 0,7-8 0 16,-5 1 0-16,-6 3 0 0,1-3 0 0,-4 0-36 15,0 2-45-15,-9 9 67 0,0-3-37 16,-2 5 9-16,-5 2-10 0,1 5 328 16,-1 1-276-16,-2 5 0 0,0 1 0 0,0 0 0 15,0 2 0-15,0 0 0 0,0 2 0 0,0 13 0 16,0 3 0-16,0 5 0 0,0-2 0 0,0 7 0 15,0-1 0-15,0 0 0 0,0 1 0 0,0-2 0 16,0-2 0-16,2 4 0 0,1-10 0 0,2 4 0 16,6-1 0-16,-2-2 0 0,0-4 0 0,3 0 0 15,0 0 0-15,0-3 0 0,3-1 0 16,0 1 0-16,2-3-87 0,1 2-148 16,0-4 96-16</inkml:trace>
  <inkml:trace contextRef="#ctx0" brushRef="#br0" timeOffset="51005.38">30938 4385 3507 0,'0'0'0'0,"0"0"0"0,2 0 0 0,0 1 0 0,-1-1 0 0,1 2 0 15,1-2 0-15,-1 3 0 0,0-3 0 0,-2 0 0 0,3 1 424 0,-1 2-424 0,0-3 0 0,-1 0 0 0,1 0 0 16,-2 0 0-16,2 0 0 0,-2 0 0 0,2 0 0 15,0 0 0-15,0 0 0 0,1 0-751 0,-3 0 126 16</inkml:trace>
  <inkml:trace contextRef="#ctx0" brushRef="#br0" timeOffset="60230.53">25912 5296 423 0</inkml:trace>
  <inkml:trace contextRef="#ctx0" brushRef="#br0" timeOffset="61444.01">25912 5296 578 0,'0'-3'0'0,"0"2"0"0,0 0 0 0,0-2 0 0,0 1 0 0,0 1 0 0,0-2 0 0,0 2 0 0,0 1 0 0,0-2 0 0,0 0 23 0,0 2-1 16,-2-2 42-16,2 2 0 0,0-2-35 0,0 2 55 16,-2 0-52-16,2-2 0 0,0 2 0 15,-2 0 52-15,2-1-50 0,0 1 9 0,-1 0-9 0,1 0 33 16,0 0 0-16,0-3-23 0,-2 3 9 0,2 0 2 15,0 0-13-15,0 0 4 16,0 0 10-16,-2 0-13 0,2 0-1 0,0 0-29 16,0 0 29-16,0 0 0 0,0 0 1 0,-3 0-34 15,3 0 0-15,0 0 36 0,0 0-5 0,0 0-38 16,0 0-1-16,0 0 26 0,0 0 0 0,0 0 5 16,0 0-1-16,0 0-12 0,0 0 27 0,0-1-21 15,0 1 4-15,0 0 69 0,0 0-37 0,0-2 4 16,0 0-32-16,0 0 51 0,0 0-46 15,0 0 17-15,0-2-16 0,0 1-26 0,0-3 27 0,0 0 8 16,3-1-2-16,-1 0 8 16,1-1-12-16,3-3 1 0,0 2 5 0,0-2-9 15,-1-2 5-15,1 2 39 0,-1 0-41 0,3-2-4 16,-2 2 3-16,1-4 5 0,0 2 7 0,0 0-11 16,2-3 1-16,-2 1-1 0,0 0 0 0,2 0 1 15,2 1-48-15,-2-3 18 0,-2-1-5 0,3 1-3 16,-3 3 29-16,2-3 1 0,0 0 3 15,2 0-4-15,-3 0-4 0,2-2 3 16,2 3-4-16,-4-3-27 0,4 0 2 0,1-2 25 16,-3 0 1-16,3 5-49 0,0-5-5 0,-2 2 49 15,2-1-40-15,-3-1-4 0,5 2 32 0,0-4-25 16,-2 4 24-16,0-3 3 0,-2 5-4 16,5-5 1-16,-2 3-3 0,2-1 2 0,0 0-2 0,-2-1-10 15,2 5 12-15,3-5-1 16,-2 3-3-16,0-2-19 0,-4 0 22 0,5 2-8 0,-3-1-2 0,0-3 0 15,-1 2 0-15,1 2 0 16,-2-3 0-16,-2 1 0 0,1 1 0 0,3-6 0 16,-5 5 0-16,2 1 0 0,2-4 0 0,-3 4 0 15,-1-2 0-15,6-1 0 0,-5 1 0 0,3 0 0 16,-2 3 0-16,1-5 0 0,1 5 0 0,2-5 0 16,-2 3 0-1,-1-1 0-15,2 1 0 0,0-4 0 0,-3 5 0 0,1-2 0 0,2-1 0 16,-2 0 0-16,-1 1 0 15,-2 4 0-15,3-3 0 0,-1 1 0 0,-1 1 0 0,0-1 0 16,0 0 0-16,1 1 0 16,1-2 0-16,0-2 0 0,-4 4 0 0,5-1 0 0,-3-2 0 0,-1 1 0 31,3 2 0-31,-1-1 0 0,-1 0 0 0,-1 0 0 0,1 1 0 0,1-1 0 0,-1 1 0 16,-3-2 0-16,5 2 0 0,-4 3 0 15,-1-2 0-15,3 2 0 0,0-3 0 0,-3 1 0 0,5 3 0 0,-4-2 0 16,2 0 0-16,1 0 0 0,-2 0 0 0,2-1 0 15,-1 3 0-15,1-4 0 0,0 1 0 16,-1 1 0-16,-1-2 0 0,0 3 0 16,0-1 0-16,0-1 0 0,2-1 0 0,-4 4 0 15,3-3 0-15,-1 2 0 0,-1-2 0 0,0 2 0 16,-1 1 0-16,3 0 0 0,-4 1 0 0,0-2 0 16,1 1 0-16,0-1 0 0,-1 2 0 15,0 0 0-15,1-2 0 0,0 2 0 0,-1 0 0 0,1 0 0 16,-4-2 0-16,5 3 0 15,-1-3 0-15,-2 4 0 0,0-2 0 16,3 2 0-16,-4 0 0 0,0 0 0 0,0 2 0 0,0 0 0 16,2-1 0-16,-1 1 0 0,-2 0 0 0,1 0 0 15,1-1 0-15,-2 1 0 0,1 1 0 16,1-1 0 0,-1 0 0-16,0-3 0 0,0 3 0 0,2-3 0 0,-1 4 0 0,0-2 0 0,0-1 0 0,-1 2 0 15,2-3 0-15,0 3 0 16,2 0 0-16,-5 1 0 0,3-2 0 0,-2 3 0 0,0-1 0 0,1-1 0 15,1 2 0-15,-4 1 0 16,1-2 0-16,1-1 0 0,-1 3 0 0,1-2 0 16,-4 2 0-16,3-1 0 0,0 0 0 0,-4 2 0 15,5-1 0-15,-3 1 0 0,0 0 0 0,-1 1 0 16,1 1 0-16,0 1 0 0,-1-2 0 0,1 2 0 16,-2 0 0-16,4 0 0 0,-4 1 0 0,0 1 0 15,0-2 0-15,1 2 0 0,-1 0 0 0,0 0 0 16,0 0 0-16,0 0 0 15,0 0 0-15,0 0 0 0,0 0 0 0,0 0 0 16,0 0 0-16,0 0 0 0,0 0 0 0,0 0 0 16,0 0 0-16,0 0 0 0,0 0 0 0,0 0 0 15,0 0-25-15,0 0-98 0,0 0 49 0,0 0-427 16,0 0 219-16,0 0 125 0,0 0 57 0,0 0-604 16,0 3 330-16</inkml:trace>
  <inkml:trace contextRef="#ctx0" brushRef="#br0" timeOffset="61989.93">27280 2359 1969 0,'-4'-4'0'0,"2"2"0"0,2 1 0 0,0-3 0 0,0 0 0 0,0-1 0 0,0 3 0 0,2-7 0 0,11 4 0 0,4-3 0 0,5-1 79 0,3 1 51 0,1-2-43 16,2 0 0-16,2-1-12 0,0 0-19 0,2-1-12 15,-2 0 0-15,1 2 7 0,-4-2-7 0,1 1 1 16,-5 3 10-16,1-2-62 0,-4 2 51 0,-3-2 1 16,-1 3-34-16,-4 2 33 0,-1-1 12 0,-2-1-12 15,-4 4 43-15,0-1 0 0,0 0-53 0,-2 2 50 16,-3-2 12-16,3 3-52 0,-1-1 0 15,0 0 76-15,-2 1-37 0,0-2-1 16,2 1-27-16,-2 1 33 0,0 1-64 0,0-2-24 16,0 2 0-16,0 0 0 0,0 0 0 0,0 0 0 15,0 0 0-15,0 0 0 0,0 0 0 0,0 0 0 16,0 0 0-16,0 0 0 0,0 0 0 0,0 0 0 16,0 0 0-16,0 0 0 0,0 0 0 0,0 0 0 15,1 2 0-15,-1 4 0 0,0 4-35 0,0-4 17 16,2 8-17-16,-2 1 21 0,0 0 116 15,0 3-102-15,2 3 0 0,-2 0 0 16,2 7 0-16,-1 1 0 0,4 0 0 0,3-1 0 16,-1 1 0-16,2 0 0 0,2 2 0 0,1-5 0 15,1 0 0-15,0-4 0 0,-3-1 0 0,6 1 0 16,-4-6 0-16,0 1 0 0,-2-3 0 0,0-2 0 16,-3-3 0-16,-2 0 0 0,-1-3 0 0,1 0 0 15,-4-2 0-15,1-2 0 0,-1-1-143 0,-1 1-29 16,0 2 70-16,0 3-668 0,-1 3 363 0,-11 8 181 15</inkml:trace>
  <inkml:trace contextRef="#ctx0" brushRef="#br0" timeOffset="62767.78">26093 6028 1967 0,'-5'-4'0'0,"2"1"0"0,-2 2-1 0,1-4-1 0,-1 4 1 0,3-2 1 0,1 1 0 0,-1 1 0 0,-1 1 0 0,0 0 0 0,1 1 145 15,-1 10-52-15,-3-1 1 0,1 5 69 0,1 0-60 0,-2 4-19 0,0-1 124 16,1 3-82-16,1 2-42 15,3-3 0-15,-1 1 85 0,2 0-53 0,0-1-42 16,0-1 0-16,2-2 18 0,5-2-50 0,2 0 1 16,3-4 51-16,0 1-51 0,4-2-6 0,-2-3-37 15,2-2 0-15,1-1 0 0,0-2 0 0,-2-2 0 16,3 0 0-16,1 0 0 0,2-2 0 0,2-7 0 16,-5-4 0-16,6-4 0 0,-4-3 0 0,4 2 0 15,-4-5 0-15,1-1 0 0,-3 0 0 0,-1 0 0 16,-1-3 0-16,-3 3 0 0,-4-1 0 15,-1 3 0-15,0-1 0 0,-5 1 0 16,-1 1 0-16,-1-2 0 0,-1 4 0 0,0 1 0 16,-3-1 0-16,-6 1 0 0,-3 2 0 0,-2 4 0 15,-2-2 0-15,0 3 0 0,-2 3 0 0,-1 0 0 16,-1 4 0-16,1 1 0 0,-1 1 0 0,-1 2 0 16,2 0 0-16,0 0 0 0,1 2 0 0,1 5 0 15,3 1 0-15,2 1 0 0,0 3 0 0,1 0 0 16,4 0 0-16,1 3 0 0,0 1 0 15,4-2 0-15,-1 2-325 0,3 4-64 16,0-4 173-16,0 3-681 0,0-1 427 0,5 0 203 16</inkml:trace>
  <inkml:trace contextRef="#ctx0" brushRef="#br0" timeOffset="63946.85">27912 1480 1746 0,'0'-6'0'0,"0"2"0"0,0 1 0 0,0 0 0 0,0 2 0 0,0-2 0 0,-2 2 0 0,2 0 0 0,0 1 0 0,0 0 0 0,0 0 111 0,0 9-33 0,0 4 80 15,-3 2-46-15,-1 4-41 0,0 0 1 0,-3 5 140 16,1-1-85-16,-3 1-42 0,2-3 11 0,-1 5 55 16,-2-1-54-16,5-7 0 0,-3 3-54 0,1-3 11 15,2 0 0-15,-2-4-11 0,4-4-50 16,-3 1 0-16,2-5 50 0,2 1 1 15,1-4-76-15,-3-1 33 0,2-2-1 0,-4 0 8 16,1 0 1-16,0 0-14 0,0-2-3 0,0-5-1 16,1-5 0-16,1 0-3 0,3-7 27 0,0-3-163 15,0 1 69-15,0-8 39 0,12-2-197 0,3-1 109 16,2 2 44-16,1-2-21 0,0 2 24 0,-1 2 0 16,-2-2 15-16,2 5 141 0,-2 1-63 0,-7 3-38 15,5 1 10-15,-3 2 102 0,1 1-60 0,-4 2-33 16,0 5 2-16,0-1 356 0,-2 2-145 15,1 3-100-15,-1 2 264 0,-1-1-164 16,-1 4-81-16,3-2-92 0,-3 3-33 0,6 0 0 16,-4 3 0-16,4 4 0 0,-2 7 0 0,2 1 0 15,0 3 0-15,1 6 0 0,1 0 0 0,-2 1 0 16,-2 2 0-16,0-3 0 0,3 5 0 0,-4-9 0 16,1 5 0-16,-1-5 0 0,1-2 0 0,-1 0 0 15,-2-3 0-15,-1-6 0 0,1 0 0 0,0-3 0 16,-2-2 0-16,-2-2 0 15,2-2 0-15,-2 0 0 0,3 0 0 0,-1 0 0 16,4-4 0-16,1-9 0 0,3-2 0 0,3-4 0 16,-1-1 0-16,5-4 0 0,-1-1 0 0,3-1 0 15,-1-3 0-15,2 3 0 0,-5 0 0 0,5 2 0 16,-3 0 0-16,-2 6 0 0,-1-1 0 0,0 3 0 16,-4 1 0-16,1 1 0 0,-2 4 0 15,-1 3 0-15,-3-1 0 0,0 2 0 0,-2 5 0 16,1-2 0-16,-2 2 0 0,1 1 0 15,0 0 0-15,2 0 0 0,0 0 0 0,3 8 0 16,-1 1 0-16,0 3 0 0,3 0 0 0,0 6 0 16,-3 0 0-16,4 5 0 0,-3-6 0 0,-1 6 0 15,3 3 0-15,-5-5 0 0,5 3 0 0,-5-3 0 16,3 1 0-16,-2 0 0 0,-1-1 0 0,1-2 0 16,-1-2 0-16,0-2 0 0,-2-4 0 0,1-2 0 15,-2 1 0-15,-1-4 0 0,1-3 0 0,0-1 0 16,-2-2 0-16,0 0 0 15,0 0 0-15,0 0 0 0,0 0 0 0,0 0 0 16,0 0 0-16,0 0 0 0,0 0 0 0,0 0 0 16,0 0 0-16,0 0 0 0,0 0 0 0,0 0 0 15,0 0 0-15,0 0 0 0,0 0 0 0,0 0 0 16,0 0 0-16,0 0 0 0,0 0-291 0,0 0-30 16,0 0-938-16</inkml:trace>
  <inkml:trace contextRef="#ctx0" brushRef="#br0" timeOffset="72691.53">26584 1192 500 0,'0'0'0'0,"0"0"0"15,0 0 0-15,0 0 0 0,0 0 0 0,0 0 0 0,0 0 0 0,0 0 0 0,0 0 0 0,0 0 0 0,0 0-42 0,0 0-1 0,0 0 55 0,0 0-17 16,0 0 14-16,0 0 0 0,0 3 1 16,0-1 57-16,-1 5-56 0,-3-2 4 0,0 1 41 15,1 0-42-15,-1-1 0 0,-2 3-1 0,2-2-2 16,-3 0 11-16,2 3-7 0,-2-1 12 0,2 0-53 15,-3 2 47-15,1 1-4 0,0-1 8 0,-1 0-42 16,0 2-6-16,-2-1 37 0,2 0-58 0,1 1 54 16,-4-1-6-16,4 1 4 0,-2-1-16 0,-1 0 14 15,2-2-5-15,1 1 11 16,0-1-7-16,-3 0 0 0,3 0-1 0,0 1-9 16,-2 0 9-16,0-3 1 0,2 2 2 0,0 1-21 15,-3-1 19-15,1 1-1 0,1 1-10 0,-1-2 9 16,-1 2 1-16,1 1-4 0,0 0 0 0,-1-1 1 15,1 1 1-15,0 0-8 0,-2 1 8 0,1 0-1 16,1 1 0-16,-3-2 2 0,1 3-2 0,0-1 1 16,-1 1 0-16,1 0-4 0,0 0 3 15,-2 0 0-15,3 2-27 0,-1-2 26 0,0 0 0 16,0 1-1-16,-1-1-4 0,2 0 3 0,2 0 1 0,-1 0-31 16,0 0 30-16,2 0-2 15,1-1 2-15,-2-1-7 0,3 0 6 0,-1-2-3 16,1 0 2-16,-1 0-15 0,1-1 15 0,1-1-2 15,-2-1 0-15,0-1 0 0,-1 1 1 0,2-1-3 16,-3 1 24-16,2-4-21 0,1 1 0 0,1-1 22 16,0-1-20-16,1-2 1 0,1-1-1 0,-1 1 16 15,3-1-16-15,-1 0 3 16,1 0-2-16,0 0-64 0,0 0 64 0,0 0-1 16,1 0-219-16</inkml:trace>
  <inkml:trace contextRef="#ctx0" brushRef="#br0" timeOffset="74966.62">25975 2372 403 0,'0'-3'0'0,"0"1"0"0,0-1 0 0,0 2 0 0,0-2 0 0,0 3 0 0,0 0 0 0,0-1 0 0,0 1 0 0,3 0 0 0,-1 0 34 0,4 0-6 0,-3 0 0 0,3 0-31 16,-1 0 30-16,1 1-1 0,-1 3 7 0,3 1-14 15,0-2 6-15,-1 1 1 16,0 1-46-16,3 1 44 0,-3 0 6 0,4 0-11 16,-2 2-36-16,0 1-3 0,2 0 40 0,-1 0-44 15,-1 1 40-15,2-1-7 0,1 2 5 0,0 0-29 16,2 0 27-16,-3 1-2 0,0-1 1 0,2 0-38 15,-1 0 35-15,1 3-3 0,-3-3-2 0,2 2 6 16,1 0-2-16,-1-2-1 0,1 2 12 0,-3-2-12 16,4 3 1-16,0-1 11 0,-1 0-11 15,-1 1 0-15,2 1 0 0,-4-3-14 0,5 2 14 0,-5 1 3 16,4 0-3-16,-3 0-9 16,2 2 9-16,-1-3 0 0,-1 3-30 0,1 1 30 15,-2-2-1-15,0 1-4 0,5 1-4 0,-5-3 3 16,2-1 3-16,2 3-9 0,-5-2 8 0,8 2-2 15,-4 1 1-15,2-4 28 0,0 2-27 0,2 0 0 16,-2-1 0-16,0 2 8 0,2-2-7 0,-3 0 0 16,2 0 16-16,-2-1-12 0,2 2-3 0,-1 0 3 15,-2 0-15-15,3 1 14 16,-2-2-1-16,1 1-24 0,-2 2 23 0,2-1 1 16,-2-1-1-16,2 1-26 0,0 1 24 0,0-2-2 15,3 3-1-15,-2 0 7 0,3-2-7 0,-2-1 2 16,2 2 9-16,-2-3-10 0,3 3 1 0,1 0-1 15,-2-2 36-15,0 1-34 0,1 0-1 0,-3-1-1 16,4 1 5-16,-4 1-3 0,-2-5 4 0,2 4-21 16,-1-1 19-16,2-1 0 0,-4 2-1 15,2 1-20-15,0 0 19 0,0 1 0 16,0-2 27-16,-2 0-25 0,3 1-3 0,-1 1 1 16,1 0 42-16,2-3-41 0,2 4 0 0,-5-6 2 15,8 6-16-15,-2-4 16 0,1 4 3 0,-3-6-17 16,5 3 16-16,-5-2 1 0,6 2 0 0,-5 1-54 15,0-4 49-15,-5 0 0 0,3 2-25 0,-1 0 23 16,0-1-6-16,-1-1 5 0,-1 1 16 0,0 2-17 16,1-2-3-16,1 2 31 0,2 2-27 0,-4-4 0 15,3 2 2-15,-2-1 2 16,1-3-3-16,3 4-1 0,-2-2 2 0,0 3-7 16,-3-3 9-16,2-2-2 0,0 2-14 0,-2-1 14 15,-1 4-1-15,5-2 0 0,-4-2-15 0,-2 2 15 16,2-1-2-16,-2 1 1 0,4-1-26 0,-4 0 26 15,3 0-2-15,0-2-1 0,0 2 1 0,0-2-1 16,-1 2 1-16,3 0 3 0,-2 0-3 0,1-2-1 16,0 2 3-16,-1-1-3 0,0 1 0 0,2-1 0 15,-3-1 6-15,3 2-5 16,-1-1-1-16,-2 0-22 0,0 1 21 0,5 3 2 16,-2-3-1-16,1-1-26 0,-5 0 24 0,7 1-1 15,-4 0 1-15,2-2-14 0,0-1 13 0,0 3-2 16,-2-4 1-16,1 0 0 0,1 0 1 0,-2 1-4 15,1-3 20-15,-1 0-17 0,-6 0 0 0,4 1 18 16,-4-3-16-16,1 1 1 0,-1 2 0 0,-2-3 17 16,5 2-17-16,-2-1 4 0,2 2-3 15,0-3 35-15,2 2-33 0,-2-1 1 16,1-1 11-16,-1 0-10 0,0 1-1 0,1-1 3 16,-3-1-53-16,0 1 51 0,-4-2-2 0,5 1 2 15,-5-1-151-15,2-1 66 0,1-1 36 0</inkml:trace>
  <inkml:trace contextRef="#ctx0" brushRef="#br0" timeOffset="76723.28">26516 965 362 0,'0'-2'0'0,"0"1"0"0,3-2 0 0,-1 2 0 0,5 1 0 0,1 0 0 0,-2 0 0 0,1 0 0 0,-2 0 0 0,3 0 0 0,2 0 21 16,-3 0 1-16,2 0 2 0,2 1-1 15,-1 3 0-15,-1-2-31 0,2 4-10 0,-3-3 38 0,3 1-21 16,-3 2 19-16,2 2 0 0,-3-3 5 0,4 2-40 16,-3 1 33-16,1-1-2 0,-2 1 1 15,3 2-1-15,-1-1-2 0,2 0 1 16,-3 1 6-16,7 1-6 0,-5-2 0 0,7 2 0 16,-4 1 11-16,4 1-10 0,3 0 2 0,-4-2-10 15,8 3 9-15,-4-2-1 0,-4-2 4 0,6 4-20 16,-4-3 15-16,2-1 1 0,-3 2-3 0,5 0-20 15,-3-3 23-15,-1 2-2 16,1-1 14-16,-1-2-14 0,2 2-2 0,-1-1 2 0,-1 0 14 0,1 0-14 16,2-2 0-16,-3 1 2 0,2-1-1 0,0 0 0 15,-1 1 3-15,0 2-12 16,-1-3 10-16,-1 1-1 0,2-1 2 0,-2 1-47 16,-3 1 46-16,4 0-2 0,-3 0-41 0,-1 2 38 15,4-3-4-15,-3 2 3 0,0 0 14 0,0-1-15 16,0 0-2-16,0 0-7 0,0 1 7 0,0-1 3 15,0 2-2-15,2-1-13 0,-2 0 13 0,2 2 0 16,-1 0 1-16,1-1 2 0,-1-1-2 0,-2 0-1 16,2 2 7-16,-3-1-7 15,1-2 0-15,0 3-2 0,2-2 16 0,-2 1-14 16,2-2 0-16,-2 3 0 0,4-3 2 0,-3 2 4 16,3-1-5-16,-1 0 63 0,1 1-60 0,-1-1 3 15,-1 1-4-15,0 0-32 0,0-1 32 0,0 2 0 16,-2-1-25-16,2-2 24 0,1 2 1 0,1-1 0 15,-2 1-48-15,0-2 40 0,3 1 5 0,-1 1-33 16,-1-1 30-16,1-1-4 0,2 0 3 0,-5 1-18 16,3-1 17-16,-1 0-3 0,0 0 2 0,-1 1-2 15,1 0 2-15,0-1 0 16,-1 3 1-16,-2-3-2 0,2 2 1 0,-4-2 0 16,1 2 0-16,-1-1 0 0,0 1-1 0,1 0 1 15,-3-1 1-15,3 1-1 0,-1 0 0 0,-2 1 1 16,3-1-1-16,-1 0-1 0,1 0 0 0,1 1 4 15,-1-1-4-15,0 0 1 0,-1 0-1 0,3 2 0 16,-2-1 0-16,0-1 0 0,2 0 0 0,-1 2 0 16,-2-1 1-16,1-1 3 15,0 0-4-15,1 2 1 0,-1-1 0 0,0-1 0 16,-1 0-1-16,3 0 1 0,-1 2 0 0,0-2 11 16,0 2-11-16,2-2 1 0,-2-1 12 0,2 2-12 15,-1-1 1-15,2 0 1 0,-2 1-8 0,1-1 7 16,-2-2-1-16,1 1-3 0,0 1 4 0,-2-1 0 15,2-2 0-15,-2 4-8 0,-1-2 7 0,3 0 1 16,0 0-3-16,-3 1 17 0,2-1-16 0,0 0 2 16,-1 2-7-16,3 0 6 15,-4-1 1-15,4 1-1 0,-2-2-15 0,0 3 15 16,-1-2 0-16,2 3-25 0,0-1 24 0,-1 0 0 16,-1 1-1-16,2 1-21 0,0-3 19 0,-2 3 2 15,-1 1-7-15,0-1 11 0,2 0-8 0,-3 1 1 16,0-1 15-16,-1 3-14 0,0 0-2 0,1 0 2 15,-2-2 15-15,-2 3-14 0,0-1 1 0,1 0 9 16,-2 1-9-16,1-1 0 0,0 0 3 0,3 2 11 16,-2-4-12-16,1 4 0 0,-1-2-1 15,5-1 23-15,-4 0-22 0,3 1 0 16,0-2 2-16,0 1-1 0,3 0 1 0,-2-2-9 16,-1 2 8-16,0-1 1 0,1-1 0 0,-1 3-10 15,-1-4 10-15,1 1-1 0,-2 1 0 0,3 0-10 16,-1 0 9-16,1 0-1 0,0 1-1 0,1 0-3 15,2-1 3-15,-2 2 0 0,4-1 13 0,-3-2-11 16,0 1-1-16,0-1 1 16,-1 1-1-16,2-2 1 0,-1 2 0 0,0-1-4 0,-3-2 4 15,6 3 0-15,-3-4 0 0,0 4 3 16,0-4-3-16,0 1 0 0,0 1 0 0,-2-3-4 16,1 1 4-16,1 2-1 0,0-2-15 0,-2 0 14 15,2 0 1-15,-2 1 0 0,2-3-54 0,-3 5 51 16,5-4 1-16,-5 0-53 0,2 0 49 0,-3-2-3 15,3 0 3-15,-4 2 8 0,1-1-9 0,-2 0-5 16,1-2 2-16,0-1 38 0,-2 1-36 0,-3-1 0 16,2-2 23-16,-3 1-20 0,-1-2-2 0,2 1 6 15,-5-1-9-15,2-2 10 16,1 1-3-16,0-2-11 0,-3 1 10 0,0-2 3 16,0 0-2-16,0 0-55 0,0 0 53 0,0 0-5 15,0 0 4-15,0 2-90 0,0 2 42 0,-10 1-7 16</inkml:trace>
  <inkml:trace contextRef="#ctx0" brushRef="#br0" timeOffset="77324.03">29861 3725 625 0,'-5'-1'0'0,"0"-2"0"0,5 1 0 0,-2 1 0 16,-3-3 0-16,4 3 0 0,-3-1 0 0,2 0 0 0,1 0 0 0,1 2 0 0,-2-2 44 0,2 2 44 15,0 0-31-15,0 0-11 0,0 0-55 0,0 0 0 0,0 0 54 0,-2 0-1 16,2 0-28-16,-1 4 26 0,-1 1 0 0,2 0 0 16,-3 1-42-16,3 0 35 0,-2 2 13 0,2-2-63 15,-3-1-1-15,3 1 35 0,0 0 11 16,0-2-42-16,-2-1 5 0,2-1 27 0,-3 0 4 0,3-1-32 15,0-1-1-15,0 2 25 0,0-2-32 0,-2 0 29 16,2 0 3-16,0 0 14 0,0 0-16 16,0 0-4-16,0 0 7 0,0 0 21 15,0 0-23-15,0 0 0 0,0 0-1 0,0 0-34 16,0 0 38-16,0 0-2 0,0 0-1 0,-1 0-228 16,1 4 108-16,0 4 49 0</inkml:trace>
  <inkml:trace contextRef="#ctx0" brushRef="#br0" timeOffset="78038.48">29944 3746 272 0,'-1'0'0'0,"-3"0"0"0,-1 0 0 0,3 0 0 0,-3 0 0 0,0 0 0 0,1 0 0 0,-1 0 0 0,1 0 0 0,-1 0 0 0,4 0 22 15,-3-1 56-15,2-1 0 0,2 2-49 0,-1 0 7 16,-1 0 54-16,2 0-57 0,0 0 0 0,0 0 61 16,0 0-1-16,0 0-45 0,0 0-10 0,-2 0 24 15,2 0-15-15,-1 0-4 0,-4 0 13 0,3 3-56 16,-1 5 47-16,-1 0-2 0,0 3 2 0,-2 0-33 15,1 0 0-15,-1 0 35 0,1 2-82 0,-3 0 28 16,1 1 1-16,0 1 17 0,-1-1-26 16,1-2-7-16,1 1 43 0,-1 0-44 15,-3 1 40-15,2 0-9 0,1-2 7 0,0 1-2 16,-3 0 0-16,0 0-3 0,3-2 3 0,-4 3-21 16,4 0 21-16,-3 0 3 0,-1-1-14 0,4 1 12 15,-3-2-2-15,1 3 0 0,-3-1-33 0,1 1 32 16,-2-2 0-16,5 2-3 0,-3 0 1 0,-1-2-3 15,1 2 3-15,0 2 4 0,-1-2-5 0,0-2-1 16,2 2 1-16,0 0-3 0,-1 0 3 0,2 1 4 16,-1-4-29-16,0 3 25 15,4-1 0-15,-3 0 1 0,-1 1-22 0,2 1 21 16,-2 0-1-16,0 0-38 0,-2 0 36 0,2 1-4 16,0 0 3-16,-1-2-30 0,0 4 28 0,0-4-5 15,3 2 4-15,-3 0-7 0,0-2 6 0,3 1-2 16,-2 0 28-16,0-1-26 0,1 2 0 0,-1-3 0 15,1 1 12-15,2 1-10 0,-2 1 2 0,-1-3-4 16,1 4 2-16,0-3 2 0,1 1-2 0,-4 1-16 16,5 1 17-16,-3-2-3 15,1 1-37-15,0 0 36 0,2 2-1 0,-3-2 2 16,2 0-41-16,0-3 38 0,0 4-5 0,1-3 5 16,-3 2-8-16,3-5 7 0,1 1-4 0,0-1-29 15,-2-2 29-15,0 1 2 0,3-3-5 0,-2-1 23 16,2 0-20-16,-4 0 1 0,2 1-33 0,0-2 32 15,0-1-2-15,2 1 2 0,-1-1-49 0,3-2 47 16,-3 0-2-16,5 1 2 16,-1-2-121-16,0-2 59 0,2 2 22 0,0-2-294 15,0 2 145-15,0-2 78 0</inkml:trace>
  <inkml:trace contextRef="#ctx0" brushRef="#br0" timeOffset="79134.9">26697 1112 430 0,'-5'0'0'0,"0"0"0"0,-1-2 0 0,3-2 0 0,0 3 0 0,1-3 0 0,-2-1 0 0,2 1 0 0,1 2 0 0,1-3 0 0,-2 0 35 0,2 1-7 15,0-2 5-15,0 2 1 16,0-2 0-16,0 1-47 0,0 1 44 0,0-1 9 0,0-1-9 16,0 3-13-16,0-1 12 0,0 1 1 15,0-3 55-15,-2 6-48 0,-1-2-8 0,3-1 1 16,-1 2 49-16,1 1-47 0,-2 0 1 0,2 0-38 16,-2 0 40-16,-2 0-2 0,2 4 6 0,-1 4-39 15,1-1 1-15,-2 2 38 0,-1 4-8 16,-1 1 15-16,0 1-19 0,-2 2 2 0,1-1 9 0,-1 2-9 15,-3 0-3-15,-1 5-7 0,0-3 47 16,-1 2-38-16,0-3 8 0,-4 5-4 16,2-2-1-16,0-2 9 0,0 0-8 0,-2 1-19 15,2 0 26-15,-3 2-8 0,4-3 0 0,-2 1-49 16,6-5 47-16,-4 4-7 0,1-1 31 0,0-3-26 16,0 1 0-16,2 0-1 0,-3 0 22 0,2-2-21 15,-1 2 8-15,1 0-13 0,1-1 6 0,-3 1 2 16,3 2-1-16,-1-2-53 0,2 1 59 0,0-2-13 15,1-2 5-15,1 3-50 0,-1-2 1 0,2 1 42 16,1-2-44-16,-2 2-10 0,3-1 51 0,-3 1-10 16,1-2-32-16,1 1 27 15,-2 0 12-15,1-1-67 0,0 1 60 0,-3 1-15 16,2-2 12-16,-1 2 1 0,-1-1-2 0,1 2-4 16,0-2 2-16,-3-1 30 0,3 2-29 15,0-1 1-15,0-1 30 0,-1 1-28 0,1-3-1 0,1 2 4 16,1-1-11-16,1-1 11 0,-1 2 2 15,1-3-7-15,1 0 3 0,0 1 2 16,-1 0-2-16,3-2-22 0,-3 0 23 0,1 1-1 16,1 3-3-16,-2-5-17 0,0 2 16 0,-1 2 1 0,0-2-20 15,0 2 19-15,-1 2-3 0,0-6 3 16,-2 3-14-16,4-1 13 0,0-3 0 0,-2 2 17 16,3-3-17-16,-3-2-1 0,5 2 0 0,-1-4 6 15,2 0-6-15,0 0 1 0,0-1 0 0,2-2-7 16,0 0 9-16,0 0-2 0,0 0-21 0,0 0 21 15,0 0 0-15,0 0 0 16,0 0-215-16,0 0 101 0,0-2 41 0</inkml:trace>
  <inkml:trace contextRef="#ctx0" brushRef="#br0" timeOffset="85429.45">28560 3882 1234 0,'0'-2'0'0,"0"0"0"0,0 0 0 0,0 1 0 0,2-4 0 0,1 4 0 0,-3-2 0 0,1 0 0 0,1-1 0 0,0 2 0 0,0-1 123 0,3-3-41 0,1 3 1 16,-1-3-76-16,1-2-11 0,1 2 47 0,0 0-1 16,-2 1-85-16,-1 0 43 0,-1 1 11 0,1-1 31 15,-3 1-72-15,3 3 34 0,-3-1-5 0,-1 2 81 16,0-2-12-16,0 2-44 0,0 0-26 0,0 0 110 16,0 0-42-16,0 0-1 0,0 0-19 0,0 0 189 15,0 0-96-15,0 0-48 0,0 0 142 0,1 0-95 16,-1 0-36-16,0 0-12 0,0 0 125 15,0 0-86-15,0 0-43 0,0 0 153 16,2 0-88-16,1 0-116 0,-1 0-35 0,5 0 0 16,-2 4 0-16,0 1 0 0,1 1 0 0,4 4 0 15,-3-1 0-15,0-2 0 16,1 3 0-16,0-1 0 0,-2-1 0 0,1-1 0 16,0-1 0-16,-2 0 0 15,-1-2 0-15,-2-1 0 0,-1-1 0 0,1-2 0 16,0 0 0-16,-2 0 0 0,0 0 0 0,0 0 0 0,0 0 0 0,0 0 0 15,0 0 0-15,-2 0 0 0,-3-2 0 0,-4-1 0 16,-2-1 0-16,-1-2 0 16,-1 3 0-16,-1-3 0 0,2 0 0 0,-2 0 0 0,5 3 0 0,-7-3 0 15,9 3 0-15,0-4 0 0,-1 5 0 16,4-1 0-16,2 1 0 0,0 1 0 0,2-2 0 0,0 3 0 16,0 0 0-16,6 0 0 15,9 0 0-15,3 0 0 0,1 0 0 0,4 4 0 0,-1-2 0 16,0 2 0-16,1-3 0 0,1 2 0 15,-3-1 0-15,-3 0 0 0,-3-1 0 0,-3-1 0 16,0 0 0-16,-4 0 0 0,-5 0 0 0,-1 0 0 16,0 0 0-16,0 0 0 0,-2 0 0 0,0 0 0 15,-4 0 0-15,-6 0 0 0,-6-1 0 0,-1-3 0 16,-2-1 0-16,1-1 0 0,3 0 0 0,-1 0 0 16,2 3 0-16,5-3 0 0,0-1 0 0,4 6 0 15,1-3 0-15,3 2 0 0,1 1 0 0,0-2 0 16,0 3 0-16,0 0 0 15,0 0 0-15,8 0 0 0,5 0 0 0,-1 3 0 16,3 2 0-16,-1 1 0 0,-1 0 0 0,2 1 0 16,-2-1 0-16,-3 0 0 15,0 0 0-15,-2-4 0 0,-4 5 0 0,4-4 0 0,-6 0 0 0,-1-2 0 16,1-1 0-16,-2 2 0 0,0-2 0 0,0 0 0 16,0 0 0-16,-8 0 0 0,-4 0 0 0,2-3 0 15,-3-5 0-15,3 2 0 0,-1-1 0 0,2 1 0 16,1 0 0-16,1 0 0 0,1 3 0 15,5 0 0-15,-4 2 0 0,5-2 0 16,0 2 0-16,0 1 0 0,0 0 0 0,0 0 0 16,0 0 0-16,0 5 0 0,0 4 0 0,5-2 0 15,-2 1 0-15,4-1 0 0,-2 1 0 0,0-2 0 16,3 0 0-16,-3-2 0 0,-1 2 0 0,-1-4 0 16,1-1 0-16,-3 1 0 0,2-2 0 0,-1 3 0 15,-2-3 0-15,0 0 0 0,0 0 0 0,0 0 0 16,0 0 0-16,0-3 0 15,-6 1 0-15,0-3 0 0,3 0 0 0,-1 1 0 16,3-1 0-16,-4 0 0 0,2 2 0 0,3 1 0 16,0-1 0-16,0 2 0 0,0 0 0 15,0-2 0-15,0 3 0 0,3 0 0 0,7 0 0 0,3 3-564 16,4 6-113-16</inkml:trace>
  <inkml:trace contextRef="#ctx0" brushRef="#br0" timeOffset="87938.36">28855 4306 1521 0,'-2'-7'0'0,"2"1"0"0,-2 0 0 0,1-1 0 0,-1 1 0 0,0 1 0 0,-1-1 0 0,0 0 0 0,1 3 0 0,-1 1 0 0,3-1 375 0,-2 3-167 0,2 0-84 0,-2 0 129 0,-1 0-111 15,0 0-51-15,-1 5 1 16,-1 4 63-16,-1 2-57 0,-1 0-18 0,2 4 115 0,-2-1-76 15,0 4-40-15,-2 2 1 0,2-1 16 16,-1 1-18-16,-4 0-9 0,1 5-28 0,2-5-6 16,0-1-35-16,-3 3 0 0,3-2 0 0,0-2 0 15,-2 1 0-15,4-4 0 0,-1 0 0 0,4-4 0 16,-3 0 0-16,2-3 0 0,1-1 0 0,-1 0 0 16,0-4 0-16,3-2 0 0,0 2 0 0,-2-3 0 15,3 0 0-15,-3 0 0 16,2 0 0-16,1-3 0 0,1-6-219 0,0-4 19 15,0-2 67-15,3-7 54 0,8-1-333 0,3-2 175 16,1-2 103-16,0 0-115 0,1 1 105 0,-2-1 51 16,0 4 26-16,-3 2 56 0,-1 2 10 0,3 0-40 15,-6 4 0-15,-2 4 81 0,1 1-40 16,-4 3-10-16,0 5 306 0,1-2-168 0,-3 2-85 0,3 2-42 16,-1 0 477-16,-1 0-226 0,1 10-48 0,2 5 112 15,-1 2-138-15,2 6-68 0,2 1-85 0,1-2-25 16,-1 8 0-16,1-2 0 15,-1-1 0-15,3-1 0 0,-5-6 0 0,2 6 0 16,1-6 0-16,-3-2 0 0,0 0 0 0,0-4 0 16,-4-5 0-16,4 1 0 0,-5-3 0 0,2-2 0 15,1-4 0-15,-3-1 0 0,0 0 0 0,2 0 0 16,0 0 0-16,1-6 0 16,5-8 0-16,2-7 0 0,1 0 0 0,-2 2 0 0,6-8 0 15,-3-2 0-15,3 4 0 0,-3 1 0 16,-1 4 0-16,-1-1 0 0,-1 4 0 0,0 2 0 15,-4 5 0-15,1 1 0 0,-3 3 0 0,-1 3 0 16,0 1 0-16,-1 0 0 0,1 2 0 0,1 0 0 16,5 4 0-16,-3 5 0 0,2 5 0 0,1 1 0 15,0 2 0-15,-1 1 0 0,0 7 0 0,1-7 0 16,-3 5 0-16,3 0 0 0,-2-3 0 0,-3 3 0 16,0-3 0-16,3 0 0 0,-5-2 0 15,4-1 0-15,-2-2 0 0,-1 1 0 0,-1-6 0 0,1 0 0 16,-2-2 0-16,2-1 0 15,-2-1 0-15,0-5 0 0,0 1 0 0,0 0 0 16,0-2 0-16,0 0 0 0,0 0 0 0,0 0 0 16,0 0 0-16,0 0 0 0,0-2 0 0,0-7 0 15,0-3 0-15,0-5-688 0,0-4 236 0,8-7 210 16,7 1-600-16,-1-6 400 0,1 0 201 0</inkml:trace>
  <inkml:trace contextRef="#ctx0" brushRef="#br0" timeOffset="88125.4">29383 4032 2722 0,'0'-16'0'0,"0"2"0"0,0-1 0 0,0 5 0 0,0 1 0 0,0 5 0 0,0 1 0 0,0 1 0 0,0 0 0 0,0 2 0 0,0 0 134 16,0 0 306-16,0 4-199 0,0 9-101 0,0 0-49 16,0 6 72-16,0-1-163 0,0 7 0 0,-2-1 0 0,-1 2 0 15,-3 0 0-15,1 5 0 0,-2-2 0 16,2 2 0-16,-2-1 0 0,0 0-363 0,3-1-88 15,-3 1 245-15,3-6 34 0,-1 3-915 0</inkml:trace>
  <inkml:trace contextRef="#ctx0" brushRef="#br0" timeOffset="89196.9">28262 3869 1054 0,'-4'-3'0'0,"-2"0"0"16,2-1 0-16,1-1 0 0,-3 1 0 0,2-1 0 0,-1 0 0 0,-1 0 0 0,2 1 0 0,-1 0 0 0,3 1 268 0,-2 0-119 0,2 1-54 0,0 1-27 15,0-1 209-15,2 0-108 0,0 2-70 16,-1 0-29-16,1 0 182 0,0 0-106 0,0 0-53 0,0 0-16 15,0 0 64-15,0 0-50 0,3 0 0 16,5 0 29-16,3 0-39 0,0-2 10 0,2 2 142 16,1 0-95-16,1 0-49 0,0 0-50 0,0 0-39 15,1 0 0-15,1 0 0 0,3 0 0 0,1 0 0 16,-2 0 0-16,3 4 0 0,-1-2 0 16,1-1 0-16,1 1 0 0,-1 1 0 15,0-3 0-15,4 0 0 0,-3 0 0 0,-1 0 0 16,0 0 0-16,0 0 0 0,-3 0 0 0,-3 0 0 15,-2 0 0-15,-2 0 0 0,-1 0 0 0,-2 0 0 16,-4 0 0-16,0 0 0 0,-1 0 0 0,-3 0 0 16,1 0 0-16,-2 0 0 0,3 0 0 0,-3 0 0 15,0 0 0-15,0 0 0 0,0 0 0 0,0 0 0 16,0 0 0-16,0 0 0 0,0 0 0 0,0 0 0 16,0 0 0-16,0 0 0 0,0 0 0 15,0 0 0-15,0 0 0 0,0 0 0 16,0 0 0-16,0 0 0 0,0 6 0 0,0 1 0 15,0 2 0-15,0 4 0 0,-3 3 0 0,-4-2 0 16,2 4 0-16,-4 6 0 0,-1-5 0 0,-1 7 0 16,-1-2 0-16,3 3 0 0,-2-2 0 0,1-2 0 15,3-2 0-15,-2 1 0 0,2-1 0 0,-1-2 0 16,2-4 0-16,2 0 0 16,-1-5 0-16,1-2 0 0,1 2 0 0,1-5 0 0,-1 2 0 0,1-4 0 15,2 0 0-15,-1-2 0 16,1-1 0-16,-2 1 0 0,2-1 0 0,0 0 0 15,0 0 0-15,0 0 0 0,0 0 0 0,0 0 0 16,0 0 0-16,0 0 0 0,0 0 0 0,0 0 0 16,0 0 0-16,0 0 0 0,0 0 0 0,0 0 0 15,0 0 0-15,0 0 0 0,0 0 0 0,0 0 0 16,0 0 0-16,0 0 0 0,0 0 0 0,0 0-371 16,0 3 89-16</inkml:trace>
  <inkml:trace contextRef="#ctx0" brushRef="#br0" timeOffset="91784.79">27674 2383 1164 0,'0'0'0'0,"-1"-2"0"0,1-1 0 0,0 3 0 0,0-2 0 0,-4-1 0 0,4 2 0 0,0-1 0 0,0 1 0 0,0 1 0 0,0-2 98 0,0 2-29 0,0 0 11 0,0 0 67 16,0 0-53-16,0-3-26 0,0 3-1 0,0 0 34 16,0 0-20-16,0 0-10 0,0 0 86 0,0 0-58 15,0 0-29-15,0 0 10 0,0 0 11 0,0 0-50 16,0 0 0-16,0 0-63 0,0 0 32 0,0 0-1 16,0 0 42-16,0 0-93 15,0 0 41-15,0 0 0 0,0 0 42 0,0 0-108 16,0 0 54-16,0 0-6 0,0 0-8 0,0 0 3 15,0 0 0-15,0 0 0 0,0 0 46 0,0 0-27 16,0 0 8-16,0 0 70 0,0 0-34 0,0 0 4 16,0 0-34-16,0 0 77 0,0 0-36 0,0 0 13 15,0 0-45-15,0 0 64 0,0 0-22 0,0 0 10 16,0 0-5-16,0 0-19 0,4 0-12 0,-3 0 52 16,0 0-38-16,2 0-2 15,-1 0-7-15,0 0-13 0,-2 0 15 0,3 0 1 16,-1 0 9-16,0 0-92 0,1 3 38 0,-1-1-2 15,0 1 40-15,-1-2-78 0,5 2 42 0,-5-1-21 16,0 1 23-16,4-1 12 0,-3 0 6 0,0 0-14 16,-1 0 38-16,1-2-29 0,0 1 1 0,0 2 47 15,-1-3 1-15,-1 1-43 0,2 1 15 0,0 0 39 16,-1-1-39-16,1 2-26 0,1-1-9 0,0-1 0 16,-3 1 0-16,3 0 0 15,1-1 0-15,-2 2 0 0,-1 0 0 0,3 0 0 16,-2-2 0-16,2 2 0 0,-3 0 0 0,3-1 0 15,1 2 0-15,-5-2 0 0,5 2 0 0,-1-1 0 16,1 1 0-16,-2 2 0 0,1-2 0 0,2 1 0 16,-1 1 0-16,0-1 0 0,0 1 0 0,-1 0 0 15,2 1 0-15,-3-1 0 0,4-1 0 16,-2 3 0-16,-2-1 0 0,2-2 0 0,2 4 0 0,-4-4 0 16,4 3 0-16,-2-3 0 0,1 3 0 15,-4-2 0-15,5 1 0 0,-2-1 0 16,-1 0 0-16,2 1 0 0,0-2 0 0,-4 3 0 15,5-3 0-15,-4 3 0 0,3-2 0 0,-2 1 0 16,0-2 0-16,2 1 0 0,-3 0 0 0,3 0 0 16,-3 1 0-16,2-4 0 0,0 5 0 0,1-4 0 15,-4 4 0-15,3-2 0 0,1 0 0 0,-3 0 0 16,4-2 0-16,-3 1 0 0,1 1 0 0,0 0 0 16,1 2 0-16,-1-5 0 15,0 5 0-15,-1-2 0 0,3-1 0 0,-4 1 0 16,2-1 0-16,1 2 0 0,-2-2 0 0,2 1 0 15,0 1 0-15,-3-2 0 0,4 1 0 0,-3 0 0 16,3 1 0-16,-2 0 0 0,-1-3 0 0,1 2 0 16,0 0 0-16,0 0 0 0,3 1 0 0,-3-2 0 15,2 1 0-15,1 2 0 0,-1-3 0 0,-1 3 0 16,1-2 0-16,3 1 0 0,-5-1 0 16,3 1 0-16,1-1 0 0,-3 1 0 15,1-2 0-15,1 4 0 0,-3-4 0 0,2 3 0 16,1-1 0-16,-2-1 0 0,2 2 0 0,-1-1 0 15,1 2 0-15,-1-4 0 0,1 3 0 0,0-1 0 16,1 4 0-16,-2-4 0 0,0-2 0 0,0 4 0 16,3 0 0-16,-5-2 0 0,3 2 0 0,-1-3 0 15,0 3 0-15,-2-1 0 0,0-1 0 0,1 1 0 16,1-1 0-16,-2 2 0 0,0-1 0 0,0 0 0 16,3-2 0-16,-3 3 0 15,0-2 0-15,1 1 0 0,-1-1 0 0,2-1 0 16,-2 1 0-16,1 1 0 0,-1-3 0 0,1 1 0 15,-1 1 0-15,0-1 0 0,0 1 0 0,-1-2 0 16,-1 1 0-16,2-1 0 0,-1 1 0 0,0-1 0 16,1 1 0-16,-2-1 0 0,1 1 0 0,-1 2 0 15,1-3 0-15,-1 0 0 0,2 4 0 0,0-2 0 16,0-2 0-16,0 3 0 0,-2-1 0 0,1 0 0 16,2 0 0-16,-4 4 0 15,3-4 0-15,1 2 0 0,-2 0 0 0,-1-2 0 16,2 2 0-16,0-1 0 0,-1 0 0 0,1 1 0 15,-1-2 0-15,0 1 0 0,2 2 0 0,-4-3 0 16,3-2 0-16,0 3 0 0,-1-1 0 0,0 2 0 16,0-4 0-16,-1 2 0 0,2 1 0 0,-2-3 0 15,1 2 0-15,-1 1 0 0,1-2 0 0,-1 1 0 16,1-1 0-16,-2 1 0 0,3-1 0 0,-3 2 0 16,3-3 0-16,-1 3 0 0,-1-3 0 0,1 3 0 15,2-3 0-15,-3 2 0 16,2-3 0-16,-2 4 0 0,1-2 0 0,-1-1 0 15,1 1 0-15,-1-1 0 0,3 1 0 0,-4 0 0 16,3-1 0-16,-3 3 0 0,1-2 0 0,1-1 0 16,-3 1 0-16,3 2 0 0,-1-3 0 0,3 1 0 15,-3 2 0-15,1-3 0 0,0 1 0 0,1-1 0 16,-2 3 0-16,0-3 0 0,5 0 0 0,-5 2 0 16,1-1 0-16,0-1 0 0,1 1 0 15,-1-1 0-15,-2 1 0 0,3 0 0 16,1-1 0-16,-2 1 0 0,1 0 0 0,-1-1 0 15,2 2 0-15,-4-3 0 0,6 1 0 0,-5 1 0 16,1 0 0-16,1 0 0 0,-2-3 0 0,0 3 0 16,-1-2 0-16,3 0 0 0,-3 1 0 0,1 0 0 15,-1-2 0-15,-1 0 0 0,1 0 0 0,0 0 0 16,-1-1 0-16,1 0 0 0,0 0 0 0,-2-1 0 16,2-1 0-16,-2 2 0 0,0-2 0 0,1 3 0 15,-1-3 0-15,0 0 0 16,0 0 0-16,0 0 0 0,0 0 0 0,0 0 0 15,0 0 0-15,0 0 0 0,0 0 0 0,0 0 0 16,0 0 0-16,0 0 0 0,0 0 0 0,0 0 0 16,0 0 0-16,0 0 0 0,0 0 0 0,0 0-435 15</inkml:trace>
  <inkml:trace contextRef="#ctx0" brushRef="#br0" timeOffset="103939.26">24378 10415 2213 0,'-5'10'-9'0,"4"-2"3"0,-1-1 2 0,2 1 0 0,0 1 3 0,0-4 0 0,0-1 1 0,0 1 0 0,0-3 0 0,2 0 0 0,1 1 121 0,2-3 89 15,-1 0-80-15,1 0-40 0,-1 0 191 0,-1 0-116 16,3-3-45-16,-4-1-12 0,-1 0 141 0,2-3-100 15,-1 4-49-15,0-3-80 0,-2 1-20 0,0-1 0 16,0 0 0-16,0 2 0 0,0-1 0 16,0 1 0-16,0 0 0 0,0 0 0 0,0 2 0 15,2 1 0-15,-1-2 0 0,1 0 0 0,4 0 0 16,-1 2 0-16,2-1 0 0,4-2 0 0,-1 3 0 16,1-2 0-16,1-1 0 0,1 3 0 0,1-1 0 15,-2 0 0-15,4 0 0 0,-3 1 0 16,4-1 0-16,-2-3 0 0,2 4 0 0,-1-1 0 0,0 0 0 15,2 0 0-15,-1 0 0 16,3 1 0-16,-1-2 0 0,4 3 0 0,2 0 0 16,-1 0 0-16,0 0 0 0,5 0 0 0,-1 0 0 15,0 0 0-15,2 0 0 0,-2 0 0 16,1 0 0-16,1 3 0 0,0-2 0 0,0 1 0 0,0 2 0 16,2-2 0-16,-6-1 0 0,10 2 0 0,-6 1 0 15,0-3 0-15,0 1 0 0,-1 0 0 0,1 0 0 16,0-1 0-16,0 3 0 0,-2-1 0 0,3-2 0 15,-3 3 0-15,-4-1 0 0,7 1 0 16,-1 1 0-16,-2-2 0 0,0 1 0 16,-1 0 0-16,6 0 0 0,-3-1 0 0,4 2 0 15,2-2 0-15,-1 1 0 0,2-1 0 0,4 0 0 16,5-1 0-16,-2-1 0 0,0-1 0 0,4 0 0 16,-6 0 0-16,-2 0 0 0,7 0 0 0,-11 0 0 15,1 0 0-15,3 0 0 0,-4 2 0 0,-2-1 0 16,-1-1 0-16,-1 5 0 0,1-4 0 0,2 1 0 15,0-2 0-15,1 2 0 16,6-1 0-16,-1-1 0 0,0 0 0 0,2 0 0 16,-5 0 0-16,11 0 0 0,-6 0 0 0,-1 0 0 15,1 0 0-15,-1 0 0 0,-7-1 0 0,6 1 0 16,1-2 0-16,0 2 0 0,-1-2 0 0,-1 2 0 16,-3 0 0-16,9 0 0 0,-5-1 0 0,0 1 0 15,3-3 0-15,2 1 0 0,2 1 0 0,0-1 0 16,3-1 0-16,0-1 0 0,1-2 0 0,-2 3 0 15,-8 0 0-15,9-1 0 16,-14 3 0-16,3-2 0 0,-4 2 0 0,-4-1 0 16,-4 2 0-16,2 0 0 0,-8 0 0 0,3 0 0 15,-5 0 0-15,2 0 0 0,-4 0 0 0,0 0 0 16,-3 0 0-16,3 0 0 0,-5 0 0 0,0 0 0 16,-2 0 0-16,0 0 0 15,-2 0 0-15,1 0 0 0,-1 0 0 0,0 0 0 0,-2 0 0 0,-2 0 0 16,-1 0 0-16,1-2 0 15,-2 0 0-15,3 0 0 0,-4 0 0 0,1 1 0 16,-1-4 0-16,0 4 0 0,1-5 0 0,-1 2 0 16,0 0 0-16,0-1 0 0,-1-1 0 0,1 3 0 15,-2-2 0-15,0 4 0 0,0-3 0 0,0 2 0 16,0 0 0-16,0 1 0 0,0 1 0 0,0 0 0 16</inkml:trace>
  <inkml:trace contextRef="#ctx0" brushRef="#br0" timeOffset="116627.96">28719 3882 1882 0,'0'-4'0'0,"0"-2"0"0,0 3 0 0,2-2 0 0,-2 2 0 0,3-1 0 0,3 1 0 0,-1-1 0 0,0-1 0 0,3 2 0 0,-2 0 129 0,2-1-41 0,-2 1 11 0,-1 2-52 16,5 0 57-16,-7-2-57 16,1 1 0-16,-1 1 79 0,-1 1-27 0,0 0-13 15,-1 0-39-15,-1 0 68 0,0 0-35 0,0 0 13 16,0 0 0-16,0 0 0 0,0 0-46 0,0 0 0 15,0 0 5-15,0 0 6 0,0 0-11 0,0 0 0 16,0 0 28-16,0 0-28 0,0 0 0 16,0 0 42-16,0 0-11 0,3 0-56 0,-1-3-22 0,0 1 0 15,6-1 0-15,-3-1 0 16,-2-2 0-16,3 5 0 0,-5-1 0 0,4-1 0 16,-5 2 0-16,2-2 0 0,-2 3 0 0,0 0 0 15,0 0 0-15,3 0 0 0,-3 0 0 0,2 0 0 16,1 0 0-16,-1 0-85 0,-1 3 10 0,3 4-276 15,1 5 123-15,3 1 87 0,-3 4 13 0</inkml:trace>
  <inkml:trace contextRef="#ctx0" brushRef="#br0" timeOffset="127070.07">3782 10231 2942 0,'-2'-2'0'0,"2"2"0"0,0 0 0 0,0 0 0 0,0 0 0 0,0 0 0 0,4 0 0 0,8 0 0 0,7 0 0 0,5 0 0 0,-1-1 125 0,9-3 259 0,0-1-169 0,4-2-86 15,-1 2-43-15,0-1-36 0,0-2-50 0,0 3 0 16,2-2 0-16,-5 0 0 0,4 2 0 0,-5 1 0 16,-5 2 0-16,4-3 0 0,-4 5 0 0,-4 0 0 15,-2 0 0-15,0 0 0 0,-3 0 0 0,-2 0-632 16,-1 0 260-16,-3 0 109 0,-1 0 109 0,1 0-544 16,-4-4 316-16</inkml:trace>
  <inkml:trace contextRef="#ctx0" brushRef="#br0" timeOffset="127318.4">4330 9908 3125 0,'-8'4'0'0,"3"2"0"0,3-3 0 0,1-1 0 0,-1 0 0 0,2-1 0 0,0 4 0 0,8-2 0 16,9-1 0-16,11 2 0 0,-3-2 506 0,5-1-231 0,-1 1-250 0,1 2-25 15,1 0 0-15,-1 0 0 0,-3 0 0 0,-7 2 0 0,-1 1 0 0,-2 0 0 16,-6 2 0-16,-3 3 0 15,-5 1 0-15,-1 2 0 0,-2 4 0 0,-2 3 0 16,-11 0 0-16,-4 2 0 0,-1-2-46 0,-1 2-50 16,0-3-3-16,-1 2-508 0,1-2 281 0,-1-3 141 15,2-1 71-15,1 0-271 0,-4 2 176 0,-1-3 81 16,-1 1-449-16,-3 2 267 0,-4 0 133 0,-6-3 55 16</inkml:trace>
  <inkml:trace contextRef="#ctx0" brushRef="#br0" timeOffset="127631.2">4035 10571 1953 0,'-38'28'-2'0,"1"2"2"0,-1-2 0 0,2 1 0 0,6-3 0 0,3 0 0 0,2-2 0 0,8 1 0 16,4-7 0-16,3 3 0 0,5 0 90 0,3-2 416 0,2 0-232 0,0 1-115 0,0-1 207 15,2-2-161-15,7 2-70 0,3-1-52 0,0-3 11 16,0 0-50-16,3-1-20 0,-2-3-24 0,2-1 0 16,-1-4 0-16,0-1 0 0,0-4-49 0,-1-1 40 15,-1 0 0-15,-2 0 63 0,1 0-41 0,-1-9-13 16,-1-2 0-16,-3-6 0 0,1 0 0 0,-5-4 0 15,3-5 0-15,-4 1 0 16,0 0 0-16,-1-4 0 0,0 3 0 0,0 3 0 16,0-1 0-16,0 3 0 0,-1 2 0 0,-5 4 0 15,-1 2 0-15,-1 5 0 0,-1 1 0 0,-1 1 0 16,-1 5 0-16,1 1 0 0,-4 0 0 0,0 0 0 16,2 11 0-16,-3 0 0 0,1 4 0 0,1 1 0 15,2-2 0-15,0 3 0 0,2 1 0 0,0-2 0 16,4 1 0-16,2-2-481 0,1 2 129 15,2-2 144-15,0-2-564 0,0-2 365 16,7-1 181-16,8-7-210 0</inkml:trace>
  <inkml:trace contextRef="#ctx0" brushRef="#br0" timeOffset="127817.53">4130 10681 3060 0,'2'0'-5'0,"0"5"2"0,-2 0 2 0,0 3 0 0,0 1 1 0,0 4 0 0,0 0 0 0,0 4 0 0,2 2 0 0,-2 2 0 0,0 2 413 0,0-1-174 0,0 4-104 16,0-6-250-16,0 5 78 0,0-4 41 0,0 1-1 15,0-3-459-15,0 0 244 0,0-4 127 0,-2-6-574 16,0-1 330-16,2-3 164 0,-2-2-52 0,2-3-95 16</inkml:trace>
  <inkml:trace contextRef="#ctx0" brushRef="#br0" timeOffset="128203.71">4125 10969 476 0,'0'-28'-1'0,"2"-5"0"0,0 4 1 0,-1-1-1 0,1 2 1 0,0 5 0 0,0 1 0 0,3 1 0 0,-5 6 0 0,6 0 0 0,-3 6 258 0,0 1-108 0,3 3-43 16,-1 3 197-16,2 0-130 0,0 2-66 0,2 0-33 0,-2 4 527 15,4 9-269-15,-3 3-151 0,3 3 383 0,-1 4-261 16,0-1-131-16,0 3-50 0,-4-4-123 0,4 5 0 16,-3-5 0-16,0-2 0 0,1 2 0 0,-2-4 0 15,-2-3 0-15,1-3 0 0,0-2 0 0,-3-1 0 16,-1-6 0-16,1 0 0 15,0-2 0-15,-1 0 0 0,1-2 0 0,0-13 0 16,-1-4 0-16,2-6 0 0,4 5 0 0,-3-9 0 16,0 5 0-16,3 0 0 0,-1 4 0 0,0-3 0 15,4 2 0-15,-5 2 0 0,2 2 0 0,1 2 0 16,-1 4 0-16,-1 4 0 0,-1-1 0 0,1 4 0 16,3 2 0-16,-2 2 0 0,0 0 0 0,3 0 0 15,-2 10 0-15,2 1 0 16,2 6 0-16,1 4 0 0,-3 0 0 0,3-3 0 15,-1 7 0-15,0-4 0 0,-1 2 0 0,-2-2 0 16,1 0 0-16,-1 0 0 0,0-1 0 0,-3-1 0 16,0 0 0-16,-3-2 0 0,1-1 0 0,-2 0 0 15,0-5 0-15,0-2 0 0,-2 1 0 0,0-6-258 16,0-1-144-16,0 0 169 0,0-3 101 0,0 0-521 16,0-9 306-16,0-15 152 0,3-10-404 0</inkml:trace>
  <inkml:trace contextRef="#ctx0" brushRef="#br0" timeOffset="128362.95">4692 10452 3153 0,'0'-6'0'0,"0"0"0"0,0 4 0 0,0 0 0 0,0 0 0 16,0 2 0-16,0 0 0 0,0 0 0 0,0 0 0 0,0 6 0 0,0 3 151 0,0 4-54 0,0 3-28 0,0-2-87 15,0 7 30-15,0-1 10 0,0 7 19 0,0-5-477 0,0 4 238 0,0-1 120 16,0-1-657-16,0-3 386 15,0-2 52-15</inkml:trace>
  <inkml:trace contextRef="#ctx0" brushRef="#br0" timeOffset="128612.64">5065 10318 3519 0,'0'-5'0'0,"0"4"0"0,0-1 0 0,0 0 0 0,0 2 0 0,0 0 0 0,0 0 0 0,0 0 0 0,-1 4 0 0,-3 12 0 0,0-1 141 16,-2 8 130-16,-1 0-271 0,-2-1 0 0,0 9 0 15,-1-4 0-15,-1 4 0 0,-2-2 0 0,2 0 0 16,-4 1 0-16,2 0 0 0,-1 0 0 0,-1-2-26 16,5-1-189-16,-1-7 58 0,2 0 89 0,2-2-391 15,4-9 210-15,-2 2 82 0,4-5-425 0,1-2 274 16,0-2 127-16,0-2-359 15,1 0 254-15</inkml:trace>
  <inkml:trace contextRef="#ctx0" brushRef="#br0" timeOffset="128850.49">5145 10496 2789 0,'13'-9'0'0,"-3"2"0"16,-3 2 0-16,-2 1 0 0,-5 2 0 0,5 0 0 0,-3 2 0 0,-2 0 0 0,0 0 0 0,0 2 0 0,0 9 162 0,0 3-44 0,0 3 282 15,-2 3-179-15,-6 5-89 0,2 1-23 0,-1 4-109 16,-2 1 0-16,-1 2 0 0,-1-1 0 0,2 2 0 16,-3-2 0-16,3-2 0 0,3-4 0 0,-6 4 0 15,6-8 0-15,1 0-74 0,-2-3-23 0,1-5 11 16,4-3-349-16,0-1 168 0,0-3 118 0,1-3 25 16,1-2-299-16,0-2 191 0,0 0 85 0,0 0 57 15,1-6-184-15,5-9 115 0,5-4 58 0</inkml:trace>
  <inkml:trace contextRef="#ctx0" brushRef="#br0" timeOffset="129080.14">5370 10390 3030 0,'6'-4'0'0,"1"1"0"0,-1-2 0 0,3-3 0 0,3 2 0 0,3-2 0 0,3-1 0 0,-1 2 0 0,8-3 0 0,-1 1 0 0,5 0 228 0,-1 0-93 0,2-4-47 0,0 4-69 16,2 1 22-16,-2-2 1 0,-2 2-1 0,2-1-118 16,-6 2 59-16,-3-1 40 0,0 1-349 0,0 1 184 15,-7 0 93-15,-3 2 45 0,-1-1-508 0,-2 3 249 16,-5 0 34-16,-1 0-213 16,0-1 201-16,-2 3 101 0,0-1 49 0,-2 0-257 0,-5-2 159 0</inkml:trace>
  <inkml:trace contextRef="#ctx0" brushRef="#br0" timeOffset="129296.01">5716 10055 2120 0,'-4'0'0'0,"2"0"0"0,2 0 0 0,0 0 0 0,0 0 0 0,2 0 0 0,12 0 0 0,0 0 0 0,5 2 0 0,3-1 0 0,3 3 104 0,-3-3-32 16,3 2 286-16,-2 0-148 0,5 1-90 0,-8 2 115 15,5 0-97-15,-3 1-48 0,-7 1 0 16,2 0-89-16,-7 4 40 0,-1-3 0 15,-5 5 0-15,-2-1-130 0,-2 4 64 0,0-1 44 16,-15 3-129-16,0 1 75 0,-4-2 38 0,-2 1-2 16,1-1-165-16,-3 4 51 0,-2-2 59 0,-1 1-563 15,-1 1 288-15,-7 6 144 0,-1 1 72 16</inkml:trace>
  <inkml:trace contextRef="#ctx0" brushRef="#br0" timeOffset="129689.43">5613 10614 2796 0,'3'5'0'0,"2"1"0"0,-4 2 0 0,1-2 0 0,2 1 0 0,-1 1 0 0,5-4 0 0,-1 6 0 0,5-4 0 0,3 1 0 0,3-1 182 0,-1-2-70 0,4-2 127 0,6-2-104 16,-2 0-47-16,0 0 0 0,-6 0-35 0,2-2-12 16,1-8 11-16,-2 0-116 0,-2-3 53 0,-1 1 24 15,-4-1-1-15,-1-2-168 0,-6 2 108 0,0-2 38 16,-2 1-182-16,-2 1 103 15,-2 0 1-15,0 0 40 0,0 0-4 0,-8 4 5 16,-1-2-9-16,1 3 166 0,-7-1-68 0,4 4-32 16,0 3 0-16,-5 1 80 0,-1 1-37 0,1 0-30 15,-6 1 13-15,1 13 230 0,-2 3-89 0,0 1-78 16,3 5-34-16,-4 1-65 0,3 3 0 0,6 1 0 16,3-5 0-16,1 6 0 0,6-4 0 15,3-1 0-15,2 1 0 0,0-4 0 16,0 1 0-16,7 1 0 0,4-4 0 0,3-1 0 15,1 1 0-15,3-4 0 0,-1-1 0 0,4 1 0 16,4-5 0-16,-1 0 0 0,-6-5 0 0,11 1 0 16,-8-2 0-16,7-2 0 0,-1-2 0 0,-2 0 0 15,2 0 0-15,1 0 0 0,-3-2 0 0,6-6-675 16,-1-1 180-16,0-1 225 0,2 3 113 0</inkml:trace>
  <inkml:trace contextRef="#ctx0" brushRef="#br0" timeOffset="129856.75">6506 10807 3931 0,'0'0'0'0,"0"3"0"0,0-2 0 0,0-1 0 0,0 3 0 0,0-3 0 0,0 0 0 0,0 1 0 0,0-1 0 0,0 2 0 0,0-2 0 16,0 0 0-16,0 2 0 0,0-2 0 15,0 0 0-15,0 0 0 0,0 0 0 0,2 0 0 0,1 2 0 0,-2-2-126 16,3 2-1223-16</inkml:trace>
  <inkml:trace contextRef="#ctx0" brushRef="#br0" timeOffset="141282.69">6018 12450 2231 0,'-2'0'0'0,"0"0"0"0,1-3 0 0,1 0 0 0,0 2 0 0,0 1 0 0,0-2 0 0,0 2 0 0,0-2 0 0,0 2 0 0,0 0 114 0,0 0 149 16,0 0-92-16,0 0-66 0,0 0 1 0,0 0 147 16,0 0-100-16,0 0-50 0,0 0 173 0,0 0-120 15,0 0-156-15,0 0 0 0,0 0 0 0,0 0 0 16,1 0 0-16,3-1 0 0,0 1 0 0,0 0 0 15,1-2 0-15,-3 2 0 0,4-2 0 0,-2 2 0 16,-1 0 0-16,1-2 0 0,0 2 0 0,0 0 0 16,1 0 0-16,1 0 0 0,-1 0 0 0,5 0 0 15,0 0 0-15,-3 0 0 16,7 0 0-16,-3 0 0 0,1 0 0 0,2 0 0 16,0 0 0-16,2 0 0 0,-2 0 0 0,-1 0 0 15,1 2 0-15,2 0 0 0,-4 0 0 0,1-1 0 16,2 1 0-16,-2 1 0 0,1 3 0 0,1-3 0 15,0 1 0-15,0 1 0 0,0-1 0 16,0 1 0-16,3 1 0 0,-3-1 0 0,3 0 0 0,-2-2 0 16,5 1 0-16,-1 0 0 0,-1-2 0 15,4-1 0-15,3 3 0 0,-3-2 0 16,4 0 0-16,-2 1 0 0,0 0 0 0,-1 0 0 16,-3-1 0-16,3 2 0 0,2-3 0 0,-1 3 0 15,0-1 0-15,0 0 0 0,-1-3 0 0,-1 2 0 16,4 0 0-16,-2-2 0 0,-1 0 0 0,3 0 0 15,-4 0 0-15,-2 0 0 0,5 0 0 0,-1 0 0 16,-1 1 0-16,-3-1 0 0,5 0 0 0,-5 3 0 16,5-2 0-16,-2 2 0 0,-1-3 0 0,4 3 0 15,-3 0 0-15,-2-2 0 0,6 0 0 0,-1-1 0 16,-3 4 0-16,3-3 0 16,-1-1 0-16,2 2 0 0,2 0 0 0,-4-1 0 15,2-1 0-15,2 2 0 0,1 0 0 0,-5 0 0 16,8 0 0-16,-4 0 0 0,2 0 0 0,0-2 0 15,-1 2 0-15,3-1 0 0,-1 1 0 0,-2-2 0 16,2 2 0-16,-1-2 0 0,0 0 0 16,-2 0 0-16,3 0 0 0,-1 0 0 0,1 0 0 0,0 0 0 15,-1 0 0-15,1 0 0 16,-1 0 0-16,0 1 0 0,0-1 0 0,0 3 0 16,0-3 0-16,3 0 0 0,-3 2 0 0,0-2 0 15,0 1 0-15,0-1 0 0,-6 0 0 0,8 0 0 16,-4 0 0-16,2 2 0 0,-2-2 0 0,2 3 0 15,0-3 0-15,0 0 0 0,1 1 0 0,-1-1 0 16,-2 3 0-16,2-2 0 0,1-1 0 0,1 0 0 16,2 2 0-16,-2-2 0 0,1 2 0 15,0-2 0-15,2 0 0 0,-3 0 0 16,3 0 0-16,-3 0 0 0,1 0 0 0,3 0 0 16,-3 0 0-16,2 0 0 0,-2 1 0 0,3-1 0 15,-3 3 0-15,2-3 0 0,4 2 0 0,1-2 0 16,-8 1 0-16,5-1 0 0,0 2 0 0,-2-2 0 15,0 0 0-15,1 0 0 0,0 2 0 0,-3-2 0 16,1 0 0-16,0 0 0 0,-1 0 0 0,1 0 0 16,-3 2 0-16,4-2 0 0,-3 0 0 15,3 2 0-15,-2-2 0 0,-1 1 0 0,2-1 0 16,-3 3 0-16,2-3 0 0,-1 0 0 16,-1 2 0-16,-1-2 0 0,0 0 0 0,0 0 0 15,2 0 0-15,-2 0 0 0,0 0 0 0,1 0 0 16,-1 0 0-16,2 0 0 0,2 0 0 0,2 0 0 15,-3 0 0-15,1 0 0 0,1 0 0 0,-1 0 0 16,-1 0 0-16,2 0 0 0,-3 0 0 0,1 0 0 16,1 0 0-16,-1 0 0 0,-1 0 0 0,1 0 0 15,0 0 0-15,1 0 0 16,-1 0 0-16,2 0 0 0,-1 2 0 0,1-2 0 16,2 1 0-16,-2-1 0 0,-1 3 0 0,-1-3 0 15,2 0 0-15,0 0 0 0,-1 0 0 0,-1 0 0 16,1 0 0-16,1 0 0 0,-2 0 0 0,2 0 0 15,0 0 0-15,1 0 0 0,-1 0 0 0,0 0 0 16,2 0 0-16,-2 0 0 0,0 0 0 16,-1 0 0-16,-1-3 0 0,2 3 0 0,-2 0 0 0,1-1 0 15,-2 1 0-15,3-2 0 16,-1 2 0-16,0-2 0 0,1 2 0 0,1-3 0 16,5 2 0-16,-3-1 0 0,1 0 0 0,-2 0 0 15,-4 2 0-15,4-2 0 0,0 1 0 0,-2-1 0 16,1 2 0-16,2-3 0 0,1 3 0 0,-6-1 0 15,3 1 0-15,2 0 0 0,-3 0 0 0,8-2 0 16,-3 2 0-16,-5 0 0 0,8 0 0 0,-3 0 0 16,-5 0 0-16,2 0 0 0,5 0 0 0,-8 0 0 15,6 0 0-15,0 0 0 16,-3 0 0-16,4-2 0 0,-3 2 0 0,-2 0 0 16,10 0 0-16,-4 0 0 0,0-1 0 0,0 1 0 15,-1 0 0-15,-6 0 0 0,9 0 0 0,-5 0 0 16,0 0 0-16,-1 0 0 0,1 0 0 0,-5 0 0 15,7 0 0-15,-7 0 0 0,7 0 0 0,-2 0 0 16,1 0 0-16,-5 0 0 0,6 0 0 0,-5 0 0 16,0 0 0-16,1 0 0 15,-4 0 0-15,4 0 0 0,-2 0 0 0,-2 0 0 16,1-3 0-16,0 3 0 0,-3 0 0 0,3 0 0 16,-3 0 0-16,2 0 0 0,-1 0 0 0,0 0 0 15,-1 0 0-15,-1 0 0 0,0 0 0 0,2 0 0 16,-2 0 0-16,0 3 0 0,-1 0 0 0,3-1 0 15,3-1 0-15,-4 2 0 0,5-3 0 0,-1 2 0 16,-1-1 0-16,3-1 0 0,5 2 0 0,-3-2 0 16,2 0 0-16,-2 2 0 0,-3 0 0 0,9-2 0 15,-6 2 0-15,-2-2 0 16,-3 1 0-16,8 2 0 0,-7-1 0 0,9 0 0 16,-5-2 0-16,1 1 0 0,2 2 0 0,3-3 0 15,2 0 0-15,-1 1 0 0,3-1 0 0,2 0 0 16,-3 0 0-16,3 0 0 0,2 2 0 0,1-2 0 15,8 0 0-15,-6 1 0 0,8 2 0 0,1-3 0 16,-5 1 0-16,12-1 0 0,-3 2 0 0,-2 0 0 16,2-2 0-16,1 0 0 15,-6 2 0-15,17-2 0 0,-5 0 0 0,-2 0 0 16,0 0 0-16,-1 0 0 0,2 0 0 0,-4 0 0 16,3 0 0-16,0-2 0 0,0-3 0 0,-1 2 0 15,-13 0 0-15,15-1 0 0,-9 3 0 0,-3-3 0 16,-3 1 0-16,0 2 0 0,-3-1 0 0,8 0 0 15,-12 0 0-15,3 0 0 0,-6 1 0 0,1-1 0 16,-9-1 0-16,8 3 0 0,-9-1 0 0,0-1 0 16,-7 0 0-16,7 1 0 15,-5-2 0-15,-1 2 0 0,-1-4 0 0,-3 4 0 16,-1-4 0-16,-2 4 0 0,-5-3 0 0,0 1 0 16,-3-1 0-16,-2 0 0 0,0 0 0 0,-4-1 0 15,-2 0 0-15,-2 0 0 0,0-1 0 0,-1 1 0 16,-4 1 0-16,2-3 0 0,-2 1 0 0,-3-1 0 15,-1-3 0-15,-1 3 0 0,0-1 0 16,-2 0 0-16,0-1 0 0,0 2 0 0,0 1 0 0,-9 0 0 16,-5 5 0-16,-10 1 0 15,-14 18 0-15</inkml:trace>
  <inkml:trace contextRef="#ctx0" brushRef="#br0" timeOffset="150649.81">17090 12222 3224 0,'0'0'-5'0,"0"0"1"0,-2 0 1 0,2 0 0 0,0 0 2 0,0 0 1 0,0-2 0 0,2 0 0 0,4 2 0 0,1-2 0 0,3 2 190 0,-1 0-73 0,0-2 102 0,-2 2-88 0,3-2-65 15,0 2-66-15,0 0 0 0,1 0 0 0,-2 0 0 16,0 0 0-16,4 0 0 16,0 0 0-16,3 0 0 0,-4 0 0 0,4 0 0 15,0 0 0-15,3 0 0 0,1 0 0 0,1 2 0 16,6 4 0-16,-2 0 0 0,3 0 0 0,0 2 0 16,4 1 0-16,0 3 0 0,0-1 0 0,1 1 0 15,1-2 0-15,2 2 0 0,-3-1 0 16,3-1 0-16,-1-1 0 0,0-2 0 15,1 0 0-15,-1-2 0 0,-1 1 0 0,-4-1 0 16,0-1 0-16,-7-1 0 0,0 2 0 0,0-4 0 16,-5 3 0-16,-2-2 0 0,-2 2 0 0,-2-2 0 15,-1 0 0-15,-2-1 0 0,-4 1 0 0,2 0 0 16,-1 0 0-16,0 0 0 0,-2 0 0 0,0-1 0 16,-1 2 0-16,1-2 0 0,-1 1 0 0,-1-2 0 15,0 3 0-15,0-3 0 0,0 0 0 0,-1 0 0 16,-1 1 0-16,0-1 0 15,0 0 0-15,0 0 0 0,0 0 0 0,0 0 0 16,0 0 0-16,0 0 0 0,0 0 0 0,3 0 0 16,-1 0 0-16,-2-1 0 0</inkml:trace>
  <inkml:trace contextRef="#ctx0" brushRef="#br0" timeOffset="152316.54">22001 12509 2687 0,'-14'-15'0'0,"5"10"0"0,2 1 0 0,0 1 0 0,1-6 0 0,1 2 0 0,0 1 0 0,-2 0 0 0,3 2 0 0,3-2 0 0,1 3 282 0,-2 0-118 0,2 1-61 16,0 0 285-16,0 0-177 0,0 0-115 15,0 1-96-15,0-1 0 0,5 2 0 0,5-3 0 16,1 3 0-16,0-1 0 16,1-1 0-16,1 0 0 0,1 2 0 0,0-2 0 15,0 0 0-15,0 1 0 0,2-2 0 0,0 1 0 16,0 1 0-16,2 1 0 0,1-3 0 0,1 3 0 16,1 0 0-16,6 0 0 0,-3 0 0 0,4 0 0 15,2 0 0-15,6 0 0 0,5 0 0 0,-2 0 0 16,1 0 0-16,9-1 0 0,-4-3 0 0,2-2 0 15,2 1 0-15,-3-1 0 0,-2 2 0 0,6-2 0 16,-6 3 0-16,-9 1 0 0,3 0 0 0,-1 2 0 16,-2 0 0-16,-3 0 0 0,-2 0 0 0,-5 4 0 15,2-1 0-15,-4 2 0 16,-1 0 0-16,-3-1 0 0,0 2 0 0,0-3 0 16,-5 1 0-16,2-2 0 0,-3 0 0 0,-2-2 0 15,0 1 0-15,-3-1 0 0,-1 0 0 16,-2 0 0-16,2 0 0 0,-3 0 0 0,-3 0 0 15,3 0 0-15,-2 0 0 0,0 0 0 16,-1-3 0-16,1-1 0 0,0-1 0 0,0-1 0 0,0 1 0 0,0-1 0 16,-1 0 0-16,-1 1 0 15,0-1 0-15,0 2 0 0,0 0 0 0,0 3 0 16,0-1 0-16,0 0 0 0,0 2 0 0,0 0-401 16</inkml:trace>
  <inkml:trace contextRef="#ctx0" brushRef="#br0" timeOffset="159633.38">9220 14401 1815 0,'0'-5'0'0,"0"2"0"0,0-4 0 0,-2 2 0 0,2 0 0 0,-2-3 0 0,-1 5 0 0,3-5 0 0,0 4 0 0,0-1 0 0,0 1 162 0,0-1-55 15,0 2 13-15,0 0 32 0,0-1-50 0,4 2 0 16,1 0 153-16,3 2-102 0,-2 0-38 0,-1 0-13 16,1 0 169-16,1 0-110 0,-1 0-55 0,0 2 0 15,1 4-4-15,-1-3-102 0,2 3 0 0,-1-3 0 16,0 3 0-16,4 0 0 0,-1-2 0 0,1 0 0 15,0 1 0-15,4-3 0 16,-5 2 0-16,4-1 0 0,-2 1 0 0,1-1 0 16,1 2 0-16,0-2 0 0,0-1 0 0,-1 2 0 15,-1 0 0-15,2-2 0 0,0 2 0 0,-1 0 0 16,2-3 0-16,1 3 0 0,-1-2 0 0,4-2 0 16,-1 2 0-16,2-2 0 0,2 0 0 0,-1 0 0 15,-1 0 0-15,3 0 0 0,0 0 0 16,2 0 0-16,-4 0 0 0,6 0 0 0,-4 0 0 0,5 0 0 15,0 0 0-15,0 0 0 16,2 0 0-16,1 0 0 0,0 0 0 0,0 0 0 16,0 0 0-16,1 0 0 0,0-2 0 0,0 0 0 15,-2-1 0-15,4 1 0 0,-2-1 0 0,-2 2 0 16,2-1 0-16,-2 2 0 0,0 0 0 0,0 0 0 16,2 0 0-16,-2 0 0 0,2 0 0 0,2 0 0 15,-1 0 0-15,3 0 0 0,-1 0 0 0,2 0 0 16,0 0 0-16,1 0 0 0,-1 0 0 15,8 0 0-15,-5 0 0 0,-5 0 0 16,9 2 0-16,-9-2 0 0,5 0 0 0,4 1 0 16,-2 2 0-16,1-2 0 0,3-1 0 0,-7 0 0 15,10 1 0-15,-2-1 0 0,0 0 0 0,5 0 0 16,-3 0 0-16,-1 0 0 0,3 0 0 0,0 0 0 16,0 0 0-16,1 0 0 0,3 0 0 0,-2 0 0 15,1 0 0-15,0 0 0 0,3 0 0 0,-1 0 0 16,-1 0 0-16,-1 0 0 0,1 0 0 0,-1 0 0 15,3 0 0-15,1 3 0 0,8-1 0 16,-13 0 0-16,16 0 0 0,-2-2 0 16,-1 0 0-16,1 0 0 0,-3 0 0 0,-4 0 0 15,16 0 0-15,-9 0 0 0,-1 0 0 0,3 0 0 16,3-2 0-16,-10 2 0 0,15 0 0 0,-10 0 0 16,3 0 0-16,1 0 0 0,2-2 0 0,1 2 0 15,6-2 0-15,1-2 0 0,2-1 0 0,9-4 0 16,-6 2 0-16,-7-1 0 0,19-1 0 0,-6 0 0 15,2 2 0-15,-4-1 0 16,-2 3 0-16,-6-1 0 0,17-2 0 0,-13 3 0 16,7-1 0-16,-4 3 0 0,-3 1 0 0,-6-2 0 15,15 0 0-15,-8-1 0 0,0 4 0 0,3-3 0 16,-3 1 0-16,-11 1 0 0,9-2 0 0,-3 3 0 16,1-2 0-16,-2 0 0 0,1 1 0 0,-1 0 0 15,-5 0 0-15,-2 0 0 0,-1 1 0 0,-4 1 0 16,0 0 0-16,-12 0 0 15,15 0 0-15,-8 0 0 0,-11 0 0 0,2 0 0 16,-2 0 0-16,-11 0 0 0,10 0 0 0,-9 0 0 16,-9 0 0-16,2 0 0 0,-5 0 0 0,-6 0 0 15,-1 0 0-15,-5 0 0 0,-2 0 0 0,-6 0 0 16,0 0 0-16,-3 0 0 0,-4 0 0 0,-2 0 0 16,0 0 0-16,-1 0 0 0,-1 0 0 0,0 0 0 15,0-2 0-15,0-2 0 0,0-4 0 0,0 0 0 16,-1 1 0-16,-1 1 0 15,-2 0 0-15,-1 2 0 0,0 1 0 0,0 3 0 0,-4 0 0 0,-5 19-397 16</inkml:trace>
  <inkml:trace contextRef="#ctx0" brushRef="#br0" timeOffset="163654.43">18301 13193 2731 0,'0'0'0'0,"-2"7"0"0,2 5 0 0,0 6 0 0,0 5 0 0,0 3 0 0,0 4 0 0,0 4 0 0,2 7 0 0,4 0 0 0,2 6 86 0,-4 2-1 16,1 4 27-16,1 3-23 0,-5 1-12 15,1-1-35-15,0-1 2 0,0 4-1 0,-2-2 0 16,0-3-60-16,0 0 24 0,0 1 1 0,-2-2-54 16,-3-1 44-16,-1-5 1 0,2-7 55 0,-1-4-232 0,0-1 100 15,0-10 25-15,3-4 34 16,-2-7-338-16,4-4 165 0,-1-5 64 0,1-5-177 15,0-1 128-15,0-24 68 0,0-13 32 0,0-8-362 16,1-6 203-16,1-15 96 0,-2 1-187 0,0-3 142 16,0-5 71-16,0 8 24 0,-5-12 2 0,-2 7 25 15,-1 5 63-15,0 2 0 0,3 9 179 0,1-1-143 16,2 7-34-16,2 10 425 0,0 3-231 0,0 4-118 16,0 10 14-16,4-2 258 0,9 8-86 15,6 2-114-15,-2 4 236 0,7 3-172 0,-3 4-85 0,3 2-33 16,4 1 68-16,-1 1-61 15,-1 13-30-15,-4 1 0 0,3 3-42 0,-4 3 12 16,-5 4 0-16,-2-1-25 0,-7 4 25 0,-1 3 0 16,-6 0 11-16,0 3-51 0,-2-3 0 0,-9 2 40 15,-5-3 35-15,2-4-35 0,-2-5 10 0,0-2-48 16,0-6 99-16,4-4-34 0,3-3-1 0,-2-4-25 16,4-2 21-16,4 0-22 15,1-8-22-15,2-11-119 0,2-3 57 0,10-3 40 16,7-1 8-16,2-2-232 0,1 2 120 0,1 3 47 15,0 1 35-15,-1 3-80 0,-1 6 48 0,0 1-18 16,-1 3 49-16,-1 6-38 0,0 1 33 0,-3 2-51 16,0 0 207-16,-3 5-77 0,-4 9-37 0,1 6 152 15,-3 2-86-15,-5 0-21 0,0-1-30 0,-1 4 97 16,-1-2-54-16,0 0-5 0,0-4 0 0,0-2-70 16,-1-3 7-16,-1-3 37 0,0-5-41 0,0-1 3 15,2-3 28-15,0-2-8 16,0 0-89-16,0-5 32 0,2-14 0 0,5-4-71 0,5-3 55 15,3-1 14-15,-2 1 1 0,4-2-128 16,0 4 75-16,-2 1 22 0,0 7 9 0,0 0-10 16,-1 2 32-16,-5 6-15 0,1 1 91 0,1 4-40 15,-4 3 0-15,0 0-40 0,-1 0 91 0,-3 8-36 16,1 7 0-16,0 4 240 0,-2-1-130 0,2 3-41 16,0 0-7-16,1-3 100 0,2 1-49 0,2-2-125 15,0-2-3-15,3-1 0 16,2-5 0-16,2-4 0 0,2-1 0 0,2-4-28 15,-1 0 16-15,4-2-2 0,-5-8-145 0,5-10 82 16,-6-1 18-16,-2 1 29 0,-6 1-82 0,1-4 47 16,-5 3-17-16,-3-3 16 0,-2 3 4 0,0-2 0 15,0 2 91-15,-7 3-39 0,-5-1 5 0,-1 2-30 16,-1 4 110-16,-2-1-49 0,2 7-16 0,-4 2-6 16,3 2 119-16,0-1-64 0,4 3-18 0,1 0 11 15,1 0-9-15,4 7 1 0,1 0 0 0,2 1-65 16,2 2 49-16,0-2-11 15,0 2-133-15,9-4 65 0,4-1 28 0,6-1 0 16,4-4-134-16,2 0 76 0,0 0 22 0,5-4-3 16,-2-8-116-16,2-4 74 0,2-2 13 0,0 0 20 15,-2 0-2-15,-1-2 17 0,-1-1 12 0,-4 2 40 16,-1 0 0-16,-8 2-40 0,0 2 188 0,-6 4-100 16,-3 0-27-16,-1 3 0 0,-3 2 373 15,-2 2-196-15,0 1-65 0,0 1 481 16,0 2-610-16,-5 0 0 0,-3 0 0 0,1 12 0 15,-1 2 0-15,2 5 0 0,-1 9 0 0,5 2 0 16,0 10 0-16,2 1 0 0,0 4 0 0,0-4 0 16,0 16 0-16,2-5 0 0,4 4 0 0,1 1 0 15,3-3 0-15,-3 3 0 0,1 1 0 0,-5-2 0 16,3-1 0-16,-3-1 0 0,-3-1 0 0,0 2 0 16,0-3 0-16,-9 0 0 0,-3-3 0 0,-4-5 0 15,1-12 0-15,-2 3 0 16,-1-9 0-16,-1-6 0 0,-4-6 0 0,1-6 0 15,-2-5 0-15,1-3 0 0,-4 0 0 0,3-10-8 16,0-14-133-16,1-11-548 0,4-12 323 0,3-11 152 16,4-23 90-16,3-15-624 0,3-7 353 0</inkml:trace>
  <inkml:trace contextRef="#ctx0" brushRef="#br0" timeOffset="163760.09">19261 13026 2001 0,'12'-26'-8'0,"0"8"3"0,4 5 0 0,-3 2 1 0,0 6 1 0,0 2 1 0,2 3-1 0,0 0 1 0,4 0 1 0,3 5-1 0,1 5 75 16,3 2-528-16,3-1 240 0</inkml:trace>
  <inkml:trace contextRef="#ctx0" brushRef="#br0" timeOffset="164104.2">19663 13347 2763 0,'-11'4'-1'0,"9"9"0"0,2-4 1 0,0 0-1 0,0-1 1 0,2-1 0 0,9 1 0 0,4-1 0 0,3-3 0 0,5 0 0 0,6-4 135 0,-1 0-47 0,2 0-110 0,0 0 31 15,0-6 10-15,-2-3 22 0,1-3-207 0,-5-1 103 16,-7 4 52-16,-2-4-178 0,-2 2 126 0,-6-3 46 16,0 3 3-16,-6-2-54 0,-1-2-36 0,0 0 49 15,-6 0 69-15,-9 2-39 16,-2 0-43-16,-1 2 35 0,-9 2 268 0,3 6-123 15,-5 3-49-15,1 0 334 0,-4 6-168 0,2 13-99 16,-2 1-13-16,6 7 175 0,2 2-115 0,5 2-166 16,6 2-11-16,5-1 0 0,8 2 0 0,0 0 0 15,2-3 0-15,13-1 0 0,5 1 0 0,3-3 0 16,6-6 0-16,1-1 0 0,0-4 0 0,3-4 0 16,1-3-497-16,4-5 170 0,-2-5 89 15,0 0-434-15,-1-1 304 0,6-14 169 0,-6-5 78 16,0 0-435-16,-8 1 256 0</inkml:trace>
  <inkml:trace contextRef="#ctx0" brushRef="#br0" timeOffset="164267.67">20262 13318 2791 0,'-12'-15'0'0,"-6"4"0"0,-1 2 0 0,-1 4 0 0,-8 2 0 0,5 3 0 0,4 0 0 0,1 8 0 0,4 7 0 0,3-1 0 0,6 7 139 0,5 4-48 0,0-1 52 15,5 1-40-15,14 1-11 0,1 0-51 16,7-1-118-16,3-3 58 0,0 1 31 0,4-5-442 15,-2-2 230-15,1-2 121 0,1-4-509 0,-2-2 242 16,-2-5 169-16,-4-3-23 0,4 0-291 0,-5 0 225 16</inkml:trace>
  <inkml:trace contextRef="#ctx0" brushRef="#br0" timeOffset="164429.6">20420 13311 2408 0,'-19'-8'0'0,"4"3"0"0,6 1 0 0,-1 2 0 0,5 0 0 0,5 1 0 0,0-1 0 0,3 2 0 0,18 0 0 0,2 0 0 0,5 0 84 0,4 0-21 16,4 0-23-16,7 0 1 0,-11 0-401 0,5 0 201 0,-1 0 99 0,-2 0 61 15,-2-2-589-15,-10 0 292 0,4-2 147 0,-8-2 72 16</inkml:trace>
  <inkml:trace contextRef="#ctx0" brushRef="#br0" timeOffset="164795.28">20670 12916 2375 0,'-9'-9'0'0,"3"7"0"0,1 2 0 0,-2 0 0 0,0 17 0 0,0 9 0 0,3 8 0 0,1 12 0 0,1 3 0 16,-1 4 0-16,1 12 100 0,0-7 150 0,2-6-94 16,0 7-63-16,0-3 38 0,0-1-45 0,0-7-1 0,7-3-44 0,4-9-168 0,0-3 79 15,4 0 44-15,0-7 0 16,2-9-282-16,1-7 162 0,1-5 93 0,6-5-369 15,-2-2 151-15,-1-21 118 0,-1-5-27 0,1-7-44 16,-9 2 71-16,1-2 51 0,-5-1-38 0,-4 2 39 16,-3 4 0-16,-2 8 39 0,0-1 195 0,0 5-92 15,-3 2-52-15,-3 7-26 0,-1 4 577 0,-1 3-248 16,0 2-164-16,-1 0 492 16,4 11-301-16,-2 10-150 0,4 3-75 0,3 4 24 15,0 1-39-15,0 2-11 0,5 1-139 0,7-3 45 16,3-2 0-16,0-1 44 0,0-4-456 0,2-4 223 15,1-3 117-15,1-4 58 0,-1-5-590 0,-2-2 205 16,-2-4 173-16,-2 0-226 0,-1-8 208 0,-2-7 103 16,-4-3 53-16,-1-9-194 0,-2-3 113 0,-2-1 72 15,0-13-88-15,0 1 75 0,0-7 47 0</inkml:trace>
  <inkml:trace contextRef="#ctx0" brushRef="#br0" timeOffset="165308.63">20999 13090 1232 0,'-6'-21'-1'0,"5"9"1"0,-1 5 0 0,-1 3 0 0,3 4 0 0,0 0 0 0,0 13 0 0,0 5 0 0,10 6 0 0,-1-3 0 0,5 4 40 16,-1 4-19-16,1-2-10 0,2 2 29 0,0-1 0 16,0 2-46-16,-2 2 0 0,2-2 56 0,-4 2-176 15,0 2 83-15,-3 0 42 0,0-1-1 0,0 3-84 16,-4-2 54-16,-1 0-9 0,-1-2 180 0,1-2-73 16,0-9-30-16,-1-1-20 0,1-4 218 15,1-6-106-15,-2-2-53 0,-1-5-9 16,2-3 75-16,-1 0-31 0,1-9-40 0,1-13 133 15,-1-1-82-15,-1-4-40 0,-1-2 0 0,-1 2-57 16,-1-4-10-16,0 2 26 0,0 3-53 0,-6 5 26 16,-3 1 0-16,-2 3 37 0,-5 4 21 0,2 2-31 15,-3 5 0-15,4 2 0 0,1 2 68 0,3 0-25 16,3 2-9-16,3 0 4 0,3 0-38 0,0 0 0 16,5 0 0-16,14 0-154 0,5 0 76 0,2 0 39 15,5-3-168-15,0-3 96 0,3 0 39 16,1 2 32-16,-1 1-227 0,-4 1 112 15,-2 2 25-15,-8 0 18 0,1 4 5 0,-5 9-6 16,-6 4-6-16,-4 2 253 0,-4 4-108 0,-2 2-50 16,0-1-20-16,-8-1 138 15,-9 6-55-15,6-10-47 0,-1-3 256 0,3-5-135 0,2-1-34 0,0-4-38 16,3-5 66-16,1-1-56 16,3-1-26-16,3-20 0 0,10-4-153 0,8-3 73 0,4-4 23 15,3 3-212-15,-1 7 118 0,3-3 63 16,-2 4 4-16,-5 9-30 0,3 2-1 0,-2 5 30 15,-3 3 60-15,-2 2 1 0,-3 0-94 0,0 8-11 16,-3 7 288-16,-1 2-114 0,-1 2-56 0,-1 5-29 16,-1 0 208-16,0-5-180 0,2 6-53 0,-1-1 0 15,3 0 0-15,1-1 0 0,3-3-1 0,3-1-796 16,3 0 396-16,2 0 162 0</inkml:trace>
  <inkml:trace contextRef="#ctx0" brushRef="#br0" timeOffset="166526.73">21243 13501 914 0,'0'0'0'0,"0"0"0"0,0 0 0 0,0 0 0 0,0 0 0 0,0 0 0 0,0 3 0 0,-2 4 0 0,2 5 0 0,0-3 0 0,0 3 90 0,0 1-16 0,0 0-10 16,0 0 13-16,0 0-39 0,0-2 0 0,0 1 0 15,0-3-38-15,2-2 38 0,2 1 0 0,1-3 0 16,-1 1-61-16,-1-3 30 0,4-2 10 0,-3 1-62 16,-1-2 39-16,3 0 0 0,-3 0 14 0,3-3-55 15,-1-7 29-15,2-3 1 0,-2 0-46 0,-1-2 28 16,-1 0 1-16,1-2 25 0,0 0-28 0,-3 0 26 16,-1-2 8-16,0 2-12 15,0 3-30-15,0-1 30 0,0-1 4 0,-7 5-9 16,2 3 51-16,-6 3-2 0,1 0-39 0,-1 4 97 15,-3 1-46-15,3 0-16 0,-2 1 8 0,2 9-24 16,1 2-4-16,1-2 12 0,6 0-56 0,-2 5 57 16,5 0-9-16,0 1 15 0</inkml:trace>
  <inkml:trace contextRef="#ctx0" brushRef="#br0" timeOffset="166676.94">21454 13765 376 0</inkml:trace>
  <inkml:trace contextRef="#ctx0" brushRef="#br0" timeOffset="202193.8">26286 4591 1412 0,'-6'-6'0'0,"2"3"0"15,1 0 0-15,-1-3 0 0,1 4 0 0,2-2 0 0,0 1 0 0,-2 2 0 0,3 0 0 0,0-1 0 0,0 2 80 0,0-3-38 0,0 3 70 0,0 0-24 0,0 0-11 16,0 0-34-16,0 0 63 0,0-1-31 16,0 1-1-16,0 0-21 0,0 0 109 0,0 0-60 15,0 0-30-15,0-2 104 0,0 2-66 0,0 0-24 16,0 0 8-16,0 0-1 0,0 0-51 0,0 0 1 16,0 0 80-16,3 0-30 0,-2 0-10 0,5 0-41 15,-2 0 96-15,-1 0-48 0,2 0 1 0,2 0 33 16,-1 2-119-16,-1-1-5 0,0 2 0 0,1 0 0 15,0-2 0-15,2 4 0 16,-3-3 0-16,1 1 0 0,-1-1 0 0,1 2 0 16,2 0 0-16,-3-3 0 0,2 3 0 0,1 0 0 15,0 1 0-15,-3-4 0 0,2 3 0 0,3-1 0 16,-2 0 0-16,-1 1 0 0,1-1 0 0,-3 0 0 0,3 1 0 16,0 1 0-16,-2-2 0 0,2 2 0 15,0-1 0-15,0 2 0 0,-2 0 0 0,-1-3 0 16,4 3 0-16,-1 0 0 0,-3-1 0 0,1-1 0 15,1 2 0-15,-2-1 0 0,2 1 0 0,-3-2 0 16,0 1 0-16,1-1 0 16,-2 1 0-16,1 1 0 0,0 0 0 0,0-2 0 15,-1 1 0-15,1 2 0 0,-2-2 0 0,2 1 0 16,0-1 0-16,-1 0 0 0,1 1 0 0,0-1 0 16,0 4 0-16,-3-4 0 0,4-2 0 0,-2 4 0 15,-1-2 0-15,0 1 0 0,0-1 0 0,-1 0 0 16,1 0 0-16,0 0 0 0,0 1 0 0,0-1 0 15,-1 1 0-15,2 0 0 16,-1 1 0-16,-2-1 0 0,1-1 0 0,2 1 0 16,-1 0 0-16,-2-1 0 0,3 2 0 0,-1-1 0 15,0-4 0-15,0 4 0 0,0-2 0 0,-1-1 0 16,1 3 0-16,0-2 0 0,-1 0 0 0,2 0 0 16,-1-2 0-16,0 3 0 0,-1-1 0 0,2 0 0 15,-1-1 0-15,0 1 0 0,-2 0 0 0,1 0 0 16,1-1 0-16,0-2 0 0,-2 5 0 0,2-5 0 15,-2 1 0-15,2 2 0 16,-2-2 0-16,1 1 0 0,-1 0 0 0,0 1 0 16,2 0 0-16,-2-2 0 0,0 2 0 0,0 0 0 15,2 0 0-15,-2-1 0 0,0 0 0 0,1 1 0 16,-1-3 0-16,0 1 0 0,0 0 0 0,3 1 0 16,-3 0 0-16,0-2 0 0,0 1 0 0,3 2 0 15,-3-2 0-15,0-2 0 0,0 1 0 0,0-1 0 16,0 0 0-16,0 0 0 0,1 0 0 15,-1 0 0-15,0 0 0 0,0 0 0 0,0 0 0 16,0 0 0-16,0 0 0 0,0 0 0 16,0 0 0-16,0 0 0 0,0 0 0 0,0 0 0 15,0 0 0-15,0 0 0 0,0 0 0 0,0 0 0 16,0 0 0-16,0 0 0 0,0 0 0 0,4 0 0 16,1 0 0-16</inkml:trace>
  <inkml:trace contextRef="#ctx0" brushRef="#br0" timeOffset="205786.36">26250 4599 1344 0,'0'-1'0'0,"0"-2"0"0,0 1 0 0,0 0 0 0,0 2 0 0,0-2 0 0,0 2 0 0,0-2 0 0,0 2 0 0,0-2 0 0,0 2 92 0,0 0-16 0,2 0-10 16,-2 0-26-16,0 0 49 0,0 0-1 0,1-1-47 15,-1 1 67-15,0 0-39 0,0 0 0 0,0 0-29 16,0 0 34-16,0 0 0 16,0 0-24-16,0 0-9 0,3 0 0 0,-1 0-1 0,0 0 1 0,-1 0-1 15,3 0 26-15,0 0-25 16,0 0-1-16,-1 0 39 0,1 0 1 0,2 0-40 15,-2 0 34-15,2 1-34 0,-3 1 0 0,3 0 1 16,-1 0 28-16,-2 0-29 0,4 0 11 0,-1 2-11 16,1-1 26-16,-2 0-26 0,0-2 0 0,1 3 1 15,1 0-15-15,0 1 14 0,-2-1 1 16,0 1 0-16,4-1-1 0,-3 2 0 0,-1-2-11 0,2 2 12 16,-1 0-1-16,2-1 0 15,-3 0-34-15,2 1 32 0,1 3 6 0,0-4-30 0,1 0-14 16,-1 1 0-16,-1 1 0 0,1-2 0 15,-2 2 0-15,0 0 0 0,-1 1 0 16,4-1 0-16,-3 1 0 0,-3 0 0 0,3-1 0 0,0 0 0 16,-1 2 0-16,0-2 0 0,2 3 0 0,-2-2 0 15,1 2 0-15,-1-2 0 0,-1 0 0 0,4 3 0 16,-5-3 0-16,1 1 0 0,2-1 0 0,-2 1 0 16,-1-1 0-16,3-1 0 0,-2 0 0 0,-2 2 0 15,2-2 0-15,-2-2 0 16,3 1 0-16,-1 0 0 0,-1 0 0 0,-1-2 0 0,2-1 0 0,-3 1 0 15,4 0 0-15,-4 1 0 16,2-5 0-16,-1 4 0 0,-2-3 0 0,3 2 0 16,-1 0 0-16,0-2 0 0,-2 2 0 0,2 0 0 15,-2-2 0-15,0 1 0 0,2-2 0 0,-2 1 0 16,0 2 0-16,0-3 0 16,0 0 0-16,0 2 0 0,0-2 0 0,0 0 0 0,0 0 0 0,0 0 0 15,0 0 0-15,0 0 0 0,0 0 0 0,0 0 0 16,0 0 0-16,0 0 0 15,0 0 0-15,0 0 0 0,0 0 0 0,0 0 0 16,0 0 0-16,0 0 0 0,0 0 0 0,0 0 0 16,0 0 0-16,0 0 0 0,0-2 0 0,0-1-544 15,0 2 56-15</inkml:trace>
  <inkml:trace contextRef="#ctx0" brushRef="#br0" timeOffset="209393.21">27560 5493 2423 0,'-5'-4'0'0,"4"3"0"0,-3-2 0 0,3 0 0 0,-2 0 0 0,3 2 0 0,0-1 0 0,0 0 0 0,0 2 0 0,0-1 0 0,3 1 103 0,9 0 116 0,5 0-90 15,4 0-43-15,2 0 270 0,0 0-147 0,7 0-89 16,-1 0-39-16,2 0 124 16,-1 0-205-16,2 0 0 0,-1 0 0 0,-1 0 0 15,-2 0 0-15,0 0 0 0,-7 0 0 0,2 0 0 16,-5-3 0-16,1 3 0 0,-3-2 0 0,-4 1 0 15,-1-1 0-15,-2 0 0 0,-2 0-273 0,-2 2 60 16,-1-2 15-16,-3 0-629 0,1 0 393 0,2 0 196 16</inkml:trace>
  <inkml:trace contextRef="#ctx0" brushRef="#br0" timeOffset="209954.94">27955 5305 2754 0,'-3'-2'0'0,"-2"1"0"0,5-1 0 0,-1 0 0 0,1 2 0 0,0 0 0 0,0-2 0 0,9 2 0 0,8 0 0 0,4 0 0 0,1 0 522 0,0 6-240 0,0 1-120 0,1 0 49 16,0 3-211-16,-3 1 0 0,-1 0 0 0,-6 1 0 15,3-1 0-15,-6 2 0 0,-3-2 0 0,1 3 0 16,-6-3 0-16,-2 1 0 0,0 2 0 0,0-1-46 16,-13-2 0-16,-2 3 39 15,-2-3-653-15,-2-2 315 0,-2 0 120 0,-5 1-351 16,3-2 258-16,-6-1 143 0,-2 1 66 0,-3-1-331 15,-1-1 200-15,-2 0 98 0,-1 0 41 0,3 2-74 16,0-1 68-16,8-1 32 0,6-1 43 0,-1 0-10 16,8-2-9-16,0 1 32 0,5 1 356 0,4-2-210 15,0 1-84-15,5 1 534 0,0 3-260 0,0 1-78 16,3 2-112-16,6 3 513 0,0 0-300 0,3 4-138 16,-3-2-86-16,1 6 197 0,-2-5-135 0,2 4-69 15,-4 0 157-15,-1 0-266 16,-1-3 0-16,-2 3 0 0,1-4 0 0,-3 1 0 15,0-5 0-15,0 3 0 0,0-5 0 0,-8-1 0 16,6-4 0-16,-4-1 0 0,2-3 0 0,-1-2 0 16,0 0 0-16,2 0 0 0,-2 0 0 0,4-7 0 15,-1-3 0-15,2-5 0 0,0 0 0 0,0-1 0 16,2-2 0-16,7 1 0 0,3 0 0 0,1 0 0 16,2 1 0-16,5 1 0 0,0-1 0 15,0 3 0-15,-1 4 0 0,2 0 0 16,-1 2 0-16,1 3 0 0,0-2 0 0,-4 4 0 15,0-1 0-15,-3 3 0 0,2 0 0 0,-4 0 0 16,-2 0 0-16,-3 0 0 0,0 0 0 0,2 0 0 16,-5 0 0-16,-1 0 0 0,-1 3 0 0,0-3 0 15,0 2 0-15,-2-2 0 0,0 0-156 0,0 0-197 16,0 0 155-16,0 0 79 0,0 0-556 0,0 0 306 16,0 2 169-16,0 2 80 0,0 1-573 0</inkml:trace>
  <inkml:trace contextRef="#ctx0" brushRef="#br0" timeOffset="210229.54">28200 5855 2589 0,'0'0'-1'0,"0"0"0"0,0 0 1 0,0 0 0 0,-2 0 0 0,2 0 0 0,0 0 0 0,-1 0 0 0,1 0 0 0,0 0 0 0,0 0 189 0,0 0-75 0,0 0 290 0,0 0-182 15,0 0-80-15,0 0 112 0,0 0-235 0,0 0-19 16,0 0 0-16,0 0 0 0,0 4 0 0,0 0 0 16,0 1 0-16,1 1 0 0,1 2 0 0,-2-1 0 15,0 2 0-15,0-2 0 0,0 1 0 0,0 2 0 16,0-2 0-16,0-1 0 0,-2-2 0 0,-4 1-46 16,1-2-220-16,-3 2 92 15,2-5 75-15,0 2-494 0,-1-1 265 0,2-2 149 16,3 0-223-16,-1 0 181 0,3 0 89 0</inkml:trace>
  <inkml:trace contextRef="#ctx1" brushRef="#br0">32276 11385 0,'0'0'0,"0"0"16,0 0-16,0 0 15,0 0 1,0 0-16,186-71 15,-158 55 1,14 3-16,-14 13 16,-13 0-16</inkml:trace>
  <inkml:trace contextRef="#ctx0" brushRef="#br0" timeOffset="-211757.85">27659 5226 1664 0,'-7'-15'0'0,"5"6"0"0,-4-2 0 0,1 1 0 0,2-1 0 0,-2 3 0 0,1 1 0 0,-1 0 0 0,1 1 0 0,0 0 0 0,-1 4 80 0,2 0 79 0,-2 1-57 0,-1-1 0 15,-2 2 54-15,-1 0-61 0,-4 10 0 0,-3 4-49 16,-4 7 84-16,-2 5-41 0,5 4 10 0,-6 10-53 16,4-1 144-16,7 2-72 0,3 4-36 15,0 4 100-15,7 0-56 0,2 0-46 16,0-2 0-16,2 2-44 0,8-2 10 0,4-4 0 16,2-4-42-16,5 6-11 0,1-5 52 0,-1-4-5 15,3-1-319-15,-1-1 160 0,-2-6 80 0,1 1-12 16,2-4-660-16,-1 1 291 0,0-5 189 0,5-4-506 15</inkml:trace>
  <inkml:trace contextRef="#ctx0" brushRef="#br0" timeOffset="-211441.83">28470 5574 2645 0,'-7'-6'0'0,"2"3"0"0,4 0 0 0,-1 1 0 0,2 1 0 0,0-1 0 0,0 0 0 0,2 0 0 0,14-1 0 0,6 2 0 0,3 1 352 0,3 0-153 15,5 0-66-15,1 0-29 0,3 0-29 0,2 0-1 16,-2 0-28-16,0 0-215 0,1 0 118 16,-3 0 43-16,0 0 0 0,-6 0-477 0,1 0 266 0,0 0 78 15,-5 0-310-15,3 0 128 0,-7 0 141 16,-1 0 50-16</inkml:trace>
  <inkml:trace contextRef="#ctx0" brushRef="#br0" timeOffset="-211229.45">29004 5395 2209 0,'-12'-6'0'0,"5"4"0"0,0 1 0 0,5-1-2 0,0 0 1 0,2 0 0 0,0 2 1 0,7 0 0 0,8 0 0 0,7 0 0 0,0 4 218 0,2 4-92 0,1 2-41 16,-8-3 181-16,7 2-110 0,-3 0-56 0,-4 1-5 16,-1-1-11-16,-4 0-39 0,-5 3 0 0,0-3-45 15,-4 3-1-15,-3 0 58 0,0 3-234 0,-17 1 112 16,-1 1 55-16,-6-3-1 0,0 1-337 0,-5 2 189 15,1-4 24-15,2 3 68 16,-3-5-563-16,3 2 293 0,-3 0 145 0,2-2-358 0,-1 0 258 0</inkml:trace>
  <inkml:trace contextRef="#ctx0" brushRef="#br0" timeOffset="-210900.47">28708 5766 2128 0,'-7'6'-1'0,"-1"6"1"0,6-4 0 0,-4 2 0 0,6 0 0 0,0 1 0 0,0 1 0 0,0 0 0 0,0 4 0 0,4-1 0 0,0 0 521 0,4 0-238 0,-1-2-108 15,0 0 18-15,2 1-74 0,0-5-37 0,-2-1 0 16,4-2 25-16,-4 1-12 16,2-4-50-16,-1-3 0 0,5 0-69 0,-3 0 35 15,6-2 10-15,1-9-110 0,-2-7 67 0,0 0 34 16,-1 2-1-16,-3-3-228 0,1 0 130 0,0 0-1 16,-6 2 4-16,-1 2 21 0,-1 6 0 0,-2-2 7 15,-1 3 133-15,-1 2-61 0,0 5 1 0,0-2-61 16,0 2 407-16,0 1-167 0,0 0-94 0,-1 5-34 15,-3 9-68-15,2 2 0 0,-1 1 0 0,1 4 0 16,2 0 0-16,0 5 0 0,0-6 0 0,0 2 0 16,0 1 0-16,2-1 0 15,3-3 0-15,0-1 0 0,0-3 0 0,3-2 0 16,-3-3 0-16,0-3 0 0,1 1 0 0,-1-4-317 16,3-4-36-16,0 0 154 0,2 0 77 0,3-3-420 15,1-4 238-15,0-7 134 0,4-4-453 0,1-3 290 16</inkml:trace>
  <inkml:trace contextRef="#ctx0" brushRef="#br0" timeOffset="-210608.26">29355 5536 2523 0,'3'-2'0'0,"0"-1"0"0,5-1 0 16,-3 0 0-16,0 1 0 0,1-2 0 0,0 3 0 0,2 0 0 0,2 2 0 0,2 0 0 0,3 0 177 0,-2 2-65 0,4 8 277 0,-2 1-177 16,2 4-84-16,-4 2-42 0,4 3 155 0,-6 3-178 15,-2 0-63-15,2 7 0 0,-6-2 0 0,0 2 0 16,-3 2 0-16,-2 2 0 0,0 1 0 0,-7 1 0 16,-6 4 0-16,-7-5 0 0,3-4 0 0,-3 1 0 15,-3-3 0-15,1-3 0 0,-4-3 0 0,5-2 0 16,-3-5 0-16,4-2 0 0,-6-3 0 0,2-3-625 15,2-3 257-15,-5-3 162 0,1 0 80 0,3-2-568 16,-4 0 330-16,5 0 160 0</inkml:trace>
  <inkml:trace contextRef="#ctx0" brushRef="#br0" timeOffset="-209290.59">27924 5129 551 0,'0'0'0'0,"0"0"0"0,0-2 0 0,0 0 0 0,0 2 0 0,0-2 0 0,0 2 0 0,0 0 0 0,0-2 0 0,0 2 0 0,0 0 40 0,0 0 88 0,0 0-48 15,0 0 0-15,0 0 70 0,0-1-54 0,0 1 0 16,0 0-41-16,0 0 133 0,0 0-72 0,0 0-36 15,0 0 53-15,0 0-45 0,0 0 11 0,0 0-56 16,0 0 116-16,0 0-59 16,0 0-28-16,1-2 1 0,4-2 78 0,7 4-59 15,0-6 0-15,3 1 18 0,4-3-33 0,4-2-1 16,-5 1-21-16,6-3 16 0,1 0-27 0,0-2-1 16,-1 1-20-16,2 1 21 0,-4-2 10 0,5-1-10 15,-2 1-53-15,-4 0 1 0,-1 3 51 0,-2-2 1 16,-1 1-82-16,-5 1 16 0,3 1 29 0,-6 4-85 15,-1-1 49-15,1 0 12 0,-3 3 4 0,-3 0 47 16,-1 0-22-16,0 1-14 0,-1 1 120 0,1 0-47 16,0 0-5-16,-2 0-47 0,0 0 51 15,1 2-16-15,-1-2 0 0,2 2 5 16,-2 0 14-16,0 0-53 0,4 0-20 0,-2 0 0 16,-2 0 0-16,0 0 0 0,0 0 0 0,0 0 0 15,0 0 0-15,0 0 0 16,3 0 0-16,-1 0 0 0,-2 0 0 0,2 0 0 0,0 0 0 0,1 0 0 15,-1 0 0-15,3 0 0 0,-2 0 0 0,5 4 0 16,-3-2 0-16,2 2 0 0,1 0 0 0,-3 0 0 16,3-3 0-16,-1 3 0 15,0 2 0-15,1-3 0 0,-1 1 0 0,0 1 0 16,-1 0 0-16,1 0 0 0,3-1 0 0,-3 1 0 16,4 1 0-16,-4-2 0 0,6 4 0 0,1-2 0 15,1-1 0-15,0 2 0 0,1-1 0 0,1 2 0 16,1 1 0-16,-1-1 0 0,1 0 0 0,0 3 0 15,-2-5 0-15,-2 4 0 0,0-1 0 16,-1 0 0-16,-1 1 0 0,0-3 0 0,-1 3 0 0,-4-5 0 16,1 4 0-16,-1-3 0 15,1-1 0-15,-1-2 0 0,-2 3 0 0,1-2 0 16,-4-2 0-16,5 2 0 0,-1-3 0 0,-2 3 0 16,1-1 0-16,-2 0 0 0,4 1 0 0,-2-2 0 15,0 1 0-15,-2 1 0 0,2 0 0 0,-2-1 0 16,2 2 0-16,-1-4 0 0,-1 3 0 0,1-2 0 15,-1 0 0-15,-2-1 0 0,3-1 0 0,-3 3 0 16,2-3 0-16,-1 1 0 0,0-1 0 0,1 2 0 16,-1-2 0-16,0 2 0 15,1-2 0-15,-1 2 0 0,1-1 0 0,2 1 0 16,-2 0 0-16,2 2 0 0,0-2 0 0,1 2 0 16,-3-3 0-16,3 3 0 0,-1-2 0 0,2 1 0 15,-4-2 0-15,1 3 0 0,-1-4 0 0,-1 2 0 16,0-1 0-16,-1-1 0 0,2 0 0 0,0 0 0 15,-2 0 0-15,-1 3 0 0,0-3 0 0,0 0 0 16,0 0 0-16,0 0 0 0,0 0 0 0,0 0 0 16,0 0 0-16,1 0 0 0,-1 0 0 0,0 0 0 15,0 0 0-15,0 0 0 16,0 0 0-16,0 0 0 0,0 0 0 0,0 0 0 16,0 0 0-16,0 0 0 0,0 0 0 0,-8 0 0 15</inkml:trace>
  <inkml:trace contextRef="#ctx0" brushRef="#br0" timeOffset="-198916.06">7620 17673 2321 0,'0'-7'0'0,"0"2"0"0,0-1 0 0,0 0 0 0,0 0 14 0,0 0-1 0,0 5-1 0,0-2-1 0,0 1 0 0,0 1-2 0,0-1 115 0,0 2-21 0,0 0-13 16,0 0 162-16,0 0-96 0,0 0-49 0,0 0 104 16,0 0-63-16,0 0-50 0,0 0-1 0,0 0 57 15,0 0-154-15,0 0 0 16,0 0 0-16,0 0 0 0,0 0 0 0,0 0 0 15,0 0 0-15,0 0 0 0,5 0 0 0,2 0 0 16,0 0 0-16,1 0 0 0,0-2 0 0,2 2 0 16,-2-2 0-16,-1 2 0 0,5 0 0 15,-1 0 0-15,-4 0 0 0,3 0 0 0,1 0 0 0,0 0 0 16,2 0 0-16,-3 0 0 0,4 0 0 0,-2 0 0 16,5 0 0-16,-2 0 0 0,1 0 0 0,2 0 0 15,1 0 0-15,-1 0 0 0,3 0 0 16,2 0 0-16,-3 0 0 0,7 0 0 15,-5-2 0-15,3-1 0 0,-5-1 0 0,3 0 0 16,0 3 0-16,-1-3 0 0,0 2 0 0,-1 0 0 16,2 1 0-16,0-2 0 0,-1 3 0 0,0 0 0 15,1 0 0-15,4 0 0 0,-7 0 0 16,6 0 0-16,1 0 0 0,-1 0 0 0,0 3 0 0,2-2 0 16,-6-1 0-16,7 2 0 0,-1-2 0 15,-2 0 0-15,-5 0 0 0,8 0 0 16,-9 0 0-16,4 0 0 0,3 0 0 0,-8 0 0 15,3 0 0-15,1 0 0 0,-4 0 0 0,2 0 0 16,0 0 0-16,2 0 0 0,-3 0 0 0,1 0 0 16,-2 0 0-16,1 0 0 0,1 0 0 0,-3 0 0 15,-2 0 0-15,1 0 0 16,0 0 0-16,-2 0 0 0,-2-2 0 0,-2 1 0 0,-3-2 0 0,0 1 0 16,-3 1 0-16,-1-2 0 0,-1 2 0 15,-1 1 0-15,1-3 0 0,-3 3 0 0,0 0 0 0,0 0 0 16,0 0 0-16,0-1 0 15,0 0 0-15,3-1 0 0,-2-1 0 0,-1 2 0 16,1-3 0-16,1 0 0 0,-2-1 0 0,2 3 0 16,-2-1 0-16,0 2 0 0,0-4 0 0,0 4 0 15,0 0 0-15,0-2 0 0,0 1 0 0,0 0 0 16,0 2 0-16,0 0 0 0,0 0 0 0,-4 7 0 16,-1 11 0-16,-5 6 0 0,5 4-567 0</inkml:trace>
  <inkml:trace contextRef="#ctx0" brushRef="#br0" timeOffset="-197070.63">9758 17588 1550 0,'0'-1'-11'0,"-4"0"1"0,3-1 2 0,0-1 2 0,-5 2 2 0,4-2 1 0,2 2 1 0,0 1 1 0,0 0 1 0,0 0 0 0,0 0 190 0,0 0-68 0,0 0 1 16,0 0-53-16,0 0 139 0,0 0-77 0,0 0-38 16,0 0 169-16,0 0-103 0,0 0-38 0,0 0-15 15,0 0 2-15,0 0 1 0,0 0-54 0,0 0 58 16,0 0 15-16,0 0-73 0,5 0 0 0,0 0 138 16,4 0-184-16,-1 0-10 15,4 0 0-15,0 0 0 0,-1 1 0 0,3 2 0 16,1-2 0-16,2-1 0 0,-1 3 0 0,3-3 0 15,2 2 0-15,1-2 0 0,3 1 0 0,1-1 0 16,-3 0 0-16,7 0 0 0,-2 1 0 0,1-1 0 16,-1 0 0-16,-1 0 0 0,1 0 0 0,4 0 0 15,3 0 0-15,-3 3 0 0,0-2 0 0,2-1 0 16,-3 3 0-16,3-3 0 0,0 1 0 0,1 1 0 16,1 1 0-16,-1 0 0 0,7-1 0 0,-2 0 0 15,1 1 0-15,2-1 0 16,0 0 0-16,-4-2 0 0,14 1 0 0,-7-1 0 15,0 3 0-15,-2-3 0 0,1 0 0 0,-4 0 0 16,8 0 0-16,-3 0 0 0,2 1 0 0,-1-1 0 16,1 2 0-16,3 0 0 0,1 0 0 15,1 2 0-15,2-3 0 0,-2 4 0 0,-1-4 0 0,2 4 0 16,1-4 0-16,0 3 0 0,0-2 0 0,2 0 0 16,7 0 0-16,-8 0 0 15,12 1 0-15,-5-3 0 0,-1 3 0 0,-1-2 0 16,0 3 0-16,-8-3 0 0,6 4 0 0,-1-1 0 15,-1-1 0-15,-1 3 0 0,0-1 0 0,-2-2 0 16,-1 4 0-16,-5-2 0 0,0 1 0 0,-1 0 0 16,0-3 0-16,-6 1 0 0,8-1 0 0,-8 0 0 15,3-1 0-15,-5-1 0 0,2-1 0 0,-5 0 0 16,0 0 0-16,-4 0 0 0,-2 0 0 0,-8 0 0 16,1 0 0-16,-6 0 0 15,-4 0 0-15,-3 0 0 0,-1 0 0 0,-2 0 0 16,-5 0 0-16,0 0 0 0,-1 0 0 0,-1 0 0 15,0 0 0-15,0 0 0 0,0 0 0 0,0 0 0 16,0 0 0-16,0 0 0 0,0 0 0 0,-1 0 0 16,-5 0 0-16,-1 0 0 0,-5 0 0 0,3 0 0 15,-2 4 0-15,-3 7 0 0,3 3 0 0,1 3-448 16</inkml:trace>
  <inkml:trace contextRef="#ctx0" brushRef="#br0" timeOffset="-193049.88">28438 3409 1040 0,'5'-6'0'0,"-5"-1"0"0,5 5 0 0,-3-3 0 0,0 1 0 0,-1 3 0 0,1-1 0 0,-2 0 0 0,0 2 0 0,2 0 0 0,-2 0 77 16,0 0-24-16,0 0 62 0,0 0-37 0,0 0 0 15,0 0 13-15,0 0 0 0,0 0-38 0,0 0-10 16,0 0 44-16,0 0-44 0,0 0-1 0,0 0 1 15,0 0 79-15,0 5-45 0,0 4 1 0,-9-3 51 16,-1 6-42-16,1 0-1 0,-7 1-33 0,3 0 41 16,-1 3 0-16,-2 0-51 0,-1-2 41 0,1 3-41 15,0 1 10-15,0-3-11 0,-1 0 54 0,2-2-53 16,2 0-1-16,0-2 1 16,-1-2 41-16,3 1-11 0,2-4-30 0,1-1 93 15,0 1-46-15,-2-2 10 0,6 0-57 0,-2-1 76 16,1-2-119-16,1-1 0 0,1 3 0 0,0-2 0 15,1-1 0-15,-1 0 0 0,3 3 0 0,-2-3 0 16,2 0 0-16,0 1 0 0,0 3 0 0,0 0 0 16,0 0 0-16,0 2 0 0,0-1 0 0,2 2 0 15,3 2 0-15,5 1 0 0,-2 0 0 0,4-2 0 16,1 5 0-16,2-2 0 16,-2 2 0-16,4-2 0 0,-1 2 0 0,0 0 0 15,0 3 0-15,-2-3 0 0,2 0 0 0,-4 0 0 16,1-2 0-16,1 0 0 0,-4 1 0 0,1-5 0 15,-4 0 0-15,2 2 0 0,-2-4 0 0,-5 0 0 16,3-3 0-16,-3 0 0 0,0-2 0 0,-2 0 0 16,0 0 0-16,0 0 0 0,0 0 0 0,0 0 0 15,0-2 0-15,0-1 0 0,0-6 0 0,0 2 0 16,0 2 0-16,0 1 0 16,1 0 0-16,1 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55:50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14363 4788 2218 0,'0'0'0'0,"0"0"0"0,-2 0 0 0,2 0 0 0,0-2 0 0,0 1 0 0,0 1 0 0,0 0 0 0,0 0 0 0,0 0 0 0,0 0 188 0,0 0-73 0,0 0-37 15,0 0 309-15,0 0-178 0,0 0-83 16,0 0-43-16,0 0 179 0,0 0-110 0,0 0-45 0,0 0-101 16,0 0-6-16,0 0 0 15,2 0 0-15,6 0 0 0,-1 0 0 0,3 0 0 16,1 0 0-16,0 1 0 0,2 1 0 15,1 1 0-15,-1-2 0 0,4 2 0 0,-1-3 0 0,2 1 0 16,-2-1 0-16,1 0 0 0,2 0 0 0,-2 0 0 16,0 0 0-16,1 0 0 0,0 0 0 15,-2 0 0-15,1 0 0 0,-2 0 0 0,2 0 0 0,2 0 0 16,-2 0 0-16,0 0 0 0,1 0 0 0,3 0 0 16,-1-1 0-16,0-2 0 0,1 2 0 15,0-2 0-15,0 0 0 0,0 0 0 16,4 1 0-16,0-1 0 0,0 1 0 0,-2 1 0 15,7-2 0-15,0 3 0 0,2 0 0 0,0 0 0 16,1 0 0-16,1 0 0 0,3 0 0 0,0 0 0 16,4 0 0-16,-2 0 0 0,3 0 0 0,-3 3 0 15,11-3 0-15,-6 0 0 0,1 0 0 16,2 0 0-16,2 0 0 0,0 0 0 0,2 0 0 0,-3 0 0 16,3 1 0-16,0 1 0 0,1 2 0 15,3 0 0-15,-2-1 0 0,1 1 0 16,0 2 0-16,11 1 0 0,-8-5 0 15,-4 2 0-15,5 2 0 0,1-2 0 0,8 1 0 16,-7 0 0-16,2-2 0 0,-3 0 0 0,12 1 0 16,-4 0 0-16,5-2 0 0,-3 0 0 0,2 1 0 15,-9-3 0-15,19 0 0 0,-8 0 0 0,3 0 0 16,-2 0 0-16,6 0 0 0,-4-3 0 0,2 1 0 16,-4-4 0-16,6-1 0 0,-4-1 0 15,2-1 0-15,0-1 0 0,1 3 0 16,-4-2 0-16,-3-1 0 0,-3 0 0 0,-9 1 0 0,12 0 0 15,-9 0 0-15,-10 1 0 0,6 2 0 16,1 3 0-16,-7-3 0 0,-5 2 0 0,-3 1 0 0,-7 3 0 16,1-3 0-16,-4 2 0 0,-3-2 0 0,-2 3 0 15,-3 0 0-15,-4 0 0 0,-3 0 0 0,-1 0 0 16,-4 0 0-16,-2 0 0 0,-4 0 0 16,-1-1 0-16,-4-1 0 0,0 2 0 0,-2-2 0 15,-1 0 0-15,-1-5 0 16,0-1 0-16,0-1 0 0,0-3 0 0,-7 2 0 15,-5 0 0-15,-2-2 0 0,-4 5 0 0,-4 0 0 0,-2 5 0 16,-3 2 0-16,-8 13 0 16</inkml:trace>
  <inkml:trace contextRef="#ctx0" brushRef="#br0" timeOffset="21756.76">13357 6695 2249 0,'-2'0'-2'0,"-3"-2"1"16,4 0 0-16,-1 0 1 0,0 2 0 0,0-1 0 0,0 1 0 0,2 0 0 0,-1 0 0 0,1 0 0 0,0 0 106 0,0 0 12 0,0 0-14 0,0 0 0 15,0 0-53-15,0 0 132 0,0 0-66 0,0 0-21 16,0 0-12-16,0 0 18 0,0 0 1 0,0 0-53 16,0 0 38-16,0 0 12 0,0 0-49 0,0 0 0 15,0 0-61-15,0 0 61 0,0 0 13 0,0 0-14 16,0 0-27-16,0 0-23 0,0 0 0 0,1 0 0 16,1 0 0-16,2 1 0 0,-1 1 0 15,0 0 0-15,3 0 0 0,-3 2 0 16,3-3 0-16,-1 3 0 0,1 0 0 0,0-1 0 15,0 2 0-15,1-3 0 0,-2 3 0 0,3-3 0 16,0 2 0-16,-1 0 0 0,0-3 0 0,2 3 0 16,0-2 0-16,2-1 0 0,-4 1 0 0,7 1 0 15,-3-2 0-15,2 1 0 0,-4-2 0 0,6 3 0 16,-1-3 0-16,0 0 0 0,0 1 0 0,-1-1 0 16,0 0 0-16,2 0 0 15,-2 0 0-15,-2 0 0 16,2 0 0-16,1 0 0 0,-1 0 0 0,0 0 0 0,2 0 0 0,-2 0 0 15,0 0 0-15,0 0 0 0,1 0 0 0,0 0 0 16,2 0 0-16,-3 0 0 0,2 3 0 0,-2-2 0 16,2 1 0-16,0-1 0 0,0-1 0 0,2 2 0 15,-2 0 0-15,0 1 0 0,0-3 0 0,0 1 0 16,2 1 0-16,-2-2 0 0,0 2 0 0,0-1 0 16,2 1 0-16,-2 2 0 0,0-1 0 0,2-2 0 15,-2 4 0-15,2-4 0 16,0 2 0-16,-1 2 0 0,2-2 0 0,0 1 0 15,1-2 0-15,0 1 0 0,-1 1 0 0,2-2 0 16,1 1 0-16,-3 0 0 0,3-2 0 0,-1 1 0 16,1 0 0-16,0 0 0 0,1 0 0 0,0 1 0 15,3-3 0-15,0 1 0 0,-3 0 0 0,0 2 0 16,5-3 0-16,-6 1 0 0,3 1 0 0,-2 0 0 16,1 0 0-16,0 0 0 0,3 2 0 15,-4-2 0-15,2-1 0 0,-1 4 0 16,6-4 0-16,-3 2 0 0,0-2 0 0,2 0 0 15,0 2 0-15,-2-3 0 0,6 2 0 16,-3-2 0-16,2 1 0 0,0-1 0 0,0 2 0 0,1-2 0 16,2 2 0-16,-2 1 0 0,0-2 0 0,-2 1 0 15,2 2 0-15,-2-3 0 0,0 3 0 0,2-3 0 16,1 4 0-16,0-3 0 0,-1 1 0 0,2-1 0 16,2-2 0-16,-3 3 0 0,5-3 0 15,-3 0 0-15,5 0 0 0,-2 0 0 16,-1 0 0-16,0 0 0 0,2 0 0 0,-2 0 0 15,0 0 0-15,-1 0 0 0,3 0 0 0,-1 0 0 16,3 0 0-16,-5 0 0 0,5 1 0 0,-5 1 0 16,7-2 0-16,-2 2 0 0,1-2 0 0,1 2 0 15,-2-2 0-15,-3 0 0 0,9 0 0 0,-5 0 0 16,-7 0 0-16,10 0 0 0,-3 0 0 0,-7 0 0 16,10 0 0-16,-9 0 0 15,2 0 0-15,-1 0 0 0,2 0 0 0,-1 0 0 16,-1 0 0-16,0 0 0 0,-2 0 0 0,-2 0 0 0,1 1 0 15,0-1 0-15,-2 2 0 0,0-2 0 16,-1 0 0-16,0 2 0 0,-1-2 0 0,-4 2 0 16,6-2 0-16,-4 2 0 0,0 0 0 15,-1-2 0-15,-1 2 0 0,-4 0 0 0,6-1 0 0,-1 2 0 16,1-3 0-16,-1 2 0 0,-1-2 0 16,-4 1 0-16,8-1 0 0,-6 0 0 0,3 0 0 0,-2 0 0 15,1 0 0-15,-2 0 0 16,6 0 0-16,-4 0 0 0,2 0 0 0,1 0 0 15,-3 0 0-15,6 0 0 0,-4 0 0 0,0 0 0 16,3 0 0-16,-1 0 0 0,2 1 0 0,-2 4 0 16,2-3 0-16,-1 0 0 0,1-1 0 0,-2 2 0 15,2-1 0-15,-2-1 0 0,0 1 0 0,0 0 0 16,1-1 0-16,-3 2 0 0,2-2 0 0,-2-1 0 16,2 3 0-16,0-2 0 0,0-1 0 15,-2 2 0-15,-2-2 0 0,6 1 0 16,-2-1 0-16,-2 3 0 0,4-3 0 0,-4 1 0 15,-3-1 0-15,5 2 0 0,0-2 0 0,-3 0 0 16,1 0 0-16,-2 0 0 0,-2 0 0 0,4 0 0 16,-1 0 0-16,-1 0 0 0,1 0 0 0,-1 0 0 15,-4 0 0-15,6 0 0 0,-1 0 0 0,-1 0 0 16,-1 0 0-16,1 0 0 0,-2 0 0 0,6 0 0 16,-2 0 0-16,0 0 0 15,1 0 0-15,-1 0 0 0,-4 0 0 0,6 0 0 16,-3 0 0-16,1 0 0 0,-1 0 0 0,-2 0 0 15,0 0 0-15,3 0 0 0,-2 0 0 0,1 0 0 16,-3 0 0-16,2 0 0 0,-3 0 0 0,5 0 0 16,-7 0 0-16,4 0 0 0,-2 0 0 0,4 0 0 15,-5 0 0-15,5 0 0 0,-2 0 0 0,-4 0 0 16,6 0 0-16,-3 0 0 0,-3 0 0 16,1 0 0-16,3 0 0 0,-4 0 0 15,2 0 0-15,-2 0 0 0,0 0 0 0,0 0 0 16,-1 0 0-16,1 0 0 0,0 0 0 0,1 0 0 15,-1 0 0-15,0 0 0 0,1 0 0 0,-1 0 0 16,2 0 0-16,-2 0 0 0,-1 0 0 0,1 0 0 16,0 0 0-16,-1-2 0 15,1 1 0-15,0 1 0 0,-3 0 0 0,1-3 0 0,-1 3 0 0,0 0 0 16,1 0 0-16,-3 0 0 16,1 0 0-16,2 0 0 0,-2 0 0 0,-1 0 0 0,4 0 0 0,-4 0 0 15,3 0 0-15,0 0 0 16,-1 0 0-16,2 0 0 0,1 0 0 0,-3 0 0 15,1 0 0-15,1 0 0 0,-1 0 0 0,2 0 0 16,-3 0 0-16,1 0 0 0,1 0 0 0,-4 0 0 16,1 0 0-16,0 0 0 0,2 0 0 0,-3 0 0 15,2 0 0-15,-1 0 0 0,-1 0 0 0,2 0 0 16,0 0 0-16,-1 0 0 0,-1 0 0 0,2 0 0 16,-2 0 0-16,2 0 0 15,1 0 0-15,-3 0 0 0,1 0 0 0,0 0 0 16,0-1 0-16,-1-1 0 0,2 2 0 0,-4 0 0 15,4-1 0-15,-2 1 0 0,1 0 0 0,1 0 0 16,-2 0 0-16,3 0 0 0,-2 0 0 0,0 0 0 16,1 0 0-16,1 0 0 0,1 0 0 0,-4 0 0 15,1 0 0-15,0 0 0 16,2 0 0-16,-3 0 0 0,3 0 0 0,0 0 0 0,1 0 0 0,0 0 0 16,1 0 0-16,-1 1 0 15,1 1 0-15,0-1 0 0,-1 2 0 0,-1-2 0 16,2 1 0-16,-3 1 0 0,3-1 0 0,-3-2 0 15,3 1 0-15,-2 2 0 0,1-3 0 0,-1 2 0 16,1-2 0-16,0 1 0 0,1 1 0 0,0-2 0 16,-1 2 0-16,1-2 0 0,0 1 0 0,-1 2 0 15,1-3 0-15,0 0 0 0,-1 1 0 0,0-1 0 16,3 2 0-16,-1-2 0 0,3 3 0 16,-2-3 0-16,1 0 0 0,1 1 0 0,-5-1 0 0,4 2 0 15,1-2 0-15,-2 0 0 16,0 1 0-16,0-1 0 0,0 3 0 0,0-3 0 15,-1 2 0-15,0-2 0 0,1 0 0 16,-1 1 0-16,1-1 0 0,-2 2 0 0,2 0 0 0,-3 0 0 16,3-2 0-16,-3 2 0 0,0-2 0 0,1 2 0 15,0-2 0-15,1 1 0 0,-1-1 0 0,2 3 0 16,0-2 0-16,-1-1 0 0,2 2 0 0,-1-2 0 16,4 0 0-16,-6 0 0 15,2 0 0-15,0 0 0 0,3 0 0 0,1 0 0 16,-4 0 0-16,4 0 0 0,-4 0 0 0,7 0 0 15,-5 0 0-15,5 0 0 0,-4 0 0 0,1 0 0 16,-2-2 0-16,5 1 0 0,-2-2 0 0,-1 2 0 16,1 1 0-16,0 0 0 0,-1-2 0 0,1 2 0 15,0 0 0-15,-2 0 0 0,0 0 0 0,0 0 0 16,-3 0 0-16,5 0 0 0,-3 0 0 0,1 0 0 16,0 0 0-16,2 0 0 15,-3 0 0-15,5 0 0 0,0 0 0 0,-2 0 0 16,1 0 0-16,1 0 0 0,-8 0 0 0,12 0 0 15,-7 0 0-15,3 0 0 0,-1 0 0 0,-1 0 0 16,-3 0 0-16,5 0 0 0,-4 0 0 0,1 0 0 16,-1 0 0-16,-1 0 0 0,0 0 0 0,3 0 0 15,1 0 0-15,-1 0 0 0,2 2 0 0,-1-2 0 16,4 1 0-16,-3-1 0 0,4 0 0 16,-1 0 0-16,1 3 0 0,2-3 0 15,2 1 0-15,1-1 0 0,4 0 0 0,-3 0 0 16,1 0 0-16,-7 0 0 0,6 0 0 0,6 0 0 15,-5 0 0-15,3 0 0 0,-2 0 0 0,-2 0 0 16,11 0 0-16,-4 0 0 0,2 0 0 0,2 0 0 16,-4-1 0-16,5 1 0 0,-1 0 0 0,-1-3 0 15,0 3 0-15,0 0 0 0,-1 0 0 0,0 0 0 16,-2 0 0-16,4 0 0 0,-1 0 0 0,1 0 0 16,-2 0 0-16,-6 0 0 0,8 0 0 15,-6 0 0-15,3 0 0 0,-3 0 0 16,1 0 0-16,-5 0 0 0,8 0 0 0,-5 3 0 15,1-2 0-15,3 1 0 0,-1 0 0 0,-4-2 0 16,6 2 0-16,-4 0 0 0,-4 0 0 0,3-2 0 16,-3 1 0-16,-4-1 0 0,7 2 0 15,-3-2 0-15,-1 0 0 0,3 0 0 0,-3 0 0 0,0 0 0 16,10 0 0-16,-6 0 0 16,0 0 0-16,2 0 0 0,-2 0 0 0,-5 0 0 15,10 0 0-15,-7 0 0 0,4 0 0 0,-2 2 0 16,2-2 0-16,-6 2 0 0,12 1 0 0,-5-2 0 15,3 1 0-15,-2-2 0 0,2 3 0 0,-6-2 0 16,10 3 0-16,-4-4 0 0,-3 1 0 0,3 3 0 16,-2-2 0-16,-4 0 0 0,11 0 0 0,-3 1 0 15,-1-1 0-15,-1 0 0 0,1 2 0 0,-8-1 0 16,10 0 0-16,-4-2 0 0,-2-1 0 16,3 1 0-16,0 2 0 0,-10-1 0 0,13 0 0 15,-4-2 0-15,0 2 0 0,-2-1 0 16,0-1 0-16,-7 3 0 0,11-1 0 0,-5-1 0 15,-2-1 0-15,0 2 0 0,2-2 0 0,-9 2 0 16,8 0 0-16,-3-2 0 0,-1 2 0 0,1 2 0 16,-4-2 0-16,9-1 0 0,-7 0 0 0,3 5 0 15,-9-5 0-15,4 3 0 0,0 0 0 0,0-1 0 16,-4 1 0-16,2-1 0 0,-2 1 0 0,-1 1 0 16,-1-1 0-16,-2-1 0 15,1 0 0-15,-1 2 0 0,0-2 0 0,0 1 0 16,0-3 0-16,0 3 0 0,0 0 0 0,-2-2 0 15,2-1 0-15,0 2 0 0,0-2 0 0,0 2 0 16,2-1 0-16,0 0 0 0,1-1 0 0,2 1 0 16,-2-2 0-16,1 2 0 0,-3 0 0 0,4 0 0 15,-1-1 0-15,4 1 0 0,-3 1 0 0,3-2 0 16,-3 3 0-16,2-3 0 16,-4 2 0-16,5-2 0 0,-1 1 0 0,-2 2 0 15,2-2 0-15,-2 2 0 0,4-3 0 0,-5 3 0 16,-1 0 0-16,2 0 0 0,-3 0 0 0,-2-1 0 15,0 1 0-15,0 1 0 0,0-3 0 0,-2 3 0 16,2-1 0-16,-2 0 0 0,-1 1 0 0,-2-2 0 16,-2-1 0-16,6 1 0 0,-8 0 0 0,3 1 0 15,-4-3 0-15,1 1 0 0,-2 3 0 0,-1-4 0 16,0-1 0-16,-3 1 0 0,0-1 0 16,-5 0 0-16,2 3 0 0,-2-3 0 0,-3 0 0 0,-1 0 0 15,1 0 0-15,-3 0 0 16,0 0 0-16,-1 0 0 0,1 0 0 0,-3 0 0 15,1 0 0-15,0 0 0 0,1 0 0 0,-3 0 0 16,0 0 0-16,2 0 0 0,-2 0-455 0,0 0 140 16,-14 9 120-16</inkml:trace>
  <inkml:trace contextRef="#ctx0" brushRef="#br0" timeOffset="24822.88">3084 8393 577 0,'-28'-10'-7'0,"3"4"2"0,5 4 1 0,-5 2 1 0,0 0 70 0,-1 0 1 0,3 0-63 0</inkml:trace>
  <inkml:trace contextRef="#ctx0" brushRef="#br0" timeOffset="25297.99">2824 8383 2729 0,'-18'0'-2'0,"8"0"2"16,-1 2 0-16,4 0 0 0,2 0 0 0,3 2 0 0,2 1 0 0,0 4 0 0,0 1 0 0,4 4 0 0,9-2 54 0,0 3 155 0,7 3-77 0,-3-4-39 0,6-1 1 15,-2-1 65-15,8-1-59 0,2 0 0 0,1-1 163 16,0-3-263-16,3 1 0 16,3-1 0-16,6-4 0 0,4 0 0 0,12-1 0 15,-2-2 0-15,4 0 0 0,-2 0 0 0,15-8 0 16,-2 2 0-16,-5-1 0 0,-1 1 0 0,0 1 0 15,-7 3 0-15,13-2 0 0,-7 2 0 0,-4 0 0 16,-8 2 0-16,15 0 0 0,-15 0 0 0,1 0 0 16,-2 0 0-16,0 0 0 0,-1 0 0 15,-2 0 0-15,-8 0 0 0,7-2 0 0,-5 1 0 16,-9-2 0-16,3 0 0 0,-2-1 0 16,-5 1 0-16,2-1 0 0,-5-1 0 0,-7 2 0 15,0-1 0-15,0 0 0 0,-8 2 0 0,1-1 0 16,-2-1 0-16,-4 2 0 0,-2 1 0 0,-2-4 0 15,0 4 0-15,-1-1 0 0,-1 0 0 0,1-3 0 16,-1 4 0-16,-2 0 0 0,0-1 0 0,3 0 0 16,-3 0 0-16,0 0 0 0,0 2 0 0,0 0 0 15,0 0 0-15,0 0 0 0,0 0 0 0,2 0 0 16,-2-1 0-16,0 1 0 16,0 0 0-16,0 0 0 0,0 0 0 0,0 0 0 15,1 0 0-15,-1 0 0 0,0 0 0 0,0-3 0 16,0 3 0-16,0-1 0 0,2 1 0 0,-2-3 0 15,0 2 0-15,0-1 0 0,0-2 0 0,0 3 0 16,0-3 0-16,0 0 0 0,0-1 0 0,0 3 0 16,0-3 0-16,0 0 0 0,0 1 0 15,0-2 0-15,0 2 0 0,0 1 0 16,0-1 0-16,0 2 0 0,0 0 0 0,-2 1 0 16</inkml:trace>
  <inkml:trace contextRef="#ctx0" brushRef="#br0" timeOffset="25310.02">4927 8409 528 0</inkml:trace>
  <inkml:trace contextRef="#ctx0" brushRef="#br0" timeOffset="33607.86">11863 8747 1122 0,'0'0'0'0,"0"0"0"0,-2 0 0 0,1 0 0 0,1 0 0 0,-2 0 0 0,2 0 0 0,0 0 0 0,-2 0 0 0,2 0 0 0,0-2 134 0,0 1-51 16,0-1 0-16,0 2 123 0,0-2-82 0,0 1-41 0,0-1 10 15,0-1 126-15,0 1-89 16,0 1-44-16,0-1 150 0,0 0-97 16,0 2-39-16,0-2-9 0,0 2-19 0,0 0-1 0,0 0-29 15,0 0 76-15,0 0-28 0,0 0-11 0,0 0-37 16,0 0 88-16,0-1-45 0,4-2 1 0,-1 2-34 16,3-1 83-16,-2-2-135 0,4 0 0 0,-5 0 0 15,4 0 0-15,-3 1 0 0,2-1 0 0,0 2 0 16,-2-2 0-16,1 0 0 0,0 2 0 0,-1 1 0 15,2-1 0-15,0 0 0 0,-1 0 0 0,1 0 0 16,-1 0 0-16,1 2 0 0,2-1 0 16,-2-1 0-16,-1 2 0 0,0-2 0 15,1 0 0-15,-2 2 0 0,4-2 0 16,-3 0 0-16,1 1 0 0,1 1 0 0,-2-2 0 0,6 2 0 16,-4 0 0-16,4 0 0 0,2 0 0 15,-3 0 0-15,0 0 0 0,2 0 0 0,3 0 0 0,-1 0 0 16,-2 0 0-16,4 0 0 0,-2 0 0 15,2 0 0-15,-2 0 0 0,2 0 0 0,-1 0 0 0,-2 0 0 16,0 0 0 0,2 0 0-16,-2 0 0 0,0 0 0 0,1 0 0 15,0 0 0-15,0 0 0 0,-1 0 0 0,2 0 0 0,-2 0 0 16,1 0 0-16,0 0 0 0,1 0 0 0,0 0 0 16,0 0 0-16,0 0 0 0,0 0 0 0,0 0 0 15,0 0 0-15,-1 0 0 16,0 0 0-16,2 2 0 0,0-2 0 0,0 1 0 0,2-1 0 15,1 2 0-15,0 0 0 0,5 0 0 0,-3-2 0 16,2 2 0-16,1-2 0 0,2 2 0 0,0-2 0 16,-1 0 0-16,-1 0 0 15,3 0 0-15,-5 0 0 0,6 0 0 0,-4 0 0 0,-3 0 0 16,2-2 0-16,-1 2 0 0,1 0 0 16,0-2 0-16,-2 2 0 0,2 0 0 0,0 0 0 15,-2 0 0-15,1 0 0 0,1 0 0 0,3 0 0 16,-3 0 0-16,1-2 0 0,0 2 0 0,-1 0 0 0,0-2 0 15,0 2 0-15,0-2 0 0,0 2 0 16,0 0 0-16,-3 0 0 16,3 0 0-16,-2 0 0 0,0 0 0 0,4 0 0 15,-4 0 0-15,4 0 0 0,3-1 0 0,-4 1 0 16,4-2 0-16,0 0 0 0,0 2 0 0,-1-2 0 0,5 0 0 16,-4 0 0-16,0 2 0 0,-1 0 0 15,1 0 0-15,-6 0 0 0,6 0 0 0,-2 0 0 0,-1 0 0 16,0 0 0-16,-1 0 0 0,-2 0 0 15,6 0 0-15,-3 0 0 0,0 0 0 0,1 0 0 16,0 0 0-16,-4 0 0 0,8 0 0 0,-3 0 0 16,-1-2 0-16,-1 0 0 0,-1 0 0 15,-2-2 0-15,5-1 0 0,-1 1 0 16,-3 0 0-16,2-2 0 0,-4 5 0 0,4-3 0 0,-2 2 0 16,-1-2 0-16,-1 2 0 0,0-2 0 15,-3 1 0-15,1 1 0 0,0 0 0 0,-4-2 0 16,2 3 0-16,-2-3 0 0,0 2 0 0,-2 0 0 15,1-1 0-15,-4 0 0 0,0 2 0 0,0-1 0 16,-3-1 0-16,0 2 0 0,-1-3 0 0,-1 2 0 16,-1 0 0-16,0 1 0 0,0-1 0 15,-2-1 0-15,0 3 0 0,-1-1 0 0,1 1 0 16,0 0 0-16,-2 0 0 0,0-2 0 0,0 2 0 16,0 0 0-16,0 0 0 0,0-2 0 0,0 0 0 15,0 0 0-15,0 1 0 0,0-1 0 16,0 0 0-16,0 1 0 0,0-2 0 0,0 1 0 0,0 0 0 15,0 2 0-15,0 0 0 0</inkml:trace>
  <inkml:trace contextRef="#ctx0" brushRef="#br0" timeOffset="38638.41">7690 8830 2608 0,'0'-5'0'0,"-2"1"0"0,1-2 0 0,1 4 0 0,0-1 0 0,0 0 0 0,0 2 0 0,0 1 0 0,0 0 0 0,0 0 0 0,0 0 118 0,0 0-38 15,0 0 216-15,0 0-132 0,0 0-60 0,0 0-31 16,0 0 153-16,1 0-91 0,6 0-35 0,-2 0-73 16,0 0-27-16,2 0 0 0,1 0 0 0,2 0 0 15,-3 0 0-15,4 0 0 16,-3 0 0-16,3 0 0 0,0 0 0 0,-1 0 0 15,-1 0 0-15,3 0 0 0,0 4 0 0,-1-3 0 16,1 1 0-16,-1 2 0 0,-2 0 0 0,7 0 0 16,-4-1 0-16,4 1 0 0,0 2 0 15,0-2 0-15,2 1 0 0,-1-1 0 0,3-1 0 0,0 1 0 16,1 0 0-16,1 0 0 0,-3-1 0 0,3-1 0 16,-1 2 0-16,-1 0 0 0,3-2 0 0,-2 2 0 15,0-1 0-15,1 1 0 16,-3-1 0-16,1-1 0 0,1 2 0 0,0-2 0 15,1 2 0-15,-1-1 0 0,2-2 0 0,-1 1 0 16,4-2 0-16,-7 2 0 0,6-2 0 0,-4 2 0 16,1-2 0-16,0 0 0 0,-1 1 0 0,1 1 0 15,-1-2 0-15,2 2 0 0,5 2 0 0,-3-3 0 16,0 1 0-16,2 2 0 0,3 0 0 0,0-2 0 16,2 2 0-16,1-1 0 0,-1 1 0 0,1 0 0 15,0-2 0-15,3 0 0 0,0 0 0 0,-2-1 0 16,0-1 0-16,-1 2 0 15,-1-2 0-15,0 0 0 0,1 0 0 0,-3 0 0 16,1 0 0-16,-1 0 0 0,2 0 0 0,-2-2 0 16,2 1 0-16,-2-1 0 0,0-2 0 0,-4 0 0 15,6 0 0-15,-2 1 0 0,0-1 0 0,0 0 0 16,2 1 0-16,-2-3 0 0,3 4 0 0,-4-2 0 16,1 1 0-16,1-1 0 0,0 2 0 15,0 1 0-15,-1-2 0 0,-2 2 0 0,0-2 0 16,0 1 0-16,1 2 0 0,-6 0 0 15,4 0 0-15,-5 0 0 0,-1 0 0 0,-1 0 0 16,-2 0 0-16,1 0 0 0,-4 0 0 0,-3 0 0 16,2 0 0-16,-5 0 0 0,-2 0 0 0,2 0 0 15,-6 0 0-15,1 0 0 0,-2 0 0 0,1 0 0 16,-3 0 0-16,2 0 0 0,-2 0 0 0,0 0 0 16,0 0 0-16,0 0 0 0,0 0 0 0,0 0 0 15,0 0 0-15,0 0 0 0,0 0 0 0,0 0 0 16,0 0 0-16,0 0 0 15,0 0 0-15,0-1 0 0,0-2 0 0,0 0 0 16,0-1 0-16,0 1 0 0,0 1 0 0,0-1 0 16,0 2 0-16,0 1 0 0</inkml:trace>
  <inkml:trace contextRef="#ctx0" brushRef="#br0" timeOffset="56382.39">16200 8776 2364 0,'-9'0'0'0,"1"0"0"0,1 0 0 0,3 0 0 0,2 0 0 0,0 0 0 0,2 0 0 0,0 0 0 0,0 0 0 0,0 0 0 0,0 0 97 0,0 0 12 0,0 0 18 16,0 0-39-16,0 0 0 0,2 0-37 0,0 0 98 16,5 0-37-16,2 0-12 0,0 0 58 0,0 1-53 15,3-1-1-15,-2 0-53 0,1 0 124 16,5 2-122-16,-2 0-53 0,4 0 0 0,-2-2 0 16,2 2 0-16,1 2 0 0,-1-3 0 15,1 2 0-15,-1-2 0 0,3 3 0 0,-2 0 0 16,1-2 0-16,0 1 0 0,1 0 0 0,0 0 0 15,2-1 0-15,0 0 0 0,0 0 0 0,4-2 0 16,-2 2 0-16,1-1 0 0,1-1 0 0,1 0 0 16,-4 0 0-16,6 0 0 0,-4 0 0 0,0 0 0 15,3 3 0-15,-3 0 0 0,2-1 0 0,-1 2 0 16,1 2 0-16,-2-3 0 0,2 3 0 16,-1-1 0-16,4 1 0 0,0 0 0 15,4-1 0-15,-1-4 0 0,3 4 0 0,4-1 0 16,-5-3 0-16,9 2 0 0,-5-1 0 0,0-1 0 15,2 1 0-15,-1 0 0 0,-3 0 0 0,6-1 0 16,-3 4 0-16,0-2 0 0,1 1 0 0,-1 0 0 16,-4 0 0-16,10-1 0 0,-4 3 0 0,3-3 0 15,-3 2 0-15,0-2 0 0,-2 1 0 0,12-1 0 16,-6-1 0-16,0 0 0 16,-2 0 0-16,0 2 0 0,-6-2 0 0,10 2 0 15,-6-2 0-15,0 1 0 0,1 1 0 0,-1 1 0 16,-4-1 0-16,8 2 0 0,0-2 0 0,0-2 0 15,-2 2 0-15,-3-1 0 0,8 1 0 0,-3-4 0 16,2 2 0-16,-2 0 0 0,2 0 0 0,0-2 0 16,2 0 0-16,-1 2 0 0,1-2 0 0,3 0 0 15,-1 0 0-15,-3 0 0 0,1 0 0 0,-2 0 0 16,2 0 0-16,0 0 0 0,-1 0 0 0,3 0 0 16,0 0 0-16,1 0 0 15,0 0 0-15,10 0 0 0,-13 0 0 0,7 0 0 16,-1-2 0-16,8 0 0 0,-4 0 0 0,-1 0 0 15,0 0 0-15,-5-2 0 0,12 1 0 0,-3-1 0 16,-4 0 0-16,2 1 0 0,-2-1 0 0,-3 0 0 16,10 0 0-16,-5 0 0 0,2 1 0 0,-2-1 0 15,3 0 0-15,-5 2 0 0,10-2 0 0,-5 2 0 16,-3 0 0-16,5-3 0 16,-3 3 0-16,-9 0 0 0,15 1 0 0,-8-2 0 15,2 1 0-15,-2 1 0 0,0 1 0 0,-10-2 0 16,15 2 0-16,-5 0 0 0,-2 0 0 0,2 0 0 15,0-2 0-15,-5 2 0 0,21 0 0 0,-11-2 0 16,-1 2 0-16,-1-2 0 0,4 2 0 0,-9-1 0 16,14-1 0-16,-4 0 0 0,0 0 0 0,5 1 0 15,-4-3 0-15,-9 1 0 0,15 1 0 0,-8 1 0 16,1-2 0-16,0 1 0 0,-1 1 0 0,-5-1 0 16,14 2 0-16,-6 0 0 15,-3 0 0-15,1 0 0 0,0 0 0 0,-4 0 0 16,10 0 0-16,-2 0 0 0,2 0 0 0,0 0 0 15,-3 0 0-15,2 0 0 0,0 0 0 0,0 2 0 16,1-2 0-16,-2 0 0 0,8 0 0 0,-4 1 0 16,-2-1 0-16,0 2 0 0,0-2 0 0,-3 4 0 15,-8-2 0-15,18 2 0 0,-6 0 0 0,0 0 0 16,0-1 0-16,-1 1 0 0,4 0 0 0,10-1 0 16,-14 0 0-16,19-2 0 15,-5-1 0-15,2 0 0 0,-11 0 0 0,21 0 0 16,-10 0 0-16,0 0 0 0,-1 0 0 0,2-1 0 15,-15-4 0-15,16 4 0 0,-7-3 0 0,-1 2 0 16,-11 0 0-16,24 1 0 0,-23-1 0 0,7 0 0 16,-1 0 0-16,-2 1 0 0,2 1 0 0,-5 0 0 15,4 0 0-15,-1 0 0 0,3 0 0 0,-5-3 0 16,3 2 0-16,2 1 0 0,-3-3 0 16,0 1 0-16,13 1 0 0,-7-4 0 15,-14 4 0-15,10-3 0 0,-4 1 0 0,1 1 0 16,-4-2 0-16,1 2 0 0,5 0 0 0,-7-3 0 15,-11 4 0-15,13-1 0 0,-10 1 0 0,-2 1 0 16,-2 0 0-16,0 0 0 0,-6 0 0 0,14 0 0 16,-4 0 0-16,-5 0 0 0,2 0 0 0,-2 0 0 15,-7 0 0-15,6 0 0 16,-2 0 0-16,-4 0 0 0,4 1 0 0,-3 2 0 16,-2 0 0-16,-4 1 0 0,-3-1 0 0,-9 2 0 15,8-2 0-15,-8 1 0 0,-1-1 0 0,1 3 0 16,-2-2 0-16,0 0 0 0,0 2 0 0,1-3 0 15,-1 1 0-15,6-1 0 0,-3 2 0 0,7-2 0 16,-2-1 0-16,2-2 0 0,-5 2 0 0,7-2 0 16,-2 0 0-16,0 0 0 0,-2 0 0 0,-8 0 0 15,7 0 0-15,-3 0 0 0,1 0 0 0,-1 0 0 16,-1 0 0-16,-4 0 0 0,4 0 0 16,-7 0 0-16,3 3 0 0,-4-2 0 15,1 2 0-15,-6-1 0 0,5 0 0 0,-3 2 0 16,0-2 0-16,-1 0 0 0,-1 1 0 0,0-1 0 15,2 2 0-15,-2-2 0 0,4 1 0 0,-3 1 0 16,2-1 0-16,-1 0 0 0,6 1 0 0,-3-2 0 16,2 0 0-16,0 1 0 0,-1-1 0 0,-6 0 0 15,10 0 0-15,-13 0 0 0,2 0 0 0,5-2 0 16,-14 0 0-16,8 0 0 0,-13 0 0 0,5 0 0 16,2 0 0-16,-4-2 0 15,1-4 0-15,-8-1 0 0,9-5 0 0,-8 1 0 16,0 0 0-16,1-4 0 0,-2 2 0 0,-4 2 0 15,0-4 0-15,-2 3 0 0,0 1 0 0,-20 5 0 16,-7 4 0-16,-8 2 0 0,-21 10 0 0,-2 17 0 16,-4 0-1486-16</inkml:trace>
  <inkml:trace contextRef="#ctx0" brushRef="#br0" timeOffset="93152.06">9638 14257 2354 0,'-2'0'0'0,"0"0"0"0,0 0 0 0,2 0 0 0,0 0 0 0,0 0 0 0,0 0 0 0,0 0 0 0,0 0 0 0,0 0 0 0,0 0 70 16,0 0 25-16,0 0-16 0,0 0-10 0,0 0 41 16,0 0-34-16,0 0-1 0,0 0-33 0,0 0 195 15,0 0-103-15,0 0-46 0,0 0 0 16,0 0 48-16,0 0-48 0,0 0 11 0,0 0-8 0,0 0-91 15,2 0 0-15,0 0 0 16,2 0 0-16,1 0 0 0,-1 0 0 0,-1 0 0 16,4 0 0-16,-2 0 0 0,-1 2 0 0,-1-2 0 15,1 2 0-15,1 0 0 0,-1-2 0 0,1 2 0 16,-2 1 0-16,1-3 0 0,0 1 0 0,0-1 0 16,-1 1 0-16,1-1 0 0,-1 3 0 0,-1-3 0 15,4 0 0-15,-4 0 0 0,0 2 0 0,2-2 0 16,-1 0 0-16,3 1 0 15,-3-1 0-15,4 2 0 0,-3-2 0 0,1 2 0 16,0-2 0-16,3 2 0 0,-3-2 0 0,3 0 0 16,-2 0 0-16,1 2 0 0,0-2 0 0,2 0 0 15,-2 0 0-15,0 0 0 0,1 0 0 0,2 0 0 16,-3 0 0-16,0 0 0 0,0 0 0 0,2 0 0 16,-2 0 0-16,-2 0 0 0,3 0 0 0,-3 0 0 15,3 0 0-15,-2-2 0 0,1 2 0 0,-1-2 0 16,2 2 0-16,1-2 0 0,-2 2 0 0,4-2 0 15,-3 1 0-15,3-1 0 16,-2-1 0-16,1 2 0 0,1 0 0 0,-2-2 0 16,5 1 0-16,-5 0 0 0,0 0 0 0,1 2 0 15,-1-2 0-15,-1 2 0 0,2 0 0 0,-3 0 0 16,2-2 0-16,-2 2 0 0,4 0 0 0,-2 0 0 16,0 0 0-16,3 0 0 0,-3 0 0 0,0-2 0 15,5 2 0-15,-2 0 0 0,-1 0 0 0,1 0 0 16,1 0 0-16,2 0 0 15,-4 0 0-15,3 0 0 0,-1 0 0 0,-1 0 0 0,-2 0 0 0,5 0 0 16,-3 0 0-16,1 0 0 16,-2 0 0-16,0 0 0 0,0 0 0 0,0 0 0 15,-1 0 0-15,1 0 0 0,-2 0 0 0,5 0 0 16,-7 2 0-16,4-2 0 0,1 2 0 0,-3 0 0 16,0-2 0-16,3 2 0 0,-3 0 0 0,2 0 0 15,-1 1 0-15,3-3 0 0,-1 1 0 0,1 0 0 16,-4-1 0-16,6 3 0 15,-2-3 0-15,1 2 0 0,-2-2 0 0,2 1 0 16,-1-1 0-16,0 2 0 0,0-2 0 0,0 2 0 16,1-2 0-16,-2 0 0 0,1 2 0 0,1-2 0 15,0 0 0-15,0 2 0 0,-1-2 0 0,4 0 0 16,-2 0 0-16,2 0 0 0,1 0 0 0,0 0 0 16,-1 0 0-16,-1 0 0 0,2-2 0 0,-2 0 0 15,1-2 0-15,-2 3 0 0,2-1 0 0,-2-1 0 16,2 2 0-16,0 0 0 0,0-2 0 15,-1 3 0-15,3-2 0 0,1 2 0 16,-2-2 0-16,3 2 0 0,-2 0 0 0,1-2 0 16,1 2 0-16,2 0 0 0,-1 0 0 0,-1-2 0 15,1 2 0-15,-2 0 0 0,3 0 0 0,-2 0 0 16,2 0 0-16,1 0 0 0,0 0 0 0,3 0 0 16,-8 0 0-16,4 0 0 0,0 0 0 0,4 0 0 15,-3 0 0-15,1 0 0 0,-1 0 0 0,2 0 0 16,-3-2 0-16,7 2 0 15,-4 0 0-15,1-2 0 0,1 2 0 0,-3 0 0 16,0 0 0-16,5 0 0 0,-3 0 0 0,-3 0 0 16,1 0 0-16,-3 0 0 0,4 0 0 0,-1 0 0 15,-1 0 0-15,3 0 0 0,-7 0 0 0,4 0 0 16,3 2 0-16,-6 0 0 0,7 2 0 0,-8-2 0 16,5 0 0-16,-4 1 0 0,7-1 0 0,-4 1 0 15,0 0 0-15,1-1 0 0,-1 2 0 0,1-2 0 16,2 1 0-16,0 1 0 0,-1-2 0 0,2 0 0 15,-1 1 0-15,-2-3 0 16,5 4 0-16,0-4 0 0,-2 2 0 0,2-1 0 16,0-1 0-16,-6 3 0 0,8-1 0 0,-2 0 0 15,-2 0 0-15,-2-2 0 0,4 1 0 0,-5 2 0 16,7-2 0-16,-2 0 0 0,0 2 0 0,0-3 0 16,2 2 0-16,-2-2 0 0,0 2 0 0,0-2 0 15,0 0 0-15,2 0 0 0,0 0 0 0,2 0 0 16,-4 0 0-16,2 2 0 15,0-2 0-15,-2 2 0 0,2-2 0 0,-2 0 0 16,2 2 0-16,0-2 0 0,0 1 0 0,1-1 0 16,1 0 0-16,0 0 0 0,0 0 0 0,-2 0 0 15,2 0 0-15,0 0 0 0,-1 0 0 0,1 0 0 16,0 0 0-16,0 0 0 0,-4 0 0 0,1 0 0 16,0 0 0-16,-1 0 0 0,-2 0 0 0,2 0 0 15,0 0 0-15,0 2 0 0,0 1 0 0,0 0 0 16,4-1 0-16,-4 2 0 0,2-2 0 15,2-1 0-15,-1 1 0 0,1-2 0 16,3 0 0-16,-2 0 0 0,1 0 0 0,-1 0 0 16,1 0 0-16,-1 0 0 0,-1 0 0 0,2 0 0 15,0 0 0-15,-2 0 0 0,3 0 0 0,-1 0 0 16,-1 0 0-16,2 0 0 0,-2 2 0 0,1-2 0 16,1 0 0-16,0 0 0 0,1 0 0 0,-2 0 0 15,2 0 0-15,-3 0 0 16,1 0 0-16,1 0 0 0,0 0 0 0,0 0 0 15,-2 0 0-15,1 0 0 0,-1 0 0 0,-1 0 0 16,3 0 0-16,-4 0 0 0,-1 0 0 0,2 0 0 16,0 2 0-16,-1-2 0 0,-2 0 0 0,0 2 0 15,0-2 0-15,-1 2 0 0,-4-2 0 0,6 0 0 16,-4 0 0-16,0 0 0 0,1 0 0 0,-2 0 0 16,-2 0 0-16,3 0 0 0,-2 0 0 0,1 0 0 15,-3 0 0-15,0 2 0 0,-1-2 0 0,5 3 0 16,-2-3 0-16,1 2 0 15,-1 0 0-15,4 0 0 0,-8-2 0 0,10 2 0 16,-5 0 0-16,1-2 0 0,-2 0 0 0,3 0 0 16,-7 0 0-16,10 0 0 0,-5 0 0 0,0 0 0 15,-1 0 0-15,1 0 0 0,-3 0 0 0,5 0 0 16,-5 0 0-16,0 0 0 0,-3 0 0 0,2 0 0 16,1 0 0-16,-2 0 0 0,1 0 0 0,0 0 0 15,3 0 0-15,-4 0 0 0,-1 0 0 0,2 0 0 16,-1 0 0-16,0 0 0 0,1 1 0 0,0 1 0 15,-3 0 0-15,2-2 0 16,3 5 0-16,-4-5 0 0,1 5 0 0,6-3 0 16,-7 1 0-16,5 1 0 0,1-3 0 0,-3 4 0 15,2-3 0-15,2 1 0 0,-5 0 0 0,7-2 0 16,-2 0 0-16,1 2 0 0,-1-1 0 0,2 0 0 16,-6-2 0-1,8 2 0-15,-4-1 0 0,-2 2 0 0,1-1 0 0,-3-2 0 0,5 1 0 0,-3 1 0 16,-1-2 0-16,2 2 0 15,-3-1 0-15,1-1 0 0,5 3 0 0,-5-3 0 16,1 1 0-16,3-1 0 0,-6 0 0 0,2 0 0 16,3 0 0-16,-2 0 0 0,1 0 0 0,-1 0 0 15,4 0 0-15,-8 0 0 0,8 0 0 0,-3 0 0 16,-1 2 0-16,1-2 0 0,-1 2 0 0,-2 0 0 16,4-2 0-16,0 1 0 0,0 2 0 0,3-2 0 15,-3 2 0-15,4-1 0 16,0-2 0-16,-2 1 0 0,3-1 0 0,-3 0 0 15,4 0 0-15,-2 0 0 0,0 2 0 0,2-2 0 16,-4 0 0-16,0 0 0 0,0 2 0 0,-4-2 0 16,4 2 0-16,-1-2 0 0,-3 2 0 0,2 0 0 15,1-2 0-15,-5 2 0 0,6-2 0 0,-1 1 0 16,-4-1 0-16,3 2 0 0,1-2 0 0,-5 0 0 16,6 3 0-16,-1-3 0 0,-1 1 0 0,2-1 0 15,-2 0 0-15,-1 2 0 0,4 0 0 16,-3-2 0-16,-2 0 0 0,2 5 0 15,-1-5 0-15,-3 1 0 0,8-1 0 0,-3 1 0 16,-3 1 0-16,4-2 0 0,-2 2 0 0,-2 0 0 16,9-2 0-16,-5 0 0 0,0 2 0 0,-1-2 0 15,1 1 0-15,2-1 0 0,1 3 0 0,-1-3 0 16,-1 0 0-16,1 1 0 0,0 1 0 0,0-2 0 16,-2 2 0-16,0-2 0 0,2 2 0 0,0-2 0 15,0 2 0-15,0-2 0 0,0 0 0 0,1 2 0 16,1-2 0-16,-2 0 0 0,2 0 0 0,-2 0 0 15,1 0 0-15,1 0 0 16,1 2 0-16,-3-2 0 0,0 2 0 0,-1-2 0 16,1 1 0-16,-2-1 0 0,2 2 0 0,0 0 0 15,0-2 0-15,-2 2 0 0,2-2 0 0,0 0 0 16,2 2 0-16,-2-2 0 0,-1 0 0 0,1 2 0 16,0-2 0-16,2 0 0 0,-2 0 0 0,2 0 0 15,-4 0 0-15,2 1 0 0,-2-1 0 0,0 0 0 16,0 0 0-16,0 0 0 15,-6 0 0-15,8 0 0 0,-2 0 0 0,1 0 0 16,-3 0 0-16,2 0 0 0,0 0 0 0,0 0 0 16,0 0 0-16,0 0 0 0,-2 0 0 0,4 0 0 15,-2 0 0-15,4 0 0 0,-4 0 0 0,2 0 0 16,-2 0 0-16,4 0 0 0,-4 0 0 0,2 0 0 16,0 0 0-16,0 0 0 0,0 0 0 0,1 0 0 15,1 0 0-15,1-1 0 0,-1 1 0 0,1-2 0 16,-1 2 0-16,1-2 0 15,1 0 0-15,5 2 0 0,-9-2 0 0,3 0 0 16,2 1 0-16,-4-1 0 0,3 0 0 0,-2 0 0 16,-1 0 0-16,1 0 0 0,0 2 0 0,-1-2 0 15,1 0 0-15,1 2 0 0,-3-1 0 0,1-2 0 16,-1 3 0-16,2-1 0 0,0 1 0 0,1-2 0 16,1 2 0-16,-3-2 0 0,1 2 0 0,1 0 0 15,-3-2 0-15,1 2 0 0,1 0 0 0,-2 0 0 16,2-2 0-16,0 2 0 0,-1-1 0 15,1 1 0-15,0 0 0 0,-2 0 0 16,4-1 0-16,-2 1 0 0,-1-4 0 0,3 4 0 16,-2-1 0-16,-1 1 0 0,-1-2 0 0,2 0 0 15,-2 1 0-15,0 1 0 0,0-3 0 0,0 1 0 16,0 1 0-16,-1 1 0 0,1-2 0 0,3 2 0 16,-3-2 0-16,0 2 0 0,0 0 0 0,1-2 0 15,1 2 0-15,2-2 0 0,-1 2 0 16,-1 0 0-16,1 0 0 0,2-2 0 15,-3 0 0-15,-1 2 0 0,1-1 0 0,2 1 0 16,-3-2 0-16,3 2 0 0,-1-3 0 0,2 2 0 16,-2-2 0-16,1 3 0 0,-1-1 0 0,3-1 0 15,4 0 0-15,-8 0 0 0,3 2 0 0,-3-1 0 16,5-2 0-16,-3 2 0 0,0-1 0 0,-1 2 0 16,1-2 0-16,-1 2 0 0,1 0 0 0,2 0 0 15,-4-1 0-15,1 1 0 0,1 0 0 0,-2 0 0 16,1 0 0-16,1 0 0 15,2 0 0-15,-2 0 0 0,-3 0 0 0,3 0 0 16,-2 0 0-16,-1 0 0 0,1 1 0 0,-1 1 0 16,4-2 0-16,-1 2 0 0,-2-2 0 0,1 0 0 15,1 0 0-15,-1 0 0 0,-1 0 0 0,2 0 0 16,2 0 0-16,-1 0 0 0,-3 0 0 0,1 0 0 16,1 0 0-16,-3 0 0 0,0-2 0 0,1 0 0 15,-2 1 0-15,0-1 0 16,0-1 0-16,0 2 0 0,-2-1 0 0,2 0 0 15,-2 0 0-15,-2-1 0 0,0 3 0 0,-1-1 0 16,0 0 0-16,-2 1 0 0,5-3 0 0,-6 3 0 16,-3 0 0-16,1-1 0 0,-1 1 0 0,0 0 0 15,-5 0 0-15,4 0 0 0,-7 0 0 0,4 0 0 16,-4 0 0-16,2 0 0 0,-1 0 0 0,0 0 0 16,-5 0 0-16,-1 0 0 0,5 0 0 0,-4 0 0 15,-1 0 0-15,-1 0 0 0,-1 0 0 0,-2 0 0 16,0 0 0-16,-2 0 0 0,1 0 0 0,-1 0 0 15,0 0 0-15,-1-2 0 16,-1 0 0-16,2 0 0 0,-2 2 0 0,0-3 0 16,0 3 0-16,0-1 0 0,0-1 0 0,-2 2 0 15,-8 0 0-15,-8 2-284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1:57:52.4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4830 4811 3526 0,'0'0'0'0,"0"0"0"16,0 0 0-16,0 0 0 0,0 0 0 0,0 0 0 0,3 0 0 0,1 2 0 0,1 1 0 0,2-2 0 0,2 0 140 0,-2 2-48 0,2-1 0 0,0 0-11 0,-2-2-81 15,0 1 0-15,0 1 0 0,2-2 0 0,-2 3 0 16,0-2 0-16,-2 1 0 0,3-2 0 15,-2 2 0-15,3-1 0 0,-1 2 0 0,1-2 0 16,4 1 0-16,-3-2 0 0,3 2 0 0,-1 0 0 16,2-2 0-16,-1 2 0 0,2-2 0 0,-1 3 0 15,0-3 0-15,4 0 0 0,-4 0 0 0,4 0 0 16,-3 0 0-16,1 0 0 0,1 0 0 16,0 0 0-16,1 0 0 0,-1 0 0 15,-1 0 0-15,-1-3 0 0,2 1 0 0,0-2 0 16,-2 2 0-16,-2-2 0 0,2 3 0 0,0-1 0 15,-2 0 0-15,2 1 0 0,0-2 0 0,-6 3 0 16,4-2 0-16,0 2 0 0,-1 0 0 0,0 0 0 16,-3 0 0-16,2-1 0 0,0 1 0 0,-1 0 0 15,-1-2 0-15,1 2 0 0,-1-2 0 0,-2-1 0 16,2 3 0-16,-4-1 0 16,1 1 0-16,-1 0 0 0,-3 0 0 0,1 0 0 15,1-1 0-15,-1 1 0 0,-1 0 0 0,1 0 0 16,-1 0 0-16,-1 0 0 0,1 0 0 0,1 0 0 15,-2 0 0-15,1 0 0 0,0 0 0 0,0 0 0 16,0 0 0-16,-1-3 0 0,-1 3 0 0,2 0 0 16,-2 0 0-16,0 0 0 15,2 0 0-15,-2 0 0 0,0 0 0 0,0 0 0 0,0 0 0 0,0 0 0 16,0 0 0-16,0-2 0 16,0 2 0-16,0 0 0 0,0 0 0 0,3 0-241 15</inkml:trace>
  <inkml:trace contextRef="#ctx0" brushRef="#br0" timeOffset="4249.29">7811 4780 1875 0,'0'-6'0'0,"0"0"0"0,0 0 0 0,0 3 0 0,0-3 0 0,0 3 0 0,1 1 0 0,1-2 0 0,0 2 0 0,0 0 0 0,-2 1 110 16,2 1-32-16,-2 0 149 0,0 0-91 0,0 0-45 15,0 0 12-15,0 0 149 0,0 0-102 0,0 0-52 16,0 0-1-16,0 0 93 0,0 0-60 0,0 0-48 16,0 0 0-16,0 0-4 0,1 0 0 0,1 0-32 15,0 0-18-15,3 0-28 0,-1 0 0 16,1 0 0-16,0 0 0 0,1 0 0 16,-3 0 0-16,3 0 0 0,-1 0 0 0,-1 0 0 0,2 0 0 15,0 0 0-15,-3 0 0 16,4 0 0-16,-3 0 0 0,3 1 0 0,-2 1 0 15,2 0 0-15,0 0 0 0,-1 0 0 16,1 2 0-16,0-3 0 0,0 3 0 0,0-2 0 0,4-1 0 16,-4 3 0-16,4 0 0 0,-4-2 0 0,7 3 0 15,-3-3 0-15,0 2 0 0,4 0 0 0,2-1 0 16,-2 1 0-16,0 0 0 0,5-2 0 16,0 2 0-16,1-1 0 0,0-2 0 0,0 0 0 0,4 2 0 15,-5-3 0-15,3 0 0 0,1 1 0 16,-3-1 0-16,5 0 0 0,-3 0 0 0,0 0 0 0,3 0 0 15,0 0 0-15,-2 0 0 0,1 0 0 16,1 0 0-16,-5 0 0 0,7 0 0 0,-1 0 0 16,-4 0 0-16,4 0 0 15,-1 0 0-15,-1 2 0 0,6-2 0 0,-1 3 0 0,-3-3 0 16,2 1 0-16,2-1 0 0,0 1 0 16,-1-1 0-16,2 0 0 0,-1 0 0 0,3 0 0 0,3 0 0 15,-1 0 0-15,0 0 0 0,3 0 0 16,-3 0 0-16,2-1 0 0,4 0 0 0,-5-2 0 15,0 1 0-15,8-2 0 0,-6 3 0 16,1 0 0-16,-4-2 0 0,3 1 0 0,6-2 0 16,-4 3 0-16,2-2 0 0,-1 2 0 0,1-2 0 0,-6 1 0 15,11 1 0-15,-5 1 0 0,2 0 0 16,-2 0 0-16,4 0 0 0,-4 0 0 0,10 0 0 16,-3 0 0-16,3 0 0 0,2 0 0 0,-1 0 0 15,3 0 0-15,0 1 0 0,10 1 0 0,-7 1 0 16,4-2 0-16,-2 2 0 15,-2-2 0-15,15 1 0 0,-4-2 0 0,1 0 0 0,1 0 0 16,0 0 0-16,4 0 0 0,0 0 0 0,4 0 0 16,11 0 0-16,-19 0 0 0,10-2 0 15,-2 1 0-15,1-2 0 0,2 2 0 16,-2-2 0-16,11 3 0 0,-6 0 0 0,-10 0 0 0,16 0 0 16,-6 0 0-16,1 0 0 0,-1 0 0 15,-1 0 0-15,-5 0 0 0,5 0 0 0,8 0 0 16,-7 4 0-16,-2 0 0 0,-7 2 0 0,16-2 0 15,-8 1 0-15,-9 0 0 0,4 0 0 0,2 0 0 16,-3 1 0-16,-1-1 0 0,-2 1 0 0,4 0 0 16,-6-1 0-16,0 1 0 0,-11-2 0 15,16 2 0-15,-11-3 0 0,-2 1 0 16,-3 0 0-16,0-1 0 0,-8-1 0 0,4 3 0 16,-3-4 0-16,-7 0 0 0,-1 3 0 0,-4-3 0 0,-7 0 0 15,0 2 0-15,-5-3 0 0,-3 0 0 16,-7 0 0-16,-1 1 0 0,-3-1 0 0,-4 0 0 15,-5 0 0-15,-3 0 0 0,-1 0 0 0,-3 0 0 16,-1 0 0-16,-2 0 0 0,0 0 0 0,0 0 0 16,0 0 0-16,0 0 0 0,0-1 0 0,0-2 0 15,0-3 0-15,0 1 0 16,0 1 0-16,-5 1 0 0,-5 1 0 0,-3 0 0 16,-5 2 0-16,-5 9 0 0,-9 16 0 0,-2 9 0 0</inkml:trace>
  <inkml:trace contextRef="#ctx0" brushRef="#br0" timeOffset="18580.59">20264 2737 2528 0,'-9'0'0'0,"4"2"0"0,0 1 0 0,1-3 0 0,3 0 0 0,1 2 0 0,-2-2 0 0,2 0 0 0,0 0 0 0,0 0 0 0,0 0 185 0,0 0-76 0,0 0 122 0,0 0-95 15,5 0-46-15,7 0-1 0,5-6 161 0,5-7-108 16,7-5-51-16,4-6-11 0,5-3-80 0,4-8 0 16,2-4 0-16,15-10 0 15,-3 1 0-15,15-14 0 0,-2 2 0 0,13-8 0 16,8-1 0-16,16-12 0 0,4 6 0 0,5-1 0 15,2-3 0-15,3 2 0 0,-16 10 0 0,20-13 0 16,-17 14 0-16,-19 11 0 0,1-1 0 0,-5 5 0 16,-18 10 0-16,0 0 0 0,-6 4 0 0,-14 8 0 15,4-1 0-15,-11 5 0 0,-7 5 0 0,-4 1 0 16,-7 2 0-16,-5 4 0 0,0 2 0 16,-9 1 0-16,0 4 0 0,-2 1 0 15,-3-1 0-15,0 2 0 0,-1 2 0 0,-1 0 0 16,0 1 0-16,0-2 0 0,0 2 0 0,0 0 0 15,0 1 0-15,0 0 0 0,0 0 0 0,0-4 0 16,0 4 0-16,0 0 0 0,0 0 0 0,0 0 0 16,0 0-271-16,0 0-281 0,0 4 255 0,0-2-711 15</inkml:trace>
  <inkml:trace contextRef="#ctx0" brushRef="#br0" timeOffset="18872.02">21985 1174 2638 0,'-2'-3'0'0,"2"3"0"0,0 0 0 0,15-1 0 0,9 0 0 0,6-6 0 0,6 4 0 0,11-3 0 0,3-2 0 0,14-2 0 0,3 1 184 0,4-2 166 0,5 1-154 16,-2 0-66-16,1-1-49 0,-6 3 82 15,-14 2-60-15,0 5-31 0,-15-2-58 0,1 3-14 16,-8 0 0-16,-11 0 0 0,-4 4 0 0,-6 6 0 15,-5-2 0-15,-4 3 0 0,-3 4 0 0,0-3 0 16,-10 6 0-16,-8 0 0 0,-3 3 0 0,3 0 0 16,-3-1 0-16,0 2 0 15,1 2 0-15,1-2 0 0,0 3 0 0,2-1 0 0,0 0 0 0,2 0 0 16,0 1-552-16,-2-2 7 0,2-1 252 16,-3 1 114-16,-3-2-615 0,-4-1 376 0</inkml:trace>
  <inkml:trace contextRef="#ctx0" brushRef="#br0" timeOffset="19153.25">20208 1358 2804 0,'-32'0'0'0,"7"0"0"0,14 5 0 0,10-1 0 0,1-4 0 0,0 0 0 0,0 4 0 0,16-2 0 0,10-2 0 0,14 0 0 0,9 0 156 0,13 0-56 15,0-2 201-15,1-4-128 0,-4 0-55 0,12-1-212 16,-6 1 69-16,-13 1 34 0,6-3 0 0,-3 2-392 0,-11 1 225 0,5-2 95 16,-13 4 53-16,-2 0-627 15,-10 1 259-15,-1 1 182 0,-8-2-12 0,-5 2-149 16,-5-1 157-16,-3-1 78 0,-2-3-255 0</inkml:trace>
  <inkml:trace contextRef="#ctx0" brushRef="#br0" timeOffset="19352.32">20898 1140 1803 0,'-21'-26'0'0,"2"3"0"0,8 6 0 0,0-2 0 0,2 3 0 0,8 4 0 0,1 1 0 0,0 3 0 0,3 1 0 0,15 5 0 0,6 0 149 0,5 0-42 16,2 2 240-16,5 0-151 0,7 4-77 0,-4 4-37 0,1 1 178 15,-8 2-97-15,2 2-65 16,-6 2-1-16,-3 0-177 0,-9 0 62 0,-1 3 31 15,-7-1 10-15,-5 3-222 0,-3 4 121 0,-3 1 61 16,-15-1-98-16,-5 0 68 0,-6 1 53 0,-7 1-426 16,2-2 203-16,6-3 36 0,-6-1 74 0,2 4-295 15,0-2 169-15,2-2 100 0,2 3 45 0,-2-1-353 16</inkml:trace>
  <inkml:trace contextRef="#ctx0" brushRef="#br0" timeOffset="19722.75">20645 1808 1699 0,'0'6'0'0,"0"0"0"0,0-3 0 0,2-3 0 0,1 0 0 0,-3 0 0 0,2 0 0 0,-1-9 0 0,5-4 0 0,1-2 0 0,0-2 131 15,2-1-50-15,-2-3-65 16,0-2 0-16,-3 2 27 0,-2-1 1 0,-2 2-29 0,0 1 28 16,-8-1 1-16,-4 4-1 0,-6 3 49 0,-4 0-1 0,0 9-36 15,-8 2 99-15,0 2-56 16,-5 0-27-16,-2 19 0 0,3 1 54 0,6 4-31 15,-4 8-10-15,12-3 17 0,-1 2-29 0,5 2 0 16,7-1-29-16,5-8-19 0,4 2-12 0,0-4 32 16,0-3-1-16,13-2-137 0,10-4 69 0,2-8 45 15,6-5-11-15,3 0-210 0,7-5 87 0,-1-13 66 16,-2-4-135-16,-10 1 86 0,4-6 16 0,-6-1 32 16,-2-1 12-16,-7 6 9 15,-6 3-31-15,-3 6 274 0,-2-1-115 0,-4 5-60 16,0 4-22-16,-2 3 227 0,0 1-100 0,0 2-68 15,0 2 392-15,-8 12-381 0,3 2-88 0,0 4 0 16,2 5 0-16,3-3 0 0,0 11 0 0,0-5 0 16,11 1 0-16,8 2 0 0,2-1 0 0,5-1-745 15,4 8 288-15,0-6 227 16,4 1 34-16,0 2-665 0</inkml:trace>
  <inkml:trace contextRef="#ctx0" brushRef="#br0" timeOffset="20597.16">20283 2803 1486 0,'-4'-5'0'0,"4"1"0"0,-2 3 0 0,2-2 0 0,0 0 0 0,0 1 0 0,2-2 0 0,13 1 0 0,3 0 0 0,4 2 0 0,2-1 131 0,3 0-45 15,1 2 131-15,4 0-93 0,3 0-41 0,1 0 0 16,8 0 37-16,-3 0-40 0,-6 0 12 0,13 0-6 15,-6 2 1-15,1 1-45 0,1 0-1 0,-1 4 39 16,-1-2 10-16,6 1-48 0,-1 1 0 0,2 0-40 16,4 3 40-16,5-2 10 15,7 3-63-15,-1-1 26 0,2 0 0 0,3-1 27 0,3 0-88 0,-8 3 51 16,14-2-4-16,-4 1-98 0,-3 3 50 16,2-3 33-16,-1 4-23 0,-8-3-28 15,12 2 23-15,-4 0-1 0,-2-4 19 0,1 4-111 16,1-5 48-16,-8 3 32 0,12-1-7 0,-8-1-1 15,0 0 12-15,-2-2 21 0,-3 1 66 0,-11 1-41 16,7-2 1-16,-3 2 78 0,-1-4-46 0,-6 4 0 16,-3 0-31-16,-8-3 32 0,4 0-3 0,-7 1-1 15,-1-3 9-15,-4 3 31 0,0-3-17 0,-5-1 2 16,5 2 22-16,-3-5-28 0,0 4 13 16,-1-4 30-16,0 1-28 0,-1 0 17 15,5-2-49-15,-5 0 5 0,0 2-1 0,2-2 0 16,-3 0 10-16,-3 0-43 0,8 0-7 0,-9 0 42 15,2 0-2-15,1 0-33 0,0 0 32 16,-1 0-2-16,1 0-44 0,3 0-9 0,-5 0 47 0,1-2-20 16,1 0-11-16,-2 0 22 0,-3 1 3 0,-2 1-32 15,-2 0 1-15,-2 0 26 0,-5 0 2 0,0 0-83 16,-5 0 38-16,2 0-8 0,-3 0 45 0,-1 0-92 16,0 0 41-16,0 0-14 15,0 0 64-15,0 0-27 0,0 0 11 0,0 0-24 16,0 0 75-16,0 0-12 0,0 0-41 0,0 0-30 15,0 0 31-15,0 0 2 0,0 0-1 0,0 0-152 16,0 0 75-16,0 0 36 0,0 0-1 0,0 0-205 16,0 0 110-16,-3 0 32 0,-1 0-171 0,2 0 122 15,-1 0 63-15,1 0 30 0,-2 0-368 16,4 0 190-16</inkml:trace>
  <inkml:trace contextRef="#ctx0" brushRef="#br0" timeOffset="20870.2">23754 2985 1662 0,'-9'-7'0'0,"1"2"0"0,1 2 0 0,3-1 0 0,0 0 0 0,0 2 0 0,4-1 0 0,0 2 0 0,0 1 0 0,0 0 0 0,9 6 120 0,7 5-39 0,3 1 236 0,3 5-142 15,2 2-67-15,1 1 7 0,1 0-37 0,1 2 1 16,0-1-27-16,0-1-11 0,-5 2 1 0,1-4 0 15,-7-1 0-15,-2 0-62 0,-3-2 42 0,-3-1-11 16,-4-2-18-16,-4 2 49 0,0-4-1 0,-10 2 104 16,-13 2-42-16,-7-4-10 0,-9 5-72 0,-2-1-42 15,-8 1 29-15,-1 2 0 0,-7 1 46 0,-8 4-294 16,6 2 136-16,-3-2 66 16,4 0 34-16,-2 5-838 0,1-5 362 0</inkml:trace>
  <inkml:trace contextRef="#ctx0" brushRef="#br0" timeOffset="21435.5">22905 3784 2460 0,'-5'0'-3'0,"2"0"3"0,3-2-1 0,0 2 1 0,0 0 0 0,0 0 0 0,16 0 0 0,10 0 0 0,13 0 0 0,5 0 0 0,4 0 151 0,7 0-55 16,0 0 121-16,-3 2-87 0,-1 5-43 16,-9 2 75-16,9 2-65 0,-15-3-27 0,0 3 1 15,0-2-283-15,-4 0 128 0,-8-6 74 0,2 3 21 16,-3-4-469-16,-4-2 251 0,-3 0 89 0,-2 0 72 16,-7-2-631-16,-1-7 323 0,-4-2 154 0,-2-2-152 15,0-2 154-15,-2-1 78 0,-10-1 28 0,-3 3-46 16,1-3 48-16,-5 1-1 0,1 1 20 15,2 2 41-15,0 2 30 0,4 2 0 0,4 1 0 0,0 1 0 16,6 1 0-16,2 2 307 0,0 1-206 16,2 0-53-16,16 2-42 0,2 1 440 0,2 0-213 15,5 0-51-15,-4 4 140 0,8 5-145 0,-2 1-67 16,-3 2-34-16,-3-3 105 0,-7 3-69 0,2 1-25 16,-6-2-10-16,-3 3 50 0,-4-1-43 15,-3 0 1-15,-2 2-191 0,-5 0 85 0,-11 2 26 16,-5-2 0-16,-1 0-240 0,-6 0 139 15,0 0 69-15,-2 0-461 0,-2 0 213 0,-2 0 131 16,-3 0 5-16,4 1-181 0</inkml:trace>
  <inkml:trace contextRef="#ctx0" brushRef="#br0" timeOffset="21777.97">23213 4082 2175 0,'0'6'0'0,"0"5"0"0,0 1 0 0,-1-1 0 0,-6 2 0 0,2 5 0 0,-3 3 0 0,3 4 0 0,-1 0 0 0,3 5 0 0,-4-2 305 0,4 0-132 0,1-1-66 16,2 2 164-16,0-9-114 0,0 3-48 16,0-4-97-16,2-2-1 0,8-2 31 0,-1-4 0 15,2-3-144-15,3-5 82 0,0-3 26 0,5 0 0 16,4-1-83-16,-1-16 59 0,3-6 30 0,-1-2-18 16,4-7-109-16,-1 1 61 0,-5 3-27 0,0-2-9 15,-2 2 22-15,-6 5-6 0,0-2 201 0,-5 6-71 16,-2 3-34-16,-3 6 1 15,-2 0 385-15,0 8-192 0,-1-2-81 0,-1 2-55 16,0 2 61-16,0 0-141 0,0 11 0 0,0 10 0 0,-1 4 0 16,-1-2 0-16,2 5 0 0,0 3 0 0,0-1 0 15,0 2 0-15,5-4 0 0,7 0 0 16,-1-2 0-16,4 1 0 0,-2-5 0 0,1-1 0 0,4 2 0 16,-2-8 0-16,0 0 0 0,1-3 0 15,-2-2-124-15,2-3-817 0,0 0 455 16,0-7 218-16,-1 0 111 0,2 0-332 0</inkml:trace>
  <inkml:trace contextRef="#ctx0" brushRef="#br0" timeOffset="24484.06">22922 1197 398 0,'-2'0'0'0,"2"0"0"0,0 0 0 0,0-2 0 0,0-4 0 16,0 0 0-16,2 0 0 0,1 0 0 0,2 1 0 0,-1 1 0 0,-1-1 89 0,1-1-56 0,-2 2 0 0,0-2 36 0,-1 0 0 0,1 3-30 16,-2-3 50-16,2 1-10 0,-2 1-38 0,0-1 27 15,0 1-28-15,0-1 1 0,0 1 10 0,0 0 32 16,0 0-42-16,0 3 0 0,0-1 0 15,0-1 22-15,-2 2-12 0,0-2-10 0,-1 3-1 16,-1 0 12-16,0 0-11 0,-1 0 0 0,-1 0 40 0,0 0-40 16,1 4-1-16,-3 1 53 0,0-3-26 15,1 5 10-15,-2-3-36 0,1-1 26 0,0 3 1 0,-1-3-27 16,0 3 0-16,0-3 63 16,-1 3-37-16,-1-2 0 0,2-3 11 0,-3 4-1 15,1-1-36-15,-1-1 10 0,-1-1 20 0,1 2-30 16,-2-2-1-16,1 0-13 0,-2 1 14 0,2-1 10 15,-3 2-10-15,0 0-44 0,-1 0 43 16,-1 2 1-16,-5 1 0 0,2 1-111 0,-9 3 39 0,-6 5 32 16,-1 2-262-16,-9 2 135 0,-9 8 52 0,4-1 40 15,-15 6-512-15,2 0 254 0,-3 2 117 16,-2 1-382-16,4 1 258 0,5-7 119 0</inkml:trace>
  <inkml:trace contextRef="#ctx0" brushRef="#br0" timeOffset="25572.2">21084 2283 690 0,'-5'-1'0'0,"1"-3"0"0,1 0 0 0,1-2 0 0,-2 2 0 0,2 0 0 0,1 1 0 0,-3-2 0 0,2 1 0 0,0 0 0 0,2-2 187 15,-1 3-62-15,1-1-47 0,0 0 0 0,0 0 138 16,0 1-87-16,0-1-44 0,0 2 11 0,0 0 49 16,0 0-51-16,0 2-1 0,0-2-51 0,0 2 192 15,0 0-86-15,0 0-58 0,1 0 168 0,1 0-108 16,2 0-55-16,-1 0 174 15,1 0-119-15,2 0-54 0,-3 2-27 0,4 2 195 0,0-1-214 0,-2 2-50 16,1 0 0-16,1 0 0 16,0 0 0-16,0 0 0 0,0 2 0 0,-2 0 0 0,4-3 0 0,-4 3 0 15,2 0 0-15,-1-1 0 16,-1 2 0-16,2-1 0 0,-2 1 0 0,1-1 0 16,-1 2 0-16,1-1 0 0,-3-2 0 0,4 5 0 15,-2 0 0-15,1-2 0 0,-3 3 0 0,1-1 0 16,1 0 0-16,-3-2 0 0,3 4 0 0,-2 1 0 15,-1-2 0-15,0 1 0 0,0-2 0 0,0 2 0 16,-2 0 0-16,0 1 0 0,2 1 0 0,-2-3 0 16,0 2 0-16,0-2 0 0,0 1 0 0,0 2 0 15,0-4 0-15,0 4 0 16,0-1 0-16,0 1 0 0,0-1 0 0,0 0 0 0,0 1 0 16,0 0 0-16,0-2 0 0,0-2 0 15,0 6 0-15,-2-7 0 0,0 2 0 16,0-1 0-16,2-1 0 0,-2 0 0 0,0 0 0 0,1-1 0 15,1-2 0-15,-2 1 0 0,-1-1 0 16,1-1 0-16,0 2 0 0,1-1 0 0,-3 1 0 0,2 1 0 16,-2-2 0-16,3 1 0 0,-3-2 0 0,2 1 0 15,0-2 0-15,1-1 0 0,1 1 0 16,-2-4 0-16,2 0 0 0,0-1 0 16,0 0 0-16,0 0 0 0,0 0 0 0,0 0 0 15,0 0 0-15,0 0 0 0,0 0 0 0,0 0 0 16,0 0 0-16,0 0 0 0,0 0 0 0,0 0 0 15,0 0 0-15,0-5 0 0,2-2 0 0,3-3 0 16,0 0 0-16,3-2 0 0,-1 1 0 0,1-2 0 16,3-1 0-16</inkml:trace>
  <inkml:trace contextRef="#ctx0" brushRef="#br0" timeOffset="42824.56">22971 1166 1465 0,'0'0'0'0,"0"0"0"0,0 0 0 0,0 0 0 0,0 0 0 0,0 0 0 0,0 0 0 0,0 0 0 0,0 0 0 0,0 0 0 0,0 0 77 0,0 0 1 15,0 4-58-15,0 2 36 0,2-1-11 0,0 3-118 0,-2 0 59 16,0 4 29-16,0 1 0 0,0 1-121 0,0 1 68 16,-4 1 39-16,-1 4-27 0,1-4-462 0</inkml:trace>
  <inkml:trace contextRef="#ctx0" brushRef="#br0" timeOffset="42984.2">22904 1449 1444 0,'-11'9'0'0,"2"0"0"0,0-2 0 0,2-1 0 0,1-2 0 0,0-3 0 0,1 3 0 0,1 1 0 0,2-4 0 0,0 5 0 0,1 1 190 0,-1 0-72 0,2 4-36 0,0 1-230 15,0-1 92-15,0 4 50 0,2 1 0 16,3 0-164-16,2 1 119 0,4-2 43 0</inkml:trace>
  <inkml:trace contextRef="#ctx0" brushRef="#br0" timeOffset="43735.99">22863 1792 1298 0,'-9'9'0'0,"2"0"0"0,0-3 0 16,0 0 0-16,4-1 0 0,-1 1 0 0,0-1 0 0,3 3 0 0,1 1 0 0,0 3 0 0,0 1 93 0,0-2-48 0,0 2 11 0,1 0-243 0,3 2 116 16,3-2 57-16,0 1 29 0,-2-2-387 0,1 2 185 15,-3-3 93-15,-1 2-118 0,-2 1 93 0,0-3 47 16,0 0-31-16,0-4 70 0,0 3-10 15,-4-1 43-15,-1 0 109 0,0 0-99 0,-2-4-1 16,3 2-65-16,1-1 333 0,-1-1-151 16,2 1-40-16,-1 1-50 0,1-2 264 0,0 2-132 0,2 2-31 15,0 1-87-15,0-1-5 0,0 2 0 0,0 1-1 16,0-1-104-16,0 2 47 16,2-2 28-16,0 3-301 0,1-2 158 0,-1 2 52 15,0-3 53-15,0 3-229 0,-2-4 118 0,0 2 16 16,0-1 44-16,0 0 20 0,-7-1-3 0,-1 0 13 0,3-3 159 15,-3 1-82-15,0-2-39 16,3-1 205-16,-1 2-104 0,1-2-53 0,0-1-30 16,2 1 59-16,1 1-36 0,-2-2 14 0,4 3 20 0,0-3-128 15,0 2 54-15,0 0-1 0,0 1 29 0,0 0-135 16,0 2 59-16,0 0 30 0,0 0-39 0,0 1 30 16,0-1-30-16,0 2 156 15,0-2-59-15,-3 4 2 0,-1-3-59 0,-1 1 209 16,1 0-88-16,-1-1-46 0,0 1-9 0,-1 1 8 0,3-1 4 15,-1 2 0-15,0 0 21 16,1-2-146-16,3 4 60 0,0-4-1 0,0-1-303 0,0-1 162 16,0 1 72-16,0-1-172 0,0 1 103 0,2-3 65 15,-1-1 23-15,1-1 60 0,0-2 0 0,-2 3 0 16,0 0 0-16,0 0 103 0,0-2-97 16,-2 0 1-16,-3 1-52 0,0-1 194 15,-2 2-61-15,3-2-56 0,-1 3 342 0,-1-2-177 16,3 3-37-16,-2-1-51 0,1 4-36 0,3-4 1 0,-1 2-29 15,2 0-225-15,0 3 113 0,0-3 66 16,0 0 18-16,0 1-324 0,0-1 151 0,0 2 88 16,0-2 4-16,0 2-91 0,2-1 22 15,-2 0 56-15,0-1-35 0,0 1 43 0,0 0 69 16,0-4 0-16,0 2 36 0,-4-1-44 0,0 1-20 16,1-2 247-16,-1 1-132 0,2-1-37 15,-1-3-33-15,1 3 240 0,-3-1-122 0,3 0-28 0,1-1-40 16,1-3 94-16,-2 3-64 0,0-2 1 15,2-2-25-15,0 2-29 0,0-2 1 0,0 0-43 16,0 1 43-16,0-1-1 0,0 0 1 0,0 0-71 16,0 0 35-16,0 0 12 0,0 0 23 0,0 0-147 15,0 0 67-15,0 0 18 0,0 0 1 0,0 0-196 16,0 2 109-16,0-2 36 0,2 0-362 0</inkml:trace>
  <inkml:trace contextRef="#ctx0" brushRef="#br0" timeOffset="47034.01">22962 1134 454 0</inkml:trace>
  <inkml:trace contextRef="#ctx0" brushRef="#br0" timeOffset="47658.74">22948 1132 721 0,'0'-2'0'0,"-2"2"0"0,2-4 0 0,0 1 0 0,0 0 0 0,0-2 0 0,0 4 0 16,0-3 0-16,0 0 0 0,0 3 0 0,0-1 76 0,0 0 0 0,0 0-21 0,0-1-12 0,0 3 56 0,0-1 0 15,0 1-54-15,0 0 12 0,0 0 10 16,0 0-22-16,0 0 0 0,2 0 1 15,0 0 50-15,0 0-40 0,1 4-10 0,2-2 35 0,-1 2 0 16,1-1-36-16,1-1 0 0,-1 2 51 0,2-1-13 16,0 1-37-16,0-2 28 0,2 1 1 15,-2 1-29-15,3 0 10 0,1 1 18 0,0 0 1 16,3-2-30-16,-1 3 0 0,0 1 23 0,4 2-11 16,0-2-12-16,1 2 33 0,5 1-33 15,-2-1 1-15,4 2 16 0,-5-2-6 0,8 3-10 16,0-2-1-16,2 2-34 0,0 0 34 0,2-1 1 15,0 0 10-15,0 0-43 0,0 1 1 0,2-1 26 16,-2 1 5-16,-1 1-44 16,1-1 5-16,0 2 25 0,-2-2-18 0,2 2 13 0,-3-1 8 0,1 2-13 15,-2-2-32-15,0 2 35 0,0-1 5 16,2 1-38-16,1-2 1 0,0 0 27 0,3-2 11 16,5-1-56-16,0 2 47 0,0-2-3 15,4-1 2-15,0 1-39 0,-3-1 4 0,8 1 23 16,-4-1-46-16,-2 0-5 0,0 3 53 0,-1-2-7 15,-3 1-28-15,5 3-10 0,-3-1 40 0,1 0-60 16,-1-1 54-16,-1 0-9 0,-4-1 6 0,13 3 7 16,-6-3-9-16,2 1-5 0,1-3 4 15,0 1 49-15,-3-4-1 0,7 3-43 16,-3-2 32-16,-2 1 3 0,4-3-33 0,-3 3 11 0,-8-3-1 16,9 1 4-16,-5 1-8 0,-2-1-15 15,-2-2 16-15,-2 1 4 0,-1 1-1 0,-2-1-38 0,-2 1 35 16,-2 0-2-16,-5-2 1 15,1 1-27-15,-2-1 25 0,1-1-5 0,-2 3 60 16,-3-3-55-16,0 0 0 0,-4-1-2 0,0 2 46 0,-3-4 4 16,0 2-45-16,-1-1 32 0,-5 1-29 15,0-2 10-15,-1 2 3 0,0-2-64 0,-2 0 59 16,0 0-4-16,-2 0 0 0,0 0-53 16,0 0 50-16,0 0 1 0,0 0-66 0,0 0 30 15,0 0-7-15,0 0 36 0,0 0-311 0,0 0 146 16,-6 0 59-16,-1-2-531 0,-2 0 293 0,-1 2 135 15</inkml:trace>
  <inkml:trace contextRef="#ctx0" brushRef="#br0" timeOffset="48005.98">25520 1665 2296 0,'0'-1'0'0,"0"-1"0"0,0 0 0 0,0 2 0 0,0 0 0 0,0 0 0 0,0 0 0 0,9 0 0 0,4 7 0 0,6 6 0 0,2-1 246 0,1 3-101 0,4 2-52 0,2 4 11 16,3-1 17-16,-1 1-39 0,0 1 0 0,-2 1-58 15,2-1 18-15,0-1 11 0,-3 0-11 16,-1-3 9-16,-4-1-9 0,-3-3 0 0,-2-1 1 15,-2 0 25-15,-6-3-26 0,-3-3 0 0,-3-2 43 16,0 1-43-16,-3 0 0 0,-9-1 10 16,-15 0-2-16,-3 1-50 0,-5 0 0 0,-12 0 0 0,7 1 0 15,-14 0 0-15,4 3 0 0,2-2 0 0,2 1 0 16,9 0 0-16,-1 3 0 0,12 0-715 0,4 0 305 16,9 3 152-16,10 3-259 0,1-2 237 15,21-1 109-15</inkml:trace>
  <inkml:trace contextRef="#ctx0" brushRef="#br0" timeOffset="48338.37">26430 1994 2388 0,'-9'0'0'0,"2"-2"0"0,1 0 0 0,4-1 0 0,-1 1 0 0,2 0 0 15,-1 0 0-15,2 2 0 0,0-1 0 0,0 1 0 0,12 0 166 0,10 0 144 0,5 0-122 0,6 5-78 0,9 0-32 0,-3 3 52 16,2-1-43-16,-6-2 0 0,6 4-32 15,-4 0-37-15,-1-2 27 0,-7 2-1 0,1-2-294 0,-5-2 148 16,-4 1 84-16,1-1 26 0,-2-1-538 16,-6-2 273-16,2-2 68 0,-7 0-444 0,0 0 283 15,-3 0 158-15,-2 0 74 0</inkml:trace>
  <inkml:trace contextRef="#ctx0" brushRef="#br0" timeOffset="48865.52">26842 1838 2091 0,'2'-1'0'0,"7"-1"0"0,6 0 0 0,4 0 0 0,3 1 0 0,5 1 0 0,-2 0 0 0,9 0 0 0,-3 10 0 0,0 3 0 0,2 2 254 0,-7 2-110 15,4 1 157-15,-7-2-129 0,-2 3-63 16,-7-2-33-16,-1 2-57 0,-6-1-11 0,-2 0 37 16,-5 2-1-16,0 2-272 0,-17-1 136 0,-9 0 79 15,-8 1 23-15,-2-1-358 0,-2-2 189 0,-4 0 26 16,-3-1-151-16,-3-1 63 0,1-1 96 0,2-1 18 15,12-7-272-15,1 0 167 0,7-2 84 0,2-1-143 16,4 0 119-16,8-4 53 0,2 1 1 16,6-2 95-16,1 0-42 0,0 0-10 15,2 0 10-15,0 4 233 0,0-1-116 0,0 3-59 16,0 3 161-16,-3 3-121 0,2 1-43 0,0 6 27 0,-5 3 524 16,1 1-203-16,2 3-160 0,-3-4 273 15,1 7-218-15,-3-3-105 0,0 0-52 0,1-1 228 16,2-6-139-16,-3 3-60 0,-2-5-45 0,1 0 73 15,1-5-54-15,-1 1 0 0,2-6 38 0,-1-2-116 16,1-1-21-16,-1-1 0 0,2-3 0 0,1 0 0 16,-1 0 0-16,5 0 0 0,-2-1 0 15,3-8 0-15,0-3 0 0,3 2 0 16,9-4 0-16,10 2 0 0,6 1 0 0,2 2 0 16,3 3 0-16,-1 5 0 0,0-1 0 0,0 2 0 15,-4 2 0-15,-1 11 0 0,-3 1 0 0,-5 5 0 16,-2 2 0-16,-6-3 0 0,-2 5 0 0,-3-2 0 15,-4 0 0-15,-2-1 0 0,0-1 0 16,-4-2 0-16,-9-2 0 0,-6-2 0 0,-3 1 0 0,-2-7 0 16,1-4 0-16,-4 2 0 0,-3-5 0 15,2 0 0-15,0 0 0 0,-1-8 0 16,4-3 0-16,-2-5 0 0,4 1 0 0,3 1 0 16,1-5 0-16</inkml:trace>
  <inkml:trace contextRef="#ctx0" brushRef="#br0" timeOffset="48885.57">26496 2689 445 0,'-16'-22'0'0</inkml:trace>
  <inkml:trace contextRef="#ctx0" brushRef="#br0" timeOffset="49283.3">25777 1963 2501 0,'0'-3'-8'0,"0"2"3"0,0-1-6 0,0 0 3 0,0 0 1 0,0 2 2 0,0 0 2 0,0 0 2 0,0 0 1 0,0 2 0 0,0 7 82 0,0 3 1 16,0 1-37-16,0 2-111 0,0 4 49 0,0 2 32 15,0 5-1-15,0 0-433 0,0 3 227 0,0 1 123 16,-7 1-670-16,-3 3 354 0,-3-1 177 15</inkml:trace>
  <inkml:trace contextRef="#ctx0" brushRef="#br0" timeOffset="49411.37">25632 2490 1539 0,'-4'8'0'0,"1"3"-1"0,-1-1 1 0,1-2-1 0,2-2 1 0,1 2-1 0,-1-1 1 0,-2 2 0 0,3 3 0 0,0 1 0 0,0 4 239 0,0 0-97 0,0 4-48 0,0 2-1 0,0-1-326 16,0 6 133-16,0-5 72 0,0 4 35 15,0 0-627-15</inkml:trace>
  <inkml:trace contextRef="#ctx0" brushRef="#br0" timeOffset="49525.8">25504 2999 1029 0,'-7'13'-1'0,"0"0"1"0,0-1-1 0,2-1 0 0,0 0 1 0,-1 2-1 0,1 4 1 0,1 0 0 0,2 1 0 0,-1 4-1 0,3 0 46 0,0 3-1 0,0-5-329 16,0 2 165-16,0-1 70 0,0-4-286 0</inkml:trace>
  <inkml:trace contextRef="#ctx0" brushRef="#br0" timeOffset="49711.61">25432 3373 1511 0,'-6'5'-2'0,"0"2"2"0,0-3-1 0,1 2 0 0,-1-2 1 0,3 0 0 0,-1 2 0 0,-1-1 0 0,4 2 0 16,1 2 0-16,0-2 78 0,0 2 11 0,0 0-90 0,0-1 1 15,1 1 43-15,6-1 1 0,-2-2-218 0,-1-1 120 16,1 0 43-16,-1 0-392 0,-2-2 210 0,0-1 103 15,-1 3-208-15,-1-3 94 0,0 1 90 0,0 0 7 16,0-1 95-16,-3 0-1 0,-1 0-30 0,0-2-1 16,-1 2 208-16,2-1-125 0,-1 2-42 0,-1-2 1 15,2 5 4-15</inkml:trace>
  <inkml:trace contextRef="#ctx0" brushRef="#br0" timeOffset="51256.15">22755 3119 802 0,'0'0'0'0,"0"0"0"0,0 0 0 0,0 0 0 0,0 0 0 0,0 0 0 0,0 0 0 0,0 0 0 0,0 0 0 0,0 0 0 0,0-2 81 0,0 1 1 0,0-2 17 15,0 2-53-15,0 0 0 16,2 1-1-16,3-4-36 0,3 4 36 0,2 0 12 0,-1 0-11 0,2 0-61 16,2 0 31-16,-2 0-1 15,3 0-28-15,0 0 15 0,2 0-1 0,-3 0 14 16,1 0-18-16,2 4-22 0,-2-3 58 0,0 0-73 16,-1 2 29-16,2 0-15 0,-2-1 41 0,3 0-44 15,0 2 42-15,1-3-11 0,1 3 6 0,3 1 21 16,4-3-21-16,0 3-2 0,-3-3 5 0,6 3-3 15,0 1 0-15,2-2 1 0,0 2-32 0,0-3 32 16,-3 1 1-16,6 0-20 0,-4 2 17 16,-1-3 1-16,-2 3-1 0,1-3-37 0,-7 1 32 15,6 1 3-15,-5-1-1 0,4 0 8 0,-2 2-9 16,-3-2-3-16,4 0-1 16,-1-1 41-16,3 2 1 0,-4-1-37 0,5 0 57 0,-1 2-51 0,-3-2 7 15,7 1-8-15,-3-1 5 0,2 0-3 0,-1 1 7 16,0-1-24-16,-5 2 25 15,7-3-5-15,-5 3 2 0,1-2-45 0,-2 0 38 16,0 1 2-16,-1-1-25 0,5 0 23 0,-1-1-5 16,1 2 12-16,-1-3-10 0,3 2 0 0,1-1 1 15,-1 3 0-15,0-3-1 0,0 1 1 16,0 1 0-16,-2 1-8 0,-1-2 11 0,3 2-3 0,-4-1 1 16,0 2-30-16,1-3 27 15,-2 2 2-15,-2-1 39 0,5 1-40 0,-3-2 0 16,2 0 0-16,-1-1 36 0,-1 2 0 0,0-2-29 15,5 1 41-15,-2-2-40 0,-1 2-1 0,-1-3 6 16,0 1-24-16,-4 2 26 0,-2-3-6 0,4 4 7 16,-3-3-25-16,-3 1 22 0,0 0-3 15,-2 0-41-15,2-1 39 0,-4 1-5 0,2-1 5 0,-4 0-23 16,2 0 23-16,1 0-9 0,-6-2-1 16,4 2 3-16,-2 1 1 0,-2-3-2 15,1 0-29-15,-2 0 30 0,-1 2 0 0,1-2 0 16,-2 0-31-16,-3 3 29 0,0-3 0 0,0 0 0 15,-1 0-14-15,-1 0 10 0,-1 1 3 0,0-1-50 0,0 0 43 16,0 0 4-16,0 0-15 0,0 0 13 0,0 0-4 16,0 0 4-16,0 0 3 15,0 0-4-15,0 0-1 0,2 2 0 0,0-2 21 16,0 2-20-16,2 0 0 0,0-2 0 0,2 2 33 0,-2 0-32 16,1 0 6-16,-2-2 21 0,3 2-20 15,-4-1-4-15,-1-1-13 0,2 0 14 0,-1 2 1 16,0-2-1-16,-2 0-44 0,0 0 0 0,0 0 40 15,0 0 1-15,0 0-8 0,0 0 5 0,0 0-5 16,0 0-8-16,-2 0 9 16,-3 0 2-16,4 0-33 0,-3 0 32 0,4 0-6 15,-2 0 6-15,2 0-179 0,0 0 84 0,0 0 38 16,0 0-1-16,0 2-127 0,0 0 83 0,0 0 20 16,0-1 1-16,0 1 88 0,0-2-47 0,0 3-11 15,2-2 101-15,-2-1-45 0,0 0 0 0,0 0-45 16,0 0 146-16,0 0-73 0,0 0-26 0,0 0 86 15,0 0-54-15,0 0 1 0,2 0-1 0,0 0 81 16,-1 0-55-16,4 0-9 0,0 0 1 0,-2 0-9 16,4 0-24-16,-2 0 24 15,0 0-104-15,0 0 43 0,-1 0-1 0,1 0-177 16,-1 0 101-16,-1 0 43 0,-1 2 15 0,0-2-82 16,0 0 36-16,0 2 32 0,-1-1 1 0,1 3-194 15,1-3 98-15</inkml:trace>
  <inkml:trace contextRef="#ctx0" brushRef="#br0" timeOffset="51630.41">25520 3556 976 0,'0'-7'0'0,"2"6"0"0,-1-1 0 15,3 2 0-15,-2 0 0 0,0 0 0 0,2 0 0 0,-4 0 0 0,3 0 0 0,-1 2 0 0,0 7 27 0</inkml:trace>
  <inkml:trace contextRef="#ctx0" brushRef="#br0" timeOffset="52500.42">22224 2830 1319 0,'-7'-7'0'0,"2"4"0"0,-1 2 0 0,1-1 0 0,-2 1 0 0,0-2 0 0,2 3 0 0,-1 0 0 0,3 0 0 0,1 0 0 0,0 0 164 16,2 0-59-16,0 7-30 0,0-1 0 16,2 1 121-16,7 4-64 0,6-2-49 0,2 0 0 15,7 4 103-15,1-1-70 0,3-1-35 0,1 0 11 16,2 4 9-16,1-4-55 0,-2 3-1 0,-1-1-38 0,-4 0 0 15,-4-4 50-15,0 2-49 0,-6-1 1 16,0-1 37-16,-8-2-1 0,1-1-15 0,-3-1 27 16,-2 1-12-16,-1 1-27 0,-2-2 52 0,0 1-19 15,-10 1-15-15,-5 2-3 0,-9 0 183 16,-3 5-84-16,-3-2-44 0,-9 5-177 0,2 1 68 16,1-1 44-16,-10 5-553 0,7-1 267 0,-1 1 140 15</inkml:trace>
  <inkml:trace contextRef="#ctx0" brushRef="#br0" timeOffset="52519.47">22107 3298 454 0,'-28'23'0'0</inkml:trace>
  <inkml:trace contextRef="#ctx0" brushRef="#br0" timeOffset="53068.75">24998 3290 1484 0,'0'-3'0'0,"-2"0"0"0,2-3 0 0,0 5 0 0,0-1 0 0,0 0 0 0,0 2 0 0,0 0 0 0,0 0 0 16,2 0 0-16,7 5 101 0,5 6-29 0,7-1 102 16,4 5-71-16,3-1-30 0,1 4-1 0,2 0-1 0,1-2-29 15,0 3 11-15,-2-4-26 0,-1 1 16 0,-5-1-1 0,0-3 0 16,-5-1-17-16,-1 3 28 0,-2-5-11 16,-4 1 0-16,-3-5 34 0,-4 2-33 15,-1-1-1-15,-3 0 59 0,-1 0-58 0,-8 3-1 16,-17 2 0-16,-7 5 28 0,-4 1-28 0,1-1 11 15,-16 7-142-15,2-3 66 0,-13 6 33 0,8-3-1 16,-6 3-511-16,5-3 234 0,-13 9 133 16,23-9 26-16,-1 8-508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01:14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15885 5716 2003 0,'-10'0'0'0,"4"0"0"0,1 0 0 0,5 0 0 0,-2 0 0 0,2 0 0 0,-2 0 0 0,2 0 0 0,0 0 0 0,8 0 0 0,7 0 99 0,1 0-1 16,5 0-54-16,4 2 130 0,2-2-66 0,1 2-20 16,4 0 103-16,0-2-74 0,3 0-36 0,-1 0 0 15,3 1 92-15,2-1-53 0,9 0-43 16,-5 0 0-16,2 0 78 0,2 0-55 0,2 0 0 16,1 0-55-16,5 0-45 0,1 0 0 0,8 0 0 0,-2 0 0 15,3 0 0 1,-4 0 0-16,16 0 0 0,-8 0 0 0,2 0 0 0,1 0 0 15,1 0 0-15,2-1 0 0,0-1 0 0,0 0 0 16,2 0 0-16,0 1 0 0,0-1 0 0,0-1 0 16,2 2 0-16,1-1 0 0,2 0 0 15,11-3 0-15,-6 3 0 0,-8-3 0 0,19 0 0 0,-4-2 0 16,0-1 0-16,-1 1 0 0,5-1 0 0,-15 2 0 16,20-3 0-16,-11 4 0 0,2-1 0 15,-2 0 0-15,2 1 0 0,-8 1 0 16,17-4 0-16,-9 4 0 0,5-1 0 0,0 2 0 15,2-3 0-15,2 0 0 0,1 0 0 0,1-2 0 16,2 5 0-16,0 0 0 0,2-2 0 0,-13 4 0 16,16-1 0-16,-14 0 0 0,-4 2 0 0,-3 0 0 15,-4 0 0-15,-8 0 0 0,4 5 0 0,-4 3 0 16,-2-2 0-16,-2-1 0 0,-3 2 0 0,-10-1 0 16,7 2 0-16,-5-3 0 0,-11-1 0 0,-1 2 0 15,-7 0 0-15,-2-3 0 16,-6 3 0-16,-3-2 0 0,-6 0 0 0,-8-3 0 15,-6 3 0-15,0-2 0 0,-7 0 0 0,-3-2 0 16,-3 0-6-16,-1 0-524 0,-1 0 231 0,-18 0 133 16,-7 0 59-16,-9 0-234 0,-13 5 147 0</inkml:trace>
  <inkml:trace contextRef="#ctx0" brushRef="#br0" timeOffset="483.66">18076 4768 1818 0,'-2'-15'0'0,"1"12"0"0,1 1 0 0,0 2 0 0,-2 0 0 0,2 0 0 0,0 0 0 0,0 0 0 0,0 4 0 16,0 8 0-16,0 5 165 0,0 7-61 0,0-1-31 0,2 5 146 0,3 2-88 15,0 2-33-15,-1 6-11 0,3-2 43 0,-2 9-43 16,0-3 0-16,-3-3 93 0,4 11-74 16,-4-1-32-16,1 0 30 0,-1-3-31 0,2 2 1 15,-2-11-21-15,4 10-45 16,-2-13 35-16,1 1-1 0,-1 0 1 0,-1-6-64 0,1-4 43 0,-1 1-11 16,2-5-89-16,-3-2 55 0,0-2 31 15,0-4-6-15,-2-4-54 0,0 0 13 16,0-3 29-16,0-2-195 0,0-2 102 0,0 0 28 0,0-2 30 15,-4 0-225-15,-3 0 118 0,2-8 39 0,-2-5 35 16,3-6-356-16,-1-6 185 0,1-8 109 0</inkml:trace>
  <inkml:trace contextRef="#ctx0" brushRef="#br0" timeOffset="497.7">18119 5493 426 0</inkml:trace>
  <inkml:trace contextRef="#ctx0" brushRef="#br0" timeOffset="1081.99">18037 4768 1694 0,'-10'-16'0'0,"3"3"0"0,3 3 0 0,-1-5 0 0,3 3 0 0,2-1 0 0,0 4 0 0,0-1 0 16,0 1 0-16,9 0 0 0,4 1 195 0,4 2-76 0,6-1-38 0,1 4 136 0,2-2-76 15,2 1-55-15,2 3 59 0,4-1-51 16,1 0 0-16,2 1-19 0,0-2 10 16,10 3-42-16,-4-1-1 0,2 1-46 0,4 0 47 15,1 0 0-15,3 0 10 0,2 0-42 0,1 0 0 16,-3 0 31-16,-1 0 1 0,-2 0-51 0,-8 0 33 15,9 0-11-15,-8 0-12 0,-1 0-18 0,-5 0 27 16,1 1 16-16,-4 2 45 0,-1 0-6 0,-3-1-44 16,-1 1 77-16,-3 1-33 0,-3-1 8 15,0-2-31-15,-3 2 38 0,1 0-81 0,-5-2 0 16,1 1 0-16,-2-2 0 0,0 2 0 0,-4 0 0 16,-1-2 0-16,-1 2 0 0,1 0 0 0,-3 0 0 15,-1-1 0-15,0 2 0 0,-1 0 0 0,-1 1 0 16,1 0 0-16,-1 2 0 15,1 1 0-15,-2-1 0 0,1 1 0 0,-1 3 0 16,1-2 0-16,0 2 0 0,-1 2 0 0,1 1 0 0,-2 2 0 16,2-2 0-16,-2 3 0 0,0 3 0 0,0-3 0 15,0 4 0-15,0 1 0 0,-1 3 0 0,1 1 0 16,0-4 0-16,0 10 0 0,0-1 0 16,-1-1 0-16,1 2 0 0,0 1 0 0,0 3 0 0,0 0 0 15,2-1 0-15,-2 3 0 16,0 1 0-16,2 0 0 0,-3-3 0 15,3 1 0-15,0-2 0 0,-1-4 0 0,3-2 0 0,-2-2 0 16,0-6 0-16,2 3 0 0,-3-4 0 16,1-4 0-16,-2-4 0 0,1 1 0 0,-1-3 0 0,0-4 0 15,1 1 0-15,-3-3 0 0,0-2 0 16,0-1 0-16,0 0 0 0,0 0 0 0,0 0 0 0,0 0 0 16,0 0 0-16,0 0 0 0,0 0 0 15,0-1 0-15,0-4 0 0,2 0 0 16,-2 0 0-16,1-2 0 0,-1 1-514 0,2-1-81 15</inkml:trace>
  <inkml:trace contextRef="#ctx0" brushRef="#br0" timeOffset="3239.27">18880 4977 1426 0,'0'0'0'0,"-2"0"0"0,0 0 0 0,1 0 0 0,-1 0-1 0,2 0 1 0,-2 0-1 0,2 0 1 0,0 0 0 0,0 0 0 15,0 0 162-15,0 0-46 0,0 0-41 0,0 0 38 0,0 0-33 16,0 0-1-16,0 0-33 0,0 0 23 0,5 0-23 16,3 0 0-16,4 0 96 0,-2-4-48 15,3 1 0-15,3-4-36 0,2 0 74 0,6-2-43 16,-1-1 0-16,6-1-43 0,1-4 63 0,3-3-21 15,6-2-13-15,-1 1-29 0,4-1-1 16,1-4 1-16,4-4 17 0,3 1-6 0,8-5-11 16,1 0 0-16,3-2 4 0,3 0-6 0,6-4 2 0,0 3 11 15,0-1-62-15,6 1 51 0,9-5 0 16,-9 4-49-16,4 1 0 0,-10 3 35 0,18-5-32 16,-11 1 0-16,-8 4 0 0,18-6 0 15,-11 5 0-15,-7 1 0 0,14-8 0 16,-7 4 0-16,2 1 0 0,-10 3-23 0,7-1 41 0,2-3-13 15,-2 2-24-15,-5 2 24 0,0 0 5 16,-7 2-25-16,-2 4 22 0,-13 2-3 0,2 0 2 0,-6 3-4 16,-6 1-2-16,-7 5 0 0,1 2 0 0,-9 0 0 15,-2 2 0-15,-2 2 0 0,-6 0 0 16,2 4 0-16,-7-1 0 0,0 2 0 0,1 1 0 16,-5-1 0-16,3 0 0 0,-5 3 0 15,3-1 0-15,-1 0 0 0,0-1 0 0,-2 2 0 16,3 0 0-16,-3-2 0 0,1 1-294 15,-2 1 93-15,0-1 91 0,0 2 22 0,-1-2-526 0,1 2 284 16,0 0 142-16,-2 0 60 0,3 0-532 0,-3 0 308 16</inkml:trace>
  <inkml:trace contextRef="#ctx0" brushRef="#br0" timeOffset="3634.72">21486 3446 2106 0,'-12'-1'0'0,"3"1"0"0,5 0 0 0,0 0 0 0,4 0 0 0,-2 0 0 0,2 0 0 0,0 0 0 0,0 0 0 0,13 0 0 0,8 0 211 0,4 0-85 0,2 0-42 15,6-3 0-15,-4 1 153 0,6 1-102 0,-2-1-48 0,3 0 1 16,-1 2 16-16,-1-3-32 0,-2 2 11 0,-2 1-42 15,0 0-40-15,-9 0 40 0,1 0 1 0,-3 0-48 16,-5 0 11-16,-1 0 36 0,-4 0 1 16,1 0-41-16,-5 4 40 0,-3-2 1 0,2 1 25 0,-2-1-27 15,-2 4-31-15,0-1 24 0,0 8 41 16,0-1-74-16,-10 1 0 0,-5 7 0 16,0-3 0-16,-2 6 0 0,-1 0 0 0,-3 1 0 15,0 2 0-15,1-1 0 0,-1-1 0 16,0 1 0-16,3-4 0 0,-1 3 0 0,3-5 0 0,1-1 0 15,5-2 0-15,-2-1 0 0,4-2-391 16,3-6 146-16,1 1 53 0,2-5 81 0,2 0-304 0,0-3 187 16,0 0 94-16,0 0-387 0,2 0 229 15,7-8 131-15,11-10 60 0</inkml:trace>
  <inkml:trace contextRef="#ctx0" brushRef="#br0" timeOffset="3983.45">22185 2945 1747 0,'0'-2'0'0,"0"0"0"0,0 0 0 0,5-2 0 0,6 0 0 0,2 0 0 0,6 1 0 0,5 0 0 0,0 1 0 0,6-1 0 0,3 1 82 0,3 0-40 0,-1 0-1 16,4 1 308-16,0 1-154 0,2 0-66 0,3 0 9 0,-5 0-48 15,3-2 0-15,-8 2-48 0,3-2 1 0,-1 2 9 16,-4-2-11-16,-2 0 1 16,-2-1-50-16,-5 1 0 0,-2-2 50 0,-3 1 10 15,-4 1-119-15,-5-2 54 0,-2 2 16 0,-3-1-122 16,-2 2 52-16,-1-1 48 0,-1 1-344 0,0-2 175 15,-7 3 62-15,-7 0 52 0,-4 0-467 0,-1 0 239 16,1 0 136-16,-9 3 62 0,3 4-323 0</inkml:trace>
  <inkml:trace contextRef="#ctx0" brushRef="#br0" timeOffset="4272.74">22452 2909 1705 0,'-3'1'0'0,"-1"1"0"0,2 0 0 0,0 0 0 0,-1 3 0 16,0 1 0-16,1 2 0 0,2 3 0 0,0 0 0 0,0 3 0 0,0 0 81 0,0 3 0 0,0 1 240 0,2 0-145 0,3 3-67 15,-2 0-34-15,3 1 164 0,-1 4-99 0,1-3-38 16,-1 4-11-16,0 2 23 0,-2-2-36 16,-1 1 0-16,0 3-37 0,0-8 11 0,-2 7-10 15,0-2-29-15,0-2-1 0,0-1 30 0,0 0-1 16,-2-3-67-16,-2 1 29 0,1-2 0 0,-2-3 38 15,0-1-194-15,1-1 66 0,0-6 59 0,3 0-10 16,-3-3-235-16,2-3 109 16,2-2 74-16,0 0-357 0,-2-2 192 0,2 0 112 0,0 0-265 0,0-6 183 15,0-9 92-15,0-2 45 0,4-4-192 16,3-6 124-16</inkml:trace>
  <inkml:trace contextRef="#ctx0" brushRef="#br0" timeOffset="4459.51">22456 3289 1715 0,'-4'-5'0'0,"3"-1"0"0,-1 5 0 0,0-3 0 0,2 2 0 0,0 0 0 0,0 1 0 0,7-1 0 0,11-1 0 0,3 3 0 0,2-1 92 0,5-1 283 0,1 2-167 0,-1-2-83 15,2 0-42-15,-2 2 55 0,-6 0-39 0,8-2-9 16,-7 2-256-16,0 0 105 0,-2 0 50 16,-3-1 1-16,-3-2-323 0,-2 2 182 15,-2-2 97-15,-3 2 38 0,0-2-439 0,-5-4 177 16,1 0 119-16,-2 0-98 0,-2-5 108 15,0 1 54-15,0-2 26 0</inkml:trace>
  <inkml:trace contextRef="#ctx0" brushRef="#br0" timeOffset="4853.63">22127 2668 1648 0,'-4'0'0'0,"3"0"0"0,1-1 0 15,0-2 0-15,0 2 0 0,0 1 0 0,0-3 0 0,0 2 0 0,5-2 0 0,7 0 0 0,1 1 110 0,4-1 198 0,-1-1-132 0,5 2-66 0,6-2 155 0,1 1-100 16,2-1-67-16,2 1-27 0,7 1 55 0,0-4-41 15,3 3 0-15,-4 0-32 16,13-3 36-16,-7 4-46 0,4 1 0 0,0-2 0 0,-1 0-73 16,-6 2 47-16,9-2-10 0,-8 1-86 0,-6-1 61 15,1-1 30-15,-5 0-118 16,-5 0 58-16,-5 2 33 0,-2-1 0 0,-9-1-44 16,-2 2 33-16,-6 1-11 0,2-2-8 0,-3 2-60 0,-2-1 33 15,0-1 27-15,0 1-20 0,0-2-76 0,-5-1 41 16,0 2 40-16,-1-1-374 0,1 2 195 15,-1-2 99-15,1 2-313 0,-2 1 194 16,2-2 114-16,-1 2 51 0,1-4-254 0</inkml:trace>
  <inkml:trace contextRef="#ctx0" brushRef="#br0" timeOffset="5175.95">22800 2393 1739 0,'-11'0'0'0,"3"0"0"0,3 0 0 0,0 0 0 0,4 0 0 0,-1 0 0 0,2 0 0 0,0 0 0 0,0 0 0 0,0 1 0 0,10 1 104 16,1 0 111-16,3 2-87 0,2-1-42 0,3 2 57 15,3 2-51-15,1-1 12 0,5 1-61 0,0-2-48 16,0 4 0-16,-1-2 48 16,-2 1 0-16,0-1-79 0,3 0 35 0,-5 1-1 0,-2-3 45 15,-1 1-49-15,-1 0 49 0,-3 1-33 0,0-3-8 16,-3 3 30-16,-1-4-47 0,-3-1 81 0,-2 3-12 15,-2-1-34-15,0-3 0 0,-3 1 89 16,0 0-40-16,-1 0 15 0,-1 0-52 0,0 2 127 16,0 1-63-16,-1 3 0 0,-11-1 49 0,-3 5-52 15,-4 1-5-15,1 0-88 0,-7 3 0 16,-1 2 0-16,-1-2 0 0,-3 5 0 16,-3 5 0-16,1-7 0 0,-7 12 0 0,3-4-612 15,1 3 222-15,3 3 163 0</inkml:trace>
  <inkml:trace contextRef="#ctx0" brushRef="#br0" timeOffset="10315.49">16664 5121 2301 0,'-5'0'0'0,"1"0"0"0,2 0 0 0,2 0 0 0,0 0 0 0,0 0 0 0,0 0 0 0,0 0 0 0,4 0 0 0,9 0 0 0,2 0 121 0,3-1 238 16,3-1-155-16,0 2-76 0,-1 0-40 0,3 0 145 16,-2 0-98-16,2 0-42 0,4 0 0 0,-2 0-7 15,3 0 0-15,-2 2-82 0,6 1-4 16,-2 1 0-16,4 0 0 0,-3 1 0 0,5-1-301 16,1 2 152-16,7 0 93 0,1-1 53 0,0-2-900 15,8-3 436-15,1 2 150 0,2-2-433 0</inkml:trace>
  <inkml:trace contextRef="#ctx0" brushRef="#br0" timeOffset="10470.92">18080 4999 2554 0,'15'0'0'0,"0"0"0"0,2 0 0 0,1 0 0 0,2 0 0 0,-2 0 0 0,1-1 0 0,2-4-6 0,-1 4-2 0,6-2 1 0,-1 3 123 0,3 0 83 16,2 0-82-16,4 0-35 0,2 0 1 0,9 0-439 0,-2 0 202 0,-4 0 113 15,14 0 37-15,-4 4-740 0,0-2 380 0</inkml:trace>
  <inkml:trace contextRef="#ctx0" brushRef="#br0" timeOffset="10596.06">19149 4985 1774 0,'13'8'0'0,"0"-2"0"0,0-3 0 0,3-3 0 0,0 0 0 0,1 0-2 0,3 0-2 0,7 0-1 0,3 0 1 0,2 1 0 0,7 3 93 0,3-2-45 15,-3-1-169-15,12 2 79 0,-1-2 45 0,3-1 1 0</inkml:trace>
  <inkml:trace contextRef="#ctx0" brushRef="#br0" timeOffset="10763.14">20253 4977 1277 0,'34'0'0'0,"0"0"0"15,7 0 0-15,-4-4 0 0,5-6 0 0,-3 3 0 0,11-4-1 0,-6 3-4 0,4 3 1 0,-2-1 0 0,-2 2 16 0,9 0 31 0,-1 3 0 0,0-2 1 0,2 1-368 16,-1 1 170-16,2-1 88 0,1 2-209 0,-2 0 127 16,1 0 65-16,1 0 32 0,1 0-48 15,3 0 26-15,5 2-16 0,-4-1 46 0</inkml:trace>
  <inkml:trace contextRef="#ctx0" brushRef="#br0" timeOffset="10943.66">22381 4948 2113 0,'32'0'0'0,"6"4"0"0,1-4 0 0,3-4 0 0,-3-1 0 0,-4-2 0 0,5-1 0 0,0 4 0 0,-3-2 0 0,6 2-1 0,-1 2 159 15,-5 1-45-15,10-1-257 0,-2 2 95 0,0-2 47 16,-1 2 1-16,0 0-347 0,-5 0 200 0,9 0 87 16,-7 0-232-16,-6 0 146 0,6 0 72 0,-6 2-37 15,1 0 10-15,-3 1 4 0,-1 1 0 16,-2 2 53-16</inkml:trace>
  <inkml:trace contextRef="#ctx0" brushRef="#br0" timeOffset="12001.6">20238 4437 1662 0,'2'-1'0'0,"-1"-1"-8"0,1 0 0 0,0 1 1 0,0-2 2 0,3 1 0 0,0 0 2 0,-1 1 1 0,3-1 0 0,0 2 1 0,5 0 361 0,-1 0-162 15,3 0-76-15,-2 0-37 16,3 2 215-16,1 6-126 0,0 0-52 0,-1 5-44 0,3 1 172 0,-2 1-101 15,1 6-52-15,-4-6 26 16,0 3-26-16,2 4-12 0,-5-5-38 0,0 8-24 0,-3-6-23 0,-2 3 0 16,-3 1 0-1,2-2 0-15,-4 1 0 0,0 1 0 0,0 0 0 0,0-4 0 16,-7 1 0-16,-3-1 0 0,-1-1 0 16,-4-1 0-16,1 0 0 0,-2-2 0 0,-1-1 0 0,0-2 0 15,0-3 0-15,2 1 0 0,2-2 0 16,4-2 0-16,-1-3 0 0,4-1 0 0,2 0 0 0,3-2 0 15,-1 0 0-15,2 0 0 16,0 0-103-16,0 0-23 0,2 0-615 0,17-2 347 0,2-7 171 16,0-1 75-16,6-5-558 0,1 0 330 15</inkml:trace>
  <inkml:trace contextRef="#ctx0" brushRef="#br0" timeOffset="12613.93">20907 4403 2480 0,'-2'-8'0'0,"-2"4"0"0,1-2 0 0,0 1 0 0,-1 0 0 0,2 1 0 0,1 3 0 0,-1-1 0 0,2 0-2 0,-2 2 1 0,2 0 107 0,0 0 119 16,-2 5-89-16,0 8-33 0,1 1 87 0,-3 1-72 15,2 4-36-15,-2 1 1 0,1 7 140 0,3-7-77 16,-3 8-104-16,3-2-42 15,0 0 0-15,0-2 0 0,0 1 0 0,0-4 0 0,0 0 0 16,5 2 0-16,4-5 0 16,0 1 0-16,3-1 0 0,0-4 0 0,3-2 0 0,1-4 0 15,1 1 0-15,1-5 0 0,3-4 0 0,-1 0 0 16,6 0 0-16,-3-9 0 0,2-3 0 0,0-3 0 16,-4-2 0-16,-3 2 0 0,4-5 0 15,-5 2 0-15,-3 1 0 0,0-1 0 0,0-5 0 0,-5 5 0 16,0-8 0-16,-2 3 0 0,2 4 0 0,-4-8 0 15,-3 2 0-15,1 5 0 16,-1-1 0-16,-2-3 0 0,0 2 0 0,0 0 0 16,-2 2 0-16,-5 2 0 0,-3 1 0 0,-3-1 0 15,1 6 0-15,-4-3 0 0,-3 3 0 0,-3 3 0 16,-1 1 0-16,-1 5 0 0,2-1 0 0,-3 2 0 16,2 2 0-16,-1 0 0 0,1 0 0 0,1 0 0 15,3 3 0-15,1 5 0 0,2-1 0 16,5 1 0-16,1-1 0 0,3-1 0 0,0 2 0 15,1 1 0-15,3 0 0 0,0 3 0 0,1-3 0 0,2 5 0 16,0-1 0-16,0-1 0 0,0 2 0 16,0 1 0-16,5 1 0 0,4-4 0 15,2 1 0-15,1-2 0 0,2 3 0 0,3-5 0 16,2 0 0-16,2-1 0 0,0-2 0 0,0-1 0 16,4-3 0-16,3-2 0 0,-1 0 0 0,-1 0 0 15,-6 0 0-15,3 0 0 16,-2-3 0-16,-1-2 0 0,-3-2 0 0,-4 1 0 0,-3 3 0 0,-1-1 0 15,-5 2 0-15,0 0 0 0,-3 0 0 0,1 0-237 16,-2 2 54-16,0 0-845 0,0 4 481 16</inkml:trace>
  <inkml:trace contextRef="#ctx0" brushRef="#br0" timeOffset="15410.08">19060 4999 822 0,'-1'-6'0'0,"-3"2"0"0,0 0 0 0,-2 1 0 0,2 0 0 0,1 1 0 0,-1-2 0 0,-1 2 0 0,3 1 0 0,-2-2 0 0,0 0 111 0,0 2-65 0,0 0 1 16,2-1 50-16,-1 2 0 0,-1 0-50 0,2-3 61 15,0 3-61-15,-1 0-1 0,3 0 1 0,-2-1 58 16,0 1-17-16,2 0-12 0,0 0-29 0,0 0 96 15,0 0-48-15,0 0 0 16,0 0 12-16,0 0-11 0,0 0-49 0,2 0-1 0,3 0 15 0,3 0-14 16,-1 0 11-16,1 0 22 0,3 0 0 0,-2 0-34 15,1 0 1-15,3 0 36 0,-4 0-25 0,7 1-12 16,-4 2 1-16,2-1 36 0,1-2 0 0,0 1-36 16,2-1 45-16,0 0-12 15,-3 0-34-15,4 0 1 0,-4 1 31 0,2-1-1 16,-2 3-18-16,4 0-13 0,-2-3 1 0,1 1-14 15,0-1-33-15,0 2 0 0,1-1 0 0,-2-1 0 16,1 3 0-16,1-1 0 0,2-2 0 0,-2 0 0 16,3 1 0-16,-2-1 0 0,1 0 0 0,3 0 0 15,0 0 0-15,-1 0 0 0,2 0 0 16,-1 0 0-16,0 0 0 0,-1 0 0 0,0 0 0 0,1 2 0 16,-2 0 0-16,1-2 0 15,-1 1 0-15,2-1 0 0,-2 2 0 0,0 0 0 16,2-2 0-16,4 0 0 0,-5 0 0 0,2 0 0 15,-3 0 0-15,2 0 0 0,0 0 0 0,-2 0 0 16,0 0 0-16,-1 0 0 0,-2 0 0 0,-1 0 0 16,-2 0 0-16,2 0 0 0,-2 3 0 0,0-2 0 15,0-1 0-15,-2 5 0 0,2-5 0 0,0 1 0 16,-2-1 0-16,3 3 0 0,0-3 0 16,1 0 0-16,0 0 0 0,0 0 0 15,0 0 0-15,0 0 0 0,-1 0 0 0,2 0 0 16,1 0 0-16,-3 0 0 0,1 0 0 0,2 0 0 15,0 0 0-15,-1-3 0 0,1 3 0 0,2-1 0 16,-1 1 0-16,1-3 0 0,2 3 0 0,-3 0 0 16,3-2 0-16,0 2 0 0,3-1 0 0,-8 1 0 15,9-3 0-15,-5 1 0 0,5 0 0 0,-3 2 0 16,-4-1 0-16,9-1 0 0,-8 0 0 0,3 1 0 16,0 1 0-16,-1-2 0 15,1 2 0-15,-3-3 0 0,1 3 0 0,-1-1 0 16,0 1 0-16,1-2 0 0,1 2 0 0,0-1 0 15,3-2 0-15,-6 3 0 0,6-3 0 0,-1 2 0 16,2 1 0-16,-3-1 0 0,1-1 0 0,-3-1 0 16,6 3 0-16,-2-1 0 0,1-1 0 0,-1 2 0 15,-1 0 0-15,-3 0 0 0,4-2 0 0,-1 2 0 16,-4 0 0-16,2 0 0 0,0 0 0 16,-2 0 0-16,2 0 0 0,-3 0 0 15,6 0 0-15,-1 0 0 0,1 0 0 0,-2 0 0 16,6 0 0-16,-2 0 0 0,2-4 0 0,0 3 0 15,1-1 0-15,-1-2 0 0,0 2 0 0,-2-1 0 16,2-1 0-16,-3 0 0 0,-1 0 0 0,-5 2 0 16,1 0 0-16,-3 0 0 0,-3 1 0 0,-2-2 0 15,-3 1 0-15,1 2 0 0,-3 0 0 0,-2-1 0 16,-1 1 0-16,-3 0 0 0,4 0 0 0,-4 0 0 16,3 0 0-16,-1 0 0 15,1 0 0-15,-1 0 0 0,3 0 0 0,1 0 0 16,1 0 0-16,1 0 0 0,0 0 0 0,2 0 0 15,1 0 0-15,-1 0 0 0,0 0 0 0,0 0 0 16,-4 0 0-16,3 0 0 0,-3 0 0 0,0 0 0 16,-2 0 0-16,0 0 0 0,-3 0 0 0,1 0 0 15,-1 0 0-15,-3 0 0 0,3 0 0 0,1 0 0 16,-2 0 0-16,3 0 0 0,-1 0 0 16,1 0 0-16,-1 0 0 0,2 0 0 15,-2 0 0-15,0 0 0 0,-1 0 0 0,0 0 0 16,-1 0 0-16,-1-2 0 0,1 2 0 0,-3 0 0 15,0 0 0-15,0 0 0 0,0-2 0 0,0 0 0 16,0 0 0-16,0 1 0 0,-3-2 0 16,-4 1 0-16,0-3 0 0,-2 4 0 0,-2-2 0 15,2 1 0-15,0 0-99 0,-1 2-268 0,3 0 160 16,2 0-638-16,-1 0 399 0,2 0 201 16,1 0 87-16</inkml:trace>
  <inkml:trace contextRef="#ctx0" brushRef="#br0" timeOffset="15796.38">22327 4685 1856 0,'-8'0'0'0,"3"0"0"0,0 0 0 15,3 0 0-15,1 0 0 0,1 0 0 0,0 0 0 0,0 0 0 0,0 0 0 0,0 0 0 0,0 0 182 0,8 0-59 0,5 4-46 0,-1 0 224 0,4 2-129 16,0 1-65-16,2 1 123 0,-1-1-83 0,-1 2-58 16,0 1 0-16,-2 2-19 0,-1-2 0 0,1 3-28 15,-3 0 10-15,2 1-22 0,-5-3 12 0,1 2 0 16,1-2-16-16,-3 1 16 16,0-3 10-16,3 4-10 0,-2-3 6 0,-3-3-48 15,1 2 0-15,1-3 0 0,-3 2 0 0,-1-1 0 0,-1-1 0 16,1-2 0-16,-1 0 0 0,-2 3 0 0,0 2 0 15,-2-1 0-15,-10 0 0 0,-1 2 0 16,-2 1 0-16,-2-1 0 0,-2 2 0 0,1-1 0 16,-3 0-182-16,0 0 58 0,0-2 37 0,3 3-302 15,-3-3 172-15,5 0 87 0,0-1 44 0,3 2-350 16,6-3 197-16,-1 0 88 0,2 2 59 0,4 0-472 16,2-2 261-16,0 3 131 0</inkml:trace>
  <inkml:trace contextRef="#ctx0" brushRef="#br0" timeOffset="16297.6">23059 5275 1579 0,'2'-11'0'0,"-2"7"0"0,0 2 0 0,0-4 0 0,0 1 0 0,0 1 0 0,0-2 0 0,0 1 0 0,0 1 0 0,0-1 0 0,0-1 76 0,0 2 127 15,-2 1-81-15,-1-3-30 0,1 2-10 0,-3 1 60 0,0 1-50 0,-1-2 0 16,-1 2-8-16,-2-1 10 16,-3 3-53-16,-2 0 0 0,-2 0 27 0,0 0 0 15,-3 0-27-15,-1 5 50 0,2 1-10 0,1 1-40 16,2-1 1-16,2-1 116 0,3 1-58 0,1-1-20 15,4 1-9-15,0-1 89 0,2 1-59 0,3 0-30 16,0 1-53-16,0 1-18 16,1 1 0-16,8 0 0 0,2 1 0 0,1 0 0 0,4 3 0 0,-2-2 0 15,4 2 0-15,-4 2 0 0,2 1 0 16,-2-4 0-16,2 3 0 0,-3 0 0 16,-1 0 0-16,-2 0 0 0,0-2 0 0,-2 0 0 15,-5-2 0-15,1 1 0 0,-2 0 0 0,-2-4 0 16,0 2 0-16,0 0 0 0,-11-3 0 0,-5 1 0 15,-1-1 0-15,-3-1 0 0,-6-3 0 0,1 1 0 16,2-4 0-16,-4 0 0 0,2 0 0 0,1 0 0 16,3 0 0-16,1-1 0 0,1-5 0 0,3-4 0 15,2 1 0-15,4-3 0 0,2-1-620 0,5-2 277 16,3 0 141-16,0-3-508 0,1 0 334 0,9-2 168 16,5 0 83-16,2-2-462 15</inkml:trace>
  <inkml:trace contextRef="#ctx0" brushRef="#br0" timeOffset="16580.8">22806 5087 2321 0,'-6'0'0'0,"2"0"0"0,2-2 0 0,0 2 0 16,1 0 0-16,1 0 0 0,0 0 0 0,0 0 0 0,0 0 0 0,5 0 0 0,10 0 140 0,2 0-38 0,4 0 185 0,3 0-123 0,3 0-60 16,-2 0 245-16,-2 0-142 0,7 0-88 15,-9 0-39-15,4 0-22 0,-3 0-58 0,-1 0 0 0,0 0 0 16,-5 0 0-16,1 0 0 16,-2 2 0-16,0-2-230 0,-2 2 72 0,-4-2 111 15,1 0 39-15,-1 0-703 0,-1 0 338 0,0 0 147 16,-3 0-149-16,3 0 156 0,-5-4 94 0,1-2 41 15</inkml:trace>
  <inkml:trace contextRef="#ctx0" brushRef="#br0" timeOffset="16914.34">23088 4854 2518 0,'0'0'0'0,"-2"0"0"0,0 0 0 0,-3 0 0 0,2-2 0 0,-1 2 0 0,2-3 0 0,0 1 0 0,2 2 0 0,0 0 0 0,0 0 282 0,0 0-119 0,10 0 157 0,5 5-128 16,3 1-80-16,7 0-35 0,-2 0 87 16,3-1-61-16,-1 1-103 0,-2 1 0 0,6 2 0 0,-5-3 0 15,-1 2 0-15,-2-1 0 16,-1 3 0-16,-1-2 0 0,-1 1 0 0,2-2 0 16,-5 3 0-16,0-2 0 0,-4-1 0 0,2 0 0 15,-2 1 0-15,-4-2 0 0,2 3 0 0,-4-3 0 16,-3 1 0-16,-1-2 0 0,2 2 0 0,-3 1 0 15,0 1 0-15,0 1 0 0,-8-1 0 0,-4 2 0 16,0 1 0-16,-4 1 0 0,2-3 0 0,-6 7 0 16,4-4 0-16,-1-2 0 0,-1 2 0 0,0-2 0 15,2 1 0-15,-1-1 0 16,2 0 0-16,-1 1 0 0,2-2-244 0,0 2-46 16,1 1 112-16,2 0-479 0</inkml:trace>
  <inkml:trace contextRef="#ctx0" brushRef="#br0" timeOffset="34206.18">22045 9329 2365 0,'0'0'0'0,"-2"0"0"0,2 0 0 0,0 4 0 0,0 2 0 0,0 1 0 0,0 5 0 0,0-4 0 0,2 5 0 0,2 0 0 0,1 2 166 0,2 3-63 0,0 5-30 15,-4 0 76-15,5 6-60 16,-5 0 1-16,3 5 71 0,-3-1-60 0,4 3-30 15,-5 1 10-15,3 1 24 0,1 7-31 0,-3-5-1 16,1 1-32-16,0-7 35 0,1 4-25 0,0-3-10 16,0-1-20-16,1-4-21 0,-1-4 0 0,-1-5 0 15,-1 1 0-15,2-5 0 0,0-1 0 0,-3-5 0 16,2-4 0-16,-2-2 0 0,-1-1 0 0,3-4 0 16,0 0 0-16,-1 0 0 0,6-5 0 0,2-15 0 15,-1-3 0-15,2-4 0 16,1-5 0-16,1-4 0 0,0-5 0 0,-1 2 0 15,-1 5 0-15,2-9 0 0,-2 9 0 0,-3-2 0 16,2 3 0-16,-1 1 0 0,-2 5 0 0,-1-2 0 16,-2 6 0-16,2 3 0 0,-2-1 0 0,-1 4 0 15,0 5 0-15,-3 3 0 0,1 2 0 0,0 2 0 16,0-1 0-16,0 5 0 0,-2-1 0 0,2 2 0 16,-1 0 0-16,4 0 0 15,0 0 0-15,1 6 0 0,-1 6 0 0,3 0 0 16,0 5 0-16,-1 6 0 0,0 1 0 0,1 3 0 15,0 2 0-15,-1 3 0 0,0 0 0 0,1 2 0 16,-3 0 0-16,5 0 0 0,-2-1 0 0,-1 2 0 16,0-4 0-16,3-1 0 0,-3-2 0 0,1-5 0 15,2-1 0-15,-3-1 0 0,2-6 0 0,-3-3 0 16,-1-4 0-16,2-1 0 0,-4-4 0 0,3-3 0 16,1 0 0-16,3-11 0 15,3-13 0-15,-1-4 0 0,6-10 0 0,-2-2 0 16,3-1 0-16,0-2 0 0,0-2 0 0,-4 9 0 15,5-11 0-15,-2 4 0 0,-3 4 0 0,-2 7 0 16,-1-4 0-16,0 4 0 0,-3 1 0 0,1 2 0 16,-4 4 0-16,1 5 0 0,-1 1 0 0,-3 0 0 15,1 6 0-15,0 1 0 0,-3 2 0 0,1 2 0 16,0 2 0-16,1 1 0 0,-1 1 0 0,0 3 0 16,-2-2 0-16,0 1 0 15,1 1 0-15,1 1 0 0,0 0-359 0,0 0 145 16,3 0 87-16,-1 0-707 0,1 0 398 0,4 7 187 15</inkml:trace>
  <inkml:trace contextRef="#ctx0" brushRef="#br0" timeOffset="34437.65">23263 9548 3931 0,'-1'0'0'0,"1"0"0"0,0 0 0 0,0 0 0 16,0 1 0-16,0 1 0 0,1 0 0 0,10 0 0 0,1-2 0 0,4 3 0 0,2 0 0 0,1-1 0 0,4 1 0 0,-3 1 0 0,3 0 0 15,-2 1 0-15,-3-1 0 0,1 2 0 16,-1-2 0-16,0-1 0 0,-1 0 0 0,-2-2 0 0,-3 1 0 16,0 0-284-16,-3-2-176 15,-2 0 112-15,0 0 160 0,-3 2-702 0,-3 2 426 16</inkml:trace>
  <inkml:trace contextRef="#ctx0" brushRef="#br0" timeOffset="34611.98">23394 9745 3445 0,'-19'13'0'0,"3"-2"0"0,3 1 0 0,4-7 0 0,4 2 0 0,0-1 0 0,5 0 0 0,0-3 0 0,0 3 0 0,12-2 0 0,5 0 127 15,2-1-34-15,3 0 173 0,0-3-266 0,7 1 0 16,-3-1 0-16,0 0 0 0,-3 0 0 0,5 0 0 15,-3 0 0-15,-3 0 0 0,-1 0 0 0,2 2-155 0,-5-2-320 16,3 2 252-16,-5 0 49 0</inkml:trace>
  <inkml:trace contextRef="#ctx0" brushRef="#br0" timeOffset="36752.44">24186 9132 415 0,'0'0'0'0,"0"0"450"0,0 0-225 0,0 0-113 0,0 0 235 0,0 0-153 0</inkml:trace>
  <inkml:trace contextRef="#ctx0" brushRef="#br0" timeOffset="36931.99">24182 9233 3454 0,'0'24'0'0,"0"6"0"0,0-2 0 0,0 1 0 0,0 3 0 0,2 2 0 0,0 0 0 0,0 0 0 0,-1 1 0 0,2 0 0 0,-1-2 42 0,-2 3 10 0,0-2-11 15,0 0-64-15,0-4 33 0,0 1-1 16,0-2-21-16,0-3 10 0,0 2 38 0,0-5-1 0,0-2-100 16,0-1 45-16,0-3 1 0,0-2-4 0,0-4-39 15,0 0 23-15,0-3-1 0,0-5-163 0,0 0 97 16,0-2 32-16,0-1 32 16,0 0-419-16,2-1 210 0,9-15 105 0,0-4-163 15,2-6 123-15,2-5 77 0</inkml:trace>
  <inkml:trace contextRef="#ctx0" brushRef="#br0" timeOffset="37147.18">24399 9243 3069 0,'-1'-4'0'0,"1"3"0"0,-2 1 0 0,2 0 0 0,0 0 0 0,0 0 0 0,8-2 0 0,5 2 0 0,5-3 0 0,5 3 0 0,2-1 357 0,-1 1-148 0,8-2-88 15,-2 2-40-15,1-2-190 0,-1 2 75 0,0 0 38 16,-5-2 11-16,8 2-160 16,-11 0 93-16,0 0 47 0,-2 0-514 0,-4 0 280 0,-4 0 100 0,-3 0 80 15,-2 0-742-15,-1-2 380 16,-4-1 190-16,0-7-268 0</inkml:trace>
  <inkml:trace contextRef="#ctx0" brushRef="#br0" timeOffset="37310.68">24814 9021 2035 0,'0'-7'0'0,"-2"3"0"0,0 2 0 0,2 1 0 0,0-1 0 0,0 2 0 0,0 0 0 0,7 0 0 0,3 0 0 0,7 0 0 0,-4 2 130 0,5 3-50 15,1 4 211-15,-2-1-125 0,1 3-62 0,-2-1 2 0,-3 0-22 16,-1 1-10-16,-5 1-32 0,0 2-40 0,-5-1 1 16,-2 4 38-16,0 1-103 15,-9 3 46-15,-4 0 29 0,-4-2 0 0</inkml:trace>
  <inkml:trace contextRef="#ctx0" brushRef="#br0" timeOffset="37360.81">24853 9287 417 0,'-21'13'-1'0,"3"0"1"0,-1-2 0 0,-1 2-1 0,-1 0 1 16</inkml:trace>
  <inkml:trace contextRef="#ctx0" brushRef="#br0" timeOffset="37537.93">24536 9499 2496 0,'-7'1'0'0,"5"-1"0"0,2 3 0 0,0-3 0 0,0 0 0 0,0 0 0 0,11 0 0 0,3 0 0 0,9-3 0 0,3 2 0 15,3-3 150-15,-1-1-55 0,2 2 305 0,0 1-180 0,-5 0-79 16,7 2-8-16,-3 0-46 0,-7 0 1 0,3 0-47 16,-2 0-340-16,-5 0 180 15,-1 0 75-15,-6 0-218 0,-2 4 151 16,-3-1 76-16,-2 2 38 0,-2-3-799 0,-2 1 346 0,0 2 204 16,-2-2 103-16,-9-1-360 0</inkml:trace>
  <inkml:trace contextRef="#ctx0" brushRef="#br0" timeOffset="37710.31">24690 9515 1769 0,'-19'6'0'16,"6"4"0"-16,-1-3 0 0,3 3 0 0,4 0 0 0,0 4 0 0,4 1 0 0,1 4 0 0,2 1 0 0,0 5 0 0,0-5 468 0,0 9-219 0,0-3-104 0,2 2-53 16,0-1 33-16,1-1-43 0,2-4 11 0,0 6-390 15,-3-3 168-15,0-2 86 0,0-2 41 0,0-2 1 16,0 0 52-16,-2-7-10 0,0-3-1 0,0-4-977 15,0-5 386-15</inkml:trace>
  <inkml:trace contextRef="#ctx0" brushRef="#br0" timeOffset="37872.82">24631 9758 2172 0,'-1'-10'0'0,"1"5"0"0,0-1 0 0,0 1 0 0,0-1 0 0,1 0 0 0,7 3 0 0,7-3 0 0,2 5 0 0,0-3 0 0,3 1 126 16,-1 1-32-16,2 2 61 0,-1 0-57 0,-1 0-28 15,2 0-1-15,-4 0-320 0,2 0 156 0,-6 0 63 16,5 0-458-16,-3 0 265 0,-1 0 133 0,-5 0 16 16,4 0-265-16,-4 0 75 0</inkml:trace>
  <inkml:trace contextRef="#ctx0" brushRef="#br0" timeOffset="38223.18">25202 9087 2406 0,'-4'0'0'0,"1"0"0"0,-2 0 0 0,2 0 0 0,2 0 0 0,-1 0 0 0,2 0 0 0,0 0 0 0,0 0 0 0,0 10 0 0,0 3 116 0,0 4-37 0,0 1 143 16,2 9-96-16,-1-1-43 0,1 4 109 0,-2 2-77 15,0 3-36-15,0 2 9 0,0 0 99 0,0 7-74 16,0 0-36-16,-3 2-29 0,1-1-48 0,-2-4 0 16,-1 10 0-16,4-3 0 15,-1-1 0-15,0-1 0 0,2-2 0 0,0-6 0 0,0 4 0 0,0-4 0 16,0-3 0-16,2-5 0 16,1 2 0-16,2-12 0 0,-3 2 0 0,0-4-27 15,0-7-89-15,-1-4 56 0,1-1-404 0,-2-2 199 16,0-3 114-16,0-1-143 0,0 0 125 0,0 0 63 15,0 0 32-15,1-3-341 0,2-8 192 0,0-3 91 16</inkml:trace>
  <inkml:trace contextRef="#ctx0" brushRef="#br0" timeOffset="38435.65">25508 9506 3931 0,'0'-3'0'0,"0"0"0"0,0 2 0 0,0-1 0 0,0 0 0 0,0 2 0 0,0 0 0 0,2 0 0 0,0-2 0 0,4 2 0 0,1 0 0 16,-1 0 0-16,-2 0 0 0,3 0 0 0,-1 0 0 16,-2 0 0-16,1 0 0 0,-3 4 0 0,2-2-458 15,-2 2 69-15,-2 1 213 0,0 2 108 0</inkml:trace>
  <inkml:trace contextRef="#ctx0" brushRef="#br0" timeOffset="39305.87">25906 9127 1792 0,'-3'-2'0'0,"1"-1"0"16,-1 2 0-16,2-1 0 0,-1 2 0 0,2 0 0 0,-1 0 0 0,1 0 0 0,0 0 0 0,0 6 0 0,0 6 195 0,0 0-78 0,0 2-38 0,0 4 120 0,0 1-69 15,1 7-50-15,1-1-1 16,-1 3 25-16,2 4-32 0,-1 1-1 0,0 5 93 16,-1 5-67-16,1-3-28 0,0-5 0 0,0 5 20 15,-2-1-49-15,2-3 10 0,-1 0-10 0,2-5 40 16,-3 0 0-16,2-1-40 0,-2-4-6 0,0-3 16 15,0-1-10-15,0-1 1 0,0-2-36 0,0-5 20 16,0 0-25-16,0-6 0 0,0 1 0 0,0-3 0 16,0-3 0-16,0-1-42 0,0-2-14 0,0 0 34 15,0 0-4-15,0 0-134 16,0 0 65-16,0 0 45 0,0 0-335 0,0-2 155 0,0-3 83 16,0-1 54-16,0-2-446 0,0 1 250 15,0-2 114-15,4-3-212 0</inkml:trace>
  <inkml:trace contextRef="#ctx0" brushRef="#br0" timeOffset="39722.58">26110 9187 2706 0,'-10'-8'0'0,"0"1"0"0,3 3 0 0,0-1 0 16,0-1 0-16,4 2 0 0,-1 0 0 0,2 2 0 0,0 0 0 0,1 0 0 0,1 1 249 0,0 1-103 0,3-2-53 0,6 2 12 0,7 0-21 15,-3 0-11-15,4 0-31 0,-2 0 52 16,2 0-52-16,0 0-1 0,0 0 47 0,2 0-11 15,-1 0-35-15,0 0 0 0,2 0-35 0,0 0-7 16,5 0 0-16,0 0 0 0,3-2 0 0,0 1 0 16,2-4 0-16,0 0 0 15,2 0 0-15,-2 0 0 0,0 0 0 0,-2 1 0 16,-2 1 0-16,-5-2 0 0,-1 2 0 0,-1 0-14 16,-3 1-7-16,-5-1-7 0,-5 1-188 0,2 0 85 15,-3 0 52-15,-3 2-239 0,-1 0 139 0,-1-1 68 16,0-1 34-16,0 2-282 0,0-3 164 0,-5 2 76 15,0 1 39-15,-2 0-476 0,0 0 258 0,0 0 117 16</inkml:trace>
  <inkml:trace contextRef="#ctx0" brushRef="#br0" timeOffset="39915.37">26558 8967 2301 0,'-13'0'0'0,"6"0"0"0,-1 0 0 0,2 0 0 0,3 0 0 16,1 0 0-16,2 0 0 0,0 2 0 0,7 1 0 0,9 4 0 0,4-2 445 0,4 1-206 0,3 1-99 0,1 1-50 0,0-1 79 16,-1 2-64-16,-1-1-21 0,4 2-109 0,-3-3 33 15,-7-2 0-15,-1 5 34 16,-3-3-149-16,-4 2 84 0,-4 1 28 0,-3 0-124 16,-3 1 80-16,-2-2 41 0</inkml:trace>
  <inkml:trace contextRef="#ctx0" brushRef="#br0" timeOffset="39958.49">26703 9239 418 0,'-25'19'-1'0,"1"4"1"0</inkml:trace>
  <inkml:trace contextRef="#ctx0" brushRef="#br0" timeOffset="40361.25">26519 9602 2253 0,'0'0'0'0,"0"0"0"0,0 0 0 0,0-2 0 0,0-5 0 0,0-3 0 0,0-1 0 0,0 2 0 0,2-1 0 0,-2 0 0 0,3 0 86 0,-1-1 0 0,-2 4-45 16,0 0-75-16,0-1 33 0,-10 5 0 0,-2-1 67 15,-6 1-25-15,0 3 1 16,-4 0 9-16,-6 3 164 0,-1 7-88 0,-1 0-42 16,2 5-1-16,2-3 68 0,7-1-45 15,-1 1-39-15,12-3 137 0,-2 0-81 0,6 3-42 0,4-1-30 16,0-2-52-16,4 2 0 0,12-1 0 15,6 1 0-15,0-1 0 0,5-1 0 0,-3-2 0 0,6 4 0 16,-3-3 0-16,-5 2 0 0,-4 0 0 16,2-2 0-16,-7 2 0 0,-2-1 0 0,-5 0 0 0,-3 1 0 15,0-1 0-15,-3 1 0 0,0-3 0 16,-6 3 0-16,-9-3 0 0,2 1 0 16,-6-3 0-16,-2 1 0 0,-1-5 0 0,-5 4 0 15,6-4 0-15,-1-1 0 0,0 0 0 0,3 0 0 16,2 0 0-16,2 0 0 0,7 0 0 0,1 0 0 15,1-1 0-15,4-4 0 0,2-2-415 0,0-4-36 16,11-2 204-16,10-2-641 0,3-4 423 0</inkml:trace>
  <inkml:trace contextRef="#ctx0" brushRef="#br0" timeOffset="40785.71">27096 8958 2613 0,'-4'-8'0'0,"2"6"0"0,-1-2 0 0,-3 3 0 0,4 0 0 0,1-2 0 0,0 1 0 0,1 0 0 0,-3 2 0 0,3 0 0 0,-1 0 259 0,1 0-109 0,0 0-45 16,0 8 232-16,0-1-149 15,-2 4-73-15,2 3 49 0,0-1-164 0,0 4 0 0,0 2 0 0,0 3 0 16,-2 4 0-16,2 1 0 0,-2 3 0 0,2 4 0 16,-1 1 0-16,1 10 0 15,-2-4 0-15,2 4 0 0,0 2 0 0,0 2 0 16,0 0 0-16,2 2 0 0,-1 0 0 0,3-3 0 16,-1 0 0-16,0-5 0 0,-1 7 0 0,0-7 0 15,1-7 0-15,0 3 0 0,-3-3 0 0,0-2 0 16,0 0 0-16,0-4 0 0,0-4 0 0,0-6 0 15,0 2 0-15,0-11 0 0,0 0 0 0,-3-3 0 16,3-6 0-16,0-1 0 0,-3-1 0 0,1 0 0 16,0 0 0-16,-1 0 0 0,0-1 0 0,1-5 0 15,-1-4-270-15,1-1-84 16,2-4 160-16,0-3 76 0,0-5-637 0,0-4 357 16,0-1 179-16</inkml:trace>
  <inkml:trace contextRef="#ctx0" brushRef="#br0" timeOffset="41116.58">26849 9077 1561 0,'0'0'0'0,"0"0"0"0,0-1 0 0,0-1 0 0,0 0 0 0,0 2 0 0,0-1 0 0,0 1 0 0,0 0 0 0,0 0 0 0,0 0 78 0,0 0 199 16,0 0-109-16,0 0-68 0,0 0-30 0,0 0 177 15,0 0-104-15,0 5-51 0,0 4 202 0,-5 0-131 16,-8 5-62-16,0-1-30 0,-5 4 138 0,-2-2-84 15,-2 4-32-15,-3-3-10 0,2 3-44 0,1 0-22 16,0-2-17-16,-1 0-79 0,8-5 38 0,0 3 36 16</inkml:trace>
  <inkml:trace contextRef="#ctx0" brushRef="#br0" timeOffset="41161.68">26588 9328 404 0,'0'5'0'0,"0"1"0"16,2-1 0-16,12-3 0 0,5-2 32 0</inkml:trace>
  <inkml:trace contextRef="#ctx0" brushRef="#br0" timeOffset="42110.59">27464 9447 2816 0,'0'0'0'0,"0"0"0"0,0 0 0 0,0 0 0 0,0 0 0 0,0 0 0 0,2 0 0 0,-1 1 0 0,1 1 0 0,1 4 0 0,2-5 276 0,-3 2-117 0,3 0-58 15,-2-1 260-15,0-1-165 0,-1-1-174 0,2 2-22 16,-3-2 0-16,1 3 0 0,0-3 0 0,-1 0 0 15,2 0 0-15,-1 0 0 0,0 0 0 0,3 1-784 16,0 1 397-16,0 2 113 0</inkml:trace>
  <inkml:trace contextRef="#ctx0" brushRef="#br0" timeOffset="44357.92">28089 9528 1367 0,'0'1'0'0,"0"1"0"0,1 1 0 0,1 0 0 0,0-3 0 0,0 1 0 0,-1-1 0 0,5 0 0 0,-4 0 0 0,1 0 0 0,1 0 93 0,1-1 140 0,-2-7-95 16,2 0-38-16,-3 0-11 0,3-2 50 0,-1-3-49 15,-2 1 0-15,0 0-49 0,0 2 41 0,0-6-10 16,-2 1-31-16,0 2 27 0,0 0-27 0,0-2 1 16,0 3 10-16,0-2-48 15,-2-1 38-15,-2 4-1 0,-4-3-30 0,3 6 10 16,-3-7 21-16,1 7-1 0,-3 0-31 0,0 0 31 16,0 5-18-16,0-1 22 0,-3 2-8 0,-1 2-3 15,0 0-10-15,-2 0 36 0,-2 4-27 0,0 8 8 16,-1 2-4-16,0 4 51 0,2 1-47 0,0 6-4 15,0 2 74-15,1 2-24 0,6 1-11 0,0 2-34 16,3-1 42-16,2-1-84 0,5-2 0 0,0-6 0 16,0 2 0-16,5-2 0 0,4-4 0 15,5-1 0-15,0-2 0 0,3-4 0 16,0-1 0-16,4-3 0 0,0-3 0 0,2-4 0 16,2 0 0-16,-4 0 0 0,5-5 0 0,-3-7 0 15,1-3 0-15,-4-2 0 0,2-1 0 0,-7 0 0 16,7-4 0-16,-7 3 0 0,-4 2 0 0,1-2-13 15,-5 4-23-15,-3 3 6 0,0 3-21 0,-3 1 75 16,1 2-16-16,-2 2-38 0,0 2 158 16,0 2-128-16,-2 0 0 0,-4 4 0 15,-4 12 0-15,2 0 0 0,1 0 0 0,2 3 0 16,2 0 0-16,3 0 0 0,0 0 0 0,0-3 0 16,3 0 0-16,7-3 0 0,5-1 0 0,2-5 0 15,2 0 0-15,2-4 0 0,0-3 0 0,1 0 0 16,3 0 0-16,-2-1 0 0,0-11 0 0,0-1 0 15,-4-1 0-15,-2 1 0 0,-1-5 0 0,-2 0 0 16,-3-1 0-16,1-2 0 0,-5 0 0 0,-3-2 0 16,-2 1 0-16,0 2 0 15,-2-3 0-15,0 3 0 0,0 1 0 0,-2 1 0 16,-6 3 0-16,-4 5 0 0,-1 1 0 0,1 3 0 16,-4 1 0-16,-1 4 0 0,0-1 0 0,-1 2 0 15,3 0 0-15,-3 2 0 0,4 5 0 0,0 1 0 16,0 2 0-16,6 1 0 0,0-4 0 0,3 1 0 15,1 0 0-15,2 0 0 0,2 0 0 0,0-2 0 16,2-1 0-16,15-1 0 0,8-1-3 0,3-3-46 16,13 0 39-16,-2 0-34 0,1-8 13 15,5-3-35-15,-8 1 24 0,11-3 0 16,-3 1 6-16,-7 0 7 0,2 0-8 0,-7 3 3 16,-1-3 68-16,-5 3-26 0,-6 2 1 0,-2-1-28 15,-8 2 57-15,-2 3-24 0,-3 1-5 0,-4 0 202 16,0 1-107-16,-2-2-89 0,0 3-15 0,-5 0 0 15,-12 0 0-15,2 0 0 0,-7 10 0 0,2 1 0 16,3 0 0-16,-2 2 0 0,-1 1 0 0,5 1 0 16,0-1 0-16,5 1 0 15,3 0 0-15,3-1 0 0,4 1 0 0,0-3 0 16,0 2 0-16,2-4 0 0,5 5 0 0,3-7 0 16,5 1 0-16,-2 2 0 0,0-2 0 0,0-2 0 15,0 1 0-15,0-1 0 0,-3 1 0 0,0 1 0 16,-5-1 0-16,2-1 0 0,-4 3 0 0,0-1 0 15,-3 0 0-15,0 3 0 0,0-3 0 0,-4 3 0 16,-7-3 0-16,-2 0 0 0,-2-2 0 0,-2 1 0 16,0-3 0-16,-2 0 0 0,2-2 0 0,1 0 0 15,5-2 0-15,-3 2 0 16,5-3 0-16,2 0 0 0,5 0 0 0,-3 0 0 16,5 0 0-16,0 0 0 0,5 0 0 0,13 0 0 15,5-4 0-15,3-4 0 0,4-2 0 0,2 0 0 16,1-2 0-16,2-1 0 0,4-3 0 0,4 0 0 15,-10 1 0-15,13-6 0 0,-10 2 0 16,5-4 0-16,-5 1 0 0,-5 0 0 0,2-3 0 0,-3-1 0 16,-6-1 0-16,-4 3 0 15,-7 8 0-15,-1-4 0 0,-7 3 0 0,-3 8 0 16,0-2 0-16,-2 2 0 0,0 4 0 0,-2-2 0 16,-5 5 0-16,-2 1 0 0,-1 1 0 0,-3 0 0 15,1 3 0-15,3 11 0 0,-2 2 0 0,3 3 0 16,0 5 0-16,1 3 0 0,6 2 0 0,-1-4 0 15,2 7 0-15,0-3 0 0,0-4 0 0,0 2 0 16,3-8 0-16,7 2 0 0,0-2 0 0,0-3 0 16,5-1 0-16,0-4 0 15,0 0 0-15,4-3 0 0,2-4 0 0,0 0 0 16,6-4 0-16,-5 0 0 0,2 0 0 0,-3-4 0 16,2-4 0-16,-1-3 0 0,-2 0 0 0,0 0 0 15,-2-5 0-15,1 1 0 0,-2-3 0 0,0-3 0 16,-3-1 0-16,4-5 0 0,-6-1 0 0,1-2 0 15,-3-4 0-15,-3 2 0 16,-2-2 0-16,1 4 0 0,-6 1 0 0,0 6 0 16,0-3 0-16,0 3 0 0,-7 4 0 0,-5 0 0 15,-2 2 0-15,1 3 0 0,-4 1 0 0,-1 1 0 16,0 1 0-16,2 2-35 0,-5 3 48 0,2 0-38 16,1 2 11-16,-2 3 75 0,2-1-61 0,-3 2 0 15,-1 0 0-15,5 0 0 0,-4 2 0 0,-1 5 0 16,3 3 0-16,1 1 0 0,0 2 0 0,3 0 0 15,1 2 0-15,3 0 0 0,4 2 0 0,2-2 0 16,3 2 0-16,2 0 0 0,0 0 0 0,0-1 0 16,7 2 0-16,4-4 0 0,8 5 0 15,-3-6 0-15,2 1 0 0,1-4 0 16,6 2 0-16,-4-2 0 0,0-5 0 0,4 1 0 16,-5-5 0-16,3 1 0 0,-1-2 0 0,5 0 0 15,-7 0 0-15,3 0 0 0,0-2 0 16,-3-4 0-16,-3 1 0 0,-1 2 0 0,-5-2 0 0,-3 2 0 15,-3-1 0-15,1 3 0 0,-4-1 0 0,1 0 0 16,-3-1 0-16,0 2 0 0</inkml:trace>
  <inkml:trace contextRef="#ctx0" brushRef="#br0" timeOffset="44383.99">29691 9384 416 0,'-9'13'0'0</inkml:trace>
  <inkml:trace contextRef="#ctx0" brushRef="#br0" timeOffset="44543.43">29951 9754 2939 0,'-7'-8'0'0,"7"5"0"0,0 0 0 0,-5 0 0 0,0-1 0 0,0 1 0 0,2 1 0 0,-1 0 0 0,-2 0 0 0,3 2 0 0,-6 0-766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02:37.1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2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02:43.467"/>
    </inkml:context>
  </inkml:definitions>
  <inkml:trace contextRef="#ctx0" brushRef="#br0">24695 3809 1911 0,'-2'-3'0'0,"2"2"0"0,0 1 0 0,0-2 0 0,-1 2 0 0,1-3 0 0,0 3 0 0,0-1 0 0,0 1 0 0,0 0 0 0,0 0 117 0,0 0 84 0,0 0-79 0,0 0-39 16,0 0-1-16,0 0 17 0,0 0-57 0,0 0 0 0,1 0 1 16,5 0 44-16,1 0 0 0,-1 0-35 0,2 0 75 0,-1-3-43 15,0 3 0-15,2 0 72 0,2-1-58 0,-4 1-16 16,2-2-12-16,1 2 77 16,-1-2-53-16,0 0-73 0,5 1-21 0,-5-2 0 15,4 2 0-15,0-1 0 0,2 0 0 0,0 1 0 0,2-2 0 16,0 1 0-16,1 1 0 0,3-1 0 15,-1 0 0-15,0 0 0 0,1 1 0 0,0-1 0 16,-2 2 0-16,4 0 0 0,0 0 0 16,0 0 0-16,-1 0 0 0,4 0 0 0,-1 0 0 15,-1 0 0-15,1 0 0 0,0 0 0 0,-2 0 0 16,6 0 0-16,-1 0 0 0,-2 0 0 0,3 0 0 16,-1 0 0-16,-5 0 0 0,10 0 0 0,-5 0 0 15,0 0 0-15,0 2 0 0,0-2 0 0,-1 1 0 16,5-1 0-16,-4 0 0 0,0 0 0 15,2 0 0-15,-1 0 0 0,1 0 0 0,1 0 0 0,0 0 0 16,-1 0 0-16,3 0 0 16,1 0 0-16,0 0 0 0,-1-1 0 0,1-1 0 0,-3 0 0 15,4 2 0-15,-3-2 0 0,0 0 0 16,-1 0 0-16,4 0 0 0,-1 2 0 16,0-1 0-16,3-2 0 0,0 2 0 0,-1-2 0 0,2 3 0 15,0-1 0-15,-1-1 0 0,0 0 0 0,0 2 0 16,-1 0 0-16,1-2 0 0,-2 2 0 0,-3-1 0 15,-1-2 0-15,2 3 0 16,-1-1 0-16,0-2 0 0,-1 3 0 0,1-2 0 0,0 1 0 16,2-2 0-16,0 2 0 0,2-2 0 15,0 0 0-15,-1-1 0 0,3 1 0 16,-1-1 0-16,-1 0 0 0,-1 2 0 0,2-1 0 0,-6-2 0 16,1 4 0-16,-2-3 0 0,0 3 0 0,0-2 0 15,-1 3 0-15,0-3 0 0,1-1 0 0,0 2 0 16,3 0 0-16,-3 1 0 0,4-2 0 15,-1 2 0-15,1-1 0 0,4-1 0 0,-3 0 0 16,3 1 0-16,-3 0 0 0,0 0 0 16,-10-2 0-16,12 3 0 0,-9-2 0 0,2 2 0 15,-2-1 0-15,2 2 0 0,0 0 0 0,2 0 0 16,-2 0 0-16,0 0 0 0,-2 0 0 0,1 0 0 16,-2 0 0-16,3 0 0 0,-4-1 0 0,1 1 0 15,-6 0 0-15,1 0 0 0,-4 0 0 0,2 0 0 16,-3 0 0-16,0 0 0 0,-4 0 0 0,2 0 0 15,-7 0 0-15,4 0 0 0,-4 0 0 16,0 0 0-16,-3 0 0 0,1 0 0 16,-3 0 0-16,1 0 0 0,-3 0 0 0,3 0 0 0,-3-3 0 15,-1 3 0-15,1 0 0 0,-1 0 0 0,0 0 0 16,0 0 0-16,0 0 0 16,0 0 0-16,0 0 0 0,0 0 0 0,0-1 0 15,0 1 0-15,0-3 0 0,-7 2 0 0,-21-1 0 0,-22 2-185 16,-28 0-100-16</inkml:trace>
  <inkml:trace contextRef="#ctx0" brushRef="#br0" timeOffset="1315.5">23442 1273 2808 0,'0'-8'-2'0,"0"1"-1"0,0 0 1 0,0 2 0 0,0 0 1 0,0 1 0 0,0 3 1 0,0-1 0 0,0 2 0 0,0 0 0 0,0 0 97 0,0 2 42 0,-2 14-47 15,-1 6-1-15,-1 4 162 0,-1 5-111 0,-1 3-48 16,-2 9-1-16,6-7 40 0,2 2-133 0,0-1 0 15,2-1 0-15,12-4 0 0,2 0 0 16,9-6 0-16,2-1 0 0,8-4 0 0,4-3 0 16,-7-7 0-16,8-1 0 0,-5-5 0 0,1-3 0 15,-4-2 0-15,-2 0 0 0,-2 0 0 0,0-6 0 16,-3-10 0-16,0-3 0 0,0-7 0 16,1-7 0-16,-4 0 0 0,2-5 0 0,-6-2 0 0,0 3 0 15,-2-14 0-15,-2 1 0 0,-5-5 0 0,-4-1 0 16,-3-8 0-16,-2 13 0 0,-2-3 0 15,-14 5 0-15,-7 9 0 0,-2 13 0 16,-10 0 0-16,3 12 0 0,-14 6 0 0,5 5 0 16,-3 4 0-16,-2 0 0 0,0 13 0 0,-2 6 0 0,2 4 0 15,4 7 0-15,6-1 0 0,10 0 0 16,4 5 0-16,7 1 0 0,5 1 0 0,7 1 0 16,3-2 0-16,0-1 0 0,2-5 0 0,12 2 0 15,5-5 0-15,3-2 0 16,6-3 0-16,2-5 0 0,2-2 0 0,4-3 0 0,0-5 0 15,2-2 0-15,-3-3 0 0,3-1 0 0,0 0 0 16,-1-1 0-16,1-8 0 0,3-3 0 0,-1 0 0 16,-8 2-132-16,3-2-453 0,1 1 260 15,-5-1 147-15,2 0-816 0</inkml:trace>
  <inkml:trace contextRef="#ctx0" brushRef="#br0" timeOffset="1459.61">24267 1245 2881 0,'-2'0'0'0,"0"0"0"0,0 0 0 0,1 0 0 0,1-3 0 0,0 1 0 0,5-1 0 0,11 2-2 0,9-1 0 16,0 2 1-16,-1 0 401 0,5 0-179 0,1 0-78 0,0 3-55 0,0 2-447 15,0 4 201-15,-2 0 100 0,-1 1 50 0,-4-2-779 16,0 5 410-16,-2-1 209 0</inkml:trace>
  <inkml:trace contextRef="#ctx0" brushRef="#br0" timeOffset="1623.77">24378 1497 2965 0,'-17'7'0'0,"6"-3"0"0,3 0 0 0,2-2 0 0,4-2 0 0,2 0 0 0,0 0 0 0,4 0 0 0,10 0 0 0,4 0-2 0,5 0 178 0,3 0-73 0,-1 0-54 16,1 0-7-16,0 0 0 0,0 0 0 0,-3 3-558 0,0-1 273 15,-2 4 143-15,2-1-718 0,-2-1 417 16,0 1 207-16</inkml:trace>
  <inkml:trace contextRef="#ctx0" brushRef="#br0" timeOffset="2490.55">25597 1001 1724 0,'1'-2'0'0,"1"0"0"0,0 2 0 0,-2 0 0 0,2 0 0 0,-2-2 0 0,2 2 0 0,-1 0 0 0,4 0 0 0,1 0 0 0,4 0 71 0,6 0 404 0,-2 0-218 0,6 0-97 16,8 0-65-16,0 0 180 15,2 0-117-15,4 0-59 0,-2 0-117 0,2 0 39 16,-1 0-10-16,-1 0 30 0,2 0-437 0,-2 0 218 16,-2 0 110-16,-4 0-623 0,4-3 299 0,-3 1 190 15,-9-3 11-15,3 0-157 0,-7-1 153 0</inkml:trace>
  <inkml:trace contextRef="#ctx0" brushRef="#br0" timeOffset="2685.36">26036 860 1800 0,'-17'-2'0'0,"8"1"0"0,1-2 0 0,3 1 0 0,1 1 0 0,4-1 0 0,0 2 0 0,9 0 0 16,12 0 0-16,4 0 0 0,1 0 295 0,2 2-117 0,0 5-73 0,2-2-32 15,-4 3 73-15,-6-1-52 0,2 2-27 0,-4 0-83 0,-3 1 23 16,-3-4 0-16,-7 4 34 15,0 1-245-15,-2-2 122 0,-3 2 72 0,-4 3 21 0,-13 2-135 16,-4-4 28-16,-1 1 59 0,-4-2-38 0,3 3-328 16,-7-1 138-16,4-1 112 0,1 3-245 15,-1-3 178-15</inkml:trace>
  <inkml:trace contextRef="#ctx0" brushRef="#br0" timeOffset="4091.13">26074 1430 1940 0,'0'-7'0'0,"0"3"0"0,0-3 0 0,0-1 0 0,0-1 0 0,0 0 0 15,2 0 0-15,2-5 0 0,-1 2 0 0,1-2 0 0,-3 1 82 0,1 1 144 0,-2-3-98 0,0 3-43 0,0 0 0 16,-5-1 75-16,-9 4-59 0,0-1-19 0,-7 5 34 16,-4 1-37-16,-2 4 0 0,-1 0-37 0,-2 0 123 0,1 9-51 15,0 5-42-15,4 2 157 0,-2 5-93 16,1 2-126-16,8 0-10 0,1 1 0 0,3 3 0 15,3 2 0-15,5-3 0 0,4 0 0 0,2-1 0 16,0-3 0-16,0 0 0 0,12-2 0 0,3-3 0 16,6-1 0-16,-1-8 0 15,8-1 0-15,0-7 0 0,-1 0-259 0,3 0-12 0,0-9 65 16,0-6 73-16,-4-2-146 0,1-4 119 0,-5 2 59 16,-3-1 46-16,-7 5 14 15,2-2-11-15,-7 3 11 0,-4 6 344 0,0-2-172 0,-1 5-86 0,-2-1-43 16,0 5 247-16,0-1-103 15,-6 2-88-15,-5 0 548 0,1 2-548 0,2 8-58 16,2 3 0-16,0 3 0 0,3 0 0 0,3 2 0 16,0 0 0-16,0 0 0 0,1 2 0 0,7-3 0 15,3-1 0-15,4-1 0 0,2-3-78 0,0-1 31 16,2-1-931-16,-2-5 474 0,7-1 231 16,2-4-248-16</inkml:trace>
  <inkml:trace contextRef="#ctx0" brushRef="#br0" timeOffset="4261.72">26485 1525 3130 0,'1'0'0'0,"2"5"0"0,-3-2 0 0,0-1 0 0,0 4 0 0,0 2 0 0,0 2 0 0,-4 1 0 0,0 2 0 0,-1 2 0 0,-3 0 260 0,0 2-115 16,-1-1 251-16,0 2-396 0,-1-2 0 0,1-2 0 0,0-1 0 15,1-2-13-15,2-3-36 0,1-3-770 0,3-1 429 16,0-4 216-16,0 0 118 0,2 0-430 0,0-5 109 15</inkml:trace>
  <inkml:trace contextRef="#ctx0" brushRef="#br0" timeOffset="4429.95">26569 1183 3085 0,'0'-6'0'0,"3"5"0"0,8-4 0 0,4 3 0 0,5-3 0 0,5 1 0 0,5 1 0 0,3 1 0 0,2 0 0 0,4 2 0 0,-1 0 229 15,-2 0 26-15,4 0-107 0,-3 0-43 16,4 0-38-16,-4 2-640 0,0 3 307 0,-2-1 153 16,0 2-368-16,1-2 271 0,-4-1 120 15</inkml:trace>
  <inkml:trace contextRef="#ctx0" brushRef="#br0" timeOffset="4911.24">27096 1037 2308 0,'-12'-10'0'0,"7"5"0"16,3 1 0-16,2-4 0 0,0 5 0 0,7-3 0 0,13 2 0 0,9 2 0 0,-1 2 0 0,2 0 0 0,0 0 419 0,1 0-189 0,-1 8-85 0,0 2-57 15,-6 1-12-15,-6-2-1 0,0 4-34 0,-6 0-281 0,-1 1 151 16,-8 1 59-16,-3 2 36 0,-3 2-225 0,-17 1 130 16,-6 0 65-16,-4 1 42 0,-9 0-505 15,1-5 140-15,-5-1 155 0,5-1-100 0,6-5 125 0,6-2 53 16,0 3 42-16,3-5 72 0,6 1-1 15,7 0-40-15,3 0 292 0,1 0-156 16,5 0-63-16,1 2-36 0,0 3 373 0,0 2-160 16,0 2-109-16,1 0 8 0,3 3 130 0,2 2-63 15,-3-1-68-15,2-1 110 0,-1 2-88 0,-3-4-34 16,-1 0-11-16,0-3 37 0,0-2-41 16,0-2 0-16,-3-2 11 0,-4-1-40 0,1-4-10 0,3 0-1 15,-2-2 38-15,1 0 0 16,2 0-27-16,-1 0-38 0,3 0-13 0,0-4 0 0,0-2 0 15,0 0 0-15,3 4 0 0,10-1 0 0,3-2 0 16,-2 3 0-16,2 2 0 0,-3 0 0 0,5 0 0 16,-3 2 0-16,-1 7 0 15,-3 1 0-15,-2 1 0 0,-3 0 0 0,-2-1 0 16,-3 3 0-16,-1 0 0 0,0-2 0 0,0 1 0 0,-11-3 0 16,-4 1 0-16,0-3 0 0,-4-2 0 0,1-1 0 15,1-4 0-15,-1 0 0 16,0 0 0-16,1 0 0 0,3-2 0 0,2-7 0 15,3-5-81-15,2 1-216 0,7-5 106 0,0-8-643 0,12-7 398 16,16-4 197-16,13-13 99 0</inkml:trace>
  <inkml:trace contextRef="#ctx0" brushRef="#br0" timeOffset="5095.64">27675 1059 3174 0,'21'6'0'0,"2"7"0"0,-7 1 0 0,0 2 0 0,-2 6 0 0,2 1 0 0,0 5 0 0,-4 4 0 0,1 1 0 0,-3 3 0 0,-2 8 97 0,-1-8 512 0,-7 3-558 16,3 0-51-16,-3-1 0 0,0-4 0 0,-13-2 0 16,-4 0 0-16,-5-6 0 0,-2 0 0 0,-5-3 0 15,-1-4 0-15,-10-1 0 0,3-6 0 16,-10-2-97-16,-2-4 65 0,-3-2-936 0,-11-4 462 16,1 0 231-16,4-2-275 0</inkml:trace>
  <inkml:trace contextRef="#ctx0" brushRef="#br0" timeOffset="5725.68">26179 783 1889 0,'-8'-2'0'0,"3"0"0"0,-1-1 0 0,2-2 0 0,0 2 0 0,3 0 0 0,-1-2 0 0,2 0 0 0,0-3 0 0,0 0 0 0,7-2 193 0,10-5-82 0,6 1-35 0,4-2 0 16,11-5 0-16,-3 2-36 0,2 2 10 0,6-4-58 16,-3 3 1-16,-10 3 47 15,4-3 0-15,-5 3-13 0,-7 3 23 0,-2 1-9 16,1 2-1-16,-10 3 36 0,-2 0 0 0,-2 2-26 16,-2 2 88-16,-5 0-50 0,3 1 1 0,-1 1-49 15,0 0 58-15,0 0-19 0,3 0-10 0,6 1 39 16,3 10-34-16,5 3 0 0,3 1-34 0,4 3 58 15,8 7-98-15,-2-1 0 0,2 0 0 16,2 1 0-16,0 1 0 0,-6-5 0 0,1 3 0 0,0 0 0 16,-5-4 0-16,0-2 0 15,-4 1 0-15,-4-3 0 0,-3-2 0 0,1 1 0 16,-1-2 0-16,-3-1 0 0,-3-4-2 0,-4 2-908 0,1-2 440 16,0 2 214-16,-4-3 109 0</inkml:trace>
  <inkml:trace contextRef="#ctx1" brushRef="#br0">3332 15441 0,'0'0'16,"0"0"-16,0 0 15</inkml:trace>
  <inkml:trace contextRef="#ctx1" brushRef="#br0" timeOffset="5698.88">31979 11824 0,'-15'0'16,"15"0"-1,-70 0-15,56-42 16,0-58-16</inkml:trace>
  <inkml:trace contextRef="#ctx0" brushRef="#br0" timeOffset="12521.34">25391 1049 2427 0,'0'-9'0'0,"0"0"0"0,0 2 0 0,0-1 0 0,0-1 0 0,0 1 0 0,0 1 0 0,0 3 0 0,0 1 0 0,0 1 0 0,0-1 139 0,-3 3-37 16,-5 0 168-16,-1 3-113 0,-6 13-57 0,-3 7 190 16,-5 9-124-16,4 2-50 0,-7 12-42 0,5 3 16 15,0 2-90-15,9 0 0 0,2 1 0 0,6-8 0 16,4 10 0-16,0-7 0 0,6-3 0 0,11-1 0 16,5-7 0-16,1-1 0 0,9-2 0 0,-2-3 0 15,-4-7 0-15,4-3 0 0,-4-1 0 0,-5-7 0 16,2-2 0-16,-6-2 0 0,1-2-30 15,-6-5-139-15,1 1-46 0</inkml:trace>
  <inkml:trace contextRef="#ctx0" brushRef="#br0" timeOffset="21101.87">16593 7940 2058 0,'-2'-4'0'0,"0"3"0"0,1-2 0 0,-1 2 0 0,2-1 0 0,-3 2 0 0,3-2 0 0,0 2 0 0,0 0 0 0,0 0 0 0,0 0 117 0,0 0-14 0,0 0-39 16,0 0-13-16,-2 0 49 0,2 0-50 0,0 0 14 15,0 0 57-15,0 0-35 0,0 2 1 0,0 1-37 16,0 0 90-16,0-2-32 0,0 1-13 0,0 0 30 15,0 1-37-15,0 0 0 0,2-2-37 0,3 2 128 16,-2 0-73-16,3-2-106 0,-3 2 0 0,3-2 0 16,-1 1 0-16,3 2 0 0,-2-2 0 0,1 0 0 15,4 2 0-15,-3-2 0 0,3-1 0 0,-2 1 0 16,5 0 0-16,-3 0 0 16,3-2 0-16,-2 2 0 0,-1-2 0 0,1 2 0 15,-1-2 0-15,-2 1 0 0,5 2 0 0,-3-3 0 16,3 1 0-16,-5 2 0 0,5-1 0 0,0-1 0 15,0 1 0-15,2-2 0 0,0 3 0 0,2-2 0 16,3 1 0-16,-3-2 0 0,4 0 0 0,3 2 0 16,-2-2 0-16,0 0 0 0,5 0 0 0,-1 0 0 15,1 0 0-15,0 0 0 0,-1 0 0 0,-1 0 0 16,3 0 0-16,-2 0 0 0,-1 0 0 0,1 0 0 16,-3 0 0-16,5 0 0 15,-3 0 0-15,-1 0 0 0,4-2 0 0,1 0 0 16,2-2 0-16,-2 1 0 0,2-2 0 0,0 1 0 15,-2 1 0-15,0-1 0 0,-6 0 0 0,10 1 0 16,-6-1 0-16,1 2 0 0,-1-2 0 0,0 2 0 16,-3 0 0-16,3 1 0 0,-3-2 0 15,-4 2 0-15,8-1 0 0,-10 2 0 0,3-1 0 0,0 1 0 16,-1 0 0-16,2-3 0 16,-3 3 0-16,3 0 0 0,0-1 0 0,-1-2 0 15,-1 3 0-15,1-1 0 0,1 1 0 0,-1-2 0 16,-1 2 0-16,0-2 0 0,-1 2 0 0,-1 0 0 15,2 0 0-15,-4 0 0 0,2 0 0 0,-1 0 0 16,1 0 0-16,0 0 0 0,-2 0 0 0,2 0 0 16,-1 0 0-16,1 0 0 0,0 0 0 0,1 0 0 15,-1 2 0-15,2-2 0 0,-1 0 0 0,1 0 0 16,2 0 0-16,-1 0 0 0,5 0 0 0,-7 0 0 16,3 0 0-16,-1 0 0 15,1 0 0-15,-2 0 0 0,-3 0 0 0,-1 0 0 16,0 0 0-16,-2 0 0 0,0 2 0 0,-1-2 0 15,-4 0 0-15,4 1 0 0,-5-1 0 0,0 3 0 16,-1-3 0-16,2 1 0 0,-3-1 0 0,-2 3 0 16,3-3 0-16,-2 1 0 0,1-1 0 0,-1 2 0 15,1-1 0-15,0-1 0 0,0 3 0 0,-2-3 0 16,3 1 0-16,-1-1 0 0,1 2 0 16,-1 0 0-16,1-2 0 0,-1 0 0 15,1 2 0-15,1-2 0 0,-3 2 0 0,1 0 0 16,1-2 0-16,1 2 0 0,-1-2 0 0,-1 0 0 15,3 2 0-15,-1 0 0 0,2-2 0 0,-1 1 0 16,3-1 0-16,1 2 0 0,0-2 0 0,2 0 0 16,2 0 0-16,1 0 0 0,1 0 0 0,1 0 0 15,5 0 0-15,-6 0 0 0,1 0 0 0,0 0 0 16,2 0 0-16,-3 0 0 16,1 0 0-16,0 0 0 0,-1 0 0 0,1 0 0 15,0 0 0-15,-1 0 0 0,3 0 0 0,0 0 0 16,3 0 0-16,-6 0 0 0,7 0 0 0,-3 0 0 15,1 0 0-15,-2 0 0 0,2 0 0 0,2 0 0 16,-3 0 0-16,3 0 0 0,1 0 0 0,-4 0 0 16,8 0 0-16,-3 0 0 0,-2 0 0 0,-1 0 0 15,3 2 0-15,-5-2 0 0,6 2 0 0,-3 0 0 16,-1-2 0-16,1 2 0 16,-2-2 0-16,0 1 0 0,5-1 0 0,-2 3 0 15,0-3 0-15,1 0 0 0,-1 0 0 0,-4 1 0 16,6-1 0-16,-6 3 0 0,3-3 0 0,-3 0 0 15,3 2 0-15,-6-1 0 0,2 1 0 0,0-2 0 16,2 3 0-16,-3-2 0 0,0-1 0 0,1 2 0 16,0-2 0-16,0 2 0 0,-2-2 0 0,0 0 0 15,2 0 0-15,-1 1 0 0,1-1 0 0,0 0 0 16,3 0 0-16,-1 0 0 0,-2 0 0 16,0 0 0-16,5 0 0 0,-3 0 0 15,3 0 0-15,1 0 0 0,1 0 0 0,2 2 0 16,-1-2 0-16,1 0 0 0,0 0 0 0,2 2 0 15,-2-2 0-15,-6 2 0 0,6-2 0 0,-5 2 0 16,-6-2 0-16,4 2 0 0,-4 0 0 0,2-2 0 16,-5 2 0-16,-1-1 0 0,0-1 0 0,0 2 0 15,-1-2 0-15,0 2 0 0,-1-2 0 0,2 0 0 16,-3 0 0-16,0 0 0 16,1 0 0-16,0 0 0 0,-2 0 0 0,-4 0 0 15,3 0 0-15,-3 0 0 0,-4 0 0 0,2 0 0 16,-3 0 0-16,-3 0 0 0,1 0 0 0,-2 0 0 15,0 0 0-15,0 0 0 0,0 0 0 0,0 0 0 16,0 0 0-16,0 0 0 0,0 0 0 0,0 0 0 16,0 0 0-16,0 0 0 0,0 0 0 0,0 0 0 15,0 0 0-15,0 0 0 0,0 0 0 0,0 0 0 16,0 0 0-16,0 0 0 16,0 0 0-16,0 0 0 0,0 0 0 0,0 0-167 15</inkml:trace>
  <inkml:trace contextRef="#ctx0" brushRef="#br0" timeOffset="30262.76">12198 5879 1964 0,'-2'0'0'0,"0"0"0"0,2 0 0 0,-2 0 0 0,2 0 0 0,0 0 0 0,0 0 0 15,0 0 0-15,0 0 0 0,0 0 0 0,0 3 56 0,0-1 0 0,0-1 69 0,0 3-69 0,0 0 0 16,0 0 62-16,0-3-1 0,0 1-47 0,0-2-14 16,0 3 49-16,0-3-1 0,0 1-48 0,0 0 27 15,0-1-13-15,2 0-14 0,-2 0 0 0,0 3 38 16,0-3 1-16,0 0-39 0,2 2 14 0,0 0-32 15,-1-2 18-15,3 1 0 0,0 2 54 0,-1 1 1 16,6-3-70-16,-4 3-41 16,2-1 0-16,2 1 0 0,0 2 0 0,0-2 0 15,0 2 0-15,1-4 0 0,-1 5 0 0,-2-4 0 16,1 2 0-16,3 0 0 0,-3-2 0 0,-3 2 0 16,2-2 0-16,0 0 0 0,-3-1 0 0,1 1 0 15,-1-1 0-15,-1 0 0 0,3-2 0 0,0 2 0 16,0-2 0-16,-1 1 0 0,2-1 0 0,2 0 0 15,2 0 0-15,-2 0 0 0,0 0 0 0,4 0 0 16,-2 0 0-16,3 0 0 16,-1 0 0-16,-1 0 0 0,0 0 0 0,1 0 0 15,3 0 0-15,-4 0 0 0,2 0 0 0,1 0 0 16,0 0 0-16,2 0 0 0,2 0 0 0,-1 0 0 16,3 0 0-16,0 0 0 0,-3 0 0 0,3 3 0 15,0-3 0-15,-1 0 0 0,1 1 0 0,-2-1 0 16,-1 0 0-16,2 0 0 0,-2 2 0 15,3-2 0-15,-2 2 0 0,-1-2 0 16,3 1 0-16,2-1 0 0,-1 0 0 0,6 0 0 16,-2 0 0-16,3 0 0 0,-1 0 0 0,2 0 0 15,0 0 0-15,2 0 0 0,-2-1 0 0,2-1 0 16,-2 0 0-16,0 1 0 0,-4-2 0 0,8 2 0 16,-6-1 0-16,2-2 0 0,2 1 0 0,-2 2 0 15,4 0 0-15,2-2 0 0,-1 1 0 0,9 1 0 16,-5-2 0-16,-1 3 0 0,9-2 0 0,-2 0 0 15,0 2 0-15,0 0 0 0,-2 0 0 0,-5 0 0 16,7 0 0-16,-10 0 0 16,11 0 0-16,-7 0 0 0,2 2 0 0,-3 3 0 15,9-2 0-15,-4 1 0 0,2 0 0 0,0 0 0 16,0-2 0-16,-4-1 0 0,7 3 0 0,-4-2 0 16,-2 0 0-16,1-1 0 0,2-1 0 0,-5 3 0 15,10-2 0-15,-3-1 0 0,3 2 0 0,0 1 0 16,1-2 0-16,3 1 0 0,0 1 0 0,1 0 0 15,0 0 0-15,-1 1 0 0,0 0 0 0,2 1 0 16,1-1 0-16,1 0 0 16,-1 1 0-16,8 2 0 0,-4-4 0 0,-7 1 0 15,5 0 0-15,-2-1 0 0,1 1 0 0,8 2 0 16,-6-4 0-16,-2 2 0 0,13-1 0 0,-8 1 0 16,3-3 0-16,-2 5 0 0,-4 0 0 0,-5-2 0 15,12-1 0-15,-5 3 0 0,2-2 0 0,3 0 0 16,1 0 0-16,7-4 0 0,0 1 0 0,4 2 0 15,-1-3 0-15,2 0 0 0,12 0 0 0,-16 0 0 16,23 0 0-16,-4 0 0 0,-3 0 0 0,0-3 0 16,2 2 0-16,-10-2 0 15,20 0 0-15,-7-3 0 0,-1 4 0 0,-4-2 0 16,-2 3 0-16,-8-1 0 0,15-1 0 0,-7 2 0 16,2-1 0-16,0-2 0 0,-1 1 0 0,-11 3 0 15,21-4 0-15,-9 2 0 0,5-2 0 0,-2-1 0 16,1 1 0-16,-14 0 0 0,24 0 0 15,-12 1 0-15,-1-1 0 0,3 0 0 0,-9 2 0 16,14-2 0-16,-9 2 0 0,2 0 0 16,-4 0 0-16,4 1 0 0,-9 1 0 0,14-2 0 15,-9 0 0-15,2 0 0 0,-2 0 0 0,4-1 0 16,-7-1 0-16,18 0 0 0,-12-2 0 0,1-1 0 16,5 1 0-16,-3-1 0 0,-4 2 0 0,20-5 0 15,-12 2 0-15,1 0 0 0,0 1 0 0,-3-2 0 16,-10 2 0-16,15 0 0 0,-15 2 0 0,-14 1 0 15,3 1 0-15,-1-1 0 0,-15 2 0 0,12 0 0 16,-9 0 0-16,-2 1 0 16,-9 1 0-16,2 0 0 0,-11 0 0 0,7 0 0 15,-8 0 0-15,-7 0 0 0,2 0 0 0,-6 0 0 16,-5 0 0-16,1-2 0 0,-1 2 0 16,-6-2 0-16,2-1 0 0,-5 2 0 0,-1-1 0 0,-4 0 0 15,-3-1 0-15,-1 2 0 0,-2 0 0 16,-3-2 0-16,0 0 0 0,-1 1 0 0,0 0 0 0,-1 1 0 15</inkml:trace>
  <inkml:trace contextRef="#ctx0" brushRef="#br0" timeOffset="30285.83">23583 5884 559 0</inkml:trace>
  <inkml:trace contextRef="#ctx0" brushRef="#br0" timeOffset="43280.71">13385 7788 721 0,'0'0'0'0,"0"0"0"15,-2 0 0-15,2 0 0 0,-1 0 0 0,-2-2 0 0,1 0 0 0,0 2 0 0,-2-1 0 0,1-2 0 0,-1 1 80 0,1 1 1 0,-3 1-37 0,0-2 70 0,0 2-33 16,-1-1 11-16,0-2 114 16,-1 3-80-16,0 0-39 0,1 0 0 0,0 0 257 15,-1 0-137-15,2 0-86 0,0 0-37 0,3 0 290 16,1 0-164-16,0 0-70 0,2 0 227 0,-2 0-160 15,2 0-80-15,0 0-96 0,0 0-31 0,0 0 0 16,0 0 0-16,0 0 0 0,0 0 0 0,0 0 0 16,2 0 0-16,2 0 0 15,-1 0 0-15,5 0 0 0,-2 3 0 0,0-2 0 0,3 2 0 0,-2-1 0 16,3 1 0-16,-1-2 0 16,2 1 0-16,1 0 0 0,1 0 0 0,-4-2 0 15,6 0 0-15,-4 0 0 0,3 0 0 0,-1 0 0 16,-3 0 0-16,6 0 0 0,-3 0 0 0,0 0 0 15,0 0 0-15,3 0 0 0,-4 0 0 0,2-2 0 16,1 0 0-16,0 0 0 0,-2 1 0 0,1-2 0 16,4 1 0-16,-1 1 0 0,1-1 0 0,3 2 0 15,0 0 0-15,-1 0 0 0,1 0 0 16,2 0 0-16,-1 0 0 0,-1 0 0 0,2 0 0 0,0 0 0 16,-3 0 0-16,1 0 0 15,0 3 0-15,-5-1 0 0,1 1 0 0,0-2 0 16,-2 1 0-16,-2 0 0 0,1-2 0 0,-2 2 0 15,-1-2 0-15,1 0 0 0,-1 0 0 0,-2 0 0 16,1 0 0-16,-1 0 0 0,2 0 0 0,1 0 0 16,-6 0 0-16,3 0 0 0,-2 0 0 15,1-2 0-15,-2 0 0 0,-1 2 0 0,1-2 0 0,-3 2 0 16,1 0 0-16,-1 0 0 16,-2-1 0-16,1 1 0 0,-2 0 0 0,0 0 0 15,0 0 0-15,0 0 0 0,0 0 0 0,0 0 0 16,0 0 0-16,0-3 0 0,0 1 0 0,0 1 0 15,0-1 0-15,0 2 0 0,0-1 0 0,0 1 0 16,0 0 0-16</inkml:trace>
  <inkml:trace contextRef="#ctx0" brushRef="#br0" timeOffset="119759.69">16618 14133 2063 0,'0'0'0'0,"0"0"0"0,0 0 0 0,0 0 0 0,-2 0 0 0,2 0 0 0,0 3 0 0,0 8 0 0,0 2 0 0,0 4 0 0,0 4 42 15,2 5 175-15,1 2-77 0,3 2-54 0,-1 2 0 16,1 5 90-16,-1 5-67 0,2-1-33 0,-2-4 121 15,-1 14-83-15,-1-4-36 0,1 2 1 16,-2 2 33-16,1-2-35 0,-1 3 10 0,0-2 1 0,1 0 0 16,-1-4-72-16,-1-2-16 0,1-7 0 15,0 2 0-15,0-7 0 0,0 1 0 16,0-7 0-16,-1-4 0 0,1 1 0 0,0-5-173 0,0 0 57 16,-2-7 68-16,0-1 0 0,0-5-119 15,0-1 45-15,0-4 4 0,0 0-321 0,-2 0 198 16,-2-9 99-16,1-18 50 0,-1-9-432 0,4-7 230 15</inkml:trace>
  <inkml:trace contextRef="#ctx0" brushRef="#br0" timeOffset="120007.5">16491 14291 2318 0,'-7'-13'0'0,"1"5"0"0,4 1 0 0,1 1 0 0,1-3 0 0,0 4 0 0,1-4 0 0,19 2 0 0,3-1 0 0,7 2 0 0,2 0 262 0,3 2-111 0,0 2-43 15,1-1-31-15,-1 3-1 0,-3 0-33 0,-3 0-1 16,-8 5 10-16,0 3 1 0,-5 2-11 16,-3 3 1-16,-5 1-22 0,-4 7 21 0,-4-3 11 0,0 7 69 15,-9-1-41-15,-5 1 1 0,-4 0-40 16,2-5 83-16,0-1-31 0,0-1-92 16,-1-3-150-16,4-2 55 0,-1-2 67 0,5-1 35 15,2-5-306-15,0 5 142 0,-2-2 88 0,6 3-790 16,-1 4 407-16,2 0 204 0,2 4 91 0</inkml:trace>
  <inkml:trace contextRef="#ctx0" brushRef="#br0" timeOffset="120326.07">16848 14757 2589 0,'-3'0'0'0,"1"3"0"0,0 2 0 0,2 0 0 0,0 2 0 0,0 2 0 0,2 5 0 0,7 1 0 0,5 8 0 0,-2 0 0 0,1 2 96 0,1 0 70 0,-3 3-61 16,-1-4-21-16,-1 6-51 0,-4-3 9 0,-3-4 0 16,0 0 1-16,-2-2 17 15,0-1-8-15,0-8-9 0,0-2 118 0,-4-2-58 0,1-3-31 16,-1-3 0-16,-1-2 96 0,1 0-168 16,-1-5 0-16,3-9 0 0,2-7 0 0,0-5 0 15,2 0 0-15,8-5 0 0,1 2 0 16,0-3 0-16,3 2 0 0,0 0 0 0,0 1 0 0,-2 5 0 15,0 3 0-15,-1 3 0 16,0 0 0-16,-1 5 0 0,-3 4 0 0,2 1 0 0,2 2 0 0,-4 3 0 16,2 2-311-16,0-1-58 0,1 2 136 15,1 0-554-15,0 6 372 0,1 5 186 16,-1-1 94-16,4 4-222 0</inkml:trace>
  <inkml:trace contextRef="#ctx0" brushRef="#br0" timeOffset="120596.4">17271 14820 2531 0,'0'0'0'0,"-2"3"0"15,0-1 0-15,-2 2 0 0,1-1 0 0,2 4 0 0,-1 1 0 0,2 3 0 0,0 2 0 0,0 2 0 0,0 6 305 0,0 4-131 0,0-1-66 16,0 4 555-16,2 0-513 0,-1 3-150 0,2-1 0 16,-1 1 0-16,2-1 0 0,-1-1 0 0,1 1 0 15,0-3 0-15,1 3 0 0,-1-1 0 0,-2-3 0 16,-1 3 0-16,4 0 0 0,-3 0 0 0,-2-1 0 15,0-1 0-15,0 2 0 0,0-3 0 0,-2-3 0 16,-8 3 0-16,3-8 0 0,-4 3 0 0,-1-2 0 16,-1 1 0-16,-2-4 0 0,0-1 0 0,-4-2 0 15,3-3 0-15,-4-3-4 0,2-3-199 16,-3-4 71-16,-2 0-250 0,5-13 170 16,-1-13 84-16,2-14 44 0,0-15-683 0</inkml:trace>
  <inkml:trace contextRef="#ctx0" brushRef="#br0" timeOffset="120747.39">17135 14553 2771 0,'0'-8'0'0,"0"6"0"0,0 0 0 0,0 2 0 0,0 0 0 0,0 0 0 0,0 0 0 0,0 0 0 0,2 0 0 0,4 0 0 0,3 10 113 0,-2 1-24 15,5 2-480-15,-3 2 218 0,0-1 107 0,3 5 54 16,-1 1-761-16</inkml:trace>
  <inkml:trace contextRef="#ctx0" brushRef="#br0" timeOffset="121273.12">18135 14248 3242 0,'-10'-4'0'0,"8"0"0"0,0 3 0 0,2-1 0 0,0 2 0 0,0-3 0 0,0 2 0 0,4-3 0 0,9 1 0 16,8-4 0-16,3 1 498 15,6 0-307-15,2 0-191 0,4 2 0 0,0 1 0 0,3-2 0 0,4 4 0 0,-7 1 0 16,2 0 0-16,1 0 0 0,-2 0 0 0,-3 1 0 16,-2 5 0-16,-4-3 0 0,2 3 0 0,-3-1 0 15,-7-1 0-15,1-3 0 0,-6-1-288 16,-2 0-132-16,-1 0 198 0,-5 0 66 0,-3-1-473 0,-3-5 293 15,-1-6 147-15,0 3 63 0,0-3-194 16</inkml:trace>
  <inkml:trace contextRef="#ctx0" brushRef="#br0" timeOffset="121482.43">18597 13974 2661 0,'-6'-2'0'0,"0"2"0"0,2 0 0 0,4 0 0 0,0 0 0 0,0 0 0 0,10-2 0 0,5 2 0 0,9 0 0 15,1 0 0-15,3 0 171 0,4 0-64 0,0 4 265 0,2 2-155 0,-2 3-92 0,-2 0-42 16,-4 2 85-16,-6-1-141 0,1 3-27 0,-4 0 0 16,-6 0 0-16,-3 5 0 15,-7-4 0-15,-1 4 0 0,0 6 0 0,-12-5 0 16,-8 3 0-16,-2 2-137 0,-6 0-1 0,-3 3 83 16,-4 3-646-16,-3 0 322 0,-8 10 162 0,0-2 88 15</inkml:trace>
  <inkml:trace contextRef="#ctx0" brushRef="#br0" timeOffset="121914.08">18643 14715 2563 0,'8'0'0'0,"0"0"0"0,-3-3 0 0,-1-2 0 0,-3-8 0 0,3 5 0 0,0-5 0 0,4-2 0 0,-3 0 0 0,3-2 0 0,-1-2 140 0,-1 2-50 16,-2-2 107-16,0 1-83 0,-3 1-36 0,-1-1 0 0,0 0-72 0,-1-1 0 15,-7 2 47-15,-3-2-50 0,-4 5 40 0,1-2-1 16,-4 5 0-16,-1 1 70 0,-2 7-25 0,-3 1-10 16,0 2-35-16,-3 4 68 0,1 14-62 0,-1 5-48 15,1 3 0-15,4 4 0 16,3 2 0-16,4-1 0 0,3 2 0 0,3-3 0 16,8-3 0-16,-1 4 0 0,2-5 0 0,0-6 0 0,0 2 0 15,7-5 0-15,2-4 0 0,3-4 0 16,1-4 0-16,2-2-95 0,0-3-57 0,2 0 36 15,1-6-15-15,2-11 23 0,-6 5 34 16,3-5-13-16,-2-1 104 0,-3 3-30 16,-1 0-11-16,-2 8 232 0,-1-2-124 0,-2 1-55 15,-3 6-34-15,1-2 472 0,-2 4-467 0,-1 0 0 0,1 2 0 0,0 11 0 16,0 7 0-16,0 4 0 16,2-3 0-16,2 10 0 0,1-5 0 0,4 1 0 15,3-3 0-15,0-1 0 0,4-7 0 0,4 2 0 16,2-7 0-16,-5-6 0 0,4-1 0 0,-3-4 0 15,1 0-438-15,-4 0 150 0,0-8-499 0,-5-3 372 16,-3 2 186-16,-4-1 94 0,-3 0-518 0</inkml:trace>
  <inkml:trace contextRef="#ctx0" brushRef="#br0" timeOffset="122177.95">17605 14900 3444 0,'-12'-6'0'0,"9"3"0"0,-1 2 0 0,4-1 0 0,0 2 0 0,0 0 0 0,0-2 0 0,5 2 0 0,11-5 0 0,7 1 0 0,2-2 195 15,2 3-77-15,4-1 56 0,1 1-174 0,2-2 0 16,2 1 0-16,-2 3 0 0,2-2 0 0,-4 2 0 15,0-1-130-15,-8 0-77 0,0 2 125 0,-3-2 61 16,-4 2-706-16,-6 0 375 0,-4 0 33 0,1 0-423 16,-7 0 350-16,-1-2 174 0</inkml:trace>
  <inkml:trace contextRef="#ctx0" brushRef="#br0" timeOffset="122390.53">17937 14714 2386 0,'-8'-7'0'0,"1"0"0"16,2 4 0-16,1 0 0 0,4 2 0 0,0-1 0 0,0 0 0 16,7 0 0-16,6 2 0 0,4 0 0 0,2 0 144 0,0 0-51 0,4 4 10 0,-3 2 243 0,2 1-153 0,1-2-75 0,-2 4-37 15,-3-2 62-15,0-1-39 0,-6 2-11 0,-3-2-174 16,0 4 61-16,-6 0 32 0,-1 0-1 0,-2 1-256 16,0 1 138-16,-11 0 74 0,-4 1-427 0,-2-2 199 15,0 0 127-15,-2 2-9 0,1-1-199 0,-3 0 150 16,2 2 75-16,-3-1 37 0,3-1-458 0,0-1 237 15</inkml:trace>
  <inkml:trace contextRef="#ctx0" brushRef="#br0" timeOffset="122731.43">17862 14995 2013 0,'-7'5'0'0,"1"-3"0"0,2 3 0 0,0 0 0 0,0 1 0 0,3 3 0 0,-1 1 0 0,0 3 0 0,2 3 0 0,-2 9 0 15,2 2 115-15,-2 3 503 0,0 5-287 0,-1 1-145 0,1 3-61 0,-4 4 189 0,4-7-135 0,-2 2-129 16,0-5-50-16,3-4 0 15,-3-8 0-15,2-1 0 0,-1-9 0 0,-1 1 0 0,0-6 0 0,0-5 0 16,-2-1 0-16,3 0 0 16,1-11 0-16,2-8 0 0,0-3 0 0,0-3 0 0,2 5 0 0,8-7 0 15,4 3 0-15,3 3 0 16,2 2 0-16,2 4 0 0,-1 4 0 0,6 1 0 16,-1 5 0-16,-4 3 0 0,1 2 0 0,0 0 0 15,-2 2 0-15,-4 9 0 0,-1 4 0 0,-2 0 0 16,-6 4 0-16,0 0 0 0,-5 2 0 0,-2 1 0 15,0-1 0-15,0 0 0 0,-10-5 0 16,-1 1 0-16,-2-4 0 0,-4-3 0 0,2-1 0 16,-2-5 0-16,-2-3 0 0,2-1 0 15,0 0 0-15,1 0 0 0,-2-1 0 0,4-9 0 16,2-1 0-16,3-4 0 0,1-2 0 0,7-2-40 16,1 1-216-16,0-3 106 0,1-1-628 0,14 1 367 15,6 0 175-15</inkml:trace>
  <inkml:trace contextRef="#ctx0" brushRef="#br0" timeOffset="123639.7">19625 14400 2279 0,'-7'-2'0'0,"4"2"0"0,-1 0 0 0,0-2 0 0,1 2 0 0,-2 0 0 0,3 0 0 0,0 0 0 0,2-2 0 15,0 2 0-15,0 0 237 0,0 0-97 0,0 0-49 0,2 0 97 16,6 0-62-16,2 2-47 0,2 2 95 0,2 0-65 16,0 0-34-16,2-1 0 0,-1 0 13 0,0-2-10 15,0 3-36-15,0-2 0 0,-2 0 38 0,-2-2-52 16,1 2-28-16,-3-1 0 0,0-1 0 0,1 3 0 16,-1-1 0-16,-2-1 0 0,2-1-29 0,-2 2 20 15,2 0-496-15,-2-1 232 0,3 2 134 0,-1-2 31 16,0 3-683-16,5-1 379 0,-3 6 185 0,5-6 92 15</inkml:trace>
  <inkml:trace contextRef="#ctx0" brushRef="#br0" timeOffset="123973.34">19655 14790 2565 0,'-5'-1'0'0,"3"-2"0"16,2 3 0-16,-2 0 0 0,2 0 0 0,0-3 0 0,0 1 0 0,9 0 0 0,9 0 0 0,6-1 0 0,-4-1 176 0,11-3 281 0,-3 1-207 15,0 3-104-15,2-1-52 0,-2-1-105 0,-1 4 37 16,5 1-10-16,-6 0 27 0,-4 0-546 0,1 0 273 16,-2 1 136-16,-1 5-794 0,-3 2 380 0</inkml:trace>
  <inkml:trace contextRef="#ctx0" brushRef="#br0" timeOffset="126665.64">20806 13930 2839 0,'0'0'0'0,"0"0"0"0,0 0 0 0,0 3 0 0,0 8 0 0,0 10 0 0,0 5 0 0,3 12 0 0,-1-3 0 0,2 16 0 0,-1 2 159 15,-1 9-58-15,2-1-30 0,-2-8 176 0,1 14-108 16,-1-14-48-16,0 5 0 0,1-3-23 0,-1-1-25 16,-1-1 10-16,-1-4-108 0,0-3 49 0,0 0 0 15,0-10 48-15,0-1-77 0,0-5 49 0,0-4-11 16,0-1-180-16,0-9 69 0,-1-4 64 0,-1-5-24 15,2-1-262-15,-3-6 123 0,3 0 88 16,0-2-388-16,0-22 233 0,3-12 116 16,6-5 47-16</inkml:trace>
  <inkml:trace contextRef="#ctx0" brushRef="#br0" timeOffset="127077.18">20937 14182 3424 0,'-14'-11'-2'16,"3"3"0"-16,2 5 1 0,1-1 0 0,2 1 1 0,3 2 0 0,3 0 0 0,0 1 0 0,2 0 0 0,20 0 0 0,5 0 147 0,3 0-52 0,5 0-27 16,3 0 135-16,7 2-203 0,0 5 0 0,2-5 0 15,0-2 0-15,0 0 0 0,-6 0 0 0,9 0 0 16,-15 0 0-16,1 0 0 0,-6 0-323 0,-7 0 72 16,-4 0 149-16,-5 0-52 0,-3 0-520 0,-4 0 317 15,-3 0 157-15,-1 0 78 0,-3 0-155 0,0-9 122 16,0-3 57-16,-5-1-232 15,-4-4 144-15,-2-6 72 0,1 5 25 0,-3-7-80 0,4 6 63 0,-3 0 32 16,3 1 131-16,0 3-50 16,4 4-10-16,-2-1-39 0,4 5 449 0,1 2-225 15,0 2-112-15,2 1-55 0,0 2 636 0,0 0-314 16,0 0-121-16,6 5 35 0,2 4-104 0,3 2-53 16,-2 0-16-16,3 5 308 0,-3-2-172 0,2 2-86 15,-1 2 179-15,-3-1-122 0,0 0-91 0,-3 3-94 16,-2-1 0-16,0 2 0 0,-2-1 0 0,0 1 0 15,-4 1 0-15,-7 0 0 0,-3-1 0 0,3-3-51 16,-3 0 1-16,-2-1 57 16,-1 0-598-16,1-1 294 0,-2 4 77 0,2-1 97 15,0 1-533-15,5 1 297 0,-4 5 164 0,4-1 77 16,-2 1-420-16</inkml:trace>
  <inkml:trace contextRef="#ctx0" brushRef="#br0" timeOffset="127529.72">21321 14661 2037 0,'4'8'0'0,"1"-3"0"0,-4-1 0 0,1-4 0 0,0 0 0 0,0 0 0 0,0 0 0 0,0 0 0 0,-2 0 0 0,1-4 0 0,3-5 414 16,1-4-191-16,-1 0-91 0,1-3-45 0,-2 1 53 15,-1 0-49-15,0 0 11 0,0 0-60 0,-2 0 58 16,0 3-29-16,0-2 1 0,-7 3 6 0,-2 0 11 16,-2-1-47-16,0 3 0 0,-4 3 127 0,0 1-169 15,0 3 0-15,0 2 0 0,-4 0 0 0,-2 2 0 16,3 12 0-16,-1 5 0 0,1 6 0 0,0 1 0 15,6 4 0-15,0 1 0 0,4 2 0 0,7 1 0 16,1-2 0-16,0-5 0 16,1 4 0-16,7-5 0 0,4-7 0 0,0 0 0 15,4-5 0-15,0-1 0 0,0-4 0 0,0-6 0 16,1-3 0-16,0 0 0 0,-2-2 0 0,2-8 0 16,0-12 0-16,-4-2 0 0,0-5 0 0,-2 0 0 15,0-1 0-15,-1 0 0 0,-2-1 0 0,-5 11 0 16,-1-3 0-16,0 7 0 0,0 4 0 0,-2 3 0 15,0 4 0-15,0 2 0 0,0 2 0 0,0 1 0 16,-2 0 0-16,0 5 0 0,0 10 0 16,2 4 0-16,0 4 0 0,0-3 0 15,0 3 0-15,4-1 0 0,5 1 0 0,1-2 0 16,3-4 0-16,1-3 0 0,-2-3 0 0,1-1 0 16,3-5 0-16,-6-2 0 0,4-3 0 0,1 0-102 15,-2-3-85-15,0-9 77 0,4-7-208 0,-2-4 137 16,1-3 70-16,2-5 35 0,1-4-430 0,4-8 237 15,-3 0 114-15,3-3 56 0,1-2-555 0,1-2 306 16</inkml:trace>
  <inkml:trace contextRef="#ctx0" brushRef="#br0" timeOffset="127949.18">21870 13925 2497 0,'2'-21'-2'0,"0"4"0"0,-2 0 2 0,0 2 0 0,0 6 0 16,0 3 0-16,0 0 0 0,0 2 0 0,0 3 0 0,0-1 0 0,-2 2 147 0,2 0-53 0,-2 0 113 0,2 0-73 15,-2 7-51-15,0 5 153 0,2-1-97 0,-1 5-49 16,-1 1 0-16,0 1 128 0,2 0-218 16,-2 2 0-16,0 0 0 0,2 3 0 0,-1 3 0 15,1-4 0-15,-2 7 0 0,2 0 0 0,-2-1 0 16,2 5 0-16,-3 0 0 0,3 4 0 0,-2-2 0 16,2 1 0-16,0 0 0 0,-2-1 0 0,2-2 0 15,0 2 0-15,0-3 0 0,0 0 0 0,0-2 0 16,0 0 0-16,0-2 0 0,0-2 0 0,0 6 0 15,2-2 0-15,0-2 0 0,3 2 0 0,-3 2 0 16,1-2 0-16,-1-1 0 16,2 1 0-16,-3-3 0 0,3 4 0 0,-2-7 0 15,0 4 0-15,-1-6 0 0,1-1 0 0,0 0 0 16,1-4 0-16,-1-2 0 0,-2-2 0 0,2-4 0 16,-1 1 0-16,-1-2 0 0,2-1 0 0,0-3 0 15,0 0 0-15,-2-1 0 0,2-1 0 16,-1 0 0-16,-1-2 0 0,0 2 0 0,2-2 0 0,-2 0 0 15,0 0 0-15,0 0 0 0,0 0 0 16,0 0 0-16,0 0 0 0,0 0 0 16,0-2 0-16,0-2 0 0,0-2 0 0,0-3 0 15,0-2-66-15,0 0-166 0,0-3 96 0,0 0-853 16,0-2 473-16</inkml:trace>
  <inkml:trace contextRef="#ctx0" brushRef="#br0" timeOffset="129310.72">22525 14448 2226 0,'-2'-8'0'0,"1"-1"0"0,-5-3 0 0,3 3 0 0,-1-3 0 0,0 3 0 0,1-1 0 0,-4 1 0 0,2 2 0 0,-3 1 0 0,1-1 168 0,-3 2-63 0,1 2-21 0,0 1 217 16,-3 1-130-16,1-2-64 16,-3 3 22-16,0 0-43 0,-2 0 10 0,-2 4-54 15,2 6 160-15,-5 5-80 0,0-1-40 0,1 3-72 16,2 2-10-16,-2 7 0 0,3 3 0 0,0 1 0 16,2 0 0-16,5 0 0 0,1 3 0 0,4 1 0 15,1 2 0-15,4-1 0 0,0 0 0 0,0-3 0 16,2-7 0-16,5 8 0 0,2-9 0 0,3-5 0 15,1-3 0-15,2-1 0 16,2-3 0-16,0-5 0 0,1-5 0 0,3-2 0 16,2 0 0-16,-5-9 0 0,7-12 0 0,-4-3 0 15,-2-4 0-15,-3-3 0 0,0-2 0 0,-3 0 0 16,-4 2 0-16,1 3 0 0,-7 6 0 0,1 1 0 16,-2 2 0-16,0 8 0 0,-2 1 0 0,0 5 0 15,0 3 0-15,0 0 0 0,0 0 0 0,0 2 0 16,0 0 0-16,0 11 0 0,0 10 0 0,0 1 0 15,0 3 0-15,1-3 0 16,9 9 0-16,0-5 0 0,2-4 0 0,1 1 0 16,1-8 0-16,5 1 0 0,-3-4 0 0,4-5 0 15,-4-1 0-15,3-6 0 0,-3 0 0 0,2 0 0 16,-2-7 0-16,0-8 0 0,-4-3 0 0,0-1 0 16,1-4 0-16,-8-1 0 0,6-1 0 0,-8-2 0 15,-1 1 0-15,0-2 0 0,-2 3 0 0,0 3 0 16,0 1 0-16,-6 1 0 0,-6 5 0 0,2 1 0 15,-3 5 0-15,-1 2 0 0,0 3 0 0,-4 4 0 16,4 0 0-16,-4 0 0 16,4 5 0-16,-2 7 0 0,4 1 0 0,0 2 0 15,3 0 0-15,3-2 0 0,2 1 0 0,3-2 0 16,1 1 0-16,0-2 0 0,0-1 0 0,7-2 0 16,7-2 0-16,4-3 0 0,5-3 0 0,3 0 0 15,1-2 0-15,12-13 0 0,-4-1 0 0,-1-2 0 16,9-4 0-16,-5 1 0 0,1-1 0 0,-1 1 0 15,-1 0 0-15,-7 4 0 0,0-2 0 0,-4 7 0 16,-8 1 0-16,-4-2 0 16,-5 8 0-16,0 0 0 0,-6 0 0 0,-1 4 0 15,-2-1 0-15,0 0 0 0,0 2 0 0,-5 0 0 16,-7 0 0-16,1 0 0 0,0 0 0 0,-3 8 0 16,3-1 0-16,-1 5 0 0,2-3 0 0,0 2 0 15,5 3 0-15,0-3 0 0,4 0 0 0,1 4 0 16,0-2 0-16,0 2 0 0,3-1 0 0,9-2 0 15,-1 2 0-15,6-1 0 16,-2-2 0-16,4-2 0 0,-1 3 0 0,0-3 0 16,-1 1 0-16,-1-3 0 0,0 3 0 0,-3-1 0 15,-4-2 0-15,-1 0 0 0,-3 1 0 0,-1 0 0 16,-2-3 0-16,-2 1 0 0,0 1 0 0,0 1 0 16,-14-2 0-16,0 0 0 0,-4 3 0 0,0-4 0 15,-3 0 0-15,1 1 0 0,-1 0 0 0,0-2 0 16,3 0 0-16,1 2 0 0,2-5 0 15,5 3 0-15,1-2 0 0,2 0 0 16,3-2 0-16,1 1 0 0,3-1 0 0,0 0-9 16,0 0-127-16,12 0-842 0,1 0 468 0,4-1 234 15,1-7-567-15</inkml:trace>
  <inkml:trace contextRef="#ctx0" brushRef="#br0" timeOffset="129579.75">23814 14188 2981 0,'0'-11'-2'0,"0"7"1"0,-6 0-1 16,-1 0 2-16,-2 2-1 0,-2 1 0 0,1 1 0 0,-2 0 1 0,-1 0-1 0,1 11 0 0,-4 4 483 0,4 4-212 0,-4 7-120 0,3 0-92 0,0 6-58 0,0 2 0 15,4 4 0-15,0-3 0 0,6 4 0 0,1-3 0 16,2 0 0-16,0 0 0 0,0 0 0 0,5-1 0 15,7 1 0-15,1-1 0 16,3-2 0-16,0 7 0 0,3-4 0 0,-4-3 0 16,7 6 0-16,-1-3 0 0,-2-6 0 0,3-1 0 15,1 0 0-15,0-5 0 0,1-2-520 0,2-5-23 16,2-4 251-16,2 1-345 0</inkml:trace>
  <inkml:trace contextRef="#ctx0" brushRef="#br0" timeOffset="130126.64">24132 14248 2332 0,'-10'0'0'0,"4"0"0"0,3 0 0 0,1-2 0 0,0 2 0 0,2 0 0 0,0 0 0 0,7-2 0 0,13 1 0 0,3-2 0 0,7 2 479 0,2-5-210 0,4 0-120 16,2 0 253-16,-1 3-182 0,1-2-140 0,0 1-80 15,-2-1 0-15,-3 2 0 0,-1 0 0 0,-2 2 0 16,-7 1 0-16,1 0 0 0,-3 0 0 0,-2 0 0 16,-6 0-104-16,-3 0 12 15,1 0 66-15,-4 0-747 0,-2 0 302 0,-3 0 220 0,2 0 106 0,-2-3-487 16,-1-8 296-16</inkml:trace>
  <inkml:trace contextRef="#ctx0" brushRef="#br0" timeOffset="130321.53">24571 14012 2003 0,'0'3'0'0,"0"-2"0"0,0 4 0 16,1-4 0-16,9 3 0 0,6 0 0 0,4 0 0 0,3 5 0 0,-2-1 0 0,7 1 0 0,-5 2 157 0,4 0-58 0,-1 3-30 0,-3-3 36 15,-4 0-23-15,-2 4-10 0,-5-1 40 0,-2-1-37 16,-6 1 1-16,-2 1-36 0,-2 0-121 0,0 2 56 16,-4 1 32-16,-11-2 1 0,-2 2-300 0,2-4 176 15,-7 4 43-15,3 0-623 0,-2-1 299 0,3 2 181 16</inkml:trace>
  <inkml:trace contextRef="#ctx0" brushRef="#br0" timeOffset="130807.85">24502 14634 2098 0,'0'5'0'0,"0"-4"0"0,0 2 0 0,0-3 0 0,0 0 0 0,0 0 0 0,0 0 0 0,4 0 0 0,-1-3 0 0,1-4 0 0,1-3 217 0,1 1-88 16,-3-1-45-16,4-1 56 0,-5 1-40 0,1-4-10 0,-1 3-50 16,-1-2-37-16,2 0 37 0,-3-3 0 0,0 3-34 15,0 0 34-15,0 0 0 0,-6 2 9 0,-1 0-9 16,-1 1 0-16,-1 5 10 0,-2-3 19 15,-1 7 0-15,-3-1-29 0,0 2-25 16,-3 0 90-16,0 7-22 0,-4 8-10 0,0 4-70 16,-1 5 37-16,2 2 0 0,-1 5 0 0,3 1 68 15,2 3-108-15,2 1 0 0,6-1 0 0,1-4 0 16,6 3 0-16,2-2 0 0,0-4 0 0,0-3 0 16,4-3 0-16,6-2 0 0,2-4 0 0,3-2 0 15,0-4 0-15,3-1 0 0,-2-7 0 0,3-2 0 16,-1 0 0-16,2-2 0 0,1-13 0 15,-3-3 0-15,-1-3 0 0,0-3 0 16,-2-2 0-16,-4 4 0 0,4-7 0 0,-7 9 0 16,-1-2 0-16,-2 3 0 0,0 2 0 0,-3 4 0 15,0 2 0-15,-2 3 0 0,0 4 0 0,0 1 0 16,0 0 0-16,0 3 0 0,0 0 0 0,0 0 0 16,0 4 0-16,0 11 0 0,0 2 0 0,0 1 0 15,0 4 0-15,2 2 0 0,5 0 0 0,4-1 0 16,-1-5 0-16,1 3 0 0,1-1 0 15,1-5 0-15,1-3 0 0,-2-3 0 16,-3-1 0-16,0-2 0 0,1-4 0 0,-3 0 0 16,1-2-535-16,-1 0 83 0,0 0 195 0,0 0 114 15,2-2-703-15</inkml:trace>
  <inkml:trace contextRef="#ctx0" brushRef="#br0" timeOffset="131193.87">25032 14745 2671 0,'0'-1'-1'0,"0"-1"0"0,0 2 0 0,0 0 0 16,0 0 1-16,0 0 0 0,1 0 0 0,3 0 0 0,0 2 0 0,-1 8 0 0,0-1 208 0,0 0-84 0,-2 2 115 0,-1 2-104 0,0 2-48 15,0 0 1-15,-4 0 1 0,-2 2-48 16,-5-2 10-16,-2 0-11 0,3-2-135 0,-1-1 67 0,1-1 35 16,-1-3-458-16,1-4 245 0,3-1 117 0,-1-1 2 15,1-2-328-15,2 0 135 0,2 0 123 0</inkml:trace>
  <inkml:trace contextRef="#ctx0" brushRef="#br0" timeOffset="131418.91">25272 14293 3770 0,'-5'-11'-20'0,"4"7"2"0,1 1 5 0,0-2 6 0,0 0 1 0,0 1 2 0,8-2 1 0,6-1 0 16,9 3 1-16,6-1 1 0,8-1 237 0,2 0-234 0,-2 3-2 0,11-2 0 0,-7 4 0 15,-5-1 0-15,3 2 0 0,-3 0 0 16,-4 0 0-16,-4 0 0 0,-5 0 0 15,-1 0 0-15,-3 3 0 0,-6-1-519 0,-3 3 167 16,-3-4 64-16,-3 1 133 0,-3-1-594 0,-1 2 355 16,0-2 177-16</inkml:trace>
  <inkml:trace contextRef="#ctx0" brushRef="#br0" timeOffset="132031.21">25713 13986 2567 0,'0'-6'0'0,"0"5"0"0,0-1 0 0,0 2 0 0,2 0 0 0,3 0 0 0,5 0 0 0,0 0 0 0,2 2 0 0,2 5 0 0,1 2 480 0,2 0-225 0,-3 2-108 0,2-1-54 15,-1 1 48-15,-2 0-52 0,-2 0-14 0,-2 2-11 16,-1 2-291-16,-6-1 133 0,0 4 67 0,-2 5-459 16,-4 1 273-16,-12 2 121 0,-2 4 65 0,-6 4-324 15,0 2 69-15,-3 0 127 0,3-2-306 0,-8 5 216 16,2-5 103-16,6-6 51 15,-1 2-175-15,2-4 113 0,8-5 47 0,-1 0 38 16,0-3 65-16,5-1 0 0,0 1-37 0,1-2 312 16,1-1-166-16,2 0-68 0,-1 2-38 0,-1 0 561 15,3-1-285-15,-3 4-141 0,1-4 269 0,-1 4-187 16,-1-2-88-16,3 3-46 0,-5-2 292 0,3-1-168 16,0 2-74-16,1-4 124 0,2-2-109 0,-1 2-54 15,5-7-27-15,-1 1-62 0,1-2 40 0,2-5-45 16,-2-1 0-16,2 0-22 0,0-2-11 0,0 0 36 15,0 0-97-15,0-2 62 16,2-5 36-16,3-4-6 0,1-1-22 0,1-1-19 16,3-2 30-16,1 0 6 0,0-3 5 0,1 2-30 15,1-1 24-15,0 2 146 0,0 1-68 0,0 0-25 16,2 2 0-16,-2 6-38 0,3-3-7 0,-7 6 0 16,8 0 0-16,-4 3 0 0,2 0 0 0,-2 0 0 15,-1 11 0-15,4 2 0 0,-5 1 0 0,3 3 0 16,-1 8 0-16,-3-5 0 0,-1-1 0 0,0 2 0 15,-4-3 0-15,-2 1 0 16,2 1 0-16,-5-4 0 0,0 1 0 0,0-2 0 16,0 1 0-16,-8-1 0 0,-1-3 0 0,-2 1 0 15,-1-1 0-15,0-3 0 0,-2-2 0 0,-2-1 0 16,3 1 0-16,-4-6 0 0,5 0 0 0,-3-1 0 16,0 0 0-16,0 0 0 15,2 0 0-15,-2-5 0 0,2-5 0 0,1-3 0 0,1 1 0 0,0-2 0 16,3 0 0-16,3-1 0 0,2-3-491 15,3 1 130-15,0 0 166 0,0-1 77 16,8-5-333-16,7 2 206 0</inkml:trace>
  <inkml:trace contextRef="#ctx0" brushRef="#br0" timeOffset="132597.28">25655 14432 1824 0,'0'0'0'0,"0"0"-1"0,0 0 1 0,0 0-1 0,0-1 1 0,-2-1 0 0,0-1 0 0,2 2 0 0,-3 1-1 0,3-2 1 0,-2 0 222 0,2 0-91 0,-2 2 159 0,2-3-124 15,0 3-53-15,0 0-42 0,-2-1 21 0,2 1-26 16,0 0 0-16,0 0-26 15,0 0-3-15,0 0 3 0,-2 0 1 0,2 0-1 16,-3 0 20-16,3 0-20 0,-2 0 11 0,1 0 100 16,1 0-55-16,-2 0-27 0,0 1-1 0,0 4 81 15,2-1-138-15,-1 0-11 0,-1-1 0 0,2 1 0 16,-2 1 0-16,2 1 0 16,-2-1 0-16,-1 1 0 0,2 2 0 0,0-1 0 0,1-1 0 0,-4 2 0 15,2 5 0-15,-1-2 0 0,0 4 0 0,1 4 0 16,-2-1 0-16,3 2 0 15,-3 4 0-15,-1 2 0 0,4-1 0 0,0 1 0 16,-3-2 0-16,2-1 0 0,-2 1 0 0,2-2 0 16,-2-1 0-16,-1-3 0 0,1 2 0 0,-1-5-124 15,1-2-69-15,-4 0-377 0,2 0 265 0,1-6 132 16,-1 1 67-16,1-4-381 0,1-2 213 0,2 0 122 16,0-2 56-16,2 0 27 0</inkml:trace>
  <inkml:trace contextRef="#ctx0" brushRef="#br0" timeOffset="132985.12">26062 14319 2691 0,'0'0'-1'0,"0"0"0"0,0 0 1 0,0 0 0 0,0 0-1 0,1 0 1 0,5 0 0 0,3 0 0 0,1 0 0 15,4 0 0-15,2 4 122 0,2 2 403 0,2 4-232 0,3 1-133 0,-2 0-17 0,-3 5-143 0,-1 3 0 16,0 6 0-16,-4 1 0 15,-2 6 0-15,-1 2 0 0,-6 1 0 0,-2 10 0 16,0-4 0-16,-2-1 0 0,0 9 0 0,-4-2 0 16,-8-2 0-16,0 1 0 0,-2-6 0 0,1-5 0 15,-8 6 0-15,4-11 0 0,-3-1 0 16,-5-4 0-16,3 0 0 0,-4-9 0 0,-1 1 0 0,-3-3 0 16,-2-3 0-16,-3-1 0 0,-1-4 0 15,-2 2 0-15,-5 1-998 0</inkml:trace>
  <inkml:trace contextRef="#ctx0" brushRef="#br0" timeOffset="133884.66">24618 13904 1304 0,'-6'0'0'0,"3"0"0"0,-1 0 0 0,0 0 0 0,3 0 0 0,-3 0 0 0,2 0 0 0,2 0 0 0,-2 0 0 0,2-2 0 0,-3 0 89 0,3 0 1 16,0-1 103-16,0 1-81 0,0-1-36 16,0-1 175-16,0 0-105 0,0-2-53 0,0 0-16 0,3 1 90 15,5-5-64-15,1 1-31 0,1 0 180 0,6-3-107 16,0-3-41-16,7 0-38 0,0-1 95 0,2-4-61 16,3 2-30-16,0-3 1 0,2 2 36 0,-2-2-38 15,0 1-56-15,-2 0-13 16,-1 2 0-16,-5 3 0 0,3-1 0 0,-6 2 0 15,2 2 0-15,-4-2 0 0,0 4 0 0,-2-1 0 16,-3 4 0-16,3-1 0 0,-2 1 0 0,-2 0 0 16,3 1 0-16,-3 2 0 0,0 0 0 0,1-1 0 15,-1 3 0-15,-2-2 0 0,2 3 0 0,0-2 0 16,-3 3 0-16,2 0 0 0,-1 0 0 0,2 0 0 16,-3 0 0-16,2 6 0 0,2 3 0 0,1 0 0 15,0 3 0-15,3 1 0 0,2 4 0 16,0 0 0-16,4 4 0 0,1 1 0 15,2 5 0-15,0-1 0 0,2 2 0 0,-1 1 0 16,1 2 0-16,0-5 0 0,-5 4 0 0,1-1 0 16,-1-1 0-16,-5-7 0 0,3 4 0 0,-6-8 0 15,0 1 0-15,-4-3 0 0,1-6 0 0,-4 0 0 16,-1-3 0-16,-3-2 0 0,2-4 0 0,-3 1 0 16,2-1 0-16,-2 0 0 0,0 0 0 0,0 0 0 15,0-1 0-15,-2-1 0 0,-2-2 0 16,-2 2 0-16,1 0 0 0,-2 2 0 15,-1 0-674-15</inkml:trace>
  <inkml:trace contextRef="#ctx0" brushRef="#br0" timeOffset="135666.26">14198 14162 3180 0,'-2'0'0'0,"2"0"0"0,-2 0 0 0,2 0 0 0,0 0 0 0,0 0 0 0,2 0 0 0,5 0 0 0,7 0 0 0,-1 0 0 0,6 0 167 15,-1 0 189-15,1 0-158 0,4 0-168 0,3 0-30 16,0 0 0-16,-1 0 0 0,7 0 0 0,-4 0 0 16,2-2 0-16,0 0 0 15,-2-3 0-15,-5 3 0 0,-1-2 0 0,-1 0 0 16,-2 0 0-16,-4 2 0 0,-6-2 0 0,-1 3 0 15,-3-1-20-15,-1 0-714 0,-2 0 348 0,-2-2 174 16,0 0-454-16,0-3 304 0,0-3 167 0,0-1 78 16</inkml:trace>
  <inkml:trace contextRef="#ctx0" brushRef="#br0" timeOffset="136261.57">14559 13797 2085 0,'0'0'0'0,"0"0"0"0,0 0 0 0,0 0 0 0,0 0 0 0,0 0 0 0,2 1 0 0,9 4 0 0,6 1 0 0,1 1 0 0,7 1 463 16,-2-3-204-16,5 5-115 0,-2-4-52 0,0 1 146 16,-2 0-99-16,-3 2-51 0,-1-1-44 0,-2 3-5 15,-5 0-1-15,-2 2 0 0,-7 2-219 0,-2 5 109 16,-2 0 65-16,-4 9 18 0,-10-2-101 0,-9 9 65 16,-2-4 31-16,-1 4-12 15,3-9-394-15,-5 3 131 0,2 0 122 0,2-4-242 16,-1-4 175-16,2-3 88 0,5-4-144 0,-1-2 121 15,4-3 55-15,2-3 28 0,3-1 15 0,5-3 13 16,-3 2-10-16,4-4 10 0,2 1 264 0,1-2-132 16,1 3-66-16,0 2 160 0,0 2-123 0,0 1-46 15,0 1 33-15,1 3 474 0,5 3-208 0,0 3-139 16,0 0 265-16,-1 7-208 0,1 0-99 0,-1 1-49 16,-1 0 239-16,0 0-327 0,0-3 0 0,0 0 0 15,-3 5 0-15,3-4 0 16,-2-5 0-16,0 1 0 0,-2-2 0 0,0-1 0 15,0-6 0-15,0-2 0 0,0-1 0 0,0-5 0 16,0 1 0-16,-6-4 0 0,3 0 0 0,-3 0 0 16,2 0 0-16,0-7 0 0,2-3 0 0,2-3 0 15,0 0 0-15,0-1 0 0,0-1 0 0,2 2 0 16,10 0 0-16,-3 0 0 0,5 0 0 0,-2 5 0 16,6 2 0-16,-4 1 0 0,4 3 0 0,0 2 0 15,-1 0 0-15,1 0 0 16,3 4 0-16,-3 8 0 0,0-1 0 0,-3 4 0 15,-2 0 0-15,-2-1 0 0,-1 6 0 0,-3-1 0 16,-3-2 0-16,-2-3 0 0,-2 4 0 0,0 0 0 16,-2 1 0-16,-9-3 0 0,-5 1 0 0,2-3 0 15,-3-2 0-15,-2 0 0 0,-5-2 0 0,5-5 0 16,-4-1 0-16,3-2 0 0,-3-2 0 0,2 0 0 16,3 0 0-16,0-2 0 0,4-2 0 15,4-4 0-15,3 1 0 0,3-1 0 16,2-1 0-16,2-2-5 0,0 0-587 0,15-5 277 15,4 2 139-15</inkml:trace>
  <inkml:trace contextRef="#ctx0" brushRef="#br0" timeOffset="141756.44">15021 14314 381 0,'-12'-2'0'0,"5"2"0"0</inkml:trace>
  <inkml:trace contextRef="#ctx0" brushRef="#br0" timeOffset="141876.68">14991 14310 3599 0,'0'0'0'15,"0"0"0"-15,0 0 0 0,0 0 0 0,13 0 0 0,9-2 0 0,3-2 0 0,5-2 0 0,0-1 0 0,0 2 0 0,2-3 105 0,0 3-34 0,0 0-59 0,-6 0 10 16,6-1 16-16,-2 2 0 0,-1-1-145 0,-4 3 72 16,-4 0 37-16,2 1-569 15,-5 1 288-15,-1 0 144 0,-6 0 72 0,-2 0-757 0,-4 1 391 16,-3 10 186-16</inkml:trace>
  <inkml:trace contextRef="#ctx0" brushRef="#br0" timeOffset="142090.94">15067 14513 3185 0,'-16'9'0'0,"4"-1"0"0,3-1 0 0,4-3 0 0,1-4 0 0,2 2 0 0,2-2 0 0,2 0 0 0,18 0 0 0,5-2 0 0,3-2 172 16,0-1 81-16,2-1-107 0,0 2-54 0,-3 0-27 15,-4 2-72-15,-2 1 32 0,2-1-25 0,-4 2 0 16,-4 0-309-16,-1 0 123 16,-4 0 113-16,0 0-539 0,-3 2 315 0,-3-1 46 0,0 1 116 0,0-2-416 15,-2 0 257-15,-1 0 119 16,1-11-213-16,0-6 175 0,-2-7 87 0,0-2 44 16</inkml:trace>
  <inkml:trace contextRef="#ctx0" brushRef="#br0" timeOffset="142261.18">15354 14088 2244 0,'-3'-20'0'0,"1"4"0"0,-2 4 0 0,1 4 0 0,-3 5 0 16,3 0 0-16,-3 3 0 0,-2 0 0 0,1 11 0 0,1 6 0 0,-3 2 179 0,-1 8-76 0,-1 1-32 15,0 4 412-15,-2 9-223 0,-2-2-111 0,1 1 184 0,-2 11-224 0,0-6-109 16,0 0 0-16,2 0 0 16,0-2 0-16,5-4 0 0,-7 10-168 0,5-7-18 15,3-7 113-15,2-2 55 0,5-9-721 0,1-1 310 16,0-7 208-16,0-5 35 0,9-6-201 0,10-5 174 15</inkml:trace>
  <inkml:trace contextRef="#ctx0" brushRef="#br0" timeOffset="142546.44">15460 14323 3103 0,'4'-3'0'0,"-1"3"0"0,-3 0 0 0,0 14 0 0,0 3 0 0,0 6 0 0,0 1 0 0,0 1 0 0,0 0 0 0,0-2 0 0,6 6 212 16,8-5 114-16,0 0-144 0,4-3-74 0,1-2-108 15,1-3-20-15,4-2-13 0,1-5 35 0,-5-5 0 16,3-1-160-16,-2-3 99 0,-3 0 57 0,-3-1-20 16,-2-11 30-16,-3-1 0 0,-4-3-30 0,-3-5 90 15,-1 1-95-15,-2-9 25 16,0 4-56-16,-5 1 277 0,-7 2-123 0,1 3-96 16,-2 1 0-16,-2 2 0 15,0 4 0-15,0 5 0 0,0 4 0 0,1 1 0 0,3 2 0 0,1 0 0 16,-1 0 0-16,4 0 0 15,2 5 0-15,1 2 0 0,2 1-186 0,2-1 95 0,0 2-739 16,0-5 396-16,0-2 198 0,2-2 98 16,7 0-551-16</inkml:trace>
  <inkml:trace contextRef="#ctx0" brushRef="#br0" timeOffset="142747.99">15520 14014 3510 0,'-19'-2'0'0,"3"2"0"0,2 0 0 0,3-3 0 0,4 3 0 0,3 0 0 0,3-2 0 16,1 1 0-16,1 1 0 0,17-2 0 0,7-1 191 0,2 0-77 0,1 0 2 15,2-1-116-15,0 2 0 0,2-1 0 0,-2 3 0 16,-2 0 0-16,-8 0 0 0,3 0 0 0,-2 0 0 16,-5 0 0-16,0 3-567 0,-3 3 256 0,-3-5 75 15,-1 3 120-15,0-3-703 0,-2-1 396 0,3 0 192 16,-6 0 96-16</inkml:trace>
  <inkml:trace contextRef="#ctx0" brushRef="#br0" timeOffset="142978.12">15807 13822 2144 0,'-5'-4'0'15,"0"0"0"-15,-1 3 0 0,2-2 0 0,3 2 0 0,1-1 0 0,0 2 0 0,0 0 0 0,3 0 0 0,12 2 0 0,2 5 70 0,5 2 295 0,-3-1-154 0,9 5-91 0,-1-2 143 16,1 1-112-16,0-1-57 0,2-1-28 0,-6-2 68 15,6 2-52-15,-11 0-1 0,2-2-46 0,-6 2 3 16,-3 0 0-16,-9-1 1 16,-1 4-39-16,-2-1 0 0,0 4 0 0,-17 2 0 15,-6 0 0-15,-2 1 0 0,-4 0 0 0,-3-1 0 16,1 1 0-16,-1-4 0 0,2 0 0 0,3-4-35 16,-3 4-235-16,11-5 139 0,-2-1-868 0,8 3 481 15</inkml:trace>
  <inkml:trace contextRef="#ctx0" brushRef="#br0" timeOffset="144318.78">28073 14248 2512 0,'0'0'0'0,"0"0"0"0,0 0 0 0,5 0 0 0,9 9 0 0,9-1 0 0,4 0 0 0,3-3 0 0,5 1 0 0,3-4 0 0,1-1 93 0,7-1 142 0,-1 0-97 15,2 0-49-15,-5 0-62 0,0-3 13 0,-8-1 10 16,3-1-10-16,-6-1-131 0,2 0 66 0,-6 0 32 16,-6 2-427-16,-3-1 218 0,-1 0 114 15,-4-1 60-15,-5-1-718 0,1 1 353 0,-1-2 177 0</inkml:trace>
  <inkml:trace contextRef="#ctx0" brushRef="#br0" timeOffset="144897.9">28673 13955 1585 0,'0'-5'0'0,"2"3"0"0,1 0 0 0,3 2 0 0,1 0 0 0,3 0 0 0,1 4 0 0,3 3 0 0,0 1 0 0,4 1 0 0,-1 3 86 0,3-2 201 15,-1 1-123-15,0 1-62 0,-2 1 47 16,-2-2-60-16,-4 0 1 0,-1 1-50 0,-3-1 44 16,-5 2-1-16,-1 2-32 0,-1 2-83 0,-3 4 36 15,-14 1 1-15,-2 2 35 0,-5 1-198 0,-1 4 108 16,0-3 41-16,-2 0 0 0,-1-1-388 0,3 0 200 15,0-2 52-15,7-5-305 0,-4 2 210 0,6-5 100 16,2-2 50-16,-2-4-88 0,5-1 69 0,2-4 24 16,2-2 11-16,-1-1-103 0,4-1 69 0,-1 0 34 15,3 0 56-15,-2 0-33 16,2 0 11-16,0 0 12 0,2 0 327 0,-2 0-189 16,1 0-76-16,-2 8 459 0,3 2-213 0,-2 2-141 15,2 1-1-15,0 6 200 0,0 2-148 0,0 1-65 16,0 7 310-16,0 0-197 0,0-2-99 0,0 3-49 15,2 0 208-15,1 1-119 0,-2 0-74 0,1-1-32 16,0-1-65-16,-2-2 1 0,0-6 31 0,0 2-93 16,0-7 41-16,0 0 27 0,0-5-1 15,0-3-56-15,-2-5 41 0,-1-1 10 16,-2-2 31-16,0 0-42 0,3 0 29 0,2-9-53 16,0-4 77-16,0-3-20 0,2 2-18 0,9-4 7 15,1 2-54-15,6 2 10 0,1 1 40 0,2 4-36 16,3 0-3-16,-2 7 39 0,-1-1-1 0,2 3-53 15,-4 0 48-15,1 5-10 0,-2 8 37 16,-4 0-10-16,-3 2-22 0,-1 1-13 0,-5 3 81 0,-3 0-38 16,-2-2-35-16,0 2 0 15,0-3 0-15,-5-1 0 0,-4-1 0 0,-5-3 0 16,1 0 0-16,-1-5 0 0,0 1 0 0,-2-5 0 16,4 0 0-16,-2-2 0 0,1 0 0 0,3 0 0 15,-1 0 0-15,6-2 0 0,-2-5-112 0,2-3-76 16,3 0 88-16,2-4-549 0,0-1 305 0,0-2 151 15,12 0 67-15,4-5-550 0,2 3 317 0</inkml:trace>
  <inkml:trace contextRef="#ctx0" brushRef="#br0" timeOffset="145245.26">29004 14541 2404 0,'-3'-2'0'0,"2"2"0"0,1 0 0 0,0 0 0 0,0 0 0 15,0 0 0-15,0 0 0 0,0 0 0 0,9 0 0 0,7 0 0 0,4 0 178 0,3 0-68 0,0 0 225 0,2 0-147 0,-5-2-64 16,5 1-79-16,0-2-5 0,-5 2 0 0,0-1 0 0,0 2-151 0,-5-3 70 16,1 3 41-16,-7 0-559 0,1 0 299 15,-2 0 151-15,-4 0 84 0,-1 3-951 0,0 8 468 16</inkml:trace>
  <inkml:trace contextRef="#ctx0" brushRef="#br0" timeOffset="145407.31">29056 14739 2019 0,'-13'6'0'0,"4"0"0"0,4 0 0 0,-2-4 0 0,3 2 0 0,4-2 0 0,0 1 0 0,0 1 0 0,11-1 0 0,7 1 0 0,3-2 317 0,2 0-143 0,2-2-68 16,2 0-118-16,3 0 26 0,-2 0 0 0,-4 0 35 15,7 0-536-15,-3 0 263 0,-3 0 132 0,3 0-697 16,-4 0 396-16</inkml:trace>
  <inkml:trace contextRef="#ctx0" brushRef="#br0" timeOffset="145998.47">29652 14515 1640 0,'-5'1'0'0,"-1"1"0"0,1 2 0 0,0-2 0 0,0 1 0 0,1 3 0 0,-2-2 0 0,2 4 0 0,0-2 0 0,2 1 0 0,2 0 98 0,0 1 262 16,0-3-160-16,0 3-80 0,0-2-40 0,0-1 140 16,0-1-96-16,2-1-41 0,2 0-1 0,-2-2-42 15,0-1 0-15,0 0 10 0,-1 3 138 0,-1-3-73 16,0 0-38-16,0 0 0 0,0 0-2 0,0 0-10 15,0 0-25-15,0 0 40 0,0 0-3 0,0 0-77 16,0 0 0-16,0 0 0 0,0 0 0 0,0 0 0 16,0 0 0-16,0 0 0 15,0 0 0-15,-1 0 0 0,-1 0 0 0,0 0 0 16,2 3 0-16,-2-1 0 0,2 3 0 0,-2 1 0 16,0 0 0-16,2 0 0 0,-2-1 0 0,2-1 0 15,-1 6 0-15,-1 1 0 0,2 0 0 0,-2 0 0 16,2 5 0-16,0 0 0 0,0 3 0 0,0-1 0 15,2 1 0-15,5 2 0 0,7-1 0 0,2-1 0 16,5-6 0-16,4 3 0 0,1-5 0 0,1-4 0 16,3-2 0-16,0-2 0 15,-8-3 0-15,8 0 0 0,-2 0-63 0,-10-6 6 16,6-3-46-16,-6-4 32 0,-2-1-10 0,-4 0 41 16,-1-1-35-16,-3-4 1 0,0 1 34 0,-6-3-30 15,1-2-10-15,-3-4 40 0,0 1 0 0,0-2-35 16,0 1 0-16,-12 0 35 0,1 6-42 0,-8-5 42 15,3 7 0-15,-4 5 0 0,-4 7-3 0,-1 3 4 16,-1 4-11-16,-6 0 10 0,2 8-5 16,0 7 6-16,2 4-1 0,2 1-30 15,5-5 21-15,3 5 9 0,1-2 0 16,6-3 0-16,2 0 0 0,3-2 0 0,4-3-62 0,2-1-57 16,0-2 59-16,0 1 31 0,0-4-270 0,2-1 150 15,-1 1 65-15,6-4 47 0,2 0-313 0,0 0 176 16,1 0 87-16</inkml:trace>
  <inkml:trace contextRef="#ctx0" brushRef="#br0" timeOffset="146195.73">29594 14404 1911 0,'-21'-11'0'0,"4"1"0"0,0 3 0 0,2 1 0 0,2-1 0 0,5 3 0 0,1 0 0 0,5 2 0 0,2 0 0 0,0 1 0 0,2-1 273 0,13-1-116 16,10 2 80-16,3-1-88 0,4 0-60 0,7-2 0 15,-3 2-17-15,2 1-32 0,1-1 0 0,-4 0 10 16,-2-2-188-16,-3 2 90 0,-2-1 43 16,-5 2-451-16,2 0 247 0,-4 1 118 15,0-3 58-15,-6 2-770 0,2-3 382 0,-5-1 191 0</inkml:trace>
  <inkml:trace contextRef="#ctx0" brushRef="#br0" timeOffset="146419.34">29934 14126 2025 0,'-2'-4'0'0,"2"2"0"0,-3 0 0 0,3 0 0 0,0 2 0 0,3 0 0 0,9 0 0 0,3 0 0 0,5 0 0 0,7 7 0 0,1 3 106 0,1 2-33 0,1-1 301 16,1 2-167-16,2-2-74 0,1 4 52 0,-4-1-73 16,-2-2-36-16,-5 1 0 0,-5-1-78 0,-1 1 10 15,-8 1 32-15,-6-3 0 0,0 2-132 0,-3 2 67 16,-15 0 31-16,-10 0-195 0,-5 0 102 0,-8 2 61 15,6-5-22-15,-3 2-177 0,0 0 70 0,0-2 68 16,3 2-515-16,-2-3 281 16,9 0 141-16,6 0 70 0</inkml:trace>
  <inkml:trace contextRef="#ctx0" brushRef="#br0" timeOffset="147227.76">30840 14248 2019 0,'0'-8'0'0,"0"5"0"0,0 0 0 0,0 2 0 0,0-2 0 0,0 3 0 0,0-1 0 0,0 1 0 0,0 0 0 0,0 0 0 0,0 11 189 16,0 6-80-16,0 8-35 0,0 3 211 0,0 2-119 16,2 4-63-16,3 6-23 0,0 6 98 0,2-3-70 15,1 2-34 1,-3 2-1-16,1 1 5 0,-2-5-30 0,-3 10-10 0,1-3-104 0,-2-1 52 0,0-5 26 15,0 1 1-15,-2-6-69 16,-6 10 42-16,0-16 26 0,0 1-168 0,2-9 89 16,0-3 9-16,-1-9 36 0,2-1-319 0,-1-6 159 15,2-3 43-15,-1-3 52 0,0 0-179 0,-3-3 104 16,8-11 67-16,-5-5-288 0,5-7 172 0,0-4 86 16,0-4 43-16,0-3-291 0,0-15 172 0,0 1 82 15</inkml:trace>
  <inkml:trace contextRef="#ctx0" brushRef="#br0" timeOffset="147445.97">30829 14425 2007 0,'0'-32'0'0,"0"9"0"0,1 4 0 0,6 2 0 0,6 1 0 0,-1 3 0 0,4 3 0 0,1 2 0 0,1 3 0 0,3 1 0 0,0 2 180 0,4 2-62 0,0 0-44 16,-5 4 206-16,0 6-121 0,0 4-60 0,-6 1-30 16,-2 2 64-16,-5 2-52 0,-3 2 0 0,-4 3-4 15,0-1-1-15,-9 1-37 0,-11-1 9 0,-1-1 34 16,0-1 1-16,-5-4-45 0,1 0 1 0,0-2-69 15,4-6 44-15,-1 1-10 0,0-1-82 0,4-4 59 16,3 1 28-16,5-3-9 0,0 0-448 0,3-2 195 16,4 2 123-16,1-1-515 15,2 1 303-15,0 2 152 0,2 1 66 0,13 1-439 16</inkml:trace>
  <inkml:trace contextRef="#ctx0" brushRef="#br0" timeOffset="147931.46">31065 14755 2762 0,'0'10'0'0,"0"6"0"0,0 1 0 0,0 0 0 0,0-1 0 0,0-2 0 0,0 5 0 0,0 3 0 0,-2-4 0 0,2 2 0 0,0 1 171 0,0-1-66 0,0-1 110 0,0-1-94 16,0 1-41-16,2-3 0 0,-2-3-11 0,3-4-31 16,-3 0 10-16,2-4-41 0,-2-2 0 0,0-1 32 15,0-2-1-15,0 0 54 0,0 0-33 0,0-12-59 16,0-2 0-16,-2-5 0 0,2-2 0 0,0 1 0 15,0-6 0-15,0 7 0 0,4-4 0 0,6 3 0 16,3 2 0-16,1 2 0 16,4-2 0-16,-3 5 0 0,5 0 0 0,1 3 0 15,-1 4 0-15,2-2 0 0,-2 4 0 0,0 2 0 16,-2 0 0-16,-1 2 0 0,-2 0 0 0,-5 0-18 16,0 0-267-16,-2 0 123 0,-1 4 62 0,-2 0 23 15,-3 2 1-15,-1-3 28 0,1 2 9 0,-2-1 174 16,0 5-86-16,0-4-44 0,0 4 0 0,0 0 329 15,0 5-145-15,0-1-105 0,-3-1-80 0,-1 4-4 16,1 3 0-16,1 3 0 0,-3 5 0 16,5-1 0-16,-2 2 0 0,2 2 0 15,0 2 0-15,0-2 0 0,0 3 0 0,0-3 0 16,0 1 0-16,2-1 0 0,-2 2 0 0,3 0 0 16,-1-2 0-16,-2 0 0 0,0-4 0 0,0-3 0 15,-5-1 0-15,-4-1 0 0,-2-1 0 0,-1-7 0 16,-2 2 0-16,-2-1 0 0,-5-3 0 0,3-1 0 15,-1-3 0-15,1-1 0 0,-1-4 0 0,1-1 0 16,-3-1-14-16,4 0-312 16,-3-5 149-16,3-12 69 0,3-8-549 0,0-10 309 15,4-10 155-15</inkml:trace>
  <inkml:trace contextRef="#ctx0" brushRef="#br0" timeOffset="148071.34">31253 14573 2285 0,'5'-5'0'0,"2"2"0"0,-2 3 0 0,3 0 0 0,-3 0 0 0,0 0 0 0,0 0 0 0,2 8 0 0,4 2 0 0,-4 4 0 0,2 3 81 0,-2 0 1 15,2 4-644-15,-2 0 287 0,0 0 139 0,1 5 72 16</inkml:trace>
  <inkml:trace contextRef="#ctx0" brushRef="#br0" timeOffset="148253.91">31513 14798 2700 0,'0'-9'0'0,"0"6"0"0,4 3 0 0,9 0 0 0,-3-3 0 0,6 1 0 0,3 0 0 0,2 2 0 0,1 0 0 0,0 0 0 0,8 0 332 0,0 0-147 0,3 0-35 0,-1 2-60 16,4 3-27-16,-6-5 1 0,-3 4-542 0,-4-1 259 15,2 0 137-15,-5-1 56 16,-5-2-275-16,-2 0 170 0,-6 0 85 0,0 0-799 0</inkml:trace>
  <inkml:trace contextRef="#ctx0" brushRef="#br0" timeOffset="148740.15">31828 14659 2112 0,'-3'-4'0'0,"3"1"0"0,0-1 0 0,0 2 0 0,6 0 0 0,9 1 0 0,3 1 0 0,6 0 0 0,-1 0 0 0,4 5 0 0,-6 2 336 0,9 4-153 0,-7 3-73 0,-4-5-36 16,1 4-8-16,-6 0-28 0,-6 3 10 0,0 1-11 15,-8 0-297-15,0 4 148 0,-13-2 75 0,-6 2-200 16,-6 1 147-16,-3-2 59 16,-2-2-2-16,0 0-527 0,-3-6 227 0,1 2 147 15,1-3 65-15,-1-1-93 0,5-3 88 0,6-3 44 16,4-1 106-16,-1 1-31 0,9-1-9 0,-2 2-22 16,8-1 359-16,-1 1-179 0,4 2-91 0,0 2 405 15,0 5-193-15,0 1-129 0,0 4 10 0,4 4 98 16,3-2-102-16,-3 6-51 0,-1-4-16 0,-1 7 265 15,0-4-150-15,-1-1-76 0,-1-3 127 0,0 1-91 16,0-3-60-16,0-1-25 16,0-4 36-16,0-5-43 0,-3-1-56 0,1-6 0 15,2 2 0-15,-3-5 0 0,3 0 0 0,0 0 0 16,0-8 0-16,0-5 0 0,0-1 0 0,8-2 0 16,4 0 0-16,3 3 0 0,0 0 0 0,2 2 0 15,2 3 0-15,-2 3 0 0,1 3 0 0,-4 0 0 16,2 2 0-16,-7 0 0 0,3 6 0 0,-4 5 0 15,-5 3 0-15,-1 1 0 0,-2 1 0 0,0 1 0 16,-5 0 0-16,-7-2 0 16,-1 0 0-16,-2 1 0 0,-2-6 0 0,-1 0 0 15,3-1 0-15,-5-3 0 0,2-2 0 0,1-3 0 16,-1-1 0-16,4 0 0 0,0 0 0 0,3 0 0 16,3-4 0-16,1-4 0 0,3-8-167 0,2-2-50 15,2-5-683-15,0-5 431 0,11-10 216 0</inkml:trace>
  <inkml:trace contextRef="#ctx0" brushRef="#br0" timeOffset="148971.18">31994 14455 3820 0,'-10'-23'-20'0,"6"14"8"0,4 5 5 0,0-4 2 15,4-2 1-15,8 2 2 0,2 1 0 0,6 2 0 0,1 1 1 0,9 1 0 0,3 1 168 0,9 2-167 0,3 0 0 0,-5 0 0 16,5 0 0-16,-10 2 0 0,8 3 0 0,-6 2 0 16,-4-4 0-16,-1 2 0 0,-2-1 0 0,-7-2 0 15,0-1 0-15,-4 2 0 0,-1-1 0 0,-6-2-896 16,-1 0 401-16,-4 0 232 0,0 0-405 0,-4-10 314 16,-1 0 157-16,-2-6 78 0</inkml:trace>
  <inkml:trace contextRef="#ctx0" brushRef="#br0" timeOffset="149140.24">32581 14214 2479 0,'-4'-7'-1'0,"4"3"0"0,0-1 1 0,0 4 0 0,2 1-1 0,10 0 1 0,4 0 0 0,5 7 0 0,4 3 0 0,0 3 0 0,1 0 241 15,-1 2-101-15,-3 3 197 0,-4-5-148 0,0 3-75 16,-6 1-26-16,-2 3 2 0,-8-4-24 0,-2 3-1 16,0 0-25-16,0 2-67 0,-14-4 43 0,-7 0-10 15,4 1-192-15,-8-2 112 0,0-1 58 0,0 1 28 16,3-3-599-16,-8 4 297 0,5-4 74 0,2 4-591 15,0 0 382-15</inkml:trace>
  <inkml:trace contextRef="#ctx0" brushRef="#br0" timeOffset="149561.16">32529 14915 2615 0,'4'3'0'0,"2"-3"0"0,1 0 0 0,-2 0 0 0,0-5 0 0,3-8 0 0,0-1 0 0,-3-4 0 0,4-2 0 0,-2 3 0 0,-4-4 70 16,2 1 269-16,-2 2-159 0,0 0-74 0,-3-2 33 0,0 4-52 16,0 2-24-16,-9 1 11 0,-3 4 26 15,-2 1-30-15,-4 7 0 0,-7 1-52 0,-1 0-18 16,-4 11 0-16,-9 9 0 0,8 7-19 0,-1 2 15 16,6 7 0-16,5 0 31 0,6-2-27 0,5 4 0 15,1-1 0-15,7-1 0 0,2-5 0 0,0-6 0 16,0 1 0-16,11-3 0 0,1-4 0 0,3-4 0 15,0-4 0-15,3-4 0 0,-1-3 0 0,1-4 0 16,-1 0 0-16,0-5 0 16,2-12 0-16,-5 0 0 0,2-8 0 0,-4 3 0 15,0-4 0-15,-2 1 0 0,-5 5 0 0,0-3 0 16,-2 4 0-16,-1 1 0 0,1 10 0 0,-3-1 0 16,0 2 0-16,0 6 0 0,0-1 0 0,0 2 0 15,0 0 0-15,0 11 0 0,0 5 0 0,0 6 0 16,2 1 0-16,3 0 0 0,1 3 0 15,3-3 0-15,-1-3 0 0,2 3 0 16,-2-3 0-16,4-3 0 0,0-1 0 0,-2-2 0 16,2-3-20-16,2-4-746 0,-2-1 369 0,3-6 178 15,0 0-597-15,0 0 389 0</inkml:trace>
  <inkml:trace contextRef="#ctx0" brushRef="#br0" timeOffset="149717.67">32785 14772 3425 0,'0'-12'0'0,"0"6"0"0,0-4 0 0,0 3 0 0,6 1 0 0,2 0 0 0,4 1 0 0,3 4 0 0,2 1 0 0,2 0 0 0,1 0 321 0,1 0-146 0,0 1-165 15,-1 8-10-15,0-4 0 0,0 3 0 0,-4 0-38 16,-2 1-183-16,-4 0 131 0,-2 2-868 0,-5 3 490 16,-3 4 244-16</inkml:trace>
  <inkml:trace contextRef="#ctx0" brushRef="#br0" timeOffset="149842.71">32811 14939 2514 0,'-10'2'0'0,"3"4"0"0,4-2 0 0,3-3 0 0,0 3 0 0,0-2 0 0,0 2 0 0,3-3 0 0,7 5 0 0,7 0 0 0,1 0 148 0,2-1-54 0,3 1-74 0,4 2-10 16,-3-6 29-16,0 3-720 0,1-1 360 0,-2-3 181 16,-4-1 99-16</inkml:trace>
  <inkml:trace contextRef="#ctx0" brushRef="#br0" timeOffset="150149.9">33294 14800 2316 0,'0'-7'0'0,"0"3"0"0,0 1 0 0,0 0 0 0,-4 1 0 0,-1 2 0 0,-2 0 0 0,0 12 0 0,3 5 0 0,-1 9 0 0,0 0 151 0,3 3 304 16,2 4-198-16,0-1-113 0,0-2-53 0,7 0 238 15,3-2-145-15,5-4-180 0,0-5-4 16,5 2 0-16,-2-8 0 0,3-1 0 0,3-3 0 0,1-7 0 15,-3-2 0-15,5 0 0 0,-2-6 0 0,1-9 0 16,-4-6 0-16,-2 0 0 16,-2-6 0-16,-3-1 0 0,-5-3 0 0,-3-1 0 15,-4-1 0-15,-1-3 0 0,-2 3 0 0,-2-2 0 16,-11 5 0-16,-7 4 0 0,0 4 0 0,-2 3 0 16,2 8 0-16,-1 2 0 0,0 7 0 0,-2 2 0 15,0 0 0-15,6 12 0 0,-1 6 0 0,1 5 0 16,4 3 0-16,3 4 0 0,-3 1 0 0,4 1 0 15,1 2 0-15,3 1-781 0,-1 3 288 0</inkml:trace>
  <inkml:trace contextRef="#ctx0" brushRef="#br0" timeOffset="156243.37">20756 15349 1875 0,'0'0'0'0,"0"0"0"0,0 0 0 0,0 0 0 0,0 0 0 0,0 0 0 0,0 0 0 0,0 0 0 0,0 0 0 0,0 0 0 0,0 0 53 0,0 0-1 0,0 0 71 15,0 0-35-15,0 0 0 0,0 0 101 0,0 0-75 16,0 0 1-16,0 0-63 15,0 0 138-15,0 0-69 0,0 0-21 0,0-3-13 16,0 3 23-16,0-1-57 0,0-1 0 0,0 0 73 16,2-2-23-16,2 1-13 0,1-3-38 0,4 2 20 15,-4 0-47-15,0 0-25 0,3 3 0 0,-5-3 0 16,4 2 0-16,-4 0 0 0,3 2 0 0,-2 0 0 16,1 0 0-16,0 0 0 0,1 0 0 0,0 0 0 15,0-2 0-15,1 2 0 0,0 0 0 16,2-1 0-16,2-2 0 0,-1 2 0 15,2-4 0-15,-3 4 0 0,1-3 0 0,0 0 0 16,-1 1 0-16,0 1 0 0,-2-2 0 0,1 3 0 16,0-2 0-16,-3 1 0 0,2-1 0 0,0 0 0 15,-2 2 0-15,2-1 0 0,-1 1 0 0,1-2 0 16,1 0 0-16,0 2 0 0,3-4 0 0,-1 1 0 16,-1 2 0-16,4-2 0 0,-2 3 0 0,2-1 0 15,-2 0 0-15,3 0 0 0,-2 0 0 16,4 1 0-16,0-2 0 0,0 3 0 15,-2 0 0-15,4 0 0 0,-2 0 0 0,3 0 0 16,1 0 0-16,-2 0 0 0,1 0 0 0,2 0 0 16,-1-1 0-16,1 1 0 0,2 0 0 0,2-2 0 15,0-1 0-15,-2 3 0 0,7-1 0 0,-6-2 0 16,3 2 0-16,-7-1 0 0,2 2 0 0,3 0 0 16,-5 0 0-16,3 0 0 0,-2 0 0 0,0 0 0 15,-1 0 0-15,1 0 0 16,0 0 0-16,1 0 0 0,-1 0 0 0,1 0 0 15,-2 0 0-15,5 0 0 0,0 0 0 0,-1 0 0 16,-4 0 0-16,5 0 0 0,-2 0 0 0,-2 0 0 16,-1 0 0-16,-1 0 0 0,-1 0 0 0,-1 0 0 15,-1 0 0-15,0 0 0 0,0 0 0 16,-2 0 0-16,2 0 0 0,-2 0 0 0,4 0 0 0,-2 0 0 16,2 0 0-16,-2 0 0 0,5 0 0 0,-3 0 0 15,5 0 0-15,-2 0 0 0,2 0 0 16,-3 0 0-16,1 0 0 0,0 0 0 15,-3 0 0-15,-1 0 0 0,-1 0 0 0,0 0 0 16,0 0 0-16,-2 0 0 0,1 0 0 0,-3 0 0 16,2 0 0-16,2 0 0 0,-4 0 0 0,4 0 0 15,-2 0 0-15,4 0 0 16,-2 0 0-16,1 0 0 0,0 0 0 0,0 0 0 0,1 0 0 0,0 0 0 16,1 0 0-16,-5 0 0 0,6 0 0 0,-6 0 0 15,3 0 0-15,-2 0 0 16,1 0 0-16,-2 0 0 0,2 0 0 0,-2 0 0 15,2 0 0-15,-2 0 0 0,2 0 0 0,-2 0 0 16,4 2 0-16,-2-2 0 0,1 0 0 0,2 1 0 16,-2-1 0-16,-1 0 0 0,3 3 0 0,-1-3 0 15,-2 1 0-15,0-1 0 0,-2 3 0 0,4-3 0 16,-4 2 0-16,2-1 0 0,-2-1 0 16,2 3 0-16,-4-2 0 0,4-1 0 0,-1 2 0 0,0-2 0 15,0 2 0-15,-1-2 0 16,2 0 0-16,1 0 0 0,-1 0 0 0,2 0 0 15,0 0 0-15,-1 0 0 0,1 0 0 0,2 0 0 16,-3 0 0-16,1 0 0 0,1 0 0 0,0 0 0 16,0 0 0-16,2 0 0 0,-3 0 0 0,1 0 0 15,2 0 0-15,-3 0 0 0,1 0 0 0,0 0 0 16,0 0 0-16,2 0 0 0,-3 0 0 0,3 0 0 16,0 0 0-16,1 2 0 0,-1-2 0 0,5 0 0 15,-3 2 0-15,2-2 0 16,2 0 0-16,-1 0 0 0,2 0 0 0,1 0 0 0,-3 0 0 15,4 0 0-15,-1 0 0 0,-1 0 0 16,0 0 0-16,-1 0 0 0,0 0 0 0,3 0 0 16,-4 0 0-16,1 0 0 0,-1 0 0 0,-1 0 0 15,-3 0 0-15,6 0 0 0,-7 0 0 0,5 0 0 16,-1 0 0-16,-1 0 0 0,-2 0 0 0,7 0 0 31,-5 0 0-31,-3 0 0 0,1 0 0 0,-1 0 0 0,0 0 0 0,-5 0 0 0,2 0 0 0,-4 0 0 16,2 0 0-16,-4 0 0 15,-1-2 0-15,3 0 0 0,-1 2 0 0,-1 0 0 16,-2 0 0-16,2 0 0 0,-1 0 0 0,2 0 0 16,3 0 0-16,-4 0 0 0,2 0 0 0,1 0 0 15,0 0 0-15,2 0 0 0,-2 2 0 0,0 0 0 16,2-1 0-16,-1-1 0 0,-1 2 0 0,0-2 0 16,3 0 0-16,-4 2 0 15,4-2 0-15,-2 0 0 0,1 0 0 0,2 0 0 16,-2 0 0-16,2 0 0 0,-1 2 0 0,0 0 0 15,0 0 0-15,0-1 0 0,2-1 0 0,-2 4 0 16,0-3 0-16,0-1 0 0,1 0 0 0,1 1 0 16,-1-1 0-16,2 0 0 0,2 0 0 0,-1 0 0 15,4 0 0-15,-3 0 0 0,2 0 0 0,-1 0 0 16,2 0 0-16,-5 0 0 0,3 2 0 16,-1-2 0-16,-1 0 0 0,1 3 0 0,0-3 0 0,-3 1 0 15,2 1 0-15,-1-1 0 16,-2 2 0-16,3-1 0 0,-1-1 0 0,0 1 0 15,-3 1 0-15,3 0 0 0,-2-1 0 0,-3-2 0 16,-2 2 0-16,-1-2 0 0,-2 0 0 0,1 0 0 16,-3 0 0-16,-1 0 0 0,-3 0 0 0,-1 0 0 15,0 0 0-15,-1 0 0 0,0 0 0 0,-1-2 0 16,-1 0 0-16,-1 0 0 0,0 1 0 0,0-2 0 16,0 1 0-16,0 2 0 0,-13 0 0 0,-7 2 0 15,-10 15 0-15,-6 6 0 16</inkml:trace>
  <inkml:trace contextRef="#ctx0" brushRef="#br0" timeOffset="164685.44">12559 8086 1287 0,'-6'0'0'0,"1"0"0"0,2 0 0 0,-1 0 0 0,2 0 0 0,1 0 0 0,1 0 0 0,0 0 0 0,0 0 0 0,0 0 0 0,0 0 178 0,0 0-67 0,0 0-1 16,0 0 9-16,0 0 1 0,0 0-63 0,1 2 15 15,3-2 111-15,4 4-62 0,3 0-1 16,0-4-62-16,3 1 161 0,-3-1-66 16,4 0-56-16,-2 0 102 0,2 0-72 0,-2 0 1 15,0-1-70-15,2-1 151 0,0-4-82 0,-1 0-49 16,-2 3-78-16,4-1 0 0,0 3 0 0,2-2 0 15,0 2 0-15,7-1 0 0,-1 1 0 16,-3-2 0-16,6 1 0 0,-4 2 0 0,7 0 0 0,-1-2 0 16,-1 2 0-16,2-2 0 0,0 1 0 15,0-2 0-15,2 2 0 0,-2-1 0 0,2 0 0 16,0-2 0-16,-4 2 0 0,-3 1 0 16,-1 1 0-16,0 0 0 0,1 0 0 0,-3 0 0 15,-1 0 0-15,1 0 0 0,-1 0 0 0,0 0 0 16,-1 3 0-16,1 3 0 0,2-3 0 0,-3 1 0 15,8 0 0-15,-3 1 0 0,1-2 0 0,1 1 0 16,1-3 0-16,2 1 0 0,0 0 0 16,2 0 0-16,-2-1 0 0,2-1 0 0,2 3 0 0,-2-3 0 15,-1 1 0-15,0 1 0 0,-1 0 0 16,0 0 0-16,-4 0 0 0,4 0 0 16,-4 1 0-16,0 1 0 0,1-3 0 0,1 4 0 15,2-1 0-15,0-2 0 0,-2 2 0 0,2-1 0 16,-1-1 0-16,1 1 0 0,0-1 0 15,0 1 0-15,0 0 0 0,2-2 0 0,0 2 0 0,1 0 0 16,-1-2 0-16,4 1 0 0,-1-2 0 0,-1 1 0 16,4 1 0-16,0 0 0 0,-3 0 0 0,3 0 0 15,4 0 0-15,-9 1 0 16,6-1 0-16,2 5 0 0,-3-4 0 0,7 1 0 16,-4-1 0-16,-1 2 0 0,-2-2 0 0,-1 3 0 15,2-3 0-15,1 1 0 0,3 0 0 0,-2-3 0 16,1 2 0-16,3 0 0 0,-6-3 0 0,10 2 0 15,-4-2 0-15,2 2 0 0,1-2 0 0,-5 2 0 16,-4 0 0-16,8-2 0 0,-6 3 0 0,-5 0 0 16,1-2 0-16,7 1 0 0,-9 2 0 15,10-2 0-15,-3 1 0 0,-1-3 0 16,3 3 0-16,2-2 0 0,3-1 0 0,1 0 0 16,1 0 0-16,2 0 0 0,-3 0 0 0,0 0 0 15,1 0 0-15,-5 0 0 0,3-1 0 0,-2-2 0 16,0 3 0-16,0 0 0 0,2 0 0 0,-1 0 0 15,1 0 0-15,0 0 0 0,-2 0 0 0,-5 0 0 16,11 0 0-16,-3 0 0 0,0 0 0 0,1 0 0 16,0 0 0-16,2 0 0 0,4 0 0 0,-2 0 0 15,1 0 0-15,-1 0 0 16,-5 0 0-16,3 0 0 0,-2 0 0 0,3 0 0 16,0 0 0-16,1 0 0 0,11 0 0 0,-8 0 0 15,17 0 0-15,-5-3 0 0,-1-1 0 0,0-1 0 16,-1-1 0-16,-10 2 0 0,16-2 0 0,-7 2 0 15,3 3 0-15,-3-3 0 0,2 3 0 0,-14-2 0 16,17 1 0-16,-10 1 0 0,0 1 0 16,0 0 0-16,0 0 0 0,-2 0 0 0,13 0 0 0,-6 0 0 15,1 0 0-15,0 0 0 16,2 0 0-16,-5 0 0 0,16 0 0 0,-4-2 0 16,2 0 0-16,1 0 0 0,-2 0 0 0,-11 1 0 15,14-1 0-15,-8 2 0 0,-4 0 0 0,3 0 0 16,0 0 0-16,-9 0 0 0,12 0 0 0,-7 0 0 15,-2 0 0-15,-2 0 0 0,1 3 0 0,-6-1 0 16,10 2 0-16,-3-2 0 0,1-1 0 0,0 1 0 16,-2 1 0-16,-8-2 0 0,12 1 0 0,-7 0 0 15,-2-2 0-15,-8 1 0 0,8-1 0 16,-3 3 0-16,-3-3 0 0,-3 0 0 16,-4 1 0-16,-3 1 0 0,-7-2 0 0,2 2 0 15,-3-2 0-15,-1 2 0 0,0-2 0 0,-3 2 0 16,-2-2 0-16,-6 0 0 0,2 0 0 0,-3 0 0 15,-4 0 0-15,-3 0 0 0,-3 0 0 0,-3 0 0 16,-3 0 0-16,-3 0 0 16,0 0 0-16,-3 0 0 0,-1 4 0 0,0 9 0 0,-10 10 0 15,-24 13-555-15</inkml:trace>
  <inkml:trace contextRef="#ctx0" brushRef="#br0" timeOffset="167986.94">14585 15822 1910 0,'-15'-2'0'0,"0"2"0"0,2 0 0 0,2 0 0 0,-1 0 0 0,1 0 0 0,4 4 0 0,1-2 0 0,4-2 0 0,-2 0 0 0,4 1 95 16,0 1-28-16,3-2 155 0,9 0-97 0,6 0-44 15,3 0 87-15,4 0-65 0,0 0-32 0,-1 0 9 16,6 0 136-16,0-2-89 0,2-1-45 0,-2 1 1 15,2-2 104-15,0 2-65 0,0 1-46 0,0-2-1 16,-2 0-34-16,0-1-41 16,0 0 0-16,-6 3 0 0,6-5 0 0,-4 2 0 15,-5 0 0-15,2-1 0 0,-3 3 0 0,-4-2 0 16,-4 1-250-16,0-3 60 0,-4 3 60 0,-3 0 67 16,-1 1-582-16,-3-2 294 0,1 1 161 0,-2-2 76 15,0 0-487-15,0-5 282 0</inkml:trace>
  <inkml:trace contextRef="#ctx0" brushRef="#br0" timeOffset="168680.83">15058 15566 2296 0,'-9'0'0'0,"3"0"0"0,0 0 0 0,3 0 0 0,1 0 0 0,0 0 0 0,2 0 0 0,0 2 0 0,2 4 0 0,12 2 0 15,2-1 415-15,7 3-189 0,0-4-94 0,-2 2-47 0,2-1 139 0,5 2-97 16,-8-4-45-16,1 0-58 0,0 1 14 0,-6-1 0 15,-3 1 9-15,-3-2-88 0,-4 4 40 0,-1-1 0 16,-2 2 39-16,-2 5-44 0,-4 1 10 0,-10 6 34 16,-5 1-151-16,-1 2 29 15,-5 5 50-15,0-1-19 0,1 3-337 0,-5 3 161 16,8-7 101-16,-6 2-321 0,4 0 206 0,1-3 102 16,-1-1 43-16,5-3-209 0,-3-2 135 0,4 0 67 15,-2-3-121-15,4-3 94 0,-2 1 38 0,3-3 9 16,0-1 17-16,1-4 31 0,3 0-1 0,-1-4 0 15,4-1 119-15,0-2-55 0,-2 2-31 0,6-2 397 16,-1 0-215-16,0 0-91 0,3 0-67 0,1 0 641 16,-2 0-311-16,2 0-155 15,0 0 305-15,0 0-230 16,0 0-107-16,0 0-66 0,2 1 215 0,5 8-197 0,2-4-114 0,-1 5 0 16,1 1 0-16,-1 4 0 0,1 0 0 0,-3 4 0 15,1 1 0-15,-1 2 0 0,-4-1 0 0,1 8 0 16,-1-3 0-16,0-2 0 0,0 3 0 0,1-8 0 15,-2 5 0-15,-1-4 0 16,2-2 0-16,-2-2 0 0,2-5 0 0,-2 0 0 0,2-4 0 0,-2-1 0 16,0-3 0-16,0-2 0 0,0-1 0 0,0 0 0 15,0 0 0-15,0 0 0 16,0 0 0-16,0-1 0 0,0-3 0 0,0-6 0 16,2 0 0-16,3-1 0 0,2-1 0 0,5 0 0 15,-1 1 0-15,4 0 0 0,0 1 0 0,4 2 0 16,0 3 0-16,0 2 0 0,1 0 0 15,1 3 0-15,0 0 0 0,-3 0 0 0,-1 5 0 0,-2 4 0 16,-1 3 0-16,-4 2 0 16,-2 0 0-16,0 0 0 0,-4 1 0 0,-3 2 0 15,1 0 0-15,-2-1 0 0,0 2 0 0,0-2 0 16,-9-1 0-16,-3-1 0 0,0 0 0 0,-4-3 0 16,0-4 0-16,-4 0 0 0,1-1 0 0,-2-4 0 15,0 0 0-15,2-2 0 0,-2 0 0 0,2 0 0 16,3-2 0-16,0-4 0 0,4-3 0 0,1-1 0 15,2-3 0-15,6-2 0 0,3-2 0 0,0-1 0 16,0-5-93-16,12 5-380 0,6-7 222 0,3 1-362 16,5 4 288-16,3-1 144 15</inkml:trace>
  <inkml:trace contextRef="#ctx0" brushRef="#br0" timeOffset="168862.31">15404 16197 3475 0,'3'0'0'0,"-1"0"0"0,0 0 0 0,-2 0 0 0,0 3 0 0,5-3 0 0,0 0 0 0,6 0 0 0,3 0 0 0,4 0 0 0,5 0 371 0,1 0-286 0,3 0-85 15,0 0 0-15,3 0 0 0,2 0 0 0,0 0 0 16,3-3 0-16,-8 0 0 0,-3-1 0 0,3 2-45 16,-4-2-1-16,-5 3 42 0,-3-2-871 0,-6 2 304 15,-3 1 258-15,-3 0 142 0</inkml:trace>
  <inkml:trace contextRef="#ctx0" brushRef="#br0" timeOffset="169048.63">15505 16370 2661 0,'-22'7'0'0,"-1"4"0"0,6-2 0 0,6-2 0 0,4-4 0 0,3-1 0 0,4-2 0 0,0 0 0 0,6 0 0 0,15 0 0 0,2 0 115 0,5 0 396 0,1 0-237 0,1 0-117 15,0 0 56-15,0-2-213 0,0 1 0 0,0-1 0 16,-4 0 0-16,-3 1 0 0,-3 1 0 0,1 0 0 15,-3 0 0-15,-7 0 0 16,1 0 0-16,-2 0-592 0,-2 0 285 0,-3 0 62 16,-1 0 123-16,-3 0-719 0,1 0 402 0</inkml:trace>
  <inkml:trace contextRef="#ctx0" brushRef="#br0" timeOffset="169264.55">15783 15973 3508 0,'0'-5'0'0,"0"1"0"0,0 3 0 0,0 1 0 0,0 0 0 0,0 0 0 0,-2 5 0 0,-5 14 0 0,-1 3 0 0,1 8 0 0,-5 8 133 0,0 4 157 15,-2-6-290-15,-3 18 0 0,-2-6 0 0,3 2 0 16,-3 0 0-16,2-3 0 0,2-6 0 0,-3 8 0 16,0-3 0-16,3-3 0 0,2-10 0 0,2 2 0 15,3-7 0-15,1-3-412 0,5-4-34 0,0-8 218 16,2-2 26-16,0-5-301 0,0-6 237 0,11 0 114 15</inkml:trace>
  <inkml:trace contextRef="#ctx0" brushRef="#br0" timeOffset="169453.13">15965 16052 3388 0,'8'-9'0'0,"5"4"0"0,3-1 0 0,-2 0 0 0,5 3 0 0,3-1 0 0,3 0 0 0,3-2 0 0,4 3 0 0,2-2 0 0,3 1 460 0,5 0-377 0,-1-1-83 16,-7 1 0-16,3 3 0 0,-1-3 0 0,-5 2 0 0,-8 2-15 16,0 0-88-16,-6 0 80 15,-4 0-788-15,-4 0 419 0,-4 0 211 0,-3 0-89 16,-2 0-495-16,0 0 355 0</inkml:trace>
  <inkml:trace contextRef="#ctx0" brushRef="#br0" timeOffset="169656.73">16393 15826 2073 0,'0'-8'0'0,"0"2"0"0,0 3 0 0,0 0 0 0,0 2 0 0,2-2 0 0,8 2 0 0,3 1 0 0,3 0 0 0,2 0 0 0,3 0 480 15,2 0-226-15,-2 5-108 0,4 4 131 0,-4-2-119 16,-3 4-60-16,1-2-21 0,-3 5 47 0,-3 2-43 16,-6-2 0-16,-4 4-43 0,-3 5-25 0,0 1 18 15,-9 2-31-15,-8 1 0 0,-3-1 0 0,-1 0 0 16,-4-2 0-16,2 1-188 0,-4-2 52 0,1-2 62 15,-2-1 52-15,-1 1-890 0,3-2 427 0,0 1 229 16,1-1-561-16</inkml:trace>
  <inkml:trace contextRef="#ctx0" brushRef="#br0" timeOffset="169997.69">16315 16302 3449 0,'0'5'0'0,"0"5"0"0,-5 0 0 0,-4 1 0 0,2 2 0 0,0 4 0 0,1 1 0 0,0 5 0 0,2 1 0 16,2 3 0-16,2 1 139 0,0 3-41 0,0-1 147 0,0 0-245 0,4-4 0 16,8-2 0-16,1-2 0 0,0-4 0 0,2-3 0 15,1-4 0-15,-2-2 0 0,2-3 0 0,-2-4 0 16,3-2 0-16,-2 0 0 0,2-2 0 0,0-13 0 16,0-4 0-16,-2-3 0 0,-2 3 0 0,4-10 0 15,-4 3 0-15,-2 0 0 0,-2 0 0 0,0 0 0 16,-4-4 0-16,-1 2 0 0,-2-3 0 0,-2 1 0 15,0 2 0-15,0 0 0 16,-9 5 0-16,-5-3 0 0,3 9 0 0,-5 0 0 16,2 6 0-16,-4 2 0 0,2 3 0 0,-3 4 0 15,1 2 0-15,0 0 0 0,-1 0 0 0,3 10 0 16,0 2 0-16,2 4 0 0,0-1 0 0,3 2 0 16,2-1 0-16,4 2 0 0,0-1 0 15,3 1-49-15,2-1-139 0,0-1 83 0,0 2-810 0,0 0 438 16,8 2 211-16</inkml:trace>
  <inkml:trace contextRef="#ctx0" brushRef="#br0" timeOffset="170164.46">16901 16654 378 0,'-2'-6'0'0,"2"3"0"0,0 2 0 0,0 1 0 0,0 0 768 0,0 0-412 0,0 0-193 0,0 0-300 0,2 0 49 0</inkml:trace>
  <inkml:trace contextRef="#ctx0" brushRef="#br0" timeOffset="171780.89">17541 15972 2471 0,'-19'-11'0'0,"8"8"0"0,3 3 0 0,1 0 0 0,1 0 0 0,3 0 0 0,1 0 0 0,2 0 0 0,0 3 0 0,2 3 0 0,12 0 227 0,9 0-94 0,5-1-48 15,2-1 172-15,6-1-114 0,1 0-53 0,0 0-26 16,7-3 23-16,-3 0-24 0,-9 0 9 0,4 0-233 0,-2 0 99 15,-5-3 50-15,-4 0 25 0,-2-1-209 16,-4 0 126-16</inkml:trace>
  <inkml:trace contextRef="#ctx0" brushRef="#br0" timeOffset="171830.02">18011 15969 378 0,'5'-2'0'0,"-1"-2"0"0,-3-1 207 0,1 1-103 0,-2-4-52 0,0-1-27 0,-5-3-421 0</inkml:trace>
  <inkml:trace contextRef="#ctx0" brushRef="#br0" timeOffset="171865.12">17935 15834 378 0,'-6'-8'0'0,"1"0"0"0</inkml:trace>
  <inkml:trace contextRef="#ctx0" brushRef="#br0" timeOffset="172398.28">17915 15806 2581 0,'0'-1'0'0,"2"-2"0"0,9 3 0 0,2 0 0 0,2 0 0 0,4 9 0 0,-1 0 0 0,1 2 0 0,0 0 0 0,-2 4 0 0,-3 0 118 0,0 2-40 0,-5 0 48 15,0 2-34-15,-8 0-10 0,-1 4-44 0,0 1-62 0,0 0 31 16,-13 2 0-16,-2 0-241 0,0 1 131 0,-4-1 71 16,2 0-504-16,-2-2 270 0,1 3 73 0,0-2 83 15,2-1-402-15,-1 2 237 0,4-3 118 0,-3-1 60 16,4 1-205-16,2-5 135 0,0 1 87 0,1-2 39 15,2-2 41-15,1-2 0 0,2-3 0 16,0-1 49-16,3 1-63 0,-1-5 1 16,2 1 399-16,0-5-219 0,0 3-103 0,0-3-60 15,0-1 564-15,0 0-267 0,2 0-118 0,1 0-72 16,3-1 187-16,0-10-121 0,0 0-74 0,-3-1 41 16,1 1-53-16,-2-4-27 0,-2 2 0 0,0 5-9 15,0-6-17-15,-6 3 0 0,-1 1 52 0,-7 3-26 16,1 1-10-16,-2 2-7 0,-1 2 64 15,-4 2-37-15,2 0 1 0,-5 8-37 16,4 4 47-16,-4 9-9 0,5 3-38 0,-1 2 0 16,5 3 26-16,-2 3 1 0,5 3-18 0,4 0-22 15,3-3 13-15,4-2-14 0,0-2-24 0,0-3 0 16,7-7 0-16,6 1 0 0,3-5-48 0,-2-3-8 16,4-5 27-16,0-5 27 0,1-1-171 0,6 0 71 15,-5-6 50-15,2-10-107 0,-1-5 69 0,-2-2 35 16,0-7-14-16,-2 0-32 0,-4 1 32 0,0-2 0 15,-3 4 129-15,-5 7-49 16,1-1-33-16,-5 11 8 0,1-2 142 0,0 6-71 16,-2 2-42-16,0 3-6 0,0 1 544 0,0 0-276 15,0 9-277-15,0 10 0 0,2 6 0 0,0 1 0 16,2 4 0-16,2 1 0 0,1 2 0 0,0-3 0 16,3 0 0-16,1-4 0 0,0-5 0 0,3 0 0 15,-1-1 0-15,0-5 0 0,-2-4 0 0,2-2 0 16,-3-4-718-16,3-4 281 0,-2-1 199 0,2 0-454 15,2-12 328-15,0-6 163 16</inkml:trace>
  <inkml:trace contextRef="#ctx0" brushRef="#br0" timeOffset="172542.68">18181 16451 3108 0,'0'-6'0'0,"0"5"0"0,0-2 0 0,0 3 0 0,0 0 0 0,0 0 0 0,0 0 0 0,0 0 0 0,0 4 0 0,0 2 0 0,0 3 161 0,6-1-67 15,0 1-258-15,1-2 101 0,0-1 50 0,2 2 25 16,2-2-295-16,-2-3 155 0,3 1 84 0,-2-2-798 16</inkml:trace>
  <inkml:trace contextRef="#ctx0" brushRef="#br0" timeOffset="172734.2">18409 16126 3321 0,'-2'-4'0'0,"0"2"0"0,2 1 0 0,0 1 0 0,0-2 0 0,11 2 0 0,10-2 0 0,3 0 0 0,4 0 0 0,6-2 0 0,4 1 365 0,5-3-163 15,0 1-159-15,0-1-116 0,2-1 17 0,-7 2 56 16,3-1-9-16,-3 1-208 0,-3 1 127 0,-5 3 65 16,-5-2-673-16,-2 1 378 0,-3 2 90 0,-5 0 120 15,-4 0-691-15</inkml:trace>
  <inkml:trace contextRef="#ctx0" brushRef="#br0" timeOffset="173250.51">18865 15745 2526 0,'0'-4'0'0,"2"2"0"0,0 2 0 0,2 0 0 0,3 0 0 0,4 0 0 0,4 0 0 0,0 4 0 0,4 2 0 0,4-1 0 0,3 1 216 0,0-1-88 0,2 2-46 0,-3-3 43 16,3 1-49-16,-7 1 1 0,-1 1-129 0,-5 1 45 15,-4 2 0-15,-5 2 55 16,-3 2-385-16,-3 4 188 0,-5 2 94 0,-11 1-297 16,-5 1 143-16,-6 1 21 0,-1 2 86 0,-2-4-184 15,-2 3 124-15,0-4 62 0,0-2-22 0,2 1 32 16,0-4 9-16,2 1 44 0,4-3-45 0,5-1 44 16,0 0-9-16,4 0 9 15,3 0 144-15,1 2-72 0,4 1-36 0,4 0 291 0,-1 2-167 0,2 2-37 16,2 1-52-16,0 6 424 0,0-1-214 0,0 1-84 15,0 0 202-15,0 7-166 16,0-4-79-16,0 4-39 0,0-5 98 0,-2-1-68 16,-2-4-26-16,2 1-9 0,-2-5 40 0,2-4-36 15,1-5-1-15,-3 0-63 0,2-7 9 0,2 1 17 16,-2-4 0-16,-1 0 5 0,1 0-5 0,2 0-7 16,0-4-31-16,0-8 0 0,0 4 0 0,2-4 0 15,10 1 0-15,4 1 0 0,0 3 0 0,3 1 0 16,4 3 0-16,3 0 0 0,0 3 0 0,-1 0 0 15,-4 8 0-15,3 7 0 16,-5 2 0-16,-2 2 0 0,-4 3 0 0,-1 1 0 16,-9-1 0-16,1 5 0 0,-4-3 0 0,0-1 0 15,0-4 0-15,-12 2 0 0,-3-5 0 0,-2 1 0 16,1-6 0-16,-5-1 0 0,-2-5 0 0,1-5 0 16,-1 0 0-16,0 0 0 0,1 0 0 0,-2-9 0 15,7-3 0-15,-2-2 0 0,4-3 0 0,4-3 0 16,6-1 0-16</inkml:trace>
  <inkml:trace contextRef="#ctx0" brushRef="#br0" timeOffset="173282.17">18724 16661 378 0,'21'-23'0'0,"6"1"486"0,8 0-243 0</inkml:trace>
  <inkml:trace contextRef="#ctx0" brushRef="#br0" timeOffset="173524.43">19421 16244 3931 0,'0'0'0'0,"0"0"0"0,0 0 0 0,2 0 0 0,7 0 0 0,4 0 0 0,1 0 0 0,4 2 0 15,1 0 0-15,2 0 0 0,-1-1 0 0,3 2 0 0,-2-1 0 16,-1-1 0-16,1 1 0 0,-4 0 0 0,-1 0 0 15,-2 2 0-15,-5-2-462 0,0 1 84 0,0 3 203 16</inkml:trace>
  <inkml:trace contextRef="#ctx0" brushRef="#br0" timeOffset="173553.01">19708 16306 378 0</inkml:trace>
  <inkml:trace contextRef="#ctx0" brushRef="#br0" timeOffset="173710.55">19475 16579 378 0,'5'0'0'0,"6"0"0"0,1 0 0 0,2 0 1404 0,6 0-683 0,3 0-333 0,1 0 317 0,3-3-370 0,1 2-335 16</inkml:trace>
  <inkml:trace contextRef="#ctx0" brushRef="#br0" timeOffset="173733.61">19735 16565 378 0,'28'0'0'0,"0"0"0"0,-8 0 1391 0</inkml:trace>
  <inkml:trace contextRef="#ctx0" brushRef="#br0" timeOffset="175198.51">20129 15840 2189 0,'0'-6'0'0,"-4"5"0"0,2 1 0 0,2 0 0 0,-2 1 0 0,0 9 0 0,1 3 0 0,-1 6 0 0,2 2 0 0,0 7 0 0,0 4 265 0,0 4-114 0,0 5-56 16,3 2 214-16,3 0-135 0,-2-3-59 0,2 9-44 15,-2-7 136-15,1 4-84 0,-1-1-43 0,-1 1 0 16,-1-6-33-16,3 9-22 0,-3-6-25 0,-1-2 0 15,-1-7 0-15,0 1 0 0,0-8-7 16,0 2-27-16,0-8 35 0,0-1 1 0,0-9-371 16,0-3 192-16,0-5 50 0,0-1 63 15,2-2-629-15,7-4 328 0,4-18 163 0,2-4-427 0,2-10 286 16</inkml:trace>
  <inkml:trace contextRef="#ctx0" brushRef="#br0" timeOffset="175368.98">20332 16080 2791 0,'-2'-7'0'0,"-2"6"0"0,1-2 0 0,1 1 0 0,2-3 0 0,0-3 0 0,2 1 0 0,12-2 0 0,11 0 0 16,-1-1 0-16,5-2 113 0,-1 6 222 0,4-1-149 0,0 1-65 0,0 5-46 0,0-2-210 0,-2 2 86 0,-2 1 43 16,-2 0-631-16,-6 0 346 0,1 0 160 0,-2 4 85 15,-6 2-795-15,-4-5 401 0,0 6 201 0</inkml:trace>
  <inkml:trace contextRef="#ctx0" brushRef="#br0" timeOffset="175890.31">20657 15831 1668 0,'0'-15'0'0,"0"8"0"0,0 0 0 0,0 2 0 0,0-1 0 0,4 2 0 0,7 3 0 0,2-1 0 0,6 2 0 0,2 0 0 0,9 0 72 0,0 0 119 0,2 0-76 15,-1 0-38-15,-2 0-1 16,-5 0-31-16,0 0-7 0,-5 7 0 0,-3 4-1 15,-9 5-251-15,-3 3 125 0,-4 1 73 0,-2 9-298 16,-16-3 142-16,-2-1 97 0,-4 1-13 0,-1-6-267 16,-1-1 135-16,-1-2 96 0,2-6 2 0,2 0 42 15,2-5 0-15,0-1 42 0,3 2 15 0,2-6 10 16,5 1-25-16,1 0 0 16,1-2 187-16,4 3-94 0,3-3-56 0,0 2 322 0,2 4-149 0,0 2-96 15,0 4-1-15,0 4 300 0,4 3-140 0,1 5-103 16,-1 2-47-16,1 5 100 0,-4 0-74 0,-1 5-36 15,0-1 276-15,0-1-161 16,0 0-76-16,0 0-38 0,-6-4 145 0,2 0-91 16,-1-7-37-16,1-2 1 0,1-8-29 0,-1-2 1 15,2-4-28-15,0-3-50 0,0-4 34 0,-1 0-9 16,0 0 19-16,1-11 6 0,2-4 0 0,0-4-1 16,0 0-28-16,7-2-9 0,2 3 13 0,3 0-13 15,2 4 0-15,3 1 0 16,2 4 0-16,2 0 0 0,-1 8 0 0,1 0 0 15,0 1 0-15,-1 0 0 0,1 8 0 0,-5 7 0 16,0 2 0-16,-4 6 0 0,-3-5 0 0,-4 3 0 16,-3 4 0-16,-2 2 0 0,0-4 0 0,-7 0 0 15,-7-3 0-15,1-2 0 0,-4-4 0 0,-1-1 0 16,-3-3 0-16,0-2 0 0,1-5 0 0,-3 1 0 16,2-4 0-16,3 0 0 0,-2 0 0 0,3 0 0 15,3-4 0-15,1-9-13 0,5-2-762 0,4-7 374 16,4-5 181-16,2 0 92 0,17-9-338 15,-1 8 204-15</inkml:trace>
  <inkml:trace contextRef="#ctx0" brushRef="#br0" timeOffset="176236.23">21279 15772 2870 0,'7'-14'0'0,"-2"5"0"0,2 1 0 0,-4 3 0 0,-1 3 0 0,0-1 0 0,-2 2 0 0,2 1 0 0,0 0 0 0,1 4 0 0,5 7 460 0,0 9-211 16,1 5-106-16,-2 3-52 0,2 6 27 0,1 5-118 16,1 10 0-16,-3-2 0 0,0 4 0 0,-1 0 0 15,-1 6 0-15,-3 2 0 0,1 8 0 0,-1-2 0 16,-1 2 0-16,0 4 0 0,-2 3 0 0,0-8 0 16,0 12 0-16,0-9 0 0,0-3 0 0,3-13 0 15,-1 1 0-15,0-9 0 0,-1-1 0 16,1-8 0-16,-2-6 0 0,0-8 0 15,0-5 0-15,0-6 0 0,0-5 0 0,0-3 0 16,0-1 0-16,0-2 0 0,0 0 0 0,0 0 0 16,0 0 0-16,0 0 0 0,-2 0 0 0,1 0 0 15,-1 0 0-15,2 0 0 0,-2 0 0 0,2 0 0 16,-3 0 0-16,3 0 0 0,-2 0 0 0,0 0 0 16,2 0 0-16,-1 0 0 0,1 0 0 0,-2 0-951 15,2 0 450-15</inkml:trace>
  <inkml:trace contextRef="#ctx0" brushRef="#br0" timeOffset="178039.53">16715 8085 355 0,'0'3'0'0,"0"-1"0"0,0 2 0 0,0-1 0 0,0 1 0 0,0-1 0 0,2 0 0 0,0 1 0 0,0 0 0 0,-1 0 0 0,1-1 0 0,0 1 0 0,-2-3 70 0,0 4-66 16,0-2-1-16,0 1 87 0,0-1-40 0,0 0 0 15,0-2-37-15,0 1 58 0,0-2-49 0,0 2-5 16,0-2-48-16,0 0 54 0,0 0-3 0,0 0 9 16,0 0-43-16,0 0-3 0,0 0 36 15,0 0-2-15,0 0-35 0,0 0 24 16,0 0-5-16,0 0-39 0,0 0 36 0,0 0 9 15,0 0-45-15,0 0 39 0,0 0-2 0,0 0 4 16,0-2-153-16,2 0 72 0,3 1 36 0</inkml:trace>
  <inkml:trace contextRef="#ctx0" brushRef="#br0" timeOffset="181738.5">21852 15811 1934 0,'-8'-10'0'15,"2"6"0"-15,1 2 0 0,-1-2 0 0,1 0 0 0,0 1 0 0,2 0 0 0,1 2 0 0,-2 0 0 0,4-2 0 0,0 3 177 0,0 0-61 0,0 0-45 0,0 0 108 0,0 0-71 16,0 0-37-16,0 3 38 0,0 9-27 0,0 6-10 16,0 6-36-16,0 6 175 15,0 9-88-15,0 3-43 0,0 7 304 0,0 1-206 16,0 5-178-16,0 10 0 0,0-12 0 0,0 6 0 15,0-2 0-15,0-2 0 0,0-1 0 0,0-5 0 16,0-2 0-16,0-1 0 0,0-11-13 0,0 1-51 16,2-3-164-16,0-8 124 0,0-2 5 0,-1-6 51 15,-1-2-330-15,0-7 171 0,0-2 86 0,0-4 42 16,0-2-222-16,0 0 124 16,0-8 75-16,0-15 33 0,0-4-320 0,0-11 177 15,0-4 87-15,2-8-338 0,3-13 218 0</inkml:trace>
  <inkml:trace contextRef="#ctx0" brushRef="#br0" timeOffset="181977.76">21822 15891 2480 0,'0'-28'0'0,"-5"11"0"0,3 2 0 0,1 2 0 0,1 4 0 0,0 0 0 0,0 0 0 0,1-1 0 0,15 4 0 0,7-4 0 0,5 3 226 0,6 0-86 0,1 1 61 16,1 2-82-16,3 2-42 0,-2 2 0 15,0 0 40-15,-4 0-32 0,-2 7-8 0,-5 5-42 16,-8 2 35-16,-2 0-34 0,-7 5-1 0,-7 3 20 15,-2 8-19-15,0-1 0 0,-21 7-7 0,-1-3-29 16,-6 0 0-16,1-4 0 0,-7 3 0 16,8-9 0-16,-4 0 0 0,2-3 0 0,1-4 0 0,6-2 0 15,-1-4 0-15,3-2 0 16,5-1 0-16,2-1-175 0,3 1 68 0,1-4-636 0,5 5 358 0,3-1 175 16,0 3-550-16,0-1 363 0,3 0 180 15</inkml:trace>
  <inkml:trace contextRef="#ctx0" brushRef="#br0" timeOffset="182278.71">22146 16215 3323 0,'0'3'0'0,"0"5"0"0,0-1 0 0,-2 1 0 0,1 2 0 0,1 2 0 0,0 3 0 0,0 2 0 0,0 1 0 0,1 7 0 0,5 1 109 15,1-3-27-15,1 9 179 0,0-2-113 0,-3 1-140 16,-1 0-8-16,-1 1 0 0,-1-6 0 0,1 4 0 15,-3-7 0-15,0-3 0 0,0-1 0 0,0-8 0 16,-3-2 0-16,0-3 0 0,-1-2 0 0,0-4 0 16,1 0 0-16,-1-4 0 15,4-11 0-15,0-9 0 0,0 0 0 0,2-5 0 0,5-3 0 0,5 3 0 16,1-1 0-16,1 0 0 16,4 3 0-16,-4 4 0 0,3 3 0 0,-2 3 0 15,2 2 0-15,3 0 0 0,-4 5 0 0,3 1 0 16,-3 3-281-16,4 1-99 0,-1 3 163 0,-1 0-243 15,1 1 212-15,-1 1 107 0,0 0 52 0,1 0-604 16,-5 0 320-16</inkml:trace>
  <inkml:trace contextRef="#ctx0" brushRef="#br0" timeOffset="182542.09">22589 16325 2370 0,'0'0'0'0,"0"0"0"0,0 0 0 0,0 0 0 0,-4 0 0 0,1 0 0 0,-1 0 0 0,2 0 0 0,1 0 0 0,-1 6 0 0,0 5 307 16,2 4-135-16,0 0-68 0,0 4 525 0,0 7-301 15,0 2-307-15,2 1-21 0,1 1 0 0,3 0 0 16,-3 4 0-16,4 0 0 0,-3 2 0 0,-1 0 0 16,1 0 0-16,-2 0 0 0,-1-1 0 0,1 1 0 15,-2-1 0-15,0 0 0 0,0-2 0 16,0-1 0-16,-2-1 0 0,-5-2 0 0,0 2 0 16,-5-5 0-16,1-2 0 0,-4 0 0 15,2-5 0-15,-3-3 0 0,0 2 0 0,-3-5 0 16,1 1 0-16,-2-7 0 0,1 1 0 0,1-3 0 15,1-5 0-15,0 0 0 0,2 0 0 0,0-11 0 16,3-15-564-16,3-14 158 0,6-14 185 0,3-12-721 16</inkml:trace>
  <inkml:trace contextRef="#ctx0" brushRef="#br0" timeOffset="182698.24">22532 16134 3509 0,'5'-9'0'0,"1"6"0"0,-3 1 0 0,1 2 0 0,-2 0 0 0,-2 0 0 0,2 0 0 0,-1 0 0 0,1 5 0 0,3 0 0 0,2 5 309 0,0-1-196 0,1 0-207 0,0 2 35 16,1 3 48-16,-4 0 32 0,3 0-331 15,0 1 172-15,-3-3 88 0,3 1 42 0,-1-3-910 16</inkml:trace>
  <inkml:trace contextRef="#ctx0" brushRef="#br0" timeOffset="182940.9">22924 15979 3142 0,'-8'-6'0'15,"5"2"0"-15,1 3 0 0,0 0 0 0,2-2 0 0,0 2 0 0,0-1 0 0,0-1 0 0,0 0 0 0,9 2 0 0,8-2 129 0,8 0-52 0,2 1 351 0,5-2-273 0,3 2-155 16,0-1 0-16,1 0 0 0,1 2 0 0,-1-1 0 15,-1 2 0-15,2 0 0 0,-5 0 0 0,-7 0 0 16,7 0 0-16,-11 0-1 0,2 0-55 0,-4 0 46 16,-4 0-913-16,-1 0 449 0,-2-2 219 15,-1 0-243-15,-4-3 232 0</inkml:trace>
  <inkml:trace contextRef="#ctx0" brushRef="#br0" timeOffset="183154.97">23396 15772 2576 0,'-10'-6'0'0,"2"3"0"0,5 1 0 0,-1 1 0 0,2-1 0 16,0 0 0-16,2 2 0 0,0 0 0 0,6 0 0 0,7 0 0 0,4 0 304 0,-1 4-125 0,9 5-76 0,-2-2 283 0,1 4-175 15,5-1-88-15,-3 2-74 0,1-1-49 16,0 2 0-16,-3-2 0 0,-4 1 0 16,-4 4 0-16,-1-2 0 0,-5 1 0 0,-5 0 0 15,-3 2 0-15,-2 1 0 0,0 3-66 0,-13-2-15 16,-2-1 10-16,-5 5 42 0,-1-3-546 0,-2 1 270 15,1 0 134-15,-1 0 68 0,-1 1-625 0,1 4 355 16</inkml:trace>
  <inkml:trace contextRef="#ctx0" brushRef="#br0" timeOffset="183611.07">23458 16440 2575 0,'1'0'0'0,"1"0"0"0,0 0 0 16,0 0 0-16,-2-4 0 0,2-4 0 0,0-3 0 0,1-2 0 0,3-3 0 0,2 1 0 0,-1-3 179 0,0 0-76 0,1-2 145 0,0 0-106 0,-1 1-54 0,-3 0-26 16,1 2 45-16,-3 2-41 0,0 3 1 0,-2 2 49 15,0 0-40-15,0 3 0 0,-5 2-50 0,-5 2-26 16,-3 2 0-16,-4 1 0 16,-4 4 0-16,-1 10 0 0,2 5 0 0,-3 6 0 15,-2 1 0-15,7 2 0 0,-1 2 0 0,3 2 0 16,4 2 0-16,3-2 0 0,5-1 0 0,2-1 0 15,2-3 0-15,0-6 0 0,0 1 0 0,5-6 0 16,5 0 0-16,0-4 0 0,4-5 0 0,-1-2 0 16,2-5 0-16,0 0 0 0,2 0 0 15,-2-8 0-15,2-8 0 0,-4-2 0 0,2-7 0 0,-4 1 0 16,0 0 0-16,-1 4 0 16,-1-1 0-16,-1 0 0 0,-3 5 0 0,0 5 0 15,-2-1 0-15,-1 6 0 0,0 4 0 0,-2-1 0 16,0 1 0-16,0 2 0 0,0 0 0 0,0 0 0 15,2 10 0-15,0 3 0 0,0 5 0 0,1 1 0 16,4 3 0-16,0 3 0 0,2-2 0 0,2-4 0 16,1 1 0-16,4 3 0 0,-2-8 0 0,0-1 0 15,4-1 0-15,-4-4 0 0,2 0 0 0,-3-4 0 16,-4 1 0-16,1-2-113 0,-3-2-12 16,-3-2 46-16,-1 1-389 0,-1-1 216 15,-2 0 108-15,0 3-655 0,-2-3 382 0</inkml:trace>
  <inkml:trace contextRef="#ctx0" brushRef="#br0" timeOffset="183846.4">22575 16648 3080 0,'-18'-3'0'0,"13"2"0"0,3 1 0 0,2 0 0 0,0 0 0 0,2 0 0 16,11 0 0-16,7 0 0 0,5 0 0 0,7 0 0 0,2 0 338 0,4 0-152 0,-1 0-75 0,1 0 63 15,-5 0-132-15,-4 0-42 0,3 0 0 16,-10 0-246-16,0 0 36 0,-1 0 122 0,-5-2-744 16,-7 2 443-16,0-1 100 0,-2-2 143 0</inkml:trace>
  <inkml:trace contextRef="#ctx0" brushRef="#br0" timeOffset="184375.65">22922 16487 2495 0,'-6'-7'0'16,"3"4"0"-16,1 1 0 0,0 1 0 0,2-4 0 0,0 4 0 0,9 0 0 0,10-3 0 0,6 3 0 0,0 1 0 0,4 0 84 0,1 0 384 0,2 0-215 16,-6 0-101-16,6 0-62 0,-4 0 110 0,-7 5-82 15,2-3-47-15,-7 4-173 0,-5 2 75 0,-3-1 27 16,-4 1-447-16,-4 3 241 0,0 3 121 0,-12 0 60 15,-2-1-240-15,-9 2 43 0,1 0 109 0,-3-1-72 16,1-3-313-16,-1 0 231 0,4-3 107 16,-1 1 67-16,1-1-265 0,2-4 161 15,1 2 81-15,4 0 43 0,5-2-9 0,0 2 47 0,2-1-1 16,2 3 335-16,2-1-167 0,3 5-84 16,0 1 443-16,0 2-234 0,0 2-141 0,0 4 16 15,0 5 225-15,0-2-147 0,0 1-78 0,0 7 355 16,0-5-226-16,0 2-112 0,0-3-57 0,-2-1 319 15,-2-5-393-15,-1 1-18 0,1-5 0 0,0-4 0 16,1 0 0-16,-2-5 0 0,3-4 0 0,2 0 0 16,-1-3 0-16,-1 0 0 0,0 0 0 0,2-6 0 15,0-7 0-15,0-1 0 0,0 1 0 0,0-2 0 16,5 2 0-16,5 2 0 16,0 0 0-16,2 2 0 0,4 0 0 0,0 5 0 15,1 3 0-15,1-1 0 0,2 2 0 0,-1 0 0 16,-1 3 0-16,1 7 0 0,-3 4 0 0,-2-1 0 15,-3 3 0-15,-1-4 0 0,-2 6 0 16,-5-2 0-16,-1 0 0 0,-2-2 0 0,0 1 0 0,-2-4 0 16,-7-1 0-16,-4-1 0 0,-2-2 0 15,-2-2 0-15,0-2 0 0,-2-1 0 0,1-2 0 16,-1 0 0-16,0 0 0 0,0 0 0 16,2-5 0-16,3-1 0 0,0-2 0 0,7 1 0 15,-1-1 0-15,3 1 0 0,5 1-71 0,0 0-40 16,0-1 31-16,14 0-853 0</inkml:trace>
  <inkml:trace contextRef="#ctx0" brushRef="#br0" timeOffset="184532.68">23600 17117 3219 0,'-4'-1'0'0,"2"1"0"0,-1 0 0 0,-1 0 0 0,-1 0 0 0,3 0 0 0,0 0 0 0,2 0 0 0,0 0 0 0,0 0 0 0</inkml:trace>
  <inkml:trace contextRef="#ctx0" brushRef="#br0" timeOffset="192656.9">28500 15883 1453 0,'-2'0'0'0,"-1"3"0"0,3 0 0 0,0-1 0 0,0 2 0 0,0-2 0 0,0 2 0 0,0-1 0 0,3-1 0 0,5-1 0 0,2 2 76 0,2 0 77 0,0-3-56 0,-1 3-29 16,-2-3 179-16,3 0-93 16,-1 0-62-16,-2 0-26 0,-3 0 97 0,-1 0-62 15,0 0-30-15,0 2 108 0,0-1-74 0,-3 2-33 16,2-2 1-16,-3 1 0 0,3 2 1 0,-2 0-23 16,5 0-11-16,-2-1 63 0,2 1-31 0,3 0 0 15,0-1-1-15,-2 0 10 0,7 0-40 0,-1-2-1 16,0-1 3-16,-5 3-43 0,3-1 0 0,0-1 0 15,1 3 0-15,-2-3 0 0,2 6 0 16,-1-4 0-16,5 2 0 0,-4 2 0 0,9-4 0 16,-1 4 0-16,-2-4 0 0,2 0 0 15,3 2 0-15,-1-4 0 0,7 1 0 0,0 0 0 16,6-2 0-16,-4 0 0 0,1 0 0 0,-1 0 0 16,2 2 0-16,-5-2 0 0,0 3 0 0,0-1 0 15,-4 0 0-15,-1 2 0 0,6 0 0 0,-3 1 0 16,1 1 0-16,2-1 0 0,0 1 0 0,2 0 0 15,-2-1 0-15,1-3 0 0,4 2 0 0,-1 0 0 16,-1-2 0-16,-1 2 0 16,0-3 0-16,-2 2 0 0,-1-3 0 0,-4 1 0 15,-2 0 0-15,6 3 0 0,-4-4 0 0,-5 1 0 16,6 0 0-16,-1 2 0 0,-5-1 0 0,6 0 0 16,0 0 0-16,-1-1 0 0,3 1 0 0,-3 0 0 15,2 0 0-15,3 0 0 0,0-2 0 0,1 0 0 16,3 0 0-16,-1 0 0 0,2 0 0 0,0 0 0 15,-3 0 0-15,1 0 0 0,-1 0 0 0,-2 0 0 16,-4 0 0-16,6 0 0 16,-4 0 0-16,-1 0 0 0,0 0 0 0,2 2 0 15,1 0 0-15,-4 0 0 0,4-1 0 0,0 1 0 16,3 1 0-16,0-2 0 0,0 1 0 0,1 1 0 16,-1 0 0-16,2 0 0 0,-2 0 0 0,-1-2 0 15,3 1 0-15,0 0 0 0,-3-1 0 0,6 3 0 16,-3-2 0-16,0 0 0 0,3 2 0 0,-1-1 0 15,-2-1 0-15,3 3 0 0,1-4 0 0,-3 3 0 16,1 2 0-16,-2-2 0 0,1-1 0 16,-2 2 0-16,-3-1 0 0,1-2 0 15,-2 2 0-15,3 0 0 0,-3 0 0 0,0-2 0 16,2-1 0-16,0 2 0 0,-1-2 0 0,1-1 0 16,1 2 0-16,-1 0 0 0,0-2 0 0,-1 0 0 15,1 2 0-15,-2-2 0 0,-2 2 0 0,2-2 0 16,-3 2 0-16,1-1 0 0,-3-1 0 0,2 2 0 15,0-2 0-15,-1 2 0 0,1 0 0 16,-1-1 0-16,-3-1 0 0,9 2 0 16,-2-2 0-16,2 0 0 0,-2 0 0 0,0 0 0 15,-5 0 0-15,10 0 0 0,-10 0 0 0,3 0 0 16,-3 0 0-16,-2 0 0 0,4 0 0 0,-7 0 0 16,5 0 0-16,0 0 0 0,0 2 0 0,-2-2 0 15,6 3 0-15,-1-2 0 0,2 1 0 0,-2 0 0 16,4-2 0-16,-2 2 0 0,2-2 0 0,-4 2 0 15,0-2 0-15,-5 1 0 0,2-1 0 0,-3 0 0 16,-2 0 0-16,-2 0 0 16,-4 0 0-16,-4 0 0 0,1 0 0 0,-4 0 0 15,-2 0 0-15,-1 0 0 0,-1 0 0 0,-1 0 0 16,0 0 0-16,0 0 0 0,-2 0 0 0,2 0 0 16,-2 0 0-16,3 0 0 0,-3 0 0 0,2 0 0 15,1 0 0-15,-1 0 0 0,0 0 0 0,1 0 0 16,1 0 0-16,-1 0 0 0,0-1 0 0,2-1 0 15,0 0 0-15,0-2 0 0,0 3 0 0,0-2 0 16,3 1 0-16</inkml:trace>
  <inkml:trace contextRef="#ctx0" brushRef="#br0" timeOffset="195897.08">28546 16445 2851 0,'-3'0'0'0,"3"0"0"0,0 4 0 0,0 1 0 0,5 0 0 0,17-2 0 0,2-2 0 0,12-1 0 0,9 0 0 0,4 0 0 0,5-3 239 0,1-8-98 0,0-2-51 0,1 0 75 16,-4-1-67-16,-3 3-29 0,-12 4 15 0,4-1-43 16,-8 4 0-16,-6 0 10 0,-4 2-245 0,-3 2 118 15,-2 0 58-15,-8 0-532 0,-1 0 291 0,-6 0 78 16,-1 0 93-16,0 0-613 0,-2-1 329 15,0-4 166-15,0-7-280 0,0-3 212 0</inkml:trace>
  <inkml:trace contextRef="#ctx0" brushRef="#br0" timeOffset="196083.59">29141 16179 2215 0,'-8'-3'0'0,"5"2"0"0,1 1 0 0,2 0 0 0,0 0 0 0,0 0 0 0,0 0 0 0,7 0 0 0,9 4 0 0,4 3 0 0,3 1 144 0,1-1-51 16,-4 1-16-16,8 1 283 0,-8-1-160 0,1 2-79 0,-5 0-56 15,-1 3-24-15,-5 0 10 16,-3 2-10-16,-6 2-207 0,-1 2 103 0,0 5 52 16,-8-1-342-16,-12 1 207 0,0 1 88 0,-4 0 1 15,-1 0-487-15,-1-1 216 0,1 0 144 0,1-1 61 16,0 0-165-16,2 2 124 0,0-1 61 0</inkml:trace>
  <inkml:trace contextRef="#ctx0" brushRef="#br0" timeOffset="196528.8">28992 16824 1592 0,'-7'12'0'0,"0"6"0"0,5 0 0 0,0-7 0 0,-1-1 0 0,3-5 0 0,0 1 0 0,0-5 0 0,0 2 0 0,0-3 0 0,0 0 219 0,0 0-95 15,0 0-31-15,3 0 258 0,-1-3-156 0,3-4-76 0,1-4 102 0,-3-4-94 16,3 0-44-16,-3-2 1 0,-2-3-60 0,0 4 17 16,-1-2 11-16,0 0-11 0,0 1-79 0,-1 3 40 15,-9 2 0-15,1 3 9 0,-1 3 11 0,-4 0 19 16,1 6 0-16,-4 0-40 0,-4 3-11 0,1 17 1 15,0 2-31-15,2 4 27 16,-3 5-24-16,4 1 51 0,0 2 31 0,5-1 1 16,-1 2-25-16,7-5-6 0,2-1 131 0,4-1-60 15,0-7-25-15,0 0-24 0,4-3 6 0,7-3-12 16,4-1 11-16,0-7-47 0,2 1 10 0,1-7 0 16,1-1-67-16,2 0 26 0,-3 0 27 0,0-7 0 15,1-10-94-15,-4-1 56 0,0-3 15 0,0-5-39 16,-1-1 22-16,0 1-1 15,-3-1 14-15,-3 4-8 0,1 6 15 0,-2-2 3 16,-3 8 7-16,-2 1 48 0,-1 2 1 0,1 6-42 16,0 1 183-16,-2-2-78 0,0 3-48 0,1 0-8 15,-1 0 103-15,3 12-51 0,0 1-89 0,-1 2 0 16,-2 2 0-16,3 0 0 0,-1 2 0 0,2 2 0 16,-1-3 0-16,2 1 0 0,-1-3 0 15,3-1 0-15,-2 1-65 0,1-3 22 0,-3-6-282 0,5 3 125 16,-3-5 92-16,3-2-14 15,-1-3-525-15,4 0 303 0,0 0 141 0,1-6-424 16,1-9 293-16,-3-2 146 0</inkml:trace>
  <inkml:trace contextRef="#ctx0" brushRef="#br0" timeOffset="196666.19">29235 16858 2451 0,'0'-7'0'0,"0"1"0"0,0 4 0 0,0 0 0 0,0 1 0 16,0 1 0-16,0 0 0 0,0 0 0 0,0 0 0 0,0 0 0 0,1 0 218 0,1 0-89 0,3 5-114 0,1 4-1 0,1-2 27 0,0 1 10 15,2 2-492-15,0-2 241 16,1-1 121-16,1-2 60 0,3-2-326 0,2-3 201 16</inkml:trace>
  <inkml:trace contextRef="#ctx0" brushRef="#br0" timeOffset="196856.25">29439 16599 2804 0,'-5'-9'0'0,"3"5"0"0,-1 2 0 0,0 1 0 0,3-2 0 0,0 2 0 16,0-3 0-16,6 2 0 0,8-2 0 0,6 3 0 0,3-4 206 0,2 3 178 0,2-1-172 0,1 0-85 0,2 2-43 15,-3-1-288-15,3 2 132 0,0 0 52 0,-2 0 30 16,-3 0-236-16,-4 0 134 0,0 0 66 0,0 0-637 16,-2 0 240-16,-4-2 210 0,0 1-43 0,-7-5-379 15</inkml:trace>
  <inkml:trace contextRef="#ctx0" brushRef="#br0" timeOffset="197815.52">29756 16320 1777 0,'-5'-8'0'0,"3"2"0"0,2 2 0 0,0 3 0 0,0-1 0 0,0 0 0 0,0 2 0 0,5 0 0 0,8 0 0 0,-2 0 0 0,0 0 354 0,6 5-146 16,-4 0-89-16,0 1 50 0,-1 3-64 0,-2-2-32 15,2 2 0-15,-6 0-69 0,-1 5-9 16,-3 0 46-16,-2 4 0 0,0 4 0 15,-13 1 10-15,-4 1-10 0,-3 2-820 0,-5 3 397 16,-7 3 123-16,4-2 126 0,3-7-292 0,-8 10 198 16,6-9 93-16,-3 3 46 0,4-3-2 0,1-3 0 15,5-3 39-15,1 0 153 0,4-2-71 0,2-2-36 16,5-4 0-16,3 0 111 0,1-1-83 0,3-2-27 16,1 0 336-16,-2-2-122 0,2 1-104 0,0 0 24 15,0-2 197-15,0 2-148 0,0-4-69 0,-2 2-34 16,-1 0 84-16,0 0-59 15,1 0-20-15,0-2 59 0,-1-1-49 0,2 1 0 16,-1 1-50-16,2-3 10 0,-2 0 0 0,2 1-10 16,0-1-17-16,0 0 17 0,0 0-11 0,0 2 11 15,0-2-85-15,0 0 38 0,0 2-1 0,0-2-67 16,0 1 53-16,0-1 9 0,0 0 7 0,0 0-132 16,0 0 73-16,0 3 17 0,0-3-1 0,0 0-90 15,0 0 58-15,0 0 18 0,0 0-14 16,0 0 13-16,0 0-1 0,0 0 10 15,0 0-114-15,0 0 68 0,0 0 30 0,0 0-1 16,0 0-91-16,0 0 61 0,0 0 20 0,0-3-21 16,0 2 31-16,0-1 0 0,0 0 30 0,-2 1 68 15,-1-2-44-15,1 0 11 0,0-1 151 0,1 0-93 16,-1 0-47-16,-1 1 1 0,3-1 83 0,0-2-24 16,0 2-43-16,0-2 28 0,0 1 135 0,0-2-55 15,0 0-49-15,0 2-88 0,3 0-1 0,0-1 69 16,1-1-26-16,-1 1-362 15,-1 0 175-15,2 1 68 0,-3-2-238 0,-1 1 133 16,0-2 81-16,0 3 2 0,0-4-4 0,0 3 41 16,0 1-1-16,-3 0 85 0,-2 1-28 0,1 1-10 15,1-1-18-15,-2 2 258 0,2 0-129 0,1 0-65 16,2 0-32-16,0 2 455 0,0 0-224 0,0 0-55 16,0 0 152-16,0 0-139 0,0 2-69 0,0 8-25 15,0 2 223-15,0 6-133 0,2 0-68 0,1 6-34 16,0 1 140-16,-1 0-76 15,-2 3-54-15,1-2 202 0,-1 3-122 0,0-1-62 16,0-2-88-16,0-2-14 0,0 4 0 0,0-1 0 16,0-3 0-16,0-4 0 0,0 3 0 0,-3-4 0 15,0-4 0-15,-2-3 0 0,5-6 0 0,-2 0 0 16,-1-2 0-16,3-2 0 0,-3-2 0 0,1 0 0 16,0-2 0-16,1-8 0 0,1-5 0 0,0-3 0 15,0-3 0-15,1-1 0 0,6-1 0 0,3 5 0 16,3-2 0-16,-1 3 0 15,5 3 0-15,-1 2 0 0,1 5 0 0,0 1 0 16,-1 2 0-16,2 4 0 0,1 0 0 0,-2 0 0 16,0 7 0-16,0 7 0 0,-3 0 0 0,-3 4 0 15,1 1 0-15,-5-2 0 0,-2 1 0 0,-3 3 0 16,-2-3 0-16,0 3 0 0,0-2 0 16,-10-2 0-16,-6-2 0 0,0-2 0 0,-1-2 0 0,-3-1 0 15,1-3 0-15,-2-3 0 16,1-1 0-16,0-3 0 0,2 0 0 0,-2 0 0 15,5-3 0-15,-3-3 0 0,1-3 0 0,4-1 0 16,4-1 0-16,1 2 0 0,3-2-202 0,4 0-154 16,1-3 158-16,0 4-544 0,16-6 351 0,4 1 165 15,5-1 97-15,5 2-518 0</inkml:trace>
  <inkml:trace contextRef="#ctx0" brushRef="#br0" timeOffset="198606.83">27852 16605 1376 0,'-5'-11'0'0,"0"3"0"0,0 1 0 0,2-3 0 0,-3 2 0 0,2 1 0 0,-3-1 0 0,1 3 0 0,0 1 0 0,3 1 0 0,-2 1 73 15,-2 0 221-15,-2 2-126 0,0 0-63 0,-1 13 133 16,-3 5-103-16,-1 7-47 0,3 5 1 16,-3 10 13-16,3 1-30 0,4-3 11 0,0 10-41 0,4-7 260 15,3-3-130-15,0-1-65 0,0-2 116 16,0-1-80-16,7-7-55 0,7-2-57 15,0-2-31-15,4-5 0 0,2-5 0 0,0-3 0 16,7-3 0-16,-2-7 0 0,0 0 0 0,0 0 0 16,-3-7 0-16,-4-7 0 0,4-8 0 0,-6 1 0 15,-2-5 0-15,-1-2 0 0,-3-2 0 0,-3-2 0 16,0-4 0-16,0 1 0 0,-7-3 0 0,2 1 0 16,-2-1 0-16,0-2 0 0,0 3 0 0,-8-1 0 15,-2 5 0-15,-4 3 0 0,2 5 0 0,-1 8 0 16,-3 0 0-16,2 6 0 15,-2 1 0-15,2 8 0 0,-2-2 0 0,2 3 0 16,3 1 0-16,-4 0 0 0,7 1 0 0,-4 11 0 16,5 0 0-16,-1-1 0 0,1 2 0 0,2-1 0 15,0-1 0-15,1 1-308 0,3-3 111 0,1 4 67 16,0-1-136-16,0-1 111 16,0 0 57-16,1-1 27 0,13 2-534 0,1-3 270 0,7 0 152 0</inkml:trace>
  <inkml:trace contextRef="#ctx0" brushRef="#br0" timeOffset="198791.34">28172 16667 2863 0,'0'0'0'0,"0"0"0"0,0 5 0 0,0-5 0 0,1 4 0 0,9-1 0 0,4-2 0 0,-1 0 0 0,7-1 0 0,0 0 0 0,0 0 105 16,2 3-10-16,-2-3-10 0,1 2-44 0,-2-1 0 15,-2 2-159-15,0-2 80 0,-1 3 49 0,-2 0-538 16,-3-1 284-16,-3 1 142 0,3 4 71 0,-7 0-838 16</inkml:trace>
  <inkml:trace contextRef="#ctx0" brushRef="#br0" timeOffset="198959.51">28218 16913 3041 0,'-16'10'0'0,"6"-3"0"0,3-2 0 0,2 0 0 0,4-2 0 0,1-2 0 0,0-1 0 0,13 3 0 0,8-1 0 0,5-2 0 0,3 0 196 0,1 0-77 0,2 0 378 0,-2 0-419 16,-7 0-78-16,10 0 0 0,-6 0 0 0,-6 0 0 15,3-2 0-15,0-1 0 0,-4 2 0 0,-1-1 0 16,0 1-759-16,-1 1 326 0,2 0 192 0</inkml:trace>
  <inkml:trace contextRef="#ctx0" brushRef="#br0" timeOffset="200719.7">30237 16722 2078 0,'-13'-2'0'0,"3"2"0"0,8 0 0 0,-1 0 0 0,1 0 0 16,2 0 0-16,0 0 0 0,0 0 0 0,0 0 0 0,2-4 0 0,8-2 441 0,6-2-201 0,1 3-90 0,3-2-60 0,0 3 338 15,0-2-194-15,0 2-97 0,-3 2-4 16,3 0-133-16,-2 2 0 0,-1 0 0 0,1 0 0 16,-3 0 0-16,3 2 0 0,-4 4 0 0,2 0 0 15,-2-2 0-15,1 1 0 0,-7-1-96 0,4-1-225 16,-2 1 179-16,-4 0-37 0,1 0-765 0,-5-1 452 16,-2 3 226-16</inkml:trace>
  <inkml:trace contextRef="#ctx0" brushRef="#br0" timeOffset="200886.9">30325 16896 2916 0,'-18'13'0'0,"8"1"0"0,5-7 0 0,1-3 0 0,2-1 0 0,0 0 0 0,2-2 0 0,0-1 0 16,6 0 0-16,8 2 0 0,7-2 192 0,2 0 242 0,3 0-197 16,1 0-98-16,1-3-126 0,-2-2-13 0,-1 2 0 0,-1-3 0 0,1 3 0 15,-4-1-341-15,1 0 139 16,-3 2 121-16,0-2-672 0,-3-1 387 0,0-1 78 15,2-2 139-15</inkml:trace>
  <inkml:trace contextRef="#ctx0" brushRef="#br0" timeOffset="201154.51">30932 16355 3355 0,'-12'-6'0'0,"12"4"0"0,0 2 0 0,-2 0 0 0,-3 0 0 0,2 0 0 0,0 4 0 0,-2 9 0 0,3 6 0 0,1 4 0 0,1 3 324 0,0 9-141 0,0 7-114 0,1-1-69 16,6 4 0-16,-1-5 0 0,3 9 0 0,-1-4 0 15,2-2 0-15,-2-8 0 0,-4 5 0 0,3-2 0 16,-2 0 0-16,-3-2 0 0,0 0 0 0,0-4 0 16,-2 1 0-16,0-9 0 15,0 0 0-15,0-5 0 0,-4-6 0 0,2-2-235 16,0-6-73-16,0-2 123 0,1-1-364 0,-1-2 254 15,2-2 127-15,0-13 64 0,0-9-400 0,2-6 237 16,5-12 114-16</inkml:trace>
  <inkml:trace contextRef="#ctx0" brushRef="#br0" timeOffset="201356.87">31052 16525 3639 0,'0'-8'0'0,"0"4"0"0,0 2 0 0,0 0 0 0,0 0 0 0,0 2 0 0,0 0 0 0,3-2 0 0,15 1 0 0,4-1 0 0,3-2 206 15,5 0-120-15,3 3-86 0,2-4 0 0,5 1 0 16,-3 3 0-16,0-2 0 0,-1 2 0 0,-1 1 0 16,2 0 0-16,-6 0 0 0,-4 0 0 0,-7 0 0 15,0 0 0-15,-2 0 0 0,-6 0 0 0,-3 0-494 16,-3 0 69-16,-3-2 163 0,-1 0 110 0,-2-4-193 16,0-1 143-16,0-4 85 0,0 0-425 0,-3-3 251 15</inkml:trace>
  <inkml:trace contextRef="#ctx0" brushRef="#br0" timeOffset="201558.05">31491 16226 2022 0,'-6'0'0'0,"6"0"0"0,0 0 0 0,0 0 0 0,0 0 0 0,6 0 0 0,3 0 0 0,4 0 0 0,2 0 0 0,2 0 0 0,1 0 513 0,4 5-236 0,-4 0-118 16,2 3-50-16,-1-1 145 0,-1 1-107 15,-2 0-54-15,-1 1-26 0,-4-1-32 16,0-1 15-16,-4 3-9 0,-2-4-203 0,-2 3 101 15,-1-2 51-15,-2 1 25 0,0 1-172 0,-2 2 95 16,-8-1 50-16,-6 1-637 0,0 0 317 0,-5 3 83 16,2-2 94-16,-7 5-405 0,-1 1 260 0,0 1 130 15</inkml:trace>
  <inkml:trace contextRef="#ctx0" brushRef="#br0" timeOffset="201675.51">31293 16749 403 0,'0'0'0'0,"0"0"0"0,0 0 0 0,0 0 0 0,2 0-209 0</inkml:trace>
  <inkml:trace contextRef="#ctx0" brushRef="#br0" timeOffset="202119.15">31300 16737 1401 0,'-5'0'0'0,"0"0"0"0,0 0 0 0,1 0 0 0,1-2 0 0,1-1 0 0,-2 2 0 0,4-1 0 0,-2 0 0 0,2 2 0 0,0 0 87 0,0 0 307 16,0 0-176-16,0 0-89 0,0 0 244 0,0 0-156 16,0 10-93-16,0 2-42 0,0 4 266 0,0 2-154 15,0 9-77-15,0-5-28 0,0 8 69 0,0 2-158 16,0 2 0-16,0 0 0 0,0 2 0 0,0-4 0 16,-1 5 0-16,-3-3 0 15,-1-4 0-15,3 0 0 0,-3-4 0 0,2-7 0 16,-2 1 0-16,0-5 0 0,4-5 0 0,-3-3 0 15,2-3 0-15,2-2 0 0,-3-2 0 0,1 0 0 16,2 0 0 0,0-10 0-16,0-4 0 0,0-4 0 0,0 0 0 0,0 1 0 0,7-2 0 0,3 2 0 15,-2 1 0-15,6-2 0 16,0 3 0-16,2 0 0 0,-2 3 0 0,5 4 0 0,-1 2 0 0,-1 3 0 16,3 0 0-16,-2 3 0 15,2 0 0-15,-5 5 0 0,-3 4 0 0,-1 2 0 16,-2 2 0-16,-4 0 0 0,-2 1 0 0,-1 2 0 15,-2-1 0-15,0 1 0 0,-5-2 0 0,-4 2 0 16,-4-1 0-16,-2-5 0 0,0 4 0 0,2-7 0 16,-2 1 0-16,3-1 0 0,0-4 0 0,-1-2 0 15,3-1 0-15,0 0 0 0,2 0 0 0,1 0 0 16,-1-1 0-16,4-2 0 0,1-8 0 0,1-3-9 16,2 0-134-16,0-3 48 15,0 1-675-15,9-8 366 0,3 8 171 0,4-10 102 16,1 5-603-16</inkml:trace>
  <inkml:trace contextRef="#ctx0" brushRef="#br0" timeOffset="202573.46">31861 16394 1767 0,'0'-7'-9'0,"0"1"1"0,0 2 2 0,0 2 1 0,0-1 2 0,0 1 0 0,0 0 2 0,0 1 1 0,0-2 0 0,-3 3 0 0,3 0 622 0,0 0-280 0,0 0-156 16,0 0-72-16,-3 0 339 0,3 3-205 0,0 7-104 15,-2 6-54-15,2 4-90 0,0 3 0 0,0 3 0 16,0 6 0-16,0 2 0 0,0-1 0 0,0 11 0 16,0-4 0-16,0 6 0 0,-2 1 0 0,2-5 0 15,-3 11 0-15,1-1 0 0,2 0 0 0,0-1 0 16,0-3 0-16,0-5 0 0,0 5 0 0,0-13 0 16,0 5 0-16,0-9 0 15,0-6 0-15,0-2 0 0,0-5 0 0,0-6 0 16,0-5 0-16,0-1 0 0,0-2 0 0,0-4 0 15,0 0 0-15,-3 0 0 0,0 0 0 0,-1 0 0 16,1-2 0-16,1-1 0 0,-4-7 0 0,6-1 0 16,0-3-77-16,0-1-53 0,0 0-684 0,0-7 375 15,8-2 204-15,2-2 97 0,2-1-575 0,6-3 337 16</inkml:trace>
  <inkml:trace contextRef="#ctx0" brushRef="#br0" timeOffset="203036.99">32149 16588 2812 0,'0'-12'0'0,"2"6"0"0,-2-1 0 0,0 2 0 0,0 1 0 0,0 2 0 0,0 0 0 0,0 1 0 0,0 1 0 0,0 3 0 0,2 15 643 0,-2 11-291 0,0 7-228 16,0 5-124-16,0 5 0 0,0 2 0 15,0 5 0-15,0-9 0 0,0 9 0 0,0-5 0 16,0 2 0-16,0-3 0 0,0 0 0 0,0-10 0 15,0 5 0-15,2-3 0 0,-1-5 0 0,-1-5 0 16,0-7 0-16,0-2 0 0,0-8 0 0,0-4 0 16,-3-1 0-16,-4-4 0 0,2-3 0 0,-3 0-61 15,-4 0-267-15,5-13 142 16,-2-9 72-16,5-6-415 0,-1-10 234 0,2-11 132 0,3-5-418 0,0-12 271 31,0 1 136-31,0-2 66 0,0 9-159 0,0-4 119 0,0 7 53 0,0 7 28 16,0 3-111-16,0 9 69 15,0 1 25-15,5 2 365 0,2 5-160 0,6 5-81 0,-5 3-40 0,9 2 630 16,-2 0-345 0,6 6-108-16,3 0 597 0,-2 4-367 0,-1 5-183 0,1 1-93 0,2 0 303 0,-1 2-203 15,-4 0-169-15,-3 7-62 16,0 4 0-16,-6 3 0 0,-2-1 0 0,-3 2 0 0,-3 3 0 0,-2 0 0 16,0 1 0-16,-13 4 0 15,1-7 0-15,-8 7 0 0,3-7 0 0,3 0 0 16,-5-3 0-16,4-1 0 0,0-4 0 0,2 0-40 15,-1-2-90-15,3-1 0 0,4 1-366 0,-3-1 229 16,5 1 103-16,2 3-643 0,-1 3 384 0</inkml:trace>
  <inkml:trace contextRef="#ctx0" brushRef="#br0" timeOffset="203497.03">32341 16857 2843 0,'5'12'0'0,"-1"7"0"0,0-2 0 0,-1-3 0 0,-1 2 0 0,-2 1 0 0,0 0 0 0,2 2 0 0,1 1 0 0,-3-1 0 0,0 2 199 16,0-2 170-16,0 0-169 0,0 0-80 0,0-4-40 16,-5-4 31-16,0-2-102 0,-1-2-9 15,3-3 0-15,-3-3 0 0,3-1 0 0,-2 0 0 0,3 0 0 16,-1 0 0-16,3-8 0 16,0-4 0-16,0-3 0 0,3 0 0 0,4-1 0 15,7-5 0-15,4 4 0 0,1-2 0 0,0 2 0 16,3 0 0-16,-3 2 0 0,7 0 0 0,-10 5-436 15,6-1 65-15,-4 4 166 0,-3 2 82 0,-3 1-189 16,3 0 142-16,-7 3 64 0,2-2-249 0,-3 3 157 16,-1 0 79-16,-1 0 30 0,-5 0 33 0,2 0 16 15,0 0 0-15,1 0 0 0,-3 0 288 0,0 0-154 16,0 0-62-16,0 0 550 0,0 4-292 0,0 6-160 16,-3-1 14-16,-1 6 278 0,1 4-169 15,0 3-107-15,-2 6-53 0,3 3 133 16,1 2-226-16,1 3 0 0,0 7 0 0,0-7 0 15,0 3 0-15,0-1 0 0,3-1 0 0,2 2 0 16,1 0 0-16,-4-6 0 0,3 1 0 0,-3-4 0 16,-2-2 0-16,0-6 0 0,0 0 0 0,-5-2 0 15,-5-3 0-15,-2-2 0 0,-3-4 0 0,-3 1 0 16,1-3 0-16,-6 1 0 0,0-4-154 0,3-1 35 16,-6-4-399-16,5-1 228 15,-7 0 127-15,3-11-408 0,2-14 266 0,2-10 131 16,3-18 67-16</inkml:trace>
  <inkml:trace contextRef="#ctx0" brushRef="#br0" timeOffset="203638.11">32566 16656 3002 0,'5'-8'11'0,"3"2"-5"0,-1 2-2 0,-2-1-3 0,-2 2-1 0,4 2 0 0,-1-1 0 0,3 2 0 0,6 0 0 0,-2 0 0 0,1 3 7 16,4 5 0-16,-2 4 45 0,1-1-11 0,-2 2-725 15,2 0 363-15</inkml:trace>
  <inkml:trace contextRef="#ctx0" brushRef="#br0" timeOffset="203821.51">32716 16848 3618 0,'-14'0'0'0,"9"0"0"0,5 0 0 0,0 3 0 0,0-2 0 0,0 4 0 0,2 0 0 0,6 1 0 16,4-1 0-16,5 3 0 0,1-2 313 0,4 1-313 0,-1-2 0 0,3 0 0 0,-2 0 0 0,-1-1 0 16,-1-2 0-16,0 0 0 0,-2 0 0 0,-4-2-51 15,-1 0-1024-15,-3 0 561 0,0 0 130 0</inkml:trace>
  <inkml:trace contextRef="#ctx0" brushRef="#br0" timeOffset="204368.1">32899 16742 3037 0,'0'0'0'0,"0"2"0"0,0-2 0 0,2 0 0 0,7 0 0 0,5 0 0 0,4 0 0 15,3 3 0-15,3 1 0 0,1 2 0 0,0 2 312 0,-3-1-134 0,3 2-68 16,-5-2-21-16,-3 3 116 0,1-1-205 0,-6 1 0 16,-1 1 0-16,-6-3 0 0,0 3 0 0,-5 0 0 15,0 0-408-15,-3 1 200 0,-7 1 126 0,-7-2-566 16,0 1 245-16,-2-3 190 0,-6 5 52 0,2-5-238 15,0 0 178-15,-3 2 89 0,6-3 32 0,-3 1-64 16,6-1 60-16,1-1 29 0,2 1 37 0,7-2-6 16,-1-1-11-16,0 2 10 0,6-1 218 0,0 1-109 15,-1 1-54-15,3-1 361 16,-2 1-196-16,2 3-109 0,0 1 22 0,0 1 507 0,0 2-248 0,0 2-141 16,0 1-86-16,0 1 321 15,-3 5-198-15,-1 1-99 0,1-1-51 0,-3-1 142 16,-1 3-106-16,2-5-129 0,0 1 0 0,-2-3 0 15,3-1 0-15,0-4 0 0,-1-3 0 0,3-1 0 16,1-5 0-16,-1-3 0 0,2 0 0 0,0-2 0 16,0 0 0-16,0 0 0 0,0 0 0 0,0-2 0 15,2-7 0-15,6-1 0 0,2 1 0 0,0-1 0 16,2 3 0-16,1-1 0 0,2 3 0 0,2 1 0 16,0 2 0-16,-1 2 0 15,-1 0 0-15,3 0 0 0,-4 11 0 0,-1 3 0 16,0 0 0-16,-3 2 0 0,-3 0 0 0,-2 1 0 15,-3 1 0-15,-2-2 0 0,0 2 0 0,0-1 0 16,-9-2 0-16,-4-3 0 0,1 0 0 0,-2-2 0 16,-2-3 0-16,0-2 0 0,-3-1 0 0,3-4 0 15,-1 0 0-15,2 0 0 0,0 0 0 0,2 0 0 16,4-8 0-16,-1 0 0 0,5-8 0 0,1-2 0 16,4-7 0-16,0-4-48 0,0-8-451 15,7-2 228-15,7-4 113 0,-1-6 46 16</inkml:trace>
  <inkml:trace contextRef="#ctx0" brushRef="#br0" timeOffset="204620.79">33181 16638 3931 0,'-2'-5'0'0,"2"2"0"0,0 2 0 0,0-1 0 0,0 0 0 0,8 1 0 0,7-1 0 0,7 2 0 0,4 0 0 0,4 0 0 0,5 0 0 0,-3 3 0 16,6 2 0-16,-3 3 0 0,-1-2 0 0,-1 0 0 0,-3 0 0 0,-3-1 0 15,-4-1 0-15,-2-2 0 16,-2 0 0-16,-6 1 0 0,1-3-97 0,-8 0-323 16,2 0 60-16,-6 0 168 0,1 0-578 0,-3-7 362 15,0-1 183-15,-6-4-114 0,-4 2 137 0,-4-3 84 16,-7-4 37-16</inkml:trace>
  <inkml:trace contextRef="#ctx0" brushRef="#br0" timeOffset="204792.24">33487 16490 2174 0,'0'-3'0'0,"0"0"0"0,0 2 0 0,2-2 0 0,7 2 0 0,3 1 0 0,0 0 0 0,3 0 0 0,3 1 0 16,-1 6 0-16,-1 0 147 0,-2 3-52 0,4-1 338 0,-1 2-201 0,-1-1-93 0,-7-1-48 15,-2 2 14-15,0 0-31 0,-5 3 12 0,-2-2-42 16,-4 7-252-16,-15-2 127 0,3 1 62 0,-3 2-379 15,1-4 232-15,-7 5 72 0,6-1 65 0,-2 0-295 16,5 0 75-16,-1 5 114 0,0 0-507 0,0-4 305 16</inkml:trace>
  <inkml:trace contextRef="#ctx0" brushRef="#br0" timeOffset="205210.37">33497 17123 2463 0,'1'0'0'0,"1"2"0"16,0-2 0-16,0 0 0 0,-2 0 0 0,0-5 0 0,0-1 0 0,0-7 0 0,0 2 0 0,0-5 0 0,0 3 186 0,1-4-71 0,1 2-36 0,1-2 91 15,-3 0-63-15,2 2-20 0,-2-2 102 0,0 4-73 0,0 0-35 16,0 4-1-16,0 1-13 0,-7 1-12 16,-3 3-11-16,-3 3 0 0,-2 1-17 0,-8 3-6 15,-1 16-21-15,1 1-13 0,1 3-10 0,1 3 33 16,-1 4 0-16,5 1 6 0,6-1-16 0,1-4 0 15,6 5 0-15,1-4 0 0,3-4 0 0,0-1 0 16,0-4 0-16,7-1 0 0,1-4 0 0,5-3 0 16,1-4 0-16,-1-2 0 0,4-4 0 15,1 0 0-15,-3 0 0 0,5-2 0 0,-5-8 0 16,3-1 0-16,-4-4 0 0,2-1 0 0,-4 0 0 16,-1 1 0-16,-4 0 0 0,-2 5 0 15,-3 0 0-15,0 2 0 0,1 1 0 0,-3 4 0 16,0 1 0-16,0 1 0 0,0 1 0 0,-3 0 0 15,-1 0 0-15,1 10 0 0,3 2 0 0,0 0 0 16,0 3 0-16,0-2 0 0,0-1 0 0,3 1 0 16,9 1 0-16,0 0 0 0,1-6 0 0,0 4 0 15,4-3-60-15,-1-1-502 0,0-4 259 0,9 3 130 16,-6-3 64-16</inkml:trace>
  <inkml:trace contextRef="#ctx0" brushRef="#br0" timeOffset="205332.7">33789 17333 3437 0,'-4'0'0'0,"4"0"0"0,0 0 0 0,0 0 0 0,0 0 0 0,0 0 0 0,0 0 0 0,0 0 0 0,0 0 0 0,0 0 0 0,2 8-602 0</inkml:trace>
  <inkml:trace contextRef="#ctx0" brushRef="#br0" timeOffset="213256.34">12923 13798 643 0,'-2'-4'-4'0,"-1"-2"2"0,2 2 0 0,-3-1 0 0,2 3 1 0,0-2 0 0,1 0 0 0,-1 3 1 0,0-2 0 0,2 2 0 0,0-1 98 0,0-1 0 0,0 2-47 0,0 1-11 16,0 0 59-16,0 0 0 0,0 0-52 0,0 0 1 15,0 0 61-15,0 0-59 0,0 0 1 16,0 0 79-16,0 0-75 0,0 0 18 0,0 0 19 0,0 0 35 16,0 1-58-16,0 2-4 15,0-1 44-15,0-2 0 0,0 1-27 0,0-1-16 16,0 0 66-16,0 3 1 0,0-3-67 0,0 0 0 16,0 0 68-16,0 0-15 0,0 0-53 0,0 0 65 15,0 0 0-15,0 1-65 0,0-1 16 0,0 0 32 16,0 2 1-16,0-2-49 0,0 0 24 0,0 2-67 15,0-2-23-15,2 1 0 0,0 2 0 16,-1-1 0-16,1-1 0 0,0 1 0 16,2 0 0-16,0 0 0 0,-2-2 0 0,4 3 0 15,-3-1 0-15,3 1 0 0,-3-2 0 0,3 1 0 16,2-1 0-16,-1 4 0 0,1-4 0 0,-1 4 0 16,1-4 0-16,-1 3 0 0,1-2 0 0,1 1 0 15,-1-3 0-15,-1 5 0 0,2-4 0 0,0 1 0 16,0 0 0-16,0-1 0 0,0-1 0 0,-1 0 0 15,1 3 0-15,0-2 0 16,-1-1 0-16,2 3 0 0,-1-3 0 0,-2 2 0 0,3-2 0 16,-1 0 0-16,0 1 0 0,1-1 0 15,-1 0 0-15,1 3 0 0,-1-3 0 0,1 0 0 16,-1 0 0-16,3 0 0 0,0 0 0 0,-1 0 0 16,5 0 0-16,-2 0 0 0,2 0 0 0,0-3 0 15,2 2 0-15,0-4 0 0,1 0 0 0,0 1 0 16,-1-2 0-16,3 1 0 0,0 0 0 0,-3-1 0 15,3 0 0-15,-2 0 0 0,0 3 0 0,0-1 0 16,-3 0 0-16,2 3 0 0,-2-1 0 0,0-2 0 16,0 2 0-16,-1 0 0 15,2 1 0-15,0-3 0 0,1 2 0 0,0-2 0 16,-1 2 0-16,1-2 0 0,1 3 0 0,0-3 0 16,2 2 0-16,0 0 0 0,0 0 0 0,-1 0 0 15,2 0 0-15,-1 0 0 0,-1 2 0 0,1-2 0 16,0 2 0-16,-1 0 0 0,1 0 0 0,0 0 0 15,-1 0 0-15,3 0 0 0,4-1 0 0,-3-2 0 16,0 2 0-16,-1-1 0 0,7-1 0 16,-2 0 0-16,-2 1 0 0,3-2 0 15,-3 3 0-15,-2-4 0 0,2 4 0 0,1-1 0 16,1 0 0-16,-4 0 0 0,-1 1 0 0,3-1 0 16,2 0 0-16,-3 0 0 0,-4 0 0 0,1 0 0 15,2 0 0-15,-1 1 0 0,0-1 0 0,-1 0 0 16,0-1 0-16,-1 3 0 0,2-1 0 0,-3 1 0 15,1 0 0-15,0 0 0 0,1 0 0 0,-1 0 0 16,0 0 0-16,2 0 0 16,-2 0 0-16,0 0 0 0,2 0 0 0,-1 0 0 15,1 0 0-15,3 0 0 0,-3 0 0 0,2 0 0 16,-2 0 0-16,-2 0 0 0,0 0 0 0,1 0 0 16,1 0 0-16,-2 0 0 0,-1 0 0 0,-1 1 0 15,2 2 0-15,-5 1 0 0,4-3 0 0,-6 3 0 16,3-2 0-16,0 2 0 0,-2-2 0 0,0 1 0 15,0 1 0-15,0 0 0 0,-1-2 0 0,0 1 0 16,0-1 0-16,0 2 0 16,2-3 0-16,-1 2 0 0,0-1 0 0,0-1 0 15,0 2 0-15,0-2 0 0,0-1 0 0,2 2 0 16,2 0 0-16,-3-2 0 0,5 0 0 0,-2 2 0 16,1-2 0-16,1 0 0 0,-2 0 0 0,1 2 0 15,1-2 0-15,-1 2 0 0,0 0 0 0,-1-2 0 16,2 2 0-16,-3-1 0 15,3-1 0-15,-1 3 0 0,1-3 0 0,0 0 0 0,4 0 0 16,-2 1 0-16,0-1 0 0,3 0 0 16,-1 0 0-16,1 0 0 0,-2 0 0 0,1 0 0 15,-2 1 0-15,5 2 0 0,-2-1 0 0,1 2 0 16,0-1 0-16,1 0 0 0,-3 0 0 0,5 3 0 16,0-3 0-16,-2 1 0 0,0 0 0 0,1-3 0 15,-5 1 0-15,6 1 0 0,-3-2 0 0,0 1 0 16,0-1 0-16,1-1 0 0,-4 0 0 0,5 0 0 15,-3 0 0-15,1 0 0 0,-2 0 0 0,1 0 0 16,-3 0 0-16,7 0 0 0,-3 0 0 16,-1 0 0-16,-1 0 0 0,-5-1 0 15,2-1 0-15,1 2 0 0,-3-1 0 0,-3-2 0 16,-2 1 0-16,-1 1 0 0,-5-1 0 0,0 0 0 16,-3 2 0-16,-4-2 0 0,0 2 0 0,0 0 0 15,-1 0 0-15,-1 0 0 0,0 0 0 0,-7 0 0 16,-12 7-364-16,0 5-246 0,-5 5 273 0</inkml:trace>
  <inkml:trace contextRef="#ctx0" brushRef="#br0" timeOffset="-181926.77">1364 7856 1657 0,'-12'5'0'0,"-4"6"0"0,4 1 0 0,-2-1 0 0,1-2 0 0,1 2 0 0,-1-1 0 0,5-3 0 0,1-1 0 0,2-1 0 0,1-1 116 0,2-1 181 0,2-2-120 15,0-1-61-15,0 0 46 0,0 0-53 16,0 0 14-16,0 0-67 0,0 2 95 0,0-2-47 16,0 0-1-16,2 1 38 0,2-1-28 0,-1 0-14 15,4 0-42-15,-2 0 241 0,2 0-246 16,4-3-52-16,1-8 0 0,1-4 0 0,1-4 0 0,7-3 0 15,-2-3 0-15,7-7 0 0,-2 4 0 16,6-10 0-16,-1 1 0 0,5-1 0 16,1-1 0-16,3-4 0 0,2-3 0 0,9-2 0 15,-3 3 0-15,3-2 0 0,2 0 0 0,4 0 0 0,-3-3 0 16,4-2 0-16,3-2 0 0,9-6 0 16,-3 4 0-16,1-2 0 0,-4 5 0 0,16-10 0 15,-3 6 0-15,-3-2 0 0,5 1 0 0,-1-2 0 16,-9 4 0-16,14-12 0 0,-5 8 0 0,0 3 0 15,-1 0 0-15,-3 0 0 0,-6 10 0 0,11-9 0 16,-9 5 0-16,-6 6 0 16,5-4 0-16,0 4 0 0,-1-1 0 0,-3 1 0 15,-10 5 0-15,-8 6 0 0,-1 0 0 0,-1 4 0 0,-12 6 0 16,1-1 0-16,-4 5 0 0,-3 1 0 16,-9 6 0-16,0-1 0 0,-6 5 0 0,-2 1 0 15,-2 3 0-15,-2-1 0 0,0 5 0 0,-1-2 0 16,-1 0 0-16,-2 1 0 15,0 1 0-15,0-2 0 0,0 1 0 0,0 2 0 0,0 0 0 0,0-2 0 16,0 2 0-16,0 0 0 16,0 0-361-16,-7 0 111 0,-3 0 107 0,0 0-372 0,-5 4 234 15,2 2 116-15,-3 0-587 0,-1-3 341 16</inkml:trace>
  <inkml:trace contextRef="#ctx0" brushRef="#br0" timeOffset="-181650.78">3594 5560 2573 0,'-16'0'0'0,"5"0"0"0,3 0 0 0,0 0 0 0,3 0 0 16,3 0 0-16,2 0 0 0,0 0 0 0,21 0 0 0,10 0 0 0,9-1 158 0,11-3-62 0,1-3 270 0,13-5-160 0,-2 3-80 16,0-3 30-16,-7 2-44 0,7 2-11 0,-6-1-64 15,-1 3-37-15,-10 2 0 0,-10 2 0 16,-5 2 0-16,-2 0 0 0,-8 0 0 0,-3 3 0 15,-9 3 0-15,-1 2 0 0,-3 2 0 0,-3 0 0 16,-2 2 0-16,0 3 0 0,-13 4 0 0,-2 1 0 16,-2 5 0-16,-3 1 0 0,-7 6 0 15,4 2 0-15,-5 4 0 0,-4 4 0 0,-3 5 0 16,-7 9 0-16,-4 5-204 0,-11 8 56 0,-1 1-922 0,-7 3 513 16,-9 6 244-16</inkml:trace>
  <inkml:trace contextRef="#ctx0" brushRef="#br0" timeOffset="-180717.96">1327 8022 1765 0,'-8'0'0'0,"1"0"0"0,-1 0 0 0,1 0 0 0,2 0 0 0,0 0 0 0,3 0 0 0,-3 0 0 0,2-1 0 0,3 1 0 0,0-2 202 0,0 2-79 0,0-2-39 16,0 2 178-16,0-2-97 0,3 0-66 0,2 0 1 15,4 0 22-15,4 0-39 0,-1 1 1 16,3-3 143-16,3 3-96 0,-1-2-43 0,4 1 110 0,3-1-77 0,2 0-44 15,-7 2-77-15,11-2 0 0,0 2 0 0,-5-1 0 16,5 0 0-16,0 2 0 0,0 0 0 16,3 0 0-16,0 0 0 0,2-2 0 15,-1 2 0-15,3 0 0 0,-1-2 0 0,2 0 0 16,-1 1 0-16,6-3 0 0,-10 0 0 0,6 0 0 16,-3 0 0-16,3-1 0 0,0-1 0 0,0 1 0 15,-2-2 0-15,7 1 0 0,-9-2 0 0,12 1 0 16,-2-1 0-16,-3 1 0 0,0-3 0 15,-3 1 0-15,10-2 0 0,-5 1 0 0,0 1 0 16,1-2 0-16,0 1 0 0,-5 2 0 16,6-1 0-16,-5 1 0 0,3 2 0 0,1-2 0 15,-3 1 0-15,-2-1 0 0,5 2 0 0,0 0 0 16,-3 2 0-16,4-1 0 0,-4 2 0 0,0-2 0 16,9 2 0-16,-7-1 0 0,2 0 0 0,1 1 0 15,-1 0 0-15,-2 2 0 0,9-5 0 0,-5 4 0 16,-1-1 0-16,4-1 0 0,-2 0 0 0,-8-1 0 15,11 3 0-15,-2-1 0 0,-5 1 0 0,5 1 0 16,0-1 0-16,-3 2 0 16,2 0 0-16,2 0 0 0,-1 0 0 0,-2 0 0 15,2 0 0-15,1-2 0 0,-3 0 0 0,3 0 0 16,-1 0 0-16,-2-2 0 0,2 1 0 0,3 1 0 16,-6-1 0-16,1-1 0 0,-2 1 0 0,0-2 0 15,-1 1 0-15,-6 0 0 0,8 2 0 0,-3-3 0 16,-3 3 0-16,-2-2 0 0,-4 1 0 0,1 0 0 15,0 1 0-15,0 1 0 16,-1-1 0-16,-5 0 0 0,-2 1 0 0,-7-2 0 16,2 1 0-16,-2 1 0 0,-5 1 0 0,0-2 0 15,-6 2 0-15,-2-2 0 0,0 2 0 0,-4 0 0 16,-1-2 0-16,-1 2 0 0,-2 0 0 0,0 0 0 16,0-2 0-16,0 0 0 0,0-2 0 0,0 1 0 15,0-3 0-15,-3 3 0 0,-3-1 0 0,0-1 0 16,-2 0 0-16,-1 2 0 0,0-1-7 0,2 0-268 15,0-2-752-15,4-1 491 0,1-4 246 0,2-8 122 16</inkml:trace>
  <inkml:trace contextRef="#ctx0" brushRef="#br0" timeOffset="-180465.54">5483 7296 2141 0,'0'0'0'0,"0"3"0"0,0-1 0 0,0 0 0 0,0 2 0 0,0 0 0 0,0 2 0 0,5 1 0 0,8 2 0 0,1 3 0 0,5 0 474 0,2 2-215 0,4-1-108 16,3 2-54-16,3 0 114 0,1-2-73 0,1 2-53 16,3 0 113-16,0-1-77 0,-4-2-65 0,1 1-56 15,-10-1 0-15,6 4 0 0,-11-6 0 0,2 3 0 16,-5 1 0-16,-7-3 0 0,-2 0 0 0,-4 6 0 16,-2-2 0-16,0 5 0 0,-19 3 0 0,-6 5 0 15,-8 3 0-15,-8 3 0 0,-8 3 0 0,0 2 0 16,-6 1 0-16,-3 1 0 0,10-3 0 0,-19 9 0 15,9-2 0-15,-2-1 0 16,4 3-107-16,5-1-204 0</inkml:trace>
  <inkml:trace contextRef="#ctx0" brushRef="#br0" timeOffset="-179478.16">1427 5874 2212 0,'-35'-22'9'16,"5"10"-2"-16,2 10-2 0,4 0-1 0,-1 1 1 0,7 1-1 0,3 0-1 0,7 0 0 0,5 0-1 0,3 0 0 0,0 0 109 0,16 0 278 0,14 1-160 15,15 1-96-15,13-2-44 0,2 0 262 0,9-2-154 16,0-5-78-16,-5-2-62 0,18-4-57 16,-8 2 0-16,-7-1 0 0,0 2 0 0,-14 6 0 0,2-3 0 15,-8 5 0-15,-9 1-511 0,-6 1 249 16,-9 0 84-16,-2 0-336 0,-10 0 174 0,-3 0 154 15,-4 1 72-15,-4 1-508 0,0-2 289 0</inkml:trace>
  <inkml:trace contextRef="#ctx0" brushRef="#br0" timeOffset="-178936.97">2020 5557 1985 0,'-8'-14'0'0,"3"5"0"0,0 0 0 0,5 2 0 0,0-3 0 0,5 2 0 0,13 3 0 0,7 1 0 0,2 2 0 0,5 1 0 0,-2 1 133 0,1 0 244 16,-6 5-157-16,5 7-94 0,-7 4-41 15,-5 3-11-15,-4 1 0 0,-9 6-31 0,-3 5-108 16,-2 1 49-16,-5 7 29 0,-11 1 0 0,-7-1-85 16,0 3 58-16,1-9 39 15,-6 10-11-15,3-7-381 0,5-7 131 0,-5 2 121 0,5-4-466 0,5-7 258 16,-5 4 146-16,7-6-251 0,-1 1 192 0,1-1 97 16,3-1 48-16,3-2-97 0,3 0 100 0,0-3 42 15,1-3 46-15,1 2 31 0,-1-1-43 16,3-3-7-16,0-1 177 0,0-3-122 0,0 1-40 0,0-2 1 15,0-2 476-15,0 2-185 16,0-2-145-16,0 0 400 0,0 0-250 0,0-2-125 16,0-5-62-16,-2-5 148 0,-3-1-110 0,-2-2-51 15,-3-1 0-15,2 2 11 0,-6-1-30 0,-2-1 10 16,-5 6 13-16,0-1-55 0,-2 3 1 0,-2 6 0 16,-1 2 67-16,-1 0-23 0,-3 17-10 15,0 9 4-15,5 6 0 0,3 6-38 0,1 1-1 16,5-2-22-16,3 17 23 0,5-8 0 0,8 1-11 15,0-3-32-15,0-9 0 0,7-1 0 0,11-6 0 16,5-6 0-16,2-7 0 0,4-8 0 16,2-7 0-16,1 0 0 0,0-7 0 0,-2-11 0 15,-4-5-1-15,-4-5-14 0,-4-2 1 0,-6-2 44 16,-2-2-30-16,-5 4 0 0,-3 2 0 0,0 7 0 16,-2 1 0-16,0 8 0 0,0 3 0 0,0 3 0 15,0 4 0-15,0 2 0 0,-2 0 0 0,-2 23 0 16,4 3 0-16,0 4 0 0,0 9 0 0,2 2 0 15,7-6 0-15,8 14 0 16,7-7 0-16,2-2 0 0,6 0 0 0,5-1 0 16,9-2 0-16,8 1 0 0,-1 0-649 0,7-2 20 15,8 2 292-15</inkml:trace>
  <inkml:trace contextRef="#ctx0" brushRef="#br0" timeOffset="-178452.87">6492 7377 3091 0,'-18'0'0'0,"6"0"0"0,6 2 0 0,4-2 0 0,2 1 0 0,0-1 0 0,0 0 0 0,6 0 0 0,16 0 0 0,12-5 0 0,9-6 173 0,5-2-54 0,2 1 276 16,4 1-242-16,-3 0-153 0,1 1 0 0,-1 2 0 0,-7 5 0 16,6-3 0-16,-9 1 0 0,-7 3 0 15,1 0 0-15,-8 0 0 0,-6 1-285 0,-1-2 68 16,-10 2 67-16,-1 1 85 0,-4 0-448 15,-3-3 236-15,-2 2 103 0,0-6-393 0,-4-2 262 16,-12 0 132-16,2-2-325 0,-7-5 228 0,2 2 103 16</inkml:trace>
  <inkml:trace contextRef="#ctx0" brushRef="#br0" timeOffset="-177936.34">6984 7117 1944 0,'-10'-11'0'0,"8"4"0"0,-1 1 0 0,3-1 0 16,0 5 0-16,3-1 0 0,13 0 0 0,3 3 0 0,1 0 0 0,6 0 0 0,-1 0 253 0,-1 6-94 0,6 5-64 0,-1-2 348 0,-4 4-201 0,3-1-99 0,-7 0-50 15,-1 3 102-15,-3-1-82 0,-1-1-35 0,-5 2-121 16,-4 2 43-16,-3-2 0 0,-4 2 54 0,0 1-243 16,-1 5 116-16,-14-3 58 0,-4 4 29 0,-4 0-115 15,-3 2 64-15,0-1 32 0,-2 0-425 0,-1-1 207 16,3-4 38-16,1-1 74 16,7-6-164-16,-1-1 120 0,3-3 57 0,4-4-17 0,3-1 36 15,0-2 1-15,2-1 24 16,4-1 84-16,-1 0-37 0,3 0 1 0,-2 0-37 15,3 0 117-15,-2 0-69 0,1 0-19 0,0 0 361 0,-4 5-144 16,0 5-104-16,-2 0 6 0,2 7 312 16,-3 6-190-16,1 1-77 0,-1 4 218 0,2 2-162 15,1 2-71-15,1 1-60 0,1-3-75 0,-1-1 0 16,1-1 0-16,-2-7 0 0,2 2 0 0,-1-5 0 16,3-3 0-16,-4-3 0 0,1-3 0 0,1-1 0 15,1-4 0-15,0-1 0 0,1-3 0 16,-1 1 0-16,2-1 0 0,0 0 0 0,0 0 0 0,0 0 0 15,0 0 0-15,10 0 0 16,12-3 0-16,-3-1 0 0,4 3 0 0,9-3 0 16,-2 4 0-16,1 0 0 0,-3 0 0 0,0 4 0 15,-5 4 0-15,5 6 0 0,-8 1 0 0,-4 0 0 16,-4 2 0-16,0 4 0 0,-8-4 0 0,-4 1 0 16,0 1 0-16,-9 4 0 0,-7-4 0 15,-9-3 0-15,-1 1 0 0,-2-4 0 0,-2-3 0 16,-2-3 0-16,0-3 0 0,2-4 0 0,4 0 0 15,-3 0 0-15,9-4 0 0,-1-8 0 16,3-8 0-16,6 0 0 0,7-1 0 0,5-7 0 16,0-2 0-16,11-1 0 0,15-4 0 0,4 5-1038 15,8-2 324-15</inkml:trace>
  <inkml:trace contextRef="#ctx0" brushRef="#br0" timeOffset="-176685.8">1829 7493 1010 0,'-9'-2'0'0,"1"-3"0"0,1 1 0 0,-1 0 0 0,-1-3 0 0,3 1 0 0,1 0 0 0,-3 1 0 0,6-3 0 0,-3 2 0 0,3 1 144 0,2-3-49 0,-2 1 0 15,2 1 53-15,0 2-57 0,0-2 0 0,0 3-45 0,0-1 192 0,2 2-97 16,0-2-36-16,3 3 151 15,1-1-105-15,-2 0-53 0,2 2 0 0,-1 0 123 16,1 0-76-16,-1 0-56 0,4 0 1 0,-4 0 100 0,0 0-73 16,1 0-35-16,-1 0 77 0,2 2-128 15,-1 1-31-15,-3 1 0 0,2 0 0 0,0 0 0 16,-1 2 0-16,2-3 0 0,-1 3 0 0,-2 0 0 16,1 1 0-16,1-2 0 0,2 4 0 15,-1-4 0-15,-3 2 0 0,2-1 0 0,2-1 0 16,-2 3 0-16,0-2 0 0,1 2 0 15,-1-2 0-15,1 2 0 0,-1-1 0 0,1 2 0 16,-2 0 0-16,2 2 0 0,-1-2 0 0,2 0 0 16,-5 3 0-16,4-1 0 0,0 1 0 0,-2-1 0 15,1 0 0-15,2 1 0 0,-2-1 0 0,-2 0 0 16,3 0 0-16,0 1 0 0,-1-2 0 0,2 2 0 16,-4-2 0-16,0 3 0 0,4-1 0 0,-5 2 0 15,4-1 0-15,-4 0 0 0,1 1 0 16,1-4 0-16,-3 5 0 0,1-3 0 15,0 1 0-15,-1-2 0 0,-1-1 0 0,0 1 0 0,0 0 0 16,0-2 0-16,0 2 0 0,0-1 0 16,0 1 0-16,0-1 0 0,-3 1 0 0,0-2 0 15,1 1 0-15,-3-1 0 0,3-1 0 0,-1-1 0 16,-2 1 0-16,5-4 0 0,0-1 0 0,-3-1 0 16,3-2 0-16,0 0 0 0,0 0 0 0,0 3 0 15,0-3 0-15,0 0 0 16,0 0 0-16,0 0 0 0,0 0 0 0,0 0 0 15,0-5 0-15,0-1 0 0,0-1 0 0,0 1 0 16,0-1 0-16,0 1 0 0,0 0 0 0,0 2 0 16,0 3 0-16,0-2 0 0,3 0-197 0,7 3-417 15,5 0 285-15</inkml:trace>
  <inkml:trace contextRef="#ctx0" brushRef="#br0" timeOffset="-176145.88">4384 5621 2241 0,'0'0'0'0,"0"0"0"0,0 0 0 0,0 0 0 0,0 0 0 0,2 0 0 0,7 5 0 0,-2 4 0 0,1 3 0 0,2 1 0 0,-2 2 103 0,-1 0 1 0,0 4-45 16,0 6-12-16,-4 1-280 0,0 3 140 16,-1 3 70-16,-2 10 35 0,0-7-754 0,0 13 369 15</inkml:trace>
  <inkml:trace contextRef="#ctx0" brushRef="#br0" timeOffset="-176000.56">4372 6366 2195 0,'0'22'0'0,"-3"-4"0"0,-1-3 0 0,-4-2 0 0,1-2 0 0,2 4 0 0,-3 2-1 0,3 2-10 0,1 3 2 16,1 3 0-16,3-3 269 0,0 8-117 0,0 0-51 15,0 4-441-15,3 6 196 0,6-3 99 0,-1-1 59 0,4 5-808 16</inkml:trace>
  <inkml:trace contextRef="#ctx0" brushRef="#br0" timeOffset="-175874.63">4379 7127 1614 0,'-7'19'-1'0,"-3"-4"1"0,0-1 0 0,1 1 0 0,3-1 0 0,-3 0 0 0,5 2 0 0,0-1 0 0,3 1 0 0,1 2 0 0,0 0-88 0,0 1 66 15,1 7 33-15,9-4-571 0,-3 1 283 0,1 2 139 16</inkml:trace>
  <inkml:trace contextRef="#ctx0" brushRef="#br0" timeOffset="-175657.04">4357 7704 1776 0,'0'16'0'0,"-3"2"0"0,-1-3 0 0,-1-7 0 0,2 5 0 0,0-4 0 0,1 0 0 0,0 0-2 0,2-2 0 0,0 5 0 0,0-1 128 0,0-2-41 0,2 1-1 0,6-3-346 15,3 1 153-15,-5-2 87 16,4-3 27-16,-2 0-573 0,-1 2 284 0,-2-3 142 15,-2 0-221-15,-1 4 176 0,-2-3 98 0,0 1 45 16,0-2 44-16,-2-1 0 0,-7 1 0 0,2 0 0 16,0 0 22-16,0-1-44 0,-1-1 22 0,3 0 486 15,2 0-296-15,1 0-46 0,0 0-82 0,0 0 439 16,2 3-228-16,0-1-115 0,0 1-530 0,0 1 203 16</inkml:trace>
  <inkml:trace contextRef="#ctx0" brushRef="#br0" timeOffset="-174607.54">3842 7508 1376 0,'-2'-6'0'15,"1"-1"0"-15,-6 2 0 0,4-2 0 0,-2 2 0 0,0-1 0 0,0 2 0 0,1-1 0 0,1 1 0 0,-3 2 0 0,6-1 438 0,-3 1-203 0,1 0-97 0,2 0-48 16,0 2 303-16,0-2-176 0,0 2-76 0,0 0 85 0,0 0-92 16,0-1-46-16,0 1 0 0,0 0 131 0,0 0-78 15,0 0-134-15,0 0-7 16,0 0 0-16,0 0 0 0,0 0 0 0,0 0 0 0,2 0 0 15,1 0 0-15,-3 0 0 0,3 0 0 16,0 0 0-16,0 0 0 0,-1 0 0 0,1 0 0 0,-1 0 0 16,0 0 0-16,0 0 0 0,1-3 0 15,-1 3 0-15,1 0 0 0,-1 0 0 0,-1 0 0 16,0 0 0-16,3 0 0 0,-1 0 0 0,1 0 0 16,1 3 0-16,0 0 0 0,4 1 0 0,5 0 0 15,0-1 0-15,2 1 0 0,5 0 0 16,3 0 0-16,3 0 0 0,-4-3 0 15,7 5 0-15,-4-2 0 0,0 3 0 0,-1-1 0 0,0 3 0 16,-2-2 0-16,3 5 0 0,-9-1 0 0,5 0 0 16,-4 1 0-16,-4-1 0 0,2 0 0 15,-2 1 0-15,-4-3 0 0,0 0 0 0,-2-3 0 16,-1-1 0-16,-2 1 0 0,-1-4 0 16,0 1 0-16,-1-3 0 0,-1 3 0 0,-2-3 0 15,2 0 0-15,-2 0 0 0,3 0 0 16,-3 0 0-16,0 0 0 0,0 0 0 0,0 0 0 15,0 0 0-15,0 0 0 0,0 0 0 0,0 0 0 16,0 0 0-16,0 0 0 0,0 0 0 16,0 0 0-16,0 0 0 0,0 0 0 0,0 0 0 0,0 0 0 15,0 0 0-15,0 0 0 0,0 0 0 0,0 0 0 16,0 0 0-16,0 0 0 0,0 0 0 0,0 0 0 16,0 0 0-16,0 0 0 0,0 0 0 0,0 0 0 15,0 1 0-15,0 1 0 16,0 0 0-16,0 0 0 0,0 0 0 0,0 0 0 0,-5 1 0 15,3-2 0-15,-1 0 0 16,-1 3 0-16,0 0 0 0,-1 2 0 0,0 0 0 16,-2 2 0-16,0 2 0 0,-1 1 0 0,0 5 0 0,-6 3 0 15,0-1 0-15,0 4 0 0,-4 4 0 0,-1 1 0 16,-3 3 0-16,-4 4 0 0,8-5 0 0,-3-2 0 16,0 1 0-16,3-3 0 0,6-5 0 0,-3 3 0 15,3-2 0-15,4-4 0 0,0-3 0 16,1 0 0-16,2-3 0 0,2-2 0 0,-1 1 0 15,3-5 0-15,-1 1 0 0,-1-3 0 0,3 1 0 16,0-4 0-16,0 2 0 0,0-2 0 0,0 0 0 16,0 0 0-16,0 0 0 15,0 0 0-15,0 0 0 0,0 0 0 0,0 0 0 0,0 0 0 16,0 0 0-16,0 0 0 0,0 0 0 0,0 0 0 16,0 0 0-16,0 0 0 15,0 0 0-15,0 0 0 0,0 0 0 0,0 0 0 16,0 0 0-16,0 0 0 0,0 0-278 0,0 2-21 15,5 1-446-15,0-3 351 0</inkml:trace>
  <inkml:trace contextRef="#ctx0" brushRef="#br0" timeOffset="-173929.64">1234 7990 864 0,'0'0'0'0,"-2"-1"0"0,2-3 0 0,-3 0 0 0,-1-2 0 0,3 3 0 0,-3-3 0 0,1 0 0 0,-3 0 0 0,4 2 0 0,0 0 46 0,-1 1 67 16,1 2-12-16,2-1-55 0,0 2 1 0,0 0 147 16,0 0-73-16,0 6-27 0,0 8 49 0,5 5-49 15,2 6 0-15,-1 4 117 0,1 5-71 0,0 0-53 16,1 1 1-16,-2 4 109 0,1-4-75 0,0 1-39 16,0-5 13-16,-2 0 21 0,-2-8-35 15,5-3 0-15,-8-3-36 0,4-8 114 0,-1 1-46 16,-1-7-11-16,-2 0 73 0,0-1-106 0,0-2-70 15,0 0 0-15,0 0 0 0,-2 0 0 0,-5-5 0 16,2 0 0-16,1 0 0 16,0 0 0-16,3 4 0 0,1-1 0 0,0 0-37 15,5 2-77-15,21 0 68 0,17 0-707 0</inkml:trace>
  <inkml:trace contextRef="#ctx0" brushRef="#br0" timeOffset="-173123.2">4314 7733 2351 0,'0'-1'-2'0,"0"-3"-1"0,0 2 2 0,0-2 0 0,-2 2 0 0,2 1 1 0,0-1 0 15,0 2 0-15,0 0 0 0,0 0 0 0,0 0 170 0,0 2-64 0,0 8-31 0,2 4 107 0,1 2-70 0,0 5-23 16,1 3-11-16,0 1 118 0,0 0-76 0,-1-7-39 15,-1 5 60-15,0-3-38 0,1 0-10 0,-2-5-51 16,-1-1-42-16,0-4 0 0,0-3 0 0,0-2 0 16,0-1 0-16,0-1 0 0,0-3 0 0,0 0 0 15,0 0 0-15,0 0 0 0,0-7 0 0,0-5 0 16,0-4 0-16,0-2 0 0,0-7 0 0,0 5 0 16,0-8 0-16,0 7 0 15,0 0 0-15,0 3 0 0,2 4 0 0,0 4 0 16,-2 2 0-16,2 4 0 0,-2 1 0 0,1 0 0 15,1 3 0-15,0 0 0 0,4 4 0 0,-1 10 0 16,-3-2 0-16,3 7 0 0,-2 2 0 0,1 0 0 16,-1 0 0-16,-1 3 0 0,0-4 0 0,-1 1 0 15,2-6 0-15,-1-2 0 0,1-4 0 0,-3-2 0 16,0 0 0-16,0-5 0 0,0-1 0 16,0-1 0-16,0 0 0 0,0 0 0 0,0-1 0 15,0-9 0-15,-3-3 0 0,1-5 0 0,2 0 0 16,0-3 0-16,0-1 0 0,0 0 0 15,0 1 0-15,0 2 0 0,0 4 0 0,2 3 0 16,1 6 0-16,0 0 0 0,-2 4 0 0,2 0 0 16,0 2 0-16,1 0 0 0,-3 7 0 0,1 10 0 15,-2 0 0-15,0 8 0 0,0-3 0 0,0 3 0 16,0-6 0-16,0 3 0 0,0-4 0 16,0-3 0-16,0-1 0 0,0-2 0 15,0-6 0-15,0 0-623 0,0-2 149 0,0-2 220 16,2-2 106-16</inkml:trace>
  <inkml:trace contextRef="#ctx0" brushRef="#br0" timeOffset="-124049.58">12891 13857 650 0,'6'-4'-2'0,"-3"3"0"16,3-1-262-16,3 0 132 0</inkml:trace>
  <inkml:trace contextRef="#ctx0" brushRef="#br0" timeOffset="-120276.68">15115 18118 852 0,'-2'-1'-3'0,"0"-3"2"0,0 2 0 0,1 0 1 0,-4 1 0 0,5-2 0 0,-2 1 0 0,0 1 0 0,0-1 0 0,1-1 0 0,-1 2 50 0,0 1 59 0,0-2-55 15,-1 0 0-15,-1 0 90 0,-1 0-16 0,0 1-66 16,-1-1 0-16,3 0 72 15,-3 0 0-15,3 0-53 0,-3 0 80 0,3 1-48 0,-2 1 0 0,3-3-48 16,-1 2 64-16,1-1 17 0,0-1-81 0,0 2 1 16,0-4 157-16,0 4-79 15,1-3 1-15,1 3 84 0,0-1-90 0,0-2 1 16,0 2-75-16,0 0 64 0,0 0-129 0,0 2 0 16,0 0 0-16,0 0 0 0,0 0 0 0,0 0 0 15,0 0 0-15,3 0 0 0,3 0 0 16,1 0 0-16,1 0 0 0,3-2 0 0,-2 2 0 15,5 0 0-15,-1-1 0 0,0 1 0 0,-4-3 0 16,2 2 0-16,1 1 0 0,-3-1 0 0,2 1 0 16,1 0 0-16,-1 0 0 0,0 0 0 0,3 0 0 0,-2 0 0 15,4 0 0-15,-1 0 0 16,2 0 0-16,6 0 0 0,-3-4 0 0,6 3 0 16,1 0 0-16,-1-2 0 0,0 1 0 0,5-2 0 15,0-1 0-15,3 1 0 0,-4-1 0 0,2 1 0 16,2-2 0-16,-1 5 0 0,-1-3 0 0,0 0 0 15,-3 2 0-15,-1 1 0 0,-2 1 0 0,1 0 0 16,-6 0 0-16,8 0 0 0,-5 0 0 16,1 0 0-16,0 0 0 0,-5 0 0 15,6 0 0-15,2 0 0 0,-1 3 0 0,3-2 0 16,-2 2 0-16,0-2 0 0,2 3 0 0,1 1 0 16,0-2 0-16,-1 1 0 0,4-1 0 0,0 1 0 15,3 1 0-15,-7-1 0 0,2 1 0 0,4-3 0 16,-15 3 0-16,14-1 0 0,-12-1 0 0,0 1 0 15,6 0 0-15,-8 0 0 0,5-3 0 0,-1 3 0 16,16 1 0-16,-27-5 0 0,9 2 0 0,2 1 0 16,1-1 0-16,1-1 0 15,-3 3 0-15,10 0 0 0,-6-2 0 0,3 0 0 16,0 1 0-16,1 1 0 0,2-2 0 0,-1 0 0 16,10 2 0-16,-17-2 0 0,8-1 0 0,10 1 0 15,-19 1 0-15,12-2 0 0,-3 1 0 0,-2 0 0 16,1-2 0-16,-6 2 0 0,15 1 0 0,-15-3 0 15,5 0 0-15,0 2 0 0,-2-2 0 0,0 2 0 16,2 0 0-16,0 0 0 0,-6-2 0 0,2 0 0 16,4 1 0-16,-5-1 0 15,8 0 0-15,-5 0 0 0,2 0 0 0,-2 0 0 16,2 0 0-16,0 0 0 0,-2 0 0 0,0 0 0 16,0 3 0-16,2-3 0 0,-2 0 0 0,4 2 0 15,-2-2 0-15,0 1 0 0,0-1 0 0,0 0 0 16,-2 2 0-16,-2-2 0 0,4 0 0 0,-2 2 0 15,-2-2 0-15,-1 1 0 0,-1 3 0 0,2-4 0 16,-1 0 0-16,0 0 0 0,1 0 0 16,-3 0 0-16,5 0 0 0,-4 0 0 15,4 0 0-15,0 0 0 0,1 0 0 0,-3 0 0 16,0 0 0-16,-4 0 0 0,6 0 0 0,-11 0 0 16,9 0 0-16,-7-1 0 0,-3-2 0 0,5 2 0 15,-5-1 0-15,2-1 0 0,-3-2 0 0,-4 4 0 16,6-3 0-16,-5 2 0 0,0 0 0 0,-1 1 0 15,-11-1 0-15,17 0 0 0,-12 0 0 0,0 0 0 16,-1 1 0-16,0-2 0 0,0 1 0 16,-5 1 0-16,3-1 0 0,-2 2 0 15,0-3 0-15,0 2 0 0,-2-1 0 0,0 0 0 16,0 2 0-16,0-2 0 0,0 2 0 0,0 0 0 16,-13 4 0-16,-15 17 0 0</inkml:trace>
  <inkml:trace contextRef="#ctx0" brushRef="#br0" timeOffset="-111532.5">20723 18111 1183 0,'-4'-8'0'0,"0"5"0"15,3-1 0-15,-1 0 0 0,-1 0 0 0,1 1 0 0,-1-3 0 0,1 3 0 0,0-1 0 0,2 2 0 0,-2-1 209 0,2 2-82 0,0 1 1 0,0-1 12 0,0 1-39 0,0 0-1 16,0 0-24-16,0 0 37 0,0 0-52 0,0 0 0 15,0 0 0-15,0 0 39 0,0 0-24 0,0 0-15 16,0 0 39-16,0 0 0 0,0 0-39 0,0 0 0 16,0 0-37-16,0 0 37 0,0 0 0 15,0 0 44-15,2 0-44 0,0 0 0 0,1 0 15 0,1 1 33 16,1 0 0-16,-2 2-48 0,3-1 0 16,-1-1 40-16,1-1 16 0,-3 3-112 15,4-3-5-15,-2 1 0 0,1-1 0 0,-1 2 0 16,4-2 0-16,1 2 0 15,-1-2 0-15,2 0 0 0,3 0 0 0,0 0 0 0,4 0 0 16,0 0 0-16,1 0 0 0,2 0 0 0,4 0 0 16,-5 0 0-16,3 0 0 0,3 0 0 0,0 0 0 15,0 0 0-15,0-2 0 0,4 0 0 0,0-2 0 16,2 3 0-16,0-1 0 0,-3-2 0 0,2 3 0 16,-8-3 0-16,7 3 0 0,-1-1 0 0,-1 0 0 15,2 2 0-15,-2 0 0 0,2 0 0 0,4 0 0 16,-2 0 0-16,3 0 0 15,1 0 0-15,3-1 0 0,3 1 0 0,3-2 0 16,2 0 0-16,-4-2 0 0,1 2 0 0,-2-3 0 16,-4 2 0-16,11 1 0 0,-15-3 0 0,9 1 0 15,-10 2 0-15,6 0 0 0,-2 0 0 0,-1 1 0 16,-1 1 0-16,6-3 0 0,-8 3 0 0,8 0 0 16,-9-1 0-16,12 1 0 0,-15-2 0 0,4 2 0 15,1-2 0-15,-1 1 0 0,3 1 0 16,-6 0 0-16,0 0 0 0,2 0 0 15,-2 0 0-15,3 0 0 0,-3-2 0 0,2 0 0 16,0 2 0-16,-2 0 0 0,2 0 0 0,0 0 0 16,0 0 0-16,0 0 0 0,-4 0 0 0,2 0 0 15,-2 0 0-15,-1 0 0 0,-3 0 0 0,0 0 0 16,3 0 0-16,-8 0 0 0,6 0 0 0,-6 0 0 16,2 0 0-16,-1 0 0 0,0 0 0 0,1 0 0 15,-4 0 0-15,1 0 0 16,-2 0 0-16,2 0 0 0,-4 0 0 0,0 0 0 15,-5 0 0-15,3 0 0 0,-3-2 0 0,-2 0 0 16,-1 1 0-16,-1-2 0 0,0 1 0 0,-1 1 0 16,-3-2 0-16,1 3 0 0,-2-1 0 0,0 1 0 15,0-3 0-15,0 3 0 0,0 0 0 0,0 0 0 16,-5 4 0-16,-16 12 0 0,-9 7-885 0,-13 16 149 16</inkml:trace>
  <inkml:trace contextRef="#ctx0" brushRef="#br0" timeOffset="-76313.09">24414 18229 1446 0,'0'-10'0'0,"0"7"0"0,0 1 0 0,0 0 0 0,0 0 0 0,0 0 0 0,-2-1 0 16,2-3 0-16,0 5 0 0,0-1 0 0,0-1 101 0,0 2 196 0,0-1-124 0,0 0-63 0,0 1-31 0,0-2 85 15,0 2-63-15,0 1-1 0,2-2-52 16,1 2 0-16,1 0 0 0,1 0 12 0,1 0 69 16,2 0-40-16,1 0-1 0,1 0-40 0,3 0 129 15,-2 0-53-15,2 0-44 0,0 0 1 0,2-2 86 16,-1 2-59-16,-2-2-43 0,-3 2-65 0,3-3 0 15,-1 3 0-15,1 0 0 0,-4 0 0 0,2 0 0 16,-1 0 0-16,3 0 0 16,-3 0 0-16,3 0 0 0,-3 0 0 0,4 0 0 15,-4 0 0-15,5 0 0 0,-3 0 0 0,2 0 0 16,-2 0 0-16,5 0 0 0,-4 3 0 0,1-3 0 16,1 2 0-16,1 0 0 0,-2 0 0 0,2 2 0 15,-1-3 0-15,0 3 0 0,1 0 0 0,2-2 0 16,-1 1 0-16,-2 1 0 0,3-1 0 0,0-1 0 15,0 0 0-15,4 0 0 0,-3 2 0 0,3-4 0 16,2 1 0-16,1 2 0 0,0-2 0 0,1 2 0 16,1-2 0-16,1 1 0 15,1 0 0-15,2 0 0 0,0-1 0 0,2 2 0 16,-1-2 0-16,4 1 0 0,0 2 0 0,-1-1 0 16,-1-2 0-16,0 1 0 0,-1 1 0 0,3-3 0 15,-3 1 0-15,1 0 0 0,4-1 0 0,-3 3 0 16,1-2 0-16,1 1 0 0,1 0 0 0,1 0 0 15,0 0 0-15,5 2 0 0,-4-1 0 0,3 2 0 16,-7-2 0-16,8 0 0 0,-1 0 0 0,-8 2 0 16,11 1 0-16,-10-2 0 0,9-1 0 15,-5 1 0-15,3 0 0 0,1 0 0 16,-3-1 0-16,-2 2 0 0,11-2 0 0,-6 2 0 16,3-1 0-16,-3 2 0 0,0-2 0 0,-7 2 0 15,4-1 0-15,4 1 0 0,-4-1 0 0,-1 1 0 16,0-1 0-16,0 1 0 0,7 1 0 0,-6-3 0 15,6 0 0-15,3 0 0 0,-1 1 0 0,-4-1 0 16,9 2 0-16,-7-3 0 16,-1 3 0-16,1-1 0 0,-3 0 0 0,-5 0 0 15,7 1 0-15,-4-1 0 0,0 4 0 0,-2-4 0 16,5 1 0-16,-3-1 0 0,9 0 0 0,-2 1 0 16,-1-1 0-16,1-1 0 0,-1 1 0 0,-4 0 0 15,4 0 0-15,0 1 0 0,-4-1 0 0,-1-1 0 16,-1 2 0-16,-4-1 0 0,2 4 0 0,-3-4 0 15,2 0 0-15,-3 1 0 0,-1 0 0 0,-3 0 0 16,-1-3 0-16,0 2 0 0,-4-2 0 16,-5-1 0-16,4 0 0 0,-2 1 0 15,-6-3 0-15,3 2 0 0,-4-2 0 0,-5 2 0 16,-1-2 0-16,-1 0 0 0,-2 0 0 0,-4 0 0 16,1 0 0-16,-2 0 0 0,-1 0 0 0,2 0 0 15,-3 0 0-15,0 0 0 0,2 0 0 0,-2 0 0 16,0 0 0-16,0 0 0 0,0 0 0 0,0-2 0 15,0 0 0-15,0 1 0 0,0-1 0 16,-2 0-82-16,-6 2-363 0,1 0 198 0,-4-2 100 0,1 0-625 16,1 1 362-16,-2-2 169 15,3 1-355-15</inkml:trace>
  <inkml:trace contextRef="#ctx0" brushRef="#br0" timeOffset="-76022.59">28598 18360 2278 0,'0'-4'0'0,"0"3"0"0,0 0 0 0,0-2 0 0,0 1 0 0,2 1 0 0,6-2 0 0,6 3 0 0,5 0 0 0,6 0 0 0,0 9 165 0,3 0 237 0,-2 4-177 16,4-1-76-16,0 4-57 0,0 1 118 0,1-1-82 16,-1 2-39-16,-1 1-1 0,-3-3 17 0,1 0-105 15,-5 0 0-15,-5-3 0 0,0 3 0 0,-3-1 0 16,-1 0 0-16,-8-2 0 0,-1 1 0 15,-3 0 0-15,-1-2 0 0,0 2 0 0,-10-1 0 0,-8 2 0 16,-5-3 0-16,-5 3 0 0,-4-2 0 16,-3-2 0-16,-4 2 0 0,-7 0 0 15,-1 1 0-15,-3-2 0 0,-2 3 0 0,-14 0 0 16,7 2 0-16,-22 4 0 0,-5 3-18 0,15-3-135 16,-7 6-836-16,7-4 470 0,17 2 224 0</inkml:trace>
  <inkml:trace contextRef="#ctx0" brushRef="#br0" timeOffset="-75235.08">29473 18310 1820 0,'-7'-6'0'0,"2"2"0"0,-3 1 0 0,6-1 0 0,-3 2 0 0,2-1 0 0,1 0 0 0,2 2 0 0,0-1 0 0,0 2 0 0,0 0 230 0,4 0-92 15,12 0-47-15,4 0 176 0,5 0-116 0,3 0-53 0,7 0 0 16,1 0 175-16,6 2-114 16,-5-1-46-16,9 2 71 0,-7 0-69 0,-2-1-35 15,0 0 0-15,-1 2-85 0,-2-3 12 0,-4 3 25 16,-4-2-32-16,-3 2-82 0,-4 0 35 0,-1 0 46 16,-2-1-112-16,-4 2 61 0,-2-2 46 0,-2 1-41 15,-3-3-468-15,-3 3 200 0,0-2 134 0,0-2-373 16,-2 1 254-16,0 2 127 0,0-3 64 0,-2 1-359 15</inkml:trace>
  <inkml:trace contextRef="#ctx0" brushRef="#br0" timeOffset="-74964.78">29907 18163 2251 0,'0'-4'0'0,"0"3"0"0,0-3 0 0,0 3 0 0,6-4 0 0,2 2 0 0,3-1 0 15,3 1 0-15,7 2 0 0,4 1 0 0,0 0 282 0,3 0-119 0,2 4-47 0,-4 3 202 0,2 3-136 0,2-1-69 16,-2 3-33-16,-1-1 42 16,-1 2-27-16,-1 0-11 0,-6-2-38 0,-1 2-88 15,-6 1 44-15,-1-3 0 0,-6 0-40 0,-1 1 37 16,-4 0-1-16,0 0 48 0,-9-1-55 0,-7 0 49 16,-7 3-57-16,-3-3 45 0,-2 0 5 0,0 0-50 15,-2-1 36-15,3-1-91 0,-4 2 38 0,4-1 0 16,2-1 53-16,6 1-434 0,-2-1 202 0,3 1 85 15,1 1 38-15,4 0-591 0,-1 0 317 16,0 3 160-16,0 2-459 0</inkml:trace>
  <inkml:trace contextRef="#ctx0" brushRef="#br0" timeOffset="-74525.36">29748 18612 1965 0,'0'-2'0'0,"0"-3"0"0,1-1 0 0,1 1 0 0,0-2 0 0,-1 2 0 0,1 2 0 0,-2 1 0 0,3 1 0 0,-2 1 0 0,0 0 138 0,2 3-46 15,0 10 21-15,-3 3-22 0,0 3-12 0,0 7 51 16,0-5-42-16,0 3 0 0,0 1-42 16,0-4 55-16,0-1-12 0,0 1-43 0,0-2 0 0,0-4 40 15,5 0-40-15,2-5 11 0,0-1-11 0,4-2 0 16,-4-2 0-16,3-4 0 0,2-1 21 0,1 0-10 15,2-1-11-15,0-11 32 0,2-7 0 16,0 2-33-16,1-4 1 0,-5 4-81 16,-1-3 34-16,1-1 1 0,1 2 46 0,-5 3-27 15,1 1-19-15,-3 0 0 0,-2 3 0 0,0 4 0 16,1-1 0-16,-4 6 0 0,-2-1 0 0,3 1 0 16,-1 3 0-16,0 0 0 15,1 0 0-15,-1 4 0 0,2 9 0 0,-1-1 0 0,2 1 0 0,1 2 0 16,-1 2 0-16,-1 2 0 0,1-2 0 0,1-1 0 15,-4 2 0-15,6-2 0 0,-3-1 0 0,-1 0 0 16,-1-4 0-16,5 3 0 16,-6-4 0-16,6-1 0 0,-3-1 0 0,-1-1 0 15,1-4 0-15,1 1 0 0,1 0 0 0,1 0 0 16,2-2 0-16,2-2 0 0,1 3-83 0,2 0-154 16,2 4-880-16,3-1 535 0</inkml:trace>
  <inkml:trace contextRef="#ctx0" brushRef="#br0" timeOffset="-69222.83">24470 18037 2551 0,'0'-1'-7'15,"0"-4"3"-15,0 3 3 0,0-1 1 0,0 1 0 0,0 0 0 0,0 2 0 0,0 0 0 0,0 0 0 0,0 0 0 0,0 0 149 0,0 0-46 0,0 0 15 0,0 0-61 16,0 0 85-16,2 0-42 0,2 0-1 0,-1 0 88 0,4 0-51 15,4 0-14-15,3 0-65 0,1 0 65 0,4-2-122 16,7-5 0-16,1 2 0 0,3-5 0 16,9-3 0-16,0 0 0 0,9-3 0 0,10-4 0 15,-6-1 0-15,16-4 0 0,-2-2 0 0,1-1 0 16,6-2 0-16,12-5 0 0,-14 6 0 0,25-7 0 16,-8 4 0-16,-1 1 0 0,3-1 0 0,0 2 0 15,-11 4 0-15,3-1 0 0,-1 2 0 16,-8 3 0-16,-5 0 0 0,-17 6 0 15,-7-1 0-15,2 4 0 0,-10 2 0 0,-4 2 0 16,-13 1 0-16,2 3 0 0,-7-1 0 0,-3 2 0 16,-5 0 0-16,2 2 0 0,-6 1 0 0,-1-2 0 15,1 3 0-15,0-1 0 0,-2 1 0 0,0 0 0 16,0 0 0-16,2-3 0 16,-2 3 0-16,1-1 0 0,2-1 0 0,0 0 0 0,1 0 0 0,4 1 0 15,1-2 0-15,2 2 0 16,3-1 0-16,-1-2 0 0,8 0-148 0,-2-1-169 15,6-3 131-15,2-1-816 0,-1-3 472 0</inkml:trace>
  <inkml:trace contextRef="#ctx0" brushRef="#br0" timeOffset="-68949.24">26576 17101 2299 0,'-18'-8'0'0,"5"8"0"0,4 0 0 0,1 0 0 0,1 0 0 0,2-2 0 0,4 2 0 0,1 0 0 0,0 0 0 0,0 0 0 0,0 0 232 0,6 0-91 0,7 2-45 0,4 6 170 16,7-1-107-16,-1-1-42 0,8 3 196 0,-2-1-131 16,2-1-66-16,2 1-106 0,1-2-10 0,-1 1 0 15,-1-1 0-15,-2 1 0 0,-3-2 0 0,-5 1 0 16,-1 1 0-16,-5 0 0 0,-2 0 0 0,-7 1 0 16,-1-1 0-16,-3 0 0 0,0 4 0 0,-3-3 0 15,-3 5 0-15,-10 1 0 0,-5-1 0 0,-6 1 0 16,-4 2 0-16,-2 1 0 0,-1 1 0 0,-6 2 0 15,-3 2 0-15,0 2 0 16,-2 0 0-16,-4 5-267 0,3-1-228 0,-1 4 223 16,4 0 108-16,0 2-809 0</inkml:trace>
  <inkml:trace contextRef="#ctx0" brushRef="#br0" timeOffset="-68327.08">25559 16704 1904 0,'-14'-13'0'0,"4"6"0"0,-3 2 0 0,3 0 0 0,-1 0 0 0,3 1 0 0,-2 0 0 0,5 0 0 0,1 1 0 0,3 0 0 0,-2 3 126 16,3 0 289-16,0 0-186 0,8 0-87 0,13 0-43 16,5 5 153-16,14 0-97 0,-3-1-36 0,16 0 252 15,2-1-252-15,10-3-119 0,-5 0 0 0,2 0 0 16,-3 0 0-16,10 0 0 0,-18-5 0 0,1-3 0 16,-5 3 0-16,-11-1 0 0,-3 2 0 0,-8 1 0 15,-4-2 0-15,-10 4 0 0,-2-1 0 16,-6-1 0-16,1 2 0 0,-3 1-400 15,-1 0 6-15,0-2 179 0,-1 2 29 0,-11 0-433 16,1-2 288-16,-1 1 138 0,3-3 68 0,0-4-204 16,-3-2 137-16</inkml:trace>
  <inkml:trace contextRef="#ctx0" brushRef="#br0" timeOffset="-67760.64">26182 16440 2088 0,'0'-14'0'0,"-1"7"0"0,-1 3 0 0,0 1 0 0,2 0 0 0,0 1 0 0,0 1 0 0,0-1 0 0,2 0 0 0,11 2 0 0,8 0 258 15,1 0-101-15,3 0-51 0,1 0 309 0,-4 4-165 16,1 3-105-16,0 2 111 0,-5-1-100 0,-1 3-56 16,-4 0-100-16,-1 4 0 0,-7-2 0 0,-3 2 0 15,-2 3 0-15,0 3-43 0,-13 0-26 0,-4 4 77 16,-6 0-147-16,-2-1 83 0,0 1 53 0,-1-3-66 16,0 1-508-16,1-5 199 0,-3 0 175 0,3-4-288 15,-2-1 217-15,2-5 110 16,-3-1 54-16,3-3-189 0,-3-2 129 0,1-2 57 0,6 0 0 15,0 0 16-15,0 0 41 0,4-2-13 16,2-2 283-16,2-1-134 0,3 1-68 0,1 1 0 16,2 0 186-16,3 2-141 0,0-2-49 0,2 3 674 15,2 0-334-15,0 0-86 0,0 12-110 0,0 1 275 16,0 5-192-16,0 1-90 0,0 6-45 0,2-1 251 16,0 3-149-16,-2-3-202 0,2 6 0 0,-2-1 0 15,0 0 0-15,0-4 0 0,0 0 0 0,-2-4 0 16,-4-1 0-16,0-3 0 15,1-2 0-15,1-6 0 0,-1-2 0 0,1-3 0 16,-1-3 0-16,2-1 0 0,-3 0 0 0,5-1 0 16,1-12 0-16,0 0 0 0,0-2 0 0,5 0 0 15,9 0 0-15,-3 2 0 0,6 1 0 0,-1 3 0 16,4 1 0-16,-1 3 0 0,3 2 0 0,-3 3 0 16,1 0 0-16,-1 0 0 0,-4 6 0 0,0 6 0 15,-2 0 0-15,-1 2 0 16,-5 2 0-16,-2 0 0 0,-1 1 0 0,-2 0 0 15,-2-1 0-15,0 2 0 0,0-2 0 0,-10-4 0 16,0-1 0-16,-6-2 0 0,0-3 0 0,-3-1 0 16,-4-2 0-16,3-3 0 0,-3 0 0 0,0 0 0 15,3-6 0-15,-1-5 0 0,4 0 0 0,1-2 0 16,2-2 0-16,5 0 0 0,3-1 0 0,3 3 0 16,3 2 0-16,0-2 0 0,14 3 0 0,11 5-803 15,10 3 76-15</inkml:trace>
  <inkml:trace contextRef="#ctx0" brushRef="#br0" timeOffset="-65969.21">27013 17320 1430 0,'0'0'0'0,"0"0"-1"0,0 0-4 0,0 0 1 0,0 0 1 0,0 0 1 0,0 0 1 0,0 0 1 0,0 0 0 0,0 3 0 0,0 6-24 15,-2 0 39-15,-5 4-327 0,-1 2 159 0,0 4 81 16,-3 1 41-16</inkml:trace>
  <inkml:trace contextRef="#ctx0" brushRef="#br0" timeOffset="-65811.19">26913 17591 680 0,'0'-3'-1'0,"0"3"0"0,0 0 1 15,0 0 0-15,0 0-1 0,0 7 1 0,0 0-1 0,0 1 1 0,-1 4 0 0,-3 3-2 0,0 6 23 0</inkml:trace>
  <inkml:trace contextRef="#ctx0" brushRef="#br0" timeOffset="-65639.71">26854 18022 837 0,'0'0'0'0,"0"2"0"0,3 5 0 0,-1 2 0 0,0-2 0 0,-2 1 0 0,3-2 0 0,-1 3 0 16,-2 4 0-16,0 1 0 0,0 2 88 0,0 3-50 0,0 2-8 0,0 0-258 0,0 4 116 16,-5-2 56-16,-5 2 1 0</inkml:trace>
  <inkml:trace contextRef="#ctx0" brushRef="#br0" timeOffset="-65525.41">26859 18400 1352 0,'7'0'0'0,"-1"0"0"0,0 0 0 0,-1 2 0 0,-1-2 0 0,-2 0-1 0,1 0 1 0,-1 0 0 0,0 2 0 0,0 0 0 0,0 7-1 0,0 2 1 16,-2 0 57-16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08:33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26359 16935 1775 0,'-19'-12'0'0,"5"2"0"0,0 1 0 15,1-1 0-15,6 1 0 0,-5-3 0 0,7 6 0 0,1-4 0 0,2 1 0 0,2 4 0 0,0 2 100 0,0-1 172 0,0 1-112 0,2 2-57 0,7-1 196 0,3 0-126 0,2 2-51 16,2 0-44-16,-1 0 177 0,2 0-103 16,1 0-53-16,-1 0 4 0,2 0 13 0,-1 0-69 15,2 0 0-15,-5 0-78 0,2 0 39 0,-4 0 0 16,2 0 37-16,0 0-45 0,0 0-2 0,-2 0 4 16,-2 0-16-16,2 0-15 0,2 0 44 0,-1 0-42 15,0 0-49-15,4 0 23 0,-4-2 31 0,2 0 12 16,-2 1 13-16,-3-2-12 0,-1 2 9 0,-3-1 78 15,1 0-37-15,-4 0 9 0,-3 2-44 0,2-1 41 16,-3 1-47-16,0 0 0 0,0 0 0 0,0 0 0 16,0 0 0-16,0 0 0 15,0 0 0-15,0 0 0 0,0 0 0 0,0 0 0 16,0 0 0-16,0 0 0 0,0 0 0 0,-3 0 0 16,2 0 0-16,-3 0 0 0,-2 0 0 0,1 0 0 15,-1 1 0-15,-2 3 0 16,-1 2 0-16,0-1 0 0,-3 3 0 0,1-1 0 0,-3 1 0 0,2 2 0 15,-1-2 0-15,-2 2 0 0,-3 1 0 0,2-2 0 16,-6 5 0-16,0-3 0 16,-3 2 0-16,0 0 0 0,-5 2 0 0,-3 0 0 15,-5 3 0-15,-1-4 0 0,3 4 0 0,2-2 0 16,-9 5 0-16,12-7 0 0,-2 4 0 0,1 0 0 16,0 0 0-16,0-2 0 0,2 3 0 0,0-2 0 15,-2 2 0-15,2-1 0 0,-7 3 0 16,5-2 0-16,-10 5 0 0,4-1 0 0,1-2 0 0,0 1 0 15,-1 1 0-15,3-5 0 0,-3 6 0 0,2-1 0 16,2-2 0-16,4-4 0 16,-4 2 0-16,-1 0 0 0,-3-1 0 0,8 0 0 15,-2-2 0-15,1 0 0 0,1 0 0 0,3-2 0 16,-1 1 0-16,-2 1 0 0,3-1 0 0,3-1 0 16,5-5 0-16,-1 3 0 0,0 0 0 0,6-3 0 15,0-1 0-15,2 2 0 0,1-5 0 0,4 2 0 16,0-2 0-16,0 0 0 0,3 0 0 0,-2-1 0 15,2-1 0-15,2 0 0 0,-2-2 0 16,3 2 0-16,1-1 0 0,0 0 0 16,-2-2 0-16,2 0 0 0,0 0 0 0,0 0 0 15,0 0 0-15,0 0 0 0,0 0 0 0,0 0 0 16,0 0 0-16,0 0 0 0,0 3 0 0,0 3-484 16,0 3 184-16,0 4 133 0</inkml:trace>
  <inkml:trace contextRef="#ctx0" brushRef="#br0" timeOffset="39628.18">4162 12710 705 0,'-26'-9'0'0,"7"1"0"0,-4-1 0 0,3 2 0 0,3-1 0 0,-1 0 0 0,6-2 0 0,1 5 0 0,4-2 0 0,0 1 0 16,2 1 132-16,0 1-37 0,0 1-1 0,5 2 157 0,-1-1-105 15,1 0-44-15,0 2 52 0,0 0-49 0,0 0 0 16,0 0-34-16,0 0 27 0,0 0 0 0,0 0-41 16,0 0 104-16,0 0-53 0,0 0 15 0,0 0-66 15,0 0 62-15,0 0-62 16,0 0 0-16,0 0 0 0,0 0 176 0,0 0-96 15,1 0-39-15,4 2 101 0,0 1-71 0,0 0-21 16,0-1-30-16,2 1-77 0,6 1 0 0,-5-2 0 16,1 2 0-16,5-1 0 0,0 1 0 0,2 0 0 15,0 0 0-15,2 1 0 0,1-2 0 0,2 4 0 16,0-4 0-16,-2 3 0 0,3-2 0 0,-4 1 0 16,2-1 0-16,2 2 0 0,-4-2 0 15,2 1 0-15,1-1 0 0,3 1 0 16,-1-1 0-16,-1 2 0 0,5-1 0 0,-1 1 0 15,1-2 0-15,3 2 0 0,0-1 0 0,0 1 0 16,3-1 0-16,-1 0 0 0,1 1 0 0,0-1 0 16,1 0 0-16,1 0 0 0,0 1 0 0,1-2 0 15,-1 0 0-15,0 0 0 0,2-1 0 0,-2-1 0 16,2 1 0-16,4-2 0 0,-4 1 0 0,5-2 0 16,-1 0 0-16,-4 0 0 0,8 0 0 0,-4 0 0 15,3 0 0-15,2 0 0 16,-6 0 0-16,-3 0 0 0,11 0 0 0,-8 0 0 15,2 0 0-15,1 0 0 0,-1 0 0 0,-4 0 0 16,12 0 0-16,-6 0 0 0,4 0 0 0,-2 0 0 16,8 0 0-16,-12 0 0 0,12 0 0 0,-4 0 0 15,-1 0 0-15,-1 0 0 0,3 0 0 0,-2 0 0 16,1 0 0-16,-1 0 0 0,0-2 0 0,2 2 0 16,-3 0 0-16,-2 0 0 0,6 0 0 0,-4 0 0 15,-4 0 0-15,2 0 0 0,1 0 0 16,-6 0 0-16,9 0 0 0,-3 0 0 15,3 0 0-15,-4 0 0 0,3 0 0 0,3 0 0 16,-1 0 0-16,-2 0 0 0,0 0 0 0,1 0 0 16,-3 0 0-16,-1 0 0 0,7 0 0 0,-7 0 0 15,3 2 0-15,0-1 0 0,-6 2 0 0,11-1 0 16,-5 2 0-16,1-1 0 0,-1 0 0 0,-1 2 0 16,-5-4 0-16,10 3 0 0,-5 0 0 0,3 0 0 15,0-1 0-15,0 1 0 16,1-3 0-16,4 2 0 0,-2-1 0 0,-1 1 0 15,-2-1 0-15,2 1 0 0,-3-2 0 0,0 1 0 16,1 0 0-16,-1 0 0 0,3 1 0 0,-1-3 0 16,4 1 0-16,9-1 0 0,-15 0 0 0,8 1 0 15,0-1 0-15,1 0 0 0,-1 0 0 0,7 0 0 16,-5 0 0-16,-8 0 0 0,15 0 0 0,-1 0 0 16,-9 0 0-16,12 0 0 0,-7 0 0 0,0 0 0 15,1 0 0-15,1 0 0 16,-5 0 0-16,10 0 0 0,-2 0 0 0,3 0 0 15,-2 0 0-15,-2 0 0 0,-6 0 0 0,13 3 0 16,-8-1 0-16,4-1 0 0,0 1 0 0,4 1 0 16,2-2 0-16,-2-1 0 0,-2 0 0 0,3 2 0 15,-1-2 0-15,1 0 0 0,-8 2 0 0,15-2 0 16,-5 1 0-16,-1 2 0 0,-3-2 0 0,-1 1 0 16,-5-2 0-16,13 3 0 0,-10-1 0 0,2 2 0 15,5-1 0-15,-3 0 0 0,-8 0 0 16,13 2 0-16,-7-3 0 0,0 0 0 15,3 3 0-15,-3-4 0 0,4 2 0 0,4-1 0 16,-4-2 0-16,2 2 0 0,-2-2 0 0,1 0 0 16,2 0 0-16,-1 0 0 0,14 0 0 0,-19 0 0 15,8 0 0-15,-2 0 0 0,1 0 0 0,-2 0 0 16,0 0 0-16,0-2 0 0,4 0 0 0,-2-1 0 16,0 3 0-16,-2-1 0 0,2-1 0 0,0-1 0 15,-3 2 0-15,6 0 0 0,-2-1 0 16,3 0 0-16,0-1 0 0,-3 2 0 15,5-1 0-15,-1-1 0 0,10 2 0 0,-4-3 0 16,1 0 0-16,-13 3 0 0,7-3 0 0,3 3 0 16,8-3 0-16,-11 2 0 0,7 0 0 0,-2-2 0 15,-14 2 0-15,11 1 0 0,9-1 0 0,-6-1 0 16,2 2 0-16,7-3 0 0,0 0 0 0,-14 1 0 16,25-3 0-16,-11 2 0 0,0-1 0 0,7-1 0 15,-3 0 0-15,-13 0 0 16,23-1 0-16,-12 2 0 0,4-1 0 0,1-1 0 15,-4 1 0-15,-13 0 0 0,24-2 0 0,-12 1 0 16,2 2 0-16,5-4 0 0,-5 2 0 0,-10 2 0 16,24-5 0-16,-14 2 0 0,6-1 0 0,-2 2 0 15,-1-1 0-15,-12 3 0 0,20-3 0 0,-11 2 0 16,4-1 0-16,-1 4 0 0,-5-2 0 0,-13 4 0 16,21-3 0-16,-14 2 0 0,4 1 0 0,-3-2 0 15,-4 3 0-15,-11 0 0 16,16 0 0-16,-8 0 0 0,0 0 0 0,3 0 0 15,-2 0 0-15,-12 0 0 0,8 0 0 0,-4 3 0 16,3-2 0-16,7 3 0 0,0-2 0 0,-9-1 0 16,4 1 0-16,-2 2 0 0,-2-2 0 0,-2 2 0 15,0 0 0-15,0-3 0 0,0 3 0 0,-3 2 0 16,0-4 0-16,-4 3 0 0,1-3 0 0,-8 2 0 16,15 0 0-16,-5-1 0 0,1 1 0 0,-2-3 0 15,-1 4 0-15,-8-4 0 16,16 3 0-16,-12-1 0 0,3-2 0 0,1 1 0 15,-10 0 0-15,15 1 0 0,-15 0 0 0,1-2 0 16,-4 2 0-16,-7-2 0 0,3 3 0 0,0-2 0 16,1 2 0-16,-3-2 0 0,1 2 0 0,-2-3 0 15,0 1 0-15,-4 0 0 0,-1 2 0 0,1-2 0 16,0-1 0-16,-3 1 0 0,5 0 0 0,0-2 0 16,1 2 0-16,1 0 0 15,1-2 0-15,-3 1 0 0,-8-1 0 0,7 3 0 16,-5-3 0-16,-5 0 0 0,-1 2 0 0,-6-1 0 15,3-1 0-15,-5 2 0 0,-1 1 0 0,-1-2 0 16,-1 1 0-16,0-2 0 0,-6 4 0 0,4-2 0 16,-7-1 0-16,2 2 0 0,-3-1 0 0,-1-1 0 15,-2 2 0-15,-4-1 0 0,0-2 0 0,-1 3 0 16,-3-2 0-16,-2 1 0 0,1-2 0 0,-2 2 0 16,-2-2 0-16,-2 0 0 0,1 2 0 0,1-2 0 15,-2 0 0-15,0 0 0 16,-2 0 0-16,0 0 0 0,0 0 0 0,0 0 0 15,0 0 0-15,0 0 0 0,0 0 0 0,0 0 0 16,0 0 0-16,0 0 0 0,0 0 0 0,1 0 0 16,1 0 0-16,0 0 0 0,2 0 0 0,0-4 0 15,0 1 0-15,-2-2 0 0,0 4 0 0,-1-1 0 16,1 1 0-16,-2-1 0 16,0 2 0-16,0 3 0 0,-3 15 0 0,-12 13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09:34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11702 2301 3031 0,'-7'-3'0'0,"3"3"0"0,-1-3 0 0,4 1 0 0,-1 1 0 0,2 1 0 0,0 0 0 0,0 0 0 0,10 0 0 0,8 0 0 0,7 0 151 0,1 0-55 0,4 0-27 16,4 0 274-16,3 0-156 0,1-3-133 0,0 2-54 16,5-1 0-16,-4-2 0 0,-4 0 0 0,2 2 0 15,-2-1 0-15,-3 0 0 0,-3 1 0 0,-8 1 0 16,2 1 0-16,-4 0 0 16,-2 0 0-16,-4 0-22 0,-2 0-56 0,-2 0-27 15,0 0-660-15,-4 0 367 0,-1 0 177 0,-1 0-464 16,1-3 321-16,0-1 161 0</inkml:trace>
  <inkml:trace contextRef="#ctx0" brushRef="#br0" timeOffset="196.52">12145 2138 2885 0,'-17'-1'0'0,"5"-1"0"0,3 0 0 0,4 2 0 0,1 0 0 0,4 0 0 0,0-2 0 0,2 2 0 0,21 0 0 0,1 0 0 0,4 0 238 0,2 0-87 0,2 0-59 15,-2 0 166-15,0 0-107 16,-2 2-55-16,-7 6-36 0,2-1-60 0,-5 5 0 15,-2-1 0-15,-5 1-36 0,-2 6-39 16,-6-2 69-16,0 4-374 0,-3 2 212 0,0-1 105 0,-8 3 23 16,-5-3-599-16,2-1 250 0,-6 5 179 0,1-5 83 15,0 0-463-15,3-2 273 0,-8 3 138 0</inkml:trace>
  <inkml:trace contextRef="#ctx0" brushRef="#br0" timeOffset="641.38">12089 2749 2072 0,'-8'18'0'0,"4"-10"-1"0,1 4-2 0,1-6 0 0,0-5 0 0,0 1 1 0,2-2 0 0,0 0 1 0,0 0 0 0,0 0 1 0,4-3 70 15,1-9 237-15,1 1-133 0,-3-2-66 16,4-2 102-16,-5-4-74 0,0 2-52 0,-1-2 0 0,-1 0-9 16,0 1 0-16,0-4-33 0,-7 4 11 15,-5-1-41-15,-1 3 30 0,-2 1 0 0,-1 1 36 16,-2 5-36-16,0 3 11 0,-1 5-11 0,-6 1 38 15,2 0-38-15,0 15-18 0,-2 7-24 0,-1 4 0 16,3 7 0-16,1-2 0 0,3 4 0 0,3 0 0 16,4 1 0-16,4-3 0 0,7-3 0 15,1 0 0-15,0-3 0 0,1-9 0 0,10 2 0 16,3-4 0-16,2-4 0 0,5-5 0 0,4-1 0 0,-3-6 0 16,2 0 0-16,-1-2 0 15,4-12 0-15,-4-2 0 0,-2-4 0 0,0-1 0 16,-3-2 0-16,-4 2 0 0,3-5 0 0,-7 6-7 15,-1 2-53-15,-2 1 127 0,-2 6-67 0,0 2 0 16,-3 3 0-16,0 1 0 0,0 4 0 0,-1 1 0 16,1 0 0-16,2 10 0 15,1 5 0-15,2 6 0 0,0-3 0 0,0 3 0 0,2 1 0 0,0-1 0 16,1 2 0-16,1-5 0 0,1 1 0 16,-1-2 0-16,0-2 0 0,1-1 0 0,-3-4 0 15,0-2 0-15,1-2 0 0,3-3-219 16,-4-3-226-16,5 0 208 0,0 0 97 0,5-8 49 15,1-6-671-15,1-5 361 0</inkml:trace>
  <inkml:trace contextRef="#ctx0" brushRef="#br0" timeOffset="794.31">12479 2659 3068 0,'-2'-2'0'0,"-1"1"0"0,-1 1 0 0,1 0 0 0,1 0 0 0,0 0 0 0,2 3 0 0,0 5 0 0,0-1 0 0,0 2 0 0,0 3 252 0,2-1-110 0,3 0-51 0,1 2-249 15,1-1 99-15,3-1 51 0,-5-1-589 0,4 1 314 16,1-2 163-16,0-5 80 0,1-1-780 0,4-3 397 16</inkml:trace>
  <inkml:trace contextRef="#ctx0" brushRef="#br0" timeOffset="994.58">12661 2423 3019 0,'-9'-3'0'0,"6"2"0"0,3-1 0 0,0 1 0 0,0-2 0 0,0 0 0 0,9 2 0 0,8-1 0 15,0 0 0-15,2 1 0 0,3-1 270 0,6-1-115 0,4 2-58 0,0-1-132 0,-1 0 47 0,6 1-9 0,-3-3 36 16,-1 2-448-16,1 0 225 16,-2-2 111-16,0 1-231 0,-4-2 167 0,-1 2 89 15,-7-4-18-15,2-1-715 0,5-3 371 0,-14-1 175 16</inkml:trace>
  <inkml:trace contextRef="#ctx0" brushRef="#br0" timeOffset="1195.71">13134 2199 1921 0,'-18'-11'0'0,"-3"4"0"0,3-1 0 0,1 2 0 0,4 1 0 0,3 3 0 0,3-1 0 0,3 2 0 0,2 0 0 0,2 1 0 0,0 0 101 0,2 0 296 16,11 1-170-16,4 5-98 0,2-1-45 15,5 3 254-15,1-1-149 0,1-1-75 0,-3-1 10 16,9 3-47-16,-2-3 0 0,-2 1-37 0,-3-1-85 15,-4 1 42-15,0 2 10 0,-2-1-342 0,-6 1 187 16,-4 2 93-16,-1 1 48 0,-5 0-600 0,-3 3 224 16,0 0 178-16,-7 7 84 0,-6 1-318 0,-4 5 199 15,-1 2 100-15,-1 4-263 16,-6 4 187-16</inkml:trace>
  <inkml:trace contextRef="#ctx0" brushRef="#br0" timeOffset="1670.35">13145 2813 1975 0,'0'4'0'0,"-2"-2"0"0,2-2 0 0,0 0 0 0,-2 0 0 0,0 0 0 0,0 0 0 0,-1 0 0 0,3-3 0 0,0-5 0 0,0-2 119 0,0-3-40 15,0-2 38-15,0-2-29 0,0-3-9 0,0 3-40 16,0-4 39-16,0-2 0 0,0 2-29 16,0 1 29-16,0 1-1 0,-7 0-38 15,-4 4 71-15,-2 3-35 0,-2 1 9 0,-4 4-44 16,-1 5 93-16,-5 2-46 0,1 0-1 0,-5 14-47 15,3 7 43-15,-1 0-10 0,-3 14-33 0,5-1 1 16,0 1 56-16,6 1-43 0,5-3-53 0,0 2 0 16,7 0 0-16,5-2 0 0,2-2 0 0,0-5 0 15,0-6 0-15,9 0 0 0,5-5 0 0,-2-5 0 16,6 1 0-16,-2-8 0 0,3-3 0 0,2 0 0 16,3-2 0-16,-1-10 0 15,-1-4 0-15,-2-4 0 0,1-3 0 0,0-2-60 16,-2-2-70-16,0 0 56 0,-4-2 27 0,-2 5-40 15,-4 3 5-15,1 1 9 0,-6 5 240 0,-1 6-99 16,-1 2-48-16,0 0-2 0,-2 5 262 0,0 1-280 16,0 1 0-16,0 0 0 15,-2 10 0-15,0 4 0 0,1 3 0 0,1 2 0 0,0 3 0 0,0 4 0 16,0-2 0-16,5 0 0 0,4-6 0 16,5 6 0-16,-1 0 0 0,0-7 0 15,2 1 0-15,-1-3 0 0,2 0 0 0,1-4 0 16,0 1 0-16,0-4 0 0,-1-3 0 0,2-2-94 15,-2-3-40-15,1 0-260 0,0 0 177 0,6-5 89 16,-4-6-592-16,1-6 340 0,1-3 161 0,0-2 94 16,-3-6-497-16</inkml:trace>
  <inkml:trace contextRef="#ctx0" brushRef="#br0" timeOffset="1827.84">13567 2617 2552 0,'0'-11'0'0,"0"4"0"0,-2-1 0 0,0 1 0 0,0 1 0 0,2 1 0 0,0 1 0 0,0-2 0 0,4 3 0 0,9-2 0 0,5 1 582 0,5-2-276 0,0 2-134 0,2 2 147 16,1-2-319-16,-4 2 0 0,8 2 0 0,-3 0 0 16,-1 0 0-16,-1 0 0 0,-4 0-841 0,0 0 451 15,0 2 209-15,-1 4 111 0,-8 1-574 0,-4 0 316 16</inkml:trace>
  <inkml:trace contextRef="#ctx0" brushRef="#br0" timeOffset="1981.79">13717 2763 3694 0,'-27'15'0'0,"9"-5"0"0,1 1 0 0,6-5 0 0,2-1 0 0,5 2 0 0,4-4 0 0,0 1 0 0,2 0 0 0,13 1 0 0,7 0 237 15,-2-4-237-15,9 4 0 0,-3-4 0 0,4 0 0 0,0-1 0 16,2 3 0-16,2-2 0 0,-4 2 0 16,-4-2 0-16,3-1-299 0,-8 2-218 15,3 1 278-15</inkml:trace>
  <inkml:trace contextRef="#ctx0" brushRef="#br0" timeOffset="3385.41">14492 2163 2287 0,'-5'0'0'0,"3"0"0"0,0-1 0 0,0-1 0 0,2 2 0 0,-1 0 0 0,1 0 0 0,0 0 0 0,0 0 0 0,0 9 0 0,0 5 205 0,-2 11-87 0,2 2-39 0,0 2 0 15,0 8 64-15,0 6-51 0,0-9-16 0,0 16 144 16,0-3-89-16,0 3-46 16,0-4 62-16,0 0-53 0,2-7-17 0,-1 0-10 0,5-1-91 0,-1-1 33 15,-2-4-1-15,3-3 30 16,-3-4-216-16,-1-1 103 0,2-2 57 0,-2-3 30 16,-1-4-160-16,1-4 49 0,0-3 65 0,-2-3-40 15,0-5-378-15,0 1 173 0,2-2 119 0,1-2 59 0,0-17-323 16,4-8 197-16,1 0-333 0,1-12 260 15</inkml:trace>
  <inkml:trace contextRef="#ctx0" brushRef="#br0" timeOffset="3578.91">14653 2298 2718 0,'0'-5'0'0,"0"4"0"0,0-2 0 0,0 3 0 0,0 0 0 0,2-1 0 0,9-1 0 0,6-1 0 0,7 2 0 0,2-1 0 0,4-2 461 15,4 2-210-15,10-2-105 0,-9 1-2 0,11-1-56 0,-5-2-1 16,0 2-245-16,1 3 99 0,-7-3 50 0,1 2 10 16,-4 0-483-16,-2 0 261 15,-9 2 131-15,-1 0 65 0,-3-1-798 0,-6 1 386 0,-2 0 187 0,-1-3 105 16,-6 3-373-16</inkml:trace>
  <inkml:trace contextRef="#ctx0" brushRef="#br0" timeOffset="3779.41">15147 2039 2244 0,'-6'-4'0'0,"4"3"0"0,-2-1 0 0,4 2 0 0,0 0 0 0,0 0 0 16,0 0 0-16,10 2 0 0,4 3 0 0,4 1 0 0,2 0 103 0,1 2-22 0,0 0 219 0,-1 2-130 0,-1-1-65 0,-2 1-32 16,-2 3 29-16,-6-1-21 0,-1 4-10 0,-6 2-31 15,-2 2-95-15,0 3 48 0,-5-1-1 0,-7-1-241 16,-5 5 140-16,-2-1 74 0,0 0-224 15,1 0 82-15,-1 0 91 0,4-5-43 0,-4 3-506 0,4 1 297 16,2-2 149-16</inkml:trace>
  <inkml:trace contextRef="#ctx0" brushRef="#br0" timeOffset="4204.53">15078 2676 1883 0,'1'4'0'0,"1"-1"0"0,0 0 0 0,0-3 0 0,0 0 0 0,-1 0 0 0,1-8 0 0,2-3 0 15,-1-3 0-15,3-1 0 0,-1 0 120 0,-2-2 44 0,1-1-68 0,-2 1-27 16,-2 1 0-16,0 0-69 0,0 2 0 0,-4-1 51 0,-8 6-11 16,-2 0 45-16,-4 3-45 0,0 5 0 0,-7 1 1 15,4 0 53-15,-7 11-11 0,0 9-42 16,4-1 89-16,-2 8-45 0,1 1 1 16,4 2 73-16,3 1-64 0,4 0-27 0,5-1-1 15,2 0 46-15,7-2-36 0,0-5 10 0,0 1-46 0,2-3-59 16,9-5 29-16,6-2 1 0,1-4-10 15,5-4-131-15,2-6 61 0,1 0 54 0,-2 0-95 16,0-9 70-16,1-6 5 0,-6 0-171 16,3-6 99-16,-1-1 16 0,-5-2 35 15,-2 5-14-15,-5-1 0 0,1 0-26 0,-4 3 55 0,-3 7 176 16,-1-2-86-16,0 4-40 0,-2 4 0 16,0 3 403-16,0-2-206 0,0 3-75 0,0 0 32 15,0 14-164-15,0 3 0 0,0 0 0 0,0 3 0 16,0-1 0-16,0 4 0 0,0-3 0 0,2 2 0 15,5-5 0-15,3 0 0 0,-1-1-3 0,0-4-171 16,3 0 67-16,-1-4 63 0,-2-3-577 0,5-1 295 16,-3-4 143-16,4 0-348 0,0-2 245 0,2-11 123 15,-2-2-138-15,4-6 135 0,-3-2 62 0,2-5 33 16,-2 1-284-16</inkml:trace>
  <inkml:trace contextRef="#ctx0" brushRef="#br0" timeOffset="4454.96">15593 2110 2405 0,'2'-10'0'0,"-2"4"0"0,0 1 0 0,0 2 0 0,0 2 0 0,0 1 0 0,0 0 0 0,-2 13 0 0,0 1 0 0,1 5 0 0,-1 7 270 16,-2 3-114-16,1 5 310 0,-1 9-213 0,0-3-96 16,1 10-64-16,-4 1 38 0,4 1-131 0,-3 1 0 15,2 1 0-15,1 3 0 0,-1-5 0 0,1 1 0 16,1 0 0-16,-3-1 0 0,3-4 0 0,2-6 0 15,0 5 0-15,0-14 0 0,0 2 0 0,0-4 0 16,0-11 0-16,0-4 0 0,0-1 0 0,0-5-123 16,0-6-139-16,0-3 104 0,2-1-312 15,0 0 205-15,1-9 117 0,-1-7 54 0,1 2-305 16,3-7 179-16,3-3 90 0</inkml:trace>
  <inkml:trace contextRef="#ctx0" brushRef="#br0" timeOffset="4639.02">15772 2545 3244 0,'2'-4'0'0,"0"2"0"0,-2 2 0 0,0 0 0 0,0 0 0 0,0 0 0 0,0 0 0 0,0 0 0 0,1 0 0 0,1 0 0 0,5 0 193 0,0 0 45 0,-2 6-89 16,4 0-59-16,0 3-73 0,-2 0-246 0,0 0 98 15,-1 3 86-15,-1-4 52 0,0 2-318 0,-2-2 176 16,1-1 87-16,-2 1 44 0,1-4-850 0,-1-1 300 15</inkml:trace>
  <inkml:trace contextRef="#ctx0" brushRef="#br0" timeOffset="4919.18">16151 2167 2498 0,'0'-11'0'0,"0"6"0"0,0-1 0 0,0 2 0 0,0 1 0 16,0 2 0-16,0-1 0 0,0 2 0 0,0 0 0 0,0 10 0 0,0 5 411 0,0 7-187 0,5 4-92 0,-4 4 207 0,3 10-155 15,-2 1-73-15,0 4-79 16,-2 1-32-16,0 4 0 0,0-7 0 0,0 14 0 16,0-11 0-16,0 4 0 0,-4-4 0 0,2-3 0 15,-1-5 0-15,1 2 0 0,-1-3 0 0,1-3 0 16,2-4 0-16,-2-4 0 0,2-5-182 0,0-4-91 15,0-7 78-15,0-6 86 0,0 0-463 0,0-2 268 16,0-2 122-16,0-6 77 16,2-14-444-16,6-2 256 0</inkml:trace>
  <inkml:trace contextRef="#ctx0" brushRef="#br0" timeOffset="5087.67">16351 2292 2669 0,'3'-10'0'0,"1"4"0"0,5 0 0 0,3-1 0 0,2 0 0 0,4 0 0 0,5 0 0 16,-2 3 0-16,4 3 0 0,5-4 0 0,-2 4 108 0,2 1-35 0,0 0 78 0,-1 0-56 15,-5 0-18-15,5 0-11 0,-9 1-451 0,2 4 211 16,-2 0 106-16,-4-1-683 0,-2 2 380 0,-7-5 191 16</inkml:trace>
  <inkml:trace contextRef="#ctx0" brushRef="#br0" timeOffset="5288.16">16641 2073 2131 0,'-2'-2'0'0,"2"1"0"0,0 1 0 0,6 0 0 0,8 0 0 0,0 0 0 0,7 0 0 0,2 0 0 0,2 3 0 0,-4 4 0 0,9 2 119 0,-3 0-40 16,-2 0 77-16,-3 4-59 0,-3-2-29 0,-4 4 28 15,-4 2-10-15,-4 2-47 0,-5 5-1 0,-2 0-112 16,-4-1 57-16,-10 0 36 0,-5 2-333 0,-1-3 176 15,-1-1 88-15,-2-1 43 0,0-1-565 0,5-4 227 16,-7 6 139-16,4-2 84 16</inkml:trace>
  <inkml:trace contextRef="#ctx0" brushRef="#br0" timeOffset="5694.32">16698 2713 1920 0,'2'0'0'0,"-1"-6"0"0,1-8 0 0,-2-3 0 0,0 0 0 16,0-1 0-16,0 0 0 0,0 1 0 0,0 1 0 0,0-1 0 0,0 4 125 0,-3-1-44 0,-5 3 172 0,-1 2-97 0,-3 2-64 0,-2 4-27 15,-2-1 139-15,-6 4-82 0,0 0-42 16,-5 13 164-16,1 5-107 0,1 2-50 16,2 7-24-16,-2-1 58 0,6 2-41 0,6-4 10 0,-1 6-79 15,9-3-11-15,3-4 0 0,2-1 0 16,0-2 0-16,2-2 0 0,7-6 0 0,6 0 0 15,3-5 0-15,0-2 0 0,5-5 0 0,1 0-104 16,-4-5-52-16,3-6 85 0,-2-7-148 0,-1 1 104 16,-2-2-3-16,1-6 49 0,-8 6-98 15,-2-1 64-15,-2 3 33 0,-2 6-1 0,-4 0 122 16,1 3-40-16,-2 2-25 0,0 5 367 0,0 1-196 16,-10 0-97-16,1 11-30 0,0 4 407 15,2 4-259-15,0 1-178 0,2 7 0 0,5-7 0 16,0 5 0-16,0 2 0 0,0-2 0 0,3-6 0 15,8 4 0-15,-2-5 0 0,3-3 0 0,0-2 0 16,1-3 0-16,3-4 0 16,-4-3-446-16,4-3 80 0,0 0 159 0,1 0-421 15,0-6 295-15,4-9 147 0,-3 0-446 0,5-2 297 16</inkml:trace>
  <inkml:trace contextRef="#ctx0" brushRef="#br0" timeOffset="6040.25">17175 2096 2177 0,'0'-4'0'0,"0"1"0"0,-2-4 0 0,0 5 0 0,2-3 0 0,-3 1 0 0,3 3 0 0,0-2 0 0,0 3 0 0,0 0 0 0,0 0 91 16,0 0 262-16,0 0-162 0,0 6-76 0,0 6 127 15,0 1-102-15,0 4-50 0,0 5-17 0,0 8 323 16,-1 7-333-16,-5 3-63 16,1 8 0-16,1 2 0 0,-1 6 0 0,1 10 0 0,-1-4 0 0,2-2 0 15,1 2 0-15,0-8 0 16,0 4 0-16,2-1 0 0,0-3 0 0,0-1 0 16,0-4 0-16,-2-8 0 0,2 6 0 0,-1-12 0 15,1 1 0-15,0-7 0 0,0-6 0 0,0-4 0 16,0-3 0-16,0-7-32 0,0-2-281 0,0-3 138 15,0-1 68-15,0-3 24 0,0 0-443 0,0 0 244 16,0 0 121-16,0 0-586 16,0-4 354-16</inkml:trace>
  <inkml:trace contextRef="#ctx0" brushRef="#br0" timeOffset="7058.9">17595 2602 2633 0,'0'-4'0'0,"0"-3"0"0,0 4 0 0,0-1 0 0,0 1 0 0,0-2 0 0,0 4 0 0,0-1 0 0,0 0 0 0,0 2 0 0,0 0 368 0,0 0-153 0,0 0-92 0,2 5-41 16,4 3 428-16,0 1-510 0,1 0 0 15,0-1 0-15,5 2 0 0,-3-2 0 0,2 1 0 16,-1-2 0-16,-1-1 0 0,-1 0 0 0,-1-3 0 16,1-2-309-16,-2 3 118 0,1-4 116 15,0 3-1237-15</inkml:trace>
  <inkml:trace contextRef="#ctx0" brushRef="#br0" timeOffset="8634.28">18446 2541 2128 0,'0'0'0'0,"-2"0"0"0,2 0 0 0,-1 0 0 0,-1 0 0 0,0 0 0 0,0 0 0 0,-2-4 0 0,0-2 0 0,2 1 0 0,-2-2 137 0,1-3-53 0,-1-1-17 0,-1-2 0 16,1-1-27-16,-1 2 0 0,-4-2-21 0,2 1-11 15,-2 0 33-15,-3 1 8 0,1 4-9 16,-4 2 0-16,-2 3 10 0,-2 3 46 0,-5 0-28 16,-2 8 0-16,0 11-28 0,-5 8 119 0,-2 7-65 15,3 4-27-15,1 3 73 0,3 1-51 0,7 0 1 16,6-7-40-16,6 1 35 0,5-3-10 0,2-3-75 15,0-3 0-15,5-10 0 0,10-1 0 0,8-1 0 16,0-6 0-16,1-8 0 0,2-1 0 0,0 0 0 16,2-10 0-16,-3-8-7 15,1-5-26-15,-5-1-128 0,-1-2 68 0,0-3 48 16,-8 5-8-16,4-4 4 0,-7 7 3 0,-2 1 0 16,-1 4 72-16,-2 7 1 0,-2-1-64 0,0 7 19 15,-2 2 317-15,0-2-141 0,0 3-80 0,0 6-78 16,0 9 0-16,-7 7 0 0,6 0 0 0,1 4 0 15,0-2 0-15,0 3 0 0,1-7 0 0,10 8 0 16,1-8 0-16,6-1 0 0,-4-5 0 0,7-2 0 16,0-2 0-16,-1-4 0 0,1-4 0 15,0-2 0-15,-1 0 0 0,-1-6 0 16,-2-10 0-16,-2 0 0 0,-4-4 0 0,1 0 0 16,-5 0 0-16,-1-5 0 0,-4 1 0 0,-1-2 0 15,-1-1 0-15,0 3 0 0,-5-3 0 0,-6 5 0 16,-1 5 0-16,-2 1 0 0,-4 2 0 0,2 5 0 15,-3 3 0-15,-1 4 0 0,4 2 0 0,-1 0 0 16,2 0 0-16,3 2 0 0,3 4 0 0,4 1 0 16,1 2 0-16,2-2 0 0,2 0 0 0,0 0 0 15,8-1 0-15,11-2-28 16,3-4-40-16,8 0 20 0,3 0-135 0,6-4 62 16,-2-5 43-16,2-4 6 0,-3 1-4 0,9-5 9 15,-11 7 27-15,2-2 40 0,-3-1-40 0,-3 2 0 16,-7 1-11-16,0 3 113 0,-10 1-52 0,-2 3-24 15,-3 0 213-15,-4 2-105 0,-3-1-34 0,-1 2-38 16,0 0 457-16,0 0-479 0,-9 0 0 0,-4 7 0 16,0 3 0-16,-1 1 0 15,1 2 0-15,3 0 0 0,-1 0 0 0,4 0 0 16,4 2 0-16,1 0 0 0,2 0 0 0,0 2 0 16,0-2 0-16,7 2 0 0,6-2 0 0,4 0 0 0,4 0 0 15,-1-1 0-15,3-2 0 0,-2-4 0 16,-1 2 0-16,-1-1 0 0,-2-2 0 0,-4 0 0 15,-6 2 0-15,3-2 0 0,-4 1 0 0,-4-3 0 16,-1 1 0-16,-1-2 0 0,0 5 0 0,-1-2 0 16,-13 1 0-16,-1-1 0 15,-4 1 0-15,1-1 0 0,-3 1 0 0,-2-1 0 16,3-1 0-16,-3 2 0 0,-3-2 0 0,3 1 0 16,3-2 0-16,-1-1 0 0,4-1 0 0,6 0 0 15,0-1 0-15,5-1 0 0,4-1-777 0,2 0 242 16,0 0 253-16,15-6 121 0</inkml:trace>
  <inkml:trace contextRef="#ctx0" brushRef="#br0" timeOffset="9348.26">19746 2126 2308 0,'-8'-5'0'0,"3"4"0"0,-3-1 0 0,-3 0 0 0,2 1 0 0,-5 1 0 0,1 0 0 0,-4 0 0 0,1 5 0 0,-5 8 0 0,2 5 100 0,0 2 354 0,0 4-212 0,3 4-102 15,-2 5-50-15,6 0 299 0,0 5-181 0,1 7-208 0,7-4 0 16,1 2 0-16,3-1 0 0,0 1 0 15,0-8 0-15,0 5 0 0,5-3 0 0,4-1 0 0,1-4 0 16,3-2 0-16,-4-3 0 16,7 0 0-16,-6-4 0 0,2-6 0 0,-1 2 0 15,2-5 0-15,-3-3-74 0,-1-4-132 0,2-2 91 0,3-5-477 16,-3 0 277-16,4 0 137 0,0-7-421 16,2-10 284-16,1-4 139 0,3-3-418 0</inkml:trace>
  <inkml:trace contextRef="#ctx0" brushRef="#br0" timeOffset="9569.66">19813 2253 3056 0,'-16'-11'0'0,"4"6"0"0,6 0 0 0,1 4 0 0,3-3 0 0,2 3 0 0,0-2 0 0,4 2 0 0,13-1 0 16,10-1 0-16,4 2 268 0,10-3-115 0,2 2-57 0,5 0 93 0,0-2-76 0,-4 2-57 15,9 1-162-15,-11-1 57 0,-4 1 43 16,-1-2 1-16,0 3-218 0,-10 0 140 16,1 0 56-16,-5 0 32 0,-2 0-750 0,-5 0 254 15,-4 0 232-15,-3 0-486 0,-3-2 358 0</inkml:trace>
  <inkml:trace contextRef="#ctx0" brushRef="#br0" timeOffset="9748.94">20305 2080 2149 0,'-16'-13'0'0,"4"6"0"0,5 2 0 0,-1-4 0 0,5 4 0 0,1-1 0 0,2 3 0 0,2-1 0 0,9 1 0 0,6 1 0 0,-1 2 132 0,5 0-51 0,2 0 185 16,-3 0-113-16,1 3-58 0,-2 6-29 15,0 1 25-15,-4 1-9 0,0 0-44 0,-2 2-60 16,-5 1 30-16,-3 1 0 0,-3 2 39 0,-2 2-306 16,-2 1 148-16,-11-2 74 0,-6 3-466 0,0 1 216 15,-3-2 78-15,-2-2 94 0,-3 4-355 0,1-4 216 16,-3 1 108-16</inkml:trace>
  <inkml:trace contextRef="#ctx0" brushRef="#br0" timeOffset="10171.14">20131 2576 1942 0,'6'6'0'0,"-1"2"0"0,1-3 0 0,-3-1 0 0,1-2 0 0,-1-2 0 0,0 0 0 0,1 0 0 0,-2-2 0 0,1-4 0 0,3-3 249 0,-2-2-105 0,-1-2-53 16,2-1 92-16,-3-1-72 0,-1 0-28 0,-1 2-8 15,0-1 13-15,0-2-25 0,0 3 0 0,-8-2-25 16,1 4 74-16,-4 0-42 16,-3 1 0-16,0 4-32 0,-4 4 100 0,0 2-50 0,-3 0-15 15,-3 4 48-15,-1 12-41 0,1 4-69 16,2 3-11-16,1 5 0 0,1 1 0 0,4 2 0 16,5 1 0-16,3-3 0 0,6 2 0 0,2-3 0 15,0-6 0-15,2 1 0 0,8-2 0 0,4-4 0 16,4-4-31-16,-2-4-95 15,3-5 41-15,1-4 45 0,-4 0-205 0,3 0 110 0,-1-7 23 16,0-7 26-16,-2-2 15 0,-2-2 9 0,-2 0 51 16,0-1 0-16,-4 4-27 0,-5 1-9 15,1 3 196-15,-1 2-93 0,-1 3-47 0,-2 0-3 16,0 5 443-16,0-2-186 0,0 3-127 0,0 0-104 16,0 0-32-16,0 10 0 0,0 2 0 15,0 1 0-15,0 0 0 0,0 0 0 0,0 0 0 0,0 2 0 16,2-2 0-16,3-4 0 0,2 3-162 0,2-3-204 15,0-2 182-15,5-2-6 0,-1-3-551 0,2-2 342 16,1 0 186-16,4 0-401 0,4-2 289 16,-2-3 143-16</inkml:trace>
  <inkml:trace contextRef="#ctx0" brushRef="#br0" timeOffset="10308.64">20439 2707 2296 0,'4'-1'0'0,"-2"-1"0"0,0 2 0 0,-2 0 0 0,0 0 0 0,0 0 0 0,-4 9 0 0,-3-1 0 0,-2 3 0 0,0 2 0 15,0 2 113-15,-3 0 376 0,1 3-230 0,1-3-110 0,-2 0-73 0,3 0 0 0,1-4-38 16,0-1 9-16,3-1-540 0,-1-3 266 16,2-2 132-16,3-1-299 0,1-1 217 0,0-2 116 15,0 0 45-15</inkml:trace>
  <inkml:trace contextRef="#ctx0" brushRef="#br0" timeOffset="10488.61">20587 2325 2761 0,'6'-2'0'0,"5"0"0"0,8 0 0 0,1 0 0 0,3-2 0 0,4 1 0 0,5-1 0 0,-2 1 0 0,7-2 0 0,2-1 0 0,-1 2 154 16,0-1-57-16,-1 4-21 0,-1-3-9 0,-3 2-257 16,-1-1 114-16,-3 0 57 0,-7 1-624 0,1 1 334 15,-5-2 171-15,-2 2 86 0</inkml:trace>
  <inkml:trace contextRef="#ctx0" brushRef="#br0" timeOffset="10682.4">21022 2171 2073 0,'-5'-2'0'0,"5"0"0"0,0 0 0 0,0-1 0 0,5 1 0 0,9-1 0 0,2 2 0 0,2 1 0 0,1 0 0 0,-1 0 0 0,3 1 236 15,-2 9-100-15,0-2 177 0,-2 3-138 0,-4-2-68 16,0 4-26-16,-4 1-3 0,-3 1 0 0,-2 0-40 15,-3 0-189-15,-1 1 95 0,0 2 56 0,-7-2 14 16,-6 0-414-16,-2 0 219 0,0-1 109 16,-2-1 55-16,-1 2-723 0,-5 3 356 15,2-2 173-15</inkml:trace>
  <inkml:trace contextRef="#ctx0" brushRef="#br0" timeOffset="11094.6">20983 2774 1640 0,'2'0'0'0,"0"0"0"0,1 0 0 0,-3-2 0 0,2-7 0 0,-2-5 0 0,1 2 0 0,1-6 0 0,0 3 0 0,0-2 0 0,0 1 150 0,-2 1-56 0,0-3 66 16,0 3-51-16,0-2-41 0,0 4 0 0,-2-2 46 16,-5 4-38-16,-4 1 0 0,1 4 113 0,-3 0-81 15,-4 4-35-15,-3 2 1 0,2 0 135 0,-6 3-85 16,4 8-24-16,-6 7-20 0,4 0 33 0,3 3-38 15,1 3 0-15,4-3-28 0,0 7 62 0,3-3-109 16,8-5 0-16,1 1 0 0,2 0 0 16,0-5 0-16,0-1 0 0,7-3 0 15,5-5-71-15,3-1 39 0,2-4-334 0,-1-2 162 16,4 0 59-16,4-8 65 0,-6-6-143 0,3-2 93 16,-3 0 46-16,-6 2-9 0,3-2 82 0,-3 1-27 15,-5 7 1-15,-1-1 182 0,-3 3-91 0,-1 2-55 16,1 2 436-16,-3 0-228 0,0 2-74 0,0 0-69 15,0 10 337-15,0 3-325 0,0 4-76 0,2-2 0 16,3 2 0-16,4-1 0 16,0 2 0-16,7-2 0 0,0-1 0 0,3-4 0 15,4 1 0-15,-3-8 0 0,7 1 0 0,-6-5 0 16,7 0-746-16,-7 0 321 0,-1-2 166 0,-1-3 111 16,-3-5-597-16,0 0 344 0</inkml:trace>
  <inkml:trace contextRef="#ctx0" brushRef="#br0" timeOffset="11696.88">20020 1837 1027 0,'-4'0'0'0,"-1"-2"0"0,1 0 0 0,3 0 0 0,-1 1 0 0,2-2 0 0,0-1 0 0,0 1 0 0,0-5 0 0,2 0 0 0,5 2 106 0,5-5 302 16,2 2-189-16,-1 0 13 0,4-2-96 0,0-2-47 15,2 1 0-15,4-1 95 0,0-4-77 0,2 2-33 0,-2-2 1 16,3 2-37-16,-1-4 3 16,-2 2 11-16,2-1-11 0,-2-1-83 0,-2 2 42 15,-5 2 0-15,2-1-37 0,-6 4 49 0,-3 1-10 16,0 2 49-16,-4 1-37 0,-3 2 14 0,0 2-34 16,-1 3 210-16,-1-1-94 0,0 2-40 0,0 0 3 15,0 0 36-15,0 0-25 0,0 0 11 0,0 0-81 16,0 0 0-16,0 0 28 0,2 0-1 0,2 0 3 15,0 6 7-15,-1 0-11 0,5 1-40 0,-2 2 0 16,-1 0 0-16,3 2 0 0,2 3 0 16,-1 1 0-16,2 0 0 0,-1 1 0 15,3 7 0-15,-1-1 0 0,2 1 0 0,1 4 0 16,2-2 0-16,1 3 0 0,1 1 0 0,2 2 0 16,1-6 0-16,1 4 0 0,0-5 0 0,-2-2 0 15,-3-1 0-15,-3-7 0 0,0 4 0 0,-1-6 0 16,-7-4 0-16,0 1 0 0,-3-4 0 0,-2-3 0 15,-1 0 0-15,1-2 0 0,-2 0 0 0,0 0 0 16,0 0 0-16,0 0 0 0,0 0 0 0,0 0 0 16,0-2 0-16,0 0-122 15,0 0-349-15,0 0 214 0,0 2-942 0,7 0 585 16</inkml:trace>
  <inkml:trace contextRef="#ctx0" brushRef="#br0" timeOffset="12129.94">21320 1838 2161 0,'0'-1'0'0,"0"-1"0"0,1 0 0 0,1 2 0 0,5-2 0 0,0 2 0 0,2 0 0 0,2 0 0 0,1 0 0 0,2 0 0 0,2 4 179 0,0 5-70 0,2-1 303 15,-4 3-191-15,2 0-91 0,-4 3 97 0,2-1-94 16,-1-1-47-16,-1 3 10 16,-3 2 81-16,0 1-177 0,0-1 0 0,-1 1 0 15,0 1 0-15,-1 1 0 0,0 5 0 0,0-1 0 16,-2 0 0-16,0 1 0 0,1 3 0 0,-2-3 0 16,-1 9 0-16,2-4 0 0,-3 4 0 0,-1-1 0 15,-1 1 0-15,0 0 0 0,0-1 0 0,0 2 0 16,0-4 0-16,-3 3 0 0,-5 1 0 15,-2-4 0-15,0 3 0 0,-4-3 0 0,-3 4 0 0,-2 4 0 16,2-9 0-16,-1 3 0 0,-1-1 0 0,-1 1 0 16,-1-2 0-16,1-3 0 15,2-3 0-15,3-5 0 0,-2-1 0 0,4-4 0 16,0-4 0-16,6-2 0 0,-3-4 0 0,4-1 0 16,3-4 0-16,-1 0 0 0,2 0 0 0,2 0 0 15,0 0 0-15,0-4-41 0,0-1-446 0,0-7 224 16,6 4-1012-16,1-3 618 0</inkml:trace>
  <inkml:trace contextRef="#ctx0" brushRef="#br0" timeOffset="14026.45">21969 2355 2037 0,'-5'-7'0'0,"-4"1"0"0,5 6 0 0,2 0 0 0,1 0 0 0,1 0 0 0,0 0 0 0,0 0 0 0,0 7 0 0,7 1 0 0,9-1 451 16,7-1-206-16,3 0-92 0,3-4 121 0,3 3-117 15,1-3-58-15,1-2-30 0,0 2-207 0,-8-2 100 0,8 2 34 16,-6-1-566-16,-5 3 306 15,-2 0 152-15,-7 2 76 0,-3 3-423 0,-2 1 133 16</inkml:trace>
  <inkml:trace contextRef="#ctx0" brushRef="#br0" timeOffset="14182.02">22028 2612 2657 0,'-20'5'0'0,"2"6"0"0,9-4 0 0,1-4 0 0,3 0 0 0,3-3 0 0,2 0 0 0,2 0 0 0,17 0 0 0,5 0 0 0,6 0 148 0,2 0 148 15,2 0-128-15,3 0-54 0,1 0-42 0,-1 0-336 0,0 3 152 16,-2-1 76-16,1 2 39 16,-4-1-682-16,-2 3 352 0,-4-2 178 0,-3 1 90 15</inkml:trace>
  <inkml:trace contextRef="#ctx0" brushRef="#br0" timeOffset="14432.46">22698 1938 3517 0,'-7'0'0'0,"-3"0"0"0,5 0 0 0,1 0 0 0,0 6 0 0,1 5 0 0,-1 5 0 0,2 5 0 0,0 7 0 0,2 4 0 0,0 5 250 0,0 7-86 0,0 1-164 0,2 7 0 15,2-2 0-15,3 2 0 0,0 1 0 0,0 0 0 16,0-2 0-16,0-3 0 0,-3-1 0 0,0-8 0 15,-1 9 0-15,2-13 0 16,-3 3-12-16,0-4-22 0,-1-7-872 0,1-4 422 16,0-5 227-16,2-4-457 0,-1-5 334 15,5-4 169-15</inkml:trace>
  <inkml:trace contextRef="#ctx0" brushRef="#br0" timeOffset="14902.16">23265 2533 2303 0,'0'-12'0'0,"0"1"0"0,0-1 0 0,0-5 0 0,0 0 0 0,0-1 0 0,0-2 0 0,0-2 0 0,0-1 0 0,0-1 0 0,3 4 120 0,-3-4-40 0,0 4 43 16,0 0-47-16,0 3 1 0,-8 2 28 0,-3 4-32 15,-6 4 9-15,-2 4-42 0,-7 3 40 0,0 0 0 16,-3 3-40-16,1 15 0 0,-2 1 184 0,2 7-97 15,-1 0-44-15,6 4 95 0,2 4-178 16,5-3 0-16,4 3 0 0,6-2 0 16,6 0 0-16,0-4 0 0,0 1 0 0,2-7 0 15,9-4 0-15,3 1 0 0,2-3 0 0,1-7 0 16,1-2 0-16,3-3 0 0,0-4 0 0,-2 0 0 16,3-6 0-16,-1-8 0 0,-2-6 0 0,-2 1-71 15,-3-3-10-15,2-3-74 0,-5 1 57 0,-4 6 29 16,3-2 163-16,-4 1-67 0,-5 5-44 0,1 2 10 15,0 3 380-15,0 6-369 0,-2 1-4 16,0 0 0-16,0 2 0 0,0 0 0 16,-2 13 0-16,-3 5 0 0,3 0 0 0,0 3 0 15,2 1 0-15,0 1 0 0,0 0 0 0,2-1 0 16,5-2 0-16,5-2 0 0,-1-3 0 0,2-3 0 16,2-2 0-16,0-2 0 0,-1-5 0 0,2-3 0 15,-1 0-313-15,0 0-16 0,-1 0 145 0,-4-6-183 16,1-3 163-16,-1-2 82 0,-2-2 31 0,-3-2-484 15,-1-4 268-15,-1-6 133 0</inkml:trace>
  <inkml:trace contextRef="#ctx0" brushRef="#br0" timeOffset="15125.77">23078 1978 3014 0,'-34'0'0'0,"2"0"0"0,4 0 0 0,8 0 0 0,-1 0 0 0,10-2 0 0,3 0 0 0,2-1 0 0,6 2 0 0,2 1 0 0,19 0 206 0,9 0 36 0,13 0-101 16,-1 0-50-16,2 0-26 0,2 0 107 0,-7 0-172 15,9 0 0-15,-11 0 0 0,2 0 0 0,-3 0 0 16,-5 1 0-16,-6 4 0 0,2-1 0 0,-7-3-16 16,-1 3-60-16,-2-2-699 0,-2 0 324 0,-4-2 138 15,0 0 141-15,-1 0-247 0,-3 0 189 0,-2-4 96 16</inkml:trace>
  <inkml:trace contextRef="#ctx0" brushRef="#br0" timeOffset="15338.99">23465 1825 2060 0,'-14'-9'0'0,"5"3"0"0,2 0 0 0,1 3 0 0,3 1 0 0,3 1 0 0,0-2 0 16,0 0 0-16,9 3 0 0,4 0 0 0,11 0 74 0,0 0 297 0,3 3-165 0,3 4-84 0,0 3-31 15,-1 0 215-15,-2 3-134 0,-2 0-65 16,-8 2 106-16,2 0-87 0,-6 2-43 0,-6 1-83 0,-3 2 0 15,-4 6 0-15,0-4 0 0,-11 1 0 16,-8 1 0-16,-5-1 0 0,-1-3 0 16,-3 3 0-16,0-5 0 0,-2 1 0 0,0-4 0 15,3 1-206-15,1-3-30 0,8-5 118 0,-3 2-568 16,10-4 324-16,1-1 150 0,6-3 92 0,4 0-513 16</inkml:trace>
  <inkml:trace contextRef="#ctx0" brushRef="#br0" timeOffset="15651.96">23829 1898 3308 0,'2'0'0'0,"0"-3"0"0,-2 0 0 0,0 2 0 0,0-1 0 0,0 1 0 15,0-2 0-15,0 1 0 0,0 2 0 0,0 0 0 0,0 6 376 0,0 9-174 0,0 4-157 0,0 6-45 0,0 1 0 0,0 5 0 16,0 5 0-16,0 8 0 0,0-3 0 15,0 6 0-15,0 3 0 0,-2 1 0 16,-1 2 0-16,-1 1 0 0,-1-1 0 0,2 2 0 16,-1-1 0-16,0-4 0 0,3-5 0 0,-3 10 0 15,4-10 0-15,-2 2 0 0,0-4 0 0,2-2 0 16,-1-5 0-16,-1-4 0 0,2-5 0 0,0-7 0 16,-2-5 0-16,2-6 0 0,0-3 0 0,0-4 0 15,-2-2 0-15,-1 0 0 0,0-2-59 0,1-7-528 16,-1-8 263-16,2-5 146 0,1-5 69 15,0-5-239-15,0-11 154 0,1-2 78 16,10-7-536-16</inkml:trace>
  <inkml:trace contextRef="#ctx0" brushRef="#br0" timeOffset="15982.47">24019 1837 2598 0,'4'-25'0'0,"1"5"0"0,2 1 0 0,2-1 0 0,0 4 0 0,2 0 0 0,2 5 0 0,6 2 0 0,-1 6 0 0,5 1 0 0,-1 2 111 0,3 0 201 16,-4 0-127-16,4 11-77 0,-4 2-26 0,-1 2 1 16,-4 3-44-16,-4 0 0 0,-3 3-29 0,-1 7-11 15,-8-2 40-15,0-2 0 0,-5 4-98 0,-9-5 49 16,-7 0 35-16,-4-1-11 0,2-1-35 0,-4-6 12 16,1 0 0-16,5-6 143 0,-1 0-58 0,1 0-27 15,4-4-30-15,6-2 59 0,2 0-78 0,0-2 0 16,6-1 0-16,1 0 0 0,2 0 0 0,0 0 0 15,0 0 0-15,0 0 0 0,4 0 0 0,11 0 0 16,6 0 0-16,-1 0 0 16,4 0 0-16,1 0 0 0,7 0 0 0,-2 0 0 15,2 0 0-15,-2 0 0 0,-3 0 0 0,-4 0 0 16,2 0 0-16,-2 0 0 0,0 0 0 0,-5 0 0 16,-1 0-486-16,-2 0 189 0,0 4 133 0,-2 1-804 15</inkml:trace>
  <inkml:trace contextRef="#ctx0" brushRef="#br0" timeOffset="32711.95">10729 7739 2108 0,'0'-6'0'0,"0"2"0"0,0 3 0 0,0-3 0 0,0 2 0 16,0 0 0-16,0 1 0 0,0-1 0 0,0-1 0 0,0 0 0 0,0 1 296 0,0 0-124 0,0-1-63 0,0 2-32 0,0 0 94 16,0 1-69-16,0 0 1 0,0 0-57 0,0 0 193 15,0 0-97-15,0 0-36 0,0 0 140 16,0 0-232-16,0 0-14 0,3 0 0 0,2 0 0 16,0 0 0-16,1 0 0 0,-1 0 0 0,2 0 0 15,2 0 0-15,2 0 0 0,0 0 0 0,2 0 0 16,0 0 0-16,2 0 0 0,0 1 0 0,1-1 0 15,2 0 0-15,-1 0 0 0,4 0 0 0,-1 0 0 16,3 0 0-16,0 0 0 16,0 0 0-16,6 0 0 0,-3 0 0 0,2 0 0 15,1 0 0-15,1 0 0 0,1 4 0 0,3-2 0 16,2 2 0-16,-3-3 0 0,6 4 0 0,2-4 0 16,-4 1 0-16,11-2 0 0,-7 0 0 0,1 0 0 15,4 0 0-15,-5 0 0 0,-1 0 0 0,7 0 0 16,-2 0 0-16,0 0 0 0,-1 0 0 0,4 0 0 15,-5 0 0-15,11 0 0 0,-3 0 0 0,-1 0 0 16,1 0 0-16,-1 0 0 0,-7 0 0 0,9 0 0 16,-3 0 0-16,-2 0 0 0,1 0 0 15,3 0 0-15,0 0 0 0,0 0 0 16,5 0 0-16,-1 0 0 0,1 0 0 0,3 0 0 16,6-2 0-16,-12 2 0 0,15-1 0 0,-8 1 0 15,-8 0 0-15,8 0 0 0,8 0 0 0,-8 0 0 16,-6 0 0-16,3 3 0 0,-1-1 0 0,-1 2 0 15,1-3 0-15,-4 2 0 0,1-2 0 0,0 1 0 16,-3 1 0-16,1-2 0 0,-2-1 0 16,-2 3 0-16,-2-3 0 0,-2 1 0 15,-7 1 0-15,1-2 0 0,0 1 0 0,-6-1 0 16,-1 2 0-16,-2-2 0 0,-4 0 0 0,-1 3 0 16,-4-3 0-16,-2 0 0 0,-2 0 0 0,-4 0 0 15,-4 0 0-15,1 0 0 0,-2 0 0 0,-2 0 0 16,-1 0 0-16,-1 0 0 0,0 0 0 0,-2 0 0 15,0 0 0-15,0 0 0 0,0 0 0 0,0 0 0 16,0 0 0-16,0 0 0 0,0 0 0 0,0 0 0 16,2 0 0-16,0-3 0 15,-2 0 0-15,0-3 0 0,0 2 0 0,0 1 0 16,0-1 0-16,0 2 0 0,0 2 0 0,-17 3 0 16</inkml:trace>
  <inkml:trace contextRef="#ctx0" brushRef="#br0" timeOffset="34974.83">15561 7653 2003 0,'-9'-1'0'0,"0"-2"0"0,1 1 0 0,4 0 0 0,1 2 0 0,1 0 0 0,0 0 0 0,2 0 0 0,0 0 0 0,0 0 0 0,0 0 233 0,0 0-94 0,0 0-48 0,0 0 1 15,0 0 127-15,0 0-76 0,0 0-55 0,0 0 0 16,0 0 48-16,0 0-45 16,0 0-1-16,0 0 156 0,0 0-107 0,0 0-47 15,0 0-51-15,0 0-41 0,0 0 0 0,0 0 0 16,0 0 0-16,0 0 0 0,0 0 0 0,0 0 0 16,2 0 0-16,5-2 0 0,1 2 0 0,3-2 0 15,0 0 0-15,1 2 0 0,-1-1 0 16,0 1 0-16,3 0 0 0,-2 0 0 0,0 0 0 0,1 0 0 15,1 0 0-15,-3 0 0 16,3 0 0-16,0 1 0 0,-1 1 0 0,0 2 0 16,2-2 0-16,-1 0 0 0,2-2 0 0,-1 3 0 15,2-3 0-15,0 0 0 0,1 0 0 0,0 0 0 16,0 0 0-16,1 0 0 0,0 0 0 0,-1 0 0 16,2 0 0-16,-1 0 0 0,-3 0 0 0,5 0 0 15,-3 0 0-15,3 1 0 0,0 0 0 0,-1 2 0 16,3-3 0-16,-2 1 0 0,2-1 0 0,-1 2 0 15,0-2 0-15,7 2 0 0,-5-2 0 0,3 2 0 16,0-2 0-16,1 3 0 16,-3-3 0-16,7 0 0 0,-2 0 0 0,-2 0 0 15,2 0 0-15,-2 0 0 0,-3 0 0 0,7 0 0 16,-2 0 0-16,0 0 0 0,0 0 0 0,0 0 0 16,2 0 0-16,-2 0 0 0,2 0 0 0,-2 0 0 15,2-3 0-15,0 1 0 0,-2 0 0 0,2-1 0 16,-4 0 0-16,0 2 0 0,0 0 0 0,-2 1 0 15,0 0 0-15,2 0 0 0,-3 0 0 0,1 0 0 16,3 0 0-16,-3 0 0 0,-2 0 0 16,9 0 0-16,-1 0 0 0,1 0 0 15,1 0 0-15,0 0 0 0,3 0 0 0,6 0 0 16,-3 0 0-16,1 0 0 0,-2 0 0 0,-3-3 0 16,4 1 0-16,-1 0 0 0,-3 2 0 0,1-2 0 15,-3 2 0-15,0 0 0 0,0 0 0 0,0 0 0 16,-2 0 0-16,-1 0 0 15,3 0 0-15,0 0 0 0,1 0 0 0,1-2 0 0,-2 0 0 16,2 2 0-16,-4-1 0 0,0-2 0 16,-4 1 0-16,2 1 0 0,-4 1 0 0,-5-2 0 15,2 2 0-15,-2-2 0 0,-1 2 0 0,-1-1 0 16,-3 1 0-16,0 0 0 0,-4 0 0 0,2 0 0 16,-3 0 0-16,-2 0 0 0,1 0 0 0,-3 0 0 15,1 0 0-15,-1 0 0 0,-1 0 0 0,-2-3 0 16,0 3 0-16,-1 0 0 0,1 0 0 0,-2-2 0 15,0 2 0-15,-1 0 0 0,1-1 0 0,0 1 0 16,0-2 0-16,0 0 0 0,2 0 0 0,-2 0 0 16,2-2 0-16,-1 1 0 15,-1-3 0-15,0 1 0 0,2-1 0 0,-3 3 0 16,1-4 0-16,-2 6 0 0,0-1 0 0,0 2 0 16,0 0 0-16,-20 10 0 0,-16 26-677 0</inkml:trace>
  <inkml:trace contextRef="#ctx0" brushRef="#br0" timeOffset="36279.41">27847 7581 2744 0,'0'-2'0'0,"-2"1"0"0,-1-1 0 0,3 0 0 0,-2 2 0 0,2 0 0 0,0 0 0 0,0 0 0 0,0 0 0 0,0 0 0 0,0 0 96 15,0 0-11-15,7 0 248 0,4 5-144 0,1-1-72 16,2 2 132-16,1-2-131 0,2-1-118 16,4-1 0-16,2 0 0 0,2-2 0 0,3 0 0 0,2 0 0 15,0 0 0-15,2 0 0 16,-1 0 0-16,1-2 0 0,-2 0 0 0,2 1 0 0,1-3 0 15,2-1 0-15,4 2 0 0,1-1 0 0,8 3 0 0,0-5 0 16,2 2 0-16,4-2 0 16,0 2 0-16,4-1 0 0,-4-1 0 0,6 0 0 15,5 1 0-15,-5 1 0 0,5-1 0 0,1 2 0 16,-1 0 0-16,-6 2 0 0,9-2 0 0,-1 3 0 16,-2 0 0-16,5 0 0 0,5 0 0 0,5 0 0 15,15 0 0-15,-9 0 0 0,-9 3 0 0,8 1 0 16,-3-4 0-16,-1 1 0 0,-1-1 0 0,3 0 0 15,0 2 0-15,-6-2 0 0,0 2 0 0,0-2 0 16,-3 2 0-16,1-1 0 16,3 1 0-16,1 0 0 0,2-2 0 0,-14 2 0 15,15 0 0-15,-9-1 0 0,-1 1 0 0,-1 1 0 16,1 0 0-16,4 1 0 0,1-1 0 0,-7-1 0 16,5 1 0-16,-8-2 0 0,-1 3 0 0,-9-2 0 15,11 0 0-15,-4 2 0 0,-11-2 0 0,5 0 0 16,-8-2 0-16,-8 1 0 15,1-1 0-15,-6 2 0 0,-4-2 0 0,-3 0 0 16,-3 2 0-16,1 1 0 0,-8-3 0 0,8 0 0 16,-13 3 0-16,5-1 0 0,-3-2 0 0,-2 2 0 15,3 0 0-15,-8-2 0 0,4 0 0 0,-3 1 0 16,-4-1 0-16,1 0 0 0,-3 0 0 0,2 0 0 16,-4 0 0-16,0 0 0 0,2 0 0 0,-3 0 0 15,2 0 0-15,-3-1 0 0,1-1 0 0,0 0 0 16,-1 0 0-16,-1-1 0 0,0 3 0 0,0-3 0 15,-3 1 0-15,-22 2 0 0,-5 0-1292 16,-10 0 462-16</inkml:trace>
  <inkml:trace contextRef="#ctx0" brushRef="#br0" timeOffset="45345.44">3862 9275 1597 0,'-1'-3'0'0,"-1"2"0"0,-1-1 0 0,1 1 0 0,2-1 0 0,0 0 0 0,0 0 0 0,0 0 0 0,0 2 0 0,0 0 0 0,0 0 93 0,0 0 200 0,0 0-120 0,0 0-48 16,0 0-13-16,0 0 144 0,0 0-102 0,0 0-51 16,0 0 52-16,0 0-38 0,0 0-14 0,0 0-51 15,0 0 241-15,0 0-121 0,0 0-60 0,0 0-91 16,2 0-21-16,5 0 0 0,0 0 0 0,-2 0 0 16,4-2 0-16,-2 2 0 0,2 0 0 0,-2 0 0 15,2 0 0-15,5 0 0 16,-9 0 0-16,5 0 0 0,-1 0 0 0,-1 0 0 15,2 0 0-15,-1 0 0 0,0 0 0 0,3 0 0 16,-2 2 0-16,5 0 0 0,-5 0 0 0,2 0 0 16,-2 0 0-16,5-2 0 0,-1 1 0 0,0 1 0 15,2-1 0-15,-4 2 0 0,6 0 0 0,-4 0 0 16,6-2 0-16,-3 4 0 0,-3-4 0 0,2 3 0 16,0-1 0-16,1 2 0 0,-2-2 0 15,2 1 0-15,1 0 0 0,-2 0 0 16,1-2 0-16,0 0 0 0,1 1 0 0,4-1 0 15,-4 0 0-15,2 0 0 0,2-1 0 0,-5 2 0 16,4-2 0-16,1 1 0 0,-3 0 0 16,2 0 0-16,-1 2 0 0,0-3 0 0,0 3 0 0,-2-2 0 15,0 2 0-15,4-3 0 0,-2 4 0 0,0-4 0 16,5 1 0-16,-2 1 0 0,2-3 0 0,-1 1 0 16,-1-1 0-16,0 0 0 15,5 0 0-15,-3 0 0 0,1 0 0 0,0 0 0 16,1 0 0-16,-2 0 0 0,5 0 0 0,-4 0 0 15,2 0 0-15,1 0 0 0,-2 0 0 0,-2 0 0 16,5 0 0-16,-3 0 0 0,2 0 0 0,0 2 0 16,1-2 0-16,0 2 0 15,1-2 0-15,1 0 0 0,-2 0 0 0,2 0 0 0,1 0 0 0,-3 0 0 16,2 0 0-16,1 0 0 16,-1 0 0-16,1 0 0 0,1 0 0 0,0 0 0 0,1 0 0 0,-2 0 0 15,0 0 0-15,1 0 0 16,3 0 0-16,-1 0 0 0,6 0 0 0,-7 0 0 15,1 0 0-15,3 0 0 0,-2 0 0 0,0 0 0 16,0 0 0-16,-1 0 0 0,2 0 0 0,-1 0 0 16,1 0 0-16,0 1 0 0,-1 2 0 0,0-2 0 15,1 2 0-15,5 0 0 0,-6-1 0 0,1-1 0 16,8 2 0-16,-11-1 0 0,8 1 0 16,-7-1 0-16,5 0 0 0,5 1 0 0,-5 0 0 15,1 1 0-15,-2-1 0 0,3 0 0 16,-7 1 0-16,10-2 0 0,-5 3 0 0,0 0 0 15,0-1 0-15,1-2 0 0,-7 2 0 0,4-1 0 16,5 2 0-16,-8-4 0 0,8 1 0 0,-3 0 0 16,-6 0 0-16,10 0 0 0,-3-1 0 0,-2 2 0 15,0-1 0-15,4-1 0 0,-7 1 0 0,9 1 0 16,-4 0 0-16,-6 0 0 0,9 1 0 0,-12 0 0 16,9-1 0-16,3 1 0 15,-3 0 0-15,-1 0 0 0,2-1 0 0,-1 2 0 16,-1-4 0-16,10 1 0 0,-3 3 0 0,1-5 0 15,-1 0 0-15,2 2 0 0,1-2 0 0,-3 3 0 16,1-3 0-16,-1 0 0 0,2 1 0 0,-1 1 0 16,-6-1 0-16,11 2 0 0,-4 1 0 0,2-2 0 15,-1 1 0-15,-3 1 0 0,3 0 0 0,-3-1 0 16,3 1 0-16,0-2 0 0,3 2 0 0,-1-2 0 16,2 2 0-16,8-2 0 0,-4-1 0 15,-1 1 0-15,-5 0 0 0,4 0 0 16,2 0 0-16,-1 2 0 0,0-2 0 0,6 1 0 15,-4 1 0-15,-5-2 0 0,16 1 0 0,-7 1 0 16,-2 1 0-16,2-4 0 0,-1 3 0 0,-4-1 0 16,14 0 0-16,-5-2 0 0,1 1 0 0,5-2 0 15,1 2 0-15,-11 0 0 0,17-2 0 0,-8 0 0 16,1 2 0-16,0-2 0 16,1 0 0-16,4 0 0 0,-1 0 0 0,0 0 0 15,0 0 0-15,2 0 0 0,-1 0 0 0,-1 0 0 16,5 0 0-16,9 0 0 0,-17 0 0 0,8 0 0 15,0 0 0-15,-3 0 0 0,3 0 0 0,0 0 0 16,11 0 0-16,-9 0 0 0,-11 0 0 0,11 0 0 16,-3 2 0-16,1-1 0 0,-2 1 0 0,13 3 0 15,-10-4 0-15,-9 3 0 0,19-2 0 0,-19 2 0 16,19-2 0-16,-17 1 0 0,19-1 0 0,-15 0 0 16,15 0 0-16,-21 0 0 0,11 0 0 0,-3-2 0 15,-1 2 0-15,1-2 0 16,0 1 0-16,-5 3 0 0,-2-2 0 0,-5 2 0 15,-2-1 0-15,-10 1 0 0,13 0 0 0,-10-1 0 16,1 1 0-16,-1 0 0 0,-1 1 0 0,-10 0 0 16,4-4 0-16,0 4 0 0,-2-1 0 0,-3-3 0 15,-1 1 0-15,-6 0 0 0,6 0 0 0,-4-1 0 16,-2 1 0-16,0 0 0 0,-7-2 0 16,1 0 0-16,0 2 0 0,-4-2 0 15,-1 0 0-15,-3 0 0 0,-4 0 0 0,-4 0 0 16,0 0 0-16,-3 0 0 0,-1 0 0 0,-2 0 0 15,-3 0 0-15,-3 0 0 0,0 0 0 0,-1 0 0 16,-2 0 0-16,-1 0 0 0,-1-2 0 0,1 0 0 16,-1 0 0-16,-1-1 0 0,0-1 0 0,1-1 0 15,-2-3 0-15,2 0 0 0,-3 3 0 0,1-2 0 16,0-2 0-16,-2 4 0 0,2 3 0 0,-2-2 0 16,0 4 0-16</inkml:trace>
  <inkml:trace contextRef="#ctx0" brushRef="#br0" timeOffset="61790.12">18025 8390 2517 0,'-4'0'0'0,"3"0"0"0,-3 0 0 0,2-1 0 0,0-1 0 0,1 2 0 0,1 0 0 0,-2 0 0 0,2 0 0 0,0 0 0 0,0 0 112 16,0 0-36-16,0 0 0 0,0 0 182 0,0 0-99 15,0 0-65-15,0 0 198 0,0 0-126 16,0 0-63-16,2 0-32 0,5 0-64 0,0-2-7 0,5 0 0 16,-1-1 0-16,2-2 0 0,2 2 0 15,4-3 0-15,3 0 0 0,3 0 0 0,1 2 0 0,4-3 0 16,4 4 0-16,3-2 0 15,9 1 0-15,-5 0 0 0,5 1 0 16,-4-1 0-16,1 2 0 0,-6-1 0 0,11 0 0 0,-13 0 0 16,3 0 0-16,-3 1 0 0,-4 0 0 15,-5 2 0-15,-3-2 0 0,-2 2 0 0,-7-1 0 16,-4 1 0-16,-1 0 0 0,-3 0 0 0,-4 0 0 16,-1 0 0-16,1 0 0 0,-2 0 0 0,0 0 0 0,0 0 0 15,0 0 0-15,0-3 0 0,0 2 0 16,0-1 0-16,0 1 0 0,-2-2 0 15,-1-1 0-15,-3 3 0 0,1-3-143 0,-1 1 16 16,0 0-844-16,-1-2 456 0,1-3 242 0,-1-2-283 16</inkml:trace>
  <inkml:trace contextRef="#ctx0" brushRef="#br0" timeOffset="62472.35">18685 8026 2870 0,'-5'-2'0'0,"2"2"0"0,-1 0 0 0,2 0 0 0,2 0 0 0,0 0 0 0,6 0 0 0,11 0 0 0,8 0 0 0,-3 0 0 0,4 3 305 16,-3 3-123-16,7 0-76 0,-6 4 133 0,-3-2-100 16,-2 2-50-16,2 0-88 0,-5 3-1 0,-1-2 0 15,-4 3 0-15,-3 3-172 0,-2-1 94 0,-2 4 58 16,-4-2 40-16,0 6-172 0,0-1 96 16,-10 1 47-16,-3 1-640 0,-2 1 310 15,-2 1 116-15,0-4 96 0,0 4-426 0,0-3 256 0,1-1 129 16,-4 2 64-16,2-3-321 0,-1 0 197 15,-2 1 94-15,1-2 48 0,-1 1 1 0,0-1 39 16,5-5 46-16,-5 5 0 0,6-3 0 0,0-1 0 16,2-5 183-16,3 1-130 0,1-1-57 0,2-5 10 15,1 3 532-15,4-6-277 0,0-1-45 0,0 0-101 16,2-2 456-16,0-1-271 0,0 0-130 0,0 0-65 16,0 0 273-16,0 0-170 0,0 0-74 0,0-5 155 15,0-7-125-15,0 1-62 0,0-4-31 0,0 0 0 16,0 0-71-16,0-2 0 15,0 0 0-15,-2-2 0 0,-4 4 0 0,-3 0 0 16,0 2 0-16,-3 2 0 0,0 1 0 0,-2 2 0 16,-1 5 0-16,0 1 0 0,-3 2 0 0,-3 2 0 15,2 11 0-15,-2 7 0 0,-1 4 0 0,1 2 0 16,2 4 0-16,0 2 0 0,5-1 0 16,0 3 0-16,5 0 0 0,5 0 0 0,4-6 0 0,0 4 0 15,0-6 0-15,4-4 0 0,7-3 0 16,4-2 0-16,0-3 0 0,4-5 0 15,2-3 0-15,3-6 0 0,-1 0 0 0,-1 0 0 16,5-8 0-16,-3-9 0 0,0-6 0 0,-3 2 0 16,0-8 0-16,-5-1 0 0,0 0 0 0,-5 2 0 15,-4 7 0-15,0-2 0 0,-6 5 0 0,1 5 0 16,0 3 0-16,-2 3 0 0,0 3 0 0,0 0 0 16,0 2 0-16,-2 2 0 0,-1 0 0 0,-4 2 0 15,3 9 0-15,3 3 0 0,-3 3 0 16,4-1 0-16,0 3 0 0,0 0 0 15,0 0 0-15,0-1 0 0,4 0 0 0,3-4 0 16,1 1 0-16,1-2 0 0,-1 0 0 0,1-2 0 16,-1-2 0-16,-1-2 0 0,2-2 0 15,1 1 0-15,-2-4 0 0,1 0 0 0,3-2 0 0,-2 0-113 16,3 0-290-16,3 0 181 0,-2-8 91 0,7-6-603 16,-2-4 347-16,3-4 164 0</inkml:trace>
  <inkml:trace contextRef="#ctx0" brushRef="#br0" timeOffset="62897.6">19248 8218 3309 0,'0'-4'-2'0,"0"0"0"0,0 2 2 0,0 2 0 0,-3 0 0 0,-3 0 0 0,4 12 0 0,0 3 0 0,1 4 0 0,1 1 0 0,0 10 626 0,0-2-626 0,0 5 0 0,0-2 0 16,0 4 0-16,1-4 0 0,3 1 0 0,2 0 0 15,1-2 0-15,-2-2 0 0,1 1 0 0,-2-5 0 16,0 6 0-16,-2-4 0 0,0-1 0 0,-2-4 0 16,0 0 0-16,0 0 0 0,-2-2-787 0,-5-6 352 15,0-1 198-15,-2-5-364 0,2-1 271 16,-5-1 150-16,1-3 69 0,0-2-107 0,-3 0 89 0,2 0 45 16,-4 0-14-16,1 0 11 0,-2 0 47 15,1 0 1-15,-2-2 339 0,2 2-169 0,1-1-95 0,0 1-33 16,5 0 621-16,-1 0-331 15,4 0-58-15,1 0 620 0,4 0-398 0,1 0-213 16,1 0-103-16,0 0-84 0,1 0-57 0,10 0 0 16,6 0 0-16,2 1 0 0,5 1 0 0,5 0 0 15,-1-2 0-15,0 0 0 0,-2 0 0 0,7 0 0 16,-4 0 0-16,1 0 0 0,-4 0 0 0,-1 0 0 16,-4 4 0-16,-1-1 0 0,-1 1 0 0,-2 0 0 15,-2-2 0-15,-4 0 0 0,-1 0-214 16,-1-2-241-16,0 0 208 0,-1 0 104 15,1-2-318-15,0-7 209 0,-1-5 95 0</inkml:trace>
  <inkml:trace contextRef="#ctx0" brushRef="#br0" timeOffset="63177.43">19731 8224 3931 0,'-3'-12'0'0,"0"7"0"0,3 1 0 0,0 2 0 0,0-1 0 0,0 0 0 0,0 1 0 0,8 1 0 0,5 1 0 0,4 0 0 0,1 0 0 0,11 0 0 0,1 0 0 15,3 0 0-15,9-2 0 0,-6 0 0 0,10-3 0 16,-4 0 0-16,-6 3 0 0,3 0 0 0,-2-3 0 16,-3 1 0-16,-4 0 0 0,-2 0 0 0,-5 3 0 15,-2-1 0-15,-6-2 0 0,-2 2 0 16,-4 0-121-16,-1 1-298 0,-6-1 191 15,-1 2 95-15,1 0-485 0,-2-1 295 0,0-2 142 16,-2-3 73-16,-3-1-403 0,-2-2 237 0,-2-7 109 16,-2 1-224-16,-1-7 175 0</inkml:trace>
  <inkml:trace contextRef="#ctx0" brushRef="#br0" timeOffset="63774.51">20190 7975 1813 0,'-18'-3'0'0,"1"-1"0"0,8 2 0 0,0 0 0 0,3 0 0 0,3 0 0 0,3 0 0 0,0 1 0 0,0-2 0 0,11 3 0 0,5 0 271 0,3 0-117 0,7 0-59 15,-1 0 471-15,-3 0-255 0,8 8-141 0,-4 2-67 16,1 1 336-16,-1 2-430 0,-3 0-9 0,-3 0 0 16,-1 3 0-16,0 0 0 0,-4 5 0 0,-4-4 0 15,1 4 0-15,-7-1 0 0,-3 1 0 0,-2 1 0 16,0 3 0-16,-2-2 0 0,-10-3 0 0,-2-3 0 16,-4 4 0-16,-2-4 0 0,-1-2-393 0,0 0 113 15,-6-4 121-15,-1 0 52 0,0-2-472 0,-4-1 271 16,-2-2 135-16,0-3-197 15,3 0 166-15,4-3 74 0,-3 0-361 0,13 0 226 16,0-6 114-16,5 0 57 0,3-4-38 0,2 3 61 16,2-1 47-16,2 3 24 0,1-1 192 0,2 3-133 15,0 1-49-15,0 0 610 0,0 1-324 0,0 1-166 16,0 0-41-16,0 1 669 0,0 11-360 0,2 2-171 16,1 5-99-16,0 7 249 0,-1 0-169 0,-2 5-86 15,0 1 195-15,0 3-317 16,0-1 0-16,0 0 0 0,-2-1 0 0,-1 0 0 15,0-5 0-15,-1 4 0 0,2-4 0 0,-1-7 0 16,1 1 0-16,-2-5 0 0,2-4 0 0,1-2 0 16,-1-5 0-16,0-2 0 0,2-2 0 0,-2-2 0 15,2 0 0-15,0-8 0 0,0-7 0 0,2-2 0 16,7 0 0-16,4 0 0 0,2 0 0 0,3 1 0 16,0 3 0-16,6-1 0 0,-1 7 0 0,1 2 0 15,-3 2 0-15,5 3 0 0,-1 0 0 0,-2 8 0 16,-1 5 0-16,-1 6 0 15,-5-1 0-15,1 9 0 0,-4-1 0 0,-3 2 0 16,-3 2 0-16,-3-3 0 0,-2-6 0 0,0 2 0 16,-2 0 0-16,0-3 0 0,-11 0 0 0,-3-5 0 15,-2-4 0-15,-4-2 0 0,2-3 0 16,-5-4 0-16,-3-2 0 0,1 0 0 0,4 0 0 0,-6-11 0 16,3-3 0-16,1-3 0 0,3-1 0 0,4-1 0 15,7 0 0-15,1-1 0 16,4-7 0-16,4 3 0 0,0 0 0 0,10-1-333 15,5 4-156-15,8-3 230 0,1 3-666 0,3 2 444 16</inkml:trace>
  <inkml:trace contextRef="#ctx0" brushRef="#br0" timeOffset="64062.95">21179 8318 3469 0,'0'0'0'0,"0"0"0"0,4 0 0 0,3 0 0 0,2 0 0 0,5 0 0 0,1 0 0 0,4 0 0 0,5 0 0 0,3 2 0 0,5 2 327 0,-2-1-192 0,3 1-135 16,-2 2 0-16,2-1 0 0,-3 0 0 0,-6-1 0 15,6 3 0-15,-7-2 0 0,0 0 0 0,-2-1 0 16,-3-1 0-16,-1 2 0 0,-4-2 0 0,-1-1-411 16,-3 0-13-16,-4 0 213 0,-1-2 4 0,0 0-325 15,-4 1 252-15</inkml:trace>
  <inkml:trace contextRef="#ctx0" brushRef="#br0" timeOffset="64281.11">21228 8543 3931 0,'-10'7'0'0,"3"3"0"0,2-5 0 0,-2 1 0 0,5-5 0 0,2 4 0 0,0-1 0 0,2-3 0 0,10 5 0 0,10-1 0 0,1 1 0 16,3-1 0-16,3-1 0 0,1 2 0 0,1-2 0 16,1 0 0-16,0 1 0 0,2-1 0 15,-4 0 0-15,0 1 0 0,0-1 0 16,-7-2 0-16,0 0 0 0,-1 0 0 0,-3 0-9 15,-5-2-84-15,2 0-880 0,-3 0 468 0,-3 0 235 16,1-4 116-16</inkml:trace>
  <inkml:trace contextRef="#ctx0" brushRef="#br0" timeOffset="64628.74">21700 8186 3006 0,'-2'-3'0'0,"-1"1"0"0,3 2 0 0,0 0 0 0,0 0 0 0,0 0 0 0,3 0 0 0,8 0 0 0,1 5 0 0,4 2 0 0,0 3 114 0,4-1-39 0,1 3 33 0,-1-3-36 16,1 2 9-16,3 1-45 16,-1-1 26-16,-1-2 0 0,2 2-26 0,-1-2 1 0,-3-1 52 15,3 2-52-15,-2-3-1 0,-3 1 44 16,1 0-80-16,-3-2 0 0,-3 2 0 0,-3-1 0 15,2 3 0-15,-4-3 0 0,-3 3 0 0,-1 1 0 16,-1-1 0-16,-1 3 0 0,0-1 0 0,-2-1 0 16,0 1 0-16,0 0 0 0,-2-2 0 0,-5 4 0 15,0-3 0-15,-1 1 0 0,0-3 0 0,-1 2 0 16,0 1 0-16,0-3 0 0,-5 2 0 0,1 1 0 16,-2-3 0-16,-3 2 0 0,-1 0 0 0,-8 1-10 15,-1-3-802-15,-6 1 387 0,-5 1 195 16,-5-3 96-16,-6-1-718 0</inkml:trace>
  <inkml:trace contextRef="#ctx0" brushRef="#br0" timeOffset="64940.28">21314 7970 3307 0,'0'5'0'0,"0"10"0"0,-7 4 0 0,-2 2 0 0,-5 2 0 0,0 3 0 0,-6 6 0 0,1 2 0 0,-1 4 0 0,-4 3 0 0,-1 0 329 16,0-2-146-16,4-5-71 0,-10 8-112 0,9-15 0 15,-1 2 0-15,-2-4 0 0,3-5 0 0,3-4 0 16,3 0 0-16,-1-2 0 0,1-2 0 0,5-3 0 16,4 0 0-16,1-1 0 0,0-1 0 15,6 2 0-15,0 2 0 16,0 0 0-16,3 0 0 0,8 2 0 0,5 4 0 0,7-1 0 15,1-2 0-15,5 4 0 16,3-2 0-16,3 1 0 0,6 2 0 0,1-3 0 0,1 3 0 0,-1 0 0 16,-3 2 0-16,-5 0 0 15,7 5-85-15,-9 2-94 0,-4 4 72 0</inkml:trace>
  <inkml:trace contextRef="#ctx0" brushRef="#br0" timeOffset="65410.96">22633 8099 3334 0,'-16'-7'0'0,"7"5"0"0,4 2 0 0,3 0 0 0,0 0 0 0,2 0 0 0,0 0 0 0,11 0 0 0,15 0 0 0,14 0 0 0,3 0 519 0,6 0-441 0,0 0-78 16,4 0 0-16,1 0 0 0,-3 0 0 0,0 0 0 15,-7 0 0-15,-6 0 0 0,2 0 0 16,-7 0 0-16,-4 4-111 0,-7-2-164 0,-3 1 156 15,-7-1 76-15,-1 1-466 0,-6 0 149 0,-1-3 166 16,-4 0-605-16,0 0 381 0</inkml:trace>
  <inkml:trace contextRef="#ctx0" brushRef="#br0" timeOffset="65600.62">23099 7852 2974 0,'1'5'0'0,"5"1"0"0,2-2 0 0,5 3 0 0,0 1 0 16,6-1 0-16,0 3 0 0,3 0 0 0,2 2 0 0,-5-1 0 0,8 3 487 0,-5 0-225 0,-3-2-112 0,0 1-92 0,-3 0-60 16,0 2 4-16,-3-2-2 0,-6 0-322 0,-2 2 176 15,-3 2 91-15,-2 0 47 0,0 2-201 16,-13 3 118-16,-4 1 65 0,-3 0-29 16,-3 1-722-16,-1 2 360 0,-8 5 195 0,2-3-430 0</inkml:trace>
  <inkml:trace contextRef="#ctx0" brushRef="#br0" timeOffset="66041.57">22984 8513 2875 0,'-6'7'0'0,"3"0"0"0,-1-2 0 0,0-4 0 0,3-1 0 0,-1 0 0 0,0 0 0 0,2 0 0 0,0-1 0 0,0-7 0 0,0-3 313 16,0-1-138-16,0-2-69 0,2-2-25 0,0 3-88 0,-1-2 44 0,-1 3 0 15,0-2 0-15,0 3-33 0,0 1 43 16,-7-1-10-16,-5 3 34 0,-1 3 0 15,-2 1-34-15,-3 4-27 0,-3 0-10 0,-4 0 0 0,0 13 0 16,0 6 0-16,-1 5 0 0,-3 9 0 0,7-5 0 16,-1 4 0-16,5 1 0 0,0 3 0 0,7-1 0 15,6 2 0-15,0 0 0 0,5-3 0 0,0-3 0 16,7-1 0-16,7-3 0 0,2-4 0 0,0-9 0 16,5 1 0-16,-1-5 0 15,7-4 0-15,-5-6 0 0,3 0 0 0,-4 0 0 16,3-14 0-16,-2-4 0 0,-1-5 0 0,-1-1 0 15,1-6 0-15,-3-1 0 0,-2 0 0 16,0-1 0-16,-4 4 0 0,-4 7 0 0,-2 1 0 0,-4 6 0 16,0 1 0-16,-1 4 0 0,-1 4 0 15,0 2 0-15,0 1 0 0,0 2 0 0,-1 0 0 0,-3 0 0 16,-2 14 0-16,2 0 0 0,2 4 0 16,2 2 0-16,0 5 0 0,0-1 0 0,0 2 0 0,2-2 0 15,3-3 0-15,7 5 0 16,-3-5 0-16,2-2 0 0,1 0 0 0,-1-4 0 15,-2-2 0-15,3-2 0 0,-3-1-142 16,-2-7-307-16,5 1 206 0,-1-4 103 0,0 0-777 0,3-2 444 16</inkml:trace>
  <inkml:trace contextRef="#ctx0" brushRef="#br0" timeOffset="66192.55">23324 8586 3931 0,'0'-5'0'0,"0"2"0"0,0 2 0 0,0-1 0 0,-4 2 0 0,2 0 0 0,0 0 0 0,1 0 0 0,1 0 0 16,0 3 0-16,0 5 0 0,0 3 0 0,3-1 0 0,3 1 0 0,2 2 0 0,-1-1 0 16,4-3-150-16,1 0-185 0,-1-1 185 0,0-5 94 15,2-1-881-15,2-2 482 0</inkml:trace>
  <inkml:trace contextRef="#ctx0" brushRef="#br0" timeOffset="66395.32">23654 8201 3931 0,'-9'-3'0'0,"6"0"0"0,3 1 0 0,0 2 0 0,0 0 0 0,0 0 0 0,0 0 0 0,12 0 0 0,8 0 0 0,6 0 0 0,4 0 0 0,6 0 0 0,1 0 0 16,8 0 0-16,-3 0 0 0,-9 0 0 15,6 0 0-15,-3 0 0 0,-8 0 0 0,6 0-44 16,-11 0-268-16,0 0 175 0,-5 0-783 0,-3 0 407 15,-4 0 230-15,-2 0 127 0,0 0-487 0</inkml:trace>
  <inkml:trace contextRef="#ctx0" brushRef="#br0" timeOffset="66953.42">24104 7974 2495 0,'-8'-4'0'0,"2"2"0"0,2 2 0 0,1 0 0 0,3 0 0 0,0 0 0 0,2 0 0 0,15 0 0 0,5 0 0 0,1 0 0 0,5 0 609 0,2 0-277 15,4 2-152-15,-1 3 135 0,-1 1-315 16,-4-1 0-16,-1 4 0 0,-6-2 0 0,-3 0 0 0,-2 5 0 16,-7-1 0-16,-3 2 0 0,-6 0 0 0,0 3 0 15,-6 4-403-15,-13-1 47 0,-5 0 193 0,-4-1-19 16,-1 0-342-16,-2-2 235 0,-1-1 130 16,-4-2-406-16,1-4 264 0,0-1 132 15,1-4-188-15,8-1 151 0,-6 0 89 0,12-2 40 16,-1-1 126-16,3 2-43 0,9-2-1 0,-2 2-50 15,6 3 485-15,0 2-238 0,3 2-119 0,1 3-60 16,1 4 296-16,0 3-177 0,0 7 61 0,0 1 565 16,0 3-366-16,0 3-182 0,-6 1 553 0,3 3-495 15,-5 1-278-15,-2-3 0 0,1 1 0 16,-1 0 0-16,2-2 0 0,-2-8 0 0,1 4 0 16,2-10 0-16,-2 2 0 0,4-8 0 15,3-6 0-15,-2 0 0 0,4-4 0 0,-1-4 0 16,1 0 0-16,0 0 0 0,0-8 0 0,0-7 0 15,3-2 0-15,11-4 0 0,-1 3 0 0,1 2 0 16,5-2 0-16,1 4 0 0,3 2 0 0,-4 4 0 16,2 3 0-16,2 1 0 0,-3 4 0 0,-1 0 0 15,0 0 0-15,-1 13 0 0,-3 2 0 16,0 5 0-16,-5-1 0 0,-2 9 0 0,-2 0 0 16,-6 1 0-16,0 1 0 0,0 0 0 15,-12-2 0-15,-3-2 0 0,-4-2 0 16,3-3 0-16,-5-4 0 0,2-6 0 0,-2-1 0 0,-1-5 0 15,-1-3 0-15,1-2 0 0,-2 0 0 0,2 0 0 16,1-3 0-16,3-9 0 0,3-1 0 0,2-4 0 16,2-5 0-16,5-3 0 0,6-3 0 0,0-2 0 15,1 0-275-15,13 0-206 0,7 0 221 0,8-3 112 16</inkml:trace>
  <inkml:trace contextRef="#ctx0" brushRef="#br0" timeOffset="67172.5">24526 8409 3931 0,'0'-2'0'15,"0"1"0"-15,0 1 0 0,0 0 0 0,0 0 0 0,0 0 0 0,0 0 0 0,10 0 0 0,4 0 0 0,7 0 0 0,4 0 0 0,0 3 0 0,0-1 0 0,7 2 0 0,-2-2 0 0,-2 0 0 16,2 0 0-16,-1-2 0 15,-7 0 0-15,1 0 0 0,-3 0 0 0,-5 1 0 0,-5-1-61 0,-1 0-277 16,-6 0 189-16,0 2-64 16,-3 2-512-16</inkml:trace>
  <inkml:trace contextRef="#ctx0" brushRef="#br0" timeOffset="67337.45">24513 8643 3931 0,'-6'9'0'0,"3"-1"0"0,1-3 0 0,2-1 0 0,0-1 0 0,2 1 0 0,11 0 0 0,6-1 0 0,4 1 0 0,2-4 0 0,7 2 0 0,-2-2 0 0,2 0 0 0,0 0 0 16,0 0 0-16,-6 0 0 0,6 0 0 0,-9 0 0 15,1 0 0-15,-4 0-130 0,-2-2 31 0,-1 2-450 16,-4-2 261-16,0 0 157 0,-2-1-163 16</inkml:trace>
  <inkml:trace contextRef="#ctx0" brushRef="#br0" timeOffset="67763.03">25366 8375 3931 0,'-6'0'0'0,"0"0"0"0,-3 0 0 0,0 0 0 0,-3 0 0 0,3 0 0 0,2 0 0 0,-4 0 0 0,2 6 0 0,4 2 0 0,-4 3 0 0,1 2 0 0,2 2 0 0,-1 3 0 16,4 0 0-16,2 3 0 0,-1 5 0 0,2-2 0 15,0 1 0-15,0 1 0 0,3 2 0 0,5-5 0 16,4 7 0-16,1-4 0 0,1-1 0 0,4-3 0 16,0-2 0-16,1-4 0 0,8 1 0 15,-3-6 0-15,1-5 0 0,3-5 0 0,-1-1 0 0,-5 0 0 16,8-4 0-16,-2-9 0 16,-5-4 0-16,-2 0 0 0,-1-3 0 0,-5 1 0 0,1-7 0 15,-4 0 0-15,-4-3 0 0,1-1 0 16,-7-2 0-16,-1-1 0 0,-1-2 0 0,0 1 0 15,-7 1 0-15,-6 3 0 0,-2 7 0 0,-6-2 0 16,0 3 0-16,-5 6 0 0,0 3 0 0,-2 3 0 16,5 5 0-16,-7 1 0 0,3 2 0 0,7 2 0 15,-4 0 0-15,3 0 0 0,3 3 0 0,0 5 0 16,4 3 0-16,0-1 0 0,1 3 0 16,1 2 0-16,3 0 0 0,-2 2 0 15,2 2 0-15,1 1 0 0,-1 2 0 0,3 0 0 16,-1 0 0-16,1 1-124 0,0 6-20 0,1-6 40 15,1 5-1038-15</inkml:trace>
  <inkml:trace contextRef="#ctx0" brushRef="#br0" timeOffset="67931.12">25830 8906 3931 0,'-2'-3'0'0,"2"3"0"0,0 0 0 0,0 0 0 0,0 0 0 0,0-2 0 0,0 2 0 0,0 0 0 0,-4 0 0 0,-2 0 0 0,-1 0-425 15,-6 6 69-15</inkml:trace>
  <inkml:trace contextRef="#ctx0" brushRef="#br0" timeOffset="93723.01">17991 9466 2728 0,'-1'-4'3'0,"-3"-1"-1"0,4 2 0 0,-2 1 1 0,2 0 1 0,0 0-1 0,0 1-1 0,0 1 0 0,0 0 0 0,0 0-1 0,2 0 77 16,3 1-1-16,3 11 8 0,-2 0-47 15,1 5 0-15,-3 7-25 0,0 1-1 0,-3 3 26 0,1 2 9 16,-2 0-55-16,0 4 46 0,-2 0 0 15,-5-2-51-15,0-2 25 0,-3-4-4 0,-1 4 27 16,2-9 15-16,-3 0-22 0,3-4-7 0,-2-5 6 16,3-2 136-16,0 0-69 15,3-7-27-15,0 1 126 0,1-2-193 0,4-2 0 16,-2 0 0-16,2 0 0 0,0 0 0 0,0 0 0 16,0 1 0-16,7 4 0 0,10-4 0 0,2 3 0 15,4-1 0-15,3 3 0 0,0-2 0 0,4 0 0 16,0 1 0-16,0 1 0 0,-2 0 0 0,0-1 0 15,-7 3 0-15,2 0 0 0,-3-1 0 0,-3 2 0 16,-4-1 0-16,-3 1 0 0,-2-3 0 16,-5 2-11-16,1-3-100 0,-2-1 19 0,-1-2-363 0,-1-2 208 15,0 1 105-15,0-1 52 16,0-1-426-16,0-16 244 0,0-8 118 0,0-7-438 16,0-9 278-16,0-2 138 0,0-7-227 0</inkml:trace>
  <inkml:trace contextRef="#ctx0" brushRef="#br0" timeOffset="94289.4">18292 9599 2131 0,'0'-12'0'0,"0"6"0"0,0 3 0 0,0 1 0 0,0 2 0 0,-2 2 0 0,1 13 0 0,-3 2 0 0,0 5 0 0,0 1 0 0,-4 8 489 0,-1 0-225 0,-2 2-113 0,-2 7-57 15,-2-5 60-15,-2 0-48 16,-4 10-39-16,-1-8 0 0,-3 0-12 16,-1-3-17-16,3-5 0 0,-3-2 9 0,0-3 22 0,0-4 0 15,1-5-31-15,-1-4 16 0,5-6-54 0,-1-3 0 16,3-2 0-16,0 0 0 0,4-2 0 0,2-10 0 15,1-7 0-15,5-2 0 0,5-5 0 16,2 0 0-16,0 1 0 0,2 0 0 0,11 2 0 0,6-2 0 16,4 1 0-16,0 1 0 15,9-1 0-15,-3 1-33 0,2 3-40 0,6-1-1 16,2 0 118-16,-7 8-42 0,2 0 0 0,-4 1-42 16,0 4 170-16,-9 5-88 0,1-1-42 0,-3 3 0 15,-2 1 0-15,-2 0 0 0,-6 0 0 0,3 1 0 16,-5 9 0-16,0-1 0 0,-1 0 0 0,-2 3 0 15,2 1 0-15,-3-4 0 0,1 7 0 0,0-5 0 16,-1 0 0-16,-1-1 0 0,2 1 0 0,-2-4 0 16,2 0 0-16,-2 1 0 15,0-4 0-15,-2-2 0 0,2-1 0 0,-2-1 0 16,0 0 0-16,0 0 0 0,-2 0 0 0,-5-1 0 16,0-10 0-16,4 0 0 0,-3-3 0 15,2-1 0-15,4 0 0 0,0 0 0 0,0 0 0 0,0-2 0 16,6 2 0-16,7 0 0 0,6 0 0 0,-4 6 0 15,9-5 0-15,-5 7 0 0,4 1 0 0,-1 4 0 16,1 2 0-16,-2 0 0 0,0 0 0 0,-5 8 0 16,-3 4 0-16,0 0 0 0,-5 5 0 0,-3 2 0 15,-3 0 0-15,0 3 0 16,-2 2 0-16,-2 0 0 0,-7-2 0 0,-6-2 0 16,2-2 0-16,-2 0 0 0,-4-5 0 0,1 0 0 15,0-3 0-15,1-3 0 0,1-1 0 0,-2-2 0 16,4-2 0-16,0 0 0 0,3-2 0 0,0 0 0 15,3 0-58-15,1-2-348 0,7-12 184 16,0-8 92-16,5-10-762 0,16-3 427 0,4-7 204 0</inkml:trace>
  <inkml:trace contextRef="#ctx0" brushRef="#br0" timeOffset="94679.4">18710 9454 3276 0,'7'-10'0'0,"2"5"0"0,-4 1 0 0,-1 2 0 0,0 2 0 0,-2 0 0 0,0 0 0 0,0 9 0 15,0 3 0-15,-2 0 0 0,0 4 251 0,0 1 149 0,0-1-396 0,0 2-4 0,0-2 0 0,0 3-65 16,0-4 20-16,2 1 41 0,0-5-342 0,-1 0 188 16,-1-3 97-16,2-5 49 15,-2-1-759-15,0-2 251 0,0 0 238 0,0-4 98 16,0-11-239-16,-3-6 192 0,-1-1 97 0,-2-7-70 16,0-1 74-16,1-7 51 0,-3 1 110 0,3-1-34 15,1 5 0-15,1 1-35 0,-2 10 142 0,5 3-66 16,0 5-38-16,0 0 0 0,0 4 557 0,2 3-212 15,11 0-173-15,8 3 429 16,1-1-282-16,7 0-141 0,1 0-70 0,5-2 231 0,4 3-141 0,5-1-84 16,-3 2 113-16,-1 0-95 15,-4 1-47-15,-1 1-24 0,-1 0 23 0,-4 0-84 16,-9 3 0-16,-1 6 0 0,-3 3 0 0,-2 1 0 16,-5 4 0-16,-3 2 0 0,-3 2 0 0,-2 3 0 15,0 0 0-15,-2 1 0 0,0 4 0 0,0-4 0 16,0 1 0-16,0 1 0 0,0-7 0 0,0 5 0 15,0-2 0-15,0-3 0 0,0 1 0 0,0-4 0 16,0-1-84-16,0-4-200 0,-2-3 134 0,-4 1 2 16,-3-6-686-16,-3 2 398 0</inkml:trace>
  <inkml:trace contextRef="#ctx0" brushRef="#br0" timeOffset="94846.54">18852 9444 3234 0,'-13'-2'0'16,"5"0"0"-16,0 2 0 0,5 0 0 0,1 0 0 0,2 0 0 0,0 0 0 0,7 0 0 0,16 0 0 0,-2 0 0 0,9 0 486 0,0 0-275 0,2-1-211 0,0-1 0 15,0 0 0-15,-4-1 0 0,4 0 0 0,-10 2 0 16,2-2-304-16,-3 2 158 0,-1 1 91 16,-9 0-806-16,-1 0 317 0,-4 0 266 0</inkml:trace>
  <inkml:trace contextRef="#ctx0" brushRef="#br0" timeOffset="95003.6">18977 9540 3054 0,'-24'11'0'0,"6"-1"0"0,-2-1 0 0,6-3 0 0,6-1 0 0,2-1 0 0,6 0 0 0,0 0 0 0,0-1 0 0,10 1 0 0,8-2 301 16,7-2-132-16,2 0-66 0,-1 0 44 0,-1 0-45 0,8 0-47 16,-4 0-55-16,-2 0-370 0,-6 0 166 15,3 0 130-15,-4 0-718 0,-4 0 415 0,-7 0 207 16,1 0-22-16,-6 2-355 0</inkml:trace>
  <inkml:trace contextRef="#ctx0" brushRef="#br0" timeOffset="95177.47">18880 9761 2307 0,'-19'10'0'0,"8"-2"0"0,2-3 0 0,3-1 0 0,6 0 0 0,0-1 0 0,2-1 0 0,15 0 0 0,7 0 0 0,6 0 0 0,2-2 234 0,4 0-99 0,-1 0-48 16,5 0 153-16,-2 0-102 0,-5 0-40 0,1 0-209 15,-6 0 74-15,-3 0 38 0,-3 0-1 16,-1-2-462-16,-4 2 260 16,-6-2 114-16,0 0-266 0,-5 0 100 0,-2-1 124 0,-2-3-55 0</inkml:trace>
  <inkml:trace contextRef="#ctx0" brushRef="#br0" timeOffset="95512.81">19070 9292 3533 0,'-11'0'0'0,"2"2"0"0,0 10 0 0,4 1 0 0,3 5 0 0,0 11 0 0,2 2 0 0,0 12 0 0,2 0 0 0,7 5 0 0,-1 2 188 0,1 3-79 0,-1-1-8 0,-3 1-101 16,-1-2 0-16,0-1 0 0,-2-7 0 0,0 10 0 16,-2-10 0-16,0 1-268 0,0-9 41 0,0 3 132 15,0-10 76-15,-5-2-707 0,0-5 362 0,1-10 75 16,-1-4-254-16,-1-7 252 0,1 0 118 15,0-16 72-15,0-13-174 0,1-9 118 0,1-5 60 0,-1 6 20 16,0-11-7-16,3 13 0 0,-3 2 46 0,-2 10 110 16,2 1-63-16,-2 9-32 0,1 1 9 15,1 5 565-15,-3 5-294 0,2 0-147 16,-4 2 707-16,-2 0-361 0,0 14-213 0,-4 0-103 16,-1 7 303-16,-4 0-202 0,1 3-102 0,-1 2-41 15,1 1-189-15,0-1 65 0,3-2 32 0,6-3-296 16,-1-2 164-16,7-4 91 0,2-4 32 0,2 0-887 15</inkml:trace>
  <inkml:trace contextRef="#ctx0" brushRef="#br0" timeOffset="95673.36">19039 9867 3456 0,'16'4'0'0,"-3"7"0"0,0 0 0 0,0 1 0 0,4 2 0 0,0-1 0 0,4 6 0 0,2-2 0 0,-2 0 0 0,4 0 0 0,0 2 155 0,-1-3-50 0,0 5-358 0,1-4 145 15,1 0 73-15,-7-6 37 0,3-1-645 0,-1-5 350 16,0-5 161 0,4 0-362-16,-11-1 251 0</inkml:trace>
  <inkml:trace contextRef="#ctx0" brushRef="#br0" timeOffset="95862.93">19604 9457 3585 0,'0'-1'0'0,"0"-1"0"0,0 0 0 0,1 2 0 0,9 0 0 0,4 0 0 0,9 0 0 0,7 0 0 0,4 0 0 0,9 0 0 0,-2-2 257 0,-1-1-168 0,11-2-89 15,-5 0 0-15,-2 1-33 0,-10-1 26 16,1 1-233-16,-3-1 135 0,-11 4 71 0,1 0 36 16,-8-3-703-16,-4 3 361 0,-1-1 185 15,-7 0-106-15,-2-1-417 0,0-3 321 0</inkml:trace>
  <inkml:trace contextRef="#ctx0" brushRef="#br0" timeOffset="96025.95">20050 9282 1908 0,'-9'-13'0'0,"1"4"0"0,0 2 0 0,3 1 0 0,3 2 0 0,0 3 0 0,2-2 0 0,0 3 0 0,0 0 0 0,6 0 0 0,3 8 488 16,6-1-216-16,0 1-122 0,2 1-56 0,-2 1 309 16,2-2-183-16,1 3-92 0,-4-1 33 0,-3-2-66 15,3 3-83-15,-5 0-12 0,-4 3 0 0,-1 1-5 16,-1 1 10-16,-3 7-5 0,0 1-528 0,-8 0 275 15,-5 3 146-15,-3 3 72 0,0-1-955 0</inkml:trace>
  <inkml:trace contextRef="#ctx0" brushRef="#br0" timeOffset="96439.07">19951 9861 2155 0,'-4'13'0'0,"2"-2"0"0,2-3 0 0,0-2 0 0,0-4 0 0,0 0 0 0,0-2 0 0,0 0 0 0,4 0 0 0,3-2 0 0,1-10 468 0,-1 1-215 0,-1-4-108 15,0 0 137-15,-3-2-122 0,-1 2-52 0,0-2-40 16,-2 0 27-16,0 0-29 0,0 0 0 16,-11 2-28-16,-3 0-11 0,0 4-27 0,-4 2 0 15,0 1 0-15,-3 6 0 0,-2 2 0 16,2 0 0-16,-4 7 0 0,2 13 0 0,2 2 0 16,1 2 0-16,5 5 0 0,2 0 0 0,1 6 0 15,7-2 0-15,3-2 0 0,2 0 0 0,0-1 0 16,2-1 0-16,10-1 0 0,0-6 0 0,3-5 0 15,2-2 0-15,2-4 0 0,1-5 0 0,1-5 0 16,-2-1 0-16,3 0 0 0,-3-8 0 0,-2-7 0 16,2-8 0-16,-3-2-13 15,-2-1-25-15,-1-2 0 0,-1 0 1 0,-5 5-10 16,0 1 164-16,0 2-78 0,-4 10-38 16,-1 1 15-16,0 3-16 0,0 2 0 0,-2 3 0 0,0 1 0 15,0 0 0-15,0 13 0 0,0 4 0 16,0 5 0-16,0-2 0 0,0 6 0 0,0-5 0 0,2 2 0 15,3 0 0-15,2-2 0 0,2-4 0 16,1 1 0-16,0-6 0 0,0 2 0 0,1-6 0 0,-2-3 0 16,3-1 0-16,-2-2-313 0,3-2-168 15,1 0 221-15,0-3-612 0</inkml:trace>
  <inkml:trace contextRef="#ctx0" brushRef="#br0" timeOffset="96696.9">20477 9551 3930 0,'-8'0'0'0,"7"0"0"0,1 0 0 0,0 0 0 0,0 0 0 0,0 0 0 16,16 0 0-16,7 0 0 0,7 0 0 0,9-3 0 0,7-3 1 0,2-3-1 0,5-2 0 0,-2 2 0 0,1-1 0 0,-5-3 0 15,-6 8 0-15,0-2 0 16,-1 0 0-16,-6 1 0 0,-4 1 0 0,-5 1 0 0,-5 2 0 16,-5 0 0-16,-6 0 0 0,-3 2 0 0,-6 0-847 15,0 0 254-15,-15 7 269 0,-11 8-576 0</inkml:trace>
  <inkml:trace contextRef="#ctx0" brushRef="#br0" timeOffset="96958.05">20542 9701 2740 0,'-9'10'0'0,"7"7"0"0,-1-5 0 0,0 2 0 0,3-3 0 0,0 3 0 0,0-3 0 0,0 0 0 15,0-1 0-15,0 1 0 0,3-2 219 0,-1-1-91 0,-1-3-45 0,1-1-12 0,-2-2-9 0,0-2-25 16,0 0 0-16,0 0 0 0,0 0 0 0,0-4 10 16,0-9-10-16,2-1-30 0,5 0 31 0,2-1-1 15,5 1-57-15,1 1 38 16,0 2-9-16,1 2 14 0,2 1-2 0,-4 5 11 15,2-1-33-15,-3 4 24 0,0 0 2 0,-4 0-3 16,-1 0 2-16,-5 4-22 0,1 3 17 0,-1 2 6 16,-3 3-64-16,0-1 31 0,-3 0 0 0,-6 2 28 15,-2 0-416-15,-1 1 181 0,1-1 105 0,-2 2-780 16,0 2 427-16,-2 5 212 0</inkml:trace>
  <inkml:trace contextRef="#ctx0" brushRef="#br0" timeOffset="97416.72">20518 10197 2205 0,'-4'2'0'0,"4"-2"0"0,0 0 0 0,0-5 0 0,0-8 0 0,5-10 0 0,13-2 0 0,0-2 0 0,7-8 0 0,-1 1 0 0,1 1 37 0,1-4 0 0,-4-1-82 16,6-9 36-16,-3 0 0 0,1-9-251 15,-5-3 138-15,-2-4 69 0,0-5 39 0,-3-8-254 16,0 5 127-16,-4 4 64 0,-3 16 31 0,-4 8 15 15,-3 9-16-15,0 4 9 0,-2 7 1 0,0 12 530 16,0 4-258-16,-4 5-112 0,-6 2 229 0,3 11-129 16,-1 17-101-16,1 9 168 0,4 1-127 0,1 9-63 15,2 8-21-15,0 9 145 0,0-5-93 0,2 4-47 16,5-10-23-16,6 4 108 0,0 0-169 0,2-3 0 16,0-5 0-16,2 0 0 0,-2-6 0 0,2-2 0 15,-4-5 0-15,2 2 0 16,-1-6 0-16,-2-9 0 0,-1-3 0 0,-1-8 0 15,-2-2 0-15,-1-6-266 0,0-4-31 0,0 0 85 16,-2-10 95-16,0-14-112 0,-1 4 87 0,-2-11 56 16,0 5 25-16,0 4 102 0,-2-1-39 0,0 4 0 15,0 7 394-15,0-2-212 0,0 4-111 0,-4 7-55 16,-3-1 353-16,-2 4-185 0,-3 0-49 0,-1 7-137 16,-4 12 0-16,-2 0 0 0,-2 6 0 15,-1-1 0-15,-3 4 0 0,0-1 0 16,0-1 0-16,0-5 0 0,8-7 0 0,1-2 0 15,5-3 0-15,1-3-188 0,2-6-23 0,3 0-748 16,3-6 460-16,2-18 232 0,0-4 105 0,7-9-336 16</inkml:trace>
  <inkml:trace contextRef="#ctx0" brushRef="#br0" timeOffset="97529.22">20965 9413 3301 0,'16'-44'0'0,"0"10"0"0,-1 2 0 0,-2 7 0 0,-5 5 0 0,2 7 0 0,-1 6 0 0,-2 2 0 0,-2 4 0 0,3 1 0 0,-1 1 563 15,-2 17-496-15,-2 3-67 0,-1 8 0 0,2 3-136 0,-1 7 72 16</inkml:trace>
  <inkml:trace contextRef="#ctx0" brushRef="#br0" timeOffset="97866.84">21652 9419 3653 0,'-3'-2'0'0,"3"-2"0"0,0 1 0 0,0-2 0 0,7-1 0 0,12 0 0 0,4 1 0 0,2-1 0 0,9 0 0 0,4-1 0 0,0 1 233 0,1 3-188 0,-2-2-207 0,0 4 55 16,-2-1 72-16,-1 0 45 0,-4 2-345 0,-4 0 187 16,-6 0 92-16,0 0-874 0,-9 0 457 0,-3 0 227 15,-6 0 118-15</inkml:trace>
  <inkml:trace contextRef="#ctx0" brushRef="#br0" timeOffset="98366.25">21983 9284 1914 0,'-10'-18'0'0,"5"2"0"0,5-2 0 0,0-1 0 0,0 4 0 0,5 0 0 0,9 4 0 0,5-1 0 0,3 5 0 0,2 1 0 0,5 2 130 0,-5 3-37 0,8 1 264 0,-5 0-161 16,-1 0-79-16,-10 1 62 0,5 9-72 0,-6 1-25 15,-5 4-315-15,-5 2 136 0,-3 5 66 0,-2 5 34 16,-10 0-243-16,-6 4 148 0,-11 5 60 15,5-9 34-15,-5 0-637 0,-3 1 310 0,3-2 82 16,-3-5 93-16,-2-2-189 0,2-3 150 0,1-4 77 16,3-2-19-16,5-4 47 0,0 0 14 0,5-5 9 15,5 3 257-15,1-3-116 0,2 1-59 0,5 2 202 16,1 2-139-16,2 2-56 0,0 3-33 0,0 4 568 16,0 2-203-16,4 7-162 15,-3 4-65-15,1 4 321 0,0 10-208 0,-2-3-104 16,0 4 305-16,-4 0-205 0,-5-5-93 0,-3 10-61 0,0-4 78 15,1-5-166-15,1-5 0 0,-3-2 0 16,4-7 0-16,-1-3 0 0,3-5 0 0,1-10 0 16,4 1 0-16,-1-8 0 0,1 0 0 0,2-2 0 15,0-19 0-15,9-3 0 0,5-4 0 0,6 0 0 16,1 0 0-16,0 1 0 0,4 3 0 0,0 5 0 16,1 2 0-16,-1 6 0 0,-5 5 0 0,1 4 0 15,0 2 0-15,-3 0 0 16,-3 2 0-16,-2 13 0 0,-4 2 0 0,-2 2 0 15,-6 7 0-15,-1-2 0 0,0 1 0 0,-3-1 0 16,-9-4 0-16,-4 3 0 0,-2-6 0 0,4-5 0 16,-5 3 0-16,-2-6 0 0,1-2 0 0,-1-3 0 15,0-3 0-15,1-1 0 0,-1 0 0 0,1 0 0 16,2 0 0-16,3-1 0 0,2-8 0 0,1-2 0 16,5-6-64-16,5-4-332 0,2-7 184 15,2-1 88-15,13-9-771 0,5 2 429 16</inkml:trace>
  <inkml:trace contextRef="#ctx0" brushRef="#br0" timeOffset="98531.7">22520 9429 3931 0,'0'-1'0'0,"2"1"0"0,-1 0 0 0,-1 0 0 0,2 0 0 0,0 0 0 0,1 1 0 0,1 7 0 0,1-1 0 0,-1 3 0 16,3 2 0-16,3 2 0 0,-3 3 0 0,1-1 0 0,1 2 0 15,-1-1 0-15,-1-1-290 0,-3-1 144 0,-1 0 101 16,-3 1-955-16</inkml:trace>
  <inkml:trace contextRef="#ctx0" brushRef="#br0" timeOffset="98862.9">22461 9681 2697 0,'-10'0'0'0,"2"0"0"0,3 0 0 0,0-2 0 0,2 1 0 0,1-2 0 0,2 0 0 0,0 2 0 0,2-1 0 0,15 1 0 0,6 1 282 0,2 0-113 0,7-2-70 15,3 0 240-15,8 0-150 0,-2 0-76 0,-1 0-70 0,-5 1-43 16,4-1 0-16,-1 0 0 0,-6 2 0 0,-2 0 0 16,-7 0 0-16,1-2 0 0,-6 2 0 0,-4 0 0 15,-3 0 0-15,-1 0 0 0,-6 0 0 0,-1 0 0 16,-1 0 0-16,0 0 0 0,-2 6 0 0,0 1 0 16,0 4 0-16,0 4 0 15,0 5 0-15,0 2 0 0,0 2 0 0,0 6 0 16,0-2 0-16,0 2 0 0,2 0 0 0,1-1 0 15,3-3 0-15,-2 0 0 0,-1-3 0 0,0 1 0 16,-1-3 0-16,-2-1 0 0,0 0 0 0,0-2 0 16,-7-6 0-16,-2 2 0 0,-3-3 0 0,-6-3 0 15,0-1 0-15,-1-1 0 0,-2-5 0 0,-1-1 0 16,-1 0 0-16,-1 0 0 0,1-11 0 0,3-10-396 16,1-6 14-16,1-17 176 15,6-12 85-15,8-10-758 0,4-9 420 0</inkml:trace>
  <inkml:trace contextRef="#ctx0" brushRef="#br0" timeOffset="99012.9">22830 9310 2591 0,'10'-22'0'0,"-5"9"0"0,1 7 0 0,-1 3 0 0,-1 3 0 0,-2 0 0 0,-1 12 0 16,-1 11 0-16,0 5 0 0,0 6 0 0,-5 6 715 0,-11 11-344 0,-4 0-167 0,-4 8-154 0,-3-4-50 16,6-10 0-16,-6 6 0 0,1-6 0 0,-1-4 0 15,3-5 0-15,4-8 0 0,-1 0-15 16,5-9-163-16,2-2 103 0,3-8 56 0,1-4-1101 15,4-5 461-15</inkml:trace>
  <inkml:trace contextRef="#ctx0" brushRef="#br0" timeOffset="99127.11">22624 9814 2514 0,'14'-7'0'0,"4"5"0"0,-6 0 0 0,-3 0 0 0,5 2 0 0,-1 0 0 0,-1 2 0 0,1 6 0 0,-3-1 0 0,4 0 0 0,1 3 548 0,-2-2-260 15,0-1-125-15,3 0-533 0,-2-1 204 0,4-2 101 16,2-3 61-16,4-1-1023 0</inkml:trace>
  <inkml:trace contextRef="#ctx0" brushRef="#br0" timeOffset="99330.09">23159 9505 3931 0,'0'-5'0'0,"5"2"0"0,4-1 0 0,7 0 0 0,3 0 0 0,5 1 0 0,4-1 0 0,6 0 0 0,8 2 0 0,-2 1 0 0,0 1 0 15,2 0 0-15,-5 0 0 0,8 0 0 0,-2 0 0 16,-7 0 0-16,1 0 0 0,-1 0 0 0,-8 0 0 16,-2 0-112-16,-1 0 12 0,-4-3 68 0,-10 1-810 15,-2-1 416-15,-5-3 120 0,-4-1-411 0,0-1 341 16,-8-1 169-16</inkml:trace>
  <inkml:trace contextRef="#ctx0" brushRef="#br0" timeOffset="99516.15">23645 9264 3117 0,'0'-7'0'0,"0"1"0"0,0 0 0 0,6 3 0 0,5-1 0 0,4 2 0 0,2-1 0 0,7 3 0 0,-3 0 0 15,6 0 0-15,1 6 764 0,2 5-714 0,-3-1-50 0,3 2 0 0,-7 3 0 0,5 1 0 0,-6 0 0 16,-6 0 0-16,-1 3 0 16,-4-1 0-16,-6 3 0 0,-3 3 0 0,-2-1 0 15,-5 2 0-15,-13-1 0 0,-5 0 0 0,-3 0 0 16,-8 2 0-16,-2-4 0 0,-1 0-159 0,-6 1 3 15,-2 0 31-15,-1-4-813 0</inkml:trace>
  <inkml:trace contextRef="#ctx0" brushRef="#br0" timeOffset="99831.57">23502 9792 3931 0,'-2'9'0'0,"-3"6"0"0,-2-2 0 0,-2 2 0 0,2 4 0 0,-2 3 0 0,2-1 0 0,-3 7 0 0,4-1 0 0,3-1 0 0,3-2 0 0,0 1 0 15,0-4 0-15,7 3 0 0,8-5 0 0,5 1 0 16,9-3 0-16,1-4 0 0,3-5 0 0,4-3 0 16,0-5 0-16,1 0 0 0,-1-2 0 0,-3-9 0 15,-4-4 0-15,-2-2 0 0,-5-1 0 16,-4-3 0-16,-4 0 0 0,-4-1 0 16,-5-1 0-16,-2-7 0 0,-3 2 0 0,-1-2 0 15,0 0 0-15,-11 0 0 0,-4 2 0 0,-2 3 0 16,-2 5 0-16,-3 4 0 0,-5 3 0 0,-1 4 0 15,-4 7 0-15,0 0 0 0,0 2 0 0,0 2 0 16,2 7 0-16,4 5 0 0,6-1 0 0,-5 6 0 16,10-4 0-16,2 3 0 0,2 3 0 0,1-2 0 15,5 4 0-15,1 0 0 0,4 2 0 0,0 2 0 16,0-1 0-16</inkml:trace>
  <inkml:trace contextRef="#ctx0" brushRef="#br0" timeOffset="99985.61">24164 10192 349 0,'-5'-8'0'0,"5"6"1739"0,0 1-870 0,-2-1-435 0,1-1-216 0,1 1-155 0,0 2-36 0,0 0-1 0,-4 12-37 0</inkml:trace>
  <inkml:trace contextRef="#ctx0" brushRef="#br0" timeOffset="107069.45">18057 9239 1986 0,'0'0'0'0,"0"3"0"0,-2-3 0 0,2 1 0 0,0-1 0 0,0 0 0 0,0 0 1 0,0 0 1 0,0 0 0 0,0 0-1 0,2 0 110 0,0 0-25 0,1 0 130 0,2 0-87 0,-1 0-44 15,-2 0 0-15,1 0 88 16,-1 0-56-16,2 0-43 0,-1 0 1 0,1 0 82 16,1 2-58-16,-2 0-28 0,4 1 10 0,-1-3 89 15,3 1-64-15,5-1-32 0,-3 0-44 0,2 0-30 16,0 0 0-16,2 0 0 0,-2 0 0 0,2 0 0 15,0 0 0-15,-2-1 0 0,-1-2 0 0,3 3 0 16,-2 0 0-16,-2-2 0 0,2 2 0 16,-3 0 0-16,1 0 0 0,2 0 0 15,0 0 0-15,0 0 0 0,3 0 0 0,-2 0 0 16,3 0 0-16,0 0 0 0,-2 0 0 0,2 0 0 16,0 0 0-16,-2 0 0 0,2 0 0 0,-3 0 0 15,2 0 0-15,0 0 0 0,-2 0 0 0,3 2 0 16,-2 2 0-16,2-1 0 0,2 0 0 0,0-2 0 15,1 1 0-15,3 0 0 0,3-2 0 0,-1 0 0 16,-4 0 0-16,2 0 0 0,-2 0 0 0,2 0 0 16,-1-2 0-16,-1 0 0 0,-2 1 0 15,1-2 0-15,-1 2 0 0,0-1 0 16,1 1 0-16,1 1 0 0,-2-3 0 0,0 3 0 16,0 0 0-16,-1 0 0 0,3 0 0 0,0 0 0 15,-3 0 0-15,5 0 0 0,-2-2 0 0,4 0 0 16,0 1 0-16,1-3 0 0,1-1 0 0,3 0 0 15,-2-1 0-15,-1 1 0 0,5-2 0 0,-4-1 0 16,0 2 0-16,2 0 0 0,-2 3 0 16,-4-1 0-16,6-2 0 0,-2 3 0 15,1-1 0-15,-1 2 0 0,0-2 0 0,-1 0 0 16,4 1 0-16,-2 1 0 0,-1-2 0 0,-2 0 0 16,3 2 0-16,-4-1 0 0,5-1 0 0,0 0 0 15,-3 2 0-15,1 1 0 0,-3-1 0 0,-1 0 0 16,3 0 0-16,-4 2 0 0,0 0 0 0,0 0 0 15,0 0 0-15,-1 0 0 0,0-3 0 0,1 3 0 16,-1 0 0-16,1-1 0 0,3 1 0 0,-3-2 0 16,3 0 0-16,0 0 0 0,-2 1 0 0,3-1 0 15,-1-2 0-15,-1 2 0 16,3 1 0-16,-4-2 0 0,1 1 0 0,-3 1 0 16,1-4 0-16,-1 4 0 0,-1 0 0 0,-2-4 0 15,-1 3 0-15,0-1 0 0,-4-2 0 0,-2 2 0 16,-1 0 0-16,0 0 0 0,-3 0 0 0,-1 1 0 15,-3-1 0-15,0 0 0 0,-1 2 0 0,-1-1 0 16,-2 2 0-16,0-3 0 0,0 3 0 0,0-1 0 16,0-1 0-16,0 0 0 15,0 2 0-15,-11 0 0 0,-3 0-609 0,-4 15 284 16</inkml:trace>
  <inkml:trace contextRef="#ctx0" brushRef="#br0" timeOffset="110045.29">22691 9177 1898 0,'0'-7'0'0,"0"1"0"0,0 0 0 0,0 3 0 0,0-3 0 0,0 4 0 0,0-2 0 0,0 3 0 0,0 1 0 0,0-2 0 0,0 2 105 0,0 0 73 0,0 0-71 16,0 0-32-16,0 0 1 0,6 0 119 0,-1 0-75 16,2 0-26-16,2-2 148 0,2 2-99 0,-1-1-49 15,2-2 0-15,1 1 135 0,3 1-81 0,-4-1-57 16,4 0-49-16,-3 0-42 0,1-1 0 0,0 2 0 15,-1 1 0-15,2 0 0 0,0 0 0 0,2 0 0 16,-2 0 0-16,0 0 0 16,1 0 0-16,2 0 0 0,1 0 0 0,-1 6 0 15,7-1 0-15,-1 3 0 0,5-1 0 0,1-1 0 16,2 1 0-16,3 1 0 0,8 0 0 0,-1-1 0 16,-3-3 0-16,11 2 0 0,-2-3 0 0,1-1 0 15,3-2 0-15,10 0 0 0,-11 0 0 0,14 0 0 16,-12-4 0-16,13-3 0 0,-6-3 0 0,4 3 0 15,-11 1 0-15,7-1 0 0,-2 3 0 0,8 0 0 16,-14 0 0-16,6 2 0 16,0 1 0-16,-1 1 0 0,1 0 0 0,-1 0 0 15,1 0 0-15,2 0 0 0,-3 0 0 0,14 0 0 16,-9-2 0-16,1 0 0 0,-11 1 0 0,17-2 0 16,-17 1 0-16,4 1 0 0,-2-1 0 0,-2 0 0 15,-2 2 0-15,-3 0 0 0,-6 0 0 0,11 0 0 16,-12 2 0-16,-4 0 0 0,2 4 0 0,-4-3 0 15,-2 0 0-15,-1-1 0 0,-2 2 0 0,-1-2 0 16,0 0 0-16,-4 2 0 0,6-3 0 0,-5 1 0 16,1-2 0-16,-5 3 0 15,3-2 0-15,-1 1 0 0,-2-2 0 0,-1 2 0 16,-1 0 0-16,0-2 0 0,-2 0 0 0,-4 0 0 16,-2 2 0-16,0-2 0 0,-3 0 0 0,-2 0 0 15,-3 0 0-15,-1 0 0 0,0 0 0 0,-2 0 0 16,0 0 0-16,0 0 0 0,0 0 0 0,0 0 0 15,0 0 0-15,-2 0 0 0,-8 0 0 16,-4 0 0-16,-8 7 0 0,-2 7 0 16,-12 8 0-16,1 10-789 0</inkml:trace>
  <inkml:trace contextRef="#ctx0" brushRef="#br0" timeOffset="114776.38">24554 9788 2573 0,'0'0'0'0,"0"0"0"0,-2 0 0 0,2-2 0 0,0 2 0 0,0 0 0 0,0 0 0 0,0 0 0 0,0 0 0 0,0 0 0 0,0 0 119 0,0 0 147 16,0 0-119-16,0 0-53 0,0 0-27 0,0 4 12 16,4 1-1-16,2 3-28 0,0-4 103 0,1 1-57 15,0 1-28-15,0 0 0 0,2-2 5 0,-2 1-73 16,0 1 0-16,-1 1 0 0,0 1 0 0,0 1 0 16,-1 2 0-16,-1 2 0 0,1 3 0 15,-1 0 0-15,-1 3 0 0,2 0 0 16,1 0 0-16,-3 1 0 0,3 1 0 0,-1-2 0 15,0 2 0-15,4-3 0 0,-4 0 0 0,2 0 0 16,1-1 0-16,-4-2 0 0,4-2 0 0,-3 0 0 16,-1-1 0-16,-1-4 0 0,1 2 0 0,-2-4 0 15,0-3 0-15,-1 1 0 0,0-2 0 0,-1-2 0 16,0 0 0-16,4 0 0 0,3 0 0 0,6-4 0 16,8-14 0-16,9-11 0 0,6-2 0 0,11-13 0 15,3-2 0-15,5-4 0 0,5 1 0 0,4-1 0 16,1 1 0-16,5 0 0 15,0 2 0-15,1 5 0 0,-13 5 0 0,12-2 0 16,-23 13 0-16,1-2 0 0,-4 7 0 0,-8 3 0 16,-3 0 0-16,-3 5 0 0,-7 4 0 0,-3-1 0 15,-3 5 0-15,-2-1 0 0,-3 2 0 0,-4 3 0 16,0-2 0-16,0 1 0 0,-4 1 0 0,0 1 0 16,-1 0 0-16,-1 0 0 0,-1 0 0 0,-1-2 0 15,0 2 0-15,0 0 0 0,0 0 0 0,0 0 0 16,0 0 0-16,0 0 0 15,0 0 0-15,0 0 0 0,0 0 0 0,0 0 0 16,0 8 0-16</inkml:trace>
  <inkml:trace contextRef="#ctx0" brushRef="#br0" timeOffset="116674.05">18189 10569 1923 0,'-4'-6'0'0,"0"3"0"0,2 1 0 0,0 0 0 0,0-1 0 0,2 3 0 0,-1 0 0 0,1 0 0 0,0 9 0 0,0 8 0 0,0 5 170 0,3 5-66 0,3 0-32 16,2 7 164-16,-1 0-103 16,1 1-48-16,-1 3 13 0,-1 0-30 0,-4-1 0 0,0-3-20 0,-2 2-25 15,0-2 16-15,-7-2 0 16,-5-4 0-16,-3-2 61 0,1-6-21 0,-2 0-10 15,-1-6 186-15,2-3-108 0,3-5-54 0,3 0-50 16,2-2-43-16,2-4 0 0,2 0 0 0,1 0 0 16,2 0 0-16,0 0 0 0,8 0 0 0,7 2 0 15,8 0 0-15,-1 1 0 0,2 1 0 0,-3 0 0 16,11 4 0-16,-8-1 0 0,3 1 0 0,-2 5 0 16,-4-2 0-16,-2 0 0 0,1 2 0 0,-2 0 0 15,-3 2 0-15,-4-2 0 0,0 3 0 0,-3-3 0 16,-4-4 0-16,0 2-505 15,-2-3 200-15,-1-3 133 0,1-1 66 0,-2-2-252 0,0-2 164 16,0 0 78-16,0-2-425 0,-3-19 252 16,-1-10 125-16,2-6 52 0</inkml:trace>
  <inkml:trace contextRef="#ctx0" brushRef="#br0" timeOffset="117222.92">18403 10876 2228 0,'0'-10'0'0,"0"4"0"0,0 4 0 0,0 2 0 0,2 2 0 15,-2 11 0-15,0 3 0 0,0 2 0 0,0 3 0 0,-2 5 0 0,-6-2 157 0,1 5-59 0,-4 1 217 0,-5 0-138 0,2 0-59 0,-7 2-44 16,0-3 36-16,-3 0-35 0,-2-2 0 16,-2-5-37-16,-4-2 43 0,-6-1-9 0,6-5-33 15,-4-5 31-15,2-2 0 0,2-3-31 0,8-4 10 16,2 0-3-16,1 0-46 0,5-8 0 16,5-2 0-16,6-6 0 0,5-3 0 0,0-1 0 0,5-1 0 15,15 0 0-15,2-1 0 0,6 1 0 0,4 0 0 16,8-1 0-16,3 1 0 15,-3 2 0-15,4 3-38 0,-3-1 11 0,-5 6 5 16,6-3-5-16,-5 5-7 0,-3 1 29 0,-4 3 72 0,-7 3-37 16,0 0-14-16,-3 2-24 15,-5 0 56-15,-2 0-48 0,-4 8 0 0,-1 3 0 0,-4 0 0 16,-2 4 0-16,-1 0 0 0,-1 2 0 0,0-2 0 16,0 0 0-16,0 2 0 0,0-4 0 0,0-2 0 15,-1-1 0-15,-1-1 0 0,2-3 0 0,0-5 0 16,0 1 0-16,0 0 0 0,0-2 0 15,0 0 0-15,0-4 0 0,0-8 0 0,0-5 0 16,0-4 0-16,2 0 0 0,-1 1 0 16,5-1 0-16,1 3 0 0,3 0 0 0,-1 4 0 15,0 0 0-15,3 3 0 0,3 2 0 0,-1 5 0 16,0 2 0-16,1 0 0 0,2 2 0 0,0 0 0 16,0 10 0-16,0 2 0 0,-4 2 0 0,2 3 0 15,-4 1 0-15,-4 1 0 16,-1 1 0-16,-1 2 0 0,-4-2 0 0,-1 0 0 15,0 1 0-15,-12-1 0 0,0-4 0 0,-6-1 0 16,-3 1 0-16,-2-7 0 0,4-2 0 0,-4 1 0 16,1-3 0-16,-1-1 0 0,4-2 0 0,1-2 0 15,4 0 0-15,3 0 0 0,4-11 0 0,5-12-696 16,2-9 264-16,6-5 197 0,12-6 98 0,6-5-706 16,6-4 392-16,2 3 211 0</inkml:trace>
  <inkml:trace contextRef="#ctx0" brushRef="#br0" timeOffset="117582.31">18811 10738 2693 0,'16'-17'0'0,"1"4"0"0,-2 4 0 0,-3 1 0 0,-1 6 0 0,-2 0 0 0,-1 2 0 0,-2 0 0 0,-1 4 0 0,-1 8 0 0,-1 3 385 0,-1 1-178 15,0 3-84-15,-2 0 299 0,0 2-321 0,0 0-101 0,0-1 0 0,0-1 0 16,0-4 0-16,0-1 0 0,0-5-153 0,0-3-87 16,0 1 149-16,0-6 60 0,0-1-682 0,-4 0 376 15,1-5 43-15,1-10-323 0,0-4 294 0,-2-5 142 16,1-4 72-16,1-5-40 15,-3-2 55-15,2-3 18 0,-1-5 9 0,4 9 70 16,0 0-1-16,0 6-41 0,0 5 243 0,2 1-132 16,8 3-50-16,3 1-31 0,8 4 473 0,-1 4-168 15,6 1-149-15,2 3 380 0,2-2-250 0,4 4-119 16,2 1-59-16,-2 0 295 0,-2 3-178 0,-3 0-79 16,4 3-54-16,-4 4 212 0,-4 5-168 0,-2 2-127 15,-6-1 0-15,1 4 0 16,-4 0 0-16,-3 1 0 0,-4 3 0 0,0 3 0 15,-6 1 0-15,1-2 0 0,-2 5 0 0,0-2 0 16,0-1 0-16,0 1 0 0,0-6 0 0,0 5 0 16,-2-5 0-16,-2 1 0 0,0-5-194 0,-1 0-48 15,-3-3-350-15,-1-2 266 0,-3-2 149 16,0 2-611-16,-4-5 374 0,-2-2 188 0</inkml:trace>
  <inkml:trace contextRef="#ctx0" brushRef="#br0" timeOffset="117737.47">19032 10723 2647 0,'-17'-7'0'0,"6"3"0"0,2 2 0 0,2 0 0 0,-2 0 0 0,7 2 0 0,2 0 0 0,0 0 0 0,0 0 0 0,11 0 0 0,3 0 128 0,5 0 279 15,1 0-185-15,5 0-81 0,-2 0-56 0,5 0-4 16,-8-2 1-16,5 1-44 0,-4-1-574 0,0 2 297 16,-3 0 134-16,-3 0 72 0,-6 0-367 0,-1 0 219 15,-3 5 110-15</inkml:trace>
  <inkml:trace contextRef="#ctx0" brushRef="#br0" timeOffset="117890.84">19070 10868 2474 0,'-15'7'0'0,"5"-3"0"0,1-1 0 0,5 0 0 0,1-3 0 0,3 0 0 0,0 0 0 0,1 0 0 0,12 0 0 0,4 0 0 16,4 0 148-16,3 0-55 0,-3-3 125 15,2 1-90-15,-3 2-44 0,-1-1-180 0,0 1 63 0,-4 0 36 16,-3 0-1-16,-3 0-548 0,-4 0 292 15,-1 1 156-15,-4 8-709 0</inkml:trace>
  <inkml:trace contextRef="#ctx0" brushRef="#br0" timeOffset="118064.85">19060 10975 2175 0,'-21'1'0'0,"7"5"0"0,-2-4 0 0,9 0 0 0,0 0 0 0,3-2 0 0,4 0 0 0,0 2 0 0,0-2 0 0,9 2 0 16,9-2 135-16,2 1-43 0,4 2 224 0,1-2-138 0,-1 1-70 0,0 0-34 15,-1 0 22-15,2-2-10 0,-3 2-47 0,-2-2-303 16,1 0 152-16,-1 0 75 0,-2 0 47 0,-3 0-559 16,-4 0 288-16,-2-2 70 0,-1 0 96 15,-2-6-516-15,-2-1 276 0,-3 0 153 0</inkml:trace>
  <inkml:trace contextRef="#ctx0" brushRef="#br0" timeOffset="118394.62">19175 10501 2967 0,'-12'-9'0'0,"7"4"0"0,-1 4 0 0,1 1 0 15,1 0 0-15,3 8 0 0,1 15 0 0,0 3 0 0,0 11 0 0,1 2 0 0,8 7 189 0,-1-5-65 0,1 15 317 0,-1-7-231 0,1 2-210 16,-3-5 0-16,-1-4 0 0,2 11 0 0,-4-10 0 16,1 2 0-16,-2-4-139 0,-1-5 73 0,-1 1 63 15,0-1-302-15,0-6 173 16,0-7 85-16,-1-3-833 0,-3-12 421 0,0-1 200 15,-2-5 115-15,-1-2-301 0,1-7 202 0,1-18 103 16,-1-3 50-16,-2-3-81 0,3-2 70 0,-3 0 32 16,5 3 133-16,-5 4-51 0,2 7-26 0,0-1-10 15,1 9 174-15,0 0-95 0,-3 3-48 0,2 5 1 16,0 1 579-16,-1 2-207 0,-2 0-188 0,-1 8 395 16,-3 7-275-16,1 4-137 0,-6 3-69 15,1 2 111-15,0 2-95 0,-2 1-42 0,7 2 0 0,0-11-378 16,3 3 167-16,5-6 95 15,4-2-746-15,0-2 410 0,2-7 205 0</inkml:trace>
  <inkml:trace contextRef="#ctx0" brushRef="#br0" timeOffset="118545.7">19246 11055 2881 0,'8'0'0'0,"-1"0"0"0,-1 0 0 0,3 9 0 0,4 5 0 0,3-1 0 0,2 4 0 0,5 0 0 0,-1 0 0 0,5 1 0 0,-1 0 136 0,4 0 268 15,-1 1-188-15,0 0-88 0,1-2-45 0,-2 0-367 16,2-4 161-16,-5-3 91 0,3-2-759 0,-2-3 414 16,1-5 209-16</inkml:trace>
  <inkml:trace contextRef="#ctx0" brushRef="#br0" timeOffset="118995.24">19877 10648 3107 0,'-7'-5'0'0,"3"1"0"0,2 2 0 0,0-2 0 0,2 0 0 16,0 0 0-16,0-2 0 0,2 1 0 0,13-1 0 0,8 1 0 0,1-2 580 0,3 1-336 0,3-1-244 0,2 3 0 15,1-2 0-15,-1 2 0 0,2 0 0 0,-2 1 0 16,-2-1 0-16,-2 2 0 0,0-1 0 0,-5 2-23 16,1-1-245-16,-3 1 152 0,-4-2 87 15,0 1-853-15,-6 1 422 0,-3-1 211 0,-1-2 106 16,-3 0-211-16,-3-1 149 0,-1-3 89 0,0-1-295 0,-10-1 187 16,-1-4 93-16,-5 0-48 0,2-1 85 15,-2 0 47-15,1 0 47 0,-2 2 169 16,4 2-122-16,3 0-43 0,3 3-9 0,3 2 549 0,3 1-291 15,1 1-116-15,0 0-82 0,0 2 462 16,10 0-231-16,6 2-128 0,0 0 307 0,5 0-214 16,0 0-106-16,1 8 179 0,1 0-134 0,2 3-81 15,-6 0-35-15,-1 2-6 0,-1 0 1 0,-2 4-31 16,-6 0-5-16,-1 3-353 0,-4 5 171 0,-4-1 94 16,0 3-628-16,-9 5 306 0,-9-1 193 15,-3 7 8-15,0-2-266 0,-4 1 212 16,0 3 91-16</inkml:trace>
  <inkml:trace contextRef="#ctx0" brushRef="#br0" timeOffset="119383.33">20170 11104 2141 0,'2'10'0'0,"4"-3"0"0,-1-3 0 0,0-4 0 0,-2 0 0 0,3 0 0 0,-1 0 0 0,3-10 0 0,-1-4 0 0,3-4 0 0,1-1 276 0,-4-2-109 0,3-4-70 15,-4 4 181-15,-3-1-120 0,-1-3-61 0,0 4 124 16,-2 0-83-16,0 2-54 0,-4-1-1 0,-7 2 55 15,-4 3-85-15,0 4-53 0,-2 0 0 16,-1 7 0-16,-7 1 0 0,4 3 0 16,-2 7 0-16,0 9 0 0,-2 8 0 0,4 4 0 15,0 2 0-15,5 6 0 0,2 0 0 0,5 4 0 0,4-3 0 16,3 8 0-16,2-11 0 0,0 1 0 0,2-3 0 16,10-3 0-16,0-9 0 0,3-1 0 0,4-5 0 15,-1-7 0-15,1-4 0 0,0-3 0 16,0 0 0-16,-2-5 0 0,1-14-115 0,-2-2-57 15,-2-1 68-15,0-3 40 0,-5 5-10 0,2 0 36 16,-3-1 1-16,-2 4 187 0,-3 7-93 16,-1 1-48-16,0 5 379 0,0 1-388 0,-1 1 0 15,-1 2 0-15,0 0 0 0,0 11 0 16,2 3 0-16,0 4 0 0,5-2 0 0,0 3 0 16,2 0 0-16,0 0 0 0,3 0 0 15,1-4 0-15,0 0 0 0,2-2 0 0,-1-1-298 0,0-4 66 16,2-2-876-16,-4 0 540 0,8-2 265 0</inkml:trace>
  <inkml:trace contextRef="#ctx0" brushRef="#br0" timeOffset="119569.11">20712 11138 3836 0,'-3'2'0'0,"1"5"0"0,0 3 0 16,-1-2 0-16,-1 2 0 0,0 2 0 0,1-1 0 0,-3 2 0 0,0 2 0 0,0 2 0 0,-1 0 93 0,0-1-91 0,-2 2-2 0,1-3 0 16,-2-2-402-16,1 0 147 0,-1-1 141 0,1-2 76 15,2-2-355-15,0-4 215 0,0-1 107 0</inkml:trace>
  <inkml:trace contextRef="#ctx0" brushRef="#br0" timeOffset="119738.18">20815 10676 3046 0,'0'-8'0'0,"3"5"0"0,10-1 0 0,4-3 0 16,4-1 0-16,3 1 0 0,6-1 0 0,5 2 0 0,4-1 0 0,-5 1 0 0,12 2 127 0,-2 3-44 0,-3 1-1 0,-4 0-700 0,3 0 323 15,-6 0 167-15,-2 0 82 0,-9 0-407 0</inkml:trace>
  <inkml:trace contextRef="#ctx0" brushRef="#br0" timeOffset="119933.58">21293 10404 3100 0,'7'-8'0'0,"7"-2"0"0,0 3 0 0,-3-1 0 0,3 3 0 0,2 0 0 0,5 0 0 0,-1 2 0 0,6 1 0 0,-7 2 0 0,1 0 290 0,1 0-117 16,-3 5 82-16,-6 7-142 0,-2 1-113 0,-5 2 0 15,-2 6 0-15,-3 0 0 0,-5 7 0 0,-11-2-252 0,-5 5 141 16,-2-4 75-16,-7 9 36 16,6-10-772-16,-11 10 393 0,0-6 61 0,0-4 146 15,-5-4-559-15</inkml:trace>
  <inkml:trace contextRef="#ctx0" brushRef="#br0" timeOffset="120237.46">21134 10749 2089 0,'-4'-6'0'0,"4"1"0"0,0 3 0 0,0 0 0 0,0 2 0 0,5 0 0 0,1 9 0 0,0 9 0 0,0 6 0 0,-4 5 0 0,-1 4 327 0,-1 5-135 0,0 8 450 0,0-2-303 16,-5 1-150-16,-7-4-36 0,5-5-153 0,-2 3 0 16,2-5 0-16,-2-4 0 0,4-9 0 0,-1-2 0 15,3-6 0-15,-1-5 0 0,2-1 0 0,0-6 0 16,2-1 0-16,0-1 0 0,0-13 0 0,2-6 0 16,13-3 0-16,4 1 0 15,1 0 0-15,5 1 0 0,3 0 0 0,4 6 0 16,0 2-28-16,-2 5 56 0,0 5-28 0,-7 3 0 0,1 0 0 15,-4 1 0-15,-1 11 0 0,-6 4 0 0,-5 3 0 16,-4 12 0-16,-4-5 0 0,0 0 0 0,-9 3 0 16,-8-4 0-16,-3 0 0 15,-1-4 0-15,-2-5 0 0,2-5 0 0,-4-1 0 0,3-4 0 16,-2-6 0-16,1 0 0 0,0 0 0 0,3-3 0 16,1-7 0-16,4-4 0 0,2-4-72 15,4-6-485-15,7-3 260 0</inkml:trace>
  <inkml:trace contextRef="#ctx0" brushRef="#br0" timeOffset="120751.57">21893 10603 3074 0,'-9'-7'0'0,"7"4"0"0,2 3 0 0,0 0 0 0,0 0 0 0,0 0 0 0,4-1 0 0,12 1 0 0,3-2 0 0,9 0 0 0,4 0 181 0,0-1 61 0,2 2-92 15,0-1-60-15,-3 1-26 0,0 1-352 0,-5 0 164 16,-5 0 82-16,-3 0-612 0,-4 0 339 0,-5 0 173 16,-4 3 87-16,-1-3-391 15,-2 1 132-15,-2-1 127 0,-4 0 79 0,-7 0-304 16,-4 0 186-16,-2-4 94 0</inkml:trace>
  <inkml:trace contextRef="#ctx0" brushRef="#br0" timeOffset="121012.3">22082 10422 1282 0,'-9'-17'0'0,"1"-2"0"0,4 11 0 0,1-4 0 0,1 7 0 0,2 2 0 16,0 1 0-16,0 2 0 0,0 0 0 0,2 5 0 0,5 8 103 0,-2 3 146 0,0 4-95 0,-1 4-62 0,-2 0-27 0,-2 3-69 0,0 1 43 15,0 0 1-15,-10 2-180 0,-1 0 84 0,-6-2 48 0,0-2 0 16,-1-1-54-16,-3-4 50 0,2-9 36 0,-1 1-39 15,-1-3 49-15,3-4-51 0,4-2-1 16,5-3 293-16,0 1-127 0,4-2-81 0,3 0-28 16,2 0 450-16,0 0-226 0,5 0-111 0,15 0 70 15,6 0-96-15,6 0-43 0,2 0-1 16,3-2-61-16,10 1 18 0,-13-2 11 0,7 2-11 16,-3-1-281-16,0 0 140 0,-4 0 71 15,-4 0 36-15,-7 2-235 0,2 0 129 0,-2 0-20 16,-7-2-662-16,-2 2 372 0,-3 0 186 0,-3-2-390 0,-3-2 292 15</inkml:trace>
  <inkml:trace contextRef="#ctx0" brushRef="#br0" timeOffset="121189.29">22348 10386 2588 0,'-12'0'0'0,"-1"0"0"0,-1 10 0 0,-4 9 0 0,-1 4 0 0,1 5 0 0,-7 11 0 0,2 2 0 0,-7 12 0 0,0 2 0 0,-4 4 168 0,3-4-55 0,-14 15 212 0,3-4-143 15,-1-5-71-15,3-2-32 0,8-12-1 16,0 1-29-16,9-7-9 0,5-8-308 0,4-1 154 16,5-10 77-16,6-3-678 0,3-9 387 0,0 0 111 15,7-10 116-15</inkml:trace>
  <inkml:trace contextRef="#ctx0" brushRef="#br0" timeOffset="122099.05">22017 10982 2629 0,'3'-2'0'0,"-1"2"0"0,0 0 0 0,0 4 0 0,-2 11 0 0,0 0 0 0,0 0 0 0,0 4 0 0,0 0 0 0,0 1 0 0,0 1 154 16,2-3-114-16,0 2-1 0,1-4 11 0,2-3-11 15,-3-3-182-15,-1-2 92 0,1-3 45 0,0-1-353 16,-2-4 210-16,0 0 89 0,0 0 50 0,0-6-215 16,0-7 112-16,0-3-44 0,0-7 25 15,0-3 128-15,0 1-36 0,0 0 1 16,2 5 150-16,2-3-76 0,3 3-46 0,0 5 9 15,3 0 118-15,-1 5-69 0,-2 5-35 0,4-1 352 16,-2 4-132-16,3 2-106 0,0 0-8 0,-1 8 139 16,3 8-109-16,-1 5-55 0,-2 0-16 0,4 7 251 15,-4 0-145-15,1 1-71 0,-1-3 10 0,-2 0-122 16,1-6 0-16,-1 1 0 0,0-2 0 0,-3-2 0 16,-1 0 0-16,-2-5-115 0,-1-2 72 0,-1 0 37 15,-1-2 0-15,0-3-379 16,-1 0 143-16,-9-3 115 0,0-2-39 0,-2 0-153 15,-2 0 139-15,0 0 69 0,-2-2-140 0,1-5 96 16,0-6 63-16,0-2 26 0,2 0-127 0,2 0 77 16,3 2 38-16,0 3 6 0,5 1 33 0,-3 1-1 15,4 3 1-15,0 1 249 0,2 2-124 0,0-1-73 16,0 3-21-16,0 0 423 0,0 0-170 0,0 0-127 16,0 0 177-16,2 0-120 15,2 3-68-15,0 1-34 0,-1 0-100 0,2-2 34 16,-2-1-1-16,1 1-290 0,0 0 156 0,1-2 84 15,2 0 41-15,4-2-202 0,1-15 66 0,6-4 74 16,-2-5-51-16,5-9-248 0,0 2 162 0,-1-6 82 16,1-4-37-16,2-2 49 0,-5-3 39 0,3-5 0 15,2 0 68-15,-5 0 1 0,3 4-40 0,-5 9 226 16,3-8-108-16,-1 15-58 0,-4 2-30 16,0 10 426-16,1 3-186 0,-5 3-70 15,2 6-76-15,-1 5 137 0,-3 2-91 0,0 2-45 16,-1 0 27-16,-1 2-27 0,-1 9-10 0,-3 2-35 15,0 2 32-15,-2 2 1 0,0 2-34 0,0 0 85 16,-4 0-47-16,-1-1 0 0,-1-1-38 0,1-2 147 16,3 1-74-16,2-5-27 0,0 2-9 0,0-2 19 15,7-1-28-15,8 0 0 0,2-3 12 16,1 2-19-16,5 0-60 0,-4-1 0 0,6 1 0 0,-7 0 0 16,1 1 0-16,-3 1 0 15,0-1 0-15,-5 1 0 0,-4 0 0 0,-2 0-132 16,-3 1 68-16,-2-1 17 0,-2 1-43 0,-10-1 30 15,-4-4 27-15,-2 0-8 0,0-2-29 0,-1-1 5 16,0-4 5-16,-1 0 9 0,2 0-131 0,-1 0 64 16,3-5 40-16,0-6-62 0,0-7 55 0,0-3 0 15,4-2 46-15,-1-3 43 0,3 5-53 0,1-2 10 16,0 4 294-16,0 9-147 0,2 0-74 0,2 3-36 16,3 2 324-16,-2 4-138 15,4 1-96-15,0 6 447 0,0 16-535 0,0 6 0 16,0 8 0-16,0 15 0 0,4 1 0 0,1 12 0 15,1-4 0-15,-1 5 0 0,2-11 0 0,0 13 0 16,-3-14 0-16,1 5 0 0,-1-4 0 0,1-1 0 16,-2-8 0-16,-1 5 0 0,0-10 0 0,-2-2 0 15,1-12 0-15,-1-3 0 0,0-8 0 16,0-5-518-16,0-1-3 0,0-8 240 0,2-1 120 16,0-11-585-16,5-19 344 0,2-17 186 0</inkml:trace>
  <inkml:trace contextRef="#ctx0" brushRef="#br0" timeOffset="122571.43">22868 10586 2764 0,'13'-26'0'0,"-2"7"0"0,2 4 0 0,0 0 0 0,3 3 0 0,-2-1 0 0,7 6 0 0,-1-1 0 0,5 0 0 0,-2 2 0 0,1-2 106 0,1 2 23 16,-2 1-45-16,-2 0 9 0,-1-2-230 0,-2 6 87 15,-3-3 45-15,-4 2 0 0,-4 0-434 0,0 2 248 16,-3 0 110-16,-4 0-410 0,0 4 242 0,0 8 31 15,-12-2 90-15,1 1 122 0,-2 2 10 16,-1-1-42-16,2 1 325 0,-2-1-162 0,3-1-82 16,-3 0-51-16,5 0 232 0,0 2-111 0,0 0-72 15,1 3 64-15,0 2 466 0,1 1-257 0,-3 4-143 16,3 1 179-16,-2 2-156 0,-2 3-78 0,-3 0-28 16,0 3-33-16,-4 0-55 15,2 3 0-15,-3-2 0 0,0-1 0 0,-1-2 0 16,0 0 0-16,4-4-421 0,4-7 159 0,1-4 150 15,6-3 30-15,0-6-361 0,1-1 132 0,4-5 137 16,0 0-494-16,9-8 315 0,5-13 157 0,5-1 69 16,1-3-281-16,0 1 202 0,-1 1 103 15,-5 4 38-15,2 1 65 0,-2 0 0 0,-3 8 0 16,-1 2 377-16,-2 1-226 0,-1 3-96 0,0 3-46 16,1 1 296-16,2 0-166 0,-3 7 17 0,3 9 742 15,-1 6-430-15,-2-1-214 0,-1 4-99 0,-1 5 538 16,0 0-422-16,-3 2-271 0,-1-3 0 0,-1 2 0 15,0-6 0-15,2-1 0 0,-2-2 0 0,0-3 0 16,2-5 0-16,-2-3 0 16,2-4-437-16,-2-3 93 0,0-4 176 0,2 0 99 15,3-1-563-15,2-17 297 0,4 1 138 0,-4-11-473 0</inkml:trace>
  <inkml:trace contextRef="#ctx0" brushRef="#br0" timeOffset="122717.77">23212 10900 2842 0,'3'-9'0'0,"1"3"0"0,-1 1 0 0,1 4 0 0,-2 1 0 0,0 0 0 0,0 0 0 0,-1 6 0 0,4 6 0 0,-1 3 0 16,-1 1 120-16,1 0 445 0,0 2-263 0,-1 0-200 0,1-1-102 0,-1-2 0 0,-1 1 0 0,3-7 0 15,-3 0 0-15,1-3-664 0,-1-4 306 16,0-2 198-16,3 0-701 0,-1-2 356 0,0-13 238 0,1-6 78 16</inkml:trace>
  <inkml:trace contextRef="#ctx0" brushRef="#br0" timeOffset="123099.67">23416 10576 3041 0,'1'-7'0'0,"1"1"0"0,1 5 0 0,-3-1 0 0,0 0 0 0,0 2 0 0,0 0 0 0,0 9 0 0,2 3 0 0,-2 2 0 0,2 1 184 0,-2 1-72 16,0 3 251-16,0-4-162 0,0 5-171 0,0-5-30 16,0 0-51-16,0-4-44 0,-2-1 66 0,2-5-626 15,0-1 346-15,-2-2 184 0,-1-2 76 16,1 0-642-16,1 0 327 0,-3-2 162 0,0-7-66 0,1-7 106 15,-3 2 66-15,3-7 29 0,-4-3-86 16,2-2 58-16,1-5 28 0,2 1-10 0,-1 0 134 16,3 4-48-16,0 5 1 0,0 0 273 0,0 3-160 15,3 3-91-15,6 1-30 0,7 3 518 0,0 4-255 16,3-1-61-16,6 2 47 16,2 1-96-16,1-1-64 0,4 3-26 0,-2 1 34 0,0-1-30 15,-2 2-1-15,-8 1-20 0,3 0 167 0,-4 0-89 16,-3 0-44-16,-5 6 294 0,1 3-169 0,-5 2-75 15,-1 3-66-15,-4 1-66 0,0 0 0 16,-1 3 0-16,-1 2 0 0,0 1 0 16,0 0 0-16,0 2 0 0,0-1 0 0,0 1 0 15,0-3 0-15,2 3 0 0,-2-2 0 0,0-2 0 16,3-3 0-16,-3 0-238 0,0-6-270 0,0 2 159 0,0-3 160 16,0-1-687-16,0 1 419 0</inkml:trace>
  <inkml:trace contextRef="#ctx0" brushRef="#br0" timeOffset="123265.81">23566 10597 2935 0,'-18'-4'0'0,"2"4"0"0,5 0 0 0,1 0 0 0,3 0 0 0,2 0 0 0,2 0 0 0,3 0 0 0,0-1 0 0,8-1 0 0,11 0 127 0,4-3 66 0,1 2-77 0,2-2-38 0,1 1-102 15,-3 0 41-15,4-1-9 0,-6 1 30 16,-1 2-617-16,-3-1 309 0,-6 3 154 15,-4 0-786-15,-5 7 446 0</inkml:trace>
  <inkml:trace contextRef="#ctx0" brushRef="#br0" timeOffset="123401.47">23576 10718 2114 0,'-19'7'0'0,"2"-2"0"0,4 3 0 0,4-4 0 0,1-3 0 0,4-1 0 0,0 0 0 0,4 0 0 0,0 0 0 15,2 0 0-15,10 0 199 0,4 0-70 0,3 0-50 0,1-1-31 0,0-5-9 16,4 2-1-16,-4 1-383 0,1-3 202 15,0 2 86-15,-6 3 47 0,-1-1-284 0,-4 2 167 16</inkml:trace>
  <inkml:trace contextRef="#ctx0" brushRef="#br0" timeOffset="123739.7">23451 10911 2316 0,'-9'4'0'0,"2"-1"0"0,1-1 0 0,3-2 0 0,3 0 0 0,0 0 0 0,5 0 0 0,10-2 0 0,8-4 0 0,-4 1 0 0,6-1 118 0,2 1-44 0,-5 1 10 0,5 1-46 0,-4-1 0 16,-3-1-147-16,-3 4 73 0,-6-2 37 15,1 2-127-15,-3 1 77 0,-5 0 43 0,-1 0 1 16,-1 0-302-16,-2 0 92 0,0 0 104 0,0 0-43 16,0 0 49-16,-2 0 34 0,-5 0-1 0,0 0 228 15,-2 1-92-15,0 5-51 0,0 1-26 16,1 0 346-16,1-2-175 0,1 5-58 0,-1 2 133 15,1-2-64-15,5 3-71 0,-1-1 8 0,2 1 100 16,0-2-74-16,0 3-51 16,0-3-1-16,0-4 19 0,0 3-30 0,2-5-1 0,3 1-52 0,-1-2 23 15,1 0-1-15,-1-4 0 0,-1 0-126 0,2 0 63 16,-1 0 42-16,-1 0-450 16,-1 0 206-16,2 0 119 0,-2 0 23 0,-1 0-321 0,-1 0 144 15,0 0 116-15,0 0 54 0</inkml:trace>
  <inkml:trace contextRef="#ctx0" brushRef="#br0" timeOffset="123996.74">23531 11020 1742 0,'-11'8'0'0,"1"-1"0"0,0 6 0 0,1-4 0 0,2 1 0 0,-3 1 0 0,1 0 0 0,2 4 0 0,-3-1 0 0,2 0 0 0,-3 1 82 0,-1 0 26 0,0-2-36 0,1 1 11 15,-3-5-176-15,3-2 65 0,1-2 34 0,1-4-1 16,4 2-36-16,-1-3 43 0,4 0-9 15,1 0 36-15,1-7-3 0,0-2 2 0,1 2 1 16,7 1 160-16,4-1-108 0,4 3-34 0,-2 2 348 16,6 2-183-16,1 0-92 15,2 0-36-15,5 11 322 0,3 0-212 0,0 2-204 0,6 1 0 0,4 1 0 16,-7-5 0-16,3-2 0 0,0 4 0 16,2-3 0-16,-2-3 0 0,-3-1 0 15,1-2-50-15,-1-3-249 0,0 0 167 0,-3-3 83 0,6-4-1068 16</inkml:trace>
  <inkml:trace contextRef="#ctx0" brushRef="#br0" timeOffset="124186.4">24086 10730 3351 0,'-5'-7'0'0,"5"5"0"0,0 0 0 0,0-1 0 0,2-1 0 0,15 2 0 0,5-2 0 0,8 1 0 0,6-3 0 0,0 2 0 0,12 0 341 0,-2 1-153 0,-3-2-137 15,-2 2-51-15,-5-1 0 0,2 1-23 0,-3 0 19 16,-4 2-649-16,-2-3 345 16,-6 2 172-16,-3-2 86 0,-4 2-866 0,-5-1 448 15,-6-1 193-15</inkml:trace>
  <inkml:trace contextRef="#ctx0" brushRef="#br0" timeOffset="124377.49">24545 10543 2868 0,'-11'-15'0'0,"1"4"0"0,8 2 0 0,-2 2 0 0,4 0 0 0,0 0 0 0,2 5 0 0,10-3 0 0,4 4 0 0,5 0 0 0,4 1 199 16,-1 0-72-16,4 0 328 0,-2 2-208 0,1 8-212 0,-6-1-35 16,-1 0 0-16,-3 6 0 15,-4-3 0-15,-3 3 0 0,-6 0 0 0,-4 3 0 0,0 6 0 16,-16-2 0-16,-4 1 0 0,-3-1 0 0,-1 0-569 16,-5-5 214-16,1 2 180 0,0 0-20 0,-2-2-439 15,-4-2 299-15,4 0 149 0,0-2 75 16,4-1-456-16,7-5 255 0</inkml:trace>
  <inkml:trace contextRef="#ctx0" brushRef="#br0" timeOffset="124649.83">24378 10892 2657 0,'0'13'0'0,"0"5"0"0,-3 0 0 0,-8 3 0 0,-1 1 0 0,0 2 0 16,-1 5 0-16,-1 1 0 0,2 2 0 0,3 1 0 0,0 0 726 0,6-2-345 0,3 1-214 0,0-7-167 0,0 5 0 0,6-8 0 15,7-5 0-15,8 2 0 0,1-8 0 0,6-6 0 16,1-2 0-16,6-3 0 0,-3-3 0 15,8-12 0-15,-7-5 0 0,-4-3 0 0,1-3 0 16,-4-4 0-16,-4 1 0 0,-3-2 0 0,-6-1 0 16,-3 0 0-16,-3-1 0 0,-5-1 0 15,-2 0 0-15,0 2 0 0,-4 2 0 0,-11 2 0 0,-3 7 0 16,-7 3 0-16,-3 5 0 16,-2 8 0-16,-5 3 0 0,0 2 0 0,-8 4 0 0,5 14 0 15,3-1 0-15,7 3 0 0,-1 2 0 0,5 3 0 16,4-1 0-16,4 1 0 0,5 0 0 0,2 5 0 15,5-1-386-15,4 5 140 0,0 7 109 0</inkml:trace>
  <inkml:trace contextRef="#ctx0" brushRef="#br0" timeOffset="124791.25">24984 11365 359 0,'0'-3'0'0,"0"1"0"0,4-1 0 16,-2 0 645-16,-1 3-341 0,6 0-169 0</inkml:trace>
  <inkml:trace contextRef="#ctx0" brushRef="#br0" timeOffset="127492.31">22794 11998 2734 0,'-9'-2'0'0,"-3"0"0"0,3 2 0 0,0 0 0 0,4 0 0 0,-2 0 0 0,5 0 0 0,0 0 0 0,2 0 0 0,0 0 0 16,4 0 411-16,12 0-186 0,5 0-83 0,5 0-56 0,1 0 224 0,5 0-287 16,5 0-23-16,6 0 0 0,-10 0 0 0,6 0 0 15,2 0 0-15,-6 0 0 16,1 0 0-16,-4 0 0 0,-6 0 0 0,4 0 0 15,-12 0-192-15,3 0 112 0,-7 0-718 0,-1 0 340 16,-6 0 200-16,-2 0 114 0,-3 0-425 0,1-1 264 0,-3-7 133 16,0-5 66-16,-5-2-136 0,-6-6 107 0,1-1 47 15,-4-3-124-15,1 1 106 0,-1 3 40 16,-2-6 66-16,7 11 9 0,-5-1-18 0,3 2 9 16,4 4 513-16,1 1-306 0,0 5-118 0,4 3-65 15,2 0 851 1,0-1-418-16,0 3-208 0,11 0-95 0,7 0 250 0,6 3-181 0,-1 2-92 0,1 3 76 15,-3 0-83-15,5-1-32 0,2 6-10 16,-9-3 18-16,1 1-100 0,-2 0 0 0,-4 3 0 0,-3-3 0 16,-2 4 0-16,-6-2 0 15,-1 2 0-15,-2-1-74 0,-4 4 35 0,-9-1-466 16,-6 3 219-16,0-1 142 0,-2 2 3 0,0 1-252 16,0 1 177-16,0 2 78 0,1-1 54 0,0 2-506 15,4 1 275-15,-1 2 137 0,-3-3-251 0</inkml:trace>
  <inkml:trace contextRef="#ctx0" brushRef="#br0" timeOffset="127914.5">23132 12378 1648 0,'-2'20'0'0,"2"-1"0"0,0-4 0 16,0-4 0-16,0-1 0 0,0-4 0 0,0-3 0 0,2-1 0 0,0-2 0 0,4 0 0 0,-3 0 435 0,5-2-188 0,-2-7-109 0,-1-5-49 0,1-2 199 0,-1-3-125 16,0 0-62-16,-2-1 42 15,-1-2-57-15,0 2 1 0,-2 1-48 0,0 1 40 0,0 1-1 0,-5 0-28 16,-5 4-10-1,-1 0 43-15,-2 1-43 0,-3 5-1 16,2 2 19-16,-5 4-58 0,0 1 0 0,-3 1 0 0,-1 19 0 0,0-2 0 16,2 8 0-16,3 2 0 0,1 5 0 0,4 2 0 0,2 1 0 0,5 4 0 15,2-3 0-15,4-2 0 16,0-1 0-16,0-1 0 0,10-5 0 0,3-5 0 16,4-5 0-16,-1-5 0 0,5 0 0 0,-1-5 0 15,3-6 0-15,4-2 0 0,-6 0 0 0,5-10 0 16,-4-7 0-16,1-5 0 0,-4-2 0 0,-3-5 0 15,0-1 0-15,-4 0 0 0,-2 0 0 0,0 0 0 16,-7 8 0-16,3-1 0 0,-4 4 0 16,-1 8 0-16,-1 4 0 0,0 1 0 0,0 2 0 15,0 2 0-15,0 2 0 0,0 0 0 16,0 7 0-16,0 11 0 0,0 0 0 0,0 5 0 16,0-2 0-16,2 5 0 0,4-1 0 0,6-1 0 15,-3-2 0-15,2-3 0 0,1 0 0 0,0-1 0 16,2-3 0-16,-1-1 0 0,-1-3 0 0,0-3-112 15,-3-1-24-15,5-3-433 0,-3 0 265 0,2-1 132 16,0-3 67-16,2 0-546 0,2 0 295 0</inkml:trace>
  <inkml:trace contextRef="#ctx0" brushRef="#br0" timeOffset="128099.17">23789 11893 3467 0,'5'-6'0'0,"-3"5"0"0,0-2 0 16,-2 3 0-16,0 3 0 0,0 14 0 0,0 6 0 0,0 5 0 0,0 5 0 0,0 10 0 0,0-6 213 0,0 14 38 0,0-5-251 0,0-1 0 15,0 0 0-15,0 2 0 0,1-8 0 0,5 8 0 16,-3-11 0-16,-1 3-468 0,2-3 177 0,-2-2 165 16,-2-7-818-16,0-2 464 0,0-3 179 0</inkml:trace>
  <inkml:trace contextRef="#ctx0" brushRef="#br0" timeOffset="128276.18">23638 12654 3258 0,'-19'0'0'0,"2"0"0"0,0 0 0 0,2 0 0 0,7 0 0 0,1 0 0 0,3 0 0 0,1 0 0 0,3 0 0 0,2 0 0 0,18 1 572 16,4-1-471-16,5 4-101 0,1-1 0 0,2 1 0 16,-1 2 0-16,3-1 0 0,2-2 0 0,-3 1 0 15,2-1 0-15,-1 1 0 0,0-2 0 0,-3-2 0 16,-1 0 0-16,-1 0 0 0,-7 0-723 0,2 0 269 15,-3-3 118-15,0-7-540 0,1-1 418 0</inkml:trace>
  <inkml:trace contextRef="#ctx0" brushRef="#br0" timeOffset="128498.66">24143 11936 3374 0,'-9'-3'0'0,"9"2"0"0,0-1 0 0,0 2 0 0,0 0 0 0,7 0 0 0,14 0 0 0,3 0 0 0,4 0 0 0,9 0 0 0,2 0 459 0,9 0-361 16,-1 0-98-16,0-1 0 0,0-3 0 15,0-2 0-15,-7 1 0 0,8 1 0 0,-16 0 0 16,0 2 0-16,-8 1-90 0,-1 1-226 0,-8 0 186 16,-3 0-322-16,-5 0 95 0,-4 0 169 0,-3 0 7 15,0 0-454-15,0 0 289 0,-12 0 159 0,0 0 74 16,-1-6 38-16</inkml:trace>
  <inkml:trace contextRef="#ctx0" brushRef="#br0" timeOffset="129009.37">24681 11838 812 0,'-10'-24'0'0,"1"0"0"0,-2 3 0 0,4 0 0 0,2 2 0 0,3 6 0 0,0-4 0 0,2 7 0 0,0-3 0 0,2 5 0 0,10 2 408 0,4 1-189 0,2-2-91 0,5 6 351 16,2 1-220-16,1 0-111 0,-1 0-45 0,5 1 314 16,-5 9-190-16,0-1-94 0,-6 4-48 0,0-1 202 15,-4 1-115-15,-4 4-118 0,-5 0-54 0,-4 4 0 16,-2 1-2-16,-5 3 4 0,-9-2-127 0,-5-2 59 15,-2 2 52-15,-1-5-473 0,-4 3 262 0,1-4 59 16,-2-2-24-16,2 0-364 0,-2-5 257 16,1 0 130-16,1-5 64 0,2-3-194 15,4 0 120-15,-2-2 74 0,4 0 55 0,4 0 10 16,3 2 0-16,0-2 0 0,3 3 127 0,0 3-58 16,3 3-35-16,1 5 396 0,1 5-216 0,0 4-106 15,0 8 20-15,2 0 510 0,0 13-270 0,-3-1-145 16,1 3-74-16,1 4 302 0,-1-7-178 0,-2 11-103 15,1-9-47-15,-1-1 113 0,2-10-198 0,-2-2 0 16,1-8 0-16,1-1 0 0,0-10 0 0,-1-1 0 16,2-6 0-16,1-2 0 15,-4-4 0-15,4 0 0 0,0-10 0 0,0-12 0 16,0-1 0-16,5-3 0 0,9 0 0 0,1-3 0 16,1 4 0-16,6 2 0 0,-2 2 0 0,3 7 0 15,0 4 0-15,-2 2 0 0,8 4 0 0,-5 4 0 16,1 0 0-16,-2 12 0 0,-5 3 0 0,3 10 0 15,-7 1 0-15,0 1 0 0,-8 2 0 0,-4 1 0 16,-2 2 0-16,0-4 0 0,-4 0 0 0,-11-3 0 16,-2-3 0-16,-2-1 0 15,1-9 0-15,-7 4 0 0,2-4 0 0,-2-7 0 16,2 1 0-16,-2-4 0 0,2-2 0 0,-5 0 0 16,10 0 0-16,-1 0 0 0,1-6 0 0,6-8 0 15,3-1 0-15,5-7 0 0,4-2-421 0,2-7 37 16,16-3 173-16,2 2 77 0,15-8-707 0</inkml:trace>
  <inkml:trace contextRef="#ctx0" brushRef="#br0" timeOffset="129176.83">25217 12177 3779 0,'17'-4'0'0,"2"2"0"0,-10 0 0 0,3 2 0 0,-3 0 0 0,4-2 0 0,2 2 0 0,10-2 0 0,1 1 0 0,5-3 0 16,4-2 152-16,2-2-152 0,2 3 0 0,-1-3 0 0,7 1 0 15,-11-1 0-15,5 4 0 0,-5-3 0 0,-6 5 0 16,-3 2 0-16,-4 0-283 16,-7 0 133-16,-6 2-982 0,-8 9 562 0</inkml:trace>
  <inkml:trace contextRef="#ctx0" brushRef="#br0" timeOffset="129349.32">25302 12414 3190 0,'-23'5'0'0,"6"3"0"0,8-3 0 0,2-3 0 0,1-2 0 0,6 2 0 0,2-2 0 0,11 0 0 0,10 0 0 0,2 0 0 0,5 0 210 16,5 0 165-16,0 0-219 0,2 0-156 0,-2 0 0 15,2 0 0-15,-4 0 0 0,0 0 0 0,-4 0 0 16,-2 0-18-16,-6 0-37 0,2 0 41 0,-6 0-737 16,1 0 394-16,-6 0 122 0,3 0 124 0</inkml:trace>
  <inkml:trace contextRef="#ctx0" brushRef="#br0" timeOffset="129649.38">25784 11823 2485 0,'-3'-6'0'0,"3"5"0"0,0 1 0 0,0 0 0 0,5 0 0 0,9 0 0 0,2 10 0 0,3-3 0 0,6 3 0 0,5 0 0 0,9 3 211 16,-3 1-79-16,10 0 177 0,-6 1-137 0,-6-3-67 15,3 0 24-15,-3 1-47 0,-8-5-13 0,5 6-9 16,-10-6 13-16,-3-1-37 0,-5 1 0 16,-3-1-4-16,-3-1-32 0,-3 0 0 15,-2-1 0-15,-2 5 0 0,0-1 0 0,-8 1 0 16,-1 3 0-16,-4-1 0 0,-1 4 0 0,0 4 0 16,0-1 0-16,1 3 0 0,0-1 0 0,-2 8 0 15,0-3 0-15,2 1 0 0,-2 2 0 0,-4 5 0 16,2-4 0-16,-1 1 0 0,-5 1 0 0,-5 4-211 15,-1 0-218-15,-2-1 196 0,0-3 89 0</inkml:trace>
  <inkml:trace contextRef="#ctx0" brushRef="#br0" timeOffset="129973.82">25508 11619 3098 0,'-13'-5'0'0,"6"5"0"0,-3 3 0 0,-3 6 0 0,-2 7 0 0,-5 6 0 0,0 5 0 0,0 0 0 0,-2 5 0 0,1 2 0 0,-4 8 181 0,-1-1-72 0,-3 4 67 0,2-4-69 16,-1-1-36-16,2-8 68 0,-5 7-89 0,9-13-50 15,-5 0 0-15,4-1 0 16,3-2 0-16,4-8 0 0,2 2 0 0,2-2 0 0,7-2 0 0,0-4 0 15,5 4 0-15,0 2 0 16,3 4 0-16,13 2 0 0,1 1 0 0,8 6 0 0,0-1 0 0,3 3 0 16,6 3 0-16,-4-3 0 15,0-1 0-15,0-1 0 0,-3-2 0 0,0 0 0 16,2-1 0-16,-3-1 0 0,-2 1 0 16,-1-2 0-16,-6 2-303 0,3 0-65 0,0-1 170 0</inkml:trace>
  <inkml:trace contextRef="#ctx0" brushRef="#br0" timeOffset="130965.96">26883 11933 1999 0,'-4'-12'0'0,"-3"5"0"0,-4 3 0 0,3 3 0 0,-4 1 0 15,-2 0 0-15,-1 0 0 0,-4 6 0 0,-3 12 0 0,7 6 0 0,-3 1 450 0,4 3-206 0,0 2-102 0,5 3-43 0,4 1 303 0,5 0-182 16,0 2-92-16,0-1-46 0,1 0 77 15,8 4-153-15,4-4-6 0,1 1 0 0,-1 0 0 0,4 0 0 16,0-3 0-16,0 1 0 0,2-2 0 16,-4-5 0-16,5 0-209 0,-1-3-15 15,-2-1 131-15,-2-8 33 0,2 2-605 0,0-6 306 16,0-1 162-16,0-2-147 0,1-5 155 0,-2-3 66 16,4 0 48-16</inkml:trace>
  <inkml:trace contextRef="#ctx0" brushRef="#br0" timeOffset="131337.96">27077 12047 1919 0,'-27'-4'0'0,"11"2"0"0,0 2 0 0,7 0 0 0,0-1 0 0,4-1 0 0,0 2 0 0,5 0 0 0,0 0 0 0,0-3 0 0,0 3 116 0,1-1-40 0,12-1 9 0,-1 0-48 0,-4 1-80 16,4-2 40-16,-4 2-1 0,-1 1 41 15,-1 0 94-15,-3-2-52 0,-1 2 0 0,0 0 254 16,0 0-148-16,-2 0-74 0,0 0-28 0,0 0 153 16,0 0-99-16,0 0-50 0,0 0 163 0,3 0-250 15,6 0 0-15,5 0 0 0,2 0 0 0,10 0 0 16,3 0 0-16,5-2 0 0,0 2 0 0,3-2 0 15,1 2 0-15,0 0 0 0,-3 0 0 0,-2 0 0 16,-4 0 0-16,5 0 0 16,-8 2 0-16,-5 0 0 0,1 1-61 0,-4 1-301 15,-4-2 119-15,-3 1 107 0,-1 0-636 0,-5 0 367 16,-1-3 185-16,2 2 91 0,-6-2-515 0,0 0 308 16</inkml:trace>
  <inkml:trace contextRef="#ctx0" brushRef="#br0" timeOffset="131563.34">27585 11847 2962 0,'-13'-6'0'0,"6"0"0"0,-3 4 0 0,1-2 0 0,2 3 0 0,3-1 0 0,0-1 0 0,4 2 0 0,0 1 0 0,1 0 0 0,17 0 264 0,2 0-113 16,5 0-58-16,2 7 150 0,3 1-107 0,0 1-54 16,-2 2-82-16,2 3 0 0,-5 1 0 0,0-3 0 15,2 5 0-15,-12-3 0 0,0 1 0 0,-5 0 0 16,-7 0-53-16,-3 2 34 0,0 2 22 0,-13 0-374 15,-10-1 187-15,-1 0 27 0,-1 4-336 0,-3-4 219 16,2 3 124-16,-4 1 56 16,1 1-209-16,3-1 133 0,-1 1 67 0,3 3-403 15,-1 1 239-15,0-2 115 0</inkml:trace>
  <inkml:trace contextRef="#ctx0" brushRef="#br0" timeOffset="131983.12">27484 12362 1089 0,'-12'21'0'0,"6"-4"0"0,0-2 0 16,3-3 0-16,-2-1 0 0,5-5 0 0,0 0 0 0,0-3 0 0,0-3 0 0,0 1 0 0,0-1 132 0,0 0-49 0,0 0-13 0,2-7 429 0,2-6-231 15,0 0-116-15,0-3 241 0,-1 0-178 0,0-1-80 16,2 0-54-16,-4 0 54 16,-1 2-50-16,0 0-24 0,0 0 31 0,-3 6-19 15,-6-4-9-15,-5 3-28 0,-1 1 98 0,0 3-49 16,-3 4-36-16,-5 0-49 0,-4 2 0 0,2 5 0 16,0 13 0-16,-3 3 0 0,4 3 0 0,-1 4 0 15,6 2 0-15,2 4 0 0,8 0 0 0,3 1 0 16,6-1 0-16,0-2 0 0,0-2 0 0,11-4 0 15,6-1 0-15,0-4 0 0,3-3 0 0,-4-6 0 16,4-1 0-16,1-4 0 16,2-3 0-16,-2-4 0 0,2 0 0 0,-2 0 0 15,5-13 0-15,-2-6 0 0,-2-1 0 0,-2-3 0 16,1-2 0-16,-6 5 0 0,-2-1 0 0,-1 3 0 16,-5 4 0-16,1 3 0 0,-7 4 0 0,1 3 0 15,1 2 0-15,-3 0 0 0,0 2 0 0,0 0 0 16,-3 6 0-16,-2 5 0 0,-1 2 0 15,2 4 0-15,1 4 0 0,-1-1 0 16,4 3 0-16,-3-2 0 0,2 1 0 0,1-3 0 0,0 1 0 0,0-3 0 16,0-4 0-16,0 2 0 15,0-5 0-15,0 0 0 0,1-3 0 0,2-3-733 16,-1 1 281-16,0-4 213 0,3-1 101 0,1 0-275 16,5 0 188-16,0-2 95 0,7-13 37 0,1-5-442 15,3-2 250-15</inkml:trace>
  <inkml:trace contextRef="#ctx0" brushRef="#br0" timeOffset="132152.57">27735 12600 1548 0,'17'-16'0'0,"-1"-1"0"0,-2 4 0 15,2 2 0-15,-5 5 0 0,0 1 0 0,1 1 0 0,-4 1 0 0,2 3 0 0,-2 0 0 0,-1 4 679 0,-2 7-326 0,2 3-158 0,-7 1-79 0,3 1 457 0,-3 4-268 16,0-4-143-16,0 3-162 0,-10 0 0 0,2-1 0 16,-7-2 0-16,5-3 0 0,0-2 0 0,-2-3 0 15,2-3 0-15,2-1 0 0,-3-1-19 16,6-3-62-16,1 0-283 0,2 0 130 0,2-1 124 0,0-14-90 15,4-6-611-15,14-13 388 0,-4-4 184 0</inkml:trace>
  <inkml:trace contextRef="#ctx0" brushRef="#br0" timeOffset="132829.71">27999 12116 3670 0,'3'-1'0'0,"2"1"0"15,6 0 0-15,-2-1 0 0,7-2 0 0,3-3 0 0,8 2 0 0,4-1 0 0,4 3 0 0,8-2 0 0,-2 1 141 0,0 1-21 0,-6 0-120 0,6-1 0 0,-2 2 0 0,-1 1 0 16,-6 0 0-16,1 0 0 16,-6 0 0-16,-6 0 0 0,-2 0 0 0,-7 0-717 15,-2 0 358-15,-5 0 104 0,-3 0 131 0,-2 0-654 16,0 0 376-16,-7 0 182 0,-7 0 92 0,1-2-236 16,-4-8 164-16,-1-3 72 0,1-3-18 0,-3-1 73 15,0 0 36-15,2 0 37 0,2 4 0 0,0 0 0 16,0 1 0-16,4 2 237 0,5 4-155 0,-1 2-59 15,7 0-30-15,1 0 470 0,1 0-235 16,19 2-33-16,5 1-90 0,3-1 234 16,2 0-151-16,2 2-66 0,0 0 183 0,-1 0-134 15,-1 0-67-15,-3 5-34 0,-9 1 169 0,2 3-91 16,-6 0-61-16,-5 5 16 0,-2-1-33 0,-5 3 0 16,-2-2-33-16,-2 7-174 0,-16 0 82 0,-1 0 46 15,-1-1 0-15,-3 0-347 0,-3-1 197 16,2-1 92-16,-2 2-475 0,1-5 256 0,1-2 112 0,4-1 69 15,-1-3-112-15,3 0 80 0,6-3 55 0,3 0 58 16,0-3-12-16,2 1-1 0,5 2 0 0,0-1 266 16,2 3-129-16,0 1-68 15,0 4 497-15,0 3-275 0,2 2-76 0,2 6-88 16,-3 5 467-16,1 1-260 0,-2 2-130 0,0 2-65 16,0 1 263-16,-2-3-244 0,-5-1-121 0,-3-2 0 15,4-7 0-15,-2 1 0 0,-1-2 0 0,1-6 0 16,1-3 0-16,2-4 0 0,-2-3 0 0,4-4 0 15,-5-1 0-15,3 0 0 0,2-6 0 0,3-7 0 16,0-2 0-16,0-3 0 16,8-5 0-16,0 4 0 0,13-3 0 0,-3 6 0 15,3-3 0-15,0 7 0 0,2 2 0 0,-2 4 0 16,4 3 0-16,-3 3 0 0,1 0 0 0,-2 0 0 16,-5 11 0-16,0 2 0 0,-2 4 0 0,-5 0 0 15,-2 4 0-15,-7 0 0 0,0-2 0 0,0 1 0 16,-5-2 0-16,-8 1 0 0,-4-3 0 0,1-2 0 15,-5-2 0-15,-2-2 0 0,0 0 0 0,-2-4 0 16,3-1 0-16,-3-1 0 16,2-1 0-16,0-3 0 0,2 0 0 0,0 0 0 15,5-3-18-15,2-6-50 0,6-7-553 0,2-4 297 16,6-6 143-16,0-4-648 0</inkml:trace>
  <inkml:trace contextRef="#ctx0" brushRef="#br0" timeOffset="133075.37">28886 11904 3403 0,'9'-7'0'0,"2"3"0"0,1 0 0 15,3 2 0-15,0 1 0 0,5 1 0 0,2 0 0 0,5 11 0 0,1 6 0 0,5 8 0 0,1 5 248 0,-3 5 32 0,-1 4-280 0,-5 7 0 16,-2 0 0-16,-6 5 0 0,-4 5 0 0,-5 2 0 0,-6 7 0 0,-2-13 0 15,-5 4 0-15,-13 8 0 0,-7-10 0 16,-7-3 0-16,-7-3 0 0,3-11 0 16,-2 1 0-16,-5-7 0 0,3-4 0 0,1-5 0 15,7-5 0-15,-6-4 0 0,0-4 0 0,1-3-278 16,1-1-254-16</inkml:trace>
  <inkml:trace contextRef="#ctx0" brushRef="#br0" timeOffset="133649.43">27472 11659 2341 0,'-6'-10'8'0,"4"5"-3"0,-2 4-1 0,1-4-1 0,0-4-1 0,1 0-1 0,2 0 0 0,0-4 0 0,0-2 0 0,0-4 0 0,12-3 138 0,3-5-49 0,8 4-26 15,4-5 215-15,6-7-126 0,0 5-57 0,1 0-26 16,-1 2 0-16,1-2-31 0,-6 4 8 16,8-5-54-16,-10 7 0 0,3-1 45 0,-5 3-5 15,-5 1 5-15,-5 6 10 0,-2 0-10 0,-2 2 27 16,-5 6 0-16,1-2-27 0,-4 3 129 0,0 2-167 16,-1 2 0-16,-1 0 0 0,0 0 0 0,0 2 0 15,0 0 0-15,0 0 0 0,0 0 0 0,2 0 0 16,6 0 0-16,0 7 0 0,3 3 0 0,2 4 0 15,4 4 0-15,-1 3 0 0,3 7 0 0,6 8 0 16,-2 3 0-16,-2 5 0 16,2 2 0-16,0 1 0 0,0 2 0 0,0-2 0 15,-1-2 0-15,1-1 0 0,-1-6 0 0,0-1 0 16,-3-8 0-16,0 1 0 0,-4-7 0 0,0-2 0 16,-4-6 0-16,-5-4 0 0,-1-4 0 0,-2-3 0 15,1-2 0-15,-4-2 0 0,0 0 0 0,0 0 0 16,0-3 0-16,0-6 0 0,-7 1 0 0,3 0 0 15,3 2 0-15,1 1-338 16,0 3 124-16</inkml:trace>
  <inkml:trace contextRef="#ctx0" brushRef="#br0" timeOffset="134097.31">29753 12050 2850 0,'-11'-1'0'0,"8"-1"0"0,3 2 0 0,0 0 0 0,0 0 0 0,0 0 0 0,0 0 0 0,0-3 0 0,10 2 0 0,8-1 0 0,1 1 339 15,6-1-155-15,3 2-72 0,0 0 292 0,2 0-362 16,2 0-42-16,-6 0 0 0,5 0 0 0,-6 2 0 16,-5 1 0-16,3 1 0 0,-2 2 0 0,-5-2 0 15,0-1 0-15,-6 1 0 0,0-1 0 0,-3 1 0 16,1-2-547-16,-3 2 126 0,-3-1 110 0,0 4 138 16,-2 0-674-16,0 4 404 0</inkml:trace>
  <inkml:trace contextRef="#ctx0" brushRef="#br0" timeOffset="134271.81">29881 12340 2411 0,'-4'10'0'0,"-1"-3"0"0,5-2 0 0,0 1 0 0,0-2 0 0,0 0 0 0,2-1 0 0,12 3 0 0,1 0 0 0,3-1 0 0,2 1 85 16,1 0 563-16,-4 0-305 0,5-1-152 0,-1-1 62 0,-2 0-253 15,3-1 0-15,-3-1 0 0,-3 0-17 0,3 0-135 16,-2-2 96-16,1 0-764 0,2 0 425 15,-1 0 191-15,2 0 116 0,1 0-885 0</inkml:trace>
  <inkml:trace contextRef="#ctx0" brushRef="#br0" timeOffset="134452.81">30432 12293 2639 0,'2'-7'0'0,"1"3"0"0,2-1 0 15,3-3 0-15,1 0 0 0,4 1 0 0,6-1 0 0,5 1 0 0,3 1 0 0,5 0 0 0,1 1 128 0,2 3 455 0,2 0-272 16,-2 0-126-16,4 0-100 0,-4 0-85 0,2 2 0 16,-2 0 0-16,0 0-69 0,-8 0-100 0,3 0 99 15,-9 0-728-15,0 2 418 0,-10 4 210 0,-3 1 11 16,-4 3-433-16</inkml:trace>
  <inkml:trace contextRef="#ctx0" brushRef="#br0" timeOffset="134790.64">30517 12421 2139 0,'0'0'0'0,"0"2"0"0,10-2 0 0,5 0 0 0,0 0 0 0,3 0 0 0,1 4 0 0,2-1 0 0,-1 5 0 0,1-2 0 0,-3 7 272 0,-2-3-117 16,-4 5-58-16,-4-3-28 15,-4 4 2-15,-4 2-32 0,0 2 0 0,-7-1 0 0,-14 4-46 0,-2-4 46 16,-5 1 10-16,0-3-46 0,-2-1 1 0,3-1 35 15,-3-5 0-15,4-3 43 16,7 0-33-16,-2-6-10 0,1 1 157 0,6-2-79 16,3 0-39-16,6 0 0 0,0 0 128 0,3 0-206 15,2 0 0-15,0 0 0 0,2-2 0 0,14 0 0 16,1-1 0-16,10 0 0 0,-1 2 0 0,4 1 0 16,0 0 0-16,2 0 0 0,1 0 0 0,-3 0 0 15,0 0 0-15,-2 0 0 0,-1 0 0 0,-6 0 0 16,2 0 0-16,0 0 0 0,-3 0 0 15,-2-2 0-15,2-2-653 0,-3-3 189 16,-2-1 218-16,0 1-274 0,0-4 240 0,2-7 121 16</inkml:trace>
  <inkml:trace contextRef="#ctx0" brushRef="#br0" timeOffset="135034.37">30489 11503 3624 0,'0'-17'0'0,"0"14"0"0,15 1 0 0,3-6 0 0,5 2 0 0,7 0 0 0,5 0 0 0,2-1 0 0,0 2 0 0,7-3 0 0,0 4 307 16,2-1-307-16,-9 2 0 15,0 0 0-15,0 1 0 0,-7 2 0 0,-7 0 0 0,-2 0 0 16,-7 0 0-16,-4 0-25 0,-2 0-822 0,-5 0 438 0,-3 5 136 15,0 1 136-15,-13 2-674 16,-9-1 390-16,-3 1 189 0</inkml:trace>
  <inkml:trace contextRef="#ctx0" brushRef="#br0" timeOffset="135192.79">30700 11443 1737 0,'-10'1'0'0,"4"4"0"0,1 5 0 0,1-2 0 0,1 3 0 0,1 3 0 0,2 3 0 0,0 4 0 0,0 2 0 0,0 2 0 0,-2 4 597 0,2-1-278 15,-5 2-139-15,2 1-70 0,-1-1 221 0,-1 0-134 16,-1 0-83-16,1-2-312 0,0 1 119 0,3-5 61 16,-4-2 29-16,3 1-673 0,0-3 346 0,1-1 177 15,0-4 88-15,2-7-813 0,0-4 401 0</inkml:trace>
  <inkml:trace contextRef="#ctx0" brushRef="#br0" timeOffset="135351.22">30745 11669 2316 0,'0'-10'0'0,"0"1"0"0,0 6 0 0,1 0 0 0,0 2 0 0,1 1 0 0,7 0 0 0,-3 10 0 15,2 5 0-15,-1 3 0 0,2 7 399 0,-5 0-179 0,-2 6 408 0,-1 3-294 0,-1 3-300 0,0 1-34 0,-1 0 0 16,-5-1 0-16,1-1 0 0,-3 0 0 0,2-2-394 16,1-1 63-16,-2 1 181 0,-4 6-1051 0</inkml:trace>
  <inkml:trace contextRef="#ctx0" brushRef="#br0" timeOffset="136039.59">23670 13807 3311 0,'-21'-3'0'0,"4"0"0"0,2 3 0 0,3 0 0 0,3 0 0 0,4 0 0 16,1 0 0-16,4 0 0 0,0 0 0 0,0 0 0 0,9 0 227 0,14 0-94 0,5 0 127 0,11 0-260 0,1 0 0 16,-2-4 0-16,12 1 0 0,-1-3 0 0,-1 2 0 0,0-3 0 15,-2 1 0-15,-6 3 0 0,7-3 0 16,-12 2 0-16,2-2 0 0,-5 2 0 0,-9 1 0 15,-3 1-397-15,-3 0 186 0,-6 2-3 16,-6 0-360-16,-3 0 266 0,-2 10 124 0,-7 7-611 16</inkml:trace>
  <inkml:trace contextRef="#ctx0" brushRef="#br0" timeOffset="136225.54">23700 14060 2892 0,'-23'8'0'0,"4"4"0"0,8-2 0 0,3-4 0 0,4-2 0 0,4-3 0 0,0 1 0 0,9 2 0 0,14 0 0 0,5 0 0 0,7-1 349 0,6 2-154 0,-7 0 300 0,12-1-495 16,-2 1 0-16,-3 1 0 0,1-1 0 0,-8-1 0 15,3 0 0-15,0 0-140 0,-1-2-10 0,-4-1 96 16,-4-1 46-16,-5 0-742 0,-2 0 268 0,-8 0 236 16,2 0 0-16,-8-1-439 0</inkml:trace>
  <inkml:trace contextRef="#ctx0" brushRef="#br0" timeOffset="136503.31">24132 13622 2684 0,'-18'-26'0'0,"10"12"0"0,2 4 0 0,0 3 0 0,2 1 0 0,4 4 0 0,0 0 0 16,10 2 0-16,16 2 0 0,4 9 0 0,3 4 183 0,11 4 268 0,-5 0-205 0,2 0-104 15,3-1-51-15,-2-1 43 0,-6-4-134 0,5 0 0 0,-8 0 0 16,-1-4 0-16,-4 0 0 0,-9-2 0 15,0-1 0-15,-8 1 0 0,-1-1 0 0,-5-2 0 16,-3 3 0-16,0-2 0 0,-2 3 0 0,0 4 0 16,0-2 0-16,-2 5 0 0,-3 3 0 0,-4 0 0 15,2 3 0-15,0 3 0 0,1 1 0 0,1 0 0 16,-2 2 0-16,0 2 0 0,-3 2 0 0,2 2 0 16,-4 2 0-16,-2 5 0 0,-4-5 0 0,0 1-59 15,-8 5-151-15,1-3-644 0,-5-2 407 0,-2-2 204 16,0-3 102-16</inkml:trace>
  <inkml:trace contextRef="#ctx0" brushRef="#br0" timeOffset="136790.19">23702 13430 2947 0,'-8'-25'0'0,"6"13"0"0,0 9 0 0,-2 1 0 0,3 2 0 0,-3 0 0 0,-2 0 0 0,-2 13 0 0,1 8 0 0,-4 7 0 0,0 6 337 0,-4 7-153 16,0 0-73-16,-2 0-36 0,-3 0 8 0,2-2 1 0,1-8-37 15,-3 3 16-15,0-6-63 0,3-1 0 0,5-7 0 16,-1 1 0-16,3-4 0 0,3 0 0 0,5-3 0 16,2 1 0-16,0 0 0 0,2 3 0 0,9-1 0 15,10 2 0-15,3 1 0 0,4 2 0 0,8 4 0 16,1 2 0-16,2-1 0 15,3 7 0-15,3 0 0 0,-1 4 0 0,6 1 0 16,1 4-558-16,-3-7 183 0,17 7 173 0</inkml:trace>
  <inkml:trace contextRef="#ctx0" brushRef="#br0" timeOffset="137826.43">25678 14066 1012 0,'0'-14'0'16,"-4"5"0"-16,2-2 0 0,0-2 0 0,0-5 0 0,-1-4 0 0,3 0 0 0,0-1 0 0,0-3 0 0,0-2 0 0,0 0 113 0,0 1-38 0,0 0 1 0,-3 8-28 0,-4-1 26 15,0 4-1-15,-4 2-34 0,-1 5-1 16,-3 7 43-16,-7 2 9 0,-1 2-52 0,-7 23 1 0,0 4 102 16,3 11-51-16,-6 15-26 0,9-6 220 0,3 7-127 15,3-4-59-15,7 1 200 0,6-4-129 0,5-12-56 16,0 2-42-16,4-4 60 15,12-6-46-15,7-7-1 0,1-8-45 0,5-3-18 16,2-7-9-16,1-4 26 0,0-1-72 0,-1-15 36 16,-1-6 0-16,0-5 46 0,0-8-102 0,-6-1 47 15,-2 1-1-15,-5 4-93 0,-3 2 61 0,-1 6 4 16,-6 2-2-16,-4 8 78 0,1 4 0 16,-2 3-50-16,0 3 140 0,-2 3-56 0,0 0-33 0,0 7 9 15,0 11-38-15,2 5-41 0,4-1 45 16,3-1 32-16,6 6 14 0,0-6-30 0,4-3-32 0,2-4-15 15,-2-3-19-15,4-4 38 16,6-4-7-16,-3-3-138 0,-3 0 75 0,0-7 21 16,-7-4 0-16,0-6 71 0,-4-1 0 0,-3-7-53 15,-2 0 101-15,-5 1-44 0,-2-2 1 0,0 4-63 16,0-7 249-16,-15 5-217 0,0 1 0 0,-6 0 0 16,-2 3 0-16,0 5 0 0,-7-2 0 0,5 8 0 15,-3 3 0-15,1 2 0 0,2 4 0 0,7 0 0 16,-2 0 0-16,6 9 0 15,1-1 0-15,5 3 0 0,5 2 0 0,3 1 0 16,0-3 0-16,2 3 0 0,20-3 0 0,4-6 0 16,12-1 0-16,-1-4 0 0,13 0 0 0,2 0-140 15,0-8 34-15,1-4 32 0,-2-2 1 0,1-3-37 16,-4 2 41-16,-5-2 0 0,-1 0 98 0,-10 4-33 16,0-4-1-16,-9 4-43 0,-2 0 101 0,-11 5-46 15,0-1 0-15,-5 3 315 0,-4 0-169 0,-1 3-58 16,0 0-63-16,-1 0-32 15,-11 3 0-15,-1 0 0 0,-3 0 0 0,0 3 0 16,0 6 0-16,4 0 0 0,-2 2 0 0,5 2 0 16,2 2 0-16,3 3 0 0,4 0 0 0,0 1 0 15,0 1 0-15,4 3 0 0,8-6 0 0,9 6 0 16,2-6 0-16,1 1 0 0,4-2 0 0,-1-4 0 16,-5-1 0-16,7 0 0 0,-13-1 0 0,1 0 0 15,-8-1 0-15,1 0 0 0,-6-3 0 16,-3-1 0-16,-1 5 0 0,-1-4 0 15,-18 4 0-15,-4-1 0 0,-3 0 0 0,-2 1 0 16,-2-3 0-16,2 0 0 0,2-1 0 0,4-3 0 16,-1 2 0-16,6-1 0 0,3-1 0 0,5 0 0 15,2 2 0-15,1-4 0 16,4 1-106-16,2-1 11 0,0 4-1140 0</inkml:trace>
  <inkml:trace contextRef="#ctx0" brushRef="#br0" timeOffset="138386.04">27269 13393 1891 0,'-10'-14'0'0,"-2"4"0"0,-1 6 0 0,0 1 0 0,-2 0 0 0,-1 3 0 0,-7 0 0 0,2 14 0 0,1 4 0 0,-2 9 0 0,2 8 124 0,2 8-43 16,-2 14 126-16,8 3-83 0,-1 6-44 0,6-8 285 16,4 19-168-16,3-13-79 0,0-8-40 0,0 2 269 15,9-2-155-15,8-4-66 0,3-5-125 0,4-5-1 16,3-2 0-16,2-4 0 0,3-4 0 16,-7-10-80-16,8 1 44 0,-5-4 38 15,-1-4-216-15,-2-2 126 0,-6-6 63 0,0-2-751 0,1-2 345 0,-6-1 196 16,-1-2 98-16,-1 0-466 15,-2 0 281-15</inkml:trace>
  <inkml:trace contextRef="#ctx0" brushRef="#br0" timeOffset="138724.23">27744 13672 3061 0,'-4'-12'0'0,"-1"6"0"0,2 4 0 0,0 1 0 0,-2-2 0 0,0 3 0 0,0 0 0 0,-4 6 0 0,0 12 0 0,-2 2 0 0,-5 6 253 0,2 4-97 0,-3 8 148 16,-1 0-147-16,0-3-157 0,1-3 0 0,1 2 0 15,1 0 0-15,0-4 0 16,3-4-104-16,5-5-35 0,-1-3 90 0,3-4 43 15,5-3-581-15,0-3 305 0,0-5 42 0,0-1-378 16,0-2 290-16,0 0 145 0,0-2 62 0,7-8-138 16,-1-2 110-16,0-2 56 0,-5 0 26 0,4-1-22 15,-2 4 15-15,-1-2 10 0,0 4 72 16,-2 3 1-16,0-1-48 0,0 4 0 0,0 1 117 0,0 0-53 16,0 2-32-16</inkml:trace>
  <inkml:trace contextRef="#ctx0" brushRef="#br0" timeOffset="139040.31">27434 13443 2908 0,'-15'-6'0'0,"7"2"0"0,-1 1 0 0,-1 2 0 0,4-1 0 0,1 0 0 0,3 1 0 16,0 1 0-16,2-2 0 0,0 2 0 0,2 0 115 0,17 0 220 0,7 0-148 0,8 0-64 0,7-2-47 16,2 2 70-16,0-2-105 0,3 2-41 0,-3 0 0 0,-5 0 0 15,1 0 0-15,0 0-4 0,-5 0-378 16,-1 0 211-16,-13 2 105 0,3 2 62 15,-1-3-672-15,-5 3 281 0,-5-3 178 0,-5 2-131 16,0-1 155-16,-3 0 57 0,-2-2 59 0,-1 0-409 16</inkml:trace>
  <inkml:trace contextRef="#ctx0" brushRef="#br0" timeOffset="139244.74">27916 13273 2187 0,'0'-9'0'0,"-2"3"0"0,2 1 0 0,-2-1 0 0,2 2 0 0,0 2 0 0,0-1 0 0,5 0 0 0,13 3 0 0,2 0 0 0,2 6 344 0,3 6-153 16,0 3-75-16,-4 0-29 0,4 5 71 0,-2-1-60 16,0 2-29-16,-4 0 0 0,-2-1-50 0,-4-3 30 15,-4 4-10-15,-1-3-142 0,-6 1 71 0,-2 0 36 16,0-1-1-16,-7 4-231 0,-6-2 105 0,-5-1 76 16,1 0-512-16,-3 1 266 15,0 2 97-15,-2 0 69 0,0 0-388 0,-1 3 239 0,-5 6 118 16</inkml:trace>
  <inkml:trace contextRef="#ctx0" brushRef="#br0" timeOffset="139672.47">27762 14021 1889 0,'0'0'0'0,"0"-2"0"15,0-10 0-15,0-3 0 0,0-3 0 0,3-3 0 0,4-3 0 0,2 0 0 0,2 1 0 0,1-2 0 0,-4 2 89 0,4-2 28 0,-2 0-39 0,-5 6 1 16,-2-1 20-16,0 1-29 0,-3 1 9 0,0 6-40 15,0 1 69-15,-11 1-34 0,-6 7-1 0,-3 1 43 16,-3 2-29-16,-6 2-10 0,-1 13-38 0,-5 6 110 16,3 6-55-16,-1 3-28 0,9-1 10 0,-6 6 4 15,8 1 0-15,5 1-41 0,2 1 100 0,5 1-49 16,5-4-85-16,3 2-5 0,2-1 0 0,0-5 0 16,9-2 0-16,6-5 0 0,-2-7 0 0,6-2 0 15,2-5 0-15,-1-5 0 16,1-5 0-16,3 0 0 0,-4-2 0 0,2-17-84 15,-2-4 14-15,1 0 38 0,-1-6-77 0,-3-3 49 16,1 0-12-16,-1 0-7 0,1-2-6 0,-3 1 12 16,-1-1 1-16,-3 2 109 0,-2 8-46 0,-3 1 14 15,-1 2-39-15,-2 10 296 0,-2 1-139 0,-1 3-59 16,0 5-41-16,0 1 242 0,0 1-265 0,0 0 0 16,0 13 0-16,0 2 0 15,0 6 0-15,0 4 0 0,1-3 0 0,6-1 0 16,4 4 0-16,0-2 0 0,0-3 0 0,4 5 0 15,-3-8 0-15,3 2-675 0,-2-1 266 0,-1-3 178 16,3 2 87-16,-5-2-522 0,1 0 314 0,1-2 156 16,-1 2 78-16,1-5-403 0</inkml:trace>
  <inkml:trace contextRef="#ctx0" brushRef="#br0" timeOffset="139815.87">28187 14108 2345 0,'7'-11'0'0,"-3"6"0"0,0 0 0 0,-3-2 0 0,1 4 0 0,0 2 0 0,-2-2 0 0,0 3 0 0,0 0 0 0,0 3 0 0,0 7 193 0,-4 4-77 0,-1 2-38 0,-6 4 175 16,3 4-112-16,-1-4-50 0,1 1-27 16,-1-1-291-16,0-1 134 0,5-6 75 0,-1 2 24 0,0-5-693 15,2-2 363-15,1-4 165 0</inkml:trace>
  <inkml:trace contextRef="#ctx0" brushRef="#br0" timeOffset="139991.43">28303 13651 2085 0,'9'-10'0'0,"5"3"0"0,0-1 0 16,4 1 0-16,1 1 0 0,8 2 0 0,-1 2 0 0,-1 1 0 0,7 1 0 0,-3 0 0 0,1 0 173 0,0 0-67 0,2 0-372 0,-2 0 163 15,0 0 66-15,0 0 38 0,0 0-659 0,-2 0 328 16</inkml:trace>
  <inkml:trace contextRef="#ctx0" brushRef="#br0" timeOffset="140483.15">28733 13443 1802 0,'-1'-14'0'0,"1"7"0"0,0-3 0 0,1 1 0 0,9 3 0 0,7 0 0 0,1 3 0 0,7 1 0 0,-5 2 0 0,7 0 0 0,-1 0 104 0,0 5-32 0,-1 5 0 16,-1-1-81-16,-5 1 10 0,-2 3 38 0,-4 2 0 15,-5-1-194-15,-7 4 97 0,-1-2 48 0,0 3-242 16,-17 4 135-16,-1-4 71 0,-5 0-12 0,0 0-132 16,3-7 48-16,-8 6 61 0,1-6-11 0,2 2 36 15,5-5 17-15,-2 3 0 0,1-1 98 0,4 0-44 16,2 2-28-16,3 0 1 0,1 2 334 0,4 3-171 16,2 3-58-16,0 3 424 0,3 5-240 0,-4-1-113 15,3 3-63-15,-1 1 297 16,1 0-169-16,-2-3-100 0,-2 1-45 0,-1 1 192 15,1-5-118-15,0-4-60 0,-1 1-19 0,4-6-58 16,-3-4-21-16,2-3 0 0,3-3 0 0,-2-5 0 16,4 0 0-16,-3-2 0 0,3 0 0 0,0-11 0 15,5-8 0-15,7 0 0 0,4 1 0 0,3-6 0 16,1 4 0-16,3 1 0 0,2 3 0 0,0 4 0 16,-7 4 0-16,4 3 0 0,-1 3 0 0,-2 2 0 15,-2 0 0-15,-2 3 0 0,-4 11 0 0,-4 1 0 16,-4 4 0-16,-1 1 0 15,-2 6 0-15,-2-4 0 0,-6 0 0 0,-7 1 0 16,-2-3 0-16,2-7 0 0,-3 2 0 0,-2-2 0 16,0-3 0-16,3-1 0 0,-2-3 0 0,1-1 0 15,0-3 0-15,2 0 0 0,6-2 0 0,-2 0 0 16,1 0-76-16,6 0-111 0,1-9 76 0,4-6-560 16,0-11 306-16,7-1 167 0,11-8 80 0,3-5-691 15</inkml:trace>
  <inkml:trace contextRef="#ctx0" brushRef="#br0" timeOffset="140658.47">29103 13634 2768 0,'27'-8'0'0,"-1"4"0"0,2 3 0 0,-4 1 0 0,3 0 0 0,-3 13 0 0,3 7 0 0,-5 3 0 0,0 5 0 0,-3 2 0 0,-5 4 115 16,1 7 264-16,-10-5-160 0,-3 9-95 0,-2-3-43 15,-6-1 53-15,-13-1-47 0,-4-2-63 0,-5-3-24 16,-4 4 0-16,-5-9 0 0,0-3 0 0,0-1-153 15,1-6-4-15,2-5 108 0,-1-4-761 0,-1-3 403 16,4-6 114-16,5-2 128 0</inkml:trace>
  <inkml:trace contextRef="#ctx0" brushRef="#br0" timeOffset="141150.64">28130 13221 2090 0,'-5'-2'0'0,"5"1"0"0,0-2 0 0,0 0 0 0,0 3 0 0,0-6 0 0,0-4 0 0,7-1 0 0,11-4 0 0,4-1 0 0,3-6 148 0,2-2-55 16,7-4 139-16,-6 3-86 0,8-6-59 0,-5 4-15 0,-3 3 1 15,-1-1-34-15,-2 1 9 16,-3 4-62-16,-7 3 26 0,0 2 0 0,-5 1 27 0,-5 7 34 15,1 1-24-15,-4 0-11 0,0 5 62 0,-2-2-31 16,0 1 0-16,0 2-30 0,0 0 165 0,0 0-88 16,0 0-39-16,2 8-57 0,3 5-20 0,3 0 0 15,3 4 0-15,4 6 0 0,0-2 0 0,2 1 0 16,1 1 0-16,-1 0 0 0,-2-3 0 0,4 4 0 16,-1-2 0-16,-4 0 0 15,-2-4 0-15,-3 2 0 0,0-2 0 0,-2-1 0 16,0 0 0-16,-3 0-313 0,-1-2-114 0,-1 0 175 15,-1-3 97-15,3 2-617 0,2 1 367 0,0 1 183 16</inkml:trace>
  <inkml:trace contextRef="#ctx0" brushRef="#br0" timeOffset="141402.84">29641 13453 3931 0,'-5'-7'0'0,"5"6"0"0,0 1 0 0,0 0 0 16,0 0 0-16,2 0 0 0,16-2 0 0,3-1 0 0,2 2 0 0,3-1 0 0,4 0 0 0,3 0 0 0,4-1 0 0,-2 2 0 0,-4 1 0 0,1 0 0 0,-1 0-210 15,-8 0-87-15,5 8 162 0,-8 3-1024 0,-5 3 560 16</inkml:trace>
  <inkml:trace contextRef="#ctx0" brushRef="#br0" timeOffset="141572.84">29731 13795 2668 0,'-1'0'0'0,"1"2"0"0,0 4 0 0,0 0 0 0,0-2 0 0,9-1 0 0,5 3 0 0,2-3 0 0,4 1 0 0,4-3 0 0,-1 3 494 0,5 1-233 0,-1-1-112 16,-2-1-455-16,3-1 172 15,-1 0 86-15,-2 0 53 0,1-1-811 0,-1 1 417 0,-4 2 207 16</inkml:trace>
  <inkml:trace contextRef="#ctx0" brushRef="#br0" timeOffset="141911.78">30332 13652 2622 0,'-2'-4'0'0,"-3"3"0"0,2 1 0 0,-3 0 0 0,-1 0 0 0,0 7 0 0,-1 9 0 0,-2 4 0 0,3 1 0 0,2 5 0 0,3-1 127 0,2 4 489 0,0-1-289 16,0-1-144-16,7-3-127 15,10 1-56-15,0-9 0 0,11 3 0 0,2-5 0 16,3-5 0-16,10-3 0 0,-4-6 0 0,-3 0 0 15,8-2 0-15,-4-11 0 0,-7-1 0 0,2-2 0 16,-5-3 0-16,-7 2 0 0,-1-6 0 0,-4 1 0 16,-4-2 0-16,-1-5 0 0,-8 0 0 0,-2-6 0 15,-3-6 0-15,0 1 0 0,0 1-34 0,-10 2-4 16,-3 4-10-16,-4 2 115 0,-6 5-53 0,-5 3-26 16,-4 6 63-16,-8 6-51 0,3 7 0 15,-8 4 0-15,4 0 0 0,9 4 0 16,-11 17 0-16,8-1 0 0,8 1 0 0,-1 7 0 15,9 4 0-15,-2 5 0 0,6 1-85 0,5 1-33 16,5-1 56-16,3 11-889 0,2-1 457 0</inkml:trace>
  <inkml:trace contextRef="#ctx0" brushRef="#br0" timeOffset="143149.65">24186 15133 2809 0,'-6'-6'0'0,"6"6"0"0,0 0 0 0,0 0 0 0,2 4 0 0,8-1 0 0,3 1 0 0,3 0 0 0,7-2 0 0,4 0 0 0,3-2 179 0,5 0-75 0,9 0 214 16,-10 0-139-16,5 0-70 0,-2 0-33 0,0 0 13 16,0 0-21-16,-3 0-68 15,-2 0 0-15,-2 0-78 0,-5 0 13 0,-2 0 63 16,0 0-584-16,-2 0 313 0,-7 5 157 0,-2 3 78 15,-5 5-901-15,-5 2 439 0,-2 6 235 0</inkml:trace>
  <inkml:trace contextRef="#ctx0" brushRef="#br0" timeOffset="143329.12">24370 15443 2887 0,'-27'9'0'0,"7"0"0"0,1 3 0 0,5-4 0 0,4-6 0 0,6 4 0 0,4-2 0 0,0 0 0 0,5 1 0 15,22 0 0-15,3-5 109 0,12 0 180 0,-1 0-125 0,-4 0-51 0,14 0 100 0,-8 0-85 16,1 0-100-16,-5 0-28 0,-5 0 0 0,3 0 0 16,-3 0 0-16,-2 0-642 0,-4 0 206 0,-5 0 219 15,0 0 125-15,-3 0-733 0,-5 0 397 0,-2 0 193 16,-5 0-281-16</inkml:trace>
  <inkml:trace contextRef="#ctx0" brushRef="#br0" timeOffset="143656.81">24864 15002 2794 0,'-7'-20'0'0,"6"4"0"0,0 6 0 16,1 1 0-16,0-1 0 0,0 3 0 0,0 3 0 0,2-1 0 0,13 4 0 0,0 1 0 0,11 0 121 0,-1 0 420 0,5 1-251 0,2 8-124 16,0 0-147-16,3 0-19 0,2 3 0 0,-1-3 0 15,-1 0 0-15,0 0 0 0,-3 1 0 0,-4 0 0 16,-4-1 0-16,-5-2 0 0,0 1 0 0,-4-1 0 15,-6-1 0-15,1 0 0 0,-5-1 0 0,-1 1 0 16,-2-1 0-16,0 2 0 0,-1 1 0 0,-1-2 0 16,0 6 0-16,0 1 0 0,0 2 0 0,-3 2 0 15,-3-1 0-15,3 3 0 0,-3 2 0 0,2-1 0 16,0 3 0-16,0-1 0 0,1 1 0 0,-3 2 0 16,1-1 0-16,-2 0 0 15,0 1 0-15,0 0 0 0,0-5 0 0,-5 3 0 16,1-4 0-16,2 1 0 0,-5-4-754 0,-1 2 305 15,0-6 194-15,0 0 112 0,-2 0-552 0,-3-6 327 16,-6 0 164-16</inkml:trace>
  <inkml:trace contextRef="#ctx0" brushRef="#br0" timeOffset="143954.34">24678 14796 2753 0,'-15'-24'0'0,"6"12"0"0,1 12 0 0,-1 0 0 0,-2 0 0 0,-6 12 0 0,0 6 0 0,-4 7 0 0,-2 8 0 0,-3 5 0 0,-2 3 275 0,-2 4-117 15,0 1 109-15,-2-1-104 0,2-4-67 0,1-3-27 0,8-11 70 16,-2 4-128-16,4-6-11 16,4-7 0-16,4 0 0 0,1-3 0 0,3-5 0 15,5 2 0-15,2-1 0 0,0 0 0 0,0 5 0 16,4-1 0-16,11 0 0 0,3 3 0 0,2 3 0 15,4 0 0-15,0-1 0 0,6 0 0 16,-2 3 0-16,3 0 0 0,2 2 0 0,-1-3 0 0,3 3 0 16,-8-4 0-16,1 4 0 0,-2-5 0 0,3 3 0 15,-5-2-38-15,3 0-121 0,3-2-750 0,4 1 435 16,1-2 217-16</inkml:trace>
  <inkml:trace contextRef="#ctx0" brushRef="#br0" timeOffset="144182.25">25898 15175 3781 0,'0'-9'0'0,"10"6"0"0,11 3 0 0,7 0 0 0,4 0 0 16,2 0 0-16,5-3 0 0,5 0 0 0,1 0 0 0,5-5 0 0,5 1 150 0,-3 2-150 0,1 2 0 0,-6 1 0 0,-4 0 0 15,-3 0 0-15,0 2 0 0,-5 0 0 0,-5 0 0 16,-10 0-828-16,-2 0 424 0,-4 4 217 16,-4 0 16-16,-4 1-447 0,-4 1 288 0,-2-6 145 0</inkml:trace>
  <inkml:trace contextRef="#ctx0" brushRef="#br0" timeOffset="144370.79">26536 15002 2709 0,'-10'-16'0'0,"3"5"0"16,1 1 0-16,5 1 0 0,1 0 0 0,0-1 0 0,0 3 0 0,12-2 0 0,10 6 0 0,5 1 0 0,4 2 123 0,2 0 321 0,3 0-202 0,1 11-91 0,-3 1-61 0,1 1 69 16,-8 1-146-16,-3 4-13 0,-8-1 0 0,-1 8 0 15,-12 1 0-15,-3 0 0 0,0 3-502 0,-15 2 258 16,-5 3 152-16,-9 4 61 0,-1-5-474 16,0 1 241-16,-2 2 59 0,0 0-390 15,4-6 268-15,-9 9 148 0,9-5 70 0,5-12-316 16,2 3 193-16</inkml:trace>
  <inkml:trace contextRef="#ctx0" brushRef="#br0" timeOffset="144763.34">26472 15620 2158 0,'-4'9'0'0,"2"-4"0"0,2-5 0 16,0 5 0-16,-2-5 0 0,2 0 0 0,0 0 0 0,0-1 0 0,0-8 0 0,0-5 0 0,0-2 336 0,4-4-148 0,2 0 237 16,0-5-198-16,-3 4-93 0,0-3-48 0,0 1 129 0,-3 3-88 15,0 0-92-15,0 2-35 0,-4 3 0 0,-5 4 0 16,-6 1 0-16,2 4 0 0,-9 5 0 0,-2 1 0 15,-2 0 0-15,-1 17 0 0,4 6 0 0,-4 1 0 16,6 5 0-16,3 1 0 0,2 4 0 0,6-1 0 16,2 5 0-16,2-1 0 0,6 1 0 0,0-5 0 15,0 0 0-15,8-4 0 0,5-5 0 0,4-2 0 16,-2-7 0-16,4-1 0 0,1-6 0 16,1-4 0-16,0-4 0 0,1 0 0 15,-3-4 0-15,4-13 0 0,-7-1 0 0,1-6 0 16,-4-2-80-16,1 1-36 0,-3-5 28 0,-2 3 111 15,1 2-32-15,-5 1 1 0,-2 3-32 0,0 2 335 16,-1 8-272-16,-2 0-23 0,0 6 0 0,0 1 0 16,0 2 0-16,0 2 0 0,0 0 0 0,0 3 0 15,0 14 0-15,0 3 0 0,0 2 0 0,3 0 0 16,3 1 0-16,2 3 0 16,-1-1 0-16,-1-4 0 0,7 1 0 0,-4-4 0 15,1 0 0-15,-1-3 0 0,3 0 0 0,-3-6-197 16,0 0-311-16,-2-1 223 0,3-2-273 0,1-3 260 15,1-1 128-15</inkml:trace>
  <inkml:trace contextRef="#ctx0" brushRef="#br0" timeOffset="144918.1">26829 15616 3182 0,'1'0'0'0,"0"0"0"0,2 0 0 0,-3 0 0 0,0 0 0 0,2 3 0 0,-2-2 0 0,2 4 0 0,1 0 0 0,2 3 0 0,-2 1 381 0,2 0-176 0,2 3-82 15,-2-1-83-15,1-2-400 0,0 3 179 0,0-6 121 16,1 4-816-16,4-1 459 0,-1-4 228 0,0-1 114 16</inkml:trace>
  <inkml:trace contextRef="#ctx0" brushRef="#br0" timeOffset="145169.12">27116 15294 3333 0,'0'-15'0'0,"0"6"0"0,0 1 0 0,0-4 0 0,6 3 0 0,6 0 0 0,13 2 0 0,6-2 0 0,10 3 0 0,4 0 0 0,5-1 152 0,3-1 294 0,10 1-446 15,-9 2 0 1,4-3 0-16,0 3 0 0,-2 0 0 0,-3 0 0 0,-2 0 0 16,-6 2 0-16,-10 1 0 15,-1 0 0-15,-8 2 0 16,-3 0 0-16,-4 0 0 0,-10 0 0 0,-3 0 0 15,-3 0 0-15,-1 0 0 16,-2 0-995-16,0 0 386 16,0 0 284-16,-3 0 143 0</inkml:trace>
  <inkml:trace contextRef="#ctx0" brushRef="#br0" timeOffset="145759.26">27842 14900 2646 0,'-5'0'0'15,"3"-4"0"-15,2-1 0 0,0 0 0 0,0-2 0 0,5-1 0 0,13 3 0 0,1 3 0 0,11 0 0 0,-4 1 0 0,4 1 129 0,0 0-44 0,0 0 354 0,2 9-189 0,-2 2-110 16,-1 2 63-16,-3 0-164 0,-4 1-39 0,-7 1 0 16,0 1 0-1,-5 1 0-15,-7 1 0 0,-3 3-10 0,0 4-125 0,-15-4 87 16,-5 3 53-16,-5-3-181 0,-3 1 75 0,-2-1 65 16,-7 3-481-16,0-6 241 0,1 0 102 0,-6 0 73 15,2-2-120-15,9-7 91 0,-1 0 45 16,2-5 0-16,9-1 83 0,0-2-37 0,8 1-1 0,1-2 261 15,4 0-130-15,5 0-65 0,3 0-43 0,0 0 504 16,0 0-249-16,0 0-124 0,0 0 1 0,2 0 167 16,7 4-86-16,1 7-83 0,0 2 192 0,0 8-305 15,2 2 0-15,-4 2 0 0,-3 6 0 0,2 0 0 16,-6 4 0-16,1-2 0 16,-2 1 0-16,0-2 0 0,0-6 0 0,0 7 0 15,-5-6 0-15,-3 0 0 0,6-9 0 0,-4 3 0 16,1-5 0-16,3-4 0 0,-2-3 0 0,1-1 0 15,3-2 0-15,-3-5 0 0,3 1 0 0,0-2 0 16,-2 0 0-16,-1 0 0 0,2 0 0 0,0-5 0 16,1-2 0-16,0-3 0 0,-3 3 0 0,3-5 0 15,0 3 0-15,0 0 0 0,0-2 0 0,0-1 0 16,3 3 0-16,2-1 0 0,5 3 0 0,1-1 0 16,5 0 0-16,-1 1 0 15,3 4 0-15,-1 0 0 0,4 2 0 0,-3 1 0 16,1 0 0-16,0 4 0 0,-3 5 0 0,-1 3 0 15,-3 4 0-15,-2 1 0 0,1 0 0 0,-6 2 0 16,-3-1 0-16,0 1 0 0,-2 0 0 0,0-3 0 16,-9 2 0-16,-5-5 0 0,-2-1 0 0,-2-2 0 15,0-2 0-15,-4-3 0 0,2-1 0 16,-2-4 0-16,1 0 0 0,1 0 0 16,3 0 0-16,-1-4 0 0,4-5 0 0,1-2 0 15,3 0 0-15,3-3 0 0,1-1 0 0,6-3 0 16,0-5 0-16,0-2 0 0,12-2-85 0,6-4-1027 15</inkml:trace>
  <inkml:trace contextRef="#ctx0" brushRef="#br0" timeOffset="145938.03">28168 15337 3920 0,'0'-7'0'0,"2"5"0"0,3 0 0 0,3 0 0 0,3-1 0 0,2 1 0 0,4-2 0 0,-1 2 0 0,10-2 0 0,0 0 0 0,-3 3 11 16,9-2-11-16,-2 2 0 0,1 1 0 0,-1 0 0 0,-3 0 0 0,-5 0 0 16,-1 4 0-16,-6 5-143 0,-3-1-229 0,-7 7 204 15,-3 0 103-15</inkml:trace>
  <inkml:trace contextRef="#ctx0" brushRef="#br0" timeOffset="146077.01">28277 15516 2998 0,'-9'3'0'0,"3"1"0"0,2-2 0 0,3 0 0 0,1-2 0 0,1 0 0 0,9 0 0 0,8 0 0 0,5 0 0 0,-2 0 0 0,9 2 132 16,0 0 171-16,2 0-133 15,-2-1-66-15,0 3-678 0,-6 2 315 0,6 1 143 0,-6 6 77 16,-16-9-497-16</inkml:trace>
  <inkml:trace contextRef="#ctx0" brushRef="#br0" timeOffset="147530">29308 15249 1343 0,'-4'-8'0'0,"2"1"0"0,0 2 0 0,0-1 0 0,0-1 0 0,1 4 0 0,-1-2 0 0,2 1 0 0,-2 2 0 0,2 0 0 0,0 1 65 0,0-1 180 0,0 2-103 0,-5 0-41 15,3 0 72-15,-4 11-66 0,-2 7-34 0,-3 3 0 16,1 2 69-16,-1 5-41 0,-1 2-36 0,2 2 197 15,0 3-112-15,2 1-55 0,4 1-28 0,1-1 210 16,3-1-124-16,0-2-57 0,0-1-28 0,10-4 65 16,7-4-133-16,3-1 0 0,5-4 0 15,1-2 0-15,4-7 0 0,6-4 0 16,-3-3 0-16,5-3 0 0,0 0 0 0,2-8 0 16,-1-9 0-16,0-4 0 0,1-1 0 0,-6-3 0 15,4-4 0-15,-6-1 0 0,-7 5 0 0,0-5 0 16,-7 2 0-16,-3 1 0 0,-3-1 0 0,-4 0 0 15,-3 1 0-15,-3-1 0 0,-2 1 0 0,0-3 0 16,0-3 0-16,-12 3 0 0,-1-1 0 0,-4 0 0 16,-1 1 0-16,-5 4 0 0,-2 2 0 0,-2 6 0 15,-3 0 0-15,-1 7 0 0,-3 5 0 16,1 4 0-16,-4 2 0 0,-5 0 0 16,4 10 0-16,1 7 0 0,1 1 0 0,6 1 0 15,-2 4 0-15,2 1 0 0,4 0 0 0,4-1 0 16,4 1 0-16,6-3 0 0,-3 5 0 0,8 1 0 15,6-1 0-15,1 2 0 0,0 2 0 0,0 2 0 16,5-1-882-16</inkml:trace>
  <inkml:trace contextRef="#ctx0" brushRef="#br0" timeOffset="158539.9">3221 12650 1752 0,'-8'-24'0'0,"1"10"0"16,0 8 0-16,4 3 0 0,-1 1 0 0,1 1 0 0,3-2 0 0,0 2 0 0,0 1 0 0,0 0 0 0,0 0 383 0,0 0-157 0,0 0-96 0,0 0-42 0,2 0 164 16,4 0-104-16,3 0-50 0,-1 0 11 0,2 0 190 15,-1 1-126-15,2 2-64 16,-3-2-32-16,1 3 10 0,1 0-87 0,1-1 0 15,-4 1 0-15,2 1 0 0,1 0 0 0,1 1 0 16,-1-3 0-16,0 1 0 0,5-1 0 0,-5-1 0 16,2 0 0-16,1 2 0 0,-4-3 0 0,4 2 0 15,-2-2 0-15,-2 1 0 0,6 0 0 0,-5 0 0 16,3-1 0-16,1 3 0 0,2-1 0 0,1-1 0 16,3-1 0-16,4-1 0 0,-1 0 0 0,5 0 0 15,-2 2 0-15,3-2 0 0,-1 0 0 0,2 0 0 16,-5 0 0-16,8 0 0 0,-5 0 0 15,1 0 0-15,0-2 0 0,1 1 0 16,-4 1 0-16,8-2 0 0,-5 2 0 0,1 0 0 16,2 0 0-16,1 0 0 0,2 0 0 0,0 0 0 15,0 0 0-15,2 0 0 0,-1 0 0 0,2 0 0 16,1 0 0-16,-4 0 0 0,3 0 0 0,-2 0 0 16,4 0 0-16,-1 0 0 0,6 0 0 0,-3 0 0 15,0 0 0-15,4 0 0 0,2 0 0 0,2 0 0 16,-1 0 0-16,1 0 0 15,1 0 0-15,-1 0 0 0,2-3 0 0,-2 2 0 16,2-2 0-16,1 3 0 0,-2-1 0 0,1 1 0 16,5 0 0-16,-3 0 0 0,3 0 0 0,-1 0 0 15,-2-2 0-15,1 2 0 0,-3 0 0 0,6 0 0 16,-3-2 0-16,-1 2 0 0,12-2 0 0,-4 1 0 16,0 1 0-16,-8-3 0 0,5 2 0 0,9-1 0 15,-16 0 0-15,8 0 0 0,-1 2 0 16,-1 0 0-16,7-2 0 0,-1 2 0 15,-2 0 0-15,4 0 0 0,-4 0 0 0,-6 0 0 16,15 0 0-16,-7 0 0 0,0 0 0 0,3 0 0 16,2 0 0-16,-5 0 0 0,12 0 0 0,-6 0 0 15,-4 0 0-15,1 0 0 0,3 0 0 0,-10 0 0 16,17 0 0-16,-2 0 0 0,1 0 0 0,-2 0 0 16,-3 0 0-16,6 0 0 0,-5 0 0 0,4 0 0 15,-3-2 0-15,6 1 0 0,-3 1 0 0,-10 0 0 16,15-3 0-16,-10 3 0 15,0 0 0-15,-1 0 0 0,0 0 0 0,4 3 0 16,4 0 0-16,-2 3 0 0,2-3 0 0,0 0 0 16,2 0 0-16,3-3 0 0,10 2 0 0,1-2 0 15,0 0 0-15,-2 0 0 0,2 0 0 0,-9 0 0 16,18-2 0-16,-4-1 0 0,-1-1 0 0,-3 0 0 16,-5 0 0-16,-7 1 0 0,15-1 0 0,-8 2 0 15,4 1 0-15,0-2 0 0,-4 3 0 0,-11 0 0 16,17 0 0-16,-21 0 0 15,10 0 0-15,8 0 0 0,-15 0 0 0,2 0 0 16,-1-1 0-16,-4 1 0 0,-1-2 0 0,-7 2 0 16,-6 0 0-16,10-2 0 0,-17 2 0 0,3 0 0 15,-7 0 0-15,-3 0 0 0,-9 0 0 0,-1 0 0 16,-3 0 0-16,-2 0 0 0,-4 0 0 0,0 0 0 16,-5 0 0-16,0 2 0 0,-3 0 0 0,-3-1 0 15,-2 2 0-15,-3-3 0 0,-2 0 0 16,-2 0 0-16,-5 0 0 0,2 0 0 15,-3 0 0-15,0 0 0 0,-2 0 0 0,0 0 0 16,0 0 0-16,0 0 0 0,-16 4 0 0,-6 19 0 16</inkml:trace>
  <inkml:trace contextRef="#ctx0" brushRef="#br0" timeOffset="170354.41">3691 13690 1607 0,'-12'-10'0'0,"2"7"0"16,0-1 0-16,-1 3 0 0,0-1 0 0,1 0 0 0,1 2 0 0,0 0 0 0,-1 0 0 0,5 0 0 0,3 0 532 0,0 0-233 0,1 0-132 0,1 0 373 0,0 0-248 16,0 0-123-16,1 0-62 0,10 0 111 0,4 4-218 15,6-1 0-15,1 2 0 0,6 2 0 16,-3 0 0-16,2 2 0 0,5-1 0 16,-2-1 0-16,2 3 0 0,5-3 0 0,-3 1 0 15,3-3 0-15,1-1 0 0,-1-3 0 0,4 2 0 16,-4-3 0-16,5 0 0 0,-7 0 0 15,-1 0 0-15,-5 0 0 0,-7 0 0 0,4 0 0 0,-8 0 0 16,-4 0 0-16,-4 0 0 16,-2 0 0-16,-3-3 0 0,-3 3 0 0,1 0 0 0,-3 0 0 15,0 0 0-15,0 0 0 0,0 0 0 16,0 0 0-16,0 0 0 0,0 0-13 0,0-1-391 16,-3 1 179-16,-1-1-770 0,-3-5 474 0,3-4 239 15</inkml:trace>
  <inkml:trace contextRef="#ctx0" brushRef="#br0" timeOffset="170577.31">4213 13478 3409 0,'-6'-2'0'0,"1"1"0"0,2-2 0 0,0 3 0 0,3 0 0 0,0 0 0 0,0 0 0 0,11 0 0 0,8 0 0 16,4 4 0-16,5 2 189 0,0 2-73 0,4 2 101 0,0 0-217 0,1 1 0 0,-3 0 0 15,0 1 0-15,-2 1 0 0,-3 0 0 0,-8-1 0 16,-3 2 0-16,-3 2 0 0,-6 0 0 0,-5 7 0 15,0-1 0-15,-10 6 0 0,-10 0 0 0,-5 1 0 16,-5 4 0-16,5-6 0 0,-7 5 0 16,4-7 0-16,3 2 0 0,-3 0 0 0,4-3 0 0,1 0-346 15,5 3 62-15,-2-2-745 16,4-2 493-16,2 2 233 0</inkml:trace>
  <inkml:trace contextRef="#ctx0" brushRef="#br0" timeOffset="170781.24">4115 14293 3044 0,'-9'9'0'0,"0"4"0"0,0-1 0 0,0 3 0 0,-1 0 0 0,3 4 0 0,-1 3 0 0,3 1 0 0,5 1 0 0,0 4 0 0,0-4 745 15,0 9-603-15,3-5-142 0,9-3 0 0,-2 3 0 16,6-6 0-16,-2-3 0 0,9 2 0 0,-5-8 0 16,-1-1 0-16,4-3 0 0,-4-4 0 0,0-2 0 15,-4-3 0-15,1 0 0 0,-4 0 0 0,3-7 0 16,-5-8 0-16,1-2-352 0,-3-1 7 0,2-9 146 15,-2 3-456-15,-1-6 305 0,0-2 152 0,-2-6 66 16,-1-9-235-16</inkml:trace>
  <inkml:trace contextRef="#ctx0" brushRef="#br0" timeOffset="170921.41">4207 14021 3429 0,'-15'-12'0'0,"3"9"0"0,-2-2 0 0,5 4 0 0,0 1 0 0,2 0 0 0,2 0 0 0,1 0 0 0,2 0 0 0,2 0 0 0,0 7 218 0,0 1-91 0,4 2-42 0,7 1-93 15,-3 1-1-15,5 0 54 0,1 1-1 0,-2 1-595 16,4-1 292-16,-2-2 152 0,-2 0-856 0,1-1 491 16</inkml:trace>
  <inkml:trace contextRef="#ctx0" brushRef="#br0" timeOffset="171165.92">4650 14198 3931 0,'-5'-1'0'0,"2"-1"0"0,-1 2 0 0,2 0 0 0,0 0 0 0,2-1 0 0,-2 1 0 0,2 0 0 0,0 0 0 0,0 0 0 0,2 0 0 16,6 0 0-16,2 0 0 0,-4 1 0 0,4 2 0 15,-1 2 0-15,1 1 0 0,-3-1 0 0,-3-1 0 16,0-1 0-16,0 3 0 0,-3-3 0 0,2 1 0 15,-3 1 0-15,0-1-364 0,0-3 45 0,0 1 143 16,0 0-612-16,0-2 372 0,0 0 186 0</inkml:trace>
  <inkml:trace contextRef="#ctx0" brushRef="#br0" timeOffset="171437.34">4967 13798 3931 0,'-12'-1'0'0,"7"1"0"0,3 0 0 0,-2-2 0 0,4 2 0 0,0 0 0 0,0 0 0 0,0 0 0 0,2-1 0 0,15-2 0 0,5 0 0 0,6-1 0 0,-1 0 0 0,8 1 0 16,0-3 0-16,2 0 0 0,1 0 0 0,-5 3 0 15,2 0 0-15,-4 2 0 0,1 0 0 0,-2 1 0 16,0 0 0-16,-6 0 0 0,-1 0 0 0,2 0 0 15,-2-3 0-15,-4 3 0 0,-1-1 0 0,-1-1 0 16,-3 0 0-16,-3 0 0 16,-3 0 0-16,-2 0-99 0,-4 0-991 0,0 2 523 0,-2-2 261 15,0 1 130-15</inkml:trace>
  <inkml:trace contextRef="#ctx0" brushRef="#br0" timeOffset="171643.56">5460 13511 2863 0,'0'-7'-1'16,"0"3"0"-16,2-1 1 0,1 1 0 0,3 3 0 0,2-2 0 0,3 3 0 0,3 0 0 0,0 0 0 0,6 4 0 0,-2 5 670 0,6-1-318 0,1-1-304 15,1 3-48-15,-5-1 0 0,3 1 0 0,-7-1 0 0,4 1 0 0,-6 1 0 16,-4-2 0-16,-3 4 0 16,-5 3 0-16,-3-2 0 0,0 7 0 0,-15-2 0 15,0 2 0-15,-8-1-78 0,-4 5-59 0,1-1-339 16,-9 6 183-16,5 2 123 0,-2 0 63 0,-5 4-597 15,2 1 329-15,0 3 154 0</inkml:trace>
  <inkml:trace contextRef="#ctx0" brushRef="#br0" timeOffset="172008.06">5318 14141 1677 0,'7'0'0'0,"1"0"0"0,-1 0 0 0,1 0 0 0,-2 0 0 0,0-2 0 0,-1-1 0 0,-2-3 0 0,1 4 0 0,0-3 0 0,-2 4 610 0,0-1-288 16,1 0-139-16,-3 2 441 0,0-2-289 0,0 2-155 15,0 0-180-15,0 0 0 0,0 0 0 0,-5 10 0 16,3 1 0-16,-2 3 0 0,2 3 0 0,0-2 0 16,2 6 0-16,0 8 0 15,0-3 0-15,0 2 0 0,0 5 0 0,0 4 0 16,2 4 0-16,0 1 0 0,2 0 0 0,-2 2 0 16,4-2 0-16,-2 8 0 0,-1-5 0 0,2 4 0 15,1-4 0-15,-2-2 0 0,0-4 0 0,0 3 0 16,0-5 0-16,-1 1 0 0,-1-1 0 0,-2-3 0 15,0-2 0-15,0-2 0 0,0-3 0 0,-8-4 0 16,1-2 0-16,-5-2 0 0,0-3 0 0,-4-3 0 16,2-1 0-16,-4 0 0 0,0-5 0 15,-2 3 0-15,-2-3 0 0,-1-1 0 16,-4-3 0-16,1 2 0 0,-6-5 0 0,0 0 0 16,0 0 0-16,-4 0 0 0,0-2 0 0,2-5 0 15,3-7 0-15,1-3 0 0,1-3 0 0,6-7-789 16,-1-10 301-16,10-7 221 0,7-15 112 0</inkml:trace>
  <inkml:trace contextRef="#ctx0" brushRef="#br0" timeOffset="172162.48">5113 14097 3931 0,'0'-9'0'0,"0"8"0"0,2 0 0 0,0 1 0 0,1 0 0 0,4-4 0 0,2 4 0 0,0 0 0 0,4-2 0 0,0 2 0 0,3 0 0 0,0 0 0 0,2 0 0 15,-2 0 0-15,3 0 0 16,0 0 0-16,1 8-29 0,5 4-26 0</inkml:trace>
  <inkml:trace contextRef="#ctx0" brushRef="#br0" timeOffset="172824.94">5971 14240 2852 0,'-13'-1'0'0,"8"-1"0"0,2 2 0 0,3 0 0 0,0 0 0 0,0 0 0 0,0 0 0 0,6 0 0 0,9 0 0 0,10 0 0 0,1 0 586 16,2 0-270-16,2 0-139 0,-4 0-177 0,8 2 0 15,-4 2 0-15,0-3 0 0,1 1 0 0,-5 0 0 16,-4 2 0-16,1-3 0 16,-4-1 0-16,-1 2 0 0,-8 0 0 0,2 0-678 15,-4-2 316-15,-4 2 77 0,0-2 135 0,-2 2-698 16,-2 3 401-16</inkml:trace>
  <inkml:trace contextRef="#ctx0" brushRef="#br0" timeOffset="173011.63">6014 14543 3931 0,'-16'13'0'0,"1"4"0"0,0-2 0 0,3-8 0 0,5 2 0 0,1-9 0 0,4 3 0 0,2-2 0 0,0-1 0 0,5 3 0 0,15-3 0 0,5 0 0 16,0 0 0-16,0 0 0 0,8 0 0 0,-1 0 0 16,0 0 0-16,0 0 0 0,2 0 0 0,-1 0 0 15,-1 0 0-15,-1 0 0 0,-1 0 0 0,-4 2 0 16,-3-2 0-16,0 1-385 0,-1 1-249 0,0 0 244 15</inkml:trace>
  <inkml:trace contextRef="#ctx0" brushRef="#br0" timeOffset="173788.04">7085 14163 2727 0,'-7'-7'0'0,"3"2"0"0,-4 1 0 0,2-2 0 0,1 1 0 0,-2 2 0 0,1 0 0 0,0 1 0 0,0 0 0 0,1 2 0 0,-1 0 272 0,1 0-119 15,1 0-54-15,-2 10 104 0,2 1-80 0,-1 4-39 0,1 3 12 16,1 3 78-16,-1 4-174 0,2 2 0 16,-2 4 0-16,3 0 0 0,-2 4 0 0,3-2 0 15,0 0 0-15,0 2 0 0,3-5 0 0,7-2 0 16,0-5 0-16,7 3 0 0,1-6 0 0,5 0 0 15,2-2 0-15,2-3 0 0,0-6 0 16,3-1 0-16,2 2 0 0,-2-7 0 0,0-3 0 0,0 0 0 16,-4 0 0-16,4-2 0 15,-2-9 0-15,1 0 0 0,-3-7 0 0,1-3 0 16,-3-2 0-16,1-1 0 0,-4-5 0 0,0 1 0 16,-4 0 0-16,-2-2 0 0,-3 0 0 0,-4 1 0 15,-5 0 0-15,-1 0 0 0,-2 0 0 0,0 0 0 16,0-2 0-16,-12-1 0 0,-1 3 0 0,-2-1 0 15,0-1 0-15,-4 2 0 0,1 4 0 0,-1 1 0 16,0 6 0-16,-3-2 0 16,1 7 0-16,4 2 0 0,-7 2 0 0,0 1 0 15,2 7 0-15,-3-1 0 0,2 2 0 0,-2 0 0 16,3 2 0-16,-7 9 0 0,3 5 0 0,3 2 0 16,-1 2 0-16,7-3 0 0,-2 8 0 0,6-6 0 15,2 2 0-15,5 0 0 0,1 0 0 0,2 0 0 16,3 1 0-16,0 0 0 0,0 3 0 0,3-1 0 15,2 1 0-15,3-3 0 0,3 9 0 0,1-5-105 16,-1 3-580-16,7 0 321 0</inkml:trace>
  <inkml:trace contextRef="#ctx0" brushRef="#br0" timeOffset="175899.44">9795 13915 2551 0,'-19'-7'0'0,"5"4"0"0,4 3 0 0,-1 0 0 0,0 0 0 0,3 0 0 0,0 5 0 0,5-1 0 0,-1 0 0 0,4-1 0 0,0 5 166 0,0-1-61 0,7 3 275 0,14-3-156 16,7 3-96-16,4-7-41 16,11 3 203-16,1-4-290 0,-1-2 0 0,11 0 0 15,-2 0 0-15,-2 0 0 0,-3 0 0 0,-1-2 0 16,-5 0 0-16,-2 2 0 0,-2-2 0 0,-5 2 0 16,-4 0 0-16,-5 0 0 0,-5 0 0 0,-4 0 0 15,-3 0 0-15,-4 0 0 0,0 0-59 0,-6 0-404 16,1 0 197-16,-2 0-515 0,0 0 368 0,0-5 184 15,0-7 92-15</inkml:trace>
  <inkml:trace contextRef="#ctx0" brushRef="#br0" timeOffset="176088.4">10367 13679 2364 0,'3'0'0'0,"-1"0"0"0,6 0 0 0,-3 1 0 0,5 4 0 0,-1 2 0 0,4-1 0 0,1 1 0 0,2 1 0 0,2 1 0 0,-2 1 243 0,1 1-105 0,-2-1-46 0,-2 5 187 15,-2-4-117-15,-4 1-59 0,-2 1-17 16,-3 5-7-16,-2-1-34 0,-2 5 0 16,-12 1 0-16,-2 1-229 0,-5 2 127 0,-5 6 45 15,-1 0-570-15,3 0 283 0,-2 1 164 0,1 0 7 16,-1-3-613-16,-2 9 354 0,5-3 171 0,-4 0-108 16</inkml:trace>
  <inkml:trace contextRef="#ctx0" brushRef="#br0" timeOffset="176270.62">10102 14455 2264 0,'-8'15'0'0,"3"1"0"0,-2-2 0 0,2 2 0 0,-1 1 0 0,1 3 0 0,3 2 0 0,2 1 0 0,0 2 0 0,0-2 0 0,0 5 282 15,2-2-119-15,7 1-59 0,0-3-29 0,3-3 230 16,1 1-136-16,1-5-62 0,-2 1-155 0,6-6 46 16,-4-1 0-16,2-2 59 0,-2-6-350 0,0-1 170 15,-1-2 83-15,-1 0-191 0,-2 0 124 0,0-8 83 16,-1-5-94-16,-4-1-471 0,2-6 262 15,-2-5 141-15,-3-1 70 0,1-3-323 0</inkml:trace>
  <inkml:trace contextRef="#ctx0" brushRef="#br0" timeOffset="176402.7">10206 14270 2415 0,'-14'-22'0'0,"5"11"0"0,0 3 0 0,0 3 0 0,2-1 0 0,3 4 0 0,1 0 0 0,1 2 0 16,2 0 0-16,0 0 0 0,0 4 154 0,0 5-43 0,5 3-227 0,3 1 80 15,3 3 40-15,2-2 1 0,2 1-543 0,2 0 302 16,0-2 136-16</inkml:trace>
  <inkml:trace contextRef="#ctx0" brushRef="#br0" timeOffset="176604.3">10541 14393 3931 0,'-6'0'0'0,"5"0"0"0,1 0 0 0,0 0 0 0,-2 0 0 0,2 0 0 0,0 0 0 0,0 0 0 0,0 0 0 0,0 0 0 0,0 3 0 0,5 1 0 0,1 0 0 15,0 0 0-15,0 2 0 0,1-4 0 0,-4 5 0 16,1-4-8-16,0 3-102 0,-1-1 77 0,-1 1-399 16,1-2 239-16,1 1 50 0,-1 0-915 0</inkml:trace>
  <inkml:trace contextRef="#ctx0" brushRef="#br0" timeOffset="176806.52">10881 14052 3931 0,'-9'-9'0'0,"9"7"0"0,-2 2 0 0,2-1 0 0,0 1 0 0,0-3 0 0,2 2 0 0,9-3 0 0,6-2 0 0,2 2 0 0,7-2 0 0,0 2 0 15,4-1 0-15,2-1 0 0,2 1 0 0,-2 0 0 16,1 3 0-16,-3-1 0 0,0 0 0 0,-5 0 0 16,0 3 0-16,-3 0-833 0,-2 0 323 0,0 0 96 15</inkml:trace>
  <inkml:trace contextRef="#ctx0" brushRef="#br0" timeOffset="177014.9">11229 13779 2717 0,'-7'0'0'0,"6"0"0"0,-1 0 0 0,2 0 0 0,0 0 0 0,3 0 0 0,11 1 0 0,3 5 0 0,2 2 0 0,5-1 0 0,5 5 181 0,-1-1-69 0,0-2 282 15,-1 3-176-15,2-4-86 0,-8 2-34 0,1 3-51 16,-5-2-15-16,-2 2-32 0,-7 1-216 0,-5-2 102 16,-3 3 89-16,0 5 30 0,-11-4-1 0,-10 5 41 15,-1 0-1-15,-7 1-832 0,0 5 291 0,-7 1 232 16,4 2 109-16,-2 0-378 0,-1 3 245 0,-5 4 123 15</inkml:trace>
  <inkml:trace contextRef="#ctx0" brushRef="#br0" timeOffset="177362.92">10981 14466 2198 0,'-3'10'0'0,"3"1"0"0,0-2 0 0,0 0 0 0,0-1 0 0,0 1 0 15,0 2 0-15,5 3 0 0,-2 2 0 0,1 3 0 0,2 6 329 0,-3-1-142 0,1 4-72 0,-1 2 503 16,-1 0-292-16,5 2-168 0,-4 0-158 0,3-4 0 0,1-1 0 0,0-7 0 15,3 1 0-15,1-4 0 0,0-4 0 0,1-2 0 16,1-5 0-16,-3-2 0 16,5-4 0-16,-3 0 0 0,2 0 0 0,-3-10 0 15,3-1-10-15,-5-4-209 0,0 0 23 0,-1-3 84 16,-1-4-367-16,-3 2 218 0,0-6 108 0,-3-2-385 16,-1-3 253-16,0 1 120 0,0-5 61 0,-1-8-357 15,-7 3 208-15,-2 1 94 0,-1-8 62 0,0 7-116 16,0 9 84-16,-4-2 32 0,-1 5 97 0,2 8 0 15,-3 1 0-15,0 4 0 0,2 1 269 0,0 5-178 16,1 4-68-16,3-3 771 16,2 5-402-16,4 1-204 0,-2-1 4 0,6 2 553 15,1 0-353-15,0 1-166 0,0 0-98 0,0 0 32 16,0 0-59-16,3 7-28 0,6 0 0 0,0 2-93 16,2 2 27-16,2 1-1 0,0-1-641 0,3 3 339 15,-2-3 170-15,3 0-956 0</inkml:trace>
  <inkml:trace contextRef="#ctx0" brushRef="#br0" timeOffset="177630.87">11663 14331 3931 0,'-9'-11'0'0,"6"9"0"0,1-1 0 0,-2 2 0 0,3-3 0 0,-1 2 0 0,2-1 0 0,0 2 0 0,0-1 0 0,0 0 0 0,7 0 0 0,9 2 0 0,2 0 0 0,1 0 0 16,7 0 0-16,1 0 0 0,-5 0 0 0,8 0 0 16,-2 0 0-16,-2 0 0 0,-3 0 0 0,0 0 0 15,-1 2 0-15,-3 2 0 0,-3 0 0 0,-2 3-709 16,-3 1 99-16,-1 5 282 0</inkml:trace>
  <inkml:trace contextRef="#ctx0" brushRef="#br0" timeOffset="177810.13">11686 14621 3915 0,'-7'-2'0'0,"7"1"0"0,0 1 0 0,0 0 0 0,0-2 0 0,2 2 0 0,10-2 0 0,6 1 0 0,7-1 0 0,1-2 0 0,4 1 16 16,4-3-16-16,3 3 0 0,1 1 0 0,-2 1 0 16,1-1 0-16,-3 0 0 0,0 0-599 0,-4 2 55 15,-5 0 292-15</inkml:trace>
  <inkml:trace contextRef="#ctx0" brushRef="#br0" timeOffset="178269.81">12543 13803 2238 0,'-4'0'0'0,"3"0"0"0,-1 0 0 16,0 0 0-16,0 0 0 0,0 0 0 0,2 0 0 0,-2-2 0 0,2-1 0 0,0 2 0 0,0 1 367 0,-1 0-163 0,1 0-80 0,0 0-41 0,0 0 339 0,0 0-179 15,0 4-105-15,1 9-26 0,1 6-112 0,4 7 0 16,-4 10 0-16,-1 9 0 0,-1 16 0 0,0 9 0 16,0 22 0-16,-7 6 0 0,-4 9 0 0,-6 15 0 15,-2 22-148-15,2-4-218 0,2 2 196 0,0 3 30 16,2-1-428-16,2-15 234 0,-2 20 152 0,-1-19-512 15,1-7 326-15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13:05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10208 14958 1161 0,'-11'-2'0'0,"6"-2"0"0,-2 0 0 0,3 3 0 0,-1-1 0 0,3 0 0 0,2 2 0 0,-1-2 0 0,1 2 0 0,0 0 0 0,0 0 135 0,0 0-15 15,0 0-62-15,0 0 73 0,0 0-36 0,0 0 0 16,0 0-23-16,0 0 183 0,1 0-99 0,5 0-49 16,-1 0 0-16,0 0 179 0,0 4-100 0,3-2-71 15,0 2 205-15,-3-1-131 0,-1-1-66 0,3 0 1 16,-5 0-28-16,2 0-96 0,1-2 0 0,3 1 0 16,0-1 0-16,-1 2 0 0,2-2 0 15,-1 0 0-15,1 0 0 0,-1 0 0 0,2 0 0 16,-1 0 0-16,0 0 0 0,-2 0 0 0,2 0 0 15,-2 0 0-15,0 0 0 0,0 0 0 0,0 0 0 16,2 0 0-16,-2 0 0 0,2 0 0 0,1 0 0 16,1 0 0-16,-2 0 0 0,7 0 0 0,-2 0 0 15,4 0 0-15,-1 0 0 0,1-2 0 0,1 2 0 16,-2 0 0-16,2 0 0 0,-3 0 0 16,2 0 0-16,1-1 0 0,-3 1 0 15,2-2 0-15,0 0 0 0,-1 0 0 0,1 0 0 16,3-1 0-16,0 0 0 0,2 0 0 0,-3-1 0 15,5 0 0-15,-1 1 0 0,-4-1 0 0,3 1 0 16,-2 2 0-16,0-1 0 0,-3-1 0 0,3 3 0 16,-1-1 0-16,-1 1 0 0,4 0 0 15,-3-2 0-15,7 0 0 0,-1 1 0 0,1-1 0 16,3 0 0-16,0-2 0 0,2 2 0 0,-1-2 0 16,1 0 0-16,0 3 0 0,0-1 0 15,0-1 0-15,0 3 0 0,2 0 0 0,-2 0 0 16,-1 0 0-16,4 0 0 0,-1 0 0 0,0 0 0 15,3 0 0-15,-2 0 0 0,5 0 0 0,5 0 0 16,0 0 0-16,4 0 0 0,2 0 0 0,3 0 0 16,6 0 0-16,7-1 0 0,-5-3 0 0,-9 0 0 15,6 1 0-15,8-3 0 0,-16 3 0 0,15-3 0 16,-6 3 0-16,4-3 0 0,3 3 0 16,0-1 0-16,-6 3 0 0,13-1 0 15,-9 0 0-15,1-2 0 0,1 3 0 0,1-1 0 16,-4 0 0-16,20 2 0 0,-8 0 0 0,0-2 0 15,0 2 0-15,1-1 0 0,2-1 0 0,-1-1 0 16,12 2 0-16,-5 1 0 0,-10-2 0 0,6 2 0 16,0-3 0-16,-3 3 0 0,0 0 0 15,-2 0 0-15,6 0 0 0,-2 0 0 0,-3 0 0 0,-2 0 0 16,-1 0 0-16,-3 0 0 0,2 5 0 16,1-1 0-16,2-1 0 0,5-1 0 15,-1 2 0-15,-4-3 0 0,2 1 0 0,0-2 0 16,3 2 0-16,-1-2 0 0,14 2 0 0,-7-2 0 15,-13 0 0-15,6 0 0 0,3 0 0 0,-2 2 0 16,1-2 0-16,13 0 0 0,-6 0 0 0,-12 0 0 16,7 0 0-16,-3 0 0 0,0 1 0 15,-4 2 0-15,4-3 0 0,11 1 0 0,-19-1 0 0,6 3 0 16,-3-3 0-16,4 0 0 0,-4 1 0 16,2-1 0-16,-2 0 0 0,4 2 0 15,-8 1 0-15,-2 0 0 0,-4 1 0 0,-12-1 0 16,6 2 0-16,-5 0 0 0,-2 2 0 0,-3-1 0 15,3 1 0-15,-2 1 0 0,-9-2 0 0,11 3 0 16,-8-3 0-16,-1 0 0 0,-3 1 0 0,-9-3 0 16,5 1 0-16,-3 1 0 0,-2-2 0 15,-4-1 0-15,-2 1 0 0,-3-1 0 0,0 2 0 0,-5-1 0 16,1-1 0-16,-4-1 0 16,-1 1 0-16,-4-3 0 0,-2 3 0 0,0-2 0 15,-4-1 0-15,-1 2 0 0,1-2 0 0,-2 0 0 16,0 0 0-16,-2 0 0 0,0 0 0 0,0 0 0 15,0 0 0-15,0 0 0 0,0 0 0 0,0 0 0 16,0 0 0-16,0 0 0 0,0 0 0 0,0 0 0 16,0 0 0-16,0 0 0 0,0 0 0 0,1 0 0 15,1 0 0-15,2 0 0 16,-1-2 0-16,-2-2 0 0,1 2 0 0,0 1 0 16,-2-1 0-16,0 0 0 0,0 2 0 0,-8 10 0 15,-18 21 0-15,-16 22 0 0</inkml:trace>
  <inkml:trace contextRef="#ctx0" brushRef="#br0" timeOffset="4344.92">20563 14879 1355 0,'-5'-15'0'0,"2"3"0"0,1 8 0 0,2 3 0 0,-2-1 0 0,2 2 0 0,0 0 0 0,0 0 0 0,0 0 0 0,0 0 0 0,7 0 137 0,2 0-77 0,-2 0 0 16,0 0 156-16,3 0-78 0,-2 0-39 0,-3 2 15 15,1-1 198-15,-3 2-126 0,1-3-63 0,-1 1 0 16,-1-1 161-16,-1 0-97 0,-1 0-71 0,0 0 287 0,2 3-385 16,0-3-18-16,0 0 0 15,3 0 0-15,3 0 0 0,5-3 0 0,0 2 0 16,1-5 0-16,9 0 0 0,-7 3 0 0,-9-1 0 16,11-2 0-16,-2 5 0 0,-1 1 0 15,-2-2 0-15,-2 2 0 0,-3-3 0 0,5 3 0 0,6 0 0 16,-10 0 0-16,2 0 0 0,5 0 0 0,2 0 0 15,5 0 0-15,-8 0 0 0,12 3 0 0,-2-3 0 16,3 2 0-16,4-2 0 0,5 0 0 0,-2 0 0 16,1 1 0-16,1-1 0 0,4 0 0 0,3 0 0 15,-1 3 0-15,1-3 0 16,2 2 0-16,5-2 0 0,1 0 0 0,13 1 0 16,-3-1 0-16,3 0 0 0,3 2 0 0,-1-2 0 15,-7 2 0-15,2 0 0 0,-2 1 0 0,1 1 0 16,-5-1 0-16,1 4 0 0,-2-1 0 0,14 1 0 15,-7-2 0-15,1 1 0 0,3 1 0 0,-2-2 0 16,-4 0 0-16,13 3 0 0,-3-5 0 0,1 1 0 16,6 0 0-16,4-1 0 0,2-1 0 15,-3-1 0-15,3 4 0 0,0-4 0 16,11 2 0-16,-14-1 0 0,24-2 0 0,-7 2 0 16,-19 0 0-16,26-2 0 0,-10 1 0 0,-13 1 0 15,30 0 0-15,-12 0 0 0,-2 2 0 16,2 0 0-16,-3-3 0 0,-10 3 0 0,24 0 0 0,-7-1 0 15,-2 0 0-15,-4 3 0 0,1-1 0 0,-12-1 0 16,25-1 0-16,-6 0 0 0,-2 2 0 0,-1-2 0 16,0-1 0-16,-12 1 0 0,29-2 0 0,-10 3 0 15,-1-2 0-15,-5-1 0 16,-2 3 0-16,10-1 0 0,17-2 0 0,-23 1 0 16,6 0 0-16,-1 1 0 0,-3 0 0 0,5 0 0 15,-2 1 0-15,-4-1 0 0,-1-1 0 0,-3 3 0 16,3 0 0-16,1-1 0 0,4-1 0 0,-8 3 0 15,-2-2 0-15,0-1 0 0,1 2 0 0,1-2 0 16,5 2 0-16,-8-4 0 0,0 3 0 16,1-3 0-16,0 1 0 0,1 0 0 15,1 0 0-15,-7-2 0 0,-5 1 0 0,-2-1 0 16,-11 0 0-16,6 0 0 0,9 0 0 0,-18 0 0 16,-2 0 0-16,-5 0 0 0,-14 0 0 0,5 0 0 15,-12 0 0-15,-7 0 0 0,0-1 0 0,-8-1 0 16,-2 2 0-16,-9-2 0 0,-2 0 0 0,-3 1 0 15,-7 1 0-15,-3-3 0 0,0 2 0 0,-3 1 0 16,0 0 0-16,-2-1 0 0,0 1 0 0,0-3 0 16,0 3 0-16,0-2 0 0,0 2 0 0,-4 0 0 15,-6 0 0-15,-5 0 0 16,-7 7 0-16,-2 11 0 0,-10 8-705 0</inkml:trace>
  <inkml:trace contextRef="#ctx0" brushRef="#br0" timeOffset="15047.99">9341 11718 2659 0,'0'0'0'0,"0"0"0"0,0 0 0 0,0 0 0 0,0 0 0 0,0 0 0 0,3 0 0 0,5-3 0 0,-1-1 0 0,1-2 0 0,-4 0 137 0,4 1-47 0,-3-3 0 0,0 1 46 16,-2-3-36-16,2 0-11 0,-3-5-47 0,0 3 147 16,0-3-74-16,-2-3-36 0,0 1 11 0,0-4 25 15,0-4-115-15,-2 4 0 16,-4-2 0-16,-3-4 0 0,-1 5 0 0,-1-5 0 15,-2 3 0-15,-2 3 0 0,0 0 0 0,-4 4 0 16,5 2 0-16,-5 4 0 0,-2 2 0 0,1 5 0 16,-1 2 0-16,-6 2 0 0,2 4 0 0,-1 15 0 15,0 7 0-15,-4 5 0 0,0 9 0 0,2 3 0 16,3 5 0-16,-1 2 0 0,5 2 0 0,3 3 0 16,5 0 0-16,5-3 0 0,4 1 0 0,1-6 0 15,3 0 0-15,0-12 0 16,3 1 0-16,5-6 0 0,4-7 0 0,2-2 0 15,2-5 0-15,2-4 0 0,1-5 0 0,2-5 0 16,1-2 0-16,1 0 0 0,-1-7 0 0,0-11 0 16,1-3 0-16,-2-4 0 0,-5-7 0 0,3 0 0 15,-4-10 0-15,-1 3 0 0,-3 6 0 0,1 0 0 16,-7 9 0-16,-1 1 0 16,-1 8 0-16,2 6 0 0,-4 1 0 0,-1 5 0 15,0 0 0-15,0 3 0 0,0 0 0 0,0 21 0 0,0 4 0 0,0 5 0 16,0 2 0-16,-4 3 0 15,2 3 0-15,2-2 0 0,0-3 0 0,0-7 0 16,2 7 0-16,2-12 0 0,6-1 0 0,-1-3 0 16,1-2 0-16,-2-6 0 0,0-1 0 0,0-3 0 15,-3-3 0-15,2-1 0 0,0-1 0 0,-4 0 0 16,1-1 0-16,1-10 0 16,-1-4 0-16,3-2 0 0,0 0 0 0,0 1 0 0,0-2 0 15,4 0 0-15,1 3 0 0,5 0 0 16,0 1 0-16,4 3 0 0,-1 2 0 0,6 3 0 15,-1 4 0-15,0 0 0 0,-1 2 0 0,-2 0 0 16,4 8 0-16,-6 7 0 0,-6-2 0 0,0 4 0 16,-3 4 0-16,-8-1 0 0,0 6 0 0,-3 1 0 15,0-3 0-15,-12 0 0 0,-3 1 0 0,-5-1 0 16,-1-3 0-16,-4 0 0 0,5-7 0 0,-3 2 0 16,4-4 0-16,-2-3 0 0,3-1 0 0,1-1 0 15,4-4 0-15,4-1 0 16,1-2 0-16,0 0 0 0,7 0 0 0,1-2 0 15,1-12 0-15,15-7-226 0,6-2-886 0,4-3 525 16,6-4 277-16,-2 1-200 0,2 0 233 0</inkml:trace>
  <inkml:trace contextRef="#ctx0" brushRef="#br0" timeOffset="15214.09">9779 11906 3777 0,'5'-13'0'0,"1"2"0"0,-4 1 0 0,-2 3 0 0,0 3 0 0,0 2 0 0,-11 2 0 15,-3 0 0-15,1 12 0 0,-4 8 0 0,4 1 153 0,0 5-152 0,3 2-1 0,1 2 0 0,4 3 0 0,5 0 0 0,0-1 0 0,0-2 0 16,7-1 0-16,8-5 0 0,6 0 0 0,3-5 0 16,1 1 0-16,0-3 0 0,2-2 0 0,1-1 0 15,-1-6-560-15,1 1 14 0,-4-2 218 0,7-2-213 16,-3-5 249-16</inkml:trace>
  <inkml:trace contextRef="#ctx0" brushRef="#br0" timeOffset="16167.87">10153 11217 2029 0,'-9'-12'0'0,"4"7"0"0,1-2 0 0,-1 1 0 0,3 4 0 0,2 0 0 0,0-1 0 0,0 3 0 0,0 0 0 0,0 14 0 0,5 11 496 0,5 10-228 0,0 7-114 0,-1 6 165 15,-2 5-140-15,-2 5-59 16,1 8 106-16,-5-5-93 0,1 0-126 0,-2 0-7 0,0 0 0 0,0-9 0 16,0 7 0-16,-9-9 0 0,4-4 0 15,-2-14 0-15,-1-1 0 0,3-7 0 16,-3-4 0-16,4-9 0 0,-1-2 0 0,1-3 0 15,2-6 0-15,0 0 0 0,1 0 0 0,1-1 0 16,0-14 0-16,0-9 0 0,5 2 0 0,8-4 0 16,4 0 0-16,5-1 0 0,-1 2 0 0,5 5 0 15,-1 2 0-15,-4 8 0 0,3 1 0 0,-2 5 0 16,-2 2 0-16,0 2 0 0,-5 0 0 16,-2 6 0-16,-1 6 0 0,-7 6 0 0,1-1 0 0,-6 1 0 15,0 4 0-15,0 0 0 16,-11 4 0-16,-5-3 0 0,0-3 0 0,-7 0 0 15,1-1 0-15,3-3 0 0,-9-2 0 0,3 0 0 16,2-4 0-16,2-5 0 0,1 1 0 0,1-3 0 16,5-3 0-16,4 0 0 0,-1 0 0 0,5 0 0 15,4-7 0-15,2-9-102 0,0-6-20 0,13-2-501 16,6-3 292-16,6 0 146 0,-1 2 72 0,4-1-767 16,-2 5 425-16,1 0 208 0,-1 2-210 15,1 2 229-15,-7 3 109 0,6-1 50 16,-3 1 126-16,-2 1-68 0,-3 3 0 0,3 2 546 15,0 0-300-15,-3 3-133 0,1 0-70 0,-1 4 736 16,0-1-303-16,1 2-228 0,-3 0-14 0,0 6 184 16,0 5-184-16,0 1-92 0,-5 5 339 0,0 0-402 15,-1 3-68-15,-7 0 0 0,-1 6 0 16,-2-1 0-16,0 0 0 0,-15 2 0 0,-4 1 0 0,-3-3 0 16,-5 0 0-16,-1-5 0 0,0-1 0 0,-3-2 0 15,1-4 0-15,5-6 0 16,4 1 0-16,4-6 0 0,6-2 0 0,4 0 0 15,3 0 0-15,4-4-134 0,2-13-762 0,20-6 429 16,8-5 213-16,1 0-641 0</inkml:trace>
  <inkml:trace contextRef="#ctx0" brushRef="#br0" timeOffset="16359.07">10801 11799 3320 0,'5'-13'0'0,"-3"6"0"0,-2-1 0 0,0 4 0 0,-6 1 0 0,-7 3 0 0,-4 0 0 0,0 7 0 0,-6 12 0 0,5 1 0 0,-3 7 611 0,6 2-611 0,0 3 0 15,6 2 0-15,2-2 0 0,5-2 0 0,2 1 0 16,0-3 0-16,9-2 0 0,4-6 0 0,11 5 0 16,-1-3 0-16,2-3 0 0,1-2 0 0,0-3 0 15,-4-5 0-15,7-2 0 0,-10-3 0 0,3-2-317 16,0-2-213-16,-1 0 245 0,-2-2 113 0,2-9-579 16,-2-4 355-16</inkml:trace>
  <inkml:trace contextRef="#ctx0" brushRef="#br0" timeOffset="16716.28">11050 11357 3689 0,'-12'-3'0'0,"3"1"0"0,2-2 0 0,0 0 0 0,-2 1 0 0,8 1 0 0,-1 0 0 0,0 0 0 0,2 2 0 0,0 0 0 0,5-2 242 0,13 2-242 15,8 0 0-15,4 0 0 0,2 0 0 16,4 0 0-16,7 0 0 0,-3 0 0 0,-5 0 0 15,6 0 0-15,-3-2 0 0,2 2 0 0,-3-2 0 16,-1-1 0-16,-3 3 0 0,-4 0 0 0,-5-2 0 16,-1 0-400-16,-3 0-92 0,-3-1 225 0,-6-3 104 15,3 0-598-15,-10-3 361 0,-1-1 180 0,-3-3-351 16,0 0 266-16</inkml:trace>
  <inkml:trace contextRef="#ctx0" brushRef="#br0" timeOffset="16906.3">11511 11136 2298 0,'-14'-11'0'0,"5"4"0"0,1-1 0 0,3 2 0 0,3 3 0 0,-1-1 0 0,3 0 0 0,3 2 0 0,10-2 0 0,6 3 0 0,1 1 161 0,8 0-65 16,-1 0 169-16,-1 0-112 0,1 5-57 0,-6 5-17 0,2 1 235 15,0 0-137-15,-7 2-68 0,2 0 64 0,-7 3-163 16,-1-1-10-16,-7 3 0 0,-1 3 0 16,-2 3 0-16,-5 1 0 0,-13 1-42 0,-4 0-36 0,-2 2 54 15,-6 3 33-15,0-3-567 16,-2 0 242-16,0-2 154 0,4-4 1 0,-4 4-255 15,-5-1 185-15,10-5 95 0,-3 4-507 0</inkml:trace>
  <inkml:trace contextRef="#ctx0" brushRef="#br0" timeOffset="17109.82">11296 11748 2539 0,'0'8'0'0,"0"3"0"0,0-2 0 0,0-1 0 0,-1 4 0 0,-3 1 0 0,-1 4 0 0,2 0 0 0,-3 6 0 0,1 0 0 0,1 5 226 0,-1 1 412 0,-1-1-289 0,6 2-170 15,0-2-179-15,0 0 0 0,0-1 0 0,2-3 0 16,5-3 0-16,6-3 0 0,1-1 0 0,0-4 0 16,4-2-72-16,-2-1 19 0,3-4 55 0,-1-2-9 15,3-4-331-15,-2 0 77 16,0-2 127-16,3-10-345 0,-6-1 209 0,-1-7 119 0,-3-1 54 16,-3-2-418-16,-2-3 238 0,-5-4 118 0</inkml:trace>
  <inkml:trace contextRef="#ctx0" brushRef="#br0" timeOffset="17262.41">11339 11585 3501 0,'-14'-7'0'0,"5"1"0"0,0 2 0 0,2 0 0 0,2 2 0 0,3 1 0 0,0-1 0 0,2 0 0 0,0 2 0 0,0-3 0 0,0 3 251 0,2 0-107 0,3 0-109 16,4 0-35-16,0 0-124 15,3 3 15-15,-1 2 74 0,3 1 37 0,-3 4-798 16,1-1 418-16,0 0 219 0</inkml:trace>
  <inkml:trace contextRef="#ctx0" brushRef="#br0" timeOffset="17469.99">11704 11787 3931 0,'-9'0'0'0,"7"0"0"0,2 0 0 0,0 0 0 0,0 0 0 0,0 0 0 0,0 0 0 0,0 0 0 0,0 0 0 0,2 0 0 16,7 0 0-16,0 3 0 0,-1 0 0 0,1 1 0 0,0 0 0 15,0 2-112-15,0-3-16 0,-2-1 84 0,0 2-1045 16,0-3 530-16,2-1 260 0</inkml:trace>
  <inkml:trace contextRef="#ctx0" brushRef="#br0" timeOffset="18200.43">11923 11443 3931 0,'-7'-2'0'0,"5"-1"0"16,2 2 0-16,0 1 0 0,0-2 0 0,0 0 0 0,7 0 0 0,11 0 0 0,7 1 0 0,12-4 0 0,6 2 0 0,2-1 0 0,-4 2 0 15,12 0 0-15,-6 0 0 0,-10 2 0 0,3 0 0 16,-3 0 0-16,-8 0 0 0,4 4 0 0,-10-2 0 15,-3 2 0-15,-2-1 0 0,-6 0 0 0,0-3 0 16,-3 2 0-16,-3-2-210 0,-5 0-316 0,1 0 244 16,0 0 112-16,-2-8-543 0,0-7 338 0,-4-3 168 15,-5-2 85-15,-3-5-430 0,3 3 247 0,-3-4 138 16,-2 7-3-16,-2 2 85 0,0 2 38 0,2 4 47 16,-2 2 112-16,3 3-94 15,4 3-28-15,3 0 830 0,0 2-429 0,4-2-214 16,1 3-118-16,1 0 913 0,1 0-467 0,13 0-233 15,3 3-117-15,7 2 305 0,-6 3-460 0,11 1 0 16,-3 0 0-16,0 3 0 0,-1-1 0 16,-2 1 0-16,-5 3 0 0,5 1 0 0,-9-1 0 0,2 2 0 15,-7 1 0-15,-5 1 0 0,-2 2 0 0,-2 5 0 16,-6-3 0-16,-12 2 0 0,-1-2 0 0,-6 1-532 16,0 0 147-16,0-4 178 0,-3 3-394 15,0-4 281-15,-3 2 141 0,3-4 70 16,5-2-316-16,1-3 198 0,3 2 95 0,6-5 47 15,5 0 10-15,-1 1 0 0,6-1 28 0,-1 3 239 16,2-1-115-16,2 4-58 0,0 0-28 0,-3 2 576 16,3 5-313-16,-1 3-141 0,-1 3 804 0,-2 0-423 15,2 2-228-15,0 1-113 0,1 2 203 0,-1-1-356 16,2-4 0-16,0 2 0 0,0-9 0 16,0 3 0-16,0-3 0 0,2 0 0 15,5-6 0-15,5-3 0 0,-1-1 0 0,4-1 0 16,2-4 0-16,4-4 0 0,-1-2 0 0,4 0 0 15,-1-2 0-15,-2-9 0 0,-3 0 0 0,1-3 0 16,-2-3 0-16,-4 0-54 0,-2-2-257 0,-2-1 127 16,-2-4 78-16,-3-4-458 0,-3-3 262 0,-1-2 133 15,0-11 65-15,-3 5-478 0,-9-14 277 0,-1 3 133 16,-4-1-353-16,-5 2 243 0,-3 10 127 0,3 9 73 16,-5-1 98-16,2 6-29 0,4 4 0 0,5 6 848 15,2-1-444-15,2 7-224 16,3 0-98-16,1 3 506 0,3 1-188 0,3 2-191 15,2 2 37-15,0 1 742 0,0 0-896 0,0 0-79 16,0 0 0-16,9 4 0 0,2 4 0 0,1 2 0 16,1 1 0-16,6 5 0 0,-3-1 0 0,3 2-393 15,0 1-190-15</inkml:trace>
  <inkml:trace contextRef="#ctx0" brushRef="#br0" timeOffset="22594.3">12893 11865 2959 0,'-5'-1'0'0,"4"-2"0"0,-3 1 0 0,4 0 0 0,-4 0 0 0,4 0 0 0,-2 1 0 0,2-2 0 0,0 1 0 0,0 1 0 0,2-2 106 0,14-3 99 15,4 1-87-15,6-1-38 0,3 2 0 0,4-2 69 16,3 2-54-16,4 2-16 0,6-1-19 0,-4 1-60 15,3-1 0-15,4 0 0 16,-4 0 0-16,-8-3 0 0,5 2 0 0,-8-2 0 0,-2 2 0 0,-8 1 0 16,-2-1 0-16,-6 0-99 0,-5 1-89 0,-4 1 71 15,-5 0 63-15,1 0-371 0,-3 2 195 0,0-2 62 16,-7 2-489-16</inkml:trace>
  <inkml:trace contextRef="#ctx0" brushRef="#br0" timeOffset="22777.08">13219 11326 3890 0,'0'13'0'0,"0"2"0"0,0 2 0 0,0 8 0 0,0 2 0 0,0 7 0 0,2 3 0 0,2 5 0 0,-3 4 0 0,4 15 0 0,-3-5 41 0,-2 18-41 15,0-6 0-15,0 1 0 0,0-3 0 0,2-2 0 16,5-10-183-16,2 6 98 0,1-3 63 0,1-3-1013 15,-2 0 524-15</inkml:trace>
  <inkml:trace contextRef="#ctx0" brushRef="#br0" timeOffset="23702.32">14407 11626 1392 0,'-4'0'0'0,"2"0"0"0,2 0 0 16,-2 0 0-16,0-1 0 0,0-1 0 0,2-1 0 0,-2 2 0 0,0-3 0 0,2-1 0 0,-2-1 160 0,2-2-50 0,0-3 132 0,-1 0-101 0,1-2-50 15,0-4-26-15,0-3 62 0,0 0-34 16,0-1-9-16,0 2-44 0,0-4 95 0,0 2-47 16,0 0 0-16,-4-2 34 0,-2 3-45 0,-1 1-1 15,-3 2-36-15,3 1 46 0,-4 3-46 0,-1-2 10 16,1 7-10-16,-2 0-38 0,-2 2 1 0,0 5 37 15,-2-1-42-15,0 2 10 0,-3 2 32 0,-3 11-114 16,-2 7 55-16,-3 9 11 0,3 4-1 16,-4 6-14-16,1 9 41 0,-2 9-26 0,2-3 21 15,3 4 145-15,8-8-66 0,0 5-42 16,6 0 0-16,5-9 163 0,6-9-213 0,0 3 0 16,0-13 0-16,10 3 0 0,5-10 0 0,0-5 0 15,3-1 0-15,9-8 0 0,-8-3 0 0,9-3 0 16,0 0 0-16,-2-8 0 0,0-8 0 0,3-8 0 15,-3-1 0-15,0-10 0 0,-3 5 0 0,-6-1 0 16,0-5 0-16,-4 3 0 0,-4-3 0 0,-1 4 0 16,-2 1 0-16,-5 4 0 0,1 8 0 0,-2-1 0 15,0 8 0-15,0 3 0 0,0 0 0 0,0 7 0 16,0-1 0-16,0 3 0 16,-2 0 0-16,1 0 0 0,-3 14 0 0,2 1 0 15,0 6 0-15,2-1 0 0,0 3 0 0,0 5 0 16,0-4 0-16,0 0 0 0,2 1 0 0,5-1 0 15,1-5 0-15,1 3 0 0,1-1 0 0,2 1 0 16,-1-2 0-16,1-2 0 0,1 1-329 0,1-4 109 16,0 0 90-16,2-6-681 0,0-3 385 0,2-5 194 15</inkml:trace>
  <inkml:trace contextRef="#ctx0" brushRef="#br0" timeOffset="23913.72">14527 11801 2785 0,'-5'-9'0'0,"0"3"0"0,1 0 0 0,1 2 0 0,1 3 0 0,2-1 0 0,0 0 0 0,2 2 0 0,10 0 0 0,4 0 0 0,7 0 226 0,-3 9-92 0,-1 1-38 16,6 5 146-16,-7 2-101 0,-1-1-51 0,-4 3-25 0,-3 2 25 15,-3-1-40-15,-5 3-38 16,-2 3-12-16,0-1 0 0,-7-3 0 0,-9 3 0 16,-4-4 0-16,-3-2 0 0,-1-3 0 0,-3-2 0 15,3-4 0-15,4-2 0 0,-3-1 0 0,4-5-512 16,6 0 246-16,2-2 128 0,6 0 28 0,2 0-534 15,3 0 307-15,8-11 149 0,14-6 74 0,6-4-323 16</inkml:trace>
  <inkml:trace contextRef="#ctx0" brushRef="#br0" timeOffset="24101.5">14871 11797 2899 0,'3'-11'0'0,"-1"5"0"0,-2 1 0 0,0-1 0 0,-5 2 0 0,-4 3 0 0,-7 1 0 0,1 0 0 0,2 5 0 0,-4 10 0 0,2 6 147 0,0 2 517 0,2 4-443 15,3 4-221-15,5 0 0 0,1 3 0 0,4-2 0 16,0 0 0-16,2-3 0 0,9 0 0 0,6-4 0 16,3-3 0-16,3-3 0 0,4-4 0 0,-1-2 0 15,4-3 0-15,-2-3 0 0,0-3 0 16,2-1-47-16,0-3-1082 0,-2 0 534 16,0 0 283-16</inkml:trace>
  <inkml:trace contextRef="#ctx0" brushRef="#br0" timeOffset="24626.12">15289 11010 3079 0,'-2'-3'0'0,"0"1"0"0,2 2 0 0,0 0 0 0,0 3 0 0,0 18 0 0,0 8 0 0,0 10 0 0,0 13 0 0,2 13 0 0,0-3 203 0,2 6 359 0,-2 0-475 15,0-8-87-15,0 15 0 0,-2-7 0 0,0 0 0 16,0-3 0-16,0 3 0 0,0-12 0 15,-6 2 0-15,-2-9 0 0,3-13 0 0,1-8 0 0,-1-4 0 16,1-11 0-16,2-1 0 16,0-8 0-16,-4-4 0 0,2 0 0 0,-1-6 0 15,5-13 0-15,0-8 0 0,0 0 0 0,2-3 0 16,10-4 0-16,2 0 0 0,7 2 0 0,1 0 0 16,3 6 0-16,3 4 0 0,-2 2 0 0,1 8 0 15,-3 4 0-15,2 5 0 0,-2 1 0 0,-3 2 0 16,0 0 0-16,-4 13 0 0,-2 2 0 0,-2 2 0 15,-6 8 0-15,-3-2 0 0,-1 4 0 0,-3 1 0 16,-3 0 0-16,-10-2 0 0,-6 1 0 16,1-4 0-16,-5-3 0 0,-2-4 0 0,4-2 0 0,-11-1 0 15,3-5 0-15,1-3 0 0,2-1 0 16,7-2 0-16,-1-2 0 0,2 0 0 16,7 0 0-16,1-2 0 0,7-7 0 0,3-5-528 15,1-7-53-15,22-3 275 0,7 0 131 0</inkml:trace>
  <inkml:trace contextRef="#ctx0" brushRef="#br0" timeOffset="24796.36">15779 11769 3931 0,'10'0'0'0,"-4"0"0"0,-3 0 0 0,-1 0 0 0,0 6 0 0,-2-2 0 0,2 1 0 0,0 1 0 0,-2 1 0 0,3-2 0 0,4 3 0 0,-2 2 0 0,1-2 0 15,1-1 0-15,-2 1 0 0,4-2 0 0,-2 2 0 16,-2-1 0-16,1-4 0 0,-1 2 0 0,-1 1 0 15,0-4 0-15,0 1-728 0,-2 0 253 0,2-3 61 16,-1 0 193-16</inkml:trace>
  <inkml:trace contextRef="#ctx0" brushRef="#br0" timeOffset="25130.6">16094 11509 3931 0,'0'0'0'0,"0"0"0"0,0 0 0 0,0-3 0 0,-2 0 0 0,-1-2 0 0,-1 1 0 0,3 2 0 0,1-1 0 0,0 1 0 0,0 1 0 0,0 1 0 15,0 0 0-15,0 0 0 0,0 0 0 16,0 0 0-16,0 0 0 0,0 0 0 0,0 0 0 16,0 0 0-16,-2 6 0 0,-2 5 0 0,-1 1 0 15,-1 3 0-15,-4 8 0 0,1 0 0 0,-4 5 0 16,0 3 0-16,0 7 0 0,-6 9 0 0,-1 9 0 15,-3 3 0-15,-2 7 0 0,-1 2 0 0,-2 6 0 16,-3 1 0-16,1 3 0 0,2-3 0 0,3 0 0 16,0-6 0-16,8-11 0 0,0 4 0 15,2-9 0-15,4-6 0 0,1-10 0 16,3-1 0-16,-1-10 0 0,3 1 0 0,-1-6 0 16,0-7 0-16,2-2-24 0,1-3-462 0,1-5 228 15,0-2 107-15,2-1 56 0,0-1-655 0,0 0 355 16</inkml:trace>
  <inkml:trace contextRef="#ctx0" brushRef="#br0" timeOffset="25596.34">16616 11149 3317 0,'-28'-5'0'0,"7"5"0"0,3 0 0 0,4 0 0 0,3 0 0 0,6 0 0 0,3 0 0 0,2 0 0 0,0 0 0 0,4 0 0 0,19 0 98 0,7 0 277 0,9-2-234 15,1 0-141-15,-1 0 0 0,11 0 0 0,-8 0 0 16,1 2 0-16,-1 0 0 0,-6 0 0 0,-3 0 0 16,-3 6 0-16,-7 1-272 0,-1 3-29 15,-5 0 132-15,-6-2-413 0,-5 2 190 16,0-1 180-16,-4 1-495 0,-2-3 333 0</inkml:trace>
  <inkml:trace contextRef="#ctx0" brushRef="#br0" timeOffset="25953.52">16968 10988 2024 0,'0'-6'0'0,"5"4"0"0,6 0 0 0,7-1 0 0,3 1 0 0,0 0 0 0,6 2 0 0,1 0 0 0,-1 0 0 0,-3 4 0 0,1 5 218 0,-7 3-78 16,-1 0 85-16,-4 5-91 0,-6 2-47 0,-2 8 0 16,-5 1-131-16,0 2 53 0,-19 8-11 15,-4-1-67-15,-2 0 55 0,-5 1 28 0,1-2-1 0,3-4-342 16,-10 5 145-16,6-7 106 0,0-1-41 0,2-7-455 15,-2 0 264-15,0 0 124 0,2-7-164 0,3 3 154 16,6-9 78-16,3 2 38 0,2-5-31 0,3 0 25 16,6-1 11-16,-1-2 49 15,4 0 70-15,2-1-42 0,0 4-43 0,0-1 416 16,0 4-226-16,0 3-96 0,0 4-46 0,2 8 747 16,0 3-300-16,-2 3-196 0,0 12-114 0,0-3 536 15,0 2-319-15,0 3-160 0,0-9 289 0,0 2-490 16,0 0 0-16,0-5 0 0,4-5 0 0,7-2 0 15,1-6 0-15,0-2 0 0,1-4-154 0,3-4 65 16,1-3 65-16,-1-6-294 0,2 0 190 16,2-3 79-16,-3-11-751 0,-1-4 380 15,-2-6 189-15,-2 1 95 0,-3-5-444 0</inkml:trace>
  <inkml:trace contextRef="#ctx0" brushRef="#br0" timeOffset="26094.9">16929 11471 3001 0,'-15'-27'0'0,"4"12"0"0,-3 0 0 16,1 4 0-16,6 0 0 0,2 5 0 0,-2 2 0 0,4 1 0 0,3 0 0 0,0 3 0 0,0 0 141 0,0 0-120 0,5 4 20 0,7 6 0 0,1 1 0 0,2 0-537 15,2 5 279-15,0-1 124 16,-3-1-289-16,2 2 211 0,-2 3 105 0</inkml:trace>
  <inkml:trace contextRef="#ctx0" brushRef="#br0" timeOffset="26270.6">17193 11698 3310 0,'0'0'0'0,"-2"0"0"0,2 0 0 0,0 0 0 0,0 0 0 0,0 0 0 0,0 0 0 0,0 0 0 0,0 0 0 0,0 0 0 0,4 3 196 0,2 3-83 0,3-2-502 0,1 0 215 15,-1-1 107-15,2 3-355 0,2-4 242 0,1 0 105 16,2-2 58-16,2 0-919 0</inkml:trace>
  <inkml:trace contextRef="#ctx0" brushRef="#br0" timeOffset="26445.89">17490 11286 3650 0,'-5'-3'0'0,"5"1"0"0,0 2 0 0,0 0 0 0,0 0 0 0,9 0 0 0,10 2 0 15,3 4 0-15,2 1 0 0,7-2 0 0,9 3 170 0,-1-2-156 0,9-1-11 0,-2-1 37 16,0-4 0-16,2 0-258 0,-6 0 128 0,-6 0 76 0,2 0 21 16,-6 0-724-16,-2 0 379 0,-4-2 188 0,-7 0 95 15</inkml:trace>
  <inkml:trace contextRef="#ctx0" brushRef="#br0" timeOffset="26615.89">18023 11022 2562 0,'-5'-8'0'0,"1"2"0"0,2 3 0 0,2-3 0 0,0 4 0 0,11 1 0 0,10 1 0 0,2 0 0 0,1 0 0 0,-3 9 0 0,7 4 334 0,-3 4-147 0,-3 0-74 0,-3 4-134 15,-4-1 30-15,-6 1 10 0,-2 7 20 0,-7 0-188 16,0 2 94-16,-10 6 47 0,-11-1 1 0,0-5-437 16,-11 8 234-16,-2-2 125 0,0-1-681 0,-3-1 364 15</inkml:trace>
  <inkml:trace contextRef="#ctx0" brushRef="#br0" timeOffset="26838.5">17807 11657 2758 0,'4'3'0'0,"4"2"0"0,-1-1 0 0,-3 2 0 0,2 4 0 0,-3 3 0 0,-1 4 0 0,0 4 0 0,0 7 0 0,-1 5 0 0,-1 7 848 0,0 1-523 0,0-2-325 16,0 12 0-16,0-4 0 0,0-2 0 0,0-1 0 15,0-2 0-15,0-8 0 0,0 4 0 0,3-9 0 16,1 1 0-16,-2-6 0 0,-2-4 0 0,0-1 0 15,0-4 0-15,-10-2 0 0,-3-2 0 0,-8 1 0 16,1-5 0-16,-10-1 0 0,2-1 0 16,-1-3 0-16,-3 1 0 0,1-3-36 15,-1 0-67-15,0 0-603 0,0-12 334 0,2-5 166 16,2-13-301-16,5-2 233 0</inkml:trace>
  <inkml:trace contextRef="#ctx0" brushRef="#br0" timeOffset="26973.28">17691 11478 3375 0,'6'-7'0'0,"1"1"0"0,-1 5 0 0,-1-4 0 0,1 3 0 0,0 2 0 0,0 0 0 0,-1 0 0 0,2 0 0 0,2 0 0 0,2 2 112 0,-1 7-455 16,2 3 192-16,3 2 95 0,0 4 58 0,2 4-1118 16</inkml:trace>
  <inkml:trace contextRef="#ctx0" brushRef="#br0" timeOffset="27229.6">18425 11634 3931 0,'-14'-19'0'0,"12"18"0"0,2 1 0 0,0-3 0 0,0-1 0 0,2 2 0 16,12 1 0-16,11-1 0 0,9-1 0 0,5 2 0 0,8-1 0 0,8 0 0 0,10 2 0 0,-4 0 0 0,-9 0 0 15,4 0 0-15,0 0 0 0,-6 0 0 0,-4 0 0 16,-12 0-715-16,-2 0 297 0,-6 0 212 0,-5 0 106 16,-12 0-833-16</inkml:trace>
  <inkml:trace contextRef="#ctx0" brushRef="#br0" timeOffset="27402.02">18848 11180 3443 0,'-2'-10'0'0,"0"5"0"0,2 0 0 0,-1 3 0 0,1 2 0 0,0 0 0 0,0 20 0 0,7 9 0 0,4 11 0 0,-1 7 0 0,3 13 410 0,-4 0-332 0,-1-1-78 15,-1-3 0-15,4 11 0 0,1-6 0 0,-1-2 0 0,4 0-106 16,-4-6-33-16,2 5-930 0,1-2 550 0,0 10 279 15</inkml:trace>
  <inkml:trace contextRef="#ctx0" brushRef="#br0" timeOffset="27591.22">19802 11476 3931 0,'-7'-19'0'0,"3"17"0"0,4 2 0 0,0 0 0 0,0 0 0 0,0 0 0 0,0 0 0 0,2 10 0 0,2-3 0 0,5 2 0 0,2 3 0 0,4-2-56 0,3 2-88 0,2 2 91 16,1-5-577-16,7 0 315 0</inkml:trace>
  <inkml:trace contextRef="#ctx0" brushRef="#br0" timeOffset="27738.09">20289 11468 3867 0,'2'-1'0'0,"3"1"0"0,4 0 0 0,1 0 0 0,-4 0 0 0,3 1 0 0,3 4 0 0,-1 2 0 0,1 0 0 0,2-1 0 0,2 2 64 0,5 3-292 16,0-2 93-16,1 0 86 0,-1 0-1312 0</inkml:trace>
  <inkml:trace contextRef="#ctx0" brushRef="#br0" timeOffset="27869.22">20910 11547 3568 0,'0'0'0'0,"2"0"0"0,4 2 0 0,1 2 0 0,3 4 0 0,3 0 0 0,-1 5 0 0,2-4 0 0,2-1 0 0,4 7 0 15,-1-4 16-15,6 7-9 0,0 1 32 0</inkml:trace>
  <inkml:trace contextRef="#ctx0" brushRef="#br0" timeOffset="32538.1">8969 12747 1692 0,'-4'-15'0'0,"2"12"0"0,0-1 0 0,2 1 0 0,0 0 0 0,-3 1 0 0,1 0 0 0,2 1 0 0,-2-1 0 0,2 0 0 0,0 2 198 16,0 0-77-16,0 0 0 0,0 0 64 0,0 0-63 15,0 0 1-15,0 0 83 0,0 0-80 0,0 0-1 16,2 4-66-16,3-3 105 0,-1 3-53 0,2-2 15 15,2-1 144-15,-1 2-105 0,6-3-148 0,-1 0-17 16,3 0 0-16,2 0 0 0,-1 0 0 0,3 0 0 16,-1 0 0-16,5 0 0 15,-2 0 0-15,2-3 0 0,-1 2 0 0,4-1 0 0,-1 0 0 16,-1 2 0-16,5 0 0 0,-1-2 0 16,4 1 0-16,2-1 0 0,3 0 0 0,6 0 0 15,-1-2 0-15,-5 2 0 0,13 0 0 0,-2-5 0 16,-4 5 0-16,0-2 0 0,-5 2 0 0,0-1 0 15,2 1 0-15,-2 0 0 0,-2 1 0 16,7-2 0-16,-7 1 0 0,6 1 0 0,-8-1 0 0,11 2 0 16,-5 0 0-16,-2 0 0 0,-1 0 0 0,7 0 0 15,-1 0 0-15,-1-3 0 0,0 2 0 0,2-2 0 16,-4 0 0-16,12-1 0 16,-2-1 0-16,-1-1 0 0,3 1 0 0,2 1 0 15,0-2 0-15,0 3 0 0,0 1 0 0,-3-1 0 16,0 2 0-16,1-1 0 0,2 2 0 0,-2 0 0 15,2 0 0-15,0 0 0 0,2 0 0 0,1 0 0 16,-2 0 0-16,-4 0 0 0,-1 0 0 0,-1 0 0 16,-6 0 0-16,2 0 0 0,-7 0 0 0,9 2 0 15,-6-1 0-15,-1 2 0 0,-2 1 0 0,3-3 0 16,-4 2 0-16,9-3 0 16,-4 1 0-16,2 1 0 0,0-2 0 0,0 0 0 15,-1 0 0-15,6 0 0 0,-5 0 0 0,0 0 0 16,-1 0 0-16,-7 0 0 0,2 0 0 0,0 0 0 15,2-2 0-15,-8 2 0 0,-1 0 0 0,-2 0 0 16,-7 0 0-16,1 0 0 0,-5 0 0 16,0 0 0-16,-4 0 0 0,-2 0 0 0,-4 0 0 0,0 0 0 15,0 2 0-15,-2-2 0 0,-2 1 0 16,-1-1 0-16,0 0 0 0,-3 0 0 16,1 0 0-16,0 0 0 0,-2 0 0 0,2 0 0 15,-2 0 0-15,2 0 0 0,-2 0 0 0,2-1 0 16,-2-1 0-16,0-2 0 0,0 1 0 0,0-2 0 15,0 4 0-15,-4-1 0 0,-12 2 0 0,-13 14 0 16</inkml:trace>
  <inkml:trace contextRef="#ctx0" brushRef="#br0" timeOffset="38560.56">16724 12734 530 0,'0'-7'0'0,"0"1"0"16,0 0 0-16,0 3 0 0,0-1 0 0,0 0 0 0,0 1 0 0,0 2 0 0,0-5 0 0,0 5 0 0,0-1 31 0,0 1 153 0,0 1-67 0,0 0-21 0,0 0 9 0,0 0-1 15,0 0-53-15,0 0-1 0,0 0 41 0,0 0-28 16,0 1-13-16,0 2 1 0,0 0 192 16,0 0-96-16,0-2-48 0,0-1 239 0,0 0-149 15,0 0-70-15,0 0-34 0,0 0 269 0,0 0-151 16,0 0-64-16,0 0-51 0,2 0 152 0,4 0-95 15,-1 0-126-15,5 1-19 0,-1 1 0 0,2 2 0 16,3-2 0-16,0 3 0 16,0-1 0-16,2-1 0 0,2 4 0 0,-4-4 0 15,4 2 0-15,1 0 0 0,-3-1 0 0,3 0 0 16,1-1 0-16,1 1 0 0,5 0 0 0,-1-3 0 16,3 2 0-16,-4-2 0 0,9 3 0 0,2-2 0 15,1-1 0-15,7 4 0 0,-4-4 0 0,1 2 0 16,6-2 0-16,-2 3 0 0,2-3 0 0,4 2 0 15,-4-1 0-15,-2-1 0 0,10 3 0 0,-5 0 0 16,0-3 0-16,-1 4 0 16,3-4 0-16,-8 4 0 0,10-4 0 0,-8 1 0 15,-1-1 0-15,-3-1 0 0,-8 0 0 0,1 3 0 16,-4-3 0-16,-5 0 0 0,-1 0 0 0,-3 0 0 16,-3 0 0-16,0 0 0 0,-4 0 0 0,-4 0 0 15,0 0 0-15,-1 0 0 0,-4 0 0 0,2 0 0 16,-4 0 0-16,-1-3 0 0,0 2 0 0,0-1 0 15,-2 2 0-15,0-1 0 0,0-2 0 0,0 1 0 16,0 2 0-16,-16 0 0 0,-4 5 0 0,-6 11 0 16,-8 8-289-16</inkml:trace>
  <inkml:trace contextRef="#ctx0" brushRef="#br0" timeOffset="49580.53">13251 16943 1502 0,'-2'-6'-6'0,"2"3"1"0,-2-1 1 0,2 0 3 0,0 2 1 0,0-2 0 0,0 1 0 0,0 1 0 0,0 0 0 0,0 0 0 0,0 0 153 15,4 1-44-15,4-2-1 0,3-3-43 0,0 3 161 16,-1-3-89-16,-1 1 0 0,0-1-72 0,-1 2 193 16,2-2-97-16,-5 4-31 0,3-3 34 0,-5 1-49 0,3 3 0 15,-5-2-51-15,4 1 162 16,-3 2-65-16,2-1-110 0,-3 1-51 0,3 0 0 15,0 0 0-15,-3 0 0 0,1 0 0 0,2 0 0 16,1 0 0-16,-2 0 0 0,1 0 0 0,1 0 0 16,1 0 0-16,1 0 0 0,1 0 0 0,3 0 0 15,2 0 0-15,1 0 0 0,0 0 0 0,2 0 0 16,-2 1 0-16,2 1 0 0,0 1 0 0,3 1 0 16,0-3 0-16,0 4 0 15,2-3 0-15,1 2 0 0,-2-2 0 0,3 2 0 16,-2 0 0-16,-1 0 0 0,1-1 0 0,-2 1 0 15,1 0 0-15,-1 2 0 0,0-2 0 0,3-1 0 16,3 1 0-16,0 0 0 0,-2-3 0 0,2 2 0 16,0-3 0-16,5 1 0 0,-2-1 0 0,0 0 0 15,2 0 0-15,0 0 0 0,-1 0 0 0,1 0 0 16,2-1 0-16,-2-2 0 0,0 2 0 0,2-1 0 16,1 0 0-16,1 2 0 0,2-2 0 0,1 2 0 15,9 0 0-15,-5 0 0 16,-4 0 0-16,8-2 0 0,-4 2 0 0,3-2 0 15,-3 1 0-15,2-2 0 0,-3 2 0 0,8-1 0 16,0-2 0-16,-2 2 0 0,4 0 0 0,4 1 0 16,0-2 0-16,2 1 0 0,-1 1 0 0,2-1 0 15,1 2 0-15,6-2 0 0,-9 2 0 0,12 0 0 16,-1 0 0-16,1 0 0 0,4 0 0 0,-1 0 0 16,-10 0 0-16,15 0 0 15,-6 0 0-15,0 0 0 0,0 0 0 0,6 0 0 16,4 0 0-16,-2 4 0 0,2-1 0 0,-3 0 0 15,2 0 0-15,-2 0 0 0,4 2 0 0,12-4 0 16,-7 3 0-16,-9 0 0 0,5 0 0 0,1-2 0 16,-1 2 0-16,0-1 0 0,1-1 0 0,12 2 0 15,-17-1 0-15,6 2 0 0,-3-2 0 0,3 3 0 16,-3-3 0-16,3 3 0 0,11-1 0 0,-13 0 0 16,13 0 0-16,-17-1 0 0,6 2 0 0,11-3 0 15,-10 1 0-15,-2 0 0 0,19 0 0 0,-11-1 0 16,-2-2 0-16,-2 5 0 15,-1-4 0-15,-6 0 0 0,20 2 0 0,-8 0 0 16,-1 0 0-16,-14-1 0 0,20 3 0 0,-17-3 0 16,15 5 0-16,-2-2 0 0,-3-1 0 0,-13 1 0 15,7 2 0-15,0-2 0 0,-1 3 0 0,12-2 0 16,-2 1 0-16,3-2 0 0,-3 1 0 0,-14 1 0 16,21-1 0-16,-8 1 0 0,-1-2 0 15,4 2 0-15,-2-1 0 0,-15 2 0 16,7-2 0-16,1 2 0 0,-2 0 0 0,9-2 0 15,-4 0 0-15,-9 1 0 0,5-3 0 0,-2 2 0 16,-6-1 0-16,0 0 0 0,-3-1 0 0,-1 1 0 16,2-2 0-16,-4 3 0 0,-1-4 0 0,-7 0 0 15,0 2 0-15,-11-1 0 0,5 0 0 0,-6 0 0 16,0 0 0-16,-1-1 0 16,-4 1 0-16,-8 0 0 0,3-1 0 0,-4 0 0 0,-6 0 0 15,-9 0 0-15,2-2 0 0,-7 1 0 16,-2-2 0-16,-3 0 0 0,-3 0 0 0,0 0 0 15,-3 0 0-15,1 0 0 0,-1 0 0 0,2-2 0 16,-2-5 0-16,-1 1 0 0,-1-2 0 0,-1 3 0 16,0-3 0-16,0 2 0 0,0 1 0 0,-2 3 0 15,0 1 0-15,0 1-39 0,-2 6-429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14:18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3755 8727 2128 0,'-4'-3'0'0,"0"-1"0"0,-4-1 0 0,5 4 0 0,-1-1 0 0,3 0 0 0,-1 2 0 0,0-2 0 0,1 2 0 0,1 0 0 0,0 0 379 0,0 0-164 0,0 0-84 0,0 0-28 16,0 0 307-16,0 0-181 0,0 0-90 0,0 0-44 15,0 0 7-15,0 0-102 0,0 0 0 0,0 0 0 16,0 0 0-16,0 0 0 0,0 0 0 0,1 0 0 16,1 0 0-16,1 0 0 0,1 0 0 0,-1 0 0 15,2 0 0-15,1 2 0 0,-2 0 0 0,1-2 0 16,0 2 0-16,2-1 0 0,4 2 0 0,-6-3 0 16,4 2 0-16,2-1 0 15,-1 2 0-15,-1-2 0 0,2 1 0 0,1 2 0 16,1-3 0-16,-1 4 0 0,3-3 0 15,-2-1 0-15,1 1 0 0,5 1 0 0,0-1 0 0,2 0 0 16,3 0 0-16,4 0 0 0,-6-2 0 16,11 1 0-16,0 5 0 0,0-6 0 0,2 3 0 0,1 0 0 15,-1-1 0-15,1 2 0 16,2 0 0-16,1-1 0 0,3 1 0 0,-2-2 0 0,-4 0 0 0,11 1 0 16,-9 0 0-16,-2-2 0 0,3-1 0 15,-1 2 0-15,-1 2 0 16,0 0 0-16,-1-2 0 0,-6 2 0 0,0-1 0 0,-9 1 0 15,5 0 0-15,-6 1 0 0,-2-1 0 0,-3 2 0 16,-1-2 0-16,-1-1 0 0,-2 1 0 0,0 0 0 16,-3-2 0-16,-1 2 0 15,1-3 0-15,-3 1 0 0,-1 0 0 0,0-2 0 0,-2 0 0 0,1 0 0 16,-1 2 0-16,-2-2 0 0,0 0 0 16,0 0 0-16,0 0 0 0,0 0 0 15,0 0 0-15,0 0 0 0,0 0 0 0,0 0 0 16,0 0 0-16,2 0 0 0,-2-2 0 0,3 0 0 15,0-1 0-15,2 0 0 0,5 2 0 0,2 1-414 16,6 0-55-16</inkml:trace>
  <inkml:trace contextRef="#ctx0" brushRef="#br0" timeOffset="1432.39">6764 8669 2826 0,'-2'0'0'0,"2"-2"0"0,-4 0 0 0,4 0 0 0,0 2 0 0,0 0 0 0,0 0 0 0,0 0 0 0,0 0 0 0,0 0 0 0,0 0 93 0,0 0 256 0,0 0-154 0,0 0-72 15,0 0 220-15,0 0-341 0,0 0-2 0,0 0 0 16,0 0 0-16,4 0 0 0,-4 0 0 0,2 0 0 16,1 0 0-16,-3 0 0 0,1 0 0 0,-1 0 0 15,0 0 0-15,0 0 0 0,2 0 0 0,-2 0 0 16,0 0 0-16,0 0 0 16,2 0 0-16,0 0 0 0,-1 0 0 0,3 0 0 15,-1 0 0-15,7-2 0 0,-4 2 0 0,1 0 0 16,4 0 0-16,1 0 0 0,1 0 0 0,-1 0 0 15,0 0 0-15,4 0 0 0,-2 0 0 0,1 0 0 16,2 0 0-16,0 0 0 0,3 0 0 0,4 0 0 16,0 0 0-16,0 0 0 0,6 0 0 15,5 0 0-15,6-1 0 0,1-3 0 0,2-2 0 0,-3 2 0 16,14-2 0-16,-2 3 0 0,2-1 0 16,9 0 0-16,-2 2 0 0,-3-3 0 15,14 4 0-15,2 0 0 0,3-1 0 0,0 0 0 16,3 0 0-16,2 1 0 0,13-2 0 0,-9 1 0 15,10 1 0-15,0-2 0 0,-1 2 0 0,-13 1 0 16,17-2 0-16,-23 2 0 0,1 0 0 0,0 0 0 16,-4 0 0-16,-14 0 0 0,11 6 0 0,-11 1 0 15,-8-3 0-15,1 0 0 0,-2 3 0 16,-8-3 0-16,8 0 0 0,-9-1 0 0,-1 0 0 16,-4-2 0-16,-3-1 0 0,-6 0 0 15,6 0 0-15,-9 0 0 0,-3 0 0 0,-3 0 0 16,-4 0 0-16,-4 0 0 0,0 0 0 0,-2 0 0 15,-4 0 0-15,2-1 0 0,-3-2 0 0,-1 2 0 16,-1-3 0-16,3 0 0 0,-1-5 0 0,-3 3 0 16,1-3 0-16,0-1 0 15,0 3 0-15,0-2 0 0,-2-1 0 0,0 2 0 0,0 1 0 0,0 1 0 16,0 1 0-16,-11 3 0 16</inkml:trace>
  <inkml:trace contextRef="#ctx0" brushRef="#br0" timeOffset="7801.73">12024 9082 1653 0,'0'-8'-1'0,"-1"1"1"0,-1 1 0 0,0-1 0 0,0 1 0 0,2 0 0 0,-2 1 0 0,2 1 0 0,0 0 0 0,0 0 0 0,0 3 109 0,0-4 133 0,0 2-78 16,0 1-60-16,0-2 133 15,2 2-89-15,0 1-45 0,0-1 14 0,0 0 100 16,-1 0-80-16,2 2-39 0,-1-2 0 0,0 2 22 16,0 0 14-16,3 0-75 0,2 0 64 0,1 0-54 15,4 0-69-15,0 0 0 0,2 0 0 0,2 0 0 16,2 0 0-16,0 0 0 0,1 0 0 0,2 0 0 15,-1 0 0-15,3 0 0 0,3 2 0 0,-7-2 0 16,3 2 0-16,-1 2 0 0,2-1 0 0,-3 1 0 16,7 0 0-16,-5 2 0 15,3-3 0-15,0 1 0 0,4 2 0 0,1-3 0 16,2 3 0-16,4-2 0 0,7-3 0 0,-2 4 0 16,-3-1 0-16,11-1 0 0,-6 1 0 0,-2 0 0 15,4-3 0-15,-3 4 0 0,-3 0 0 0,6 0 0 16,-2 0 0-16,-2 0 0 0,0-2 0 0,1 3 0 15,-2-2 0-15,7 1 0 0,-6-1 0 0,2 2 0 16,-1-2 0-16,-1 1 0 16,-2 1 0-16,8-1 0 0,-4 1 0 0,5 0 0 0,-2 0 0 15,3-1 0-15,2 3 0 0,1-3 0 16,5 1 0-16,-4 0 0 0,-2-1 0 0,1 0 0 16,-7 3 0-16,9-1 0 0,-7 1 0 0,3-1 0 15,-4 2 0-15,3-1 0 0,-1-1 0 0,4 0 0 16,0-2 0-16,0 4 0 0,3-3 0 15,-2-1 0-15,2 3 0 0,-4-2 0 0,2-2 0 0,0 2 0 16,1-1 0-16,-1-1 0 0,0 2 0 0,1-2 0 16,2-1 0-16,2 1 0 0,6-3 0 15,-11 2 0-15,7-2 0 0,8 1 0 16,-5 2 0-16,-1-2 0 0,4 0 0 0,4-1 0 16,-8 2 0-16,15-1 0 0,-10 1 0 0,3 0 0 15,-1-2 0-15,-7 3 0 0,13 0 0 0,-6 0 0 16,0 1 0-16,-4 1 0 0,-3-1 0 0,-7 0 0 15,5 2 0-15,-1-1 0 0,4 2 0 0,-1 0 0 16,0 0 0-16,0-3 0 0,15 5 0 0,-8-5 0 16,3 3 0-16,-3-1 0 15,0-1 0-15,-7 1 0 0,14 1 0 0,-11-4 0 16,-1-1 0-16,-11 2 0 0,3-4 0 0,-4 3 0 16,-4-1 0-16,-4 2 0 0,0-2 0 0,-8 4 0 15,-1-4 0-15,-1 3 0 0,-2-3 0 0,-4 2 0 16,-1-1 0-16,-7 0 0 0,2 0 0 0,-1 0 0 15,-4-2 0-15,-2 1 0 0,-2-3 0 16,-1 2 0-16,-3-2 0 0,-4 0 0 0,1 0 0 0,-1 0 0 16,-4 0 0-16,1 0 0 0,0 0 0 15,-2 0 0-15,0 0 0 0,0 0 0 16,0 0-350-16,-21 0-202 0</inkml:trace>
  <inkml:trace contextRef="#ctx0" brushRef="#br0" timeOffset="27411.46">5163 17888 1833 0,'-8'-14'0'0,"5"9"0"0,3 3 0 0,0 0 0 0,0 0 0 0,-2 2 0 0,2 0 0 0,-2-2 0 0,1 0 0 16,-1 1 0-16,0-2 477 0,2 2-212 0,-2 1-105 0,1-1-39 0,1 1 91 0,0 0-80 16,-2 0-38-16,2 0 216 0,0 0-128 15,0 0-49-15,0 0-121 0,0 0-12 0,0 0 0 16,0 0 0-16,0 0 0 0,0 0 0 0,0 0 0 15,0 0 0-15,0 0 0 0,0 0 0 0,0 0 0 16,0 0 0-16,0 0 0 0,0 0 0 0,0 0 0 16,0 0 0-16,0 0 0 0,0 0 0 0,0 0 0 15,0 0 0-15,0 0 0 16,0 0 0-16,0 0 0 0,0 0 0 0,0 0 0 16,0 0 0-16,2 0 0 0,-1 0 0 0,3 0 0 15,-1 0 0-15,4 0 0 0,-4 0 0 0,5 1 0 16,-1 3 0-16,0-3 0 0,1 3 0 0,2 0 0 15,2-1 0-15,-1 1 0 0,-1 1 0 0,1-2 0 16,3 0 0-16,1 0 0 0,0 0 0 0,1-3 0 16,5 2 0-16,4-2 0 0,-3 0 0 0,6 0 0 15,-1 0 0-15,-1 0 0 16,2 0 0-16,1-2 0 0,-6 2 0 0,8-1 0 16,-2-1 0-16,1 2 0 0,-3 0 0 0,5-3 0 15,0 3 0-15,2 0 0 0,-2 0 0 0,2 0 0 16,3 0 0-16,4 0 0 0,-2 0 0 0,8 0 0 15,-3 0 0-15,2 0 0 0,-4 0 0 16,4-1 0-16,-9 1 0 0,12 0 0 0,-6-2 0 0,-2 2 0 16,4 0 0-16,-8 0 0 0,3 0 0 15,4 0 0-15,-1 0 0 0,1 0 0 0,-2 0 0 16,-4 0 0-16,7 0 0 0,-3 0 0 16,-5 0 0-16,9 0 0 0,-8 0 0 0,1 0 0 15,7 0 0-15,-5 0 0 0,0 0 0 0,1 0 0 16,1 0 0-16,-4 0 0 0,9 0 0 0,-3 0 0 15,-2 0 0-15,-2 0 0 0,0 0 0 0,-3 0 0 16,7 2 0-16,-2-1 0 0,-3 4 0 0,3-4 0 16,-1 2 0-16,-5 2 0 0,9-4 0 15,1 4 0-15,-2-4 0 0,1 1 0 16,-1 2 0-16,-5-1 0 0,6 0 0 0,-5-1 0 16,-1 4 0-16,1-3 0 0,0 1 0 0,-5-2 0 15,9 1 0-15,-1 0 0 0,-3 1 0 0,4 0 0 16,2-2 0-16,-6 2 0 0,10 0 0 0,-4-3 0 15,-2 2 0-15,1 0 0 0,-3 0 0 0,-3 0 0 16,4-1 0-16,-1 2 0 0,-2-1 0 16,0 3 0-16,3-1 0 0,-5 1 0 0,11 0 0 0,-7 1 0 15,-1 1 0-15,2-1 0 16,-1 3 0-16,-8-3 0 0,13 3 0 0,-7-2 0 16,2 4 0-16,0-2 0 0,0-1 0 0,-1-1 0 15,6 3 0-15,3-2 0 0,-3 1 0 0,2-2 0 16,-1 2 0-16,-6 0 0 0,10-1 0 0,-2 1 0 15,-3-3 0-15,1 2 0 0,3-1 0 0,-1-1 0 16,6 1 0-16,8 2 0 0,-4-5 0 16,1 2 0-16,0 2 0 0,-8-3 0 0,14 2 0 15,-8-2 0-15,2 1 0 0,0 1 0 16,-2-2 0-16,16 1 0 0,-2 1 0 0,-3-3 0 16,0 3 0-16,1-3 0 0,1 1 0 0,1 0 0 15,-1-1 0-15,5 2 0 0,2-1 0 0,-1-1 0 16,-13 4 0-16,16-4 0 0,-7 3 0 0,0-2 0 15,1-2 0-15,2 3 0 0,5-2 0 16,-4-1 0-16,-2 2 0 0,-4-3 0 0,1 3 0 0,-5-3 0 16,-5 4 0-16,13-2 0 15,-6 1 0-15,0-2 0 0,-5 1 0 0,-2 1 0 16,-10-1 0-16,14 0 0 0,-10 0 0 0,-7-1 0 16,7 1 0-16,6 1 0 0,-11-3 0 0,1 3 0 15,-1 0 0-15,-4-3 0 0,-3 0 0 0,-2 2 0 16,-8-1 0-16,3-1 0 0,-4 1 0 0,-1 0 0 15,-2 0 0-15,-2-1 0 0,-5-1 0 0,3 3 0 16,-7-4 0-16,1 0 0 0,-3 2 0 0,-4-1 0 16,-2-2 0-16,-2 1 0 0,-1-1 0 15,-4 3 0-15,-1-3 0 0,-1 0 0 16,-2 0 0-16,-1 0 0 0,1 0 0 0,-2 0 0 16,0 0 0-16,0 0 0 0,0 0 0 0,0 0 0 15,0 0 0-15,0 0 0 0,0 0 0 0,0 0 0 16,2 0 0-16,-2-3 0 0,2-3 0 0,-2 1 0 15,2-2 0-15,-2-1 0 0,0-1 0 0,0-1 0 16,0 1 0-16,-2 0 0 0,-5 1 0 16,-3 1 0-16,-3-2 0 0,-2 7 0 0,-4 2 0 0,-9 0 0 15,-4 15 0-15</inkml:trace>
  <inkml:trace contextRef="#ctx0" brushRef="#br0" timeOffset="46588.12">17449 15277 660 0,'0'-1'0'0,"0"-4"0"0,0 2 0 0</inkml:trace>
  <inkml:trace contextRef="#ctx0" brushRef="#br0" timeOffset="47893.85">17460 15258 1181 0,'0'0'0'0,"0"-2"0"0,0 2 0 0,0 0 0 0,0 0 0 0,0 0 0 0,0 0 0 0,0-1 0 0,0 1 0 0,0 0 0 0,0 0 63 16,0 0 0-16,0 0-1 0,0 0 61 0,0 0-40 16,0 0-17-16,0 0 0 0,0 0-14 0,0 0 14 15,0 0 0-15,0 0 21 0,0 0-21 0,0 0 0 16,0 0 0-16,0 0 73 0,0 0-73 0,0 0 17 15,2 0 15-15,-2 0-32 0,2 0 0 0,1-1 0 16,5-3 64-16,0-1-48 0,1-1-16 0,-2 1 25 16,1 0-25-16,-2 1 0 0,1-2-1 0,1 0 63 15,-3 3-62-15,0-2 0 0,0 4 0 16,-1-1-4-16,-1 0 4 0,3 1 17 16,-1-1-48-16,3 0-2 0,2 2-33 0,-1 0 0 15,2 0 0-15,2 0 0 0,-2 0 0 0,3 0 0 16,0 0 0-16,2 0 0 0,-3 0 0 0,2 0 0 15,0 0 0-15,0 0 0 0,2 0 0 0,2 0 0 16,-1 0 0-16,1-2 0 0,0 2 0 0,1 0 0 16,3 0 0-16,2 0 0 0,-2 0 0 0,0 0 0 15,4 0 0-15,-3 0 0 0,1 0 0 16,1 0 0-16,0 0 0 0,-2 0 0 16,7 0 0-16,-3 0 0 0,-2 0 0 0,2 0 0 15,-5 0 0-15,7-3 0 0,-4 0 0 0,2 0 0 16,-3 1 0-16,1-3 0 0,-1 3 0 0,5-1 0 15,-4-1 0-15,3 0 0 0,-4 0 0 0,1 3 0 16,1-3 0-16,3 3 0 0,-2-4 0 0,2 4 0 16,2-1 0-16,2 0 0 0,1 0 0 0,-1-1 0 15,2 2 0-15,2 0 0 0,-2 1 0 0,-1 0 0 16,1 0 0-16,-3 0 0 16,3 0 0-16,-1 0 0 0,-2 0 0 0,3 0 0 15,-1 0 0-15,-1 0 0 0,2 1 0 0,1-1 0 16,3 0 0-16,1 1 0 0,-7-1 0 0,1 0 0 15,4 0 0-15,-6 0 0 0,3 0 0 0,-2 0 0 16,-1 0 0-16,3 0 0 0,-3 0 0 0,3 0 0 16,-2 0 0-16,2 0 0 0,-4 0 0 0,2-1 0 15,0 1 0-15,1-1 0 0,1-2 0 16,-1 2 0-16,-1-1 0 0,2 0 0 16,0 0 0-16,-1 0 0 0,1-2 0 0,1 1 0 15,2-2 0-15,0 4 0 0,-2-4 0 0,6 0 0 16,-1 2 0-16,-1 1 0 0,-4-2 0 15,11 0 0-15,-4 1 0 0,-2 0 0 0,1 2 0 0,-2 0 0 16,-1-2 0-16,7 1 0 0,-4 0 0 0,2 1 0 16,-2 1 0-16,4 0 0 0,-6-2 0 0,10 2 0 15,0 0 0-15,1 0 0 0,-1 0 0 16,0 0 0-16,-6-3 0 0,10 3 0 0,-4 0 0 0,-3 0 0 16,3 0 0-16,-1 0 0 15,3 0 0-15,-2 0 0 0,1 0 0 0,3 0 0 16,-2 0 0-16,0 0 0 0,-3 0 0 0,1 0 0 15,0 0 0-15,1 0 0 0,-1 3 0 0,2-1 0 16,0-2 0-16,2 1 0 0,9 1 0 0,-11-2 0 16,3 2 0-16,2 1 0 0,-1-2 0 0,-1 0 0 15,2 2 0-15,0-2 0 0,6 1 0 0,-11 0 0 16,14 0 0-16,-17-1 0 16,19 4 0-16,-5-5 0 0,-2 2 0 0,-8-2 0 15,15 0 0-15,-8 1 0 0,1-1 0 0,0 0 0 16,3 0 0-16,-8 0 0 0,17 0 0 0,-9 0 0 15,-1 0 0-15,1 0 0 0,5 0 0 0,-8 0 0 16,13 0 0-16,0 0 0 0,0 0 0 0,-1 0 0 16,-3 0 0-16,-7 0 0 0,13 0 0 0,-7 0 0 15,0 0 0-15,1 0 0 0,3 0 0 0,-8 0 0 16,10 0 0-16,-7 0 0 16,-2 0 0-16,-1 5 0 0,-1 0 0 0,-6-4 0 15,15 5 0-15,-3 0 0 0,-1-2 0 0,0 0 0 16,-4 1 0-16,-7-1 0 0,17 2 0 0,-9-3 0 15,1 1 0-15,4 0 0 0,-2 0 0 0,-8-1 0 16,11 0 0-16,-4 0 0 0,-3 0 0 0,2-1 0 16,2 0 0-16,-7 1 0 0,20-3 0 0,-9 1 0 15,4-1 0-15,-5 0 0 0,-2 0 0 16,-8 0 0-16,13 0 0 0,-9 0 0 16,-2 0 0-16,2 0 0 0,-4 0 0 0,-8 1 0 15,2-1 0-15,-2 3 0 0,-4-1 0 0,-6-1 0 16,-1 2 0-16,-6-1 0 0,0 0 0 0,-1 1 0 15,-5-1 0-15,-2 0 0 0,-4 2 0 0,-5-2 0 16,-2 0 0-16,1 1 0 0,-5-2 0 16,-5 2 0-16,0-2 0 0,-2-1 0 15,-2 3 0-15,-2-1 0 0,-2-2 0 0,0 0 0 0,-1 1 0 0,-1-1 0 16,0 0 0-16,0 0 0 16,0 0 0-16,0 0 0 0,0 0 0 0,0 0 0 15,0 0 0-15,0 0 0 0,0 0 0 0,0 0 0 16,0 0 0-16,0 0 0 0,0 0 0 0,0 0 0 15,-3 0-369-15,-19 10 109 0,-13 4 80 0,-21 9 65 16,-19 11-662-16,-11 5 356 0,-12 7 177 0,-27 14-459 16</inkml:trace>
  <inkml:trace contextRef="#ctx0" brushRef="#br0" timeOffset="50124.86">15740 18506 1079 0,'-2'-16'0'0,"0"11"0"0,2 3 0 0,0 0 0 0,0 2 0 0,0 0 0 0,2 0 0 0,7 0 0 0,1 0 0 0,1 2 0 0,0 3 142 0,5 1 0 15,-4-3-68-15,4 3 18 0,-3-3 110 0,2-3-65 16,-2 0 1-16,2 0-65 0,0 0 187 0,2 0-75 15,0 0-65-15,0-5 175 16,-1-2-111-16,2 1-55 0,0-1 0 0,-3 2 28 0,2 0-18 0,0 0-65 16,4 0 76-16,-3 3-120 15,7-2-30-15,-4 0 0 0,5 0 0 0,0 1 0 16,2 0 0-16,2-1 0 0,2 2 0 0,0 1 0 16,0-2 0-16,-2 2 0 0,3 0 0 0,-4-2 0 15,1 3 0-15,-5 0 0 0,8 0 0 0,-3 0 0 16,0 0 0-16,1 0 0 0,2 0 0 0,-1 0 0 15,5 0 0-15,-2 3 0 0,1-1 0 0,7 2 0 16,-3 1 0-16,1-4 0 0,5 2 0 0,-1-2 0 16,0-1 0-16,4 0 0 0,2 0 0 0,-3 0 0 15,5 0 0-15,-3 0 0 16,3 0 0-16,0 0 0 0,2 0 0 0,1-1 0 16,-4-2 0-16,5 2 0 0,-4-2 0 0,-1 1 0 15,2 1 0-15,10-2 0 0,-6 2 0 0,4 0 0 16,2-4 0-16,5 3 0 0,-9-1 0 0,14-1 0 15,-6 2 0-15,-3-1 0 0,5-2 0 0,-2 4 0 16,-4-3 0-16,16 2 0 0,-3 0 0 0,-4 1 0 16,1 0 0-16,1-2 0 15,1 0 0-15,-2 2 0 0,3-1 0 0,4 1 0 16,11-3 0-16,-19 0 0 0,6 0 0 0,4-3 0 16,9-2 0-16,-8 2 0 0,3-1 0 0,6 1 0 15,-13-1 0-15,19-2 0 0,-12 2 0 0,1 0 0 16,-1 1 0-16,-2 2 0 0,-2 1 0 15,17-1 0-15,-10 0 0 0,-2 2 0 0,4 1 0 0,2-2 0 16,-5 2 0-16,15 0 0 0,-8 0 0 0,-1 1 0 16,1 1 0-16,-4 0 0 0,-9 0 0 0,23 0 0 15,-12 0 0-15,-2 7 0 16,6-1 0-16,1 2 0 0,5-3 0 0,8 2 0 16,-1 1 0-16,1-1 0 0,3 1 0 0,0-3 0 15,11 3 0-15,8-1 0 0,-12 0 0 0,1 1 0 16,1 2 0-16,6 0 0 0,-14-3 0 15,23 2 0-15,-13 1 0 0,3-1 0 0,4-2 0 0,-2 3 0 16,-13-2 0-16,26 3 0 0,-4-4 0 16,2 2 0-16,-3 0 0 0,0 0 0 15,-10 0 0-15,33 0 0 0,-21-1 0 0,0 1 0 16,0-2 0-16,5 1 0 0,-22-1 0 0,24 4 0 16,-16-1 0-16,6-1 0 0,0 3 0 0,-8-3 0 15,-16 1 0-15,29 1 0 0,-10 0 0 0,-5 1 0 16,-2-4 0-16,-15 5 0 0,25-2 0 0,-6-2 0 15,-3 0 0-15,-5-2 0 0,-1 4 0 0,-9-7 0 16,31 4 0-16,-16-1 0 0,-18-1 0 0,22 2 0 16,-10-1 0-16,-10-1 0 0,3-1 0 0,-6 3 0 15,0-1 0-15,-9 2 0 16,2-2 0-16,-13 2 0 0,11 0 0 0,-26-1 0 16,4 1 0-16,-4 1 0 0,-8-2 0 0,-5 3 0 15,8-2 0-15,-8 1 0 0,-8-1 0 0,1 0 0 16,-8-1 0-16,-5 1 0 0,0-2 0 0,-2-2 0 15,-6 2 0-15,-4-1 0 0,-4-3 0 0,-4 2 0 16,0-2 0-16,-8-2 0 0,-3 2 0 0,0-3 0 16,-4 1 0-16,-4-1 0 0,1 0 0 15,0 0 0-15,-2 0 0 0,0 0 0 16,0 0 0-16,0 0 0 0,0 0 0 0,0-5 0 16,2-3 0-16,-1-1 0 0,5-3 0 0,-4 1 0 15,3 0 0-15,-3 2 0 0,0-1 0 0,-2 1 0 16,0 3 0-16,0 1 0 0,0 0 0 0,-15 4 0 15,1 0 0-15,-5 1 0 0,-4 0-103 0,-5 8-1289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15:37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6407 5252 2059 0,'-16'-7'0'0,"2"5"0"0,3 2 0 16,-1-2 0-16,4 1 0 0,-2-2 0 0,2 1 0 0,2 1 0 0,5 1 0 0,-1-2 0 0,0 2 482 0,2 0-210 0,0-2-121 0,0 2-56 0,0 0 162 15,2-2-108-15,9 0-56 16,6 1 212-16,2-1-237 0,6 0-68 0,-2 1 0 16,7-4 0-16,0 1 0 0,7 0 0 0,4 1 0 15,-2-2 0-15,1 1 0 0,-1-2 0 0,-3 2 0 16,2-2 0-16,-1 2 0 0,-4 0 0 0,-3 1 0 16,1 1 0-16,-2 0 0 0,-7 2-608 0,0 0 263 15,0 0 154-15,-3 0-479 0,1-2 316 0,-2 0 159 16,-1 1 69-16,-1-3-234 15,1-2 162-15</inkml:trace>
  <inkml:trace contextRef="#ctx0" brushRef="#br0" timeOffset="200.28">6980 4985 2948 0,'-21'0'0'0,"-2"0"0"0,5 0 0 0,5 0 0 0,2 0 0 0,5 0 0 0,3-1 0 0,0 1 0 0,3-2 0 0,6 0 0 0,11 1 453 0,7-1-208 0,-3-1-95 16,6 2-61-16,-2-1-43 15,0 2-46-15,-4 0 0 0,3 0 0 0,-7 3 0 16,2 7 0-16,-5-1-222 0,1 5 87 0,-5-1 86 16,-3 2 43-16,0 3-183 0,-4 2 3 0,-3 0 92 15,0 7-74-15,0-3-236 0,-1 2 183 0,-10 3 83 16,1-2-368-16,-1 3 235 0,-1 2 117 0</inkml:trace>
  <inkml:trace contextRef="#ctx0" brushRef="#br0" timeOffset="668.81">6876 5752 2442 0,'-2'11'0'0,"-1"-2"0"0,3-5 0 0,0-2 0 0,-2-2 0 0,2 0 0 0,0 0 0 0,0 0 0 0,0 0 0 0,0-2 0 0,5-7 100 0,0-4-31 0,1-2 13 16,-1-1 0-16,-1 2-36 0,-1-5-47 0,-1 2 1 15,0-2 37-15,-2 3-61 0,0-1 31 0,0 1 9 16,-6 2 21-16,-4-2 3 15,-4 3-3-15,-2 0 0 0,-2 4 0 0,-3 3 94 16,2 3-53-16,-8 3-19 0,2 0-28 0,-1 7 156 16,-2 14-75-16,-1 4-29 0,-1 8 32 0,6 2-39 15,3 3-61-15,2 2-15 0,8-7 0 0,3 7 0 16,4-3 0-16,4 0 0 0,0-4 0 0,0-1 0 16,5-8 0-16,11 5 0 0,0-9 0 0,3-3 0 15,-1-6 0-15,2 0 0 0,2-5 0 0,4-4 0 16,-2-2 0-16,4 0 0 0,-3-3 0 15,4-15-90-15,-6 0-38 0,0-6 16 16,0-4 41-16,-4-1-91 0,-3-3 63 0,-1 0 30 16,-3 6-8-16,-2 0 192 0,-5 3-77 0,-2 6-37 15,-1 7 0-15,1 1 465 0,-3 3-279 0,0 2-187 16,0 2 0-16,0 2 0 0,0 0 0 0,0 0 0 16,0 5 0-16,0 7 0 0,1 4 0 0,5 5 0 15,-1 1 0-15,5 2 0 0,-2-2 0 0,3 6 0 16,0-2 0-16,2-2 0 15,-1-1 0-15,-2-5 0 0,3 3 0 0,-3-3 0 0,2-1-26 16,-1-3-365-16,-1-3 177 0,4-2-644 16,-3-5 401-16,5-4 215 0,0 0 103 0,4-19-297 0</inkml:trace>
  <inkml:trace contextRef="#ctx0" brushRef="#br0" timeOffset="809.55">7269 5771 3697 0,'0'-8'0'0,"0"2"0"0,0 3 0 0,0 1 0 0,0 0 0 0,0 2 0 0,0 0 0 0,0 0 0 0,0 0 0 0,3 0 0 0,0 0 234 0,2 5-234 0,3 1 0 0,1 3 0 16,-3-3 0-16,6 6 0 0,0-3-579 0,-2 3 226 15,1-4 194-15,3-4-900 0,4-2 513 0</inkml:trace>
  <inkml:trace contextRef="#ctx0" brushRef="#br0" timeOffset="1005.4">7605 5370 3931 0,'-5'-3'0'0,"3"1"0"0,2 2 0 0,-2 0 0 0,2 0 0 0,0 0 0 0,4-2 0 0,9 0 0 0,4 1 0 0,5-2 0 0,3 2 0 0,1-3 0 0,4 2 0 16,2 0 0-16,-2 1 0 0,0-1 0 0,0 2-239 15,-2 0 29-15,-3 0 133 0,3 0 52 16,-8 0-747-16,4 0 385 0,0 0 193 0,-6 0-17 15,5-6-496-15</inkml:trace>
  <inkml:trace contextRef="#ctx0" brushRef="#br0" timeOffset="1442.76">8026 5018 2364 0,'-11'-5'0'0,"3"1"0"0,3 2 0 0,3-1 0 0,0 2 0 0,2 0 0 0,0-2 0 0,4 2 0 0,9-2 0 0,4 1 0 0,3 1 172 0,1-2 258 15,5 3-197-15,-2 0-89 0,3 0-58 0,-1 0-9 16,0 0 0-16,-1 0-40 0,-6 6 0 0,1 1-174 16,-1 0 82-16,-3 2 46 0,-3 2-403 0,-2 0 225 15,-6 4 111-15,-2 0 40 0,-3 4-281 0,0 2 80 16,-10 0 107-16,-5 1-232 0,-4 2 163 0,-4 1 72 16,-1-1 50-16,-2 0-106 0,-2-1 73 0,-2 0 37 15,1-1 0-15,-1-1 63 0,2 0 9 0,2-1-36 16,3-3 184-16,6-2-92 15,0 0-46-15,9-5-10 0,-4 2 87 0,4 0-62 16,4 0-31-16,2-3 404 0,1 2-146 0,-1 0-117 16,2 0-54-16,0 1 191 0,-1 1-118 0,1 0-57 15,-3-1-21-15,3 0 174 0,-2-3-106 0,2-1-53 16,0 0 40-16,0-3-47 16,0-1-13-16,0-1-10 0,0-2-15 0,0-1-9 0,0 0 1 0,0 0-14 15,-5 0 23-15,3 0-9 0,0 0 0 0,-1 0-31 16,1 0 0-16,-1 0 31 0,1 0 9 0,0 0-134 15,2 0 41-15,-1 0 38 16,1 0-160-16,0 0 89 0,0 0 30 0,0 0-242 16,0 0 126-16,0 0 73 0,0 0 14 0,0 0-427 15,0-1 225-15,0-2 127 0,0-1 58 0,0 1-259 16,0-2 159-16</inkml:trace>
  <inkml:trace contextRef="#ctx0" brushRef="#br0" timeOffset="1961.1">7953 5479 2592 0,'0'0'0'0,"0"-1"0"0,0-1 0 0,0 0 0 0,0 1 0 0,0-2 0 0,0 3 0 0,0-2 0 0,0 2 0 0,0 0 0 0,0 0 118 0,0 6 235 0,0 8-149 0,3 6-88 16,1 4-39-16,1 1 187 0,-2 7-113 0,-1 2-95 15,0 1-56-15,0 5 0 0,-1 3 0 0,-1-3 0 16,0 0 0-16,0-4 0 0,0 4 0 0,0-5 0 16,-3-2 0-16,-1-9 0 0,1-2 0 15,-2-5 0-15,1-4 0 0,2-4 0 0,1-3 0 0,-1-3 0 16,2-2 0-16,-4-1 0 15,2 0 0-15,2-8 0 0,0-9 0 0,0-1 0 16,0-4 0-16,5 0 0 0,5-3 0 0,5 0 0 16,0 2 0-16,5 2 0 0,0 3 0 0,-2 3 0 15,9 1 0-15,-1 5 0 0,-1 4 0 16,2 4 0-16,-4 1 0 0,-2 0 0 16,5 10 0-16,-7 5 0 0,-2 4 0 0,-5-2 0 0,0 8 0 0,-8-3 0 15,0 8 0-15,-4-4 0 0,0 1 0 16,-6-1 0-16,-6-1 0 0,-4-5 0 0,-5 1 0 0,1-3 0 15,-5-5 0-15,-1-3 0 16,1-3 0-16,-1-1 0 0,-3-5 0 0,2 1 0 16,-3-2 0-16,2 0 0 0,8 0 0 0,-4-2 0 15,8-5 0-15,2-3 0 0,9-6 0 0,4-6 0 16,1-5-62-16,8-7-465 0,18-6 250 0,6-2 120 16,4 1 60-16,13-10-826 0</inkml:trace>
  <inkml:trace contextRef="#ctx0" brushRef="#br0" timeOffset="2117.13">8560 5485 3931 0,'1'0'0'0,"1"3"0"0,0-2 0 0,1 1 0 0,-3 0 0 0,0-2 0 0,0 2 0 0,1-2 0 0,4 2 0 0,9-1 0 0,4-1 0 0,5 2 0 0,6-2 0 16,0 0 0-16,5 0 0 0,1 0 0 0,1 0 0 15,-1 0-177-15,-2 3 65 16,-3-2 74-16,-1 3-499 0,-9 1 296 0</inkml:trace>
  <inkml:trace contextRef="#ctx0" brushRef="#br0" timeOffset="2268.11">8785 5734 3931 0,'-19'9'0'0,"0"5"0"15,2-4 0-15,8-3 0 0,2 0 0 0,4-6 0 0,3 1 0 0,0 2 0 0,1-3 0 0,17 3 0 0,10-4 0 0,2 0 0 0,2 0 0 16,5 0 0-16,-2 0 0 0,4 0 0 0,-3 0 0 0,1-1 0 15,0-3 0-15,-2 2 0 0,-3 0-262 0,2 2-162 16</inkml:trace>
  <inkml:trace contextRef="#ctx0" brushRef="#br0" timeOffset="3443.36">9833 4932 2649 0,'0'0'0'0,"0"0"0"0,0 5 0 0,0 5 0 0,0 3 0 0,0 4 0 0,0 1 0 0,0 9 0 0,-2 0 0 0,-5 3 0 0,0 2 171 0,-4 5-64 0,-1-1 28 15,-1 5-46-15,-3-8 12 0,-3 9-58 16,5-11-8-16,-6 3 8 0,0-4 1 0,-1-2 71 16,4-7-25-16,-5 2-11 0,7-8-35 0,0 0 142 15,1-7-186-15,7 0 0 0,2-3 0 0,-1-3 0 16,4-1 0-16,2-1 0 0,0 0 0 16,0 0 0-16,11 0 0 0,10 0 0 15,6-1 0-15,5-6 0 0,7-1 0 0,-4 3 0 0,11-4 0 0,-5 0 0 16,-5 5 0-16,4 0 0 15,-1 3 0-15,-4-2 0 0,-1 3 0 0,-4 0 0 16,0 0 0-16,-10 0 0 0,3 3 0 0,-4 3 0 16,-4 0 0-16,-3-2 0 15,-1 0-411-15,-4 0 11 0,-2-1 177 0,-1 0-582 0,-3-3 385 0,1 0 188 0,-2 0 94 16</inkml:trace>
  <inkml:trace contextRef="#ctx0" brushRef="#br0" timeOffset="3642.68">9959 5089 3739 0,'-15'0'0'0,"6"8"0"0,1-5 0 0,0 5 0 0,3 4 0 0,1 0 0 0,2 5 0 0,2 8 0 0,0 3 0 0,0 2 0 0,4 9 149 0,3 2-106 0,1 3-43 16,-2 3 0-16,-1-1 0 0,1-4 0 16,1 10 0-16,-1-3 0 0,-1-2 0 15,3-1 0-15,-2-3 0 0,1-5 0 0,0 0 0 16,0 0 0-16,-2-6-227 0,1-3-28 0,-1-9-632 0,-1-1 411 15,-1-8 223-15,2 1-233 0,2-7 222 16</inkml:trace>
  <inkml:trace contextRef="#ctx0" brushRef="#br0" timeOffset="4004.34">10872 5131 3025 0,'0'-13'0'0,"0"9"0"0,0 4 0 0,0 0 0 0,0-3 0 0,-2 3 0 0,0 0 0 0,-2 0 0 0,1 0 0 0,-4 7 0 0,2 6 131 0,-2 4 251 0,-3 3-171 0,2 3-87 15,-1-1-66-15,-4 8-58 0,2 0 0 0,-2 0 0 16,-3 3 0-16,2 1 0 0,-4-2 0 16,2 1-62-16,-7 5-70 0,0-7 86 0,2 3 43 15,0-6-279-15,-4 0 69 0,2 1 107 0,0-5-47 16,0-3-502-16,3-3 308 0,2-4 153 15,5-5 68-15</inkml:trace>
  <inkml:trace contextRef="#ctx0" brushRef="#br0" timeOffset="4182.35">10452 5282 3777 0,'0'-15'0'0,"0"12"0"0,0 1 0 0,2-2 0 0,5 2 0 0,2 1 0 0,5 1 0 0,4 0 0 0,1 1 0 0,4 14 0 0,4 2 154 0,1 6-154 0,4 9 0 15,-6-5 0-15,8 7 0 0,-4 0 0 0,0 1 0 16,0-4 0-16,2 3 0 0,-5-6 0 0,5 6 0 16,-10-8 0-16,0 2-714 0,-1-1 281 0,-5-8 78 15,0 3 170-15,0-8-698 0</inkml:trace>
  <inkml:trace contextRef="#ctx0" brushRef="#br0" timeOffset="4377.45">11259 5125 3931 0,'-17'-4'0'0,"-1"4"0"0,0 2 0 0,-7 11 0 0,5 4 0 0,0 7 0 0,0 4 0 0,8 4 0 0,0 12 0 0,6-3 0 0,6 2 0 0,0 2 0 16,0 0 0-16,8-7 0 0,11 7 0 16,2-6 0-16,2-5 0 0,2-7 0 0,3 1 0 0,4-6 0 15,-2-1 0-15,0-8 0 0,-3-1 0 16,-1-7-880-16,1-3 381 0,-6-2 176 0,6 0-573 15</inkml:trace>
  <inkml:trace contextRef="#ctx0" brushRef="#br0" timeOffset="4529.42">11482 5473 3931 0,'-9'-6'0'0,"3"2"0"0,0 0 0 0,3 0 0 0,-1 2 0 0,4-2 0 0,0 1 0 0,2-1 0 0,15 2 0 0,5 0 0 0,4 1 0 0,4 1 0 16,2 0 0-16,0 0 0 0,2 0 0 0,0 5 0 15,-2 2 0-15,-1-3 0 0,-2 2-432 0,-1-4 53 16,-9 0 220-16,2 0-949 0,-3-2 534 0</inkml:trace>
  <inkml:trace contextRef="#ctx0" brushRef="#br0" timeOffset="4692.76">11962 5192 3931 0,'-7'-8'0'0,"4"5"0"0,-3-1 0 0,1 2 0 0,-1 2 0 0,3 0 0 0,0 0 0 0,3 11 0 0,0 5 0 16,0 7 0-16,0 2 0 0,2 4 0 0,-1 1 0 0,2 4 0 0,1-3 0 0,-1 4 0 16,1-4 0-16,0-6 0 0,-1 7 0 0,1-11 0 15,-2 1-15-15,0-5-426 0,-1-3 240 0,4-1-1048 16</inkml:trace>
  <inkml:trace contextRef="#ctx0" brushRef="#br0" timeOffset="4878.35">12194 5031 3659 0,'21'-21'0'0,"-1"13"0"0,6-1 0 0,-1 5 0 0,3 2 0 0,-1 2 0 0,3 6 0 0,2 14 0 0,1 5 0 0,-4 5 0 0,-1 6 272 0,-8-1-272 16,3 11 0-16,-6-1 0 0,-6 4 0 16,-4 1 0-16,-5 3 0 0,-2 0 0 0,-5-3 0 15,-10-1 0-15,-6-6 0 0,-4-5 0 16,-3-6 0-16,2-4 0 0,-13 4-222 0,-1-1-291 0,-2-2 131 15</inkml:trace>
  <inkml:trace contextRef="#ctx0" brushRef="#br0" timeOffset="5362.15">13173 5339 2574 0,'-27'-10'0'0,"5"9"0"0,5 1 0 0,3 0 0 0,7 0 0 0,5 0 0 0,2-2 0 0,0 0 0 0,2-1 0 0,21-3 0 0,5-2 556 0,13-1-257 0,2-1-130 16,6 1-53-16,2 1 101 0,-1 1-217 15,1 3 0-15,-4 2 0 0,-1 0 0 16,-9 2 0-16,2 0 0 0,-5 0 0 0,-6 8-167 16,-5-1 63-16,-6 3 73 0,-6 0-335 0,-4-1 141 15,-3 0 124-15,-4-2-817 0,0 1 438 16,-9-6 220-16</inkml:trace>
  <inkml:trace contextRef="#ctx0" brushRef="#br0" timeOffset="5543.18">13419 4937 3357 0,'-4'0'0'0,"2"0"0"0,0 6 0 0,2 7 0 0,0 1 0 0,0 3 0 0,0 5 0 0,0 6 0 0,2 2 0 0,4 3 0 0,1 9 339 0,-1 1-149 0,-1-2-145 16,0 12-45-16,2-4 0 0,-2 0 0 0,3-3 0 15,-3 4 0-15,1-8 0 0,0 9-316 0,-1-8 34 0,1 0 161 16,-1-10 81-16,3-2-847 0,0-8 425 16,1-2 174-16,2-10 123 0</inkml:trace>
  <inkml:trace contextRef="#ctx0" brushRef="#br0" timeOffset="5895.13">13906 4864 2759 0,'5'-10'0'0,"11"10"0"0,5 0 0 0,4-2 0 0,5-1 0 0,2-1 0 0,5 2 0 0,4 0 0 0,7 2 0 0,8-1 0 0,8-2 270 0,-12 2-104 0,6-1-66 0,1 0-29 16,-7 1-80-16,-7-2 1 0,-8 1 51 16,-7 1 10-16,-5-1-107 0,-8 0 49 15,-6 2-1-15,-2-3 152 0,-6 3-53 16,-1 0-17-16,-2 0 160 0,0-1-236 0,0 0 0 0,-5 1 0 15,-4 0 0-15,4 0 0 0,-1 0 0 0,1 0 0 16,0 12 0-16,0 5 0 0,1 9 0 0,1 6 0 16,1 10 0-16,2 0 0 0,-2 9 0 0,2 4 0 15,0 12 0-15,0-10 0 0,0 17 0 0,0-8 0 16,0 0 0-16,0-11 0 0,0 3 0 16,2-3 0-16,1-5 0 15,1-1 0-15,0-1 0 0,0-5 0 0,-2-7 0 0,0 0-30 16,-2-4-262-16,0-9 122 0,0-4 62 15,0-8-518-15,0-3 280 0,-2-5 157 0,-6-3-431 16,-1 0 290-16,2-9 144 0</inkml:trace>
  <inkml:trace contextRef="#ctx0" brushRef="#br0" timeOffset="6066.59">14245 5252 3931 0,'-31'-26'0'0,"10"20"0"0,5 3 0 0,7-3 0 0,3 2 0 0,5 2 0 0,1 1 0 0,3-1 0 0,22 0 0 0,9 1 0 0,16-1 0 0,1 0 0 0,14 2 0 16,-1 0 0-16,0 0 0 0,-8 0 0 0,17 2 0 16,-22 0 0-16,10-1 0 0,-5 3 0 0,-3-1 0 15,-10 5-121-15,8 3-352 0,-12 3 211 16</inkml:trace>
  <inkml:trace contextRef="#ctx0" brushRef="#br0" timeOffset="6696.22">15545 4924 2460 0,'-7'-13'0'0,"4"7"0"0,3 4 0 0,0 2 0 0,-2-1 0 0,2 1 0 0,0 0 0 16,0 0 0-16,0 1 0 0,0 13 0 0,0 1 89 0,-4 7 290 0,-3 4-168 0,-4 4-83 0,-2 4 181 0,-4 9-138 15,-4-1-63-15,0 3-52 0,-1 1-36 16,1 0-20-16,-1-1 0 0,-3 0-106 0,3-2 13 16,-2-2 69-16,-1-3 34 0,6-8-567 15,-1-2 286-15,-1-5 145 0,6-11-4 0,2 1-309 0,3-12 168 16,1-1 102-16</inkml:trace>
  <inkml:trace contextRef="#ctx0" brushRef="#br0" timeOffset="6879.37">15200 4936 3782 0,'1'-14'0'0,"1"10"0"0,0 3 0 0,4-2 0 0,-1 3 0 0,4 0 0 0,5 14 0 0,0 6 0 0,5 6 0 0,6 9 0 0,-1 0 149 0,0 6-149 0,3 5 0 16,3-2 0-16,-4 4 0 16,4-1 0-16,-3-1 0 0,1 1 0 0,-3-1 0 15,-7-7 0-15,5 6 0 0,-7-6 0 0,-2-6 0 16,-1 1-805-16,-2-7 323 0,-3-10 84 0,-1 0 183 15,0-9-569-15</inkml:trace>
  <inkml:trace contextRef="#ctx0" brushRef="#br0" timeOffset="7201.92">15754 5093 3373 0,'7'-23'0'0,"4"6"0"0,4 2 0 15,2 0 0-15,4-1 0 0,3 4 0 0,0 2 0 0,2 7 0 0,3 1 0 0,1 2 0 0,0 0 247 0,0 13-102 0,0 8-51 0,-4 2-22 0,-1 4-72 16,-3 6 0-16,-7 2 0 0,-2 8 0 0,-6-1 0 16,-7 3 0-16,0 2 0 15,-9-8 0-15,-9 12 0 0,-5-10 0 0,-3-5-52 0,3-9 13 16,-5-3-16-16,4-9 45 0,-9 0 72 16,4-7-29-16,1-7-47 0,7-1 89 0,-2 0-75 15,5 0 0-15,8 0 0 0,1 0 0 0,5 0 0 16,1-1 0-16,3-2 0 0,1 3 0 0,20-2 0 15,3 2 0-15,6-1 0 0,0 1 0 0,9 0 0 16,5 0 0-16,-1 0 0 0,3 0 0 0,-2 0 0 16,4 0 0-16,-7 0 0 0,11 0 0 0,-7 0 0 15,-1 0 0-15,-7 0 0 0,2 0-172 0,0 0 5 16,-7 0-436-16,1 3 275 16</inkml:trace>
  <inkml:trace contextRef="#ctx0" brushRef="#br0" timeOffset="7572.79">16506 5255 3156 0,'0'-12'0'0,"0"10"0"0,6 2 0 0,8 0 0 0,-2 0 0 0,4 0 0 0,7 4 0 0,4 1 0 0,8 3 0 0,4-2 0 0,9 1 316 0,-1-1-136 0,4 2-204 0,1-5 33 0,3 0 0 0,-11-3-199 16,11 0 110-16,-10 0 61 15,-11 0 31-15,-2 0-672 0,-10 0 351 0,-1 0 186 16,-8-3 77-16</inkml:trace>
  <inkml:trace contextRef="#ctx0" brushRef="#br0" timeOffset="7737.21">16880 4926 3023 0,'-11'-4'0'0,"4"2"0"16,-1 2 0-16,6 0 0 0,0 6 0 0,2 9 0 0,0 6 0 0,5 6 0 0,11 12 0 0,-3 0 0 0,4 5 717 0,-2 7-526 0,-2 4-191 0,0 10 0 16,-2-4 0-16,1-1 0 0,-4-6 0 0,8 16 0 15,-3-8 0-15,-2 3-103 0,1 7-24 0,-2 5 84 16</inkml:trace>
  <inkml:trace contextRef="#ctx0" brushRef="#br0" timeOffset="8162.8">18067 4870 2537 0,'-26'-6'0'0,"5"6"0"0,1 0 0 0,0 3 0 0,0 11 0 0,0 4 0 0,0 11 0 0,-1 5 0 0,-1 13 0 0,-2 11 0 0,7-5 283 0,2 18-125 0,7-6-58 15,8 0 298-15,0-12-178 0,4 5-89 0,16-5-27 16,5-4-104-16,7-6 0 0,3-6 0 0,3-6 0 15,4-3 0-15,-5-9 0 0,12-1-206 0,-6-6 10 16,-9-4 119-16,3-7 60 0,-3-1-881 16,-2 0 431-16,-2-9 168 0</inkml:trace>
  <inkml:trace contextRef="#ctx0" brushRef="#br0" timeOffset="8331.25">18202 5264 3134 0,'-17'0'0'0,"6"0"0"16,5 0 0-16,3 0 0 0,3 3 0 0,0 1 0 0,18 0 0 0,8-4 0 0,16 0 0 0,-1 0 0 0,-7 0 307 0,9 0-122 0,11 0-108 0,-8-2-34 15,-3 0-1-15,-2 1 1 0,-5-2-347 0,0 2 183 0,-1 1 77 16,-5 0 43-16,-7 0-965 0,-1 0 493 16</inkml:trace>
  <inkml:trace contextRef="#ctx0" brushRef="#br0" timeOffset="8502.27">18790 5061 3572 0,'-4'-6'0'0,"2"3"0"16,-1 0 0-16,1 3 0 0,0 0 0 0,2 4 0 0,0 13 0 0,0 8 0 0,0 3 0 0,0 6 0 0,0 8 359 0,2-4-359 0,0 6 0 0,-1-1 0 16,1-6 0-16,2 4 0 0,1-5 0 0,1-1 0 15,0-4 0-15,0-3 0 0,-3-5 0 0,1-3-468 16,0-3 39-16,-3-7 231 0,3-5 119 0,0-5-1056 15</inkml:trace>
  <inkml:trace contextRef="#ctx0" brushRef="#br0" timeOffset="8704.44">19059 4936 3795 0,'14'-8'0'0,"5"6"0"0,0 2 0 0,3 0 0 0,1 4 0 0,2 13 0 0,1 3 0 0,1 8 0 0,5 6 0 0,-7 4 0 0,0 3 134 0,-4 3-132 0,-5 3-2 15,-6 1 0-15,-5 1 0 0,-5 0 0 0,0-2 0 16,-15-1 0-16,-7-5 0 0,-1-7 0 0,-9 3 0 16,4-12 0-16,-4-1 0 0,-1-3 0 0,-1-7 0 15,0-5-346-15,2-2-41 0,4-3 113 0,7-4 114 16,5 0-538-16,4-2 328 16</inkml:trace>
  <inkml:trace contextRef="#ctx0" brushRef="#br0" timeOffset="8912.16">20101 4977 3462 0,'13'-15'0'0,"-8"10"0"0,-1 4 0 0,-2 1 0 0,-2 0 0 0,0 0 0 0,-9 14 0 0,-11 3 0 0,-7 14 0 0,1-3 0 0,-10 13 469 0,0 1-469 0,0 4 0 0,-1 7 0 15,3-2 0-15,6-4 0 0,-4 4 0 0,2-1 0 16,2-3 0-16,3-3 0 0,7-12 0 0,-1 3-130 15,4-6-296-15,3-9 196 0,1-5-440 0,1-4 284 16,-1-6 174-16,2-5 75 0,0 0-529 0,1-16 313 16</inkml:trace>
  <inkml:trace contextRef="#ctx0" brushRef="#br0" timeOffset="9069.7">19659 5007 2881 0,'8'-14'0'0,"1"8"0"0,4 4 0 0,1 2 0 16,0 7 0-16,4 10 0 0,2 5 0 0,3 4 0 0,1 8 0 0,1 4 0 0,-1 3 406 0,0 2-183 0,-1 4-92 0,2 0 159 0,-1-2-290 0,0-2 0 16,0-1 0-16,3-5 0 0,-3-1 0 0,-1-8 0 15,4 0-295-15,-2-5 137 16,2-5 99-16,1-5 50 0</inkml:trace>
  <inkml:trace contextRef="#ctx0" brushRef="#br0" timeOffset="9426.68">20319 5079 3156 0,'0'-18'0'0,"0"3"0"0,0 0 0 0,7-3 0 0,11 3 0 0,5-1 0 0,5 7 0 0,4 3 0 0,2 3 0 0,10 2 0 0,-9 1 178 0,10 8-74 16,-5 8 97-16,-2 7-80 0,-5 4-41 0,-6 6 0 15,-9 0-69-15,-1 12-11 0,-10-1 0 0,-5 4 0 16,-2 0 0-16,-3 1 0 0,-15 0 0 0,-11-3 0 15,-3 0 0-15,-1-4 0 16,-8-5 0-16,2-5 0 0,6-7 0 0,-13 0 0 0,14-10 0 0,-3-1 0 16,3-5 0-16,2-4 0 0,8-2 0 0,-1-2 0 15,9-1 0-15,3 0 0 16,6 0 0-16,1 0 0 0,2 0 0 0,2 0 0 0,2 0 0 16,16 0 0-16,3 0 0 0,6 0 0 15,-2 0 0-15,8 4 0 0,3 2 0 0,-1 1 0 16,6 0 0-16,-1-1 0 0,-6 1 0 0,5 1 0 15,-3 0 0-15,1 0 0 0,-3-1 0 0,-1 0 0 16,0-2 0-16,-2 0 0 0,-3-4 0 0,-1 1 0 16,0-2-573-16,1 0 102 0,0 0 205 0,8-17 118 15</inkml:trace>
  <inkml:trace contextRef="#ctx0" brushRef="#br0" timeOffset="9585.25">21290 5125 3931 0,'10'-11'0'15,"6"8"0"-15,7-3 0 0,1 0 0 0,5-2 0 0,6 2 0 0,6 0 0 0,2 1 0 0,10-1 0 0,0 2 0 0,1 3 0 0,0-1 0 0,1 2 0 16,-2 0 0-16,-11 0 0 0,8 0 0 0,-13 6 0 16,-1 3-622-16,-6 2 197 0</inkml:trace>
  <inkml:trace contextRef="#ctx0" brushRef="#br0" timeOffset="9733.4">21353 5418 3931 0,'0'0'0'0,"0"0"0"0,9 2 0 0,11 0 0 0,6-1 0 0,10 3 0 0,9-2 0 0,15 0 0 0,-8-1 0 0,18 4 0 0,-4-4 0 0,-2 5-31 0,-8 2-77 15,14-1 69-15,-21 1 38 0,3 3-1356 0</inkml:trace>
  <inkml:trace contextRef="#ctx0" brushRef="#br0" timeOffset="12791.84">23046 5125 2550 0,'1'-15'0'0,"3"5"0"0,-1-1 0 0,1-2 0 0,-3 0 0 0,3-2 0 0,-2-2 0 0,1 0 0 0,-1-2 0 0,2 3 0 0,-2-3 109 0,1 0 286 0,-1 2-183 15,1 0-86-15,-1 1-44 0,0 0 80 0,-2 1-61 16,0 4-22-16,0-2 0 0,0 2-43 16,-4 2-36-16,-8 0 0 0,-2 4 0 0,-6 1 0 15,-4 2 0-15,-4 1 0 0,-3 1 0 0,0 0 0 16,-3 7 0-16,4 2 0 0,0 5 0 0,1 1 0 15,4-1 0-15,4 2 0 0,7-2 0 0,3 4 0 16,4 0 0-16,3 1 0 0,4 2 0 0,0 4 0 16,8-1 0-16,8 2 0 15,5 0 0-15,9 2 0 0,4 1 0 0,1-3 0 16,7-2 0-16,-1 3 0 0,2-2 0 0,-3 0 0 16,-2 0 0-16,-3 1 0 0,-8-1 0 0,1 2 0 15,-4 2 0-15,-4-2 0 0,-4 1 0 0,-5 1 0 16,-6-2 0-16,0 5 0 0,-5-4 0 0,0-1 0 15,-8-2 0-15,-7-2 0 0,-6-1 0 0,-3-2 0 16,-5-6 0-16,-3-1 0 0,-1-2 0 0,-3-4 0 16,1-1 0-16,-3-2 0 0,3-4 0 0,0 0 0 15,3 0 0-15,2-7 0 16,8-6 0-16,-2-5 0 0,8 2 0 0,3-3 0 16,4-2 0-16,8-1 0 0,1-1 0 0,0-3 0 15,10 2 0-15,11-4 0 0,6-2 0 0,0-3 0 16,1 5 0-16,13-10 0 0,-6 3 0 15,1-1 0-15,-3 0 0 0,-1 1 0 0,-9 5 0 0,2-4 0 16,-7 2 0-16,-3 0 0 0,-6 1 0 16,-1-4 0-16,-5 4 0 0,-3-2 0 0,0 4 0 0,-3-2 0 15,-10 3 0-15,-6 4 0 16,-1-2 0-16,-5 6 0 0,-3 0 0 0,0 4 0 16,-2 2 0-16,0 5 0 0,-2 5 0 0,3 3 0 15,-1 1 0-15,4 0 0 0,-2 7 0 0,-1 5 0 16,6 8 0-16,-2 2 0 0,2 2 0 0,4 3 0 15,5 1 0-15,4 2 0 0,5 2 0 0,2-1 0 16,3 2-267-16,3-2-354 0,12 2 291 0,6 3 145 16</inkml:trace>
  <inkml:trace contextRef="#ctx0" brushRef="#br0" timeOffset="15321.08">6782 8075 2177 0,'-1'-8'0'0,"1"-2"0"0,-2-4 0 0,0 1 0 0,2-2 0 0,0 1 0 0,-2-2 0 0,2 1 0 0,-1-2 0 0,-3 0 0 0,2 1 73 0,-4-2 10 0,0 1-45 0,-1 1 0 16,-1 1 10-16,-1 0 30 0,-3 3-38 0,1 5 0 16,-6 1 0-16,1 4 150 0,-3 2-63 15,-7 0-48-15,-1 9 0 0,1 10 80 0,-5 8-59 16,0 2-29-16,9 4 67 0,-8 10-53 0,7 0 0 16,2 0-74-16,5 2 31 0,4 0 0 0,6-7 10 15,4 3-39-15,2-7-10 0,0-3-3 16,8-5 0-16,9-6 0 0,-2-7 0 0,5-1 0 0,3-5 0 15,5-7 0-15,-3 0-21 0,4 0-5 16,0-13-227-16,0-6 126 0,-2-5 41 0,1-8 40 16,-6 4-190-16,-2-5 102 0,-4 4 17 0,-2 0 34 15,-4 11 41-15,-5-3 0 0,-2 10 0 16,-1 1 105-16,-2 4-63 0,0 3-16 0,0 1 0 16,0 2 402-16,0 0-180 0,-3 9-111 0,-1 7 197 15,4 2-136-15,-2 6-67 0,2-5-89 0,0 4 0 16,2 0 0-16,5-3 0 0,7 0 0 0,-1-7 0 15,4-1 0-15,1-5 0 16,3-3 0-16,0-4 0 0,0 0 0 0,1-4-10 16,-1-12-45-16,-4-3-3 0,1-3 31 0,-8 1 27 15,1-7-7-15,-2 7-24 0,-7-6 155 0,0 2-66 16,1 2-52-16,-3-3-6 0,0 3 0 0,-10 0 0 16,-2 2 0-16,-1 1 0 0,1 5 0 0,-6 2 0 15,-1 3 0-15,3 5 0 0,-2 3 0 0,2 1 0 16,2 1 0-16,0 0 0 0,5 5 0 15,0 1 0-15,4 1 0 0,1 0 0 0,4-1 0 0,0 2 0 16,0-1 0-16,11-3 0 0,7-3 0 16,6-1 0-16,5 0 0 0,2 0 0 15,8-11 0-15,3-2 0 0,-2-2-173 0,-1-1 34 16,-2 0 38-16,11-4-2 0,-7 2 30 16,-3 0 0-16,-7 3-9 0,2 0-1 0,-7 0 31 15,-4 4 10-15,-6 0 56 0,-6 5-28 0,-2 3 1 0,-4 0-29 16,-3 1 371-16,-1 2-178 0,-4 0-68 0,-8 2-55 15,-7 11 357-15,3-2-385 0,1 5 0 0,-3-1 0 16,6 0 0-16,-3 2 0 0,8 0 0 16,1 0 0-16,4-3 0 0,2 6 0 15,0-4 0-15,5 1 0 0,11 1 0 0,1 2 0 16,2-5 0-16,4 2 0 0,0-2 0 0,0 0 0 16,-4-4 0-16,-2 2 0 0,0-2 0 0,-4 3 0 15,-2-2 0-15,-6 1 0 0,-4-1 0 0,-1 2 0 16,0-1 0-16,-6-1 0 0,-11 2 0 0,-4 0 0 15,1-2 0-15,-4-3 0 0,4 0 0 0,-8 1 0 16,5-2 0-16,3-3 0 0,-2-2 0 16,3 0 0-16,-2-1 0 0,5-2 0 15,1 0-333-15,6 0 93 0,3 0-654 0,6-8 425 16,0-2 203-16,6-8 117 0</inkml:trace>
  <inkml:trace contextRef="#ctx0" brushRef="#br0" timeOffset="15549.63">7898 7589 3931 0,'3'-10'0'0,"-1"5"0"0,-2 1 0 0,-5 2 0 0,-8 2 0 0,-1 0 0 0,-4 8 0 0,2 9 0 16,-5 7 0-16,4 6 0 0,-2 9 0 0,8 3 0 0,2 1 0 0,4-2 0 0,2 12 0 15,3-4 0-15,0-1 0 0,8-3 0 0,10 1 0 0,-1-9 0 16,8 8 0-16,-1-5 0 0,0-7 0 0,-1-2 0 15,3-1 0-15,-3-4 0 0,0-3 0 16,-1-6 0-16,-3-6-306 0,2-4 55 0,-1-3-475 16,1-4 330-16,1 0 182 0,0-7 85 15,1-14-585-15</inkml:trace>
  <inkml:trace contextRef="#ctx0" brushRef="#br0" timeOffset="15732.74">8124 7664 3886 0,'-14'-2'0'0,"7"2"0"0,2 0 0 0,3 0 0 0,2 0 0 0,0 0 0 0,0 0 0 0,12 0 0 0,11 5 0 0,7-2 0 0,6 1 45 0,-1-3-45 0,4 3 0 0,0-1 0 16,6 3 0-16,-4-2 0 0,-7 0 0 0,4-1 0 16,-5 2 0-16,-4 0 0 0,4-1-584 0,-6-3 243 15,-5 2 163-15,0-3-817 0,-1 0 478 0</inkml:trace>
  <inkml:trace contextRef="#ctx0" brushRef="#br0" timeOffset="15915.13">8590 7446 2783 0,'-4'-1'0'0,"2"-2"0"0,0 3 0 0,2 0 0 0,0 0 0 0,0 0 0 0,11-2 0 0,7 2 0 0,0 0 0 0,5 0 0 0,3 0 86 15,-1 0 181-15,-5 0-114 0,3 6-47 0,-4 0-38 16,-1 3-101-16,-4 1 36 0,-4 2 1 0,-4 4-364 15,-4 2 210 1,-2 5 90-16,0 1 49 0,-11 5-583 0,-7-3 250 0,0 2 169 16,-3 2-306-16,-3-3 226 0</inkml:trace>
  <inkml:trace contextRef="#ctx0" brushRef="#br0" timeOffset="16338.85">8473 8156 2025 0,'5'0'0'0,"3"0"0"0,-4 0 0 0,2-8 0 0,-1-5 0 0,-1-2 0 0,1-1 0 0,2-2 0 15,-2-1 0-15,1-1 0 0,-3-1 215 0,-1 1-88 0,0 0-43 0,-2 4 20 0,0-1-36 16,0 2-1-16,-2 1-28 0,-7-1 67 0,-3 2-34 16,1 6 10-16,-1 0-42 0,-4 1 55 0,0 4-27 15,-2 2-1-15,-5 0-27 0,5 11 95 0,-4 10-52 16,1 2 0-16,1 5 14 0,0 1-28 15,8 6-1-15,0-3 29 0,4 1-97 0,8 0 0 0,0-4 0 16,0-1 0-16,2-3 0 16,9-5 0-16,3-1 0 0,2-3 0 0,3-5 0 15,2-6 0-15,1-1 0 0,1-4 0 0,2 0 0 16,-4-5 0-16,-1-10 0 0,-3-5 0 0,-2 2 0 16,2-7-26-16,-8 7-44 0,0-3 32 0,-1 2-6 15,-4 3 121-15,-2 6-56 0,0-2-8 0,-1 7-30 16,-1 1 101-16,0 2-84 0,0 1 0 0,0 1 0 15,0 0 0-15,0 7 0 0,0 5 0 0,0 4 0 16,0-1 0-16,0 2 0 0,0 2 0 0,2-2 0 16,4 2 0-16,1-5 0 15,5 4 0-15,-2-6 0 0,1 2 0 0,-2-5 0 16,2 2-703-16,3-3 290 0,-2-1 188 0,1-1 82 16,3 0-666-16,-2-3 386 0</inkml:trace>
  <inkml:trace contextRef="#ctx0" brushRef="#br0" timeOffset="16526.08">8952 8178 3576 0,'0'-2'0'0,"0"2"0"0,0-1 0 0,0 1 0 0,0 0 0 0,0 0 0 0,0 0 0 0,0 0 0 0,0 6 0 15,0 5 0-15,0 0 200 0,0 2-80 0,0 2-184 0,0 3 47 0,0-3 28 16,0 1 0-16,0-1-466 0,-6-2 247 0,0-3 134 15,1 3-299-15,1-6 206 16,-3-2 104-16,2-1 50 0,0-1-868 0</inkml:trace>
  <inkml:trace contextRef="#ctx0" brushRef="#br0" timeOffset="16709.91">9050 7745 3902 0,'0'-3'0'0,"0"0"0"0,0-3 0 0,11 1 0 0,4-1 0 0,5-2 0 0,7-2 0 0,1 2 0 0,4 0 0 0,12-1 0 0,-1 0 29 0,-1 1-29 0,6 0 0 0,-4 3 0 15,-5 1 0-15,7 0 0 0,-12 1 0 0,4 0 0 16,-7 1-99-16,-1 2-223 0,-9 0 191 0,0 0-912 16,-6 0 514-16</inkml:trace>
  <inkml:trace contextRef="#ctx0" brushRef="#br0" timeOffset="17208.06">9551 7382 2522 0,'0'0'0'0,"0"0"0"0,2 0 0 0,12 0 0 0,0 0 0 0,4 0 0 0,0 0 0 0,1 0 0 0,-1 0 0 0,-1 2 0 0,1 8 146 0,-6 0-54 0,-1 4 90 0,-1 3-71 15,-4 2-27-15,-4 5-195 0,-2 0 75 0,0 6 37 16,-8 0 1-16,-9 3-453 0,3 0 254 0,-3-1 114 15,-3-2-613-15,-2 0 343 0,1-2 171 16,-3-2-3-16,5-8-204 0,-3-3 180 16,1-3 85-16,2-4 43 0,4-2 38 0,4-4 43 15,2-2 0-15,4 0 0 0,2 0 3 0,1 0-6 16,2 0 3-16,0 1 418 0,0 3-257 0,2 5-96 16,1-1 562-16,4 7-301 0,-2 2-113 0,1 8-87 15,-3-3 374-15,-1 10-236 0,-2 1-112 0,0-2-57 16,0 4 246-16,0-3-151 0,-7 1-66 15,0-4-48-15,-2 0-26 0,4-9-11 16,-2 1 0-16,3-10-38 0,0-2-11 0,3-3 49 0,1-2-118 16,-2-4 58-16,2 0 30 0,0-5 10 15,0-12-73-15,3-6 47 0,6 0-15 0,2 6 0 16,5-7-98-16,-5 7 62 0,4 1 1 0,0 1 114 16,2 5-36-16,-2 4-1 0,2 3-29 0,-2 0 57 15,0 3-20-15,-2 0 0 0,-1 8 58 0,-3 5-39 16,-2 4-8-16,-3 2 2 0,-2 1 60 0,-2 5-101 15,0-2 0-15,-6-5 0 0,-5 3 0 16,-2-2 0-16,-2-2 0 0,-1-4 0 16,0-2 0-16,-1-2 0 0,-1 0 0 0,0-6 0 15,4-1 0-15,-2-2-35 0,2 0-221 0,2 0 126 16,3 0 38-16,3-9-7 0,3-9-513 0,3-7 287 16,0-8 143-16</inkml:trace>
  <inkml:trace contextRef="#ctx0" brushRef="#br0" timeOffset="17570.27">10029 7471 2539 0,'-2'0'0'0,"2"0"0"0,-2 0 0 0,2 0 0 0,-3 0 0 0,3 0 0 0,0 0 0 0,0 0 0 0,0-3 0 0,3 3 0 0,3 0 257 0,6 0-115 0,-1 0-51 0,3 7 258 16,2 3-155-16,3 7-77 0,1 5-31 0,-2 1 70 15,-1 6-156-15,5 8 0 16,-7-1 0-16,1 3 0 0,-7-3 0 0,-2 11 0 0,-3-2 0 0,-4 2 0 15,0-1 0-15,-7 3 0 16,-11 2 0-16,-2-2 0 0,-4-3 0 0,-1 2 0 16,-1-2 0-16,-3-5 0 0,6-6 0 0,-11 3 0 15,8-13 0-15,-6-2-95 0,-7 0-821 0,2-8 439 16,2 0 210-16</inkml:trace>
  <inkml:trace contextRef="#ctx0" brushRef="#br0" timeOffset="18475.21">8445 7189 1325 0,'-4'0'0'15,"4"1"0"-15,-2-1 0 0,2 0 0 0,0 0 0 0,0 3 0 0,0-3 0 0,0 0 0 16,0 0 0-16,0 0 0 0,0 0 74 0,0 0 222 0,0 0-128 0,0 0-53 0,0 0-43 0,0 0 260 0,0 0-146 16,-1 0-73-16,1 0 158 0,0 0-105 0,0-7-68 15,0-2-29-15,7-1 14 0,0-5 1 0,5-1-44 0,-1-3 11 16,4-2-21-16,0 1 10 0,1 0 1 0,0-3-29 16,3 0 0-16,-1-1 38 0,6-1-71 15,0-1 30-15,2 0 1 0,6-2 30 0,-6 3-88 16,3 2 47-16,1-4-6 0,-3 0 0 15,3 4-49-15,-2-2 35 0,-1 2-11 0,-3 3 44 16,-3 0-47-16,0 2 0 0,-3 3 29 0,-3 0 47 0,0 2-45 16,-5 1 5-16,-2 5-9 0,-1-1 169 15,-3 3-74-15,-1 1-39 0,0 0 27 0,-2 2-75 16,1 0 0-16,-2 0 0 0,0 2 0 0,0-1 0 16,0 1 0-16,0 0 0 0,0 0 0 0,2 0 0 15,0 0 0-15,-1 0 0 0,6 0 0 0,0 0 0 16,2 0 0-16,0 0 0 0,5 1 0 15,1 8 0-15,2 3 0 0,6 3 0 16,2 4 0-16,2 0 0 0,4 7 0 0,3 2 0 16,-4 0 0-16,10 8 0 0,-3-1 0 0,-4-1 0 15,2 0 0-15,-3 1 0 0,-5-4 0 0,-1 1 0 16,-1-1 0-16,-4-4 0 0,0-1 0 0,-3-1 0 16,-6-4 0-16,-2-3-64 0,0-2-162 0,-5 0 93 15,-1-1-937-15</inkml:trace>
  <inkml:trace contextRef="#ctx0" brushRef="#br0" timeOffset="19126.38">10751 7670 2639 0,'-11'-2'0'0,"1"2"0"0,5 0 0 0,-1 0 0 15,1 0 0-15,3 2 0 0,0 2 0 0,2 1 0 0,0 1 0 0,0 3 0 0,2-1 140 0,9 1-41 0,5 0 194 16,4 0-126-16,4 0-64 0,3-4-32 0,3 0 15 0,-6-2-37 16,10-1-9-16,-6-2-1 15,-1 0-267-15,-7 0 133 0,1 0 77 0,-2 0-519 0,-6 0 267 16,-4 0 149-16,-4-2-21 0,2 2-308 0,-6 0 173 15</inkml:trace>
  <inkml:trace contextRef="#ctx0" brushRef="#br0" timeOffset="19324.45">10703 8126 3857 0,'-6'0'0'0,"4"0"0"0,2 1 0 0,0-1 0 0,0 5 0 0,0-2 0 0,8 1 0 0,7 2 0 0,4-5 0 0,3 1 0 0,6 0 74 0,2 0-74 0,2 0 0 0,-2-2 0 16,0 0 0-16,2 0 0 0,-4 0 0 0,0 2 0 15,-5-2 0-15,2 1-21 0,-3 3-43 0,-1-2 52 16,-2 4-1006-16,-6 0 375 0</inkml:trace>
  <inkml:trace contextRef="#ctx0" brushRef="#br0" timeOffset="20265.86">11893 7846 2607 0,'-5'-2'0'0,"-1"-2"0"0,5 3 0 0,-1 1 0 0,2 0 0 0,0 0 0 0,0 0 0 0,12 0 0 0,13 0 0 0,7 0 0 0,5 0 311 0,13 0-140 15,0 0-65-15,6 1-32 16,13 3 186-16,0-2-110 0,5 1-43 0,19 0-38 0,-1-1 7 15,7 0-76-15,7-2 0 0,6 0 0 16,8 0 0-16,21 0 0 0,-4-2 0 0,4-8 0 16,8-1 0-16,-1-2 0 0,2-3 0 0,-11 5 0 15,-6 1 0-15,-9 1 0 0,-20-2 0 0,8 2 0 16,-22 1 0-16,2 1 0 0,-10 0 0 0,-11-1 0 16,-18 4 0-16,-2 1 0 15,-16 0 0-15,-7 2 0 0,-6-1 0 0,-6 0 0 0,-5 2-103 0,-8 0 28 16,-1 0 0-16,-2 0-502 15,-2 0 267-15,-10 0 134 0,-8 0-605 0,4 0 370 16</inkml:trace>
  <inkml:trace contextRef="#ctx0" brushRef="#br0" timeOffset="20684.8">12414 6868 2393 0,'-30'-8'0'0,"3"7"0"0,7 1 0 0,-1 0 0 0,6-3 0 0,7 3 0 0,5 0 0 0,3 0 0 15,0 0 0-15,12-2 0 0,21 1 168 0,8-5 203 0,8-2-166 0,12-1-81 16,-8 3-31-16,18-3 193 0,-4 3-123 15,-5 1-61-15,-8-1-76 0,6 3-26 0,-4-2 0 16,-1 3 0-16,-6-1 0 0,-4 1 0 0,-13 2-32 16,0 0 34-16,-9 0-573 0,-3 0 301 0,-7 5 89 15,-4-1-773-15,-5 2 457 0,-2 0 227 0</inkml:trace>
  <inkml:trace contextRef="#ctx0" brushRef="#br0" timeOffset="20870.87">12962 6616 2198 0,'-7'-13'0'0,"5"5"0"0,2 3 0 0,0-3 0 15,4 1 0-15,14-1 0 0,7 4 0 0,5 2 0 0,2 2 0 0,3 0 0 0,-1 0 138 0,0 11-47 0,-3 3 164 0,-2 0-107 0,-8 4-43 0,1 4-38 16,-7 3 0-16,-10 1-25 0,-2 6-193 16,-3 5 97-16,-12-5 57 0,-12 11-10 0,-2-3-385 15,-2-1 217-15,0 1 93 0,0 0 59 0,3-7-717 0,-5 7 354 16,9-11 173-16</inkml:trace>
  <inkml:trace contextRef="#ctx0" brushRef="#br0" timeOffset="21257.28">12883 7306 2446 0,'0'2'0'0,"0"4"0"0,0-3 0 0,0-3 0 0,0 0 0 0,0 0 0 0,0-3 0 0,-2-10 0 0,0 0 0 0,2-1 0 0,-2-4 366 0,1 0-162 15,-3-3-81-15,0 1-41 0,-1 0-22 0,-3 2-9 0,0 0-9 16,-2 4-100-16,-4 1 50 15,1 3 0-15,-4 5 50 0,-1 2-116 0,-7 3 53 16,0 6 30-16,-5 16 1 0,2 6 12 0,0 3 19 16,2 10-48-16,3 3 142 0,4 1-72 0,5-1 0 15,4 0-60-15,8 0 230 0,2-11-121 16,0 3-112-16,8-4 0 0,10-8 0 0,5-3 0 0,4-6 0 16,3-8 0-16,1-5 0 0,0-2 0 0,0-2 0 15,1-15 0-15,-2-5 0 0,-3-9 0 0,-1-4 0 16,-6-1-127-16,-4 4-2 0,-3-5 32 0,-3-1-10 15,-1 5 13-15,-6 2 7 16,-1 9 150-16,-2 3-63 0,0 2 1 0,0 8-53 16,0 3 523-16,-3 2-313 0,-1 2-158 0,-4 2 0 15,4 8 0-15,2 11 0 0,0 6 0 0,2 0 0 16,0 5 0-16,0 2 0 0,4-2 0 0,6 3 0 16,1-5 0-16,2-2 0 0,0-2 0 0,-2-6 0 15,5 0 0-15,-3-5 0 0,2-2 0 16,-2-5 0-16,0-2 0 0,2-2-11 0,0-2-774 15,-2 0 361-15</inkml:trace>
  <inkml:trace contextRef="#ctx0" brushRef="#br0" timeOffset="21281.34">13133 7538 412 0,'13'-21'0'0,"-2"0"-176"0</inkml:trace>
  <inkml:trace contextRef="#ctx0" brushRef="#br0" timeOffset="21401.67">13189 7351 2714 0,'0'-15'0'0,"-2"5"0"0,-1 1 0 0,-1 0 0 0,0 7 0 0,1-1 0 0,1 3 0 0,2 0 0 0,0 0 0 0,0 4 0 0,0 7 181 0,2 0-70 0,5 3 203 16,0 0-142-16,2 1-65 0,3 1-292 0,-1-3 113 15,3 0 56-15,-1-2 39 0,2-1-745 0,2-5 381 16,0-3 191-16,1-2 96 0,1 0-437 0</inkml:trace>
  <inkml:trace contextRef="#ctx0" brushRef="#br0" timeOffset="21591.2">13501 6979 3673 0,'-7'-11'0'0,"1"8"0"0,2-2 0 0,1-1 0 0,3 3 0 0,0-2 0 0,11 0 0 0,13 3 0 0,8-1 0 0,9 2 0 0,5-2 176 0,4 0-94 16,-1 2-82-16,4-1 0 0,-1 2 0 0,1 0 0 0,-6 0 0 15,-8 0-125-15,2 2 58 0,-5 2-301 16,-2 0 205-16,-1-1 102 0,-10-1-858 0,2-2 449 16,-2 0 175-16,-5 0 127 0</inkml:trace>
  <inkml:trace contextRef="#ctx0" brushRef="#br0" timeOffset="21805.25">14101 6629 2263 0,'-16'-13'0'0,"5"6"0"0,2 1 0 0,4 0 0 0,5 0 0 0,0 3 0 0,1-3 0 0,19 2 0 0,3 1 0 0,5 0 0 0,2 3 108 0,4 0 358 0,2 0-217 16,-3 3-105-16,1 7 113 0,-4 2-109 15,-5 5-53-15,-8 2 6 0,0 5-60 0,-10 5 1 0,-5 2-25 16,-2 4-37-16,-9 5 19 15,-8-4 10-15,-9 9 3 0,-2-5-258 0,-1 1 129 16,-1 0 79-16,0 0 40 0,4-5-554 0,-8 6 207 16,4-9 155-16,3-8-327 0,-1 1 238 15,2-6 119-15,4-5-310 0</inkml:trace>
  <inkml:trace contextRef="#ctx0" brushRef="#br0" timeOffset="22126.15">13966 7258 680 0,'-16'0'0'16,"3"0"0"-16,5 0 0 0,3-9 0 0,3-2 0 0,2-1 0 0,0 3 0 0,0-1 0 0,0 3 0 0,0 2 0 0,0 3 81 0,0-1 422 0,2 2-231 0,0 1-116 15,1 0 430-15,-1 9-278 0,0 6-133 0,0 5-67 16,0 1 364-16,-2 4-216 0,0-1-97 0,0 6-64 16,0-4-15-16,0-3-80 0,0-1 0 0,-2 1 0 15,0-4 0-15,0-2 0 0,2-5 0 0,-2-4-1 16,2-1-110-16,0-6 76 0,-2 1-148 0,2-2 100 16,0 0 60-16,0-8-53 0,0-5 46 0,4-2-25 15,10-2-5-15,2-2-14 0,3 5 217 0,2-2-95 16,3 5-39-16,0 6 3 0,7-2 64 15,-3 6-22-15,0 1-33 0,-2 4 160 16,-1 11-83-16,-3 3-9 0,-3 7-89 0,-4 2 0 16,-5 2 0-16,-5 1 0 0,-3 1 0 0,-2-7 0 15,0 6 0-15,-11-8 0 0,-3-5 0 0,-4 1 0 16,-1-7 0-16,-4-5 0 0,-3-5 0 0,2-1 0 16,0 0 0-16,1-5 0 0,2-8 0 0,3-1 0 15,-3-5 0-15,6 4 0 0,1-3 0 0,2-3 0 16,4 0-942-16,4 1 416 0,4 1 247 15</inkml:trace>
  <inkml:trace contextRef="#ctx0" brushRef="#br0" timeOffset="22810.06">12669 8074 2034 0,'-2'-6'0'0,"0"5"0"0,0-2 0 0,0 3 0 0,-1 0 0 0,1 6 0 0,0 14 0 0,2 7 0 0,0 2 0 0,0 13 0 0,0 1 93 16,0 6 381-16,2 0-217 0,5 3-108 15,-1-7 220-15,4 8-169 0,-5-5-80 0,1 2-40 0,-3 0 23 16,1-1-51-16,-2-5-52 0,0 8 0 15,-2-7 0-15,0-9 0 0,0 1 0 0,0-5 0 16,0-10 0-16,0-1 0 0,0-7-316 0,0-5 150 16,0-4 99-16,0-1-17 0,0-4-673 0,0 0 364 15,4-4 176-15,5-14 89 0,2-3-554 0</inkml:trace>
  <inkml:trace contextRef="#ctx0" brushRef="#br0" timeOffset="22986.17">12793 8395 3096 0,'-11'-8'0'0,"5"6"0"0,3 0 0 0,3 0 0 0,0 1 0 0,0-4 0 0,11 2 0 0,11-4 0 0,7 0 0 0,8-1 0 0,2 0 435 0,3 3-197 16,-1-1-99-16,-4 4-116 0,9-2-31 0,-12 3-14 0,3-2 31 0,-1 3 1 16,-6 0-552-16,-6 0 302 0,-1 0 136 15,-5 6 73-15,-2-2-836 0,-7 2 428 16,0-1 123-16</inkml:trace>
  <inkml:trace contextRef="#ctx0" brushRef="#br0" timeOffset="23176.83">13214 8201 2653 0,'-15'-13'0'0,"0"6"0"0,6 1 0 0,-1 0 0 0,4 2 0 0,4 0 0 0,2 0 0 0,2 3 0 0,15-1 0 0,8 2 0 0,3 0 108 0,4 0 90 0,2 0-78 15,0 2-40-15,-2 7 1 0,-1 1 3 0,-6-2 11 16,3 7-54-16,-10-5-100 15,-2 6 50-15,-7 2 0 0,-5 1 50 0,-4 4-362 16,0 1 176-16,-11-1 93 0,-7 0 47 0,-3-2-601 16,0 0 290-16,2-2 93 0,-8 2-104 0,5-4 144 15,3 1 70-15</inkml:trace>
  <inkml:trace contextRef="#ctx0" brushRef="#br0" timeOffset="23559.29">13207 8693 2106 0,'0'4'-1'0,"-2"-1"1"0,-2-3 0 0,-2 0 0 0,2 0 0 0,-3-3 0 0,3-9 0 0,0-1 0 0,1-1 0 0,-3-4 0 0,2 3 317 0,-2-2-138 0,1 2-68 15,-4 0 27-15,-1 4-49 0,1 1 11 0,-4 3-58 16,-3 4 36-16,-2 3 1 16,-3 0-38-16,-2 5 1 0,1 10 74 0,2 8-42 0,-3 3 0 0,4 2-33 15,4 2 56-15,4 0-28 16,5 3 10-16,4-4-19 0,2-1-60 0,0-1 0 15,12-5 0-15,4-3 0 0,0-6 0 0,4-1 0 16,2-7-34-16,5-3-63 0,-3-2 67 0,-1 0 16 16,-5-12-255-16,5-6 116 0,-6-3 74 0,-2-3 0 15,-2-1-63-15,-3-1 16 0,-5 5 25 0,1 1 82 16,-4-1-22-16,0 8 0 0,-2 2 0 16,0 3 305-16,0 3-162 0,0 3-67 15,0 2 502-15,-4 0-263 0,0 7-220 0,1 8-54 0,3 4 0 0,0 0 0 16,0 7 0-16,0-3 0 15,7-1 0-15,4 2 0 0,-1-4 0 0,6 2 0 16,0-7-73-16,2 0 42 0,5-3 17 0,-4-5-736 16,3-3 311-16,4-4 203 0,1 0-429 0,-1 0 312 15,-1-10 156-15,-1-5 78 0</inkml:trace>
  <inkml:trace contextRef="#ctx0" brushRef="#br0" timeOffset="23768.4">13749 8038 3261 0,'-4'-19'0'0,"2"9"0"0,-1 3 0 0,-1 3 0 0,0 4 0 0,1 0 0 0,3 15 0 0,0 11 0 0,0 12 0 0,0 5 0 0,0 18 180 15,0-2-69-15,0-3 242 0,0 18-327 0,0-8-26 16,-2-3 0-16,2 1 0 0,0-5 0 16,0-3 0-16,0 3 0 0,0-2 0 0,0-2 0 15,0-4 0-15,0-7 0 0,2-9 0 16,0-4 0-16,1-8-208 0,1-2-262 0,1-7 239 15,-1-5-8-15,2-3-653 0,0-4 430 0,-3-2 211 16</inkml:trace>
  <inkml:trace contextRef="#ctx0" brushRef="#br0" timeOffset="24020.05">14168 8133 3618 0,'-4'-20'0'0,"1"6"0"0,1 11 0 0,-2-1 0 0,2 0 0 0,2 2 0 0,0 2 0 0,0 0 0 0,0 10 0 0,0 16 0 0,2 9 192 0,2 11-75 0,-2 12-113 0,-1 2-4 15,-1 2 0-15,0-6 0 0,0 16 0 16,0-11 0-16,0-8 0 0,0 4 0 0,0 0 0 0,0-6 0 16,0 1 0-16,0-9 0 0,0-10 0 15,0-1 0-15,0-10 0 0,0-6-12 0,0-3-140 16,0-7-4-16,0-3-628 0,0-1 372 15,0-2 186-15,0 0 81 0,0-15-183 0,0-1 144 16,2-9 70-16</inkml:trace>
  <inkml:trace contextRef="#ctx0" brushRef="#br0" timeOffset="24191.67">14315 8363 2817 0,'0'-12'0'0,"0"7"0"0,0-1 0 0,0-3 0 0,5-2 0 0,12-1 0 0,7-1 0 0,14 0 0 0,2 2 0 0,2-1 0 0,4 2 431 0,0 1-195 0,-5 2-88 0,11 1-59 16,-11 3-279-16,-3 0 115 0,-1 2 58 0,-3-1 28 15,-8 2-718-15,-1 0 369 0,-5 0 189 16,-10 0-339-16</inkml:trace>
  <inkml:trace contextRef="#ctx0" brushRef="#br0" timeOffset="24683.28">14701 8071 1748 0,'4'-4'0'0,"9"1"0"0,2 1 0 0,2 0 0 0,2 0 0 0,5 1 0 0,-1 1 0 0,2 0 0 0,-4 0 0 0,4 3 0 0,-6 5 261 16,0 3-111-16,-2 0-55 0,-5 0-27 0,-3 5-61 16,-6-1 32-16,-3 3 1 0,0 3-297 0,-9-2 149 15,-8 1 73-15,0-5 48 0,-7 6-164 0,-1-3 96 16,1-5 47-16,-3 3-412 0,-1-5 203 0,6-1 16 15,-6 0 85-15,7-5-38 16,0 3 58-16,5-5 27 0,2 3 1 0,5-2 161 0,0 0-62 0,5 5-35 16,0 0 341-16,4 6-189 15,0 2-93-15,0 3 489 0,0 7-267 0,2 1-93 16,0 6-77-16,0 3 181 0,-2 6-124 0,0-7-52 16,0 11-41-16,0-5 319 0,-7 0-175 0,-2-8-88 15,0 2 122-15,0-2-172 0,-3-6-77 0,5-5 0 16,-2-5 0-16,2-8 0 0,0-1 0 0,0-7 0 15,1-2 0-15,3 0 0 0,3-15 0 0,0-11 0 16,0-2 0-16,7-3 0 0,9-1 0 0,-2 3 0 16,5 0-92-16,-1 4 18 0,0 6-96 0,6-2 78 15,-7 9 12-15,2 5 25 16,-1 3 67-16,-1 4-46 0,0 0-25 0,-2 2 140 16,-4 12-56-16,-1 0-28 0,-2 7 4 0,-7-1 208 15,1 1-103-15,-2 5-55 0,-2-3-6 0,-7-4 65 16,-4-1-91-16,0-1-19 0,-4-3 0 0,0-2 0 15,2-2 0-15,-4-4 0 0,4-2 0 0,-1-1 0 16,4-1 0-16,-1-2-357 16,3 0 66-16,1 0 143 0,3 0 39 0,3 0-592 0,3-11 321 15,0-8 174-15,2-4 82 0</inkml:trace>
  <inkml:trace contextRef="#ctx0" brushRef="#br0" timeOffset="24884.6">15141 7892 3429 0,'2'-18'0'0,"0"11"0"0,3 7 0 0,-1 0 0 0,0 0 0 0,-1 7 0 0,1 15 0 0,-2 13 0 0,1 8 0 0,-3 7 0 0,0 20 157 0,0-1 188 0,-7 8-345 0,2 4 0 16,-1 2 0-16,3-2 0 0,1-1 0 0,0-1 0 15,2 2 0-15,0 0 0 0,0 0 0 16,0-3 0-16,0-1 0 0,0 0-69 15,-2-2-9-15,-3-3-1172 0,-2-1 606 0</inkml:trace>
  <inkml:trace contextRef="#ctx0" brushRef="#br0" timeOffset="25478.57">16248 7510 2173 0,'-29'-19'0'0,"8"6"0"0,4 13 0 0,10 0 0 0,1 2 0 0,5 3 0 0,1 0 0 0,0 0 0 0,5 1 0 0,12-3 0 0,7 3 442 15,12-2-201-15,5-3-100 0,0 1-50 0,5-2 58 16,-7 0-44-16,12 0-37 0,-8 0-111 0,1 0 42 16,-9 0 0-16,3 0 42 0,-5 0-562 0,-2 0 276 15,-10 0 142-15,-1 10-908 0</inkml:trace>
  <inkml:trace contextRef="#ctx0" brushRef="#br0" timeOffset="25629.48">16238 7908 3182 0,'-17'1'0'0,"9"15"0"0,6-6 0 0,2-3 0 0,0 1 0 0,8-4 0 0,12 4 0 0,9-2 0 0,8-2 0 0,9-1 0 0,5 3 198 15,2-1-21-15,6 2-68 0,8 1-33 0,-5 0-1 16,-5 2-350-16,15 3 153 0,-7 2 82 0,1 8-948 15</inkml:trace>
  <inkml:trace contextRef="#ctx0" brushRef="#br0" timeOffset="26463.84">17571 7682 1808 0,'-6'-10'0'0,"2"2"0"0,4 4 0 0,0 2 0 0,0-2 0 0,6-1 0 0,9-1 0 0,2 1 0 0,7 0 0 0,3 0 0 0,1 1 124 0,2 1 216 0,2-1-148 16,2 0-65-16,1 2-47 0,1 0 81 0,9 0-59 15,0 1-30-15,0-1 135 0,6 0-72 0,13 0-52 16,-5 0 1-16,10 0 57 0,2 1-49 0,8-1 0 15,5-2-39-15,18-4-15 0,1 5-38 0,4-3 0 16,6 2 0-16,0 2 0 0,3 2 0 16,0 0 0-16,16 0 0 0,-27 0 0 15,12 0 0-15,-1 6 0 0,2 0 0 0,20-1 0 16,-11-2 0-16,6 0 0 0,7-1 0 16,6-2 0-16,7 0-9 0,2 0-64 0,3 0 36 0,3-5 4 15,-3-2 19-15,-4 4-3 0,-23-1-4 0,25 2 61 16,-25 0-50-16,-25 2 0 0,3 0 0 0,-11 0 33 15,-20 0-29-15,0 0-1 0,-11 6 8 0,-14-2 42 16,-6 1-47-16,-12-2 10 0,-5 4 2 0,-7-4 22 16,-4 1 8-16,-10-2-35 15,-3 0-151-15,-4-2 68 0,-1 0 35 0,-1 0-352 16,-7 0 175-16,-7 0 94 0,-9 0 30 0,-4 0-365 16,-1 0 200-16,-11 7 113 0</inkml:trace>
  <inkml:trace contextRef="#ctx0" brushRef="#br0" timeOffset="27317.1">20087 6767 1264 0,'0'-20'0'0,"0"7"0"0,2-3 0 0,0 2 0 0,3-2 0 0,-2 0 0 0,1 0 0 0,0-4 0 0,-1 2 0 0,3 0 0 0,-1-2 161 0,-1 1-61 15,2 3-30-15,-4-1 52 0,0 4-32 0,-2-2-9 0,0 4-42 0,0 1 75 0,-12 2-38 16,-3 5 1-16,-4 1 132 0,-9 2-90 16,0 0-40-16,-4 4 0 0,-9 10 121 15,4 2-80-15,5 4-30 0,-8 6-11 0,14-2 111 16,-2 1-76-16,7 1-37 0,6 0 61 0,9-2-37 16,6 4-33-16,0-4 0 0,8-1-62 0,12-1-6 15,10-1 0-15,12-1 0 0,3-3 0 0,6-2 0 16,2-2 0-16,-3 1 0 0,-5-1 0 0,7 2 0 15,-8 0 0-15,-8 0 0 0,-3 2 0 0,-1 4 0 16,-11-6 0-16,1 7 0 0,-6-2 0 0,-7 1 0 16,-4 0 0-16,-3 1 0 15,-2 1 0-15,-2 2 0 0,-12-2 0 0,-4-2 0 16,-5 0 0-16,-6-2 0 0,-1-2 0 0,-4-4 0 16,1-2 0-16,-2-5 0 0,1-2 0 0,2-4 0 15,2 0 0-15,0 0 0 0,4-4 0 0,2-9 0 16,3-3 0-16,4-1 0 15,6 1 0-15,2-9 0 0,5 1 0 0,4 0 0 0,0-3 0 16,6 1 0-16,12-2 0 0,3 0 0 16,9-6 0-16,0 4 0 0,4-2 0 0,1-4 0 15,1 1 0-15,2-1 0 0,-2 1 0 0,-3-4 0 16,-3 4 0-16,-3-1 0 0,-11 6 0 0,0-2 0 16,-7 2 0-16,-7 0 0 0,-2 2 0 0,0 2 0 15,-4 5 0-15,-12-5 0 0,-5 5 0 0,-2 4 0 16,-7 1 0-16,-2 2 0 0,-2 4 0 0,1 4 0 15,-3 1 0-15,4 4 0 0,0 1 0 0,4 0 0 16,3 0 0-16,-5 9 0 0,7 6 0 0,2 6 0 16,3 1 0-16,3 8-336 15,2 3-165-15,4 6 236 0,3 3-340 0,2 0 282 16,4 5 142-16</inkml:trace>
  <inkml:trace contextRef="#ctx0" brushRef="#br0" timeOffset="28203.35">17830 8017 2128 0,'0'0'0'0,"0"0"0"0,0 0 0 0,0 0 0 0,0 0 0 0,0 0 0 0,0 0 0 0,0-2 0 0,4 0 0 0,-1 0 0 0,3 0 117 16,0 0-38-16,2 1 198 0,-3-1-123 0,2 0-56 0,1 1 139 16,2-2-98-16,-3 1-49 0,2 1 10 0,1-1 79 15,-3-1-69-15,2 2-34 0,2 1-1 0,-2-3-3 16,0 2-72-16,2-1 0 0,0 0 0 0,4 0 0 15,1 0 0-15,2 0 0 0,3 1 0 0,7-1 0 16,0 0 0-16,2 0 0 16,6 0 0-16,8 0 0 0,-2 0 0 0,11 0 0 15,9-1 0-15,0-1 0 0,6 1 0 0,1-1 0 16,8 0 0-16,13 0 0 0,-15 1 0 0,8 0 0 16,1 0 0-16,-1 1 0 0,2 0 0 0,-5 2 0 15,3 0 0-15,-6 0 0 0,-2 0 0 0,-6 0 0 16,-10 0 0-16,12 0 0 0,-18 0 0 15,3 0 0-15,-5 0 0 0,-4 0 0 0,-10 0 0 0,0-1 0 16,-7-2 0-16,-9 2-83 0,-3-2 43 16,-6 1-1-16,-1 1-196 0,-8-1 104 15,-1-1 46-15,-2 2-312 0,0 1 179 0,-4 0 89 16,-11 0 35-16,-6 0-539 0,-3 6 297 0,0 7 149 16</inkml:trace>
  <inkml:trace contextRef="#ctx0" brushRef="#br0" timeOffset="28731.97">17949 8124 2237 0,'-4'-5'0'0,"2"3"0"0,0 0 0 16,1 0 0-16,-2 0 0 0,3 2 0 0,0 0 0 0,0 0 0 0,0 6 0 0,0 9 0 0,0 7 101 0,3 5 258 0,4 6-164 0,0 9-78 0,0 1 233 0,3 4-156 16,-2 3-77-16,1 3-29 0,-2-1 85 0,-2 3-173 15,4-1 0-15,-4 1 0 0,-1-2 0 0,-1-1 0 16,-1-1 0-16,0-3 0 0,-2-2 0 0,0-11 0 15,0 3 0-15,0-12 0 0,-4 0 0 16,-1-3 0-16,0-6 0 0,-3-4 0 16,-2-6 0-16,1-1 0 0,-4-4 0 0,-2-2 0 15,-1 0 0-15,-7 0 0 0,0-6 0 0,2-4 0 16,-6-6 0-16,2-3 0 0,-1 1 0 0,-1-5 0 16,-5-3 0-16,6 1 0 0,-6-8 0 0,2 1 0 15,2-2 0-15,3 8 0 0,-1-3 0 0,2 5 0 16,1 3 0-16,6 8 0 15,-1 2 0-15,2 3 0 0,7 5 0 0,-2 1 0 0,3 2 0 0,-1 0 0 16,3 8 0-16,1 9 0 16,-4 6 0-16,4 7 0 0,-2 5 0 0,0 8 0 15,-1-2 0-15,0 0 0 0,3-5 0 0,-1 3 0 16,2-1 0-16,3-1 0 0,-1-3 0 0,0-2 0 16,2-5 0-16,0 5 0 0,0-5 0 0,0-1-1042 15,0 1 457-15,0 1 273 0</inkml:trace>
  <inkml:trace contextRef="#ctx0" brushRef="#br0" timeOffset="36207.18">18880 8113 2510 0,'0'-12'0'0,"0"1"0"0,-2 2 0 0,-1-1 0 0,-1 3 0 0,0 0 0 0,2 1 0 0,-2 2 0 0,0 2 0 0,-1 0 0 0,-1 1 188 16,-3 1-78-16,-3 0-34 0,-4 11 143 0,-1 7-89 16,-10 8-43-16,3 3 10 0,-12 13 114 0,-1 10-84 15,-1 4-42-15,1 6 6 0,-3 6-91 0,-1 2 0 16,3 2 0-16,3 1 0 0,5 1 0 0,7-5 0 16,7-3 0-16,9-9 0 0,5-1 0 0,2-4 0 15,2-8 0-15,5-9 0 0,11-3 0 16,3-6 0-16,-1-3 0 0,3-6 0 15,-4-8 0-15,5-3 0 0,2-6 0 0,-5 0 0 16,7-6 0-16,-3-12 0 0,1-13 0 0,-4-1 0 16,-1-3 0-16,-5 1 0 0,2-9 0 0,-9 1 0 15,-1 3 0-15,-4 3 0 0,-3 1 0 0,-1 6 0 16,0-4 0-16,-9 13 0 0,-6 0 0 0,-1 7 0 16,-4 2 0-16,-1 7 0 0,-5 4 0 0,2 0 0 15,0 2 0-15,-1 11 0 16,6 0 0-16,-1 2 0 0,3 0 0 0,4 0 0 15,3 0 0-15,2 1 0 0,3-5 0 0,1 2 0 16,4-4 0-16,0 1 0 0,0-1 0 0,0-3-99 16,0-2-152-16,0 3 110 0,2-4 49 0,4 0-376 15,1-1 213-15,5-1 106 0,1-1 43 0,2 0-448 16,9 0 257-16,-2 0 126 0,7-9-360 0,6-6 244 16</inkml:trace>
  <inkml:trace contextRef="#ctx0" brushRef="#br0" timeOffset="36590.08">19263 8220 3001 0,'6'-19'0'0,"-4"-1"0"0,0 0 0 0,-2 4 0 0,0 4 0 0,0 5 0 0,0 1 0 0,-2 3 0 0,-6 3 0 0,-1 0 0 0,-4 7 200 16,-4 14-68-16,-6 9 261 0,-1 7-188 0,-1 8-205 15,-6 13 0-15,2 1 0 16,5-5 0-16,-5 15 0 0,8-4 0 0,0-5 0 15,3 1 0-15,7-7 0 0,4 2 0 0,3-6 0 16,4-1 0-16,0-6 0 0,0-9 0 0,8 0 0 16,3-8 0-16,8 1 0 0,-1-9 0 0,3-7 0 15,4-4 0-15,1-7 0 0,2 0 0 0,2-10 0 16,2-12 0-16,-8-1 0 0,2-6 0 0,-3 0 0 16,-4-2 0-16,-2 1 0 0,-5 0 0 15,-5-1 0-15,-4 0 0 0,-3 1 0 16,0 6 0-16,0-6 0 0,-10 8 0 0,-4 4 0 15,-5 1 0-15,-1 6 0 0,-7 2 0 0,3 5 0 16,-6 3 0-16,1 1 0 0,3 0 0 0,4 1 0 16,-1 7 0-16,2 1 0 0,5 0 0 0,0 3 0 15,4-1 0-15,3 0 0 0,2 2 0 0,2 0 0 16,5 3 0-16,0-2 0 0,0 3 0 0,0 0-340 16,1 2-242-16,5 2 269 0</inkml:trace>
  <inkml:trace contextRef="#ctx0" brushRef="#br0" timeOffset="39182.87">20356 8462 3385 0,'-7'-8'0'0,"2"7"0"0,3 1 0 0,-1 0 0 0,1 0 0 0,2 0 0 0,-2 0 0 0,2 0 0 0,0 0 0 0,0 0 0 0,0 0 244 0,0 5-106 0,0 3-48 15,0-2-16-15,2 4-74 0,0-2 0 0,4 1 0 16,0 2 0-16,-2-4 0 0,-1 0 0 0,1 1 0 15,-1-3 0-15,-1 0 0 0,0-2 0 0,0 0 0 16,1-1 0-16,-1-2 0 0,-2 2 0 0,0-2-168 16,1 2-254-16,-1 0 202 15,0 2 36-15,2 1-404 0,2 2 273 0</inkml:trace>
  <inkml:trace contextRef="#ctx0" brushRef="#br0" timeOffset="39842.75">21158 8192 1653 0,'-12'-8'0'0,"0"5"0"0,-1-3 0 0,-1 0 0 0,3 2 0 0,-1-2 0 0,0 3 0 0,-3-3 0 0,3 2 0 0,5 1 0 0,0-4 205 0,1 4-83 0,1-1-30 0,2-1 247 16,3 0-149-16,0-3-75 0,0-2-37 0,10 1 160 15,6-4-89-15,5-2-59 0,2 2 0 0,2 0 6 16,-2-1-28-16,2 5 1 0,-4 1 38 0,4 2-39 16,-3 1 1-16,-1 4-40 0,1-1 11 15,-2 2-16-15,1 0-24 0,2 2 0 16,-5 7 0-16,3 2 0 0,-2 0 0 0,1 6-125 0,-4-2 40 0,-1 2 53 16,-2 2 28-16,-4 0-192 15,-3 1 97-15,-3 1 19 0,-1 1 14 0,-2 0 7 16,0 0 5-16,-5 2 23 0,-8-3 228 0,-1-2-108 15,2-3-57-15,-6 2 131 0,2-4-69 0,-3 0-49 16,2-3 12-16,-2-2 97 0,3-1-154 0,-1-2 0 16,1-3 0-16,1 1 0 0,3-4 0 0,2 2 0 15,1-2 0-15,1 0 0 0,5 0 0 0,-2 0 0 16,3 0 0-16,2 0 0 0,0 0 0 0,0 0 0 16,0 0 0-16,0 0 0 15</inkml:trace>
  <inkml:trace contextRef="#ctx0" brushRef="#br0" timeOffset="39878.87">21311 8374 403 0,'24'-6'0'15,"3"3"0"-15</inkml:trace>
  <inkml:trace contextRef="#ctx0" brushRef="#br0" timeOffset="40092.94">21442 8354 3931 0,'30'0'0'0,"-2"0"0"0,0 0 0 0,-1 3 0 0,1 5 0 0,-3 2 0 0,-2 2 0 0,-4 5 0 0,1-2 0 0,-4 2 0 0,-1 1 0 0,0 5 0 0,-6-1 0 0,-1 1 0 16,-2-2 0-16,-4 1 0 16,-1 3 0-16,-1 1 0 0,0 1 0 0,-10-1 0 15,-6-2 0-15,0 4 0 0,-3-2 0 0,-1 1 0 16,0-3 0-16,-2 0 0 0,-3-1 0 0,-2-2 0 15,1-2 0-15,-1-3 0 0,-1 0 0 0,-3-6 0 16,3 0 0-16,-2-4 0 0,0-3 0 0,-2-3 0 16,2 0 0-16,2 0 0 0,0 0 0 0,5-3 0 15,-6-8 0-15,11 3 0 0,-1-3 0 0,3-1 0 16,2 3 0-16,5-1 0 0,2-1 0 0,2 4 0 16,5-3 0-16,0 3-61 0</inkml:trace>
  <inkml:trace contextRef="#ctx0" brushRef="#br0" timeOffset="42243.96">23260 7429 3176 0,'0'-2'0'0,"0"0"0"0,0 1 0 0,0-2 0 0,5 2 0 0,5 1 0 0,1 0 0 0,5 0 0 0,-2 0 0 0,6 0 0 0,0 0 309 0,6 0-137 0,-3 0-58 16,5 4 46-16,0-1-160 0,2 1 0 0,2 0 0 0,0-3 0 15,2 1 0-15,-2-2 0 0,-2 0 0 16,0 0 0-16,-4 0 0 0,-6 0 0 16,1 0 0-16,-3 0 0 0,-3 0 0 0,0 0-253 15,-4-2-74-15,0-2 104 0,-1 1 94 0,-3-1-710 16,0 0 401-16,-1 3 201 0</inkml:trace>
  <inkml:trace contextRef="#ctx0" brushRef="#br0" timeOffset="42437">23486 7765 3511 0,'-27'6'0'0,"6"9"0"0,7-2 0 0,0-2 0 0,5-1 0 0,5-3 0 0,4-1 0 0,0 0 0 0,2 1 0 0,15-1 0 0,7-2 420 0,8-1-420 0,12-3 0 16,1 0 0-16,-4 0 0 0,11-2 0 0,-4-3 0 16,-2-5 0-16,0 3 0 0,-1-1 0 15,-6 2 0-15,10-1-897 0,-8 3 365 0</inkml:trace>
  <inkml:trace contextRef="#ctx0" brushRef="#br0" timeOffset="47603.66">24630 7739 1417 0,'-6'0'0'0,"1"0"0"0,0 0 0 0,1 0 0 0,3 0 0 0,-1 0 0 0,0 0 0 0,-1 0 0 0,3 0 0 0,0 0 0 0,0 0 63 0,0 0 0 0,0 0 78 16,0 0-43-16,0 0-35 0,0 0 0 0,0 0-46 15,0 0 21-15,0 0-1 0,0 0 10 0,0 0 80 16,0 0-45-16,0 0 0 0,0 0-4 0,0 0-41 15,3 0 10-15,-1 0-10 0,-2-1 80 0,2 1-39 16,-2-3-1-16,0 3-22 0,1-2-8 0,-1 2-10 16,0 0 0-16,2-1 27 15,0 1-1-15,-2-3-25 0,2 2 8 0,0 1-24 16,-1-2 16-16,1 0-1 0,1 0 0 0,1 0-33 16,-1 1 43-16,1-1-10 0,0-1 4 0,1 2-4 15,-1-3 1-15,4-1 1 0,-1 0 1 0,1 2-4 16,-1-3-11-16,0 2-16 0,1 0-2 0,0 1 26 15,-1-1 8-15,-1 1-24 16,5 1 16-16,-4-1-1 0,3 0-38 0,2 1 44 0,-2 0-9 0,4 0-5 16,-1 1-24-16,1-2 0 15,0 2 0-15,1 0 0 0,-2-2 0 0,4 1 0 16,-2 0 0-16,0 0 0 0,2 0 0 0,1 0 0 16,0 1 0-16,-1-2 0 0,1 1 0 0,0 2 0 15,3 0 0-15,0-1 0 0,0 1 0 0,6-2 0 16,-5 2 0-16,6 0 0 0,2 0 0 0,0-2 0 15,4 2 0-15,2-1 0 0,9-2 0 0,0 0 0 16,2-1 0-16,2-2 0 0,0 2 0 0,3 1 0 16,1-1 0-16,1 0 0 0,-1 1 0 0,0 1 0 15,-1-3 0-15,-3 2 0 16,0 1 0-16,-2-1 0 0,-3 1 0 0,-6 0 0 16,1-2 0-16,-1 2 0 0,-4 0 0 0,-2-2 0 15,-1 3 0-15,-4-3 0 0,3 0 0 0,-7 2 0 16,0 0 0-16,-1 0 0 0,-2-2 0 0,0 1 0 15,-5 1 0-15,1 0 0 0,-5-2 0 0,-3 3 0 16,4-1 0-16,-7 2 0 0,0-2 0 16,-4 2 0-16,2 0 0 0,-1 0 0 15,0 0 0-15,-2 0 0 0,0 0 0 0,0 0 0 16,0 0 0-16,0 0 0 0,0 0 0 0,0 0 0 16,0 0 0-16,0 0 0 0,0 0-378 0,-9 0-51 15,-2 9 197-15,-3 4-793 0</inkml:trace>
  <inkml:trace contextRef="#ctx0" brushRef="#br0" timeOffset="48336.73">25319 7814 1718 0,'0'-10'0'0,"-2"4"0"0,2 0 0 0,-2-2 0 0,0 2 0 0,2 3 0 0,-2-1 0 0,2 1 0 0,-2 0 0 0,2 1 0 0,0 2 281 0,-1 0-122 15,-1 0-51-15,-2 0 64 0,-4 5-67 0,-3 10-33 16,-2 6-1-16,-8 10 38 0,0 1-26 0,-9 13-10 16,-2 7-35-16,-1 3 111 0,-1 5-55 0,-2 6-19 15,1 1 87-15,1 5-62 0,-1-3-30 0,4 0-1 16,7-6 58-16,7-11-35 0,2 1-88 0,5-6-4 15,8-8 0-15,2-1 0 0,0-3 0 0,0-8 0 16,7-1 0-16,3-7 0 0,5-2 0 16,2-4 0-16,0-7 0 0,2-5 0 15,6-1 0-15,-5-1 0 0,4-16-5 0,1-6-6 16,-1-5-172-16,1-4 61 0,-1-5 55 0,-5 6-37 16,0-2 37-16,-4-2 0 0,-5 4 4 0,-3 4 119 15,-3-3-41-15,-4 10-6 0,0-1-45 0,0 5 289 16,-11 2-134-16,-1 5-53 0,-3 2 120 0,-2 3-165 15,-4 1-21-15,3 3 0 0,-5 0 0 0,0 0 0 16,-2 12 0-16,4 1 0 0,3-1 0 0,1 2 0 16,1 0 0-16,1 4 0 15,3-3 0-15,5 0-18 0,1-2-12 0,5 0-726 16,1-1 359-16,0-3 170 0,3 0-208 0,14-3 198 16,5-6 100-16,5 0 49 0</inkml:trace>
  <inkml:trace contextRef="#ctx0" brushRef="#br0" timeOffset="48698.88">25812 7854 3438 0,'-10'-4'0'0,"-4"4"0"0,-1 0 0 0,-6 0 0 0,-1 13 0 0,-4 6 0 0,-6 8 0 0,-3 6 0 16,2 6 0-16,-6 12 0 0,9 2 187 0,-2 4-75 0,3 5 82 0,7-5-194 0,-4 13 0 0,9-8 0 15,6-13 0-15,6-1 0 0,5-9 0 16,0 4 0-16,3-7 0 0,8-5 0 0,3-5 0 0,0-8 0 16,4-2 0-16,-1-3 0 15,3-7 0-15,-2-4-135 0,1-2 13 0,4 0 57 16,-8-12-110-16,8-9 73 0,-4-3 32 0,1-2 47 16,-5-3-14-16,-2 2 0 0,-6 0-10 15,1-7 105-15,-6 8-48 0,-2 3-23 0,0 3 0 0,-2 2 210 16,-11 4-91-16,-2 2-59 0,-2 5 302 15,-4 5-277-15,0 0-72 0,-5 2 0 0,4 0 0 0,-3 11 0 16,3 4 0-16,3 1 0 16,3-3 0-16,2 2 0 0,3 1 0 0,3-1-166 15,6-1 7-15,2-3 88 0,0 0-3 0,2-1-766 16,10-3 392-16,4-3 210 0,3-1-502 0</inkml:trace>
  <inkml:trace contextRef="#ctx0" brushRef="#br0" timeOffset="48984.15">26343 8032 3090 0,'-5'-6'0'0,"5"4"0"0,-3 0 0 0,-1 1 0 16,-1 1 0-16,-1 0 0 0,-2 0 0 0,-1 9 0 0,-4 8 0 0,-2 4 0 0,-2 7 407 0,-6 5-185 0,1 6-93 16,-3 0-46-16,-2 3-83 0,6-7 0 0,-9 8 0 15,3-4 0-15,-1-1 0 0,0 0 0 0,1-8 0 16,-5 8 0-16,2-6-1 0,6-7 2 0,-4 3-573 16,4-5 295-16,3-6 64 0,2-4 103 0,5-5-612 15,6-4 342-15,-2-4 172 0,8 0 85 0</inkml:trace>
  <inkml:trace contextRef="#ctx0" brushRef="#br0" timeOffset="49162.68">25948 8156 3011 0,'0'-11'0'0,"0"2"0"0,0 6 0 0,0 2 0 0,0 1 0 0,0 0 0 0,2 0 0 0,7 7 0 0,2 8 0 0,3 5 0 0,2 4 390 15,2 2-176-15,-4 4-89 0,3 8 66 0,-6-6-191 0,0 2 0 16,3 4 0-16,-1-2 0 0,-1-2 0 15,0-1 0-15,0-3 0 0,1 1-171 0,-4-5-142 0,3 1 175 16,-3-7-776-16,0-1 375 16,3-2 250-16,-4-6 118 0</inkml:trace>
  <inkml:trace contextRef="#ctx0" brushRef="#br0" timeOffset="49532.81">26436 8168 2449 0,'-2'-12'0'0,"2"2"0"0,0 0 0 0,0 0 0 0,4 1 0 0,13-1 0 0,0 2 0 0,9 3 0 0,-3 3 0 0,7 0 0 0,0 2 133 15,0 0-31-15,-4 7-33 0,-1 7 1 0,-9-1-24 16,2 6-229-16,-6 1 110 0,-4 7 55 0,-6-3-69 16,-2 2 61-16,-8 3 42 0,-8-2-10 0,-7-2-46 15,0-4-25-15,-2-3 37 0,6-3 250 0,-2-1-110 16,2-5-69-16,6-3 0 0,5-1 397 0,3-3-203 15,1-2-84-15,4 2-63 0,0 0 19 16,12 2-36-16,11 1-35 0,4 2-84 16,3 1 33-16,3 4 21 0,4 1-1 0,-4 4-84 15,-1-1 57-15,-2 6 28 0,-7 2 10 0,-6-2-123 16,-2 3 23-16,-8-1 52 0,-7-3-22 0,0 7 24 16,-9-6-31-16,-12 1 4 0,-8-4 484 0,-7 1-332 15,-6-4-97-15,-3-5 0 0,-8-2 0 0,1-2 0 16,-1-1 0-16,0-4 0 0,1-2 0 0,5 0 0 15,6 0 0-15,-6-2 0 0,10-5 0 0,4-6 0 16,3-3-213-16,8-4-231 0,5 1 164 0</inkml:trace>
  <inkml:trace contextRef="#ctx0" brushRef="#br0" timeOffset="50425.73">25386 6824 1417 0,'-13'-18'0'0,"2"2"0"0,1 3 0 0,1 0 0 0,-1-2 0 0,-1 0 0 0,-2-2 0 0,1 2 0 0,-2 2 0 0,-2 2 0 0,-1 1 91 0,-1 3-26 15,0 3 54-15,-1 0-31 0,-1 3-10 0,4 1 7 16,-1 0-24-16,0 0 1 0,4 4-25 0,2 3 40 16,0 4-9-16,3 4-30 0,2 2 0 0,4 6 7 15,2 0-8-15,0 0 10 0,6 6-9 0,9 0 41 16,6-3-42-16,7 5 1 0,3-5 42 0,2-3-32 15,9 3-11-15,-4-3 33 0,0-2-1 0,-8-1-31 16,2 2 0-16,-6-1-23 16,-5 2 23-16,-6-1-1 0,-5 2 1 0,-7 2 0 15,-3 0 9-15,0-2-10 0,-18 2 1 0,-7 5 16 16,-7-6-16-16,-2-2 0 0,2-4 47 0,-11 1-8 16,1-2-40-16,9-9 46 0,-8-2-45 0,3-3-1 15,5-2 10-15,1-2-51 0,5 0 0 0,8-6 42 16,3-7-1-16,2-5-41 0,9-5 10 0,5-5 9 15,0-4-15-15,15-2 0 0,7 0 0 16,6-2 0-16,5 0-117 0,6 1 43 16,2-3 42-16,2 3-115 0,1-3 71 0,-5 0 20 15,-5 9-2-15,3-9 27 0,-14 12 11 0,-4-3-18 16,-8 7 14-16,-6-2 83 0,-3 2-46 0,-2 1 2 16,-5 0-37-16,-13 2 68 0,-3 4-30 0,-6 2-1 15,-3 2 91-15,-2 3-39 0,-2 5-33 0,-1 0 48 16,3 3-34-16,0 0-5 0,8 0 5 0,-1 8-162 15,6-1 64-15,2 3 34 0,8 0 0 16,2-2-426-16,6 4 210 0,1 1 89 16,1 2-541-16,19 1 323 0,5-4 162 0,10 1 81 15,-3-2-251-15</inkml:trace>
  <inkml:trace contextRef="#ctx0" brushRef="#br0" timeOffset="50662.81">25921 6453 2941 0,'-6'-15'0'0,"5"12"0"0,1 2 0 0,0-1 0 0,0 0 0 0,6-4 0 0,14 3 0 0,7-3 0 0,6 2 0 0,8-1 0 0,6 2 160 0,8-2-61 0,11 3 78 0,-9-1-61 15,17 1-44-15,-6 0-75 0,0-2 41 0,-2 2-1 16,-14 0 0-16,-5 0-242 0,6 1 116 15,-16-2 63-15,0 3-414 0,-6 0 238 0,-9 0 34 16,-5-2 87-16,-6 2-547 0,-3 0 296 16,-6 0 147-16,-2 0-152 0</inkml:trace>
  <inkml:trace contextRef="#ctx0" brushRef="#br0" timeOffset="51037.87">26046 6481 2581 0,'-25'2'0'0,"1"6"0"0,5 1 0 0,2 2 0 0,6 2 0 0,-1 2 0 0,5 6 0 0,3 9 0 0,3 1 0 0,1 5 0 0,0 6 317 0,0 2-140 0,5 3-60 15,0 4 254-15,4-2-167 0,0 4-83 0,-4-2-78 16,3-3-43-16,-5-6 0 0,2 1 0 0,0-6 0 16,-4-3 0-16,2-10 0 0,-3 1 0 0,0-9 0 15,0-1 0-15,0-7 0 0,-3-3 0 0,-4-2 0 16,-4-3 0-16,-2 0 0 0,-1-3 0 0,-1-7 0 15,0-6 0-15,-3-4 0 0,1-1-15 16,-2-1-18-16,0-3 1 0,0-3 19 16,1 3 4-16,0-3 0 0,0 6 1 0,3 7 18 15,-2 1-18-15,0 2-1 0,0 4 135 0,1 7-126 16,-2 1 0-16,2 0 0 0,-7 3 0 0,4 12 0 16,0 4 0-16,-1 2 0 0,1 1 0 0,0 3 0 15,-1-1 0-15,7 0 0 0,1-4 0 16,2 0 0-16,3-2 0 0,4 0-340 0,1-3 8 0,2 0 118 15,0-7-196-15,0 4 186 0,4-7 84 16,8 1 56-16,6-3-492 0,4-3 270 16,-1 0 134-16,7-10-293 0</inkml:trace>
  <inkml:trace contextRef="#ctx0" brushRef="#br0" timeOffset="51387.1">26491 6426 3060 0,'0'-11'0'0,"-6"7"0"0,-3 2 0 0,-6 2 0 0,0 0 0 0,-6 6 0 0,-9 18 0 0,-4 7 0 0,-3 8 0 0,-7 13 0 0,3 7 316 0,2 5-138 0,3 4-70 0,6-2 161 16,7-6-269-16,0 13 0 0,15-20 0 0,2 6 0 16,6-6 0-16,0-8 0 0,2-8 0 0,7-1 0 15,6-7 0-15,2-6 0 0,-2-8 0 0,2-2 0 16,0-5 0-16,-1-8 0 0,5 0 0 0,2-2 0 15,-3-17 0-15,0-3-70 0,2-4-98 16,-5-3 70-16,-2 0 30 0,-4-5-30 16,-4-2 29-16,-3 2 1 0,-4 0 20 0,0 6 134 15,-5 2-62-15,-10 3-31 0,-4 7 326 0,-4 3-177 16,1 5-64-16,-10 4-48 0,0 4-15 0,-1 0-15 16,2 7 0-16,1 8 0 0,1 3 0 0,4 0 0 15,2 1 0-15,6 1 0 0,6-3 0 0,3 4 0 16,7 0 0-16,1-2-656 0,1-2 135 0,19-2 242 15,7-8-566-15,2-3 404 0</inkml:trace>
  <inkml:trace contextRef="#ctx0" brushRef="#br0" timeOffset="51714.47">26801 6565 3197 0,'5'-17'0'0,"-5"8"0"0,0 2 0 0,-2 1 0 0,-13 4 0 0,-4 2 0 0,-7 0 0 0,0 15 0 0,-3 9 0 0,-4 10 0 0,-1 7 329 0,4 5-145 0,2 3-73 16,3 1-1-16,7 5-110 0,3-2 0 0,3 5 0 15,9-4 0-15,3-4 0 0,0-2 0 0,0-11 0 16,9 2 0-16,6-7 0 0,4-3 0 0,-2-9 0 16,5-3 0-16,-1-7 0 15,7-5 0-15,-2-5 0 0,1 0 0 0,-1-7 0 0,0-12 0 0,-1-4 0 16,-6-1 0-16,1-4 0 15,-10 0 0-15,1-2 0 0,-7 0-7 0,-4 5 14 0,0-5-7 0,-6 5 0 16,-10 4 0-16,-4 4 0 16,-4 2 0-16,1 8 0 0,-8 3 0 0,1 3 0 15,1 1 0-15,1 1 0 0,3 13 0 0,9 0 0 16,-6 5 0-16,12 4 0 0,2 1 0 0,4 1-127 16,4 1 42-16,0 5-1173 0</inkml:trace>
  <inkml:trace contextRef="#ctx0" brushRef="#br0" timeOffset="52465.68">27414 7613 2504 0,'-8'-2'0'0,"2"0"0"0,4 2 0 0,-1 0 0 0,3 0 0 0,0 0 0 0,0 0 0 0,0 0 0 0,0 0 0 0,7 0 0 0,10 2 409 16,6 2-186-16,6-4-92 0,2 0-47 0,2 0 120 16,1 0-89-16,1 0-38 0,-3-2 0 0,-2-2-98 15,-2-3 30-15,-7 1 9 0,2 1-111 0,-4-3 66 16,-2 4 32-16,-6 3 0 0,-4-1-503 0,-1 0 208 16,-4 2 151-16,-2 2-878 0</inkml:trace>
  <inkml:trace contextRef="#ctx0" brushRef="#br0" timeOffset="52661.44">27454 7996 3931 0,'-13'0'0'0,"4"2"0"0,1 2 0 0,3-2 0 0,4-2 0 0,1 2 0 0,0-1 0 0,0 1 0 0,10-2 0 0,10 2 0 0,9-2 0 15,1 0 0-15,2 0 0 0,1 0 0 16,1 0 0-16,-1 0 0 0,2 0 0 0,-5-2 0 0,1 0 0 15,-4 1 0-15,3-1 0 0,-2 0 0 16,-1 2-796-16,-5 0 262 0,3 0 177 0,-5 0 164 16,3 0-578-16</inkml:trace>
  <inkml:trace contextRef="#ctx0" brushRef="#br0" timeOffset="53005.62">28510 7777 3236 0,'-15'-12'0'0,"3"8"0"0,2 1 0 0,0 1 0 0,2-1 0 0,1-2 0 0,2 3 0 0,0 1 0 0,2-1 0 0,3 1 0 0,0 1 301 16,0 0-137-16,0 0-63 0,15-3 28 15,5 3-129-15,5 0 0 0,3 0 0 0,6 0 0 0,3 0 0 16,7 0 0-16,3 0 0 0,8-1 0 0,2 1 0 0,11-3 0 15,-1 1 0-15,10 1 0 16,3-2 0-16,14 2 0 0,-18-1 0 0,21-4 0 16,-7 0 0-16,0-1 0 0,3-1 0 0,-3 1 0 15,-12 3 0-15,-2 1 0 0,-5-1 0 0,-14 2 0 16,1 0 0-16,-8 2 0 0,-12 0 0 0,2 0 0 16,-8 0 0-16,-9 0 0 0,-1 0 0 0,-7 0 0 15,-6 0-217-15,-2 0 15 0,-5 0 82 16,1 0-516-16,-3 4 299 0,-5 1 150 0,-11 1 66 0,-7 5-658 15</inkml:trace>
  <inkml:trace contextRef="#ctx0" brushRef="#br0" timeOffset="53750.17">29108 8365 1783 0,'0'0'0'0,"0"0"0"0,0 0 0 0,0 0 0 0,0 0 0 0,0 0 0 0,0 0 0 0,0 0 0 0,0-2 0 0,0-3 0 0,4 0 83 0,2-2 110 0,4-1-78 0,-3-3-40 16,1 2 1-16,3-3 20 0,-4-1-35 0,0 2 0 16,1-2 21-16,-3 1 0 0,-2 1-46 0,-1 0 10 15,0 0 17-15,-2-1 0 0,0 1-26 0,0-2 94 16,-2 1-47-16,-6 1-15 0,1 0-9 0,-4 2 67 15,-1-1-46-15,-1 1 1 16,-4 2-46-16,-1 3 48 0,-7 0-48 0,-3 4 1 16,-4 0-48-16,-7 0 24 0,1 13 0 0,2-1 32 15,-9 8-47-15,4-1-1 0,11-1 40 0,-2 3 23 16,6 0-60-16,8-5 0 0,1 5 0 0,6-1 0 16,4 0 0-16,7-3 0 0,0 0 0 15,0 0 0-15,9-3 0 0,12 2 0 0,2-7 0 0,3-2 0 16,4-5 0-16,2-2 0 0,-2 0 0 15,2 0 0-15,0-9 0 0,-2-4 0 16,-2-2 0-16,-3-2 0 0,-1 0 0 0,-7 6 0 16,-4-3 0-16,-4 5 0 0,-4-2 0 0,0 3 0 15,-3 3 0-15,-2-1 0 0,0 1 0 0,0 1 0 16,0 2 0-16,-7 1 0 0,-1-2 0 0,3 3 0 16,0 0 0-16,0 0 0 0,-2 3 0 0,1 5 0 15,1 5 0-15,3 4 0 0,-1 2 0 0,1 6 0 16,0-3 0-16,0 10 0 0,1 0 0 15,-3 4 0-15,0 6 0 0,0-9 0 0,-4 6 0 16,-2 10 0-16,0 2 0 0,-3 1 0 16,-2 3 0-16,2-1 0 0,-3 0 0 0,3-1 0 15,1-4 0-15,4-4 0 0,0-9 0 0,1-1 0 16,1-7 0-16,2-1 0 0,1-9 0 0,1-4 0 16,2-3 0-16,0-3 0 0,-2-5 0 0,2-1 0 15,0-2-292-15,0 0-167 0,0 0 211 0,0 0-580 16,0-9 387-16,9-12 207 0</inkml:trace>
  <inkml:trace contextRef="#ctx0" brushRef="#br0" timeOffset="54335.07">29559 8501 2127 0,'0'-13'0'0,"3"2"0"0,4-2 0 0,-2 0 0 0,5-2 0 0,-2 0 0 0,3-4 0 0,0 0 0 0,1 1 0 0,-2-4 0 15,1 4 212-15,-2-1-88 0,0 0-44 0,-4 1-6 0,-1-2 10 16,-1 0-48-16,-3 1 0 0,0 2 40 0,0 0-1 16,-7 2-38-16,-4 2 96 0,-4 4-53 0,-3 2 1 15,-3 1-45-15,-6 4 135 0,0 2-67 16,-1 0-24-16,-4 8-10 0,3 5 77 0,1 3-79 0,3 1-68 15,2 3 0-15,9-4 0 16,0 5 0-16,4-2 0 0,3 1 0 0,5-1 0 16,2-3 0-16,0 4 0 0,9-6 0 0,12 3 0 15,-2-7 0-15,6-3 0 0,3-3 0 0,2-4 0 16,0 0 0-16,2 0 0 0,-1-1 0 0,-1-9 0 16,-2 0-138-16,-3 1-10 0,-6-2 48 0,1 2 31 15,-8 2 74-15,-3-2-41 0,2 3 0 0,-8 3 260 16,0-1-125-16,-1 1-68 15,-2 0-33-15,0 2 172 0,0 1-170 0,0 0 0 0,0 0 0 16,0 0 0-16,0 0 0 0,0 0 0 16,0 0 0-16,0 7 0 0,-3 6 0 0,-1 4 0 15,3 2 0-15,-3 5 0 0,-1 3 0 0,3 2 0 16,-2 1 0-16,1 1 0 0,-1 3 0 0,1 0 0 16,-1-1 0-16,-1 1 0 0,-5 10 0 0,1-5 0 15,-2 4 0-15,-3 0 0 0,0 3 0 16,4-7 0-16,-3 12 0 0,2-8 0 0,3-8 0 15,-2 3 0-15,5-4 0 0,0-4 0 16,0 1 0-16,4-8 0 0,-1-2 0 0,0-2 0 16,2-4 0-16,-2-6 0 0,2-1 0 0,-1-3 0 15,1-1 0-15,0-1 0 0,-3-3 0 0,-1 0 0 16,3 0 0-16,-1 0 0 0,0 0-632 0,-1-5 135 16,3-7 221-16</inkml:trace>
  <inkml:trace contextRef="#ctx0" brushRef="#br0" timeOffset="55164.58">28990 6708 1725 0,'0'-4'0'0,"0"2"0"0,0 0 0 16,0 1 0-16,-2 1 0 0,2 0 0 0,0 0 0 0,0 0 0 0,0 0 0 0,-3 5 0 0,-4 7 121 0,-5 5-46 0,-6 3 0 0,-3 2 65 15,-6 5-51-15,-5 4-26 0,7-10 10 16,-13 10 25-16,14-9-31 0,-4 3 1 0,1-3-30 0,6-8 107 0,1 4-44 15,5-4-37-15,0-2 58 16,5-3-43-16,3-1 1 0,-1-1-42 0,3-1 73 16,4 0-41-16,1-2 0 0,0 1-32 0,0 1 76 15,1 1-38-15,15-1 10 0,6 2 19 0,4-3-105 16,6 1 0-16,9 0 0 0,0-3 0 0,-4-1 0 16,14 0 0-16,-4 1 0 0,0 0 0 0,2-1 0 15,-5-1 0-15,-4 0 0 0,0-1 0 0,-7 3 0 16,-3-3 0-16,-8 3 0 15,0-3-23-15,-8 0-26 0,-2 0-508 0,-3 0 244 16,-5 0 137-16,0 0-405 0,-3 0 262 0,-1 0 145 16,0-3 68-16,0-1-477 0</inkml:trace>
  <inkml:trace contextRef="#ctx0" brushRef="#br0" timeOffset="55394.18">29124 6743 2766 0,'-8'0'0'0,"0"4"0"0,1 6 0 0,0 0 0 0,-4 5 0 0,3 5 0 0,-3 4 0 0,3 6 0 0,0 2 0 0,0 6 0 0,2 1 327 0,-3 6-150 0,6-3-69 0,-2 1 184 16,-1 0-127-16,3 1-69 0,1-9-96 0,0 4 0 16,-1-4 0-16,3 0 0 0,0-5-285 0,0-2 126 15,0-8 108-15,0 1 40 16,0-4-538-16,0-5 217 0,0-5 168 0,3-1-259 15,-1-5 183-15,7-1 106 0,5 0 48 0,0-9-331 16,7-12 190-16</inkml:trace>
  <inkml:trace contextRef="#ctx0" brushRef="#br0" timeOffset="55602.81">29551 6689 3423 0,'7'-7'0'0,"8"-3"0"0,6-1 0 0,11-4 0 0,10 2 0 0,6 1 0 0,5 3 0 0,12 0 0 0,-5 1 0 0,3 4 0 0,-9 3 278 0,6-1-124 16,-2 2-78-16,0 0-76 0,-3 0 0 0,-9 2 0 15,8 5 0-15,-11 2 0 0,-8-5 0 0,-1 4 0 16,-4-1-291-16,-7-1 91 0,-5-1 114 0,-4 1 63 16,-8-2-770-16,-1 0 385 0,-5-1 150 15,0 1-449-15,-16 2 338 0</inkml:trace>
  <inkml:trace contextRef="#ctx0" brushRef="#br0" timeOffset="55971.74">29783 6595 2658 0,'-9'0'0'0,"4"5"0"0,3 2 0 0,-4 2 0 16,5 4 0-16,0 10 0 0,-2 3 0 0,3 12 0 0,0-1 0 0,0 12 0 0,0 2 123 0,0 2 462 0,0-2-274 0,0 2-136 0,0 0-96 15,0 0-79-15,0-5 0 0,0-3 0 0,-5-1 0 16,0-11 0-16,-4 3 0 0,-2-4 0 0,3-6 0 16,-1-5 0-16,0-4 0 0,0-4 0 0,2-6 0 15,-6-3 0-15,3-4 0 0,-2 0 0 0,1 0 0 16,-1-11 0-16,2-6 0 0,-3-7 0 0,4-1 0 16,-3-4 0-16,3-1 0 0,0-5-3 0,3 2-50 15,-1 2 35-15,-1 9-19 0,1 1 17 0,0 6 2 16,4 6 105-16,-5 2-53 15,1 1-23-15,0 4-7 0,-3 2 9 0,-3 0-13 16,-2 15 0-16,-2 4 0 0,-1 4 0 0,-4 2 0 16,1 6 0-16,2-4 0 0,-2 2 0 0,1 1 0 15,3-2 0-15,2 0-39 0,3-1-220 0,2-2 98 16,8-3-560-16,0-1 331 0,2-3 181 0,2-3 85 16,17-2-259-16,4-7 172 0,7-6 77 0</inkml:trace>
  <inkml:trace contextRef="#ctx0" brushRef="#br0" timeOffset="56289.07">30192 6839 3514 0,'2'-9'0'0,"-2"3"0"0,0 4 0 0,-12 2 0 0,-3 0 0 0,-12 16 0 0,-1 9 0 0,0 6 0 15,-6 7 0-15,6 4 0 0,-8 13 297 0,14-8-177 0,6 6-120 16,2-5 0-16,7-1 0 0,6-8 0 0,1-1 0 15,1-4 0-15,6-4 0 0,10-5 0 0,-1-5 0 16,-5-6 0-16,8-3 0 0,-5-6 0 0,2-5-20 16,-4 0-141-16,1 0 90 0,-2-8-37 0,-3-6 45 15,-2-5-22-15,-1-1 1 0,-3-5 322 0,-2 0-137 16,0 4-73-16,-7-4 140 0,-3 7-111 0,-10 0-57 16,-1 4 0-16,-6 3 0 0,2 6 0 0,-6 3 0 15,2 2 0-15,3 0 0 0,0 2 0 16,8 7 0-16,-2 3 0 0,5 3 0 15,7-3 0-15,-4 4-558 0,12-3 140 0,0 1 191 16,0 2 83-16,5-5-529 0,14 0 317 0,7-1 159 16,-6-7 80-16,20-3-239 0</inkml:trace>
  <inkml:trace contextRef="#ctx0" brushRef="#br0" timeOffset="56594.3">30633 6772 3221 0,'0'-12'0'0,"0"8"0"0,-9 1 0 0,-10 3 0 0,-6 0 0 0,-8 11 0 0,-2 13 0 0,-2 6 0 0,-7 16 0 0,9-3 0 0,-6 17 190 0,8-2 252 15,5 2-364-15,8-9-78 0,6 3 0 0,6-9 0 16,5 10 0-16,3-12 0 0,0-8 0 0,3 0 0 16,10-6 0-16,-1-5 0 0,6 0 0 0,-1-9 0 15,3-4 0-15,0-6 0 16,2-5 0-16,0 0 0 0,2-1 0 0,-5-10-43 15,1-6-63-15,-7 0-2 0,-1-2 37 0,-5-2 100 16,-4 0-29-16,0 3 1 0,-3-1-40 0,-5 3 352 16,-12-2-289-16,-3 7-24 0,-10 2 0 0,1 3 0 15,-1 5 0-15,-1-2 0 0,0 3 0 0,11 0 0 16,-4 4 0-16,6 6 0 0,2 1 0 0,4 0 0 16,7 4 0-16,5-1-954 0,0 6 341 0</inkml:trace>
  <inkml:trace contextRef="#ctx0" brushRef="#br0" timeOffset="57615.14">7209 10538 2396 0,'-5'-1'0'0,"-3"-1"0"0,1 0 0 0,-1 0 0 0,-1 0 0 0,1 1 0 0,0-1 0 0,-5 2 0 0,2 0 0 0,-4 0 0 0,0 7 205 0,-5 9-84 0,-3 6-31 16,-4 8-10-16,2 6 80 0,-2 5-61 0,-1 6-30 15,2 11 198-15,5-7-105 0,1 12-67 0,4 0-28 16,7-3 53-16,6 3-120 0,3 0 0 0,0-9 0 16,5 6 0-16,12-5 0 0,1-3 0 0,7-5 0 15,0-2 0-15,-3-10 0 0,9 7 0 0,-4-9 0 16,-4-6 0-16,4 2 0 0,-4-5 0 0,-4-5 0 16,5 2-170-16,-3-6 84 0,-6-3-664 0,2-4 356 15,1-3 177-15,-4-2-505 0,1-3 347 16,0-3 168-16</inkml:trace>
  <inkml:trace contextRef="#ctx0" brushRef="#br0" timeOffset="57880.58">7471 10747 3849 0,'-16'-5'0'0,"11"3"0"0,3 2 0 0,0 0 0 0,2 0 0 0,0 0 0 0,0 0 0 0,0-2 0 15,0 2 0-15,6-2 0 0,8 0 82 0,5 0-82 0,4 0 0 0,0-2 0 0,3 1 0 16,0 1 0-16,0-1 0 0,0-2 0 0,5 2 0 16,-5-1 0-16,0 1 0 15,0-1 0-15,0-2 0 0,-5 2-74 0,2 1-62 16,-7-3 85-16,0 2-926 0,-5 2 469 0,-1-1 235 15,-3 0-250-15</inkml:trace>
  <inkml:trace contextRef="#ctx0" brushRef="#br0" timeOffset="58137.42">7830 10419 3261 0,'-5'0'0'0,"5"0"0"0,0 0 0 16,0 0 0-16,0 0 0 0,0 0 0 0,4 0 0 0,13 0 0 0,1 2 0 0,5 2 0 0,5 4 478 0,2-3-286 0,2 3-192 0,1 0 0 0,-2 0 0 0,1 1 0 15,-4 0 0-15,-1 1 0 0,-8-1 0 0,-3 0 0 16,-5 0 0-16,-2 0 0 0,-6 3 0 16,-3 2 0-16,-2 3 0 0,-15 2 0 0,-6 3 0 0,-4 3 0 15,-8 1 0-15,1 0-257 16,1 0-33-16,-1 1 91 0,3 0-513 0,1-5 328 15,-7 8 178-15,5-3 84 0,1 3-248 0</inkml:trace>
  <inkml:trace contextRef="#ctx0" brushRef="#br0" timeOffset="58554.74">7954 11230 2488 0,'11'2'0'0,"-4"-2"0"0,-4 0 0 0,-1 0 0 0,1 0 0 0,-2-2 0 0,-1-5 0 0,0-5 0 0,0-3 0 0,0-1 0 0,0 1 105 16,0-4 65-16,0 2-58 0,-4-2-41 0,1 2-77 16,-3 0 0-16,-2-1 44 0,-1 6 0 0,-2 1-29 15,-3 1 29-15,-2 5 0 0,-2 1-1 0,-1 4 32 16,-8 0-1-16,1 13-21 0,-4 10-9 0,3 4 111 16,2 8-55-16,4 0-28 0,4 5 134 0,7-4-132 15,0 10-68-15,8-12 0 0,2 3 0 0,0-3 0 16,2-3 0-16,10-9 0 15,1 1 0-15,2-4 0 0,0-7 0 0,5-2 0 16,-3-6 0-16,2-4 0 0,4 0 0 0,-5-4 0 16,3-16 0-16,0-1 0 0,-1-8 0 0,1-2 0 15,0-4-71-15,-3 4-108 0,-2 1 56 0,-3 9 44 16,-3 2 12-16,-5 10 272 0,1 0-122 0,-5 3-60 16,1 4-30-16,1 0 222 0,-3 2-215 0,0 8 0 15,0 10 0-15,0 7 0 16,0 1 0-16,0 4 0 0,0 0 0 0,3 1 0 15,4-4 0-15,1 2 0 0,4-3 0 0,0-3 0 16,0-6 0-16,4-5 0 0,2 0-90 0,1-3-104 16,-1-6 91-16,3-3-852 0,-3 0 449 0,3 0 239 15,0 0 115-15</inkml:trace>
  <inkml:trace contextRef="#ctx0" brushRef="#br0" timeOffset="58747.48">8576 11380 3931 0,'0'0'0'0,"0"2"0"0,0 2 0 0,0 2 0 0,0-1 0 0,0 5 0 0,0-1 0 0,0 3 0 0,-2-2 0 0,0 4 0 0,0 1 0 16,0 1 0-16,-3 2 0 16,-2 0 0-16,2-1 0 0,-4-4 0 0,2 0 0 0,0-3 0 0,-4 0-109 15,1-3 54-15,1-3-793 16,0-3 443-16,-2-1 60 0,4 0 159 0</inkml:trace>
  <inkml:trace contextRef="#ctx0" brushRef="#br0" timeOffset="58939.01">8674 10755 3931 0,'0'-8'0'0,"0"4"0"0,0 1 0 0,4-3 0 0,3 1 0 0,11-1 0 0,5-4 0 0,6 3 0 0,8-3 0 0,7 0 0 0,0 0 0 0,7 1 0 0,-1 0 0 0,-5 6 0 16,9-3 0-16,-9 5 0 0,0-1 0 0,-4 0 0 16,-5 1 0-16,-3-3 0 0,-4 2-175 0,-8-2 31 15,-5 0-1029-15,-8 3 567 0,-3-2 283 0</inkml:trace>
  <inkml:trace contextRef="#ctx0" brushRef="#br0" timeOffset="59424.94">9123 10448 3067 0,'0'-10'0'0,"0"2"0"0,5 3 0 0,7-1 0 0,4 2 0 0,7 0 0 0,0 3 0 15,5-2 0-15,1 3 0 0,1 0 0 0,-2 3 104 0,1 6 224 0,-1 0-145 0,-3 5-72 0,-8-4-37 0,1 5-66 16,-4 4 30-16,-5-1-20 0,-7 4-415 0,-2 4 208 16,0 1 113-16,-11 2-576 0,-12 6 324 0,-1-4 180 15,-3-1-26-15,-5-2-458 16,1 1 297-16,0-9 139 0,-2 1 84 0,3-6-140 15,10-6 108-15,-1-1 52 0,8-4 27 0,1-2 57 16,7 0 11-16,1-2-42 0,4 0 409 0,0 1-204 16,0 5-103-16,7 3-59 15,4 4 473-15,1 7-253 0,-3 4-23 0,-2 7 487 0,0 9-325 0,-7-2-153 16,0 12-91-16,0-5 459 16,-8 3-270-16,-5 2-243 0,-3-1-65 0,4-6 0 0,-6 4 0 15,7-16 0-15,-1 2 0 0,3-12 0 16,2-7 0-16,2-2 0 0,1-7 0 0,2-1 0 15,2-4 0-15,0 0 0 0,0-12 0 0,4-11 0 16,10-2 0-16,4-4 0 0,3 2 0 0,0-2 0 16,6 3 0-16,-1 4 0 0,1 3 0 0,1 4-43 15,-3 6 66-15,-5 5-31 0,1 2-9 0,-2 2-20 16,-3 0 119-16,-2 13-82 0,-4 4 0 0,-6 2 0 16,-2 5 0-16,-2 6 0 15,0-3 0-15,-5-1 0 0,-9-2 0 0,0-1 0 16,-2-5 0-16,-4 3 0 0,-1-5 0 0,-2-5 0 15,0 0 0-15,-4-4 0 0,4-2 0 0,-10-2 0 16,1-2 0-16,-2-1 0 0,-1 0 0 0,-2 0-846 16,1-11 376-16,-3-5 221 0,7-7 106 0</inkml:trace>
  <inkml:trace contextRef="#ctx0" brushRef="#br0" timeOffset="59830.78">8190 10203 2191 0,'-11'-2'0'0,"6"0"0"0,3 0 0 0,0-3 0 0,2-5 0 0,0-5 0 0,4-4 0 16,13-5 0-16,8-10 0 0,1-1 0 0,3-3 210 0,3-1-86 0,-5 4-34 0,11-5-9 0,-8 5 40 0,-6 10-42 15,2-2 0-15,-1 3 96 0,-4 7-59 0,2-4-44 16,-9 7-1-16,2 2 8 0,-5 1 0 0,-1 4-41 16,-4-2 9-16,1 3 136 0,-4 5-87 0,1-3-96 15,-2 2 0-15,-1 0 0 0,-1 2 0 0,0 0 0 16,0 0 0-16,0 0 0 0,2 0 0 0,0 0 0 16,1 0 0-16,1 0 0 0,6 0 0 15,0 2 0-15,0 5 0 0,6 4 0 16,4 1 0-16,1 5 0 0,2 2 0 0,3 3 0 15,1 5 0-15,-2 1 0 0,5 4 0 0,-2 4 0 16,-5-3 0-16,2 3 0 0,-4 2 0 0,-3-8 0 16,1 3 0-16,-2-1 0 0,-2-4 0 0,0-3 0 15,-5-8 0-15,-1 0 0 0,-2-2 0 0,-1-6 0 16,-3 1 0-16,2-4 0 0,-2-3-1027 16</inkml:trace>
  <inkml:trace contextRef="#ctx0" brushRef="#br0" timeOffset="60433.04">9783 10460 2081 0,'9'-6'0'0,"2"4"0"0,3 2 0 0,2 0 0 0,7 8 0 0,-3 11 0 0,2 6 0 0,5 6 0 0,-4 5 0 0,1 3 0 0,1 6 216 0,-3 3-88 16,0 2-44-16,-2-1 1 0,-4 2 184 0,-4 1-104 0,-3-1-67 16,-7 1-29-16,-2 1 128 15,0 9-79-15,-16-6-38 0,-4-3 59 0,-10 11-55 16,-2-6 1-16,-3-2-76 0,-5-2 15 0,0-6-24 15,5-11 0-15,-4 3-39 0,0-6-15 0,9-13 48 16,-2 0-1-16,11-4-121 0,-2-10 58 0,7-2 46 16,4-5-522-16,6 0 261 0,6-5 86 0,2-25 80 15,19-6-616-15,14-18 353 0</inkml:trace>
  <inkml:trace contextRef="#ctx0" brushRef="#br0" timeOffset="60600.51">10636 10851 3931 0,'0'2'0'0,"0"2"0"0,0 1 0 0,0 1 0 0,5-1 0 0,6 4 0 16,4 0 0-16,2-3 0 0,6 1 0 0,2-3 0 0,8 3 0 0,8-5 0 0,-5-2 0 16,11 0 0-16,-6 0 0 0,-5 0 0 0,1 0 0 15,0 0-994-15</inkml:trace>
  <inkml:trace contextRef="#ctx0" brushRef="#br0" timeOffset="60738.75">10691 11260 3931 0,'-24'9'0'0,"9"5"0"0,6-6 0 0,2-3 0 0,7-3 0 0,0 1 0 0,5 3 0 0,15-2 0 0,14 0 0 0,10-4 0 0,14 0 0 0,4 0 0 15,2-4 0-15,-4-8 0 0,20-1 0 0,-8 0-159 16,1 6 89-16</inkml:trace>
  <inkml:trace contextRef="#ctx0" brushRef="#br0" timeOffset="61594.91">12136 11016 2098 0,'-9'-17'0'0,"-2"6"0"0,6 1 0 0,-2-1 0 0,1-2 0 0,-1-2 0 0,1 0 0 0,2-2 0 0,0 1 0 0,1-4 0 0,1 2 208 0,-2 1-84 15,2 0-31-15,-1 2-10 0,-1 5-78 0,0 1 37 16,-2 2-1-16,1 3-10 0,-3 2 21 0,-5 2-10 15,-2 0-1-15,-4 19-2 0,-3 11 2 0,-3 9 1 16,1 8 10-16,-4 13 36 0,5-2 0 0,3 4-47 16,4-2 1-16,7-7 117 0,4-7-48 0,3 7-40 15,2-15 125-15,0 0-95 0,4-8-101 0,6-4 0 16,4-8 0-16,3 0 0 16,2-9 0-16,1-4 0 0,1-5 0 0,3 0 0 15,-4-1 0-15,5-18-161 0,-2-5 54 0,3-8 33 16,-3-2 44-16,-3-2-134 0,-3 0 74 0,1-7-25 15,-4 2-3-15,-3 6 31 0,-4-1-1 0,2 4 46 16,-8 7 120-16,1 5-54 0,0 7-34 0,-2 3 271 16,0 3-142-16,0 5-47 0,0 2-47 15,-4 0 265-15,-1 11-135 0,-5 16-93 0,4 1-62 0,1 3 0 16,0 2 0-16,3 0 0 16,2-1 0-16,0-4 0 0,0-5 0 0,2-3 0 15,3-3 0-15,4-6-121 0,-2-5 71 0,3-2-199 16,3-4 121-16,-1 0 14 0,3-10 49 0,0-12 95 15,-2-4-32-15,4-2-32 0,-2-4-7 0,4-2 178 16,-1 0-79-16,3 2-37 0,0 0 60 0,-1 4-31 16,3 6-31-16,-6 7 25 0,1 3 68 0,2 5-21 15,-6 5-36-15,4 2-126 0,-4 0 45 0,2 15 19 16,-2 8 31-16,-2 3-145 0,-3 4 65 16,-3 3 16-16,-3 2 0 0,1-2-63 15,-2 1 47-15,-2-6 4 0,0-7 87 0,0-3-14 16,0-3-42-16,0-7-25 0,-2-4 159 0,-5 1-63 15,1-5-33-15,-1 0 468 0,-1-5-485 0,2-7 0 16,2-11 0-16,3-2 0 0,1-3 0 0,0-3 0 16,0-2 0-16,7-1 0 0,5 2 0 0,2 0 0 15,4 2 0-15,-2 6 0 0,3 1 0 0,-1 6 0 16,7 0 0-16,1 6 0 0,1 5-9 16,3 2-1113-16,2 4 538 0,2 0 260 15</inkml:trace>
  <inkml:trace contextRef="#ctx0" brushRef="#br0" timeOffset="61815.99">13229 10828 3633 0,'-21'-7'0'0,"2"3"0"0,1 2 0 0,-3 1 0 0,0 1 0 0,3 0 0 0,-3 0 0 0,2 7 0 0,2 6 0 0,-6 7 0 0,7 5 139 0,2 4-50 0,4 6-19 16,2 6-70-16,5-5 0 0,3 11 0 0,0-4 0 15,9 0 0-15,5-2 0 0,7-3 0 0,0-10 0 16,5 3 0-16,0-7 0 0,2-4 0 0,1-5-234 16,1-5-24-16,2-5 133 0,-1-5-577 15,3 0 331-15,2 0 167 0,6-9-562 0,-9-6 355 0</inkml:trace>
  <inkml:trace contextRef="#ctx0" brushRef="#br0" timeOffset="62539.31">13809 10860 2813 0,'-11'-14'0'0,"2"-1"0"16,-3 7 0-16,-1-1 0 0,4 2 0 0,-6 4 0 0,2 1 0 0,-1 2 0 0,0 0 0 0,-2 15 0 0,0 6 206 0,4 7 130 0,1 2-149 0,-14 9-75 16,18-7-37-16,2 6 14 0,3 1-17 0,2 3-31 15,7-10-41-15,2 1 0 0,3-4 0 0,4-2 0 16,-2-8 0-16,4 1 0 0,0-10 0 0,0-2 0 15,1-8-94-15,2 0-26 0,-3-4 79 0,3-16-278 16,2-3 151-16,2-3 43 0,-5-3 48 0,-1-3-152 16,1 1 86-16,-1 0 57 0,-4 2 25 0,4 0 51 15,-9 9-28-15,-7 1 1 0,-1 6-10 16,4 1 291-16,-6 5-141 0,0 1-70 16,-2 4 258-16,-10 2-126 0,-1 2-94 0,2 17 420 15,-1 2-294-15,3 3-197 0,2 3 0 0,3-2 0 16,4 0 0-16,0 7 0 0,2-6 0 0,5-3 0 15,8-3 0-15,10-2 0 0,-4-7 0 0,-5-4 0 16,12-3 0-16,-3-4 0 0,-1 0-19 0,3-5-82 16,-1-11 52-16,-2-3-106 0,1-3 61 0,-3-1-3 15,-1-1 28-15,-10 4 10 0,4-9 18 0,-1 3 1 16,-9 2 0-16,-3-5 38 16,0 3 0-16,-1 3-47 0,-1-2 10 0,-12 3 122 15,-7 6-55-15,-6 3-16 0,-3 6 258 0,-1 4-129 16,-4 3-57-16,13 0-41 0,-24 14 129 0,18 0-149 15,0 4-23-15,5-3 0 0,5-1 0 0,9 1 0 16,4 0 0-16,3-1 0 0,1-1 0 0,29 0 0 16,2-8 0-16,-2-1 0 0,18-4 0 0,0 0 0 15,3-4-14-15,2-11-169 0,-1-1 49 0,-3-5 60 16,0 0-120-16,-2-2 78 0,-1 1 40 16,-11 5 55-16,1-1 10 0,-8 3-26 15,-12 4 0-15,-2 1 264 0,-5 2-135 0,-7 3-76 16,0 1-22-16,-2 2 574 0,-9 0-568 0,-14 2 0 15,0 0 0-15,1 0 0 0,-8 8 0 0,5 5 0 16,8 0 0-16,1 1 0 0,2 2 0 0,10-1 0 16,4 2 0-16,0 1 0 0,4 3 0 0,13-2 0 15,10-2 0-15,1 2 0 0,8 0 0 0,-8-4 0 16,6 0 0-16,1 2 0 0,-7-2 0 0,-5-5 0 16,-1 4 0-1,-7-1 0-15,-4 0 0 0,-7-2 0 0,-4 3 0 0,0-1 0 16,-15 2 0-16,-9 0 0 0,-6-2 0 0,-13 2 0 15,-1 0 0-15,-2-2 0 0,-2-3 0 0,4-1 0 16,0 0 0-16,3-1 0 0,0 1 0 0,1-1 0 16,-8 5-16-16</inkml:trace>
  <inkml:trace contextRef="#ctx0" brushRef="#br0" timeOffset="63266.68">15096 10999 2221 0,'-8'0'0'0,"3"-2"0"0,3 2 0 0,0 0 0 0,2 0 0 0,0 0 0 0,0 0 0 0,0 0 0 0,0 0 0 0,0-1 0 0,2 1 98 0,5 0 225 0,6-3-146 0,3 2-69 16,0 1-35-16,9-2 208 0,-1 2-122 0,5-2 188 15,2 2-203-15,14 0-144 0,2 0 0 0,14 0 0 16,2 0 0-16,10 0 0 0,21 0 0 0,2 0 0 16,1 0 0-16,0 0 0 0,11 0 0 0,7 0 0 15,25 0 0-15,-39 0 0 0,11 0 0 0,-44 0 0 16,64 0 0-16,-21-2 0 0,3-4 0 16,-32-1 0-16,5-4 0 0,-27-1 0 15,39-5 0-15,-30 4 0 0,-5 0-4 0,-11 0-433 16,-7-1 198-16,-13 5 100 0,-11 4 49 0,-8-1-214 15,-9 3 137-15,-5-1 64 0,-19 4-655 0</inkml:trace>
  <inkml:trace contextRef="#ctx0" brushRef="#br0" timeOffset="63819.34">15984 11598 1850 0,'0'-2'0'0,"0"-1"0"0,0 1 0 0,0-4 0 0,0-3 0 0,0 0 0 0,0-1 0 0,2-3 0 0,0-2 0 0,0 0 0 0,0-2 113 16,-1 0 51-16,1 1-63 0,0-4-23 0,-2 4-8 15,0-4-39-15,0 2 7 0,0 0-1 0,-5 2 36 16,-6-1-26-16,-3 2-9 0,-2 2-1 0,-4 3 15 16,-3 5-15-16,-2 3 1 0,-5 2 9 0,-5 4 25 15,-4 16 1-15,0 6-36 16,-2 5 96-16,5 6-48 0,2 0-14 0,7 3-9 16,9-8 28-16,7 6-26 0,5-4 0 0,6-2 59 15,0-3-33-15,10 0-9 0,10-7-46 0,6-3-45 16,8-2 20-16,8-8-10 0,-8-7 0 0,3-2-50 15,9-2 13-15,-14-12 38 0,3-6-119 0,4-5 59 16,-12 2 47-16,-4-3 18 0,-3-1 2 0,-5 1-25 16,-4 6 17-16,-4 0 140 0,-5 5-77 0,-2-1-31 15,0 7-1-15,0-2-19 0,-4 6-12 0,-7 4 0 16,2-2 0-16,-8 3 0 16,4 5 0-16,-2 16 0 0,2 6 0 0,-1 10 0 15,7 1 0-15,-2 14 0 0,5 1 0 0,-2 4 0 16,4 1 0-16,2-1 0 0,0 2 0 0,0-2-36 15,0-2-79-15,0-2-295 0,0-2 187 0,0 0 92 16,2-10 38-16,1 8-447 0,-1-16 252 0,-1 2 125 16,5-11-291-16,1-3 209 0,-1-10 94 15,1-2 61-15,7-9-230 0,2-2 142 0,9-20 69 0,5-8-71 16</inkml:trace>
  <inkml:trace contextRef="#ctx0" brushRef="#br0" timeOffset="64150.53">16494 11699 2717 0,'9'-35'0'15,"25"-6"0"-15,-25 11 0 0,-11-2 0 0,-2 3 0 0,2-2 0 0,-3 1 0 0,-2 0 0 0,-2 1 0 0,0 7 0 0,-3-1 82 0,12 4 42 0,-9 6-43 0,-5 2-1 0,-7 9 55 16,-4 2-40-16,-2 0-34 0,-1 11 1 16,-11 10 6-16,14-3 0 0,2 6-31 0,16-6-1 15,0 3 1-15,4 1 0 0,3-3 0 0,3 3-42 16,26-6 1-16,-10-4 50 0,11 4-9 0,-9-7-26 15,9-1-1-15,-10-5 28 0,1 2-109 0,5-4 42 16,3-1 23-16,-9 0-1 0,2 1-4 0,-2 2 15 16,-6-1 9-16,2 3 135 0,-9 3-148 0,-5 3 0 15,-2 6 0-15,0 8 0 16,-6 3 0-16,-9 5 0 0,-2 10 0 0,0 3 0 16,4 2 0-16,1 3 0 0,5 4 0 0,0 3 0 15,5-1 0-15,9 2 0 0,-1-8 0 0,1 6 0 16,3-3 0-16,-12-2 0 0,2-2 0 0,13-2 0 15,-4-12 0-15,1-6 0 16,-3-6-310-16,-1 0 111 0,-1-1 85 0,-3-8-1378 0</inkml:trace>
  <inkml:trace contextRef="#ctx0" brushRef="#br0" timeOffset="64510.21">15821 9938 2271 0,'-10'-23'3'0,"-4"14"-3"0,12 4 0 0,0 1 0 0,2 2 0 0,0 0 0 0,0 2 0 0,0 0 0 0,0 0 0 0,0 15 0 0,2 6 36 0,-2 5 1 0,0 4 0 16,0 2-81-16,0 4 49 0,-9 1-8 0,-5-1 40 0,-1-1-107 15,-9 1 53-15,-5-5 27 0,5-5 10 0,-10 3 11 16,8-6-32-16,-3-1 207 0,8-4-101 0,9-6-39 16,1 0-16-16,2-4 133 0,4-3-59 0,5-2-42 15,0 4 0-15,7-6 45 16,13 1-35-16,11-2-10 0,7 0-45 0,2 0 31 16,3 0 1-16,1-2-32 0,-9-3-129 0,-17-1 61 15,21 1 33-15,12-2 1 0,-19 6-419 0,-2-1 221 16,-3 2 69-16,-20 0-608 0,21 0 349 0,-10 0 174 15,0 0 87-15,-1 0-236 0</inkml:trace>
  <inkml:trace contextRef="#ctx0" brushRef="#br0" timeOffset="64694.4">15977 10007 2543 0,'-12'0'0'0,"5"0"0"0,-4 10 0 0,4 5 0 0,-2 6 0 0,2 5 0 0,2 10 0 0,3 5 0 0,2 2 0 0,2 2 0 0,-1 4 333 0,1 1-139 0,-2 0-74 16,2-1-42-16,0-1 1 0,0 3-42 0,-2-9-402 16,2 10 197-16,-1-9 102 0,3-9 52 0,6 0-266 15,-3-4 158-15,1-12 89 16,-1 2-713-16,1-11 318 0</inkml:trace>
  <inkml:trace contextRef="#ctx0" brushRef="#br0" timeOffset="64882.63">16238 10123 2799 0,'11'-15'0'0,"6"8"0"0,7-2 0 0,10-4 0 0,2 2 0 16,4 0 0-16,-8 1 0 0,12-1 0 0,24-2 0 0,11 3 0 0,8 1 113 0,7 1 179 0,-1 2-128 0,-27 1-54 0,-12 3-118 0,0 0 45 15,4 0 1-15,-26 2-1 0,16 0-411 0,-9 0 214 16,2 0 95-16,-11 0-600 0,-6 0 346 0,-4 2 82 15,-9 0 116-15</inkml:trace>
  <inkml:trace contextRef="#ctx0" brushRef="#br0" timeOffset="65232.83">16542 9996 2431 0,'-21'0'0'0,"8"15"0"0,4 8 0 0,-1 1 0 0,3 4 0 0,1 6 0 0,5 4 0 0,1 5 0 0,0 8 0 0,0 0 0 0,0 2 193 0,1 1-82 0,1-2 303 16,0 1-188-16,0-5-95 0,0-1-46 16,-1-8 59-16,-1-2-59 0,0-4-23 0,0-1-120 0,0-4 48 15,-5-5 23-15,0-6 10 16,-1-5-56-16,1-3 35 0,-4-3 0 0,0-6-2 16,0 0 1-16,1 0 45 0,-3-8-49 0,2-7-25 15,0-3-3-15,-3-4 0 0,5 1 1 0,-4-5-64 16,-1-2 41-16,5 1 24 0,-13 1 1 0,8 8-18 15,-2-1-4-15,-1 4 41 0,3 4 116 0,-4 5-57 16,0 3-32-16,-3 3 196 0,-2 0-108 0,-2 16-106 16,1 4 0-16,-3 5 0 0,3 2 0 0,0 1 0 15,-1 2 0-15,23-2 0 0,-10-2 0 16,4-4 0-16,1 1-309 0,3-4 39 0,2 0 118 16,0-6 75-16,0 0-689 0,16-5 365 15,-2-3 181-15,13-5-457 0,6 0 310 0</inkml:trace>
  <inkml:trace contextRef="#ctx0" brushRef="#br0" timeOffset="65551.83">17002 10139 3332 0,'0'-7'0'0,"0"7"0"0,0 0 0 0,-9 5 0 0,-9 14 0 0,-10 7 0 0,-5 8 0 0,-6 7 0 0,-7 12 0 0,10-5 0 0,-10 20 103 16,11-7 393-16,6 2-496 0,10-12 0 0,8 2 0 15,11-10 0-15,0 3 0 0,13-11 0 16,10-9 0-16,5-2 0 0,6-6 0 0,1-10 0 0,13-4 0 16,-15-4-23-16,14-1-60 0,-19-13-171 15,0-4 18-15,-9-2 103 0,1-6-20 16,-8 2 131-16,-7-2-18 0,-3 0 0 0,-2-1 308 16,0 5-163-16,-9-8-66 0,-6 5-39 0,-8 5 360 15,-11 1-190-15,4 8-128 0,-7 0-42 0,-6 8 0 16,10 3 0-16,-13 0 0 0,14 9 0 0,-3 7 0 15,3 3 0-15,14-2 0 0,2 1 0 0,2-1 0 16,11 1 0-16,3 1-517 0,0-4 121 0,17 1 125 16,11-7 117-16,13-5-637 0,7-4 376 0,12 0 179 15</inkml:trace>
  <inkml:trace contextRef="#ctx0" brushRef="#br0" timeOffset="65821.42">17411 10150 3931 0,'-7'-6'0'0,"-16"5"0"15,-5 1 0-15,-10 3 0 0,1 20 0 0,-1 9 0 0,-1 7 0 0,-1 11 0 0,12 7 0 0,15 1 0 0,-1 4 0 0,7-9 0 0,5 6 0 0,-5-5 0 16,7-6 0-16,7-4 0 0,14-7 0 0,4-10 0 16,9-1 0-16,3-10 0 0,4-5 0 0,3-7 0 15,-3-4 0-15,-9 0 0 0,0-4-104 0,-8-12-112 16,-7 1 61-16,-4-5 58 0,-7-1 29 0,-4-2 282 15,-2-5-122-15,-11 5-65 0,-10-2-32 0,-6 0 159 16,-10 1-95-16,3 7-59 16,-13 0 23-16,4 8 53 0,0 5-76 0,11 2 0 0,-1 2 0 0,10 0 0 15,2 7 0-15,6 5 0 16,5 4-266-16,10 7-177 0</inkml:trace>
  <inkml:trace contextRef="#ctx0" brushRef="#br0" timeOffset="65957.5">17713 10894 391 0,'-16'-18'0'0,"11"11"1414"0,0 2-679 0,-2-2-355 0,-4-1-173 0,-1 5 192 0,-1 0-182 16,-1 2-91-16,2 1-770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17:15.7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5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17:49.201"/>
    </inkml:context>
  </inkml:definitions>
  <inkml:trace contextRef="#ctx0" brushRef="#br0">7515 4380 1490 0,'2'-18'0'0,"0"8"0"0,-2 6 0 0,0 2 0 0,0 0 0 0,0-2 0 0,0 1 0 0,0 2 0 0,0-3 0 0,-2 2 0 0,0 1 119 0,0 1-13 0,1 0 149 16,1 0-103-16,0 0-51 0,-2 0 77 0,2 0-53 15,0 0-43-15,0 0-1 0,0 0 19 0,0-2 0 16,9 0-51-16,5 0 106 0,0-2-60 0,4 2 1 16,-4-1-47-16,3 3 101 15,-1-3-50-15,-3 3 12 0,3 0-63 0,-2 0 93 0,-4 0-97 16,2 0-45-16,-1 0 0 0,4 0 0 15,-1 0 0-15,2 0 0 0,1 3 0 0,2-3 0 16,0 0 0-16,4 0 0 0,-5 3 0 0,1-1 0 16,0 2 0-16,-1 0 0 0,1-1 0 0,0 3 0 15,3 0 0-15,-4-2 0 0,0 0 0 0,1 1 0 16,-1-1 0-16,1-1 0 0,2-1 0 0,-2 0 0 16,3 0 0-16,-1-2 0 0,6 0 0 0,-7 0 0 15,6 0 0-15,-1 0 0 0,-4 0 0 0,1 0 0 16,2 0 0-16,-1 0 0 0,4 0 0 0,-2 0 0 15,3 3 0-15,0 1 0 16,-1-2 0-16,-2 2 0 0,5 0 0 0,-4-1 0 16,2 1 0-16,2 0 0 0,0-2 0 0,2 2 0 15,2-3 0-15,2 2 0 0,5-3 0 0,1 1 0 16,-1-1 0-16,-2 0 0 0,10 0 0 0,-4 0 0 16,4 0 0-16,-3 0 0 0,2 0 0 0,-9 0 0 15,14 0 0-15,-7 0 0 0,3 0 0 0,2 0 0 16,0 0 0-16,1 0 0 0,3 0 0 15,9 0 0-15,-2 0 0 0,-2 0 0 16,0 0 0-16,-3 0 0 0,12 0 0 0,-5-1 0 16,1 1 0-16,1 0 0 0,-6 0 0 0,18 0 0 15,-13 0 0-15,3 0 0 0,-3 0 0 0,1 0 0 16,-6 0 0-16,16 0 0 0,-9 0 0 0,2 0 0 16,4 0 0-16,-1 1 0 0,-8 1 0 0,13-2 0 15,-5 2 0-15,0 0 0 16,4 1 0-16,-1-3 0 0,1 1 0 0,4-1 0 0,-3 1 0 0,0-1 0 15,0 0 0-15,2 0 0 16,0 0 0-16,3 0 0 0,10 0 0 0,-15 0 0 16,5 0 0-16,13 0 0 0,-18 0 0 0,18 0 0 15,-4 0 0-15,4 0 0 0,1-1 0 0,0-3 0 16,-12 0 0-16,26-2 0 0,-14 1 0 0,3-1 0 16,-3 2 0-16,-3 1 0 15,-8-1 0-15,22-2 0 0,-11 2 0 0,4 1 0 0,1-3 0 0,-4 3 0 16,-10-1 0-16,22 1 0 0,-11-1 0 0,1 0 0 15,1-3 0-15,-1 6 0 16,-11-3 0-16,22 2 0 0,-9 1 0 0,0-1 0 16,3 0 0-16,-3 0 0 0,-11 0 0 0,21 0 0 15,-8 0 0-15,2-1 0 0,3 3 0 0,-4 0 0 16,-10-3 0-16,25 2 0 0,-13-2 0 0,6 2 0 16,-5 0 0-16,-2-2 0 0,-11 1 0 0,23 1 0 15,-13 1 0-15,4-3 0 0,-4 3 0 0,0 0 0 16,-14 0 0-16,22 0 0 0,-8 0 0 0,-1 0 0 15,-2 0 0-15,-3 3 0 16,-10 0 0-16,20 1 0 0,-12 1 0 0,5-2 0 16,-2 0 0-16,-3 1 0 0,-10 0 0 0,20 0 0 15,-12-1 0-15,5 0 0 0,1-1 0 0,-14 3 0 16,21-1 0-16,-11-2 0 0,0 2 0 0,3-1 0 16,-1 1 0-16,-12-1 0 0,17 1 0 0,-12 1 0 15,1-1 0-15,-2 2 0 0,4-2 0 16,-11 2 0-16,12-2 0 0,-8 1 0 0,0 1 0 0,-11-5 0 15,18 5 0-15,-13-2 0 16,13 0 0-16,-17-1 0 0,7 1 0 0,10 2 0 16,-9-3 0-16,-9 1 0 0,20 2 0 0,-9-1 0 15,-12-3 0-15,9 2 0 0,-1-1 0 0,2 0 0 16,9 2 0-16,-6-3 0 0,-1 2 0 0,-11 0 0 16,9-1 0-16,-3-1 0 0,1 2 0 0,-2-2 0 15,1 0 0-15,1 3 0 16,-2-4 0-16,-2 3 0 0,0-3 0 0,-1 1 0 15,2 0 0-15,1 0 0 0,9-2 0 0,-15 1 0 16,6-1 0-16,-1 0 0 0,1 0 0 0,-1 2 0 16,-1-2 0-16,4 0 0 0,-2 2 0 0,0-2 0 15,-2 3 0-15,-6-2 0 0,-2 0 0 0,-9 4 0 16,8-4 0-16,-6 4 0 0,-2-1 0 0,-2-1 0 16,-8-1 0-16,3 2 0 0,-4 0 0 0,-4-1 0 15,1 1 0-15,-3-1 0 0,-3 2 0 0,-5-4 0 16,-1 0 0-16,-2 4 0 0,-3-5 0 0,-4 2 0 15,-4 0 0-15,-5-2 0 16,-1 0 0-16,-6 0 0 0,1 0 0 0,-6 0 0 16,-1 0 0-16,-3 0 0 0,0 0 0 0,-2 0 0 15,0 0 0-15,0 0 0 0,0 0 0 0,-8 0 0 16,-7 0 0-16,0 3-474 0,2 14-245 0,9 6 335 16,4 13 167-16</inkml:trace>
  <inkml:trace contextRef="#ctx0" brushRef="#br0" timeOffset="567.01">26023 4514 1365 0,'-25'-16'0'0,"1"5"0"0,4-1 0 0,-1 1 0 0,2-1 0 0,3-1 0 0,0 0 0 0,2-2 0 0,4 4 0 0,4 2 0 0,2-1 463 15,0 3-207-15,4 3-105 0,0 0-39 0,0 0 225 16,0 2-145-16,12 1-71 0,10 1-37 0,5 0 41 16,10 0-26-16,14 0-12 0,13 7 73 0,5 1-56 15,6 2 0-15,20-2-57 0,-5 0 62 0,26 1-94 16,16-2-15-16,-3-2 0 0,6-2 0 0,4 1 0 16,14-1 0-16,2-2 0 15,7 1 0-15,-1 0 0 0,25-1 0 0,-36 1 0 0,14 0 0 16,20 2 0-16,-36-2 0 0,11 0 0 15,-4 1 0-15,5-3 0 0,-8 4 0 0,-4 0 0 16,-3 2 0-16,0-3 0 0,-8 5 0 0,-17-3 0 16,26 3 0-16,-22 0 0 0,-3 1 0 0,-24-2 0 15,1 3 0-15,-6 0 0 0,7 1 0 0,-25-3 0 16,-4 1 0-16,-5-2 0 0,-13 0 0 0,-9 1 0 16,-3-3 0-16,-9 1 0 0,-12-3 0 0,-3-2 0 15,-7 2 0-15,-4-2 0 0,-2-1 0 0,-1 0 0 16,-2 0 0-16,0 0 0 15,0 0-19-15,0 0-603 0,0 0 293 0,0 0 141 16,-14 2-645-16,-16 3 393 0,-24 1 196 0</inkml:trace>
  <inkml:trace contextRef="#ctx0" brushRef="#br0" timeOffset="1514.16">3679 6295 1691 0,'-33'-34'-3'0,"9"17"1"0,-4 8 2 0,1 5 0 0,-1 0 0 0,3 3 0 0,-1-2 0 0,1 1 0 0,3 1 0 0,0-1 0 0,7 0 234 0,2 0-98 0,6 2-41 16,-1 0 273-16,6 0-157 0,-3 0-79 16,5 0 152-16,0 0-122 0,0 0-55 0,10 0 1 0,5 0-104 0,10 0-1 15,8 0 64-15,15 0 109 0,12 0-61 0,2 0-72 16,5 0-43-16,12-7 0 0,7-4 0 0,14-7 0 16,-2 0 0-16,9-1 0 0,2 0 0 0,3-3 0 15,7 3 0-15,16-3 0 0,-6 1 0 16,-4 3 0-16,0-2 0 0,0 1 0 15,-13 3 0-15,29-1 0 0,-19 0 0 0,3 2 0 16,0 2 0-16,5-2 0 0,-9 4 0 0,26-3 0 16,-14 3 0-16,7-1 0 0,4 3 0 0,-3-1 0 15,-14 6 0-15,36-4 0 0,-13 1 0 0,0 1 0 16,-2-1 0-16,4 4 0 0,6-1 0 0,-5 0 0 16,0 0 0-16,4 2 0 0,3 1 0 0,-6 0 0 15,0 1 0-15,7 0 0 0,18 0 0 16,-34 0 0-16,21 0 0 0,4 0 0 15,20 0 0-15,-19 0 0 0,6 0 0 0,4 0 0 16,0 0 0-16,-19 0 0 0,40 0 0 0,-18 0 0 16,0 0 0-16,1 1 0 0,0 2 0 0,-21-1 0 15,39 0 0-15,-15 2 0 0,-10 0 0 0,3-1 0 16,-1 1 0-16,-15 0 0 0,42 1 0 0,-18-4 0 16,-1-1 0-16,-6 1 0 0,1-1 0 0,-18 0 0 15,32 0 0-15,-19 0 0 0,4 0 0 0,-5 0 0 16,-5 0 0-16,-27 0 0 0,19-1 0 15,-11 0 0-15,-11-2 0 0,-8 3 0 16,-9-2 0-16,-20 1 0 0,-4 1 0 0,-21 0 0 16,-6 0 0-16,-17 0 0 0,-6 0 0 0,-17 0 0 15,-8 0 0-15,-11-3 0 0,-3 3 0 0,-9 0 0 16,-1 0 0-16,-2 0 0 0,0-1 0 0,-5-2 0 16,-24 2 0-16,-18 1 0 15,-19 0-264-15,-31 26-164 0</inkml:trace>
  <inkml:trace contextRef="#ctx0" brushRef="#br0" timeOffset="3392.28">9803 6699 2700 0,'-4'-6'0'15,"2"1"0"-15,-1-1-1 0,-1 2 1 0,-3 0 0 0,3 2-1 0,-2 1 1 0,0-2 0 0,-1 3 0 0,-4 0 0 0,-1 4 91 0,-3 13-26 0,-3 8 109 16,-2 8-72-16,-2 8-32 0,-4 12 0 0,3 7 170 15,0 10-100-15,5 5-41 0,1 3-36 0,4-2 56 16,4-1-119-16,7-5 0 0,2-16 0 0,0 4 0 16,9-5 0-16,9-7 0 0,7-6 0 0,1-3 0 15,1-6 0-15,3-5 0 0,0-2 0 0,0-3 0 16,0-2 0-16,0-5 0 0,-8-4 0 0,8-2 0 16,-4-1 0-16,-6-2-94 0,1-4-347 15,-3-1 201-15,-1 0-533 0</inkml:trace>
  <inkml:trace contextRef="#ctx0" brushRef="#br0" timeOffset="3641.53">9978 6907 3931 0,'-21'-1'0'0,"10"1"0"0,3 0 0 0,5-3 0 0,1 1 0 0,2 2 0 0,0-2 0 0,2 1 0 0,12-1 0 0,13-6 0 16,7 3 0-16,8-3 0 0,2-2 0 0,3 1 0 0,5 2 0 0,1-3 0 15,-1 1 0-15,-3 0 0 0,-1 0 0 0,-2 1 0 16,-10 2 0-16,4 0 0 16,-6 2-502-16,-4-2-9 0,-8-1 241 0,-3 0-644 15,-2-1 439-15,-6-3 219 0</inkml:trace>
  <inkml:trace contextRef="#ctx0" brushRef="#br0" timeOffset="3826.79">10514 6582 3122 0,'-23'-7'0'0,"2"4"0"0,0 2 0 0,4 0 0 0,2 1 0 0,8 0 0 0,1 0 0 0,3 0 0 0,3 0 0 0,1 0 0 16,12 0 229-16,13 1-96 0,1 3 269 16,1 3-357-16,4-1-45 0,0-1 0 0,0 2 0 0,-2 0 0 0,-5-2 0 15,1 4 0-15,-8 1 0 16,-2 1-35-16,-5 3 23 0,-10 2-226 0,-1 5 146 15,-1 4 59-15,-19 4-580 0,-8 3 291 0,1 1 128 16,-3-4 79-16,2 0-329 0,-8 4 208 0,6-2 100 16,7-4 50-16</inkml:trace>
  <inkml:trace contextRef="#ctx0" brushRef="#br0" timeOffset="4249.1">10362 7318 2831 0,'5'6'0'0,"-2"-2"0"0,-1-3 0 0,0 2 0 0,-2-3 0 0,0 0 0 0,0 0 0 0,0-10 0 0,0-4 0 16,0 2 0-16,0-6 127 0,0-2-32 0,0 0-29 0,0-6 0 0,0 0-30 0,0 7-33 15,-2-8-9-15,-5 8 42 0,-5-1 1 0,1 3 40 16,-3 3 1-16,0 7-33 0,-3 1 211 0,-5 6-111 16,-3 0-106-16,2 10-39 0,-3 9 0 15,-1 12 0-15,-3 8 0 0,7 3 0 16,2 3 0-16,3 0 0 0,7-1 0 0,10-9 0 15,1 7 0-15,0-6 0 0,1-3 0 0,12-5 0 16,5-2 0-16,-4-7 0 0,9 0 0 0,-6-6 0 16,10-3 0-16,-4-7 0 0,2-3 0 0,1 0 0 15,1-10 0-15,-1-10 0 0,-3-6 0 0,-1-3 0 16,1-6 0-16,-9 4-36 0,5-11-46 0,-9 10 25 16,1-3-4-16,-5 6 18 0,-3 8 6 0,-1 6-8 15,-2 0 268-15,0 6-130 16,0 3-64-16,0 4-33 0,0 2 24 0,-7 0-20 15,2 15 0-15,1 5 0 0,-1 0 0 0,4 6 0 16,1-3 0-16,0 5 0 0,0-2 0 0,0 1 0 16,6-3 0-16,3-1 0 0,0-3 0 0,3 0 0 15,-1 0 0-15,2-4 0 16,-1 1-46-16,0-5-26 0,4-5-827 0,-2-1 435 0,4-6 214 16,5 0-684-16</inkml:trace>
  <inkml:trace contextRef="#ctx0" brushRef="#br0" timeOffset="4419.42">10718 7239 3931 0,'-9'-1'0'0,"3"1"0"0,1 0 0 0,2 0 0 0,3 0 0 0,0 0 0 0,3 0 0 0,18 0 0 0,6 0 0 0,7 0 0 0,8 0 0 0,0 0 0 0,1-3 0 16,-1 2 0-16,1-3 0 15,-8 2 0-15,5 0 0 0,-4 0 0 0,-7 0-172 16,-6 1-190-16,0-2 199 0,-10 2 109 0,-3-1-1026 15,-1 2 522-15</inkml:trace>
  <inkml:trace contextRef="#ctx0" brushRef="#br0" timeOffset="4589.42">11005 6785 3931 0,'-8'-8'0'0,"7"6"0"0,-3 2 0 0,2 0 0 0,2 2 0 0,0 16 0 0,0 4 0 0,0 8 0 0,2 9 0 0,2 9 0 0,-1 15 0 15,-3 1 0-15,0 8 0 0,0 2 0 0,0 4 0 16,-2-4 0-16,-1 5 0 0,1 0 0 0,-2 13 0 16,-1-2-506-16,0-5-14 0</inkml:trace>
  <inkml:trace contextRef="#ctx0" brushRef="#br0" timeOffset="5192.99">11574 7003 2137 0,'-21'-6'0'0,"3"3"0"0,1-3 0 0,1-2 0 0,5-1 0 0,0-1 0 0,8 3 0 0,1-2 0 0,2-1 0 0,4 1 0 0,12-3 127 16,10 4-50-16,3 0 84 0,-1 1-62 0,4 4-31 16,0 1 0-16,-6 2 12 0,6 0-43 0,-7 2 0 15,-7 8-71-15,-1 3 35 0,-2 4 0 0,-7 0-77 16,-4 3 52-16,-4 5 31 0,0-1-1 16,-6 2 27-16,-11 1-14 0,-2 1-39 0,1-5 38 15,-3 0 199-15,4-5-96 0,0-2-53 16,1-1 5-16,9-5 80 0,2-1-59 0,1-1-23 15,4-1 65-15,0-1-50 0,5 2-15 0,16-1-107 16,4 1 36-16,3-1 0 0,4 3 37 0,2-1-115 16,0 2 67-16,-3 0 19 0,-2 5 0 0,-6-1-105 15,-5-1 61-15,-3 4-1 0,-4 0 28 0,-5 3 69 16,-6 0-28-16,0 3-29 16,-6-4 142-16,-11 3-115 0,-5 0-30 0,-4-1 0 0,-3-2 0 0,-3 0 0 15,0-3 0-15,-1-3 0 16,1-2 0-16,2-1 0 0,2-3 0 0,7-5 0 15,-2-1 0-15,6-2 0 0,2 0 0 0,8-4-573 16,3-18 77-16,4-14 210 0,7-7-382 0</inkml:trace>
  <inkml:trace contextRef="#ctx0" brushRef="#br0" timeOffset="5356.33">12100 6934 3379 0,'0'-2'0'0,"0"2"0"0,4 0 0 0,3 0 0 0,3 0 0 0,5 0 0 0,4 3 0 0,1-2 0 0,3 2 0 0,5-3 0 0,4 2 263 0,1-2-114 0,3 0-55 16,0 0-48-16,2 0-390 0,-3 2 176 0,-1-2 103 15,-4 0-791-15,-7 0 427 0,-1 0 213 16,-1 0-659-16</inkml:trace>
  <inkml:trace contextRef="#ctx0" brushRef="#br0" timeOffset="5583.11">12405 6727 2682 0,'-16'-2'0'0,"9"2"0"0,-1 0 0 0,5 0 0 0,3 0 0 0,0 0 0 0,9 0 0 0,16 2 0 0,-1 2 0 0,6-1 0 0,0 1 194 16,2-1-83-16,2 3 281 0,0 0-178 0,-1-2-89 0,-1 1-59 0,-7 1 8 16,5 1-37-16,-10 1-196 15,-1 1 98-15,-4 1 49 0,-2 1 24 0,-7 0-311 16,-3 3 162-16,-3 1 88 0,0 2 20 0,-7 3-191 15,-8-1 35-15,0-2 79 0,-8 6-31 0,0-5-214 16,0 1 157-16,-2-1 78 0,-1-1-387 0,1 0 224 16,1 1 126-16,0-4-324 0</inkml:trace>
  <inkml:trace contextRef="#ctx0" brushRef="#br0" timeOffset="5923.04">12352 7183 2320 0,'-6'12'0'0,"3"-1"0"0,-3 1 0 0,4 0 0 0,-2 5 0 0,0 0 0 0,2 5 0 0,0 0 0 0,-1 5 0 0,1 2 0 0,0 1 526 0,0 0-250 0,-1 2-119 16,1-3-60-16,0 1 26 0,-3 1-44 0,4-9 10 16,-3 1-52-16,2-5-43 0,2-6 0 0,-2-3 43 15,2-1-162-15,0-7 89 0,-2 1 33 0,2-2-1 16,0-3-60-16,0-13 51 0,0-4 25 0,4 1-113 16,8-7 53-16,1 5-13 0,-1 5 27 0,4-3 121 15,0 1-47-15,4 7-25 16,1 2 3-16,-1 2 99 0,1 5-56 0,0 2-3 15,-2 0 120-15,1 3-73 0,-3 11-105 0,-1 5 0 16,-2 2 0-16,-7 4 0 0,-3 1 0 0,-2 5 0 16,-2-2 0-16,0 2 0 0,-6-3 0 0,-6 0 0 15,0-8 0-15,-7 4 0 0,-1-8 0 16,-1-2 0-16,-4-4 0 0,7-5 0 0,-7-2 0 0,2-3 0 16,2 0 0-16,0 0 0 0,3-2 0 15,4-7 0-15,2-4 0 0,6-6 0 16,4-6-270-16,2-4 64 0,6-7 85 0,15 1-800 15,4 4 433-15,10-5 230 0</inkml:trace>
  <inkml:trace contextRef="#ctx0" brushRef="#br0" timeOffset="6363.7">13167 6775 2782 0,'-2'-5'0'0,"2"2"0"0,0-2 0 15,0 2 0-15,0 1 0 0,10 1 0 0,2 1 0 0,8 0 0 0,6 0 0 0,0 3 0 0,2 10 73 0,2 5 415 0,0 4-218 0,2 7-122 0,-6 3 22 0,-3 4-170 16,-2 4 0-16,-7-3 0 0,0 13 0 16,-8-1 0-16,-5 2 0 0,-1 2 0 15,0 1 0-15,-11 2 0 0,-11 6 0 0,3-13 0 16,-6 4 0-16,1-5 0 0,-2-2 0 0,5-8 0 15,-7 2 0-15,7-13 0 0,-1-1 0 0,-1-3 0 16,4-8 0-16,1-2 0 16,0-1 0-16,2-5 0 0,2-2 0 0,2 0-9 0,4-2-256 0,0-3 114 15,4 3 52-15,4-3-630 0,0 0 348 0,0 0 172 16,6-5 87-16,15-8-338 0</inkml:trace>
  <inkml:trace contextRef="#ctx0" brushRef="#br0" timeOffset="6561.8">13775 7195 3931 0,'-3'-5'0'0,"3"5"0"0,-2 0 0 0,2 0 0 0,0 0 0 0,0 0 0 0,0 0 0 0,2 0 0 0,7 0 0 0,2 3 0 0,0 1 0 15,5 3 0-15,-2-2 0 0,2 3 0 0,-3-1 0 16,0 2 0-16,0-4 0 0,-4 2 0 0,1-1 0 15,-2-1 0-15,-1-1 0 0,-3 0 0 0,-1 0-829 16,-1 3 160-16</inkml:trace>
  <inkml:trace contextRef="#ctx0" brushRef="#br0" timeOffset="7352.63">14752 6785 1746 0,'-5'-8'0'0,"-3"3"0"0,0 0 0 16,1-2 0-16,0 4 0 0,-3 2 0 0,0-2 0 0,0 3 0 0,0 0 0 0,-1 7 0 0,-4 10 119 0,3 8 161 0,-2 8-126 0,0 7-58 16,1 5-29-16,0 7 214 0,1 12-121 0,5-9-52 15,4 6-39-15,3-1 231 0,0-7-130 0,1 2-67 16,10-7 45-16,5-9-45 0,7 4-76 0,-5-13-27 15,6 1 0-15,1-4 0 0,1-3 0 0,0-5-161 16,0-2 37-16,-1-6 81 0,-4-1 41 0,-1-5-600 16,-1-1 301-16,0-4 77 0,-2 0 104 0,-2-1-488 15,0-9 285-15,-2-5 143 0,4-6-396 0</inkml:trace>
  <inkml:trace contextRef="#ctx0" brushRef="#br0" timeOffset="7753.44">14959 6807 2567 0,'-17'-7'0'0,"8"5"0"0,5 2 0 0,2 0 0 0,0 0 0 0,2 0 0 0,0 0 0 0,6 0 0 0,8-1 0 0,7-1 0 0,6-1 109 0,5 1 159 0,3 0-115 16,2-3-59-16,4 4-87 0,3-6-10 15,-3 4 40-15,3-2 0 0,-10-2-106 0,3 4 53 16,-9-1 35-16,6 0-87 0,-13 2 52 0,-1 1 26 15,-4-2 1-15,-6 1-16 0,-2 1-30 0,-4-1 23 16,-2 0-33-16,0 2 190 0,-2-2-81 0,0 1-30 16,0-1 401-16,0 0-225 0,-2 0-210 0,-1 0 0 15,-2 0 0-15,1 0 0 0,1 2 0 0,1 0 0 16,-2 0 0-16,2 0 0 0,1 0 0 0,1 0 0 16,0 8 0-16,0 4 0 15,0 6 0-15,0 0 0 0,0 7 0 0,0 1 0 16,0 2 0-16,0 7 0 0,0 8 0 0,0-3 0 15,0 7 0-15,0 2 0 0,0 2 0 0,0 0 0 16,1-1 0-16,5-1 0 0,1-2 0 0,3-6 0 16,-3-5 0-16,4 0 0 0,-1-2 0 0,0-6 0 15,-3-6 0-15,0 1 0 0,-2-8-169 0,0-2 70 16,-3-3 31-16,0-5-5 0,-2-3 0 0,0 1 36 16,0-3-9-16</inkml:trace>
  <inkml:trace contextRef="#ctx0" brushRef="#br0" timeOffset="7790.54">15529 7568 369 0,'-3'-11'0'0,"1"-6"0"0,2 1 0 0,0-7 0 0</inkml:trace>
  <inkml:trace contextRef="#ctx0" brushRef="#br0" timeOffset="8030.8">15896 6752 3550 0,'-7'-3'0'0,"5"1"0"0,0 2 0 0,2 0 0 0,0 0 0 0,0 0 0 15,7 0 0-15,11-1 0 0,5-2 0 0,7 1 0 0,2 1 89 0,14-5 173 0,-3 3-232 0,-6-3-30 16,12-2 0-16,-3 2 0 0,-3 1 0 0,-6 1 0 16,-2 2 0-16,-4 1-59 0,0-2-132 0,-8 2 114 15,-4-1 58-15,-6 2-851 0,-2 0 426 0,-3-2 146 16,-4 2-509-16,-2-2 385 0</inkml:trace>
  <inkml:trace contextRef="#ctx0" brushRef="#br0" timeOffset="8154.01">16333 6563 2619 0,'-9'-2'0'0,"6"1"0"0,-1-2 0 0,2 2 0 0,2 1 0 0,0 0 0 0,13-2 0 0,10 2 0 0,-1 0 0 0,7 0 0 0,-4 0 342 15,2 0-153-15,1 3-75 0,-2 5-39 0,-5-1 236 16,1 3-141-16</inkml:trace>
  <inkml:trace contextRef="#ctx0" brushRef="#br0" timeOffset="8220.36">16516 6826 374 0,'-29'33'0'0,"-1"-2"0"0,2 5 0 0</inkml:trace>
  <inkml:trace contextRef="#ctx0" brushRef="#br0" timeOffset="8641.26">16328 7298 2393 0,'3'1'0'0,"-1"-1"0"0,0 0 0 0,0-1 0 0,1-12 0 0,0-1 0 0,1-3 0 0,0-2 0 0,1-1 0 0,-1 0 0 0,-1-3 182 0,-1 0-77 16,0 1-34-16,-2-1 7 0,0 0-41 0,0-1 0 16,0 3 10-16,-7 1 22 0,-4 4-32 0,-1 2 0 15,-3 5 0-15,1 4 65 0,-5 4-24 0,-4 1-8 16,0 1 150-16,-1 17-91 0,0 4-46 0,-6 11-1 15,5-2-45-15,-7 11-37 0,9 2 0 0,5 0 0 16,6-1 0-16,7-1 0 0,5-4 0 0,0 1 0 16,2-4 0-16,10-3 0 0,4-4 0 0,3-6 0 15,-1-5 0-15,7 1 0 0,-6-9 0 16,3-4 0-16,4-5 0 0,-1 0 0 16,-4-2 0-16,7-15 0 0,-3-3 0 0,-3-4 0 15,-1-5 0-15,-2-3 0 0,-1 1 0 0,-3-3-54 16,-4 0-28-16,-2 2 1 0,0 0 44 0,-4 3 44 15,-3 11-8-15,0 0-36 0,-2 8 322 0,0 0-285 16,0 5 0-16,-2 4 0 0,-3-2 0 0,-2 3 0 16,0 4 0-16,1 11 0 0,5 2 0 15,-3 7 0-15,4-3 0 0,0 8 0 0,0-2 0 0,2 0 0 16,7-1 0-16,3-2 0 0,0-3 0 16,3 3 0-16,2-5 0 0,-4-2 0 15,6 2 0-15,-3-4 0 0</inkml:trace>
  <inkml:trace contextRef="#ctx0" brushRef="#br0" timeOffset="8659.29">16570 7525 370 0,'19'15'0'0</inkml:trace>
  <inkml:trace contextRef="#ctx0" brushRef="#br0" timeOffset="10140.84">16737 7195 3399 0,'-11'0'0'0,"7"0"0"0,3 0 0 0,1 0 0 0,0 0 0 0,0 0 0 0,0 0 0 0,1 0 0 0,10 0 0 0,7 0 0 0,4 2 285 0,7-2-128 0,1 0-67 0,11 0-90 15,-4 0 0-15,-1 0 0 0,1-2 0 0,1 0 0 16,-4-2 0-16,-1 1 0 0,-10 2 0 0,3-1 0 16,-5 1 0-16,-4 1 0 0,-4 0 0 0,-4 0 0 15,-1 0 0-15,-3 0 0 0,-3 0 0 16,0 0-126-16,-2 0 48 0,0 0-478 16,0 0 259-16,0 0 131 0,0 0-194 0,0 0 167 15,0 0 78-15,0 0-586 0</inkml:trace>
  <inkml:trace contextRef="#ctx0" brushRef="#br0" timeOffset="10531.67">17610 6746 3365 0,'0'0'0'0,"0"7"0"0,-1 2 0 0,-5 4 0 0,0 2 0 0,-3 4 0 0,1 0 0 0,-3 6 0 0,1 0 0 0,0-4 0 0,-2 8 260 0,1-5-111 0,2-4-1 15,-1 2-139-15,4-6-9 0,2-6 0 0,3-1 0 16,-1-2 0-16,0-3 0 0,2-2 0 0,0-2 0 16,0 0 0-16,4 0 0 0,5-2 0 0,4-3 0 15,2-5 0-15,1 3 0 0,0-1 0 0,1 2 0 16,1 2 0-16,3 1 0 16,-1 1 0-16,0 2 0 0,4 0 0 0,-1 0 0 15,2 12 0-15,-4 1 0 0,2 2 0 0,-4 2 0 16,4 3 0-16,-5 3 0 15,-2 0 0-15,-3 2 0 0,-4 2 0 0,-3-4 0 0,-4 5 0 0,-2-2 0 16,0 1 0-16,-2-2 0 16,-12 0 0-16,0-4 0 0,-7 2 0 0,0-3 0 15,-1-4 0-15,-1 0 0 0,-3-5 0 0,-2 0 0 16,-1-1 0-16,1-3 0 0,0-1 0 0,0-4 0 16,0-1 0-16,6-1 0 0,-7 0 0 0,8 0 0 15,1-1 0-15,1-14 0 0,4-5-235 0,5-5-241 16,10-10 225-16,0-4-922 0</inkml:trace>
  <inkml:trace contextRef="#ctx0" brushRef="#br0" timeOffset="10683.37">17609 6914 3194 0,'1'-7'0'0,"3"3"0"0,2 2 0 0,-5-1 0 0,5 1 0 0,0 0 0 0,3 2 0 0,2 0 0 0,5 0 0 0,0 0 0 0,2 0 308 0,2 0-136 0,1 0-58 16,0 0-177-16,1 0 50 0,2 5 25 0,1-1-735 15,-1 0 380-15,-3 0 199 0,5 1 86 16,2-1-956-16</inkml:trace>
  <inkml:trace contextRef="#ctx0" brushRef="#br0" timeOffset="10876.34">18145 6743 3593 0,'-10'-3'0'0,"8"1"0"0,2 2 0 0,0 0 0 0,0 0 0 0,0 0 0 0,9-2 0 0,8 0 0 0,3 1 0 0,8-1 0 0,2-2 121 0,4 0 96 0,2-2-217 0,0 3 0 16,0-1 0-16,-4 0 0 0,0 2 0 15,-2 0 0-15,-6 2 0 0,-2 0 0 16,-1 0 0-16,-5 0 0 0,-6 0-876 0,1 0 359 16,-1 0 265-16,1 6-16 0</inkml:trace>
  <inkml:trace contextRef="#ctx0" brushRef="#br0" timeOffset="11112.27">18506 6563 3267 0,'-5'-2'0'0,"1"1"0"0,4-2 0 0,0 2 0 0,2-1 0 0,16 0 0 0,7 0 0 0,1 2 0 0,4 0 0 0,4 0 0 0,2 0 150 0,7 4 277 0,-11 2-340 0,4 1-87 15,-4 4 0-15,-4-1 0 0,-6 2 0 0,1-2 0 16,-8 3 0-16,-4 0 0 0,-7 1 0 0,-4 1-54 15,0 2 2-15,-9 1 40 0,-11-1 24 0,-4 2-482 16,-2 1 138-16,-2-3 149 0,-6 2 53 0,-4 4-250 16,3-4 173-16,-3 0 84 0,3-1-346 0,5 1 215 15,-6 2 100-15,6-3 63 0,5 2-331 16,10-4 192-16,0-1 97 0</inkml:trace>
  <inkml:trace contextRef="#ctx0" brushRef="#br0" timeOffset="11514.45">18461 7033 1664 0,'6'0'0'0,"1"0"0"0,-1 0 0 0,-1 0 0 0,-1 0 0 0,-2-2 0 0,0 0 0 0,0 2 0 0,-2-2 0 0,0 2 0 0,0 0 149 0,0 0 471 0,0 0-282 16,0 0-155-16,-4 9-73 0,-2 1 464 0,3 1-281 15,-1 2-293-15,-1 3 0 0,3 4 0 0,0 1 0 16,0-1 0-16,2 3 0 0,0 2 0 16,0 1 0-16,0-2 0 0,0 2 0 0,0 1 0 15,0-3 0-15,0-1 0 0,0 3 0 0,-3-6 0 16,-2 3 0-16,-1-2 0 0,1-4 0 0,0-1 0 15,-1-4 0-15,0-2 0 0,4-5 0 0,-2-4 0 16,1 2 0-16,1-3 0 0,0 0 0 0,2-8 0 16,0-8 0-16,2-7 0 0,7 0 0 15,5 4 0-15,4-7 0 0,1 3 0 16,2 3 0-16,2 1 0 0,2 4 0 0,-4 6 0 16,7 1 0-16,-3 4 0 0,-1 3 0 0,0 1 0 15,1 0 0-15,-4 6 0 0,1 11 0 0,-5 1 0 16,-4 2 0-16,-1 1 0 0,-7 3 0 0,-3-3 0 15,-2 7 0-15,0-3 0 0,-6 0 0 0,-11-1 0 16,-3-2 0-16,-3-1 0 0,-3-4 0 0,-1-2 0 16,-1-4 0-16,0-2 0 0,2-3 0 15,0-2 0-15,-6-4 0 0,6 0 0 16,-1 0 0-16,6 0 0 0,3-6 0 0,1-7 0 16,4-8 0-16,9-2 0 0,4-16 0 0,0-2-1199 15,15-6 573-15</inkml:trace>
  <inkml:trace contextRef="#ctx0" brushRef="#br0" timeOffset="11720.01">19137 6696 3931 0,'17'0'0'0,"4"3"0"0,1 6 0 0,3 4 0 0,-2 4 0 0,1 4 0 0,0 8 0 0,2 4 0 0,-1 2 0 0,-4 5 0 0,-1 3 0 0,-5 6 0 16,-2 1 0-16,-6 3 0 0,-6-1 0 0,-1 3 0 0,-10 0 0 0,-8-2 0 15,-10-3 0-15,0-2 0 0,-4 0 0 16,-2-4 0-16,-3 6 0 0,-9-1 0 0,3-6 0 0,-6-4 0 16,-4-2-259-16,-5 0-215 15,-4 0 209-15,-2 0-457 0</inkml:trace>
  <inkml:trace contextRef="#ctx0" brushRef="#br0" timeOffset="16282.16">19808 6974 3124 0,'-2'0'0'0,"0"0"0"0,2 0 0 0,-2 0 0 0,2 0 0 0,0 0 0 0,0 0 0 0,11 0 0 0,6 0 0 0,4 0 0 0,3 0 261 0,3 0-111 0,-1 0-57 16,2 0 210-16,-5 0-303 16,9 0 0-16,-6 0 0 0,0 3 0 0,-2 0 0 15,-1 2 0-15,0-2 0 0,-1 3 0 0,-1-5 0 16,-2 1 0-16,-3 1 0 0,-2-3 0 0,-3 0 0 16,-4 1 0-16,2-1 0 0,-6 0 0 0,-1 0-242 15,0 0-167-15,0 0 158 0,-2 0 112 0,0 2-659 16,-2 5 380-16</inkml:trace>
  <inkml:trace contextRef="#ctx0" brushRef="#br0" timeOffset="16525.82">19933 7324 3931 0,'-21'0'0'0,"5"0"0"0,7 0 0 0,1 0 0 15,6 0 0-15,2 0 0 0,0 0 0 0,0 0 0 0,0 0 0 0,12 0 0 0,8 0 0 0,8 0 0 0,2 0 0 0,4-2 0 0,1 0 0 16,0-1 0-16,2-3 0 16,-1 2 0-16,1 0 0 0,-1 0 0 0,-1 3 0 15,-4-1 0-15,-7 0 0 0,3-1 0 0,-5 3 0 16,-2 0 0-16,-6 0 0 0,-5 0 0 0,1 0 0 16,-4 0 0-16,-3 0 0 0,-1 0 0 0,0 0 0 15,-2 0 0-15,0 0 0 0,0 0 0 0,0 0-77 16</inkml:trace>
  <inkml:trace contextRef="#ctx0" brushRef="#br0" timeOffset="16557.91">20433 7288 374 0</inkml:trace>
  <inkml:trace contextRef="#ctx0" brushRef="#br0" timeOffset="16950.21">21091 6967 3215 0,'-7'-3'0'0,"-3"0"0"0,-1 2 0 0,2-3 0 0,-3 2 0 0,3 0 0 0,1 2 0 0,3 0 0 0,-2 0 0 0,4 0 0 0,-1 9 279 0,2 2-121 0,0 7 34 15,2-1-105-15,0 7-87 0,0 1 0 0,0 1 0 16,4 0 0-16,5 4 0 0,3-1 0 0,1-1 0 16,4-1 0-16,0 0 0 0,4-1 0 0,0-3 0 15,-2-7 0-15,8 6 0 0,-2-4 0 0,1-4 0 16,0-2 0-16,1-2 0 0,-5-6 0 0,10-3 0 15,-2-1 0-15,-2 0 0 0,2-9 0 0,2-10 0 16,0-3 0-16,1-9 0 16,-4 0 0-16,-3-1 0 0,-7 2 0 0,0-6 0 15,-4 0 0-15,-4-7 0 0,-7 4 0 0,-3-1 0 16,-1-1 0-16,0 1 0 0,-9 8 0 0,-5 1 0 16,-5 4 0-16,-4 5 0 0,-4 5 0 0,-5 6 0 15,1 5 0-15,-12 4 0 0,4 2 0 0,-3 9 0 16,1 8 0-16,0 6 0 0,4 0 0 0,-7 8 0 15,8 2 0-15,10-7 0 0,1 4 0 16,7 0 0-16,8-4 0 0,4 6 0 0,6-4 0 16,0-1-516-16</inkml:trace>
  <inkml:trace contextRef="#ctx0" brushRef="#br0" timeOffset="16966.25">21082 7206 374 0</inkml:trace>
  <inkml:trace contextRef="#ctx0" brushRef="#br0" timeOffset="18886.02">9925 8629 2321 0,'-13'-9'0'0,"4"7"0"0,-3 2 0 0,3 0 0 0,-5 0 0 0,0 0 0 0,-2 9 0 0,0 8 0 0,-2 4 0 0,0 7 0 0,-5 11 459 0,1 16-210 0,3 3-105 0,4-2 244 15,0 14-180-15,10-16-84 0,0 4-86 16,5-4-38-16,5-10 0 0,12-8 0 16,9 4 0-16,6-13 0 0,1-1 0 0,3-4 0 15,4-4 0-15,-6-5 0 0,3 0 0 0,0 1 0 16,1-4 0-16,-6-2 0 0,-2 1-85 0,-6-7 61 16,1 0-882-16,-2-2 434 0,-3 0 217 0,-3-4-530 15</inkml:trace>
  <inkml:trace contextRef="#ctx0" brushRef="#br0" timeOffset="19068.06">10081 8658 3749 0,'-10'-6'0'0,"9"4"0"0,-1 0 0 0,2 0 0 0,0 0 0 0,0-3 0 0,7-3 0 0,16-3 0 0,2-1 0 0,3 1 0 0,2-2 182 0,5 4-182 0,1-1 0 16,-1 2 0-16,1 5 0 0,0 1 0 0,0 0 0 15,-2 2 0-15,2 0-428 16,-5 0 89-16,-1 4 189 0,0 2 94 0,-3-4-1054 0</inkml:trace>
  <inkml:trace contextRef="#ctx0" brushRef="#br0" timeOffset="19260.87">10496 8385 2586 0,'-12'-8'0'0,"7"6"0"0,-1-1 0 0,3 1 0 0,3 0 0 0,0 0 0 0,3 1 0 0,17 1 0 0,1 0 0 0,6 0 0 0,1 0 398 0,2 7-170 0,0 4-100 16,0-1-45-16,-1 3-19 0,-5 2 1 0,-1 2-27 15,-8-1 9-15,-3 2-322 0,-2 4 156 0,-8 4 79 16,-2 1-471-16,0 1 275 0,-9 0 147 0,-8 0-38 16,-1 2-565-1,-2-2 327-15,-2 4 164 0,-5 4 81 0</inkml:trace>
  <inkml:trace contextRef="#ctx0" brushRef="#br0" timeOffset="19701.29">10461 9056 1943 0,'4'7'0'0,"3"2"0"0,0-1 0 0,1-5 0 0,-1-1 0 0,1-2 0 0,-1 0 0 0,0 0 0 0,1 0 0 0,2-8 0 0,-5-2 168 0,0-3-55 0,2-2 340 16,-3-3-207-16,-3 2-105 0,1-1 58 0,-2 0-81 15,0 0-30-15,0 0-10 0,-2 2-46 0,-8-1 6 16,1 0 0-16,-4 3-11 0,-2 0 21 0,-1 2-10 15,-2 1 0-15,0 5-9 16,-3 3 9-16,0 2 0 0,-2 0-18 0,-2 7-20 16,4 10 0-16,-2 5 0 0,3 3 0 0,3 3 0 15,-1 4 0-15,7 0 0 0,4 2 0 0,3-2 0 16,4 0 0-16,0-7 0 0,2 6 0 0,7-5 0 16,4-3 0-16,4-4 0 0,1-4 0 0,0 0 0 15,3-6 0-15,2-3 0 0,-3-4 0 0,4-2 0 16,-1 0 0-16,-5-8 0 0,5-13 0 0,-2-1 0 15,-3-2-143-15,-2-5-9 16,-2 3 45-16,-3 3 25 0,-2 0 87 0,-2 2-43 16,-3 4 0-16,-3 5 323 0,1 5-161 0,-2 1-90 15,0 4-32-15,0 0 108 0,0 2-110 0,0 0 0 16,0 4 0-16,0 11 0 0,0 2 0 16,0 5 0-16,0 1 0 0,0 0 0 0,0-3 0 0,7 5 0 15,2-3 0-15,0-1 0 0,3 0 0 16,0-2 0-16,-1-5 0 0,3-1 0 0,-1 0 0 0,-1-3 0 15,-1-4-36-15,1-2-122 16,0-3 29-16,1-1-272 0,2 0 186 0,0 0 89 16,2-1-600-16,6-13 344 0</inkml:trace>
  <inkml:trace contextRef="#ctx0" brushRef="#br0" timeOffset="19948.82">11050 8924 3931 0,'-5'-2'0'0,"3"2"0"0,2 0 0 0,0 0 0 0,0 0 0 0,0 0 0 0,0 0 0 0,7 0 0 0,8 0 0 0,2 0 0 0,10 2 0 0,-1 1 0 0,6 3 0 16,0 3 0-16,3-5 0 0,1 2 0 0,-1 0 0 16,1-1 0-16,-1-1 0 0,0-2 0 0,-1 1 0 15,-4 0 0-15,-6-2 0 16,0-1 0-16,-5 0 0 0,-2 0 0 0,-7 0 0 0,-3 0 0 0,-1 0 0 15,-5 0-320-15,1 0 75 16,-2-4 94-16,0 1-553 0,-2-3 333 0,-1 3 166 16</inkml:trace>
  <inkml:trace contextRef="#ctx0" brushRef="#br0" timeOffset="20337.18">11888 8603 3105 0,'0'-11'0'0,"0"1"0"0,2-3 0 0,3 1 0 0,5 3 0 0,-3 4 0 0,1-1 0 0,-3 2 0 0,2 3 0 0,2-2 0 0,-2 3 174 0,-2 0-72 0,-1 13-32 16,-2-1 231-16,-2 6-132 0,0 7-159 0,-4-1-10 0,-5 3 0 15,-5-1 0-15,2 0 0 16,-3 1 0-16,-2-3 0 0,2-3 0 0,-4 3 0 0,5-7 0 0,-2 0 0 15,2-4 0-15,3-2 0 16,2-3 0-16,2-2 0 0,2-3 0 0,2-2 0 16,1 2 0-16,0-3 0 0,2 0 0 0,0 0 0 15,0 0 0-15,2 0 0 0,10 0 0 0,2 0 0 16,7 0 0-16,4 0 0 0,0 0 0 0,7 0 0 16,3 0 0-16,8 0 0 0,-8 0 0 0,11 0 0 15,-10 0 0-15,3 0 0 0,0 0 0 0,-4 0 0 16,0 0 0-16,-3 0 0 0,-4 0 0 0,-6 0 0 15,3 0-5-15,-8 0-157 16,-2 0 42-16,-2 0-642 0,-5 0 362 0,-1-3 181 16,-5 0 91-16,-1-6-583 0,-1-4 342 0,0 0 165 15</inkml:trace>
  <inkml:trace contextRef="#ctx0" brushRef="#br0" timeOffset="20525.41">12240 8488 3532 0,'-3'-1'0'0,"-1"1"0"0,2 0 0 0,-1 7 0 0,1 6 0 0,-2 7 0 0,4 5 0 0,0 4 0 0,0 4 0 0,0 11 0 0,0-2 158 16,0 5-61-16,0 4 47 0,-2 2-144 0,-1 2 0 0,-1 0 0 15,-2 3 0-15,0 0 0 0,1-1 0 0,1-1 0 16,2-7 0-16,2-9 0 0,0-2 0 0,0-7 0 16,0-12 0-16,0-5 0 0,2-5-24 0,5-7-686 15,3-2 336-15,3-13 165 0,-4-14-659 0</inkml:trace>
  <inkml:trace contextRef="#ctx0" brushRef="#br0" timeOffset="20720.32">12373 8648 3469 0,'0'-2'0'0,"0"0"0"0,0 2 0 0,0 0 0 0,0 0 0 0,12-1 0 0,15-3 0 0,14-4 0 0,4-2 0 0,8 2 0 0,13-4 462 0,-6 4-462 0,-8 1 0 16,6 3 0-16,-3 3 0 0,-6-2 0 0,-2 3 0 15,-10 0 0-15,1 0 0 16,-4 6 0-16,-9 2 0 0,-4-1 0 0,-3 2 0 16,-5-1 0-16,-8-2-752 0,-3 1 103 0,-2-3 305 15,0 2 153-15</inkml:trace>
  <inkml:trace contextRef="#ctx0" brushRef="#br0" timeOffset="21208.67">12994 8357 2585 0,'0'-7'0'0,"9"0"0"0,-1 4 0 0,3 0 0 0,0-2 0 0,7 4 0 0,-2 1 0 0,3 0 0 0,0 0 0 0,0 9 0 0,2 2 513 0,-3 3-242 0,-3 2-117 0,-2 1-7 15,-3 4-55-15,-4 3-26 0,-6-1 8 0,0 7-160 16,-11-2 62-16,-5 2 31 0,-5 0 0 0,-4 0-448 16,0 0 248-16,-9 4 111 15,1-6-622-15,-2-2 345 0,-2 2 100 0,-1-5 111 0,6-4-308 0,0-2 214 16,2-4 102-16,9-5-76 15,3-1 90-15,6-3 43 0,3-2-8 0,2-1 112 16,3 2-30-16,4-2 1 0,0 3-30 0,0 2 422 16,0 1-221-16,0 8-95 0,0 2 649 0,0 9-359 15,0 2-83-15,0 8 535 0,0 2-376 0,-3 10-204 16,-4-2-95-16,-4 1-10 0,2-2-125 0,-3 0 0 16,5-10 0-16,-2 3 0 15,1-2 0-15,0-8 0 0,5-6 0 0,-1-5 0 0,2-5 0 0,0-4 0 16,2-5 0-16,0-3 0 0,0 0 0 0,0-13 0 15,11-7 0-15,5-7 0 16,0 3 0-16,5-2 0 0,2 3 0 0,1 1 0 16,-1 6 0-16,5-3 0 0,-4 10 0 0,1 3 0 15,-5 4 0-15,1 2 0 0,-2 0 0 0,-2 4 0 16,-2 9 0-16,-4 1 0 0,-4 7 0 0,-3-2 0 16,-4 4 0-16,0 4 0 0,-9-3 0 0,-9 1 0 15,2-3 0-15,-3-4 0 0,-5 3 0 0,0-5 0 16,-3-3 0-16,3-2 0 15,-3-2 0-15,7-5 0 0,-4-3 0 0,1-1 0 16,2 0 0-16,4 0 0 0,2-5 0 0,6-12 0 16,3-11-707-16,6-8 214 0,0-3 227 0</inkml:trace>
  <inkml:trace contextRef="#ctx0" brushRef="#br0" timeOffset="21416.73">13497 8453 3931 0,'23'-2'0'0,"11"2"0"0,-8 6 0 0,1 3 0 0,-3 6 0 0,2 3 0 0,0 9 0 0,-1 1 0 0,-2 0 0 0,-1 11 0 0,0 5 0 0,-1 5 0 0,-5 1 0 16,-2 5 0-16,-7 1 0 0,-7 11 0 0,0-14 0 16,-10 13 0-16,-13-8 0 0,-4 0 0 15,-3-2 0-15,-5 3 0 0,1-8 0 16,-13 6 0-16,-2-3 0 0,-5-3-280 0,-7 1-272 0,-11 2 256 15</inkml:trace>
  <inkml:trace contextRef="#ctx0" brushRef="#br0" timeOffset="22387.85">14211 8890 2782 0,'-11'0'0'0,"2"0"0"0,3 2 0 0,0 1 0 0,2 2 0 0,2-2 0 0,-1 4 0 0,3-4 0 0,-2 1 0 0,2-1 0 0,0 3 278 0,0-3-124 16,0 3 30-16,0 1-73 0,4-5-36 0,-1 2 0 0,3 0-141 15,2 0 47-15,-4-2 29 0,1 1 0 0,0-1-120 16,-1-2 73-16,0 0 48 0,2 0-9 0,-2 0-453 16,-1 0 149-16,3 0 155 0,-1 0-642 15,5 0 365-15</inkml:trace>
  <inkml:trace contextRef="#ctx0" brushRef="#br0" timeOffset="23071.45">15011 8545 2294 0,'-6'-10'0'0,"3"2"0"0,-3 1 0 0,1-2 0 0,-2 1 0 0,-2 2 0 0,0 1 0 0,0 0 0 0,-5 3 0 0,2-1 0 0,-2 3 161 0,-1 0-61 16,0 8-32-16,-1 9 380 0,-5 5-210 0,1 11-100 15,2 0-50-15,1 9 308 0,2 1-396 0,6-2 0 16,-1 14 0-16,7-5 0 0,3-1 0 16,0 0 0-16,3-2 0 0,11-8 0 0,6 8 0 15,1-7 0-15,2-3 0 0,3-1 0 16,-6-6 0-16,8 0 0 0,-1-2 0 0,-3-2 0 15,3-3 0-15,-2-4 0 0,-4-5-215 0,0-2 9 16,2-4-555-16,-1-5 361 0,-3-3 182 0,6 0-602 16</inkml:trace>
  <inkml:trace contextRef="#ctx0" brushRef="#br0" timeOffset="23428.57">15278 8537 3720 0,'-16'-13'0'0,"11"11"0"0,5 0 0 0,0 1 0 0,0-1 0 0,2-2 0 0,17 1 0 0,6-4 0 0,5 3 0 0,5 2 0 0,3 1 126 0,5-1-41 0,9 2-85 0,1 0 0 16,0 0 0-16,2 0 0 0,-7 0 0 0,-2 0 0 15,-13 0 0-15,1 0 0 0,-14 0 0 16,1 2 0-16,-10-1 0 0,-3 1 0 15,-2 0 0-15,-5-2 0 0,-1 2 0 0,0-1 0 16,0 5 0-16,-7-1 0 0,-3 0 0 0,1 4 0 16,0 1 0-16,0 5 0 0,0 3 0 0,2 7 0 15,2 3 0-15,1 5 0 0,2 4 0 0,2 10 0 16,0 1 0-16,0 4 0 0,0 1 0 0,0 4 0 16,0-1 0-16,2 3 0 0,0-4 0 15,0-1 0-15,0-2 0 0,-2-1 0 0,0-11 0 0,0 10 0 16,0-12-305-16,0-3 72 15,-6-11 95-15,3-5-785 0,-2-9 432 0,-4 1 231 16</inkml:trace>
  <inkml:trace contextRef="#ctx0" brushRef="#br0" timeOffset="23634.47">15381 8975 3633 0,'-24'-3'0'0,"7"3"0"0,2 0 0 0,5 0 0 0,8 0 0 0,2 0 0 0,0 4 0 0,20 1 0 0,15-2 0 0,10-1 0 0,20 2 233 0,0-2-168 0,8-2-65 16,6 0 0-16,2 0 0 0,-2 0 0 0,-3 0 0 15,-2 0 0-15,-5-2 0 0,-14 0 0 0,2 0 0 16,-7 0 0-16,-6-1 0 0,-11-2-99 0,-3 1 7 16,-8 1-53-16,-5-3-873 0,-6 3 490 0</inkml:trace>
  <inkml:trace contextRef="#ctx0" brushRef="#br0" timeOffset="24084.31">14993 7111 2987 0,'-27'-7'0'16,"6"7"0"-16,5 0 0 0,6 0 0 0,4 0 0 0,5 0 0 0,1 0 0 0,1 0 0 0,20 0 0 0,15 0 0 0,5-2 117 0,8-1 209 0,6-1-144 0,10-2-70 15,-10 3-27-15,14 2-9 0,-3 1-37 16,-2 0-32-16,1 0-187 0,-10 4 104 0,14 8 53 16,-7 1 31-16,-2 4-991 0,1 1 512 0</inkml:trace>
  <inkml:trace contextRef="#ctx0" brushRef="#br0" timeOffset="24762.51">16114 8639 2964 0,'-25'-14'0'0,"10"14"0"0,8 0 0 0,5 0 0 0,2 0 0 0,0 0 0 16,6 0 0-16,15 0 0 0,8 0 0 0,11-3 0 0,5-1 176 0,8-6-68 0,5 5-34 0,-2-3 213 0,5 1-114 15,-4 0-72-15,-1 1-142 0,1 2 40 0,-4 0 1 16,-5 2 39-16,-8 0-522 0,-1 1 256 0,-3 1 134 16,-6 0 65-16,-7 0-875 0,-5 0 436 15,-4 0 182-15</inkml:trace>
  <inkml:trace contextRef="#ctx0" brushRef="#br0" timeOffset="24967.73">16724 8342 2593 0,'-7'-4'0'0,"3"4"0"0,3 0 0 0,1 0 0 0,0 0 0 0,5 0 0 0,11 8 0 0,9 0 0 0,0 4 0 0,3 2 0 0,2-1 162 0,0 0-52 15,-4 2 173-15,-2-3-122 0,-5 2-61 0,-1 1-30 16,-8 2-89-16,-1 1 39 0,-7 4-10 15,-2 2-262-15,0 0 146 0,-9 2 72 0,-8 1 37 16,-1-1-437-16,-3 0 225 0,1-1 115 0,-1-1-335 16,0 0 198-16,3 3 79 0,2-3 47 0,0 5-381 15,2-1 224-15</inkml:trace>
  <inkml:trace contextRef="#ctx0" brushRef="#br0" timeOffset="25367.47">16737 9094 2199 0,'0'8'0'0,"0"0"0"0,0-3 0 0,0-3 0 0,0-2 0 0,0 0 0 0,-2 0 0 0,2-2 0 0,0-8 0 0,0-3 0 0,0-3 394 0,0-3-178 16,0 1-88-16,0-2-45 0,0 2-60 0,0-1-11 15,-2 2 28-15,-5 2-108 0,-2 0 54 0,-3 2 26 16,-4 4 10-16,-3 3-25 0,-6 5-1 16,-1 1 43-16,-2 4 1 0,-5 18 37 15,4 2-21-15,-6 12-22 0,6-1 171 0,5 5-86 16,3-1-51-16,8-5 0 0,3 5 117 0,8-1-185 15,2-4 0-15,2-3 0 0,15-2 0 0,4-7 0 16,6-1 0-16,0-6 0 0,5-5 0 0,1-5 0 16,2-5 0-16,-3 0 0 0,2-3 0 0,-6-12 0 15,1-5-191-15,-4-4 45 0,-2-4 29 0,-2-2 52 16,-5-2-135-16,-2-2 85 0,-1 0 38 16,-3 2 118-16,-5 2-40 0,-1 10 1 0,-2-1-52 15,-2 4 327-15,0 8-146 0,0 1-79 0,0 5-17 16,0 0 184-16,0 3-75 0,-6 0-85 15,2 14-59-15,1 8 0 0,3 3 0 0,0-2 0 16,0 6 0-16,0 0 0 0,2-2 0 0,7 0 0 16,3-1-133-16,0-7 47 0,7 3 52 0,-4-5-691 15,3-3 343-15,1-3 172 0,1-2 85 16,-1-5-469-16,6-4 283 0,1 0 135 0,-7 0-180 0</inkml:trace>
  <inkml:trace contextRef="#ctx0" brushRef="#br0" timeOffset="25526.12">17263 9065 3283 0,'-10'0'0'0,"5"-2"0"0,-4 0 0 0,3 1 0 0,2 1 0 0,2 0 0 0,2-3 0 0,0 0 0 16,10-1 0-16,10-2 0 0,4 1 235 0,3-1-88 0,3 0-59 0,0 0-254 0,2 3 102 0,2-1 52 16,-2 0 25-16,-1 2-631 15,0 1 323-15,-3-1 168 0,0 0-745 0,-2 2 419 16,1 0 210-16</inkml:trace>
  <inkml:trace contextRef="#ctx0" brushRef="#br0" timeOffset="26455.23">18618 8569 2327 0,'-5'0'0'0,"3"0"0"0,2 0 0 0,0 0 0 0,0 0 0 0,2 0 0 0,8 0 0 0,3 0 0 0,6 0 0 0,1 0 0 0,6 0 409 0,1 0-186 0,-3 0-83 16,8 0-10-16,-2 0-46 0,-1 3 0 0,1 3-46 15,0-2-248-15,-4-2 134 0,6 2 52 0,-2-2-487 16,-3-2 275-16,0 0 137 0,-6 0 49 0,2 0-361 16,-5 0 104-16,-3 0 135 0</inkml:trace>
  <inkml:trace contextRef="#ctx1" brushRef="#br0">27796 16590 0,'0'0'0</inkml:trace>
  <inkml:trace contextRef="#ctx0" brushRef="#br0" timeOffset="33850.33">18029 8810 1883 0,'-15'-12'0'0,"1"7"0"0,4-3 0 0,-1-1 0 0,-1-1 0 0,3 1 0 0,1-1 0 0,3 0 0 0,1-2 0 0,3 1 0 0,1-3 122 0,0 1-41 16,7 0 11-16,11 0 103 0,3 0-77 0,4 2-39 15,1 1 57-15,4 4-48 0,2 3 10 0</inkml:trace>
  <inkml:trace contextRef="#ctx0" brushRef="#br0" timeOffset="34073.94">18189 8618 2732 0,'26'13'0'0,"-2"4"0"0,-3 4 0 0,-6 5 0 0,-3 4 0 0,-7 2 0 0,-3 5 0 0,-2 5 0 0,0-7 0 0,-17 12 0 0,-3-5-11 0,-5-3 0 15,-3-1 45-15,-4-1-43 0,-4-3-2 0,1-2 2 0,-4-6 196 16,8-9-90-16,-3 0-46 0,2-6 0 16,7-4 230-16,-2-1-131 0,4-4-43 0,6-2 185 0,8 0-292 15,0 0 0-15,5 0 0 16,2 0 0-16,2 0 0 0,4-5 0 0,16-3 0 16,8 1 0-16,8-5 0 0,-4 5 0 0,11-4 0 15,-2 5 0 1,3 0 0-16,-6 2 0 0,1 2 0 0,0 2 0 0,-1 0 0 0,-2 0 0 0,-1 5 0 15,-3 2 0-15,0 0-49 0,-4-1-415 0,1 1 211 16,-3-3 107-16,0-2-619 0,-4-2 352 0,1 0 192 16</inkml:trace>
  <inkml:trace contextRef="#ctx0" brushRef="#br0" timeOffset="34190.25">18763 8413 414 0,'-5'0'0'0</inkml:trace>
  <inkml:trace contextRef="#ctx0" brushRef="#br0" timeOffset="34257.44">18761 8424 3884 0,'18'8'0'0,"0"-1"0"0,5 3 0 0,3-2 0 0,3-1 0 0,4 1 0 0,3 5 0 0,8-2 0 0,-13-3 0 0,7 3 0 0,-5-2 3 0,-1 2 0 0</inkml:trace>
  <inkml:trace contextRef="#ctx0" brushRef="#br0" timeOffset="34348.18">19192 8562 3931 0,'13'7'0'0,"-4"1"0"0,-3-1 0 0,-4 1 0 0,-2 1 0 0,-4 0 0 0,-13 1 0 0,-3 3 0 0,-7-2 0 0,1 3 0 0,-4 0 0 0,-2 1 0 0,2 2 0 0,-2 0-645 16,0 4 258-16,2 0 173 0,-7 5-560 0,7-2 366 15,3-1 173-15</inkml:trace>
  <inkml:trace contextRef="#ctx0" brushRef="#br0" timeOffset="34427.9">18719 8913 414 0,'0'7'0'0</inkml:trace>
  <inkml:trace contextRef="#ctx0" brushRef="#br0" timeOffset="34518.15">18717 9072 3931 0,'0'38'0'0,"0"1"0"0,0 6 0 0,0-9 0 0,0 5 0 0,-2-5 0 0,0 0 0 0,-1-7 0 0,0-6 0 0,1-1 0 0,-2-11 0 0,3-2 0 0,-3-6-71 0,-2-3 29 15,1 0 0-15,0-5 32 0</inkml:trace>
  <inkml:trace contextRef="#ctx0" brushRef="#br0" timeOffset="34565.28">18681 9310 414 0,'9'-22'0'0,"8"-6"2026"0,2 6-993 0,2 2-575 0</inkml:trace>
  <inkml:trace contextRef="#ctx0" brushRef="#br0" timeOffset="34643.49">18908 9190 3931 0,'15'16'0'0,"-2"4"0"0,-3 4 0 0,-7 1 0 0,-1 1 0 0,-2 2 0 0,0-5 0 15,-5 6 0-15,-6-5 0 0,-5-4 0 0,0-1 0 0,-3-1 0 0,0-8 0 0</inkml:trace>
  <inkml:trace contextRef="#ctx0" brushRef="#br0" timeOffset="34717.68">18675 9487 414 0,'-4'-16'0'0,"4"-8"0"0,0-13 0 0,18-6 391 0,0-5-217 0,14-11-107 0</inkml:trace>
  <inkml:trace contextRef="#ctx0" brushRef="#br0" timeOffset="34922.11">19306 8554 2545 0,'15'-15'0'16,"1"5"0"-16,0 3 0 0,1 0 0 0,1 2 0 0,-2-1 0 0,5 5 0 0,4 1 0 0,-5 0 0 15,8 14 0-15,-4 4 190 0,1 7-74 0,3 8 433 0,-8-1-244 0,5 14-136 0,-4-3-112 0,-5 3-57 16,0 4 0-16,-3 2 0 0,-6 3 0 0,-3 0 0 16,-4 2 0-16,0-1 0 0,-15 1 0 0,-6-3 0 15,-6 0 0-15,-10 3 0 0,2-6 0 0,-5-4 0 16,5-10 0-16,-9 1 0 0,1-5 0 0,-2-6 0 15,4-9 0-15</inkml:trace>
  <inkml:trace contextRef="#ctx0" brushRef="#br0" timeOffset="34960.21">19192 9572 409 0,'0'-24'0'15,"0"-3"406"-15</inkml:trace>
  <inkml:trace contextRef="#ctx0" brushRef="#br0" timeOffset="35804.37">18719 8875 367 0,'-6'-11'0'0,"0"4"0"0,2-3 0 0,2 1 0 0,1-3 0 0,1-1 0 0,0 2 0 0,0-1 0 0,0-1 0 0,0 4 0 0,0 1 22 0,0-3 46 0,0 4 0 0,0 2-40 16,0-1-1-16,0 0 163 0,0 2-80 0,-4 3-34 16,0-1 0-16,1 2 174 0,-1 0-104 0,-1 0-42 15,0 0 79-15,-1 2-72 0,3 5-34 0,-1 5 175 16,1 0-105-16,1 3-43 0,-2 2-36 15,2 2 155-15,0 7-90 0,2-1-46 0,-2 1-1 0,0 5 148 16,-2 1-102-16,2-2-46 16,-1 5 1-16,-1 0 177 0,0 0-139 0,1 2-125 15,-1-2 0-15,1-1 0 0,-2 0 0 0,3-1 0 16,0-2 0-16,2-6 0 0,0 1 0 0,0-3 0 16,0 1 0-16,0-4 0 0,0-1 0 0,0-5 0 15,0-4 0-15,0 0 0 0,0-5 0 0,0 0 0 16,0-5 0-16,0 1 0 0,0-1 0 0,0 0 0 15,0-1 0-15,0-13 0 16,0-1 0-16,0-1 0 0,0-6 0 0,0-1 0 0,0-5 0 16,0 10 0-16,0-5 0 0,2 4 0 0,0 1 0 0,3 5 0 15,-4 2 0-15,3 1 0 16,0 2 0-16,-1 2 0 0,3 3 0 0,-1 1 0 16,3 0 0-16,3 1 0 0,2-2 0 0,4 3 0 15,3 0 0-15,3 0 0 0,2 0 0 0,-1 4 0 16,1 2 0-16,3 3 0 0,-4-2 0 0,-5 2 0 15,4 2 0-15,-7 0 0 0,2 3 0 0,-6-3 0 16,-2 6 0-16,-6-1 0 0,-2 2 0 16,-2 3 0-16,0-1 0 0,-14 6 0 0,-4-4 0 0,-5 1 0 15,0-1 0-15,-3-3 0 16,1-2 0-16,-2-5 0 0,1 0 0 0,-1-4 0 16,6-5 0-16,-1 1 0 0,1-4 0 0,2 0 0 15,3 0 0-15,2 0 0 0,3-4 0 0,2-7 0 16,3-2 0-16,4-2 0 0,2 2 0 0,0-4-965 15,15-2 431-15,10 1 247 0,5 3 112 0</inkml:trace>
  <inkml:trace contextRef="#ctx0" brushRef="#br0" timeOffset="36110.78">20257 8944 3736 0,'-17'-11'0'0,"9"10"0"0,5 1 0 0,1 0 0 0,0 0 0 0,2 0 0 0,0 0 0 0,0 0 0 0,2 0 0 0,9 0 0 0,8 0 195 0,3 0-195 0,6 0 0 15,4 1 0-15,0-1 0 0,1 2 0 0,2 0 0 16,-1-2 0-16,0 0 0 0,-2 0 0 16,-4 2 0-16,4 1 0 0,-6-3 0 0,-4 2 0 15,1 2 0-15,-4 0-43 0,-3 0-198 0,-2 3 120 16,-7 1-1145-16</inkml:trace>
  <inkml:trace contextRef="#ctx0" brushRef="#br0" timeOffset="36283.83">20169 9271 3931 0,'-14'0'0'0,"12"0"0"0,2 0 0 0,0 0 0 0,0 0 0 0,2 0 0 0,13 0 0 0,10 1 0 0,3-1 0 0,8 0 0 0,5 0 0 0,4 0 0 0,-2 0 0 16,2 0 0-16,-5 0 0 0,10 0 0 0,-6 0 0 15,-1 0 0-15,-3 0 0 0,-5 0-1084 0,3 0 515 16,-1 0 282-16,0 3 142 0</inkml:trace>
  <inkml:trace contextRef="#ctx0" brushRef="#br0" timeOffset="36580.32">21151 9039 3702 0,'-10'-4'0'0,"-3"4"0"0,-1-2 0 0,-4 2 0 0,1 0 0 0,2 0 0 0,3 4 0 0,2 7 0 0,2 4 0 0,5 4 0 0,1 5 229 0,2 2-229 0,0 2 0 16,11 0 0-16,6 1 0 0,5-1 0 0,13-1 0 15,2-2 0-15,-1-7 0 0,10-1 0 0,-2-10 0 16,-1-7 0-16,0 0 0 0,-2 0 0 16,-5-10 0-16,-1-4 0 0,-3-4 0 15,-5 2 0-15,-3-3 0 0,-4-1 0 0,-10-1 0 16,1-7 0-16,-4-2 0 0,-5-4 0 0,-2-8 0 16,0 6 0-16,-18-8 0 0,-6 8 0 0,-6 4 0 15,-4 6 0-15,-5 7 0 0,3 10 0 0,-11 3 0 16,11 6 0-16,-1 0 0 0,3 11 0 0,4 10 0 15,5 5 0-15,4 4 0 0,5 10 0 0,4 1 0 16,9 3 0-16,1 2 0 0,2 6 0 0,0 15-13 16,3-5-159-16</inkml:trace>
  <inkml:trace contextRef="#ctx0" brushRef="#br0" timeOffset="42465.83">7145 14608 2338 0,'0'0'0'0,"0"0"0"0,0 0 0 0,0 0 0 0,0 0 0 0,0-7 0 0,0-1 0 0,0-3 0 0,0 0 0 0,0-4 0 0,0 0 77 0,0-2 114 0,0 0-69 0,0 0-47 0,-3 3 85 16,-2-2-62-16,-3 1-30 0,-2 2-1 16,-1 4 38-16,3 0-39 0,-7 5 0 0,2 0 104 15,-4 4-67-15,-4 0-33 0,1 4 9 0,-5 15-3 16,1 4-76-16,-2 12 0 0,2 4 0 15,3 3 0-15,2 6 0 0,6 5 0 16,4 3 0-16,2 0 0 0,7 2 0 0,0-6 0 16,0-6 0-16,11 6 0 0,6-10 0 0,1-5 0 15,0-8 0-15,7-1 0 0,-1-5 0 0,4-5 0 16,-5-5 0-16,1-5 0 0,-1-6 0 0,2-2 0 16,1 0 0-16,-2-14 0 0,-2-7 0 0,3-12 0 15,-4-1 0-15,-5 1 0 0,3-13 0 0,-4 4 0 16,-3 0 0-16,-2 0 0 15,-3 8 0-15,-4-3 0 0,1 7 0 0,-2 6 0 16,-2 4 0-16,0 3 0 0,0 6 0 0,0 4 0 16,0 3 0-16,-6 3 0 0,0 1 0 0,2 0 0 15,-4 12 0-15,2 12 0 0,0 3 0 0,3 3 0 16,3 5 0-16,0-2 0 0,0 0 0 0,3-3 0 16,12 0 0-16,0-6 0 0,5-6 0 0,-4-4 0 15,4-3 0-15,1-6 0 0,2-2 0 0,1-3 0 16,-1-3 0-16,-2-12 0 15,-1-4 0-15,-5-4 0 0,0 0 0 0,-5-4 0 16,-1-1 0-16,-6 2 0 0,-1-2 0 0,-2 4 0 16,0-9 0-16,-2 4 0 0,-10-1 0 0,-4-1 0 15,2 5 0-15,-4 8 0 0,-2-6 0 0,3 12 0 16,-4 2 0-16,2 1 0 0,-1 7 0 0,-1-1 0 16,4 3 0-16,0 0 0 0,4 7 0 0,6 0 0 15,2 0 0-15,0 3 0 0,5 3 0 0,0-1 0 16,6-3 0-16,13 2 0 0,3-4 0 0,1 0 0 15,13-6 0-15,-2-1 0 16,6 0 0-16,1-1 0 0,0-13 0 0,-4 1 0 16,7-4 0-16,-11 4 0 0,1-5 0 0,-2 3 0 15,-2 3 0-15,-8-1 0 0,-1 2 0 0,-4 0 0 16,-8 5 0-16,-1 0 0 0,-5 2 0 0,-1 0 0 16,-2 3 0-16,0-1 0 0,-9 0 0 0,-4 2 0 15,-2 0 0-15,0 0 0 0,-2 9 0 0,1 1 0 16,2 3 0-16,4-3 0 0,2 2 0 0,-1 4 0 15,8 0 0-15,1 0 0 16,0 2 0-16,10-1 0 0,4 0 0 0,11 4 0 16,-1-5 0-16,7 0 0 0,-1-1 0 0,2-4 0 15,-2 0 0-15,-2-1 0 0,-1-3 0 0,-8 0 0 16,0 0 0-16,-4 1 0 0,-8-2 0 0,1-1 0 16,-6 1 0-16,0-1 0 0,-2 2 0 0,-5 1 0 15,-10 0 0-15,-9 4 0 0,3-5 0 0,-6 3 0 16,-1-1 0-16,0 0 0 0,3-4 0 0,-5 1 0 15,7 1 0-15,1-4 0 0,1 1 0 16,10-2 0-16,-1 0 0 0,5-2 0 16,4 0 0-16,3 0 0 0,0 0-29 0,3 0-107 15,22 0 51-15</inkml:trace>
  <inkml:trace contextRef="#ctx0" brushRef="#br0" timeOffset="42932.03">8450 14386 2309 0,'-5'-9'0'0,"-1"8"0"0,1-1 0 0,-1 0 0 0,-4 2 0 0,1 0 0 0,-4 0 0 0,0 14 0 0,-2 10 0 0,-2 9 0 0,4 3 115 15,-4 15-45-15,4 1 463 0,-2 12-249 0,7-12-123 16,3 5 298-16,5-1-459 0,0-5 0 0,3-4 0 16,10-4 0-16,8-8 0 0,0-6 0 15,6-1 0-15,1-4 0 0,1-3 0 0,-1-3 0 0,0-6 0 16,-1-2 0-16,-4-5 0 0,0-1-714 15,-5-3 251-15,3-1 157 0,-5 0 134 16,0-1-618-16</inkml:trace>
  <inkml:trace contextRef="#ctx0" brushRef="#br0" timeOffset="43127.42">8612 14509 3646 0,'-10'-12'0'0,"7"9"0"0,3 1 0 0,0 0 0 0,0 0 0 0,0 1 0 0,2-4 0 16,13 2 0-16,5 0 0 0,7 0 0 0,3 0 285 0,2 1-285 0,1 2 0 0,6 0 0 0,-2 0 0 0,2 0 0 15,-2 0 0-15,4 0-82 0,-4 0-196 0,-3 0 157 16,-4 0 79-16,-7 0-774 0,-2 0 414 0,-3 0 72 16,-6-2 149-16,-3 2-538 0</inkml:trace>
  <inkml:trace contextRef="#ctx0" brushRef="#br0" timeOffset="43328.32">8993 14261 3106 0,'-21'-18'0'0,"7"8"0"0,0 3 0 0,5-1 0 0,2 3 0 0,1 1 0 0,5 2 0 0,1-1 0 0,1 2 0 0,17 1 0 0,7 0 125 16,3 0 271-16,5 8-185 0,0 2-118 0,1 2-93 16,-1 3 0-16,1 0 0 0,-4 2 0 0,-2-2 0 15,-5 2 0-15,-5-2 0 0,-6 2 0 0,-4 2-325 16,-7-1 155-16,-1 7 99 15,-4 0-403-15,-15-1 170 0,-6 2 139 0,-3 0 37 16,-2 0-325-16,-6 3 212 0,10-8 103 0,-4 3-169 16,0-2 135-16,4 3 68 0</inkml:trace>
  <inkml:trace contextRef="#ctx0" brushRef="#br0" timeOffset="43725.58">8979 14786 2235 0,'7'7'0'0,"3"-2"0"0,-4 1 0 0,1-2 0 0,-2-1 0 0,-1 0 0 0,-2-2 0 0,0-1 0 0,-1 1 0 0,-1-1 0 0,0 0 120 0,0 0-42 0,0 0 445 16,0 0-234-16,-1 0-131 0,-5-2-60 0,-1-7 127 16,-3 0-94-16,3-1-57 0,-3-1-74 0,0 1 0 15,-1 0 0-15,1-1 0 0,-2 1 0 0,1 1 0 16,0 4 0-16,-5 0 0 0,4 4 0 0,-6 1 0 16,-3 0 0-16,3 15 0 0,-5 7 0 0,-1 10 0 15,4 4 0-15,2 1 0 0,7-5 0 0,3 6 0 16,6-4 0-16,2-2 0 15,0-4 0-15,9-4 0 0,7-3 0 0,1-8 0 16,7 0 0-16,-1-7 0 0,1-6 0 0,3 0 0 16,-3 0 0-16,-5-11 0 0,5-9 0 0,-5 0 0 15,-2-3 0-15,-7 5-160 0,-1-5 13 0,-4 4 47 16,-1 3 125-16,-2 5-31 0,-2-1 0 16,0 4-31-16,0 3 468 0,0 1-431 0,-2 2 0 0,-2 2 0 15,-1 0 0-15,1 6 0 0,2 9 0 16,2 0 0-16,0 6 0 0,0 3 0 15,2 1 0-15,6 0 0 0,4-2 0 0,0-4 0 16,5 4 0-16,-2-6 0 0,1-2 0 0,4-4 0 16,0-4-351-16,-3-3-180 0,2-2 252 0,1-2-596 15,-1 0 419-15,2 0 210 0,-5-2 105 0</inkml:trace>
  <inkml:trace contextRef="#ctx0" brushRef="#br0" timeOffset="43876.01">9381 15008 3015 0,'5'-3'0'0,"-1"0"0"0,-2 3 0 0,-1 0 0 0,-1 0 0 0,0 3 0 0,0 7 0 0,0 2 0 0,0 1 0 0,0 5 0 0,-1 0 143 0,-5 0 537 16,1 0-587-16,-2 3-93 0,2-3 0 0,-1-1 0 15,2-2 0-15,-3-1 0 0,4-6 0 16,-4 2 0-16,2-5-72 0,-1 0-859 0,3-1 484 0,-3-4 237 16,1 0 122-16</inkml:trace>
  <inkml:trace contextRef="#ctx0" brushRef="#br0" timeOffset="44059.11">9491 14631 3916 0,'4'-4'0'0,"4"0"0"0,-3 0 0 0,4 1 0 0,2 1 0 0,10-1 0 0,4-1 0 0,7 1 0 0,0-3 0 0,4 3 0 0,1 1 15 0,8 1-15 0,-9-1 0 0,8 0 0 15,-2 0 0-15,-8 2 0 0,3-3 0 16,-3 2-133-16,-4 0-196 0,-6-2 183 15,-4 2 91-15,-4-1-801 0,-5 0 429 0,-3 0 95 16,2 0-384-16</inkml:trace>
  <inkml:trace contextRef="#ctx0" brushRef="#br0" timeOffset="44566">10000 14298 2367 0,'-8'-14'0'0,"6"6"0"0,1 2 0 0,1 1 0 0,0 1 0 0,0 0 0 0,10 2 0 0,6 0 0 0,6 2 0 0,2 0 0 0,-1 0 297 15,5 2-130-15,-1 8-65 0,-2 0-23 0,3 1 203 16,-4 1-123-16,-4 4-61 0,-4-1-30 0,-3 1-33 16,-5 5 11-16,-6 6-10 0,-2-1-326 0,-10 3 162 15,-12 9 83-15,-3-8 41 16,1-1-464-16,-8 7 241 0,2-4 43 0,1-2-387 31,3-8 267-31,-4 2 134 0,3-6 58 0,2-5-138 16,2-2 106-16,0-3 54 0,7-8 27 0,4 3-262 0,3-3 136 0,4 0 85 0,1 0 36 0,1 0 68 15,3-3 0-15,0 3 0 0,0 0 226 0,3 0-150 16,2 0-56-16,3 0 507 0,-1 0-253 0,-2 9-147 16,2 6 7-16,-5 3 280 15,-1 6-185-15,-1 5-96 0,0 1-49 0,0 3 524 0,-1 2-277 0,-8-4-152 16,0 1 277-16,2-4-343 0,2-5-113 0,-2-1 0 16,3-7 0-16,3-4 0 15,-3-3 0-15,4-3 0 0,-2-4 0 0,2-1 0 16,0 0 0-16,0-4 0 0,0-9 0 0,2-4 0 15,7 1 0-15,3-2 0 0,3 4 0 0,2-1 0 16,1 4 0-16,3 0 0 0,3 6 0 0,-4 2 0 16,0 3 0-16,1 0 0 0,-2 0 0 0,-3 12 0 15,0 6 0-15,-7 0 0 0,0 7 0 0,-7-1 0 16,-2 0 0-16,0 3 0 0,-6-1 0 0,-4-6 0 16,-8 5 0-16,0-6 0 0,-5-4 0 0,0-4 0 15,-1-2 0-15,4-5 0 0,-8-1 0 0,1-3 0 16,2 0 0-16,4 0 0 0,1-3 0 0,1-6 0 15,-2-8 0-15,7-2-247 16,3-5-221-16,6-6 215 0,3 0-931 0</inkml:trace>
  <inkml:trace contextRef="#ctx0" brushRef="#br0" timeOffset="45119.51">9236 14019 1852 0,'-18'-7'0'0,"2"1"0"0,-1 4 0 0,1-1 0 0,0 2 0 0,3-1 0 0,1 0 0 0,3 1 0 0,2-2 0 0,3 2 0 0,2-1 243 0,2-1-94 0,0 0 276 16,0-3-194-16,8-3-97 0,8-4-48 0,5-2 119 15,4-4-75-15,1-4-52 0,8 0 1 0,-6 0 174 16,2 0-187-16,2-2-66 0,-4 3 0 0,1 2 0 16,-4-1 0-16,-2 3 0 0,-2 3 0 0,-2 3 0 15,-4 1 0-15,1 1 0 0,-8 3 0 0,3 1 0 16,-4 2 0-16,0 0 0 0,-4 2 0 0,1 1 0 16,0 1 0-16,1 0 0 0,-1 0 0 0,3 0 0 15,-1 0 0-15,5 1 0 0,-3 5 0 16,2 2 0-16,2 1 0 0,-1 1 0 15,3 5 0-15,-1-1 0 0,1 7 0 0,-4 0 0 16,-1 3 0-16,3 5 0 0,-3-1 0 0,-1 4 0 16,2-3 0-16,-1 3 0 0,0-1 0 0,3-3 0 15,-1 2 0-15,2-4 0 0,0 0 0 0,0 0 0 16,3-1-103-16,-2 0-301 0,0-3 171 0,4 6 103 16</inkml:trace>
  <inkml:trace contextRef="#ctx0" brushRef="#br0" timeOffset="45700.34">10721 14183 2241 0,'-12'-12'0'0,"1"3"0"0,6 7 0 0,1 0 0 0,3 0 0 0,1-1 0 0,0 3 0 0,0 0 0 0,0 0 0 0,9 10 0 0,10 10 423 0,2 6-183 0,2 9-107 0,4 5 129 16,-3 5-113-16,1 3-56 0,-2 6-28 0,-3 2 260 15,-3 8-325-15,-6-4 0 0,-5 2 0 0,-6 4 0 16,0-7 0-16,-4 14 0 0,-11-8 0 0,-6-6 0 16,-3 0 0-16,-1-12 0 0,-2 1 0 15,-1-4 0-15,-2-7 0 0,3-9 0 16,-3-2 0-16,2-9 0 0,7-5 0 0,-1-5 0 15,7-3 0-15,4-4 0 0,1 0 0 0,4-3-187 16,6-9-195-16,2-11 177 0,19-5-657 0,7 0 413 16,4 0 206-16</inkml:trace>
  <inkml:trace contextRef="#ctx0" brushRef="#br0" timeOffset="45916.58">11341 14583 3931 0,'-13'-5'0'16,"6"2"0"-16,5 1 0 0,-1 2 0 0,3-2 0 0,0 2 0 0,0-2 0 0,0 1 0 0,12-2 0 0,8 1 0 0,5 1 0 0,13-1 0 0,-4 0 0 0,9 0 0 16,0-1 0-16,0 2 0 0,-2 1 0 0,-3-1 0 15,2-2 0-15,-6 3-318 0,-3 0-56 0,-8 0 206 16,-1 3 102-16,-5 6-1044 0,-4 9 527 0</inkml:trace>
  <inkml:trace contextRef="#ctx0" brushRef="#br0" timeOffset="46066.7">11371 14965 3362 0,'-7'0'0'0,"7"0"0"0,0 0 0 0,0 1 0 0,2 4 0 0,19-4 0 0,5 2 0 0,10-3 0 0,1 0 0 0,9 0 0 0,4 0 252 0,2-4-108 0,5-4-53 0,-3 1-653 16,4-2 294-16,-1 1 153 0,-1 5-1039 0</inkml:trace>
  <inkml:trace contextRef="#ctx0" brushRef="#br0" timeOffset="46806.14">12610 14723 2165 0,'-5'-4'0'0,"1"3"0"0,1-2 0 0,1 3 0 0,-2-1 0 0,4 1 0 0,-2 0 0 0,2 0 0 0,0 0 0 0,0 0 0 0,0 0 171 0,0 0-72 0,2 0 211 0,7 0-136 15,5 0-69-15,-1 0 181 0,2 0-116 0,3 0-71 16,2 0-31-16,-2 0 142 0,3 0-136 16,2-2-74-16,-2 2 0 0,6-3 0 0,-1 3 0 15,1 0 0-15,5 0 0 0,1 0 0 16,5 0 0-16,7 0 0 0,-2-1 0 0,5 1 0 15,0-1 0-15,5-2 0 0,1 3 0 0,3-2 0 16,1 2 0-16,-2 0 0 0,0 0 0 0,3 0 0 16,-1 0 0-16,8 5 0 0,-8 0 0 0,4 1 0 15,3-1 0-15,5 1 0 0,-7-2 0 0,19 2 0 16,-5-6 0-16,5 5 0 0,10-1 0 16,-5-4 0-16,-4 2 0 0,20-2 0 15,-6 1 0-15,2-1 0 0,2 4 0 0,0-4 0 16,7 4 0-16,0-3 0 0,1 4 0 0,3-5 0 15,3 1 0-15,16-1 0 0,-23 0 0 0,27 0 0 16,-11 0 0-16,-2 0 0 0,4 0 0 0,1-1 0 16,-16-5 0-16,24 1 0 0,-29-1 0 0,13 2 0 15,-8-1 0-15,-3 5 0 0,-18-2 0 0,15-1 0 16,-28 3 0-16,3 0 0 0,-4 0 0 0,-10 0 0 16,-15 0 0-16,1 0 0 0,-15 0 0 0,-2 0 0 15,-10 0 0-15,-4 0-66 16,-10 0-74-16,-3 0 54 0,-4 0 31 0,-2 0-449 15,-2-1 234-15,-6-1 116 0,-9-4 50 0,-5 4-608 16</inkml:trace>
  <inkml:trace contextRef="#ctx0" brushRef="#br0" timeOffset="47320.45">12844 13902 2570 0,'-18'-12'0'0,"6"2"0"0,3 6 0 0,1 3 0 0,2-1 0 0,4-1 0 0,0 3 0 0,2 0 0 0,0 0 0 0,8 0 0 0,14 0 205 0,12 0-84 15,3-1 358-15,7 0-220 0,4 1-112 0,5-3 3 0,4 3-150 16,-1 0 0-16,10 0 0 0,-6 0 0 0,-5-2 0 16,3 2 0-16,-2-2 0 0,-5 2 0 0,-2-2 0 15,-13 2 0-15,-5 0 0 0,3-2-130 16,-15 2 38-16,-4 0 65 0,-4-2-858 0,-5 2 424 15,-4-2 203-15,-2-1-362 0,0-4 292 0,-12-3 145 16,-1-4 73-16,-8 2-285 0,1-7 170 0</inkml:trace>
  <inkml:trace contextRef="#ctx0" brushRef="#br0" timeOffset="47855.23">13509 13658 1738 0,'-12'-17'0'0,"5"6"0"0,3 2 0 0,2 1 0 0,2 4 0 0,0 1 0 0,10 1 0 0,11 2 0 0,5 0 0 0,4 0 0 0,6 0 333 0,1 0-138 0,10 8-84 16,-6-1-38-16,-1 2 118 0,0 3-77 0,-5-4-39 15,1 6 15-15,-8 1-53 0,-4 0 0 0,-9 1 0 16,-4 4-88-16,-7 4 44 0,-4-3 10 0,-4 7-195 16,-14 0 114-16,-14 4 57 0,0-2 30 0,-2-2-390 15,1-3 188-15,-6 5 44 0,9-9 65 0,0-1-294 16,2-3 170-16,4-2 86 0,7-2-77 0,0-2 85 16,4-2 39-16,7 1 0 15,1-3-56-15,3 1 48 0,2 0 13 0,0-3 108 16,0 0-37-16,0 0-1 0,4-3-36 0,1 0 272 15,-1-2-145-15,1 0-60 0,-1 0-33 0,-2 0 505 16,0-4-248-16,-2-6-63 0,0-1 235 0,0-1-200 16,-4-3-94-16,-7 3-49 0,-2-4 82 0,-4 5-65 15,-4 0-23-15,-4 2 97 0,-2 3-69 0,-5 5-35 16,-3 1 0-16,-5 2 18 0,6 16-18 0,-7 8-8 16,2 2-26-16,4 7 60 0,5 4-30 0,3 3-1 15,11-2-5-15,-1 11-61 16,9-7 0-16,8-11 0 0,0 5 0 0,4-5 0 15,13-3 0-15,6-6 0 0,4-5 0 0,4-5 0 16,3-7 0-16,0-5 0 0,3-2-72 0,-1-2 17 16,-2-11-262-16,1-11 151 0,-8 3 75 0,-1-10-9 15,0-2-64-15,-5-3 63 0,-4 1 32 0,-2-5 1 16,-2 1 116-16,-4 7-52 0,-3-3 10 0,-4 11 85 16,0 2-64-16,-2 3-32 0,0 9 0 15,0 3 495-15,0 4-209 0,0 1-138 16,-4 2-12-16,0 7-131 0,2 14 0 0,2 2 0 15,0 6 0-15,0 4 0 0,6-2 0 0,4 4 0 16,2-5 0-16,2 0 0 0,2-4 0 0,2-2-202 16,-2-3-129-16,2-6 169 0,-2 0 11 0,3-6-310 15,0-3 216-15,1-6 105 0,1 0 51 0,0 0-576 16</inkml:trace>
  <inkml:trace contextRef="#ctx0" brushRef="#br0" timeOffset="47994.31">13998 14132 3263 0,'0'-10'0'0,"0"6"0"0,0 2 0 0,-5 1 0 0,1-1 0 0,1 2 0 0,-1 0 0 0,2 5 0 0,2 7 0 0,0 1 0 0,0 4 271 0,4 2-108 15,5-1-68-15,3 1-679 0,1-1 311 0,4-4 154 16,-1 1 78-16,5-5-858 0,6-3 461 0</inkml:trace>
  <inkml:trace contextRef="#ctx0" brushRef="#br0" timeOffset="48179.87">14365 13941 3833 0,'-4'-2'0'0,"0"-1"0"0,3 3 0 0,1-2 0 0,0 1 0 0,7-3 0 0,18 0 0 0,5 0 0 0,13 1 0 0,4-1 0 0,8 1 98 0,8 0-98 0,-6-1 0 15,16 0 0-15,-8 0 0 0,1 1 0 16,-2 0-80-16,1-1-253 0,-14 0 194 0,6 0 83 15,-8 1-434-15,-4 1 263 0,-11-1 132 0,-8 2-36 16</inkml:trace>
  <inkml:trace contextRef="#ctx0" brushRef="#br0" timeOffset="48405.62">15180 13561 2580 0,'-3'-8'0'0,"3"5"0"0,0-3 0 0,3 2 0 0,12 2 0 0,6 0 0 0,9 2 0 0,0 0 0 0,2 0 0 0,2 5 0 0,1 7 366 16,1 1-155-16,0 0-92 0,-6 4-126 0,-1 0 44 16,-9 2 0-16,-7-3 0 0,-2 8-87 0,-9 0 38 15,-2 2 25-15,-7 3-264 0,-14-1 144 16,-9 3 72-16,3-7 45 0,-10 10-444 16,0-11 133-16,-1 1 136 0,0 1 68 0,-1-4-254 15,3-3 148-15,-7 4 87 0,9-7-321 0,2 1 200 16,5-7 100-16,7-5 50 0</inkml:trace>
  <inkml:trace contextRef="#ctx0" brushRef="#br0" timeOffset="48692.66">15049 14037 2129 0,'0'-5'0'0,"0"2"0"0,0-1 0 0,0 1 0 0,0 3 0 0,0 0 0 0,0 0 0 0,0 8 0 0,0 7 0 16,0 4 0-16,0 5 174 0,-2 3-69 0,-6 3 452 0,1 2-265 0,-2 0-128 0,-1 2 46 16,1-2-87-16,3-9-33 0,1 4-10 15,-1-7-124-15,3-2 41 0,3-9-1 16,-3-2 41-16,3-3-279 0,0-1 135 0,0-3 72 15,0-3-52-15,0-8 62 0,8-8-2 0,5 2 33 16,6-7-37-16,3 5 26 0,2 2-52 0,5 0 228 16,-1 6-95-16,2 3-46 0,0 7-6 0,-3 1 47 15,1 0-2-15,-4 7-27 0,-4 12 44 0,-4 2-24 16,-2 7-62-16,-8 0 0 16,-4 2 0-16,-2-1 0 0,-2 2 0 0,-14-5 0 0,-5-2 0 0,-4-3 0 15,0-6 0-15,-7-3 0 16,-5-6 0-16,-2-5 0 0,-4-1 0 0,3 0 0 15,6-5 0-15,1-11 0 0,1 1 0 0,2-4 0 16,5 1 0-16,7-5 0 0,2 1-961 0</inkml:trace>
  <inkml:trace contextRef="#ctx0" brushRef="#br0" timeOffset="49266.04">13287 14981 2351 0,'-13'-18'0'0,"4"9"0"0,3 3 0 0,2 5 0 0,0-1 0 0,2 0 0 0,0 2 0 0,2 0 0 0,0 11 0 0,0 13 0 0,0 6 132 0,2 14-47 15,6 1-24-15,0 6 360 0,-1 3-182 0,0 2-106 16,1 12-48-16,-2-5 101 0,-2 2-74 0,-2-1-37 16,-1-13-55-16,1 9-8 0,0-8 7 0,-2-3-19 15,0-13-192-15,0 3 87 0,0-13 81 16,0-1-469-16,0-9 220 0,0-8 139 16,0-2-6-16,0-6-244 0,0 0 165 0,0-21 95 15,7-7 44-15,3-12-486 0</inkml:trace>
  <inkml:trace contextRef="#ctx0" brushRef="#br0" timeOffset="49460.27">13494 15125 2695 0,'0'2'0'0,"0"2"0"0,0-4 0 0,1 2 0 0,1-2 0 0,8 0 0 0,3 0 0 0,4 0 0 0,7 0 0 0,4-2 0 0,4 0 110 0,2 0 130 16,2 0-107-16,0 0-48 0,-1 0-24 0,1 0-83 15,-2 1 29-15,-1 1 9 0,-4 0-417 0,-7 0 219 16,-1 0 109-16,-4 0 55 0,-6 1-647 0,-1 3 238 16,-3 0 205-16,-5 0-338 0,0-1 261 0</inkml:trace>
  <inkml:trace contextRef="#ctx0" brushRef="#br0" timeOffset="49637.61">13945 15021 1741 0,'0'-13'0'0,"0"6"0"0,2 1 0 0,-1 0 0 0,5 3 0 0,5 1 0 0,1 0 0 0,2 2 0 0,5 0 0 0,0 0 0 0,3 2 204 16,3 6-84-16,-2 1-42 0,-5 2 282 0,1 0-162 0,-2 3-72 16,-2 1-2-16,-2-1-43 0,-5 1-1 0,-3-3-43 15,-3 2-198-15,-2-5 108 0,0 6 41 0,0-4-372 16,-13 2 210-16,-2 0 106 0,-4 3 52 0,2 0-681 16,-5 3 337-16,-1 1 146 15,-1 5 89-15</inkml:trace>
  <inkml:trace contextRef="#ctx0" brushRef="#br0" timeOffset="50010">13915 15583 2240 0,'0'7'0'0,"0"0"0"0,0-4 0 0,-8-1 0 0,0-2 0 0,-1 0 0 0,2-2 0 0,-3-9 0 0,2-3 0 0,1-1 0 16,0 1 100-16,-3-3 72 0,1 0-72 0,-2 2-32 0,-1 0 1 15,-1 1-24-15,0 5-9 0,0 4 10 0,-4 3 31 16,0 2 0-16,0 0-40 0,-3 9 0 0,0 11 24 15,4 3 10-15,-1 6-34 0,4 1 38 0,3 1 1 16,4 1-39-16,5 0-1 0,1-6 41 0,0 9-10 16,3-11-30-16,13-4-1 0,2-3-43 0,3-3 0 15,0-8 53-15,5-5-245 0,-2-1 104 16,3-1 61-16,-5-13 11 0,1-6-170 0,-7 3 76 0,5-12 56 16,-8 2-13-16,-1 0 26 0,-3 0-12 15,-3 7-1-15,-3 0 294 0,-1 5-125 16,0 3-66-16,-2 4-32 0,0 3 249 0,0 3-128 15,0 2-16-15,0 0 137 0,0 15-252 0,0 7 0 16,0 4 0-16,0 3 0 0,6-1 0 0,5 0 0 16,2 1 0-16,4-2 0 0,1-4 0 0,3-5 0 15,-1-4-325-15,6-1-43 0,-2-8 119 16,2-2-504-16,1-3 359 0,1 0 178 16,-2-8 80-16,3-6-171 0,-3-6 135 0,2-3 68 0</inkml:trace>
  <inkml:trace contextRef="#ctx0" brushRef="#br0" timeOffset="50183.27">14534 15065 3536 0,'0'-11'0'0,"0"7"0"0,0 2 0 0,0 2 0 0,0 0 0 0,0 11 0 0,0 11 0 0,-2 4 0 0,2 5 0 0,0 13 0 0,0 4 160 16,0 6 75-16,2 13-235 0,4-6 0 0,3 1 0 15,1 1 0-15,1-11 0 0,0 6 0 0,1-4 0 16,-3-1 0-16,-2-1 0 0,-2 5-4 0,-4-1-500 15,-1 6 265-15,0-2 138 0,-6 4-1064 0</inkml:trace>
  <inkml:trace contextRef="#ctx0" brushRef="#br0" timeOffset="50727.51">14977 15476 1987 0,'-13'-4'0'0,"4"-5"0"0,1 5 0 0,1 1 0 0,0-1 0 0,3-1 0 0,-2 2 0 0,2-1 0 0,0 1 0 0,2-1 0 0,2 2 140 0,-1-2-56 0,1 3 34 0,-2-2-41 16,2 2 0-16,0-1-133 0,0 0 56 0,0 0 13 15,0 1 1-15,-2 1-2 0,2-3-1 0,0 3 26 16,-2-1 9-16,2 1-33 0,0 0 24 0,0 0 0 16,0-3-274-16,-2 3 127 0,2 0 40 0,0 0 37 15,0 0-623-15,0 0 309 0,0 0 155 0</inkml:trace>
  <inkml:trace contextRef="#ctx0" brushRef="#br0" timeOffset="51056.42">15037 15134 2616 0,'-5'-5'0'0,"1"3"0"0,2 2 0 0,-1 0 0 0,1 0 0 0,2 0 0 15,-2 6 0-15,2 9 0 0,0 9 0 0,0 4 0 0,0 10 180 0,0 3-72 0,6 6 370 16,1 2-221-16,2 2-101 0,1-3-64 0,-1 3-48 16,-2-4-44-16,4 0 0 0,-6-4 0 0,-1-4 0 15,-1 1 0-15,-1-1 0 0,0-1-192 0,-2-2 10 16,0-3 109-16,0-8-604 0,0-3 336 0,0-8 81 15,0-5 111-15,0-5-484 0,0-4 298 0,7-4 140 16</inkml:trace>
  <inkml:trace contextRef="#ctx0" brushRef="#br0" timeOffset="51223.63">15205 15356 3202 0,'2'-17'0'0,"0"6"0"0,3 2 0 0,2-1 0 0,5-1 0 0,7 1 0 15,3 1 0-15,12 0 0 0,0 0 0 0,13-3 0 0,-4 4 122 0,3 3 135 0,-2 1-110 0,-1 2-55 0,-3 1-247 16,8 1 91-16,-6 0 50 0,-8 0 26 0,0 0-677 16,-10 0 351-16,-2 3 184 0,-4 3 80 0,-9-1-799 15,-4 1 409-15,-5 0 190 0</inkml:trace>
  <inkml:trace contextRef="#ctx0" brushRef="#br0" timeOffset="51408.81">15659 15142 1888 0,'-11'-19'0'0,"4"4"0"0,3 4 0 0,4 0 0 0,0-2 0 0,2 3 0 0,12 2 0 0,11 3 0 0,3 3 0 0,4 0 0 16,2 2 85-16,1 0 244 0,1 0-146 0,-1 9-73 0,-10 1-27 0,5 6 63 0,-9-6-54 15,-2 6-27-15,-6 0 82 0,-6 0-55 0,-5 2-18 16,-2 2-10-16,-3 2-329 16,-16-2 151-16,-2-1 75 0,-3-2-437 0,-3-1 261 15,1-1 57-15,-1-3 84 0,-2-3-549 0,8-1 293 16,-3-3 138-16,1 1-244 0</inkml:trace>
  <inkml:trace contextRef="#ctx0" brushRef="#br0" timeOffset="51717.75">15644 15313 2302 0,'-3'0'0'0,"-1"0"0"0,0 3 0 0,3 13 0 16,-4 4 0-16,3 5 0 0,-1 5 0 0,1 1 0 0,0 5 0 0,0-1 0 0,0 4 170 0,0-4-67 0,1-2 114 0,-1 0-82 0,2-3-53 15,-2-8 0-15,0 2 21 0,0-6-33 0,1-7 0 16,1-2-177-16,-2-3 68 0,-3-3 37 0,1-3-37 15,1 0 38-15,-1-11 0 0,4-5 47 0,0-3-31 16,0-6 18-16,2 3 2 0,12-1-50 0,2 1 127 16,1 7-55-16,7-5-5 0,1 5-48 0,1 5 74 15,1 4-16-15,-3 4 0 0,-2 2-45 16,3 2-8-16,-8 9 37 0,-1 4-9 16,-2 6-123-16,-5 3 60 0,-7-3 32 0,-2 7-48 15,0-3 32-15,-4-1-1 0,-8-1 5 0,-4-3 145 16,0-5-64-16,-7 2-20 0,2-5-42 0,-4-2 16 15,2-4-29-15,0 0 0 0,0-2 0 0,0-2 0 16,3-2 0-16,3 0 0 0,6 0-316 0,-1 0 99 16,7-6 109-16,3-7-557 0,2-8 314 0,2-5 157 15,17-8 79-15</inkml:trace>
  <inkml:trace contextRef="#ctx0" brushRef="#br0" timeOffset="51891.43">16248 15066 3931 0,'9'-16'0'0,"-2"9"0"0,-3 1 0 0,-3 5 0 0,-1 1 0 0,0 0 0 0,0 1 0 0,0 16 0 0,2 12 0 0,-2 9 0 15,0 7 0-15,0 8 0 0,0 16 0 0,0-6 0 0,0 17 0 16,0-3 0-16,0 2 0 0,0 0 0 16,2 0 0-16,-2 7 0 0,0 12 0 0,0-4 0 15,0 2 0-15,-13 3-1268 0</inkml:trace>
  <inkml:trace contextRef="#ctx0" brushRef="#br0" timeOffset="73605.38">12806 16644 1800 0,'2'-14'0'0,"2"2"0"15,-2-5 0-15,-2 2 0 0,0-2 0 0,0 2 0 0,0 2 0 0,0 4 0 0,0-3 0 0,0 5 0 0,0-1 176 0,0 2-59 0,0 2 1 0,0 3 160 0,0 0-116 0,0-2-52 16,0 3 0-16,0 0 62 0,0 0-56 15,0 0 14-15,2 0 46 0,-1 0-58 0,3 0 0 16,0 0-59-16,0 0 112 0,4 0-171 16,-5 0 0-16,3 0 0 0,-3 3 0 0,3-2 0 15,2 0 0-15,-3 2 0 0,4-2 0 0,2 2 0 16,3 0 0-16,1-1 0 0,0 2 0 0,6 2 0 16,-1-3 0-16,7 2 0 0,-3 4 0 0,6-2 0 15,0 1 0-15,2-2 0 16,2 2 0-16,7-1 0 0,-1 2 0 0,1-4 0 0,0 1 0 0,-4-2 0 15,9 0 0-15,-3-1 0 16,4-2 0-16,0-1 0 0,2 0 0 0,4 0 0 16,3 0 0-16,10 0 0 0,-2-1 0 0,5-2 0 15,-2-4 0-15,-6 6 0 0,14-3 0 0,-6 1 0 16,1 0 0-16,1 3 0 0,3 0 0 0,0 0 0 16,4 0 0-16,-5 0 0 0,1 0 0 15,-5 4 0-15,-4 2 0 0,17-1 0 0,-6 1 0 0,18 2 0 16,-2-2 0-16,-2 1 0 0,-7 0 0 15,24 0 0-15,-8 2 0 0,3 0 0 0,5 0 0 16,-3 2 0-16,-15-1 0 0,20 3 0 16,-15 0 0-16,4 0 0 0,-3 1 0 0,-1-2 0 15,-14 0 0-15,3 2 0 0,-3-2 0 0,-5 2 0 16,-4-2 0-16,-1-1 0 0,-12-2 0 0,0 1 0 16,-5-1 0-16,-16-3 0 0,0 3 0 0,-5-7 0 15,-7 2 0-15,-2 0 0 0,-7-2 0 0,1-2 0 16,-4 2 0-16,-1-2 0 0,-3 0 0 0,-2 0 0 15,1 0 0-15,-2 0 0 0,0 0 0 16,-1-2 0-16,-1-4 0 0,-2 0 0 16,-1-3 0-16,1 2 0 0,-2-1 0 0,0 1 0 15,0 1 0-15,0 4 0 0,-5 0 0 0,-16 2 0 16</inkml:trace>
  <inkml:trace contextRef="#ctx0" brushRef="#br0" timeOffset="81575.23">10709 9945 3019 0,'0'0'0'0,"-2"-2"0"0,0 1 0 0,2 1 0 0,0-2 0 0,0 0 0 0,0-2 0 0,4-1 0 0,6 1 0 0,6 2 0 0,0-2 176 0,4 3-69 0,1 1-25 16,9 0 178-16,-1 0-111 0,1 0-55 0,3 0-50 0,2 0-44 0,2 0 0 15,4 0 0-15,-5 0 0 0,1-3 0 0,4-2 0 16,-6 0 0-16,-3 1 0 0,-2-2 0 0,-7 1 0 16,-3 4 0-16,-3-1 0 15,-6 0 0-15,-1 2 0 0,-6 0 0 0,-1 0 0 16,-1 0 0-16,-2 0 0 0,0 0 0 0,0 0 0 15,0 0 0-15,0 0 0 0,0 5 0 0,-2 6 0 16,-1 0 0-16,-1 3 0 0,0 3 0 0,2 7 0 16,0 1 0-16,2 6 0 0,0 8 0 0,0-3 0 15,0 12 0-15,0 0 0 0,2 4 0 0,1-1 0 16,4-1 0-16,-4-7 0 0,5 13 0 16,-3-12 0-16,1 1 0 0,0-9 0 15,1 1 0-15,-1-1 0 0,-1-6 0 0,1-1 0 16,-3-7 0-16,2 0 0 0,-3-4 0 0,0-7 0 15,-1-2 0-15,-1-3 0 0,0-4-104 0,0-1 6 16,0-1-537-16,-1 0 288 0,-8-5 159 0,2-10-632 16,0-6 390-16</inkml:trace>
  <inkml:trace contextRef="#ctx0" brushRef="#br0" timeOffset="81784.5">11015 10328 3682 0,'-19'1'0'0,"4"6"0"0,0-3 0 0,0 2 0 0,7-5 0 0,2-1 0 0,3 0 0 0,3 0 0 0,0 2 0 0,9-2 0 0,17 0 249 16,4 0-249-16,9 0 0 0,0 0 0 15,9 0 0-15,1-2 0 0,1 1 0 0,3-5 0 0,0 2 0 16,0-2 0-16,-1 1 0 0,-3 1 0 0,-2-2 0 16,-11 4 0-16,0-1 0 15,-10 1 0-15,-2 0 0 0,-3 1 0 0,-10-1-476 16,-1-1 207-16,-5 3 116 0,-1-1-822 0</inkml:trace>
  <inkml:trace contextRef="#ctx0" brushRef="#br0" timeOffset="82408.67">12045 9962 2643 0,'-9'-9'0'0,"2"-2"0"0,-1 1 0 0,2 4 0 0,3 1 0 0,1 2 0 0,0 0 0 0,2 1 0 0,0 2 0 0,0 0 0 0,0 5 185 0,6 9-78 0,3 9-34 15,-1 3 167-15,1 12-101 0,-4 3-49 0,1 7 245 16,-4 2-216-16,0 6-119 0,-1-2 0 0,-1 3 0 16,0-1 0-16,0-3 0 0,0-1 0 15,3-3 0-15,-1-4 0 0,2-9 0 0,3 2 0 0,-3-5 0 16,1-4 0-16,-1-7 0 16,2-2 0-16,-2-4-199 0,-2-7 46 0,-1-1-12 15,1-6-474-15,-2-1 300 0,0-1 149 0,0 0-414 16,2-11 281-16,0-10 132 0</inkml:trace>
  <inkml:trace contextRef="#ctx0" brushRef="#br0" timeOffset="82634.87">12183 10156 3902 0,'-5'-4'0'0,"2"2"0"0,1 0 0 0,0 2 0 0,2-2 0 0,0 0 0 0,0-2 0 0,12 1 0 0,8-1 0 0,10-1 0 0,0 1 29 0,9-2-29 15,3 3 0-15,3-4 0 0,2 2 0 0,2-2 0 16,2-1 0-16,-4 1 0 0,1-1 0 0,-4 3 0 16,-8 0 0-16,-3 2 0 0,-2 0 0 15,-11-1 0-15,-1 2-182 0,-10 0-63 16,1 0 117-16,-6 2-570 0,-3-1 328 0,-1-2 166 16,0 0-330-16,0-5 247 0,-12 1 114 0,2-5 71 0,0-1-378 15</inkml:trace>
  <inkml:trace contextRef="#ctx0" brushRef="#br0" timeOffset="82826.25">12671 9874 2472 0,'-11'-3'0'0,"-2"0"0"0,3 3 0 0,3 0 0 0,1 0 0 0,3 0 0 0,3 0 0 0,0 0 0 0,0 3 0 0,9 2 0 0,10 2 167 0,3-1-63 0,-1 2 298 0,9 1-186 16,-2 0-88-16,0 1-44 16,2-1 74-16,-3 2-59 0,-6-1-19 0,2 2-59 15,-2-1-21-15,-6 1 0 0,-3 4 0 0,-5-1-103 16,-5 1 38-16,-2 2 48 0,0 5-344 0,-9-5 198 15,-7 3 36-15,0-3 69 0,-2-1-560 0,-4 5 294 16,2-2 143-16,1 2 70 0,-2-1-469 0,2-1 270 16,2-2 125-16</inkml:trace>
  <inkml:trace contextRef="#ctx0" brushRef="#br0" timeOffset="83242.85">12660 10479 2459 0,'0'6'0'0,"0"-1"0"0,0-3 0 0,0-2 0 0,0 0 0 0,0 0 0 0,0 0 0 0,0 0 0 0,0-7 0 0,0-5 0 0,0 1 108 0,0-3 107 16,0-1-92-16,0-1-42 0,0 0 14 0,0 4-27 0,-4-3-1 0,-5 3-17 16,-3 3 16-16,1-1-26 0,-4 5 0 0,-2 3-1 15,0 0 70-15,-1 2-26 16,-5 4-9-16,0 13 54 0,1 6-44 0,0 3-82 16,-1 4-2-16,5 2 0 0,4 2 0 0,5-3 0 15,0 3 0-15,8-2 0 0,1-1 0 0,0-7 0 16,6 2 0-16,5-7 0 0,4 0 0 0,2-6 0 15,0-2 0-15,0-5 0 0,2-3 0 0,-3-1 0 16,1-2 0-16,-2 0 0 0,2-5 0 0,-4-11 0 16,3-4 0-16,-4-1-27 0,2-5-42 0,-3 0 0 15,-4-3-10-15,1 7 2 0,-4-2 74 16,0 3-1-16,-2 4-36 0,-2 8 0 16,0-1 319-16,0 5-150 0,0 1-129 0,0 2 0 15,-2 2 0-15,-4 2 0 0,4 10 0 0,0 6 0 16,2 0 0-16,0 9 0 0,0-2 0 0,2 1 0 15,8-2 0-15,2-2 0 0,6 3 0 0,-2-5 0 16,0-4 0-16,2-2 0 0,1-2 0 0,0-5 0 16,1-1 0-16,-1-6-566 0,-1 0 220 0,3 0 153 15,0-7 77-15,-4-7-487 0,6-7 287 16,-2-2 138-16,1-12-389 0,-2-2 264 0,3-4 131 16</inkml:trace>
  <inkml:trace contextRef="#ctx0" brushRef="#br0" timeOffset="83461.43">13161 10124 3087 0,'2'-16'0'0,"-2"8"0"0,0 0 0 0,0 4 0 0,0 2 0 0,0 1 0 0,0 1 0 0,0 0 0 0,0 0 0 0,0 11 0 0,0 4 202 15,0 7-81-15,0 3 297 0,0 9-315 16,0 5-103-16,0 3 0 0,0 3 0 0,0 1 0 0,0 5 0 0,-2 0 0 16,2 1 0-16,0 1 0 15,0 0 0-15,0-1 0 0,0-9 0 0,0 12 0 16,0-12 0-16,0-6 0 0,0 1 0 0,2-6 0 15,0-6 0-15,0-3 0 0,0-6 0 0,-2-8 0 16,0-3-219-16,0-3-200 0,0-3 180 0,0 0-484 16,0-15 342-16,0-9 170 0,0-12-496 0</inkml:trace>
  <inkml:trace contextRef="#ctx0" brushRef="#br0" timeOffset="83782.64">13302 9876 3503 0,'0'-19'0'15,"0"1"0"-15,2 1 0 0,2 2 0 0,1 0 0 0,5 2 0 0,3 3 0 0,1 1 0 0,7 3 0 0,4 2 0 0,-2 4 179 0,3 0-70 0,-4 0-25 0,5 6-28 16,-3 7-56-16,-5 2 0 0,-4 0 0 0,-4 5 0 0,-1 1 0 16,-8 6 0-16,-2-5 0 0,0 1 0 15,-2-4 0-15,-10-3 0 0,-3 1 0 0,-2-3 0 16,1-7 0-16,-3-2 0 0,2-1 0 0,2-2 0 15,4-2 0-15,-1 0 0 0,3 0 0 0,3 0 0 16,4 0 0-16,1 0 0 0,1 0 0 0,0 0 0 16,1 0 0-16,14 0 0 0,4 0 0 0,4 0 0 15,-3 2 0-15,10-2 0 0,0 2 0 16,0-2 0-16,2 0 0 0,0 0 0 16,0 0 0-16,0 0 0 0,-2 0 0 0,2 0 0 15,-4 0 0-15,-2 0 0 0,5 0 0 0,-10 0 0 16,1 0-1122-16,-2 0 517 0</inkml:trace>
  <inkml:trace contextRef="#ctx0" brushRef="#br0" timeOffset="85391.51">14166 10496 2300 0,'-11'-9'0'0,"-1"7"0"0,5-3 0 0,-2 4 0 0,1 0 0 0,4 1 0 0,2-3 0 0,0 3 0 0,1 0 0 0,1 0 0 0,0 0 81 0,3 0 433 0,11 0-242 0,8 0-117 0,1 0-57 0,3 0 366 15,2 0-417-15,6 0-47 16,-2 0 0-16,3 0 0 0,1 0 0 0,2 0 0 0,3 0 0 16,-5 0 0-16,1 0 0 15,-3 0 0-15,-2 0 0 0,-4 0 0 0,-5 0 0 16,-2 0 0-16,-5 0 0 0,-4 0-4 0,-1 0-161 16,-4 0-629-16,-1 0 378 0,-4 0 178 0,0 0-448 15,-2 0 323-15,0 0 162 0</inkml:trace>
  <inkml:trace contextRef="#ctx0" brushRef="#br0" timeOffset="85617.73">14497 10158 3018 0,'-17'0'0'0,"4"0"0"0,-1 0 0 0,3 0 0 0,2 0 0 0,-1 0 0 0,5 7 0 0,1 4 0 0,4 5 0 0,0 8 0 0,0 3 136 0,0 4 492 0,4 3-479 0,1 5-149 16,3 7 0-16,0-1 0 0,-3-3 0 0,2 6 0 15,-1-3 0-15,0-4 0 0,-2 12 0 0,1-8 0 16,-1 0 0-16,-2-2 0 0,1-7 0 0,-1-1 0 16,0-2-487-16,0-9 112 0,-2-4 121 15,0-6-128-15,2-5 171 0,1-2 77 16,-2-7 51-16,7 0-467 0,-1-7 256 0,7-18 126 16</inkml:trace>
  <inkml:trace contextRef="#ctx0" brushRef="#br0" timeOffset="85839.78">14912 10103 3609 0,'0'-2'0'0,"0"2"0"0,0 0 0 0,0 0 0 0,-6 5 0 0,1 7 0 0,-1 7 0 0,0 5 0 0,2 3 0 0,1 4 0 0,-1 5 144 16,-2 9 34-16,5-9-178 0,-3 11 0 0,2-4 0 15,2 0 0-15,0 1 0 0,0-4 0 0,0 0 0 16,0 4 0-16,0-8 0 0,0 1 0 0,0-4 0 15,2-4 0-15,0-3 0 0,0-3-617 0,-1-4 217 16,3-8 144-16,2-2 109 0,-3-3-471 0,7-6 295 16,1 0 142-16,5-15 70 0,0-10-372 15</inkml:trace>
  <inkml:trace contextRef="#ctx0" brushRef="#br0" timeOffset="86217.23">15327 10068 2882 0,'2'-10'0'0,"0"5"0"0,-2 1 0 0,0 2 0 0,0 1 0 0,-6 1 0 0,-6 0 0 0,3 7 0 0,-2 11 0 0,0 4 0 0,-2 8 320 0,-1 5-141 15,1 6-69-15,3-1 248 0,-6 11-276 16,7-1-82-16,-1 0 0 0,4 0 0 0,1 0 0 16,3-7 0-16,2 10 0 0,0-8 0 0,0-9 0 15,0 1 0-15,4-3 0 0,5-10 0 0,1 3 0 16,1-6 0-16,1-5 0 0,0-2 0 0,-1-5 0 15,1-4 0-15,1-2 0 0,1-3 0 0,-2 0 0 16,1-4 0-16,1-13 0 0,-1-2 0 0,-2-5 0 16,0-1 0-16,-3-3 0 0,-1 0 0 0,-2-3 0 15,-4 7 0-15,1-8 0 16,-2 6 0-16,0 6 0 0,0-1 0 0,-10 1 0 16,-1 6 0-16,0-2 0 0,-2 8 0 0,-4 0 0 15,2 3 0-15,2 4 0 0,1 0 0 0,-4 1 0 16,4 0 0-16,3 0 0 0,1 2 0 0,1 7 0 15,2-1 0-15,0-1 0 0,3 0-212 0,2 1 16 16,0-1 79-16,0 1 38 0,0-3-560 0,2 1 304 16,5-2 148-16,3-2-479 0,3-2 314 0,1 0 146 15</inkml:trace>
  <inkml:trace contextRef="#ctx0" brushRef="#br0" timeOffset="86469.9">15692 10158 3318 0,'-12'-6'0'0,"6"4"0"0,3 0 0 0,1-2 0 0,0 3 0 0,2-2 0 0,0 2 0 0,0-3 0 0,2 2 0 0,11-2 0 0,6 3 284 0,-1-1-123 0,8 2-61 15,1 0-32-15,3 0-68 0,0 0 0 0,2 0 0 16,0 0 0-16,0 0 0 0,0 0 0 15,-2 0 0-15,0 0 0 0,-4 0 0 0,1 0 0 0,-6 0 0 16,0 0 0-16,-3 0 0 16,-2 0 0-16,-4 0-540 0,-3 0 45 15,0-2 228-15,-2 1-553 0,-4-5 382 0,-1 0 204 0</inkml:trace>
  <inkml:trace contextRef="#ctx0" brushRef="#br0" timeOffset="86660.42">16097 9905 2777 0,'-5'-6'0'0,"-2"2"0"0,6 2 0 0,-1-1 0 0,2 2 0 0,0 1 0 16,3 0 0-16,11 0 0 0,2 0 0 0,2 0 0 0,3 6 278 0,1 2-119 0,2 1-60 0,-1 0 180 15,2 2-120-15,-7-1-51 0,3 1-39 0,-5 3-66 16,2-2-3-16,-8 3 0 0,-1-1 0 0,-6 6-32 16,-3-1 21-16,0 0 25 0,-3 5-421 0,-11-1 223 15,-2 1 121-15,-5 0-49 0,0 1-645 0,-1 3 359 16,-3-2 180-16,2 4-509 0</inkml:trace>
  <inkml:trace contextRef="#ctx0" brushRef="#br0" timeOffset="87058.4">16009 10586 2498 0,'2'0'0'0,"-1"-4"0"0,1-7 0 0,2-2 0 0,-2-4 0 0,1 2 0 0,1-6 0 0,1 2 0 0,-2 0 0 0,1 1 0 0,-2-1 70 16,-2 2 108-16,0 2-69 0,0 0-26 0,0 2-9 15,-9 1 13-15,-1 5-24 0,-3 2 0 0,-4 2 111 16,-2 3-58-16,-3 0-44 0,-1 10 145 0,0 8-90 16,-3 9-127-16,0 5 0 0,5-2 0 0,-2 10 0 15,11-9 0-15,1 5 0 16,4 0 0-16,5 0 0 0,2-4 0 0,0-2 0 16,9-5 0-16,3-2 0 0,1-5 0 0,3-4 0 15,0-2 0-15,1-5 0 0,1-5 0 0,0-2-87 16,-1 0-19-16,3-8 5 0,-4-7-126 15,2-9 95-15,-3-2 48 0,0-4-1 0,-1-2 46 0,-3 0 0 16,0 2-9-16,-3 1 159 0,-5 9-75 16,1 1-38-16,-2 8 1 0,0 3 442 0,-2 3-197 0,0 0-126 15,0 4-117-15,0 1-1 16,0 4 0-16,0 11 0 0,0 5 0 0,0 7 0 16,0-1 0-16,1 3 0 0,8-2 0 0,0 4 0 15,0-7 0-15,5 4 0 0,-2-4 0 0,-1-7 0 16,5 2 0-16,-3-2 0 0,0-4 0 0,0-3 0 15,-2-1-878-15,3-3 314 0,-4-1 262 0,4 1 123 16</inkml:trace>
  <inkml:trace contextRef="#ctx0" brushRef="#br0" timeOffset="90063.1">16362 10442 584 0,'0'0'0'0,"0"0"0"0,3 0 0 0,4 0 0 0,-4 0 0 0,1 0 0 0,-2 0 0 0,1 0 0 0,-1 0 0 0,0 0 0 0,-2 0 33 0,0 0 264 0,2 0-127 0,-2 0-63 16,0 0 377-16,0 0-225 15,0 0-108-15,0 0-53 0,0 0 359 0,0 0-207 16,2 0-92-16,-2 0-62 0,0 0 220 0,1 0-136 16,1 0-68-16,0 0 24 0,1 0-93 0,-1 0-43 15,-1 0 0-15,1 0 0 0,0 1 0 0,0 4 0 16,0-1 0-16,0 1-5 0,-1 1-121 0,-1 0 84 15,2 3-713-15,-2-2 376 0,2 0 100 0,0 2 129 16,0 1-672-16</inkml:trace>
  <inkml:trace contextRef="#ctx0" brushRef="#br0" timeOffset="90313.53">16623 10139 3593 0,'-10'-4'0'0,"6"2"0"0,1 1 0 0,1-2 0 0,2 3 0 0,0 0 0 0,0-1 0 0,0-1 0 0,9-1 0 0,12-2 0 0,4 0 174 0,1 0-10 16,4 3-164-16,2-3 0 0,2 2 0 0,-1-2 0 16,5 4 0-16,-1-3 0 0,2 2 0 0,-4 1 0 15,-2-2 0-15,1 2 0 0,-6 1 0 16,-3 0 0-16,-2 0 0 0,-2 0 0 0,-1 0-652 0,-6 0 150 15,2 0 229-15,-7 0-583 0,2 0 396 16,-5-2 214-16</inkml:trace>
  <inkml:trace contextRef="#ctx0" brushRef="#br0" timeOffset="90922.03">17122 9824 2902 0,'-9'-10'0'0,"5"7"0"0,0 0 0 0,2 2 0 0,0-1 0 0,2 2 0 0,0 0 0 0,2 0 0 0,15 0 0 0,1 0 0 0,7 7 263 0,0 0-111 0,1 2-54 15,0 0 147-15,-1-2-90 16,5 3-62-16,-4-3-70 0,-5 3-23 0,-2-1 0 0,-1 1 0 16,-4 3 0-16,-5-1 0 0,-4 4 0 15,-3 2 0-15,-2 5 0 0,-2 1 0 0,-10 3 0 16,-6-1 0-16,0 0-7 0,-3-1-16 0,0-2-25 16,1-3-396-16,4-7 182 0,-5 2 121 0,0 2 16 15,-6-2-99-15,3-4 90 0,-3-1 46 0,9-5-311 16,-3-1 184-16,2-2 86 0,2 0 44 0,0-2-30 15,4 0 36-15,1 0-10 0,2 0 355 0,1 0-155 16,1 0-76-16,2 0-39 0,2 0 615 0,1 0-309 16,3 0-99-16,-2 0-105 0,2 0 558 15,0 0-327-15,0 0-329 0,0 7 0 16,0 7 0-16,0 3 0 0,0 4 0 0,2 2 0 16,1 1 0-16,-1 1 0 0,0 7 0 0,0-4 0 15,-2 2 0-15,0-1 0 0,0 2 0 0,0-6 0 16,0 7 0-16,0-6 0 0,0-5 0 0,0 1 0 15,0-3 0-15,-2-4 0 0,0-2 0 16,2-3 0-16,-2-5 0 0,2-1 0 0,0-4 0 0,0 2 0 16,0-2 0-16,0 0 0 15,0-2 0-15,0-7 0 0,0-5 0 0,2 0 0 16,3-4 0-16,6 2 0 0,-1-1 0 0,4 2 0 16,1 0 0-16,2 2 0 0,-1 5 0 0,2 0 0 15,0 5 0-15,3 1 0 0,-2 2 0 0,-1 0 0 16,1 0 0-16,-2 11 0 0,0 2 0 0,-1 10 0 15,-5-4 0-15,-1 5 0 0,-2 2 0 0,-5 3 0 16,0-3 0-16,-3 0 0 0,0-5 0 16,-4 1 0-16,-6 1 0 0,-2-6 0 15,-4-2 0-15,0-4 0 0,-3-4 0 0,-2-2 0 16,1-5 0-16,-3 0 0 0,0 0 0 0,1-3 0 16,3-6 0-16,-4-8 0 0,7-2 0 0,0-2 0 15,4-1 0-15,2-2 0 0,6 3 0 0,4-6 0 16,0 3 0-16,2 0 0 0,12 3 0 0,5 2 0 15,1 4-1244-15</inkml:trace>
  <inkml:trace contextRef="#ctx0" brushRef="#br0" timeOffset="92811.88">17717 10448 3373 0,'-25'-6'0'0,"9"6"0"0,3 0 0 0,1 0 0 0,5 0 0 0,2 0 0 0,1 0 0 0,4 1 0 0,0-1 0 0,0 0 0 0,0 3 404 0,11-1-250 15,6-1-154-15,7 1 0 0,1-1 0 0,3 1 0 16,2 1 0-16,0-3 0 0,0 0 0 0,2 0 0 16,-4 0 0-16,1 0 0 0,-5 0 0 0,0 0 0 15,-1 0 0-15,-4 0 0 16,-3 0 0-16,-4 1 0 0,-1-1 0 0,-4 2 0 0,0 1 0 0,-2 0-692 15,-1-2 292-15,-1 1 182 16,1 2-681-16,3-4 436 0</inkml:trace>
  <inkml:trace contextRef="#ctx0" brushRef="#br0" timeOffset="93028.99">18273 10167 3931 0,'-5'0'-5'0,"-1"0"1"0,2 0 1 0,-1 0 0 0,1 0 1 0,0 6-2 0,-2 5 0 0,3 6 1 0,1 1 0 0,0 7 1 16,2-1 35-16,0 7-33 0,0-1 0 0,0 3 0 0,0 1 0 15,0 3 0-15,0-1 0 0,0 0 0 0,2 2 0 16,0-5 0-16,-2 3 0 0,0-4 0 0,0 0 0 16,0-2 0-16,0-6-237 0,-2 3-214 0,-2-5 218 15,-1-3 39-15,3-7-242 0,2-5 200 0,0-3 90 16,0-4-524-16</inkml:trace>
  <inkml:trace contextRef="#ctx0" brushRef="#br0" timeOffset="93397.24">18551 10182 3135 0,'2'0'0'0,"-2"0"0"0,0 0 0 0,0 2 0 0,0 8 0 0,0 3 0 0,-2-1 0 0,-2 2 0 0,2 1 0 0,-1 4 0 0,1-1 270 0,-2 0-117 0,1 0 39 0,-3 1-78 15,2-4-47-15,0-4-67 0,-1 4 0 0,1-6 0 16,0-1 0-16,1-2 0 16,1-3 0-16,0 0 0 0,2-3 0 0,0 1 0 15,0-1 0-15,0 0 0 0,0 0 0 0,9 0 0 16,6 0 0-16,6-4 0 0,1 1 0 0,3 0 0 16,-1 2 0-16,8 1 0 0,-2 0 0 0,0 0 0 15,-2 11 0-15,0 3 0 0,-1 4 0 0,-4 2 0 16,-2 3 0-16,-5 2 0 0,-1 1 0 0,-5 2 0 15,-3 3 0-15,-5-2 0 0,-2 3 0 0,0-2 0 16,-8 1 0-16,-7-3 0 16,-2-2 0-16,-4 0 0 0,-1-3 0 0,-4-2 0 15,0-5 0-15,-1-3 0 0,1-4 0 0,-6 0 0 16,4-6 0-16,-1-1 0 0,-1-2 0 0,0 0 0 16,4 0 0-16,-4-8 0 0,8-5 0 0,3-6 0 15,6-7 0-15,7-11-1000 0,6-8 392 0</inkml:trace>
  <inkml:trace contextRef="#ctx0" brushRef="#br0" timeOffset="93569.65">18630 10224 3732 0,'-5'0'0'0,"1"0"0"0,2 0 0 0,-2 0 0 0,4 0 0 0,0 0 0 0,0 0 0 0,6-2 0 0,9-2 0 0,8 0 0 0,-1 0 199 0,2 2-199 0,8 1 0 16,-2-1 0-16,2 2 0 0,0 0 0 0,2 0 0 15,0 0-61-15,-2 2-6 16,0 3-806-16,0 2 454 0,-2-1 227 0,0-2 114 16</inkml:trace>
  <inkml:trace contextRef="#ctx0" brushRef="#br0" timeOffset="93849.09">19327 9970 3394 0,'-8'-2'0'0,"6"1"0"0,2 1 0 0,-1 0 0 0,1 0 0 0,0 0 0 0,0 0 0 0,0 7 0 0,0 6 0 0,0 7 0 0,3 5 318 16,1 6-142-16,0 9-133 0,-2 3-43 0,-2 4 0 16,0 4 0-16,0 4 0 0,0-1 0 15,-6 3 0-15,-1-1 0 0,-1 2 0 0,1 0 0 0,2-1 0 16,-4 0 0-16,4-6 0 0,-2-2 0 15,3-9 0-15,-1 9 0 0,0-16 0 16,3 1 0-16,0-11 0 0,2-1 0 0,0-7 0 16,0-2 0-16,0-5-316 0,0-4-58 0,0-2 170 15,4-2-720-15,10-8 436 0,2-16 231 0</inkml:trace>
  <inkml:trace contextRef="#ctx0" brushRef="#br0" timeOffset="94073.92">19440 10321 3306 0,'-10'4'0'0,"5"-1"0"0,0-1 0 0,0 0 0 0,1-2 0 0,4 2 0 0,0 2 0 0,2-2 0 0,14 4 0 0,8-3 0 0,6 1 529 16,4-1-433-16,7 2-96 0,0-5 0 0,-3 0 0 16,9 0 0-16,-6 0 0 0,-7 0 0 0,4 1 0 15,-3-1 0-15,-1 2 0 16,-2 0 0-16,-2 0 0 0,-2-2 0 0,-1 0 0 0,-4 0 0 0,-2 0 0 15,0 0 0-15,-3 0-297 16,-6-2-64-16,-3-2 142 0,-3-2-643 0,-3-1 405 16,-3 1 215-16</inkml:trace>
  <inkml:trace contextRef="#ctx0" brushRef="#br0" timeOffset="94338.37">19921 10129 2436 0,'0'-5'0'0,"2"1"0"0,3 1 0 0,6 1 0 0,3 0 0 0,0 2 0 0,5 0 0 0,1 0 0 0,-1 0 0 0,4 5 0 0,4 5 97 16,-4-1-31-16,0 0 298 0,-4 1-165 0,2 1-82 15,-2 1-33-15,-2-2 50 0,-4 0-50 0,-2 1-24 16,-1 3-219-16,-7-5 97 0,-1 4 57 0,-2-1 16 16,0 4-324-16,-11 0 174 15,-6 0 87-15,-3 3 43 0,-3-4-448 0,-5 6 219 0,-2-3 81 0,-8 3-22 16,2 0 73-16,0 0 35 0,1-3-237 0,-8 4 141 15,6 0 66-15,5-6 34 0,-1 2-161 0,6 0 96 16,4-3 41-16,2 0 32 16,3-2-127-16,6-2 76 0,4-3 37 0,3-1 1 15,3-1-5-15</inkml:trace>
  <inkml:trace contextRef="#ctx0" brushRef="#br0" timeOffset="94730.77">19765 10641 2219 0,'0'-2'0'0,"0"0"0"0,0 0 0 0,-2 0 0 0,0 0 0 0,0 2 0 0,2-2 0 0,-1 2 0 0,1 0 0 0,0 0 0 0,0 0 118 0,0 6 420 0,0 7-251 15,0 0-118-15,0 4-71 0,0 4 198 0,0 5-131 16,0-2-124-16,0 3-41 0,-3-3 0 0,-3 6 0 16,1-3 0-16,-1-4 0 0,1-2 0 0,0 1 0 15,-4-6 0-15,6-7 0 0,-3 1 0 16,3-3 0-16,1-5 0 0,0 0 0 0,0-2 0 15,2 0 0-15,0 0 0 0,0-11 0 16,2-3 0-16,9-1 0 0,4 3 0 0,5-5 0 16,0 2 0-16,2 3 0 0,0 1 0 0,-1 6 0 15,6-1 0-15,-9 4 0 16,5 2 0-16,-2 0 0 0,-5 0 0 0,1 11 0 0,-4 2 0 0,-3 5 0 16,-4 2 0-16,-5 8 0 0,-1-2 0 0,0-1 0 15,-9 5 0-15,-8-4 0 0,1-1 0 0,-5-2 0 16,-2-2 0-16,2-4 0 0,-5 0 0 0,2-4 0 15,1-3 0-15,2-4 0 0,1-4 0 0,1-2 0 16,2 0 0-16,0 0 0 16,6 0 0-16,1-6 0 0,6-8 0 0,3-4 0 15,1-9-138-15,7-7-155 0,16-4 133 0,7-13-919 16,7-2 522-16</inkml:trace>
  <inkml:trace contextRef="#ctx0" brushRef="#br0" timeOffset="95003.47">20439 10205 3931 0,'0'-4'0'0,"-2"2"0"0,1 0 0 0,-6-2 0 0,4 3 0 0,1-2 0 0,0 3 0 0,2 0 0 0,-2 0 0 0,2 3 0 0,0 15 0 16,0 7 0-16,0 7 0 15,0 11 0-15,0-4 0 0,0 17 0 0,-2 8 0 0,-3-4 0 0,1 3 0 16,-1-9 0-16,0 6 0 0,1-1 0 0,1-3 0 15,1-2 0-15,-2 0 0 16,3-8 0-16,-3 7 0 0,2-10 0 0,-1 0 0 16,1-10 0-16,-3 0 0 0,3-6 0 0,0-6 0 15,1-6 0-15,1-5-27 0,0-5-57 0,-2-3 34 16,0-2-758-16,0 0 391 0,2-13 191 0,0-15 96 16,0-11-579-16,6-5 337 0</inkml:trace>
  <inkml:trace contextRef="#ctx0" brushRef="#br0" timeOffset="95295.48">20574 10047 2999 0,'2'-22'0'0,"0"3"0"0,1 3 0 0,1 2 0 0,2 5 0 0,0-1 0 0,3 2 0 0,5 4 0 16,0 1 0-16,5 1 0 0,1 2 506 0,5 0-236 0,-6 0-117 0,1 9-150 0,-1 4-3 0,4 6 0 15,-8 0 0-15,-3 4 0 0,-7 3 0 0,-3 3-52 16,-2 0 27-16,-4 3-231 0,-13-4 146 0,-1-2 72 15,-5-3 36-15,0-4-17 0,2-6-26 16,-1-4-43-16,1-1 260 0,2-6-133 16,3-2-37-16,4 0 0 0,1 0 410 0,4 0-404 15,3 0-8-15,2 0 0 0,2-2 0 0,0 0 0 16,2 0 0-16,13-2 0 0,9 1 0 0,1-1 0 16,5 0 0-16,2 1 0 0,5-1 0 0,1 2 0 15,-1 0 0-15,-1 0 0 0,0 2 0 0,-2 0 0 16,-1 0 0-16,-3 0 0 0,1 0-53 0,-3 0-1 15</inkml:trace>
  <inkml:trace contextRef="#ctx0" brushRef="#br0" timeOffset="95581.8">21137 10550 3575 0,'-12'-4'0'0,"4"2"0"0,5 2 0 0,3-1 0 0,-2 1 0 0,2 0 0 16,0 0 0-16,5-2 0 0,12 2 0 0,7-3 0 0,6 2 281 0,2-3-206 0,4 0-75 0,-1 1 0 15,4 0 0-15,-2-3 0 0,2 2 0 16,-3-2 0-16,-3 3 0 0,-4-1 0 0,-7 3-300 0,-1-2-4 16,-8 3 169-16,-2 0 94 0,-1 0-1186 0</inkml:trace>
  <inkml:trace contextRef="#ctx0" brushRef="#br0" timeOffset="95747.77">21208 10718 3332 0,'-12'3'0'0,"4"-1"0"0,5 1 0 0,-1 0 0 0,2-3 0 0,2 1 0 0,0 3 0 0,4 0 0 0,10 0 0 0,9 0 0 0,0-3 510 0,9-1-421 0,0 0-89 15,0 0 0-15,1 0 0 0,1 0 0 0,2-1 0 16,-3-3-416-16,1 0 54 0,-2 0 198 0,1 0 100 16,1-3-1120-16</inkml:trace>
  <inkml:trace contextRef="#ctx0" brushRef="#br0" timeOffset="96069.35">22003 10404 3576 0,'-9'0'0'0,"-2"0"0"0,-4 3 0 0,-2 5 0 0,-4 5 0 0,2 5 0 0,4-1 0 0,3 7 0 0,2 6 0 0,4-1 0 0,6 4 355 0,0-2-355 15,0 3 0-15,7-2 0 16,11-2 0-16,3 0 0 0,6 1 0 0,5-5 0 15,6-5 0-15,5-7 0 0,-4-4 0 0,16-5 0 16,-6-5 0-16,0 0 0 0,2-1 0 0,-4-15 0 16,-10 1 0-16,1-3 0 0,-5-3 0 0,-6-2 0 15,-6-1 0-15,-8 0 0 0,-6-4 0 0,-4-4 0 16,-3-1 0-16,0-6 0 0,-14-1 0 0,-9 1 0 16,-2 7 0-16,-12-4 0 0,-4 10 0 0,-6 8 0 15,-5 4 0-15,-3 6 0 16,0 8 0-16,4 0 0 0,7 2 0 0,10 10 0 0,0 3 0 0,10 4 0 15,6-1 0-15,4 9 0 16,7-1 0-16,5 4-452 0,2 2 21 0,0 7 197 16</inkml:trace>
  <inkml:trace contextRef="#ctx0" brushRef="#br0" timeOffset="98345.26">10932 11444 2680 0,'0'0'-3'0,"-2"-1"1"0,2-1 0 0,0-4 1 0,0-1 0 0,9-3-2 0,8 0 0 0,3-2 3 0,1 2 0 0,8-4 0 0,1 4 282 15,0 0-118-15,4 2-60 0,-1 1 95 0,3-1-65 16,2 3-50-16,-2-1-1 0,-3 2-16 16,1-1-22-16,-4 1 1 0,-5 3 10 0,-2-4-54 0,-2 4-2 15,-3-1 0-15,-4 0 0 16,-6 2 0-16,0 0 0 0,-5 0 0 0,-1 0 0 15,0 0 0-15,-2 0 0 0,0 0 0 0,0 0 0 16,0 0 0-16,0 0 0 0,0 0 0 0,0 0 0 16,-4 4 0-16,1 3 0 0,-4 5 0 0,6 2 0 15,-1 5 0-15,2 6 0 0,0-1 0 0,0 8 0 16,0 4 0-16,0 6 0 0,2-4 0 0,4 8 0 16,-1-5 0-16,5 14 0 0,-3-8 0 15,-2 4 0-15,4-1 0 0,-2-4 0 0,-2-8 0 0,1 2 0 16,-3-3 0-16,2-3 0 15,-1-4 0-15,-3-7 0 0,1-1 0 0,-2-3 0 16,0-6 0-16,0-2-98 0,0-1-141 0,0-6 96 16,0-1-513-16,-5-1 311 0,-2-2 149 0,-2 0 75 15,2-2-542-15,-2-12 310 0</inkml:trace>
  <inkml:trace contextRef="#ctx0" brushRef="#br0" timeOffset="98529.73">11063 11718 3256 0,'-30'0'0'0,"12"0"0"0,0 0 0 0,7-2 0 0,1 1 0 0,7 0 0 0,3-4 0 0,0 0 0 0,13 0 0 0,14 0 0 0,10-3 126 0,2 1-42 0,7 1 329 15,2 1-361-15,3 2-52 0,1 2 0 0,-1-1 0 16,2 2 0-16,2 0 0 0,-5 0 0 0,-3 0 0 16,-6 2 0-16,9 3 0 0,-15 2-629 0,3 0 292 15,-3 1 186-15,-3-3-481 0,-6-2 284 16,4 2 157-16</inkml:trace>
  <inkml:trace contextRef="#ctx0" brushRef="#br0" timeOffset="98745.86">12006 11144 3361 0,'-7'-8'0'0,"5"6"0"0,2 0 0 0,0 2 0 0,0 0 0 0,0 0 0 0,0 17 0 0,0 4 0 0,0 9 0 0,4 11 0 0,-1 4 295 15,3 6-126-15,-2 2-63 0,-3 0-106 0,3-2 0 0,-2 2 0 16,0-2 0-16,-1 0 0 0,2 1 0 16,-3 1 0-16,2 0 0 0,-2-3 0 0,2-3 0 15,0-9 0-15,0-1-57 0,1-12-52 0,3-3 75 16,-1-8-994-16,5-7 492 0,3-7 247 0,-2 0-463 16</inkml:trace>
  <inkml:trace contextRef="#ctx0" brushRef="#br0" timeOffset="98932.96">12132 11273 2982 0,'-4'-13'0'0,"4"11"0"0,0 2 0 0,0-2 0 0,2 0 0 0,9-1 0 0,6-1 0 0,6 3 0 0,1 1 0 0,6 0 0 16,10 0 242-16,-3 0-90 0,12 0-60 0,-4 3 0 15,0 4-22-15,1 1-28 0,-4 1-1 0,-4 1 11 0,7-1-422 0,-9-2 205 16,-2 1 104-16,-3 0-584 15,-2-5 338-15,-6-1 78 0,-1-2 114 0,-3 0-585 16,-9 0 330-16</inkml:trace>
  <inkml:trace contextRef="#ctx0" brushRef="#br0" timeOffset="99529.9">12677 11114 2283 0,'-17'-10'0'0,"2"3"0"0,1 1 0 0,5 2 0 0,2-2 0 0,2 4 0 0,5-1 0 0,0 1 0 0,3-1 0 0,12 0 0 0,8 2 188 0,-2 1-74 15,0 0-25-15,8 0-11 0,-3 1 166 0,-1 9-101 16,-3-1-50-16,-5 3 3 0,2 3-17 0,-4 1-10 16,-5 5-207-16,-1 3 90 0,-7 3 45 0,-2 1 0 15,0 3-366-15,-8 2 200 0,-7-1 106 0,-3-1-17 16,2 2 50-16,-3-5-60 0,1-2 44 0,-1-3-763 16,-2-1 384-16,1-1 192 0,-3-2 95 0,-2 1-216 15,-1-1 145-15,2 2 89 0,1-3 25 0,4-2 41 16,5-1 54-16,2-4 0 15,4-3 187-15,1 0-135 0,3-4-47 0,3 0 1 16,1-2 377-16,0-2-209 0,0 0-44 0,0 0 173 16,0 0-73-16,0 0-98 0,0 0-25 0,0-2 341 15,0-3-192-15,0-3-113 0,0-2 147 0,0 2-124 16,-6-4-62-16,-2 2-32 0,-1 1 71 16,-2 0-56-16,-5 3-1 0,2 1-44 0,-5 3 10 0,0 0-10 15,-3 2 10-15,3 0 16 16,-6 12-26-16,5 4-1 0,3 4 1 0,2 2 4 15,5-3-46-15,1 10 0 0,7-5 0 0,2 3 0 16,0-1 0-16,2 1 0 0,9-7 0 0,6 4 0 16,2-3 0-16,-2-8 0 0,7 3-37 0,-6-9-103 15,5-2 60-15,-2-3 44 0,2-2-219 0,-5 0 116 16,5-7 23-16,-7-9 21 0,0-2 11 0,-2-6 11 16,0-2 31-16,-3-3 34 0,-4 3-1 15,2-2-32-15,-6 7 125 0,-1-3-58 0,0 2-33 0,-2 8-1 16,0 1 356-16,0 4-180 15,0 3-57-15,-6 2 304 0,1 3-397 0,-1 1-18 16,-2 0 0-16,3 11 0 0,1 3 0 0,2 7 0 16,2 3 0-16,0-5 0 0,0 7 0 0,4-6 0 15,5 2 0-15,3-3 0 0,1-1 0 0,2-3 0 16,-2-1 0-16,4-2 0 0,-2-5-100 0,2-2-595 16,-2-1 326-16,2-2 164 0,-2-2 81 0,2 0-477 15,-1 0 285-15,4-4 138 16,-2-9-153-16,1-8 145 0</inkml:trace>
  <inkml:trace contextRef="#ctx0" brushRef="#br0" timeOffset="99773.58">13041 11276 2952 0,'0'-10'0'0,"0"0"0"0,0 1 0 0,-2 3 0 0,-4 1 0 0,4 3 0 0,1 0 0 0,1 0 0 0,0 2 0 0,0 0 0 0,0 10 212 0,0 11 227 16,0 9-198-16,0 5-154 0,0 10-87 0,0 2 0 15,0 3 0-15,-2 5 0 0,2 1 0 0,-2 9 0 16,2-11 0-16,0 6 0 0,0-2 0 0,0 0 0 16,0-2 0-16,0-3 0 0,0-4 0 0,0-6 0 15,0-2 0-15,2-3 0 0,-2-6 0 0,0-9 0 16,0-3 0-16,0-7 0 0,0-3-179 16,0-5-53-16,0-3-479 0,0-2 334 0,0 0 168 0,0 0 73 15,0-13-490-15,0-13 292 0</inkml:trace>
  <inkml:trace contextRef="#ctx0" brushRef="#br0" timeOffset="100068.33">13253 11243 2816 0,'-4'-28'0'0,"4"13"0"0,0 2 0 0,0 0 0 0,4-3 0 0,4 5 0 0,5 2 0 0,0 1 0 0,2 1 0 0,2 3 0 0,4 3 309 0,0 1-135 0,0 0-57 0,-1 7-44 15,0 10-72-15,-5 1 0 0,-3 5 38 0,-3 4 1 16,-7-3-145-16,0 6 67 0,-2 0 39 0,-8-2-35 16,-7-3 37-16,-3-5 0 0,2-5 47 0,-2-1 20 15,-3-3-96-15,4-4 43 16,2-3 350-16,6-2-314 0,-1 0-53 0,4-2 0 0,3 0 0 0,1 0 0 16,2 0 0-16,0 0 0 0,2 0 0 0,13 0 0 15,5 0 0-15,5 0 0 16,3 0 0-16,4 0 0 0,2 0 0 0,1-2 0 15,3 0 0-15,-2-2 0 0,2 2 0 0,-1 0 0 16,0 0-60-16,1 2-47 0,0 0-1148 0</inkml:trace>
  <inkml:trace contextRef="#ctx0" brushRef="#br0" timeOffset="110561.93">13906 11779 2679 0,'-7'-3'0'0,"0"2"0"0,1-1 0 0,3 0 0 0,1 2 0 0,0 0 0 0,0 0 0 0,2 0 0 0,0 0 0 0,0 0 0 0,0 0 229 0,6 2-94 0,6 5-48 16,2 0 289-16,1-1-173 0,4 2-82 16,4 0-20-16,4-5-101 0,-1 1 0 0,4-3 0 15,2-1 0-15,-2 0 0 0,1 0 0 0,-3 0 0 16,-5 0 0-16,-1 0 0 0,-3 0 0 0,-2 3 0 16,-3-1 0-16,-2-1 0 0,-4 4 0 0,-1-4 0 15,-2 3 0-15,1-2 0 0,-3 1 0 0,-2 0 0 16,3-1 0-16,-2-1 0 0,0 1 0 0,1-1-8 15,1 1-123-15,1-2-2 0,5 3-666 0,1-3 369 16,6 0 200-16</inkml:trace>
  <inkml:trace contextRef="#ctx0" brushRef="#br0" timeOffset="111037.4">14830 11539 3018 0,'-18'-5'0'0,"7"1"0"0,-1-3 0 0,2-1 0 0,0-1 0 0,4 0 0 0,2-1 0 0,3 3 0 0,1-5 0 0,0 1 0 0,1 0 285 0,9-2-122 16,7 6 50-16,6-3-91 0,-5 4-41 0,8 3-32 16,-1 1-49-16,1 2 0 0,-1 0 0 0,5 7 0 15,-4 7 0-15,-2-2 0 0,-1 5 0 0,-2 0 0 16,-8-2 0-16,0 4 0 0,-5 1 0 0,-5 1 0 15,-1 0 0-15,-2 0 0 0,-2 1 0 0,-12 1 0 16,-5-4 0-16,-1-3 0 0,-1 1 0 0,-2-2 0 16,2-1 0-16,-6-1 0 15,9-2 0-15,-1-2 0 0,8-3 0 0,-1 0 0 16,5-2 0-16,3-3 0 0,4 1 0 0,0 2 0 16,0 1 0-16,13 1 0 0,8-1 0 0,4 4 0 15,-1-3 0-15,0 4 0 0,2 0 0 0,-1 1 0 16,-4-1 0-16,-1 2 0 0,-1 4 0 0,-6-1 0 15,-3 2 0-15,-7-1 0 0,-1 1 0 0,-2 1 0 16,-3 4 0-16,-15-4 0 0,-2-1 0 0,-4-2 0 16,-5 0 0-16,1-3 0 15,-2-3 0-15,-2-2 0 0,4-3 0 0,-2-2 0 16,9 0 0-16,-3-2 0 0,1 0 0 0,6 0 0 16,3-2 0-16,4-4 0 0,4-1 0 0,4-2 0 15,2-3 0-15,4-3-929 0,17 3 375 0,3-4 257 16,5 3-276-16,3-3 272 15</inkml:trace>
  <inkml:trace contextRef="#ctx0" brushRef="#br0" timeOffset="111362.87">15351 11720 3559 0,'3'-2'0'0,"-3"0"0"0,0 2 0 0,0 0 0 0,-7 0 0 0,-4 0 0 0,4 8 0 0,-1 4 0 16,0 4 0-16,5 3 0 0,3 3 169 0,0 7 34 0,0-2-203 15,2 2 0-15,10-1 0 0,4-2 0 0,3 1 0 0,3-4 0 16,3-6 0-16,1-2 0 0,0-6 0 16,4-3 0-16,-5-6 0 0,7 0 0 0,-4-3 0 15,-1-9 0-15,-4-9 0 0,0-4 0 0,-4-1 0 16,-4-4 0-16,-6 0 0 0,-1-3 0 0,-6 0 0 16,-2-3 0-16,0-1 0 0,-14-5 0 0,0 10 0 15,-5 3 0-15,-1 0 0 0,-5 7 0 0,2 9 0 16,-5 1 0-16,0 9 0 0,1 3 0 0,1 0 0 15,8 1 0-15,-2 13 0 0,6 1 0 0,2 1 0 16,5 3 0-16,3-1 0 16,4 3 0-16,0-1 0 0,2-1 0 0,12-1 0 15,0-4-333-15,9 4 85 0,-3-7-633 0,1-5 411 16,9-1 219-16,-4-5 106 0,5 0-525 0</inkml:trace>
  <inkml:trace contextRef="#ctx0" brushRef="#br0" timeOffset="111560.28">15885 11364 3931 0,'-7'0'0'0,"-2"0"0"0,4 0 0 0,-2 0 0 0,3 0 0 0,4 0 0 0,0-2 0 0,0 0 0 0,9 2 0 0,14 0 0 0,3 0 0 0,3 0 0 16,3 0 0-16,1 0 0 0,5 0 0 0,-3 0 0 15,2 0 0-15,-1 4 0 0,-1-3 0 0,-2 3 0 16,-1-4 0-16,-2 0-114 0,0 0 65 0,-1 0-505 15,-7 0 136-15,6-4 194 0,-9-5-673 0,-1-5 428 16</inkml:trace>
  <inkml:trace contextRef="#ctx0" brushRef="#br0" timeOffset="111761.83">16354 11168 2823 0,'-23'-10'0'0,"3"7"0"0,-2 1 0 0,1 0 0 0,8 0 0 0,4 2 0 16,2 0 0-16,7 0 0 0,0 0 0 0,10 0 0 0,12 2 517 0,8 4-243 0,2 2-118 0,10-1-58 15,-1-1-35-15,2 1-63 0,-6-1 0 0,2-1 0 0,-4 3 0 0,-5-1 0 16,-7 5 0-16,-5-1 0 16,-2 4 0-16,-7 0 0 0,-7 4 0 0,-2 5 0 15,-4 0 0-15,-15 2 0 0,-3 1 0 0,-3-3 0 16,-1 1 0-16,-2 1 0 0,1-4 0 0,-1 3 0 16,3-2-245-16,-4 1-670 0,1-1 437 0,-2 0 220 15,0 8 109-15</inkml:trace>
  <inkml:trace contextRef="#ctx0" brushRef="#br0" timeOffset="112158.07">16292 11773 3744 0,'0'2'0'0,"0"-1"0"0,-2-1 0 0,-1 0 0 0,-3 0 0 0,0 0 0 0,0-1 0 0,1-5 0 0,0-1 0 16,-1-3 0-16,1 1 187 0,-4-1-187 0,2-1 0 0,0 3 0 0,-2-5 0 0,-1 6 0 15,-1-2 0-15,-3 3 0 0,0 0 0 0,-4 4 0 16,0 2 0-16,-5 0 0 0,-1 2 0 0,-1 11 0 15,1 8 0-15,0 1 0 0,1 5 0 0,5 3 0 16,0 1 0-16,7 4 0 16,3-4 0-16,5 3 0 0,3-4 0 0,0-1 0 0,1-1 0 15,11-9 0-15,5 2 0 0,0-6 0 16,3-5 0-16,6-2 0 0,1-8 0 0,-1 0 0 16,3-2 0-16,-1-14 0 0,0-5 0 0,-3-3-142 15,-2-5 31-15,-2-2 27 0,-2 0 1 0,-6 1 0 16,-2 2 44-16,-4 7 0 0,-6 0 86 0,-1 5-53 15,0 5 9-15,0 1-41 0,-1 3 477 0,-10 4-303 16,1 3-136-16,-1 0 0 16,2 10 0-16,4 6 0 0,1 10 0 0,2-2 0 15,2 6 0-15,0-2 0 0,0 1 0 0,8 1 0 16,4-1 0-16,0-2 0 0,1-5 0 0,-1-4 0 16,3 2 0-16,-2-4 0 0,0-2 0 0,1-3-199 15,-3-4 0-15,0-1-658 0,2-4 414 0,0-2 202 16,-1 0 101-16</inkml:trace>
  <inkml:trace contextRef="#ctx0" brushRef="#br0" timeOffset="112303.15">16521 11855 3826 0,'0'-8'0'0,"0"5"0"0,0 2 0 0,-5-1 0 0,-1-1 0 0,1 3 0 0,1 0 0 0,2 0 0 0,0 0 0 0,2 6 0 0,0 3 105 0,0 2-105 15,2-3 0-15,4 2 0 0,1 2 0 0,0-2 0 16,0-2-204-16,2-3-153 0,-2 1 197 0,2-3-378 15,5-3 283-15,-5 0 147 0</inkml:trace>
  <inkml:trace contextRef="#ctx0" brushRef="#br0" timeOffset="112503.69">16745 11526 3768 0,'-5'-3'0'0,"0"1"0"0,2 0 0 0,1 1 0 0,0-2 0 0,2 0 0 0,0-3 0 0,17-2 0 0,5 3 0 0,8-2 0 0,8-3 163 0,3 2-163 0,0 4 0 16,3-3 0-16,-7 3 0 0,9 0 0 0,-2 1 0 16,-5 0 0-16,-3 1 0 0,2-2 0 15,-4 2 0-15,0-2 0 0,-2-1 0 0,-2 1 0 16,-2-4 0-16,-8 2 0 0,1-1-611 0,-8-1 101 16,-3 2 236-16,-5-1-532 0,-3-4 385 0</inkml:trace>
  <inkml:trace contextRef="#ctx0" brushRef="#br0" timeOffset="113075.4">17199 11158 3065 0,'13'-3'0'0,"2"-5"0"0,-2 1 0 0,2 1 0 0,2 1 0 0,2 1 0 0,0 2 0 0,0 2 0 0,1 0 0 0,-1 0 0 0,2 2 222 0,-3 5-91 0,3 3-46 15,0 1 343-15,-1 4-428 0,-4-3 0 0,0 4 0 16,0 2 0-16,-5-2 0 0,-2 3 0 0,-3 1 0 15,-4 2 0-15,0 1 0 0,-2 0-128 0,-9 4-118 16,-7-1 152-16,-5 2 18 16,-1-2-636-16,-6 1 335 0,-6 3 169 0,1-7 85 15,0 0-203-15,-8 2 148 0,2-4 70 0,-2-3-326 16,2-3 198-16,7-1 89 0,-1-7 59 0,8-4-156 16,3 1 122-16,3-4 38 0,6 0 154 0,0 0-83 15,4 0 9-15,3 0-34 0,1 0 421 0,4 0-223 16,1 0-99-16,-2 0-59 0,2 3 312 0,0 2-163 15,0 2-82-15,0 6 607 0,-2 1-320 0,0 4-148 16,-1 4-90-16,-3 6 476 16,1 1-277-16,-1 6-140 0,-2-2 153 0,1 3-330 15,0-1 0-15,1-1 0 0,3-4 0 0,0-1 0 16,3-10 0-16,0 2 0 0,0-3 0 0,0-7 0 16,0-4 0-16,0-1 0 0,3-4 0 0,0-2 0 15,3 0 0-15,2-2-126 0,0-7-97 0,2-4 100 16,-1-3 189-16,2 1-61 0,1 2-18 15,0-2 1-15,2 3 278 0,-1 0-150 16,4 3-72-16,-2 3-44 0,4 4 0 0,-3 2 0 16,3 0 0-16,0 0 0 0,3 13 0 0,-6 3 0 15,4 4 0-15,-5 3 0 0,-4 0 0 0,-2 2 0 16,0 2 0-16,-7-5 0 0,-2 6 0 0,0-5 0 16,-12-1 0-16,-5-3 0 0,-4 0 0 0,3-7 0 15,-10-2 0-15,3-3 0 0,4-7 0 0,-3 0 0 16,2 0 0-16,1 0 0 0,2-7 0 0,1-6 0 15,2-4 0-15,3-3 0 0,6-5 0 0,2-3 0 16,5-3 0-16,0 0 0 0,7 3-449 0,6 3-236 16</inkml:trace>
  <inkml:trace contextRef="#ctx0" brushRef="#br0" timeOffset="114463.69">17639 11799 2498 0,'0'-12'0'0,"0"9"0"0,0 1 0 0,0-1 0 0,2-1 0 0,10-2 0 0,7 1 0 0,4-1 0 0,7 0 0 0,4 1 0 0,7-3 286 0,-4 4-122 0,5 1-60 15,-6 0 249-15,3 2-145 0,0-1-88 16,-1 2-38-16,2 0 10 0,-3 0-68 0,-3 0-24 15,-1 2 0-15,-2 2-110 0,-7-1-5 16,-1 1 78-16,-5-2-576 0,0 1 309 0,-9 0 175 16,0-2-20-16,-5 1-676 0,0-2 390 0,-4 0 197 15</inkml:trace>
  <inkml:trace contextRef="#ctx0" brushRef="#br0" timeOffset="114705.22">18127 11379 2966 0,'-15'-8'0'0,"0"4"0"0,5 2 0 0,-1 1 0 0,2 1 0 0,1 0 0 0,2 0 0 0,1 0 0 0,1 8 0 0,4 10 0 0,0 4 336 0,0 7-137 0,0 1-84 0,0 3 200 16,2 2-315-16,4 9 0 0,-1-2 0 0,0-7 0 16,4 12 0-16,-6-6 0 0,1 1 0 0,-2 0 0 15,0-2 0-15,-2-3 0 0,0 1 0 0,0-2 0 16,0-2 0-16,0-2-18 0,0-2-237 0,0-8 57 15,0 1 95-15,0-4-539 16,0-6 300-16,0-2 150 0,0-3-457 0,0-3 293 16,5-3 161-16,9-2 76 0</inkml:trace>
  <inkml:trace contextRef="#ctx0" brushRef="#br0" timeOffset="115302.43">18790 11665 1852 0,'7'-21'-1'0,"-1"3"0"0,-2-1 1 0,-2-1 0 0,-2 0 0 0,0-1 0 16,0 1 0-16,0 3 0 0,-8 1 0 0,-1 1 0 0,-1 2 86 0,-3 3 288 0,-2 3-167 0,-2 2-73 0,-1 3-52 16,-3-1 129-16,0 3-85 0,-1 0-43 0,1 5 241 15,2 4-132-15,1 4-80 0,2 2-37 0,3-1 0 16,2 4-75-16,1-1 0 0,7 1 0 15,1 3 0-15,2-2 0 0,0 5 0 0,0-3 0 0,11 4 0 16,2-7 0-16,4 6 0 16,4-1 0-16,2-1 0 0,1 1 0 0,2 0 0 15,0-1 0-15,1 3 0 0,-3-1 0 0,-1 1 0 16,-1-1 0-16,-3-1 0 0,-3 1 0 0,-2 2 0 16,-5-4 0-16,-2-1 0 0,-4 3 0 0,-1-1 0 15,-2 0 0-15,-2-1 0 0,-10-1 0 0,-4 0 0 16,-5-4 0-16,0-3 0 0,-1-3 0 0,-8 1 0 15,2-4 0-15,1-4 0 0,1-3 0 0,-2-1 0 16,7 0 0-16,-3 0 0 16,3-5 0-16,2-5 0 0,3-3 0 0,4-2 0 15,4 0 0-15,7 0 0 0,1-4 0 0,0-1 0 16,5-5 0-16,12 0 0 0,3 1 0 0,1-2 0 16,6-2 0-16,3-2 0 0,-2-1 0 0,4 2 0 15,-6 3 0-15,6-7 0 0,-7 7 0 16,-1-2 0-16,-3 2 0 0,-4 1 0 0,-4 3 0 0,-1-3 0 15,-7 3 0-15,-1 0 0 16,-4-1 0-16,0 2 0 0,0-1 0 0,-14 0 0 16,-2 4 0-16,-4 3 0 0,-2 3 0 0,0 0 0 15,-8 4 0-15,0 2 0 0,1 4 0 0,1 1 0 16,5 1 0-16,2 0 0 0,0 0 0 0,3 3 0 16,5 6 0-16,4-3 0 0,3 6 0 0,4 1 0 15,2 2-290-15,0 0 73 0,2 1 88 0,10 4-619 16,2 1 353-16,0-5 168 0,8 7-180 0,-3-4 183 15,6 2 92-15,-1-3 45 0</inkml:trace>
  <inkml:trace contextRef="#ctx0" brushRef="#br0" timeOffset="115760.43">19355 11452 2727 0,'-2'-8'0'0,"0"5"0"0,0-1 0 0,-1 0 0 0,1 0 0 0,2 3 0 0,-2-1 0 0,2-1 0 16,0 2 0-16,0 1 0 0,0 0 410 0,0 4-176 0,0 11-103 16,2 8-45-16,0 2 257 0,1 7-343 0,-1 4 0 15,0 6 0-15,0 3 0 0,-2 3 0 16,0 3 0-16,0 2 0 0,0-2 0 0,0 0 0 0,-2 2 0 0,-2-2 0 15,-1-4 0-15,1 0 0 16,-1-10 0-16,1 5 0 0,0-6 0 0,0-3 0 16,0-3 0-16,2-7 0 0,-1-3 0 0,1-7 0 15,0-1 0-15,2-4 0 0,0-5 0 0,-2-1 0 16,2-2-215-16,0 0 75 0,0-2-391 0,0-9 246 16,2-12 124-16,11-3 60 0,2-6-714 0,6-13 393 15</inkml:trace>
  <inkml:trace contextRef="#ctx0" brushRef="#br0" timeOffset="115980.62">19526 11669 2977 0,'0'-4'0'0,"-2"1"0"0,0 1 0 0,1 1 0 0,-1-1 0 0,2-2 0 0,0 1 0 0,0 0 0 0,5 0 0 0,10 2 0 0,4 1 130 15,7 0-45-15,-1 0 284 16,3 0-164-16,4 0-84 0,0 0-77 0,0 0-44 0,2 0 0 15,-2 0 0-15,-2 0 0 0,0 0 0 16,-6 0 0-16,6 0 0 0,-10 0 0 0,1 0 0 16,-1 0 0-16,-8 0-433 0,-1-1 106 0,-1-1 163 0,-4 2 8 15,-4-2-265-15,-1 2 192 0,1 0 94 16,-2-3-577-16</inkml:trace>
  <inkml:trace contextRef="#ctx0" brushRef="#br0" timeOffset="116213.78">19913 11380 2186 0,'-8'-5'0'0,"6"1"0"0,-1 2 0 0,1 0 0 0,2 0 0 0,0 1 0 0,4-1 0 0,11 0 0 0,1 2 0 0,5 0 0 0,2 0 396 16,4 4-184-16,-4 3-86 0,2 2 22 0,-2 3-55 16,-5-3-26-16,3 2 9 0,-4 5 22 0,-2-3-29 15,-6 1-1-15,-1 3-29 0,-6 0-106 0,-2 3 63 16,0-3 16-16,-4 6-248 0,-9-3 137 0,-4 2 69 15,-2-2 34-15,0-1-432 0,-7 4 211 0,2-5 48 16,-3 3-301-16,-1-2 215 16,2-1 108-16,-3 0 45 0,1 0-379 0,2 1 220 15,0 2 112-15</inkml:trace>
  <inkml:trace contextRef="#ctx0" brushRef="#br0" timeOffset="116564.17">19733 11823 1886 0,'0'-6'0'0,"0"5"0"0,0-1 0 0,0 0 0 0,0 0 0 0,0 2 0 0,0 0 0 0,0 6 0 0,0 7 0 0,2 4 0 0,1 8 95 0,-1 1 383 0,0 2-219 0,-2 4-110 16,0 2-55-16,0 0 189 0,0-2-127 0,-2 0-59 15,-1-5-64-15,-1-4 5 0,-1 2 1 0,0-7 10 16,-1-3-145-16,3-5 68 0,-1-3 33 0,1-3 0 16,1-2-33-16,-2-2 42 0,2 0-8 0,2-9 61 15,0-11-1-15,0-2-78 16,6-1 0-16,5 5-8 0,6-9 1 0,-1 6-1 15,4 3 93-15,1 3-31 0,-3 6 18 0,4 0-39 0,1 3 39 0,-1 4-37 16,1 2 15-16,-4 0-11 16,1 4-24-16,-3 9-3 0,-2 3 0 0,-3 1 0 15,-3 4 0-15,-4 5 0 0,-3-8 0 0,-2 6 0 16,0-4 0-16,-5-1 0 0,-8 0 0 0,-2-2 0 16,-4-3 0-16,-2-2 0 0,-3-2 0 0,6-3 0 15,-5-1 0-15,0-3 0 0,2-3 0 0,3 0 0 16,-1 0 0-16,4 0 0 0,5 0-138 0,1-1-31 15,2-7 44-15,7-8-371 16,0-4 228-16,5-4 114 0,18-10-763 0</inkml:trace>
  <inkml:trace contextRef="#ctx0" brushRef="#br0" timeOffset="116830.93">20344 11583 3778 0,'0'-1'0'0,"0"-2"0"0,0 0 0 0,-2 1 0 0,2 0 0 0,-5-1 0 0,5 2 0 0,-2 1 0 0,2 0 0 15,0 14 0-15,0 9 153 0,0 7-153 0,0 10 0 0,0 3 0 0,0-1 0 0,0 14 0 16,0-6 0-16,0 1 0 0,2 0 0 0,0-2 0 16,1-6 0-16,-1 8 0 0,-2-4 0 0,0-4 0 15,0 0 0-15,0-1 0 0,-2-9 0 0,-5 3 0 16,4-4 0-16,-1-10 0 0,0-1 0 15,-1-1 0-15,1-10 0 0,1-1 0 16,-2-3 0-16,0-2-91 0,-1-1-65 0,1-3 58 16,-3 0-502-16,2-7 286 0,2-11 135 0</inkml:trace>
  <inkml:trace contextRef="#ctx0" brushRef="#br0" timeOffset="117162.36">20587 11506 2911 0,'3'-13'0'0,"4"3"0"0,2 0 0 0,0 4 0 0,1-2 0 0,3 2 0 0,1 2 0 0,2 3 0 0,1-1 0 0,2 2 0 0,7 0 86 0,-3 0 137 0,1 9-92 0,-7 3-38 16,6 2-9-16,-13 2-113 0,2 2 34 0,-4 1-1 15,-7 0 34-15,-1 2-155 0,0-2 73 0,-15 2 41 16,-1-6 10-16,-5-2 0 0,2-5 31 15,-3 2-37-15,-1-2 126 0,5-5-71 16,-2-1-70-16,5 0 341 0,6-2-327 0,2 0 0 16,3 0 0-16,2 0 0 0,2 0 0 0,0 0 0 15,2 0 0-15,11 1 0 0,8 2 0 0,3 0 0 16,0-2 0-16,4 1 0 0,4-2 0 0,0 1 0 16,1-1 0-16,-1 3 0 0,0-3 0 0,-2 2 0 15,-5 1-249-15,-2 1-12 0,0 2 116 16,-2 4-671-16,-5-2 389 0,3 5 194 0</inkml:trace>
  <inkml:trace contextRef="#ctx0" brushRef="#br0" timeOffset="118063.01">21486 11756 3438 0,'-18'-17'0'0,"11"10"0"0,7 4 0 0,0 2 0 0,0 1 0 16,0 0 0-16,0 0 0 0,0-2 0 0,0 0 0 0,5 0 0 0,13 0 493 0,5-2-493 0,4 2 0 0,3-3 0 0,2 1 0 15,0-2 0-15,0 3 0 0,3-1 0 0,0-2 0 0,-2 3 0 16,-2-4 0-16,-6 6 0 15,5-3-32-15,-9 2-60 0,0 1 64 0,-6 1-512 16,-5 0 128-16,-1 3 178 0</inkml:trace>
  <inkml:trace contextRef="#ctx0" brushRef="#br0" timeOffset="118229.05">21491 11994 3598 0,'-16'0'0'0,"7"0"0"0,6 0 0 0,1 0 0 0,0 2 0 0,2-2 0 0,0 2 0 0,6-1 0 0,8 2 0 0,14-3 0 0,4 0 263 0,5 0-193 0,7 0-70 0,-3 0 0 16,7 0 0-16,0 0-191 0,-4-3-147 0,11 2 184 15,-7-1 95-15,-1 0-441 0,8-1 269 0,-7-1 134 16</inkml:trace>
  <inkml:trace contextRef="#ctx0" brushRef="#br0" timeOffset="118525.36">22454 11773 2793 0,'2'-9'0'0,"-2"3"0"0,0 2 0 15,0 0 0-15,-2 2 0 0,-5 2 0 0,-5 0 0 0,3 2 0 0,0 12 0 0,3 2 0 0,3 6 135 0,3 8 399 0,0-3-249 0,0 3-123 0,3-2-140 0,10 1-22 16,3-7 0-16,5 6 0 0,4-9 0 0,2-2 0 16,4-8 0-16,1-1 0 0,4-7 0 0,-1-1 0 15,7 0 0-15,-10-9 0 0,2-7 0 0,-4-1 0 16,-9 0 0-16,3-8 0 15,-9 1 0-15,-4-1 0 0,-5-3 0 0,-5-2 0 16,-1 0 0-16,-1-2 0 0,-14 0 0 0,-2 3 0 16,-7 4 0-16,-4 3 0 0,0 4 0 0,-6 7 0 15,-3 4 0-15,0 4 0 0,1 3 0 0,3 0 0 16,6 3 0-16,-3 9 0 0,6 5 0 0,4-1 0 16,2 2 0-16,5 2 0 0,2 0 0 0,3 8 0 15,3-2-685-15,1 2 143 0,4 5 252 16</inkml:trace>
  <inkml:trace contextRef="#ctx0" brushRef="#br0" timeOffset="128296.15">11443 12346 2273 0,'-10'-18'0'0,"5"13"0"0,3 3 0 0,0-2 0 0,0 2 0 0,0-1 0 0,2 3 0 0,0-2 0 0,0 2 0 0,-2 0 0 0,1 2 170 0,-5 18-65 0,-2 3-24 16,-1 7-8-16,-4 2 64 15,-2 10-53-15,-3-3 0 0,0-2-45 0,-1 1 39 16,-3-2 0-16,1-6-29 0,-4 2-9 16,-1-3 48-16,1-7-48 0,2-2-1 0,5-7 148 15,-1-2-63-15,10-5-48 0,-2-2 10 0,6-2-86 16,3-1 0-16,0-1 0 0,2 0 0 0,0 0 0 15,6 0 0-15,14 0 0 0,4-1 0 0,4-1 0 16,6-2 0-16,2 2 0 0,2-1 0 0,1 2 0 16,0 0 0-16,7 1 0 0,-10 0 0 15,3 0 0-15,-2 0 0 0,-3 0 0 0,-2 1 0 0,-2 3 0 16,-6-2 0-16,-1-1 0 16,-2 2 0-16,-3-1 0 0,-4-2 0 0,-3 0 0 15,-2 0-47-15,-2 0-704 0,-2 0 356 0,-3 0 177 16,0-8 90-16,-2-5-513 0,0-7 291 0,-11-2 161 15,-3-6-401-15</inkml:trace>
  <inkml:trace contextRef="#ctx0" brushRef="#br0" timeOffset="128486.18">11561 12378 2396 0,'-11'-16'0'0,"3"9"0"0,5 3 0 0,-4 1 0 0,6 1 0 0,-1 2 0 0,2 0 0 0,0 7 0 0,0 8 0 0,0 8 0 15,0 1 172-15,0 5 520 0,2 6-331 0,-2 6-161 0,0 1-90 16,0-1-110-16,0 2 0 0,0-2 0 0,-8 30 0 15,6-23 0-15,-1 5 0 0,1-2 0 0,0-1 0 16,2-10 0-16,0 11 0 0,0-17 0 0,0-1-353 16,0-14 33-16,0-1 97 0,4-8-633 0,7-5 413 15,2-5 202-15,2-4 101 16,2-18-337-16,1-7 208 0,2-9 120 0</inkml:trace>
  <inkml:trace contextRef="#ctx0" brushRef="#br0" timeOffset="128792.02">11997 12199 3134 0,'2'-24'0'0,"0"10"0"0,-2 7 0 15,0 3 0-15,-8 4 0 0,-9 10 0 0,0 14 0 0,-3 12 0 0,4-2 0 0,-8 15 0 0,2 9 252 0,1 2 293 0,4 2-545 0,0 10 0 0,8 5 0 16,3-1 0-16,6-5 0 16,0-17 0-16,3 2 0 0,15-11 0 0,3-6 0 15,5-1 0-15,-2-14 0 0,2-4 0 0,2-4 0 16,1-9 0-16,-5-7 0 0,6 0 0 0,-5-1 0 15,-5-21 0-15,-1-3 0 0,-4-5 0 0,-3-5 0 16,-7 0 0-16,-3-3 0 0,-2-1 0 0,0 3 0 16,-11 2 0-16,-6 6 0 15,-6 3 0-15,-1 7 0 0,0 6 0 0,-3 3 0 0,2 8 0 16,3 1 0-16,0 0 0 0,3 3 0 16,1 10 0-16,6 2 0 0,4 4 0 0,3 2 0 15,5 0-295-15,0-1-73 0,0 5 164 0,11-7 83 16,3 1-650-16,5-6 355 0,8 0 194 0,-1-2 91 15</inkml:trace>
  <inkml:trace contextRef="#ctx0" brushRef="#br0" timeOffset="129041.76">12435 12346 3562 0,'-9'-11'0'0,"6"4"0"0,1 6 0 0,0-1 0 0,0 2 0 16,2 0 0-16,0 2 0 0,0 19 0 0,0 3 0 0,0 8 0 0,0 8 229 0,2 3-89 0,2 9-140 0,2-3 0 0,0 2 0 15,-1 0 0-15,-1-5 0 0,-1-3 0 0,3 7 0 16,-3-7 0-16,2-3 0 16,-1-5 0-16,-2 0 0 0,1-6 0 0,-1-4 0 15,0-4 0-15,0-7 0 0,-1-5-123 0,-1-4-381 16,0-3 222-16,0-2-565 0,0 0 404 0,2-12 202 15</inkml:trace>
  <inkml:trace contextRef="#ctx0" brushRef="#br0" timeOffset="130178.83">12100 12350 1849 0,'-7'-10'0'0,"-1"0"0"0,2 5 0 0,1-1 0 0,-3-1 0 0,5 3 0 0,1 0 0 0,0 1 0 0,-1 2 0 0,3-2 0 0,0 0 252 0,3 2-105 0,8-1 289 0,8 1-187 16,5-2-109-16,4 3-50 0,2-1 186 0,4 1-118 0,4 0-58 15,1 0 134-15,6 0-234 0,-3 0 0 0,-1 0 0 16,2 0 0-16,1 4 0 16,-9-3 0-16,10 1 0 0,-12-1 0 0,6 2 0 15,-6-3 0-15,-6 3-217 16,-2-3-57-16,0 0 152 0,-6 0-10 0,-4 0-298 0,-5 0 162 0,-3 0 103 15,-1 0-535-15,-5 0 329 0,1 0 166 16</inkml:trace>
  <inkml:trace contextRef="#ctx0" brushRef="#br0" timeOffset="130396.39">12752 12111 2698 0,'0'-4'0'0,"0"2"0"0,0 2 0 0,0 0 0 0,0 0 0 0,0 0 0 0,9 0 0 0,8 0 0 0,6 0 0 0,1 6 0 0,0 3 257 0,4 0-108 0,-1 5 233 15,1-3-176-15,0 4-82 0,-3 0-42 0,-1 0-49 16,-5-3-33-16,0 3 0 0,-4-2 0 0,-6 2 0 16,-3-3 0-16,-4 4 0 0,-2-1 0 15,-2 0 0-15,-15 1 0 0,-6-1 0 16,-1 1-132-16,-4-2 2 0,-10 6 73 0,9-5-539 16,-4 4 283-16,-1-2 132 0,2 3 69 15,0 1-511-15,2 1 291 0,4 3 136 0,0 3-410 0</inkml:trace>
  <inkml:trace contextRef="#ctx0" brushRef="#br0" timeOffset="130851.17">12773 12758 1736 0,'3'4'0'0,"1"0"-1"0,0-3 1 0,-3 2-1 0,1-3 0 0,-2 0 1 0,0 0-1 0,0 0 1 0,0-4 0 0,-2-7-1 0,1 2 393 0,-1-5-175 15,0-1-89-15,0-1-34 0,0-1-7 0,1-2 0 16,-3 2-47-16,-3-2-52 0,0 2 37 0,-2 1-11 15,-2-1 26-15,-3 2 39 0,0 1-39 0,-5 1 0 16,-2 4 97-16,-5 1-54 0,2 4 1 0,-1 3-44 16,-1 1 83-16,-3 3-42 0,1 12 11 15,0 7 94-15,-2 7-83 0,3 3-103 16,7 3 0-16,3 5 0 0,10-6 0 0,-1 13 0 16,7-2 0-16,1 0 0 0,1 0 0 0,10-2 0 15,5-5 0-15,6 3 0 0,-1-13 0 16,3 0 0-16,3-5 0 0,-1-6 0 0,-4-6 0 0,8-5 0 15,-9-6 0-15,6 0 0 0,-5-2 0 0,-4-17 0 16,0-2 0-16,-4-8 0 0,0-6 0 0,-5-1 0 16,-2-6 0-16,-1 0 0 0,-2 8-35 15,-3-7-5-15,2 6 0 0,-3 8 0 16,0 3 165-16,0 5-95 0,0 8-30 0,-3 3 0 16,0 3 0-16,-1 5 0 0,0 0 0 0,1 10 0 15,3 14 0-15,0 6 0 0,0 2 0 0,0 1 0 16,2 5 0-16,3-1 0 0,7 1 0 0,-1-2 0 15,2-5 0-15,2 2 0 0,2-7 0 0,0-4 0 16,-3-5 0-16,4-2 0 0,-3-3-196 0,0-4-254 16,-1-5 205-16,2-3-258 0,-2 0 221 0,0 0 126 15,5-11-561-15,-6-6 338 16</inkml:trace>
  <inkml:trace contextRef="#ctx0" brushRef="#br0" timeOffset="130992.56">13083 12833 3479 0,'0'-1'0'0,"-2"1"0"0,-2 0 0 0,2 0 0 0,-2 7 0 0,4 5 0 0,0 1 0 0,0 2 0 16,0 4 0-16,0-1 0 0,1 0 145 0,6 3 162 0,0-1-307 15,2-4 0-15,-1-1-326 0,2-1 31 0,1-5 166 16,-2-3 85-16,3-5-967 0,0-1 508 0,4 0 254 16</inkml:trace>
  <inkml:trace contextRef="#ctx0" brushRef="#br0" timeOffset="131184.91">13299 12533 3724 0,'-11'-1'0'0,"11"-2"0"0,0 2 0 0,0 1 0 0,0-3 0 0,3 3 0 0,10 0 0 0,6 0 0 0,3 0 0 0,10-1 0 0,2-1 207 0,9 0-207 0,-3 0 0 0,-5 0 0 15,11 1 0-15,-11-2 0 0,4 1 0 0,-3 2-97 16,-2-1-18-16,-8 1 87 0,4-2-382 0,-9 0 224 15,0 1 113-15,-3-2 55 0,-2 2-974 16,-3-3 467-16</inkml:trace>
  <inkml:trace contextRef="#ctx0" brushRef="#br0" timeOffset="131837.53">13757 12237 1950 0,'-17'-5'0'0,"8"2"0"0,-1 1 0 0,4 2 0 0,2 0 0 0,4 0 0 0,0 0 0 0,10 2 0 0,9 1 0 15,5 2 0-15,1-3 127 0,5 1 161 0,0-1-124 0,4 1-63 0,-2 2-22 16,-2-2-6-16,0 3-34 0,-4 2 0 0,-6 0 0 16,-1 1-22-16,-6-1 31 15,-3 6-9-15,-4-1-39 0,-5 2-1 0,-1 2 40 16,0 0-1-16,-10 2-19 0,-8 1-11 0,1 0 31 16,-3-2-57-16,-1 1 10 0,2-3 14 0,-5 0-6 15,-1 1-190-15,1 1 100 0,-1-1 42 0,2 4-416 16,3-7 203-16,-1 4 120 0,5-3 34 0,2-1-150 15,3-4 109-15,6-2 54 0,0-1-258 0,2-2 162 16,1-1 75-16,2-1 39 0,0-1-39 0,0-2 39 16,0 0-11-16,0 0 49 0,0 0 148 15,0 0-74-15,0-2-38 0,0-1 324 16,0-1-190-16,0 1-81 0,0-1-45 0,0 0 220 16,0 1-57-16,-4 1-83 0,-1 0 364 0,1 0-211 15,2 0-100-15,-1 1-50 0,1 1 227 0,0 0-138 16,-2 0-60-16,2 0-45 0,2 0 199 0,-2 1-117 15,2 9-58-15,0 2 80 0,0 3-59 0,0-1-44 16,0 5-50-16,0 0-24 0,0 3 0 0,0 3 0 16,-2-3 0-16,2 7 0 0,-4-3 0 0,3 3 0 15,-1-4 0-15,0 2 0 16,0-1 0-16,0-2 0 0,0-2 0 0,1 1 0 16,-1-6 0-16,2-1 0 0,-2-6 0 0,2 0 0 15,-2-5 0-15,2-2 0 0,0-2 0 0,0-1 0 16,-2 0 0-16,1 0 0 0,1 0 0 0,0-1 0 15,0-5 0-15,0-1 0 0,0-4 0 16,9 2 0-16,3 2 0 0,6 0 0 0,6-1 0 0,-2 3 0 16,3 4 0-16,3 1 0 15,0 0 0-15,-1 4 0 0,-4 9 0 0,-2 2 0 16,-5 2 0-16,-2 2 0 0,-2 2 0 0,-4-2 0 16,-7 3 0-16,-1-2 0 0,0-1 0 0,-7-2 0 15,-12 0 0-15,-4-4 0 0,-3-5 0 0,-2 1 0 16,-2-3 0-16,-3-5 0 0,6-1 0 0,-1 0 0 15,0 0 0-15,9 0 0 0,-1-3 0 0,2-6 0 16,4-5 0-16,7-1 0 0,5-1 0 0,2-8 0 16,0-5 0-16,16 0 0 0,9 3-504 0</inkml:trace>
  <inkml:trace contextRef="#ctx0" brushRef="#br0" timeOffset="134612.9">14412 12772 2616 0,'-9'-6'8'0,"3"5"0"0,4 1-2 0,2 0-2 0,0 0 0 0,0 0-1 0,0 0 0 0,0 0-1 0,8 0 0 0,8-3 0 0,5-1 396 0,8-1-182 16,-1-1-89-16,4 1-116 0,-2-1-1 16,4 0 29-16,-2 1 10 0,-1-1-179 0,1 2 84 15,-2 3 42-15,0-1 1 0,-3 2-642 0,-5 0 346 16,1 0 164-16,-1 9-52 0</inkml:trace>
  <inkml:trace contextRef="#ctx0" brushRef="#br0" timeOffset="134789.66">14609 12990 3462 0,'-9'-2'0'0,"5"2"0"0,1 0 0 0,1 0 0 0,2 0 0 0,0 0 0 16,0 0 0-16,0 3 0 0,9-1 0 0,8 2 0 0,3-1 162 0,1-3-60 0,2 5 40 0,7-4-79 0,-3 2-63 0,0 0 0 15,1-1-203-15,0 2 47 0,-1 2 109 0,3 0-794 16,-2 0 440-16,-1 3 220 0,-1-3 111 0</inkml:trace>
  <inkml:trace contextRef="#ctx0" brushRef="#br0" timeOffset="135167.65">15190 12761 2808 0,'-4'-27'0'0,"2"12"0"0,2 4 0 0,0-4 0 0,2-1 0 0,9-2 0 0,6 3 0 0,4 0 0 0,1 0 0 0,6 2 0 0,0 3 193 0,3 4 153 0,-1 5-153 16,-4 1-66-16,6 0-49 0,-4 6-78 0,-1 7 39 15,-3 5 1-15,-4 5 0 0,-2 2-61 0,-7 3 26 16,-4 4 0-16,-4 0 35 0,-3 3-89 0,0 8 44 16,-16-9 10-16,-7 11 0 0,0-5-13 0,-6-2-1 15,-1-5-14-15,-2-3 73 0,4-7-61 0,-6-1 19 16,0-5 67-16,0-6-75 0,4-1 0 0,0-6 0 15,8 0 0-15,-1-4 0 0,4 0 0 0,8 0 0 16,2 0 0-16,5 0 0 16,0 0 0-16,4 0 0 0,0 0 0 0,6-3 0 15,16 2 0-15,6-1 0 0,4 2 0 0,2 0 0 16,4 0 0-16,0 0 0 0,1 0 0 0,0 0 0 16,-1 0 0-16,0 2 0 0,-3 2 0 0,1 0 0 15,-3-3 0-15,1 1 0 0,0-2 0 0,1 0-640 16,-5 0 146-16,2 0 228 0,-2 0 112 0,0-7-355 15</inkml:trace>
  <inkml:trace contextRef="#ctx0" brushRef="#br0" timeOffset="135530.07">15855 12605 2813 0,'-7'-5'0'0,"7"2"0"0,-2 2 0 0,2-2 0 0,0 0 0 0,5-2 0 0,13 0 0 15,3 4 0-15,6 1 0 0,1 0 0 0,2 0 259 0,0 3-100 0,2 5-65 0,-4 2-208 16,-1-1 76-16,-7 2 40 0,-3 2-1 0,-4 0-101 16,-6 0 65-16,-5 2 38 0,-2 1-13 0,0 0 0 15,-18-1 50-15,0-2-35 0,-5 0 217 0,5-3-147 16,-1-2-30-16,7-6-54 0,2 3 425 0,2-4-303 16,3 2-113-16,5-3 0 0,0 0 0 0,2 2 0 15,11 2 0-15,7 1 0 0,9 2 0 0,-1 5 0 16,2-1 0-16,0 2 0 0,0 2 0 0,-4 2 0 15,-3 3 0-15,-5-1 0 0,-2 4 0 0,-9-4 0 16,-3 3 0-16,-4 1 0 0,0 0 0 0,-11-4 0 16,-12 1 0-16,-1-5 0 15,-5 0 0-15,-1-2 0 0,-2-4 0 0,-1 1 0 16,1-7 0-16,2 1 0 0,1-2 0 0,9-2 0 16,-4 0 0-16,6 0 0 0,9 0 0 0,0 0 0 15,3-6 0-15,6-8-150 0,8-10-84 0,20-7-947 16,4-1 571-16</inkml:trace>
  <inkml:trace contextRef="#ctx0" brushRef="#br0" timeOffset="135735.71">16558 12573 3931 0,'5'0'0'0,"-1"0"0"0,-3 0 0 0,1 0 0 0,-2 0 0 0,0 0 0 0,-2 6 0 0,-1 8 0 0,1 7 0 0,0 7 0 0,0 7 0 0,2 5 0 16,0 4 0-16,0 1 0 0,0 0 0 0,2-1 0 0,5 8 0 15,2-6 0-15,0 1 0 0,-2-2 0 16,0-3 0-16,-1-7 0 0,-3 1 0 16,-1-2 0-16,0-6 0 0,1-3 0 0,-3-5-82 15,0-1-218-15,0-9 136 0,0-1-707 0,0-5 415 16,0-4 209-16,2-2-480 0</inkml:trace>
  <inkml:trace contextRef="#ctx0" brushRef="#br0" timeOffset="135920.79">16732 12669 3931 0,'0'-3'0'0,"0"3"0"0,0 0 0 0,0 0 0 0,8 0 0 0,8 3 0 0,7-1 0 0,7 1 0 0,7 1 0 0,11 0 0 0,-2-1 0 16,5 2 0-16,-1-4 0 0,1 1 0 0,-8-1 0 0,11 2 0 16,-8-3 0-16,-3 3 0 0,-9-3 0 0,-3 0-128 15,-8 1-211-15,-2-1 184 0,-8 0 97 0,-4 1-841 16,-5-1 391-16,-3 0 234 0,-1 0 108 15,-5 0-195-15</inkml:trace>
  <inkml:trace contextRef="#ctx0" brushRef="#br0" timeOffset="136418.07">17253 12450 2197 0,'7'-3'0'0,"11"3"0"0,-1 0 0 0,5 0 0 0,1 0 0 0,1 7 0 0,5 3 0 16,-3-1 0-16,4 5 0 0,-4-1 0 0,-2 2 470 0,-3 2-216 0,-6-2-107 0,-3 3 107 0,-5 1-111 0,-5 2-53 15,-2 2-24-15,-13 0-77 0,-10 0 25 0,-5 0 10 16,-2-1-379-16,-4-1 198 16,-5 0 98-16,1-4 49 0,0-1-230 0,5-4 103 15,-12-1 78-15,11-4-77 0,1-2-464 0,10-5 280 16,-2 0 140-16,10 0 60 0,2 0-148 0,6-2 114 16,1-2 57-16,3-2 133 0,3 3-38 0,0-2-10 15,0 4 393-15,3 1-210 0,4 0-106 0,3 0-52 16,-3 9 571-16,-1 7-246 0,2 8-166 0,-7 2 5 15,1 7 195-15,-2 11-166 16,0-1-84-16,-3-1 430 0,-11 8-552 0,3-8 0 16,4-5 0-16,-5-2 0 0,4-1 0 0,1-9 0 15,4-3 0-15,-1-9 0 0,2-2 0 0,0-3 0 16,-1-4 0-16,3-4 0 0,-1 0 0 0,-1-2 0 16,2-13 0-16,0-7 0 0,0-1 0 0,3 2 0 15,8-7 0-15,1 6 0 0,0 5 0 0,3-2 0 16,2 4 0-16,1 3 0 0,1 4 0 0,1 7 0 15,0-1 0-15,1 2 0 0,-3 2 0 16,1 11 0-16,-5 3 0 0,-2 2 0 16,-3 2 0-16,-3 1 0 0,-4 2 0 0,-2-2 0 15,0 5 0-15,-11-5 0 0,0-7 0 0,-10 5 0 16,4-5 0-16,-7-2 0 0,-1-2 0 0,1-2 0 16,-1-5 0-16,-1 1 0 0,2-2 0 0,-4 0 0 15,7-2 0-15,0 0 0 0,6 0-545 0,3-2 175 16,5-5 155-16,7-13 92 0,0-6-690 0,19-7 387 15</inkml:trace>
  <inkml:trace contextRef="#ctx0" brushRef="#br0" timeOffset="136629.47">17727 12646 3172 0,'17'-13'0'0,"-8"6"0"0,3 2 0 0,-9 2 0 0,1 1 0 0,-2 2 0 0,-1 0 0 0,-1 0 0 0,0 4 0 0,0 16 0 0,0 9 759 0,0 10-759 0,-3 4 0 0,-6 6 0 15,3 5 0-15,-4 2 0 0,5 3 0 16,-1 1 0-16,3-4 0 0,-1 1 0 16,0-4 0-16,0-3 0 0,0-6 0 0,-1 4 0 15,-3-12 0-15,1-2 0 0,1-4 0 0,0-12 0 16,3-4-373-16,-1-3-153 0,-2-7 243 0,3-4 122 16,-3 0-578-16,4-22 349 0,2-7 166 0</inkml:trace>
  <inkml:trace contextRef="#ctx0" brushRef="#br0" timeOffset="136882.84">17899 12459 2794 0,'16'-20'0'0,"0"11"0"0,3 3 0 0,-2-1 0 0,-2 4 0 0,2 0 0 0,0 3 0 0,2 0 0 0,-1 3 0 16,2 7 0-16,-4 4 251 0,-1 1-106 0,-2 1-54 0,-5 2 166 0,-6 0-114 15,-2 2-52-15,0 5-26 0,-15-2-68 0,-6 0 51 16,-3-7-9-16,5-2-29 15,-2-4-10-15,3 0 0 0,0-6 0 0,9 0 0 0,-2-3 0 0,3-1 0 16,5 0 0-16,1 0 0 16,2 0 0-16,0 0 0 0,2 0 0 0,15 0 0 15,6 0 0-15,4 0 0 0,3-1 0 0,7 1 0 16,0 0 0-16,2 0 0 0,-2 0 0 0,4 0 0 16,-4 0 0-16,0 0-105 0,-1 5-421 0</inkml:trace>
  <inkml:trace contextRef="#ctx0" brushRef="#br0" timeOffset="137416.67">19684 12654 3018 0,'-4'-6'0'0,"0"6"0"0,4 6 0 0,0 9 0 0,0 6 0 0,0 4 0 0,0 10 0 0,0 0 0 0,0 12 0 0,0 3 0 0,2 0 177 0,0 3-75 16,2 2 183-16,-1 0-123 0,-1 0-62 16,0-3-31-16,3-9-209 0,-4 10 84 0,3-14 47 15,-2 1-542-15,0-8 295 0,0-11 147 0,-1-1 83 0,3-8-772 16,0-3 381-16,-1-8 188 0,7-1 95 15</inkml:trace>
  <inkml:trace contextRef="#ctx0" brushRef="#br0" timeOffset="137586.1">19866 12793 2443 0,'0'-15'0'0,"0"9"0"0,0 0 0 0,0 2 0 0,9 0 0 0,14 1 0 0,12 1 0 0,3 0 0 16,7 1 0-16,2-2 0 0,-3 3 483 0,12 0-228 0,-8 0-108 0,2 0-48 15,-4 0-31-15,-2 0 1 0,-7 0-21 0,1 3-578 0,-7 2 285 16,-8-2 141-16,-2 1-674 0,-12 0 393 16,-1 3 198-16,-7-1-10 0,-1 3-331 0,-9-1 245 15</inkml:trace>
  <inkml:trace contextRef="#ctx0" brushRef="#br0" timeOffset="137770.15">20328 12611 1500 0,'0'-20'0'0,"0"6"0"0,6 2 0 0,7 2 0 0,4 5 0 0,5 2 0 0,1 0 0 0,1 3 0 0,9 0 0 0,-6 10 0 0,1 3 83 0,1 0 240 0,-7 4-143 0,-3-3-61 16,0 4-45-16,-6 1 116 0,-4-1-76 0,-5 3-38 15,-4-2-154-15,0 4 67 0,-9-1 20 0,-8-3 0 16,-6-1-346-16,-1 0 188 0,0-3 93 0,-1-6 57 16,-5 2-633-16,3-5 304 0,1 0 114 0,-1-5-65 15,2-1 121-15,2 0 50 0</inkml:trace>
  <inkml:trace contextRef="#ctx0" brushRef="#br0" timeOffset="138080.56">20279 12814 1861 0,'-9'-8'0'0,"5"2"0"0,0 4 0 0,3 0 0 0,1 2 0 0,0 0 0 0,0 15 0 0,0 9 0 0,0 5 0 0,0 8 0 0,1 5 309 15,1 3-135-15,-2 3-59 0,0 3-42 0,0-2 393 16,0-2-214-16,-5-2-106 0,1-7 75 0,-4-1-82 16,4-6-54-16,1-6-1 0,-1-2-208 0,-1-8 82 15,1-5 40-15,0-5 9 0,1-3-58 0,-4-2 45 16,4 0 0-16,1-9 36 0,2-6 8 0,0-2 10 15,0-5-49-15,9 0-21 0,6 2-16 0,5 1 23 16,1 2-46-16,4 2 32 16,1 2 0-16,3 6 31 0,-1 2-34 0,-8 4-1 15,8 1 46-15,-10 0-8 0,1 11-39 0,-5 6 34 16,-3 1-20-16,-3 2 128 0,-4 0-59 0,-4 1-26 16,0-1 4-16,-2 0 96 0,-11-4-51 0,0-2-66 15,-5-1-6-15,2-6 0 0,-3 1 0 16,1-6 0-16,-3-2 0 0,2 0 0 0,0 0 0 0,0 0 0 15,2-6 0-15,4-7-76 16,2 0-34-16,5-6-676 0,6-7 359 0,0-12 200 16,12-1 94-16,16-16-669 0,2 4 382 0</inkml:trace>
  <inkml:trace contextRef="#ctx0" brushRef="#br0" timeOffset="138296.41">20895 12606 3457 0,'14'-9'0'0,"-2"5"0"0,-3 2 0 0,-6 2 0 0,-1 0 0 0,0 0 0 0,-2 0 0 0,0 14 0 0,0 9 0 0,0 6 0 0,0 11 254 0,0-1-99 0,0 13-90 16,0 3-65-16,0 9 0 0,0-2 0 0,0-1 0 15,0-4 0-15,4 3 0 0,3 8 0 0,-4-15 0 16,4 5 0-16,-5-2 0 0,-2-1 0 0,0-2 0 16,0-7 0-16,0-10 0 0,-5-4 0 15,1-10 0-15,1-7 0 0,-3-4 0 0,3-3-72 0,-1-6-368 16,-1-2 200-16,-2-5-472 0,7-24 326 0,0-10 179 15,0-9 85-15</inkml:trace>
  <inkml:trace contextRef="#ctx0" brushRef="#br0" timeOffset="138579.63">21147 12469 2783 0,'8'-25'0'0,"1"8"0"0,4 4 0 0,0-3 0 0,3 5 0 0,2 2 0 0,3 3 0 0,4 4 0 0,-2 2 0 0,2 0 0 0,-1 0 367 0,-3 12-164 0,-2 2-73 15,0 5-50-15,-7 2-6 0,-1 2-35 16,-8 1-1-16,-3-2-101 0,0 6 46 0,-10-1 28 16,-8-5-1-16,-3-1-63 0,-2-3 46 0,5-6 9 15,-5-3 188-15,2-1-77 0,5-4-82 0,2-3-31 16,3-1 0-16,4 0 0 0,3 0 0 0,2 0 0 16,2 0 0-16,0 0 0 0,8 0 0 0,11 0 0 15,6 0 0-15,4 0 0 0,4 0 0 0,9 0 0 16,-3 0 0-16,-3-1 0 0,11-2 0 0,-13 2 0 15,3 1 0-15,-1 0 0 16,0 0 0-16,-5 0-180 0,-1 0-56 0,-5 0 98 16,-2 1-953-16,-7 14 527 0</inkml:trace>
  <inkml:trace contextRef="#ctx0" brushRef="#br0" timeOffset="138737.78">21477 12928 3931 0,'-7'0'0'0,"3"0"0"0,4 0 0 0,0 0 0 0,0 2 0 0,2 5 0 0,14-1 0 0,7-1 0 0,4 2 0 0,3 0 0 0,2 0 0 16,1-1 0-16,1-1 0 0,4-1 0 0,-4 0 0 15,0-1 0-15,-4-1 0 0,-7 2 0 0,-3-1-348 16,-6 3 192-16,-4 4-1214 0</inkml:trace>
  <inkml:trace contextRef="#ctx0" brushRef="#br0" timeOffset="138892.37">21472 13245 3931 0,'-7'0'0'0,"3"0"0"0,4 0 0 16,0 0 0-16,0 0 0 0,0 0 0 0,11 0 0 0,8 0 0 0,7 0 0 0,3 0 0 0,3 2 0 0,1 2 0 0,1 2 0 0,0-3 0 0,1 1 0 0,-1 0 0 16,0 1 0-16,-2 0 0 0,-8-3 0 0,3 5-497 15,-3-2-67-15</inkml:trace>
  <inkml:trace contextRef="#ctx0" brushRef="#br0" timeOffset="139619.76">22084 12866 2036 0,'-19'-28'0'0,"-1"7"1"0,5 4 3 0,2 2 0 0,2-4 0 0,3 3-2 0,4-2 1 0,4 0 1 0,0-3 0 0,17 2 0 0,13 0 84 0,8 4 155 0,-3 7-92 16,16 0-60-16,-8 5 34 15,5 3-44-15,-6 3 0 0,1 15-43 0,-8 6 14 16,4 14-14-16,-13 1 0 0,-7 6-46 0,-7 6-1 16,-7 2 47-16,-5 3 10 0,-2 8-113 0,-17-7 51 15,-6-1 26-15,-5-3 0 0,-5-3-97 0,3-9 38 16,-5 1 30-16,-3-8 161 0,0-8-64 0,1-6-33 16,7-4-16-16,-2-7 368 0,4-3-186 0,9-4-153 15,3-2-60-15,6 0 0 0,3 0 0 0,6 0 0 16,1 0 0-16,2 0 0 15,2-2 0-15,19-2 0 0,7-2 0 0,6 1 0 16,8-2 0-16,1 0 0 0,1 2 0 0,1 1 0 16,2 2 0-16,-8 0 0 0,2 1 0 0,1 1 0 15,-5-2 0-15,1 2 0 0,-6 0 0 0,1-2-138 16,-2 0-698-16,-1-2 399 0,0-3 199 0,2-1 100 16</inkml:trace>
  <inkml:trace contextRef="#ctx0" brushRef="#br0" timeOffset="139815.14">22764 12693 3931 0,'-14'-16'0'0,"10"10"0"0,4 4 0 0,0 2 0 0,0-3 0 0,2 2 0 0,16-2 0 0,5 0 0 0,5-1 0 0,2 3 0 0,6-2 0 0,6 2 0 0,-1 1 0 0,-6 0 0 15,10 0 0-15,-12 0 0 16,6 4 0-16,-4 1 0 0,1-2 0 0,-4 4 0 15,-2-2-38-15,-7-1-82 0,-2 0 90 0,0-2-982 16,-1-1 499-16,-4-1 168 0,-2 0 153 0</inkml:trace>
  <inkml:trace contextRef="#ctx0" brushRef="#br0" timeOffset="139995.6">23279 12512 2423 0,'-14'-11'0'0,"7"4"0"0,2 3 0 0,3 1 0 0,0 1 0 0,2 0 0 0,2 1 0 0,17 1 0 0,5 0 0 0,4 0 0 15,3 3 226-15,5 6-94 0,1 1-47 0,-2 1 132 0,0 2-94 16,1-2-42-16,-4 0-5 0,-5 1-37 0,-6 1 0 16,-7 0 10-16,-5 0-349 0,-6 4 170 0,-3 4 84 15,-8 1-499-15,-12 4 288 0,-7-1 56 0,-6 5 100 16,1-2-514-16,0 2 288 0,-6 0 144 0,6 4 72 16</inkml:trace>
  <inkml:trace contextRef="#ctx0" brushRef="#br0" timeOffset="140377.74">23212 13071 1828 0,'-4'7'0'0,"-1"0"0"0,5-2 0 0,0-4 0 0,0-1 0 0,0 0 0 0,0 0 0 0,0-6 0 0,0-7 0 0,0 0 0 0,2-3 262 0,-2-3-111 0,0 0 232 15,0-1-171-15,0 2-77 0,-7 1-63 0,-4 1 99 16,-5 6-65-16,-2 0-34 0,-5 5 0 0,1 3 104 16,-7 2-74-16,-1 3-31 0,-5 17 16 0,3 4-56 15,2 7-31-15,3 0 0 0,-1 14 0 16,10-4 0-16,1 1 0 0,7-1 0 15,5-5 0-15,5 3 0 0,0-3 0 0,2-6 0 16,9-2 0-16,6-5 0 0,3-7 0 0,1-4 0 16,6-3 0-16,-1-7 0 0,0-2 0 0,-1 0-40 15,-1-9-85-15,-2-12 60 0,1-3-284 0,-3-5 155 16,-1-4 77-16,-1-7 40 0,-5 8-1 0,-4-3 29 16,-1 3 10-16,-5 1 232 0,-1 11-115 0,-2 1-59 15,0 6 178-15,0 4-127 0,0 2-49 0,0 6 26 16,-5 1 461-16,-2 0-508 15,6 16 0-15,1 7 0 0,0 6 0 0,0 1 0 16,0 4 0-16,3 0 0 0,7 1 0 0,-1 1 0 16,4-5 0-16,1-2 0 0,0-3 0 0,2-5 0 15,-3-4 0-15,0 0 0 0,2-8 0 0,-1-2-125 16,-2-1-728-16,2-6 407 0,1 0 203 0,-3 0-538 16,4-6 376-16,3-10 183 0</inkml:trace>
  <inkml:trace contextRef="#ctx0" brushRef="#br0" timeOffset="140524.76">23525 13125 2868 0,'0'-11'0'0,"0"3"0"0,0 6 0 0,0 0 0 0,-2 1 0 0,0 1 0 0,1 0 0 0,1 0 0 0,0 7 0 0,0 4 0 0,0 2 192 0,0 1 173 0,1-1-162 16,5 0-82-16,-1-2-42 0,1-1-419 0,2-1 185 16,-1-2 96-16,1-4 50 0,-3 3-345 0,5-6 197 15,-1 0 108-15,0 0-841 0,2 0 441 16</inkml:trace>
  <inkml:trace contextRef="#ctx0" brushRef="#br0" timeOffset="140712.26">23722 12845 3157 0,'0'-10'0'0,"0"5"0"0,0 4 0 0,0-4 0 0,2 2 0 0,1-1 0 0,9 1 0 15,3 0 0-15,9 1 0 0,6 1 0 0,6-4 249 0,4 2 276 0,8 1-525 16,0-2 0-16,-4 1 0 0,2-1 0 0,-3 2 0 0,-4-1 0 15,1 0 0-15,-6 2-145 0,-4-1-169 16,-10 2 177-16,1 0-304 0,-8 0 214 0,-3 0 123 16,-5 0-169-16,-3 0-502 0,-2-3 367 0,0 2 185 15</inkml:trace>
  <inkml:trace contextRef="#ctx0" brushRef="#br0" timeOffset="140965.65">24159 12537 1880 0,'-16'-5'0'0,"0"2"0"0,7 3 0 0,2 0 0 0,2 0 0 16,5 0 0-16,0 0 0 0,1 0 0 0,12 0 0 0,10 0 0 0,-2 0 164 0,11 0 392 0,-2 0-259 0,1-1-129 0,2-2-65 0,-3 2 271 15,-7 1-158-15,7 0-94 0,-9 0-71 0,0 0-51 16,-1 9 0-16,0 2 0 16,-5 4 0-16,0-3 0 0,-3 2 0 0,2 2 0 0,1-1 0 15,1 1 0-15,1-2 0 0,1 1-16 0,1-2-91 0,-5-2 72 16,2-2-16-16,-5-1-343 15,0 0 150-15,-3-3 106 0,-2 1-90 0,-3-2 94 16,-1 0 48-16,-2 1-9 0,0 1-172 0,-13 1 115 16,-4 3 56-16,-4 5 29 0,-1-2-337 0,-3 5 173 15,1 3 101-15</inkml:trace>
  <inkml:trace contextRef="#ctx0" brushRef="#br0" timeOffset="141405.73">24235 13005 2662 0,'-14'0'0'0,"2"0"0"0,1 0 0 0,-1 0 0 0,1 0 0 0,0 0 0 0,3 0 0 0,0 0 0 0,4 0 0 0,1 0 0 0,1 0 365 0,0 6-163 0,2 3-82 0,0 1-40 16,0 5 188-16,0-1-104 0,0 5-94 0,0 3-70 16,0 3 0-16,0 0 0 0,-1-1 0 0,-6-2 0 15,-2 9 0-15,3-7 0 0,-2 0 0 0,-2-5 0 16,4-1 0-16,1-4 0 15,-1-1-11-15,1-4-69 0,1-3 48 0,0-2-15 16,2-3-8-16,0-1 2 0,-2 0 2 0,4 0 9 16,0-7 72-16,0-6-59 0,0-2 11 0,0-4 42 15,6 1-41-15,4-1 2 0,4-4-1 0,2 5 145 16,0 0-67-16,1 5-28 0,5-1 153 0,1 4-187 16,0 4 0-16,2 2 0 0,-1 4 0 0,-4 0 0 15,5 8 0-15,-4 9 0 0,-3 5 0 0,-1 2 0 16,-4 7 0-16,-3-1 0 15,-4 4 0-15,-5 0 0 0,-1-1 0 0,0-1 0 16,-10-2 0-16,-6-2 0 0,-3-3 0 0,-3-5 0 16,-4-3 0-16,1-5 0 0,2-5 0 0,-7-5 0 15,5-2 0-15,5 0 0 0,-1 0 0 0,2-7 0 16,4-7 0-16,3-1 0 0,4 1 0 0,4-4 0 16,4-2 0-16,0-3 0 0,2 6 0 0,15-3 0 15,3 3-581-15,5 4 18 0,1 2 263 0,3 5 130 16</inkml:trace>
  <inkml:trace contextRef="#ctx0" brushRef="#br0" timeOffset="141558.31">24778 13506 3931 0,'-3'-6'0'0,"2"2"0"0,1 3 0 0,-2 1 0 0,0-2 0 0,2 2 0 0,-2-2 0 0,2 2 0 0,0 0 0 0,0-1 0 0,0 1 0 0,0-3 0 0,0 3 0 16,0 0-233-16</inkml:trace>
  <inkml:trace contextRef="#ctx0" brushRef="#br0" timeOffset="142604.97">24203 12884 930 0,'0'-9'0'0,"0"1"0"0,0 0 0 0,4 2 0 0,-2-6 0 0,5 1 0 0,-5 2 0 0,1-1 0 0,2 1 0 0,-1 0 0 0,-3 1 76 0,1 2 172 0,-2 0-96 0,0 3-62 16,0 0-26-16,0 2 233 0,0 0-129 0,0 1-65 16,0 0 197-16,0 0-136 0,0 0-63 0,0 5-32 15,0 4 57-15,0 5-44 16,-2 2 10-16,2 4-55 0,-1 5 133 0,-1 0-67 15,0 3-32-15,-3 2-1 0,0 4 3 0,-2 1-9 16,-1 7-26-16,-1-5-103 0,-3 3 51 0,3-4 36 16,-5 6-344-16,5-7 172 0,2 2 92 0,-2-1 10 15,3-2-633-15,0 0 295 0,2-3 178 0,1-2 86 16</inkml:trace>
  <inkml:trace contextRef="#ctx0" brushRef="#br0" timeOffset="150657.87">26136 12624 1542 0,'-2'-10'0'0,"-4"7"0"0,4 1 0 0,-1-1 0 0,3 2 0 0,0 1 0 0,-1 0 0 0,1 0 0 0,0 4 2 0,0 11 1 0,0 5 155 0,0 7-62 0,0 3-27 0,0 1 157 16,0 4-92-16,0 9-47 0,1-8 11 0,2 13 61 16,-1-5-60-16,-2 1-30 15,2 3-3-15,0-1 0 0,0-8-17 0,0 4-9 0,0-5-146 0,1-5 73 16,1-2 37-16,2-6-1 16,-4-2-80-16,5-2 53 0,-1-6 16 0,-2-4-456 15,1-1 192-15,-1-2 129 0,-1-6-6 0,5-2-319 16,0 0 214-16,3-10 107 0</inkml:trace>
  <inkml:trace contextRef="#ctx0" brushRef="#br0" timeOffset="150875.84">26236 12770 2264 0,'0'0'0'0,"0"0"0"0,0 0 0 0,0 0 0 15,0 0 0-15,3 0 0 0,8 0 0 0,5 0 0 0,10 0 0 0,4 0 0 0,4 0 261 0,1 0-111 0,10 0-55 0,-9 0-18 0,4 0 129 0,4 0-83 0,-2 0-42 16,-8 0-73-16,1 0 1 16,-6 0 40-16,4-3-10 0,-6 2-258 0,-7 1 130 0,1 0 63 0,-4-1 34 15,-2 1-454-15,-3-3 230 16,-2 3 30-16,-4-1-180 0,1-2 140 0,-3 2 84 16,0-3 56-16,2-3-340 0</inkml:trace>
  <inkml:trace contextRef="#ctx0" brushRef="#br0" timeOffset="151117.99">26738 12500 1739 0,'3'0'0'0,"2"4"0"0,3-1 0 0,-1-1 0 0,3 1 0 0,1 1 0 0,1 0 0 0,2 1 0 0,2 3 0 0,4-1 0 0,0 3 81 0,0 0 58 15,4-1-50-15,-6 1-15 0,0-1-80 0,-1 0-1 16,1 0 47-16,-6 3-1 0,1-4-42 0,-8 1 9 15,0 0 33-15,-3 1 1 0,0-2-109 0,-2 2 54 16,0 0 27-16,-5-1-229 0,-8 1 113 0,-3-1 23 16,2 2 42-16,-2-2-234 0,-1 3 125 15,1 1 32-15,-1-2-207 0,-3 6 142 0,2 0 70 16,1 1 36-16,-2 7-82 0,5 1 48 16</inkml:trace>
  <inkml:trace contextRef="#ctx0" brushRef="#br0" timeOffset="151612.76">26780 13248 1049 0,'6'0'0'0,"-3"0"0"0,2 0 0 0,-2-1 0 0,0-5 0 0,-2-2 0 0,2 0 0 16,-3-2 0-16,0 1 0 0,0-1 0 0,0 1 65 0,0 0 1 0,0-3-11 0,-4 1-16 0,3 2 11 0,-7-3-44 15,3 3 0-15,-2-2 34 0,-4 1-1 0,1 1-47 16,-2 4 58-16,-1-3-11 0,-1 6-1 16,0 0 2-16,-3 2-1 0,-2 0-7 0,0 0 46 0,1 12-9 15,-3 4-38-15,4 0 3 16,-1 6 71-16,4-1-33 0,3 1 10 0,2 3-14 16,5 1-29-16,2-6 1 0,2 5-1 0,0-5 39 15,2 1-29-15,11-4-9 0,0-2-53 0,4-3 27 16,4-3-1-16,-1-2 27 0,-1-5-92 0,2-2 40 15,1 0 15-15,0 0 0 0,-1-7-116 0,-2-7 66 16,0 1 21-16,0-7-47 0,-2-1 23 16,0-1 26-16,-5-1-10 0,-1 4-64 0,-4-1 23 0,-2 2 31 15,-1 7 49-15,-2 1-27 16,0 4-9-16,-2 2 7 0,0 2 194 0,0 2-89 16,0 0-41-16,-2 2-26 0,0 8 105 0,-1 4-56 15,3-1-9-15,0 2-2 0,0 0 5 0,0 0-35 16,7 0 29-16,6-1-106 0,0-3 57 0,2 0-8 15,2-4 43-15,0 1-279 0,0-2 113 0,2-4 68 16,-3-2-262-16,3 0 152 0,0 0 40 0,-2 0 47 16,-3 0-165-16,3-1 105 15,-1-4 42-15,-2-4-144 0,2-1 103 0,-2-1 51 0,2-4 27 0,-2-4-119 16</inkml:trace>
  <inkml:trace contextRef="#ctx0" brushRef="#br0" timeOffset="152068.76">27372 12601 1270 0,'0'-8'0'0,"0"5"0"0,0-2 0 0,0 2 0 0,-2-2 0 0,-1 3 0 0,1 0 0 0,2 0 0 0,0 0 0 0,0 2 0 0,0 0 177 15,0 0-73-15,0 0-32 0,0 0 25 0,0 0-29 16,0 4 0-16,0 2-18 0,2-1 36 0,1 1-46 15,-3 1-1-15,2 1 1 0,-2-1 63 0,0 1-22 16,0 1-10-16,0 2-32 0,0 0 56 0,0 0-28 16,0 4 0-16,0-2 10 0,0-1-37 0,0 3-1 15,0 0-10-15,0 0 11 0,0 3 0 16,0-4 9-16,0 5-33 0,0-2 23 16,0 1 1-16,0 2-1 0,0 0-37 0,-2 2 10 15,2-1 27-15,0 2-69 0,0 3 30 0,0-1-13 16,0 1 42-16,0-3-48 0,0 4-5 0,0-2 35 15,0 2-48-15,0-3 22 0,0 0 1 0,0-2 21 16,2 8-64-16,0-5 28 0,-1 0 0 0,3 1 23 16,0-2-30-16,-1-3 25 0,-1 2 9 0,-1-1-52 15,5-3-1-15,-6 0 36 16,3-2 9-16,-1-3 3 0,0 1-6 0,0-5-8 16,-2-1 57-16,0-1-49 0,0-2 0 0,0-1-2 15,0-1 13-15,0-4-7 0,0 1-2 0,0-1 6 16,0 0-24-16,0 0 21 0,0 0 6 0,0 0-129 15,0 0 59-15,-2 0 25 0,0-1 1 0,2-7-387 16,0-1 202-16,0-4 95 0,0-5-445 0</inkml:trace>
  <inkml:trace contextRef="#ctx0" brushRef="#br0" timeOffset="152920.29">27673 12408 1100 0,'-5'-12'0'0,"1"5"0"0,2 0 0 0,1-2 0 0,-1 1 0 0,0 0 0 0,2-3 0 0,0 0 0 0,0 1 0 0,0-3 0 0,2 5 89 0,3-5 39 0,5 2-43 15,3 0-1-15,4-1-7 0,0 4 11 16,0-1-47-16,1 6-1 0,1-2 31 0,1 2-30 15,-3 3 0-15,3 0 60 0,-5 0-61 0,3 0 1 16,-3 8 0-16,0-1 9 0,-1 4-9 0,-1-1 9 16,0-1-9-16,-2 1-34 15,-3-1-1-15,1 1 35 0,-1-1-70 0,-5-2 40 16,0 2-9-16,1 1 22 0,-3-2-29 0,-1 1-17 16,0 2 50-16,0 1-19 0,-5-1-50 0,-3 2 19 15,-6 0 0-15,3-1-8 0,-3-1 0 0,0 1 29 16,-2-2-21-16,2-3 21 0,-3 1 4 0,2-1-7 15,0-4 71-15,3 1-30 0,-3-3-1 0,3 1-30 16,-2-2 109-16,5 2-48 0,0-2-27 0,1 0 64 16,3 0-45-16,-1 2-7 15,2-2-1-15,3 0 92 0,1 0-52 0,0 0-10 16,0 0-9-16,0 2-27 0,0 0-4 0,1-1-1 16,9 3 1-16,3 0-5 0,1-3 5 0,2 4 0 15,3-4 9-15,1 3-9 0,1 0 0 0,-2 0 9 16,3 0-68-16,-1-1 29 0,-1 2-12 0,0-1-12 15,-3 2 16-15,1-2 9 0,-2 1 8 0,-4-2-134 16,1 0 61-16,1 1 36 0,-7-2-108 0,2 0 66 16,-2 0 11-16,0 0 0 0,-3-2-18 0,-1 0 26 15,-1 0-23-15,-1 0 38 16,1 0 31-16,0 0-1 0,-2 0-34 0,0 0 53 16,2 0 1-16,-1-2-50 0,-1-2 16 0,0 0-47 15,0 1 7-15,0 1 34 0,0 0-235 0,0 1 105 16,0-3 57-16,0 4 30 0,0 0-510 0,0 0 264 15,0 9 121-15</inkml:trace>
  <inkml:trace contextRef="#ctx0" brushRef="#br0" timeOffset="156471.93">28247 13000 1625 0,'-8'-9'0'0,"4"6"0"0,4 0 0 0,0 3 0 0,0 0 0 0,0 0 0 0,0 0 0 0,0 0 0 0,0 0 0 0,0 0 0 0,12 5 88 0,3 1 143 0,3-2-96 0,7 7-47 16,-2-4 143-16,1 1-95 0,-2-1-38 0,8 0-11 15,-4-1-6-15,-1-1 0 0,-2-2-41 0,-1 0 0 16,1-1-145-16,-4 0 67 16,-1-2 39-16,-1 0-167 0,2 0 103 0,-4 0 51 15,-1 0 36-15,-1 0-747 0,3 0 289 0</inkml:trace>
  <inkml:trace contextRef="#ctx0" brushRef="#br0" timeOffset="156692.54">28342 13268 2431 0,'-21'0'0'0,"5"5"0"0,4 7 0 0,5 1 0 0,0-4 0 0,3-2 0 0,2-2 0 0,2 4 0 0,0-4 0 0,0 3 0 0,11-2 288 0,5-1-123 0,12-1 223 16,-3-2-173-16,5-1-87 0,3 2-34 0,1-3 1 16,-4 0-27-16,0 0-9 0,-8 0-118 0,3 0 45 15,-5 0 38-15,-1 0-10 0,-7 0-309 0,-2 0 168 16,1 0 84-16,-4 0 52 0,-5 0-624 0,1 0 231 15,-1-3 174-15,0 2-328 16,0-3 248-16,1-2 114 0,1 1 73 0,3-5-349 0</inkml:trace>
  <inkml:trace contextRef="#ctx0" brushRef="#br0" timeOffset="157212.31">29130 13150 1868 0,'-19'0'0'0,"4"-3"0"0,0 2 0 0,0-1 0 0,-1-5 0 0,4 2 0 0,-3-2 0 0,3-3 0 0,1-3 0 0,1 1 0 0,3-3 104 0,2-3-32 0,1 0 11 15,1 0 100-15,3 0-71 0,0-3-35 0,0 3 47 16,7-6-40-16,5 6 9 0,6-4-51 0,3 4 62 15,-2-2-31-15,6 3 0 0,2 1-31 16,1-2 72-16,2 7-42 0,0-1 0 16,-2 6 2-16,0 2-1 0,0 2-32 0,-5 2 11 15,0 0-47-15,-3 3 36 0,-2 6 1 0,0 5-84 16,-6 2 42-16,1 1 11 0,-4 5 30 0,-4-2-89 16,-2 7 42-16,-3-3 6 0,0 2-66 0,0 2 38 15,-8 1-4-15,-9-1 20 0,2-1-19 0,-6 2-14 16,-2-5 50-16,-2 1-18 0,-1-4 3 0,-1-3 10 15,-1-3-5-15,3-4 68 0,-3-1-29 16,1-2-1-16,5-3-30 0,1-2 215 16,1 2-93-16,8-4-109 0,2 1-16 0,1-2 0 15,5 0 0-15,3 2 0 0,1-2 0 0,0 3 0 16,1 2 0-16,12 0 0 0,2 1 0 0,9-1 0 16,2 1 0-16,2-2 0 0,4 0 0 0,-2-2 0 15,2-2 0-15,-1 2 0 0,-1-2 0 0,0 0 0 16,-6 0 0-16,3 0 0 0,-2 0 0 0,-2 0 0 15,0 0 0-15,-5 0-131 0,-1 0-84 0,-2 0 92 16,3-2-564-16,-3-4 324 0,0 0 160 16,2 1-220-16,1-5 180 0,2-1 106 15</inkml:trace>
  <inkml:trace contextRef="#ctx0" brushRef="#br0" timeOffset="157429.69">29661 12767 2911 0,'-5'-12'0'0,"3"10"0"0,2 2 0 0,0-2 0 0,5-2 0 0,10 0 0 0,5-2 0 0,7 1 0 0,1 0 0 0,4 0 0 16,0 2 325-16,6 1-132 0,8 0-81 0,-2 1-36 0,-3 1-82 16,3 0 47-16,-2 0 0 0,-3 0-286 0,0 0 138 15,-1 0 74-15,-1 0 36 0,-2 1-524 0,-5-1 281 16,-7 0 93-16,2 0-60 0,-10 0-426 15,-2 0 296-15,-4-1 148 0,-4-5-226 0,-4-1 176 16</inkml:trace>
  <inkml:trace contextRef="#ctx0" brushRef="#br0" timeOffset="158027.09">30152 12548 2032 0,'-18'-8'0'0,"6"7"0"0,4-1 0 0,3 0 0 0,1 0 0 0,4 2 0 0,0 0 0 0,4 0 0 16,16 0 0-16,5 0 0 0,8 4 145 0,9 2 263 0,-4-2-183 0,-1 2-93 0,0 1-45 15,-4 0-7-15,-6 3-29 16,-1-2-10-16,-3 3 0 0,-6 2-156 0,-5-1 78 16,-7 2 39-16,-5 1-314 0,0 1 172 0,-9 5 90 15,-12 0 45-15,-6 1-502 0,-8 3 248 0,3-4 35 16,-9 5-175-16,4-1 179 0,-1-1 89 0,3 2 46 16,3-2-95-16,4 0 59 0,1 1 46 0,6 0-1 15,7-9-98-15,-2 5 86 0,9-3 42 0,4 0 46 16,1-4 0-16,2 1 0 0,0-2 0 0,0-6 72 15,2 2-77-15,1-3-10 0,2 0 333 0,3-3-145 16,-5-2-98-16,-1 2 7 0,0-3 415 16,0 2-204-16,-1-2-131 0,-1 0-61 15,0 0 110-15,0 0-86 0,0-6-42 0,0-1 160 16,0-5-106-16,-1 1-48 0,-5 0-1 0,3-3-41 16,-5 2-7-16,2 1 12 0,-1-3-61 0,-2 3 0 15,-2-1 49-15,1 2 1 0,-5 2-62 0,0 2 41 16,-3 3-10-16,-3 3-5 0,-2 0 2 0,-2 3 1 15,-3 15-15-15,3 2-4 0,-2 5-23 0,2 2 50 16,2 3-20-16,6 0 154 16,2 0-64-16,5-4-28 0,2 7 149 0,8-11-85 15,0 3-31-15,0-6-1 0,11-1-78 0,6-5 39 16,7-2-10-16,2-6-163 0,1-5 81 0,3 0 42 16,1 0-1-16,-1-8-63 0,-1-6 35 0,-6-2 31 15,4-2-15-15,-6-3-233 0,-1-3 89 0,-3 3 74 16,-4 2-37-16,-1 0 44 0,-4 2-8 0,-7 6 0 15,0 1 244-15,1 4-94 0,2 3-50 0,-4 1 336 16,0 2-168-16,0 0-93 0,-8 9-18 0,2 8 155 16,1 0-199-16,-1 2-30 15,3 2 0-15,3 1 0 0,-2-1 0 0,2 1 0 16,0-1 0-16,0-3 0 0,2 2 0 0,7-5 0 16,-2 0-169-16,5-4-76 0,-1 0 94 0,2-5-734 15,4-3 423-15,1-1 210 0,2-2 95 0,8 0-518 16</inkml:trace>
  <inkml:trace contextRef="#ctx0" brushRef="#br0" timeOffset="158179.51">30417 13062 2358 0,'0'-3'0'0,"0"-1"0"0,0 3 0 0,0 1 0 0,0 0 0 0,0 0 0 0,0 0 0 0,0 3 0 0,3 5 0 0,-1-1 0 0,1 5 97 0,3-3 32 0,0 4-49 16,2-1-1-16,-1-3-542 15,2 0 252-15,2-3 125 0,1-1 74 0,3-1-692 0</inkml:trace>
  <inkml:trace contextRef="#ctx0" brushRef="#br0" timeOffset="158364.31">30604 12796 2410 0,'0'-5'0'0,"0"2"0"0,1 3 0 0,13-1 0 0,2-1 0 0,3 0 0 16,2 1 0-16,8-2 0 0,1 2 0 0,0 1 0 0,5-2 359 0,1 2-149 0,4 0-90 0,-3 0-241 0,-1 0 81 0,-1 0 40 15,-3-3 0-15,2 3-465 0,-6 0 247 0,0-1 130 16,-5-1-698-16,2-1 380 0,-5-2 189 0</inkml:trace>
  <inkml:trace contextRef="#ctx0" brushRef="#br0" timeOffset="158568.9">31072 12501 2082 0,'0'-7'0'0,"7"3"0"0,7 1 0 0,2-2 0 0,3-2 0 0,0 3 0 0,9 2 0 0,2 0 0 0,2 1 0 0,0 1 0 0,1 0 506 16,0 0-233-16,0 0-116 0,0 9-59 0,-3 1 130 16,-6 1-99-16,-4-2-44 0,0 4-196 0,-10 2 76 15,-2 0 38-15,-6 2 10 0,-2 0-474 0,-8 4 251 16,-14 0 125-16,-2-3 63 0,-4 2-331 0,-4 2 175 15,-1 0-47-15,-7-1-312 0,11-2 248 0,-10 1 125 16,9-7 61-16,0 2-258 16</inkml:trace>
  <inkml:trace contextRef="#ctx0" brushRef="#br0" timeOffset="158929.31">31068 12833 1215 0,'-5'0'0'0,"-3"0"0"0,8 0 0 0,-1 0 0 0,1 0 0 0,0 0 0 0,0 0 0 0,0 2 0 16,0 11 0-16,-4 5 0 0,1 5 324 0,-6 4-147 0,2 4-68 0,-7 2 255 0,0 8-161 0,1-3-82 0,1-6-30 15,-2 2 64-15,2-2-58 16,0-2-28-16,1-5-72 0,2-4-1 0,1-1 55 16,3-5-11-16,0-5-98 0,3-5 49 0,1-1 1 15,-1-4 58-15,2 0-52 0,0 0 0 0,0-14 42 16,2-2-31-16,7-6 23 0,3 5-51 0,0-1 39 16,4 0 13-16,0 1-18 0,3 3-8 0,1 3 7 15,1 1 129-15,0 7-63 0,-1 1-18 0,8 2 10 16,-11 0 12-16,6 11-49 0,-6 4 30 0,1 8-70 15,-6-1 9-15,-2 3 36 0,-5 1-123 0,-2 0 57 16,-3-3 39-16,0 7-17 0,-6-5-37 0,-9-3 32 16,-2-2-24-16,-5-1 157 15,4-6-56-15,-7 1-18 0,5-7-38 0,-1-3 98 16,0-4-71-16,1 0-39 0,1 0 0 0,5-5 0 16,-2-10 0-16,7 1 0 0,-1-2 0 0,5-4 0 15,3-2 0-15,2-4 0 16,0 3-168-16,0-1-46 0,10 1 108 0,2 6 15 0,8 2-645 15,3 0 352-15,-2 8 172 0,5 5-539 16</inkml:trace>
  <inkml:trace contextRef="#ctx0" brushRef="#br0" timeOffset="159553.16">31255 13020 1054 0,'-7'0'0'0,"1"0"0"0,3 0 0 0,-1 0 0 0,-1 0 0 0,3 0 0 0,-1 0 0 0,0 0 0 0,-1 0 0 0,2 0 0 0,2 0 215 0,0 0-88 0,0 0-34 15,-1 0 33-15,1 0-44 0,0-2 0 0,0-2-43 16,0-1 109-16,1-4-44 0,8 0-38 0,5-3 0 16,2-7 60-16,3-2-44 0,6-4 0 0,1-5-18 15,6-3-25-15,4-3 0 0,2-1-1 0,2-4-110 16,2 4 55-16,1-4 37 0,8-6-9 0,-5 6-202 15,3-2 114-15,0 0 57 16</inkml:trace>
  <inkml:trace contextRef="#ctx0" brushRef="#br0" timeOffset="164947.91">23356 14040 1979 0,'-11'-15'0'0,"5"9"0"0,6 3 0 0,-2 2 0 0,1 1 0 0,1 0 0 0,0 0 0 0,0 0 0 0,0 15 0 0,1 6 0 0,8 7 272 0,2 1-115 0,1 11-57 0,1 0 102 16,-1 1-80-16,-3-2-29 0,2 8-11 0,-1-3-5 16,-5 1-35-16,-1 2 0 0,0-2 1 15,-3-2-29-15,1 6-10 0,-2-4 38 0,0-2 0 16,0-7-186-16,0 2 93 0,0-5 57 0,0-2-402 15,0-11 204-15,0-3 55 0,0-6 67 0,0-3-443 16,0-7 225-16,2-1 128 0,10-10-285 0,4-20 201 16</inkml:trace>
  <inkml:trace contextRef="#ctx0" brushRef="#br0" timeOffset="165144.01">23568 14156 3048 0,'-11'-4'0'0,"5"3"0"0,1-2 0 0,0 3 0 0,4 0 0 0,1 0 0 0,0 0 0 0,13 0 0 0,10 0 0 0,9 0 0 0,-1 0 263 0,5 0-110 0,0 0-56 16,3 4 16-16,-2 0-25 0,2 2-11 0,-2-3-35 15,-1 3-376-15,-3 2 188 0,1-1 95 0,-7-2-603 16,-1 1 344-16,-3 0 175 0,-5-2 4 0,-1 0-315 16,-8-4 160-16,-3 0 112 0,-2 0-320 0,-4 0 226 15,0-8 102-15</inkml:trace>
  <inkml:trace contextRef="#ctx0" brushRef="#br0" timeOffset="165675.87">24003 14087 1803 0,'-21'-23'0'0,"3"7"0"0,2 2 0 0,4 1 0 0,7 4 0 0,1 1 0 15,4 0 0-15,0 3 0 0,9 0 0 0,14 5 0 0,1-3 140 0,3 3-49 0,1 0 0 0,-1 8 111 0,-4 1-69 16,7 6-51-16,-5-1 0 0,-2 2-69 0,-7-1-1 16,-2 4 30-16,-5 2 11 0,-5 1-245 0,-1 4 118 15,-3-1 57-15,0 0-283 0,-13 1 132 16,2-6 50-16,-8 6 61 0,2-5-222 15,4-7 124-15,-4 4 64 0,1-1-250 0,0-2 139 16,3 0 85-16,-2 1 37 0,4 4-101 0,-2 0 70 16,3-5 34-16,3 4-11 0,1-2 140 0,3-2-47 15,3-2-1-15,-2-3 295 0,2-1-181 0,0-1-74 16,0-4 413-16,0-3-201 0,0-1-124 0,0 2-5 16,0-2 121-16,0 0-109 0,0 0-48 0,-2-3 0 15,-3-9 143-15,0 1-95 16,0-1-39-16,-3 1-39 0,-2-2-19 0,-1 2 0 15,-3 2 0-15,-2 0-39 0,-2 6 10 0,-1 1 29 16,-2 2 3-16,-1 0-3 0,1 14 0 0,2 5 0 16,1 5 41-16,2 3-10 0,5 4-31 0,4-1-20 15,2 0 73-15,5-2-26 0,0-5 10 0,2 5-37 16,8-11-43-16,7 2 1 0,0-7 42 0,4-2-225 16,-1-5 118-16,3-5 39 0,3 0-166 0,-3 0 92 15,-3-10 54-15,-2-6 3 16,-4-3-32-16,3-7 16 0,-8 2 0 0,0-1-5 15,-4 6 71-15,-3 2-34 0,0 5-13 0,-2 1 248 16,0 5-114-16,0 0-49 0,0 5-31 0,0 1 361 16,0 0-175-16,-2 15-60 0,0 6 17 0,2 1-81 15,0 0-76-15,2 4 0 0,5-3 0 0,6 5 0 16,2-5 0-16,0-1 0 0,2-3-183 0,-2-4 24 16,4-3 84-16,-1 1-217 0,3-6 150 15,-2-4 25-15,4-3 54 0,1 0-465 16,-5-1 233-16,7-14 132 0,0-6-286 0,3-7 204 15,-2-7 101-15,0-4 51 0,5-7-331 0</inkml:trace>
  <inkml:trace contextRef="#ctx0" brushRef="#br0" timeOffset="165872.07">24624 13966 2190 0,'2'-26'0'0,"0"9"0"0,-2 5 0 0,0 3 0 0,0 7 0 0,0 0 0 0,0 2 0 0,0 2 0 0,0 12 0 0,2 11 0 0,-1 2 513 0,3 7-225 16,2 9-128-16,-3 4 362 0,2 4-264 0,0 3-258 15,-1 3 0-15,-2-4 0 0,1 5 0 0,-1-5 0 16,0 1 0-16,0-2 0 0,0 1 0 0,-1-1 0 16,-1-1 0-16,0 2 0 0,0-5 0 0,0-2 0 15,0-10-472-15,0-11 155 0,2 0 54 0,0-12-555 16,3-1 388-16,6-11 194 0,-1-1 97 0,6-17-200 16</inkml:trace>
  <inkml:trace contextRef="#ctx0" brushRef="#br0" timeOffset="166016.99">24881 14286 2557 0,'4'-13'0'0,"-2"5"0"0,5 2 0 0,-4 0 0 0,5 1 0 0,2 1 0 0,1 3 0 0,6-3 0 0,4 2 0 0,1-1 0 0,8 2 386 0,-2 1-172 16,2 0-86-16,3 0-42 0,-2 0-353 0,1 0 165 16,-2 0 67-16,-2 0-733 0,-6 4 398 15,2 5 199-15</inkml:trace>
  <inkml:trace contextRef="#ctx0" brushRef="#br0" timeOffset="166164.88">25067 14518 3703 0,'-16'12'0'0,"6"-1"0"0,2-5 0 0,1-1 0 0,5-5 0 0,2 1 0 0,0 2 0 0,2-1 0 0,13-2 0 0,7 2 0 0,5-2 228 0,1 0-228 0,-1 0 0 0,6 0 0 15,-3 0 0-15,2 0 0 16,0-2-46-16,-1-4-785 0,2 2 436 0,-1 3 219 15</inkml:trace>
  <inkml:trace contextRef="#ctx0" brushRef="#br0" timeOffset="166630.71">25796 14014 2377 0,'-12'-10'0'0,"6"7"0"0,3 3 0 16,3 0 0-16,0 0 4 0,0 0-1 0,3 3 0 0,17 0-2 0,6-3 1 0,14 0-1 0,4 0 101 0,16 0 300 0,-1 0-181 0,-6 0-80 0,3 0-55 16,-2 0-20-16,-1 0-24 0,-6 0-1 0,-11 2 11 15,3 3-258-15,-6 0 124 0,-8-2 62 0,-2 4-546 16,-9 0 303-16,-6-2 163 0,-4 5-19 0,-4 3-365 16,-4 2 168-16,-13-2 137 0</inkml:trace>
  <inkml:trace contextRef="#ctx0" brushRef="#br0" timeOffset="166966.84">25853 14073 2196 0,'-7'0'0'0,"2"13"0"0,5 4 0 0,0 8 0 0,0 0 0 0,0 4 0 0,2 2 0 0,7 8 0 0,1 2 0 0,1-1 0 0,-2 1 423 0,3 1-191 15,-5-1-84-15,0 5-58 0,-1-2-9 16,-5-9-1-16,2 4-37 0,-3-1-1 0,0-3-41 15,-3-4-11-15,-6-2 53 0,0-11-133 0,-2 0 66 16,-2-6 33-16,0-6 11 0,-3-4-102 0,0-2 27 16,-4-5 42-16,2-11-57 0,3-5 6 0,-2-3 2 15,0-6 28-15,1 0 14 0,4 0 9 16,-3 2-1-16,4 6 1 0,0 4 105 0,3 7-49 0,0 1-18 16,3 5 124-16,-2 3-61 0,3 2-40 0,-3 0 0 15,4 11 90-15,-3 3-40 0,1 7-34 16,0-2-12-16,0 6-13 0,4-3 20 15,-5 6-19-15,2-6-207 0,2 0 101 0,0-1 50 16,2-5-519-16,0-2 252 0,0 1 138 0,2-8 28 16,8-2-543-16,5-5 308 0,8 0 154 0,1-12 66 15,10-15-174-15</inkml:trace>
  <inkml:trace contextRef="#ctx0" brushRef="#br0" timeOffset="167256.88">26025 14333 2092 0,'11'-10'0'0,"1"2"0"0,0 5 0 0,4-4 0 0,0 4 0 0,3 1 0 0,6 0 0 0,-5 2 0 0,6 0 0 0,-3 7 0 0,0 7 337 16,-3 1-147-16,-3 4-74 0,-4 0-26 0,3 5-11 15,-9-1-37-15,-5 3 1 0,0-1-187 0,-2-1 93 16,-4-2 57-16,-11 3-10 0,-6-3 5 0,-1-3 42 16,-3-3-1-16,1-1 66 0,1-9-34 0,-7 2-41 15,10-4-57-15,-1-4 364 16,2 2-160-16,7-2-69 0,1 0 116 0,6 0-227 15,1 0 0-15,3 0 0 0,1 0 0 0,0 0 0 16,0 0 0-16,12 1 0 0,6 2 0 0,2 0 0 16,5 3 0-16,1-4 0 0,-5 2 0 0,9 2 0 15,-7-5 0-15,-2 1 0 0,1 0 0 0,2 0 0 16,-4 2-615-16,-1-3 116 0,0 2 228 0,-1-2 114 16,0 1-602-16,0-2 359 0</inkml:trace>
  <inkml:trace contextRef="#ctx0" brushRef="#br0" timeOffset="167431.38">26711 14522 3889 0,'-5'-2'0'0,"5"2"0"0,0 0 0 0,-1 0 0 0,1-2 0 0,-2 2 0 0,2 0 0 0,0 0 0 0,0 0 0 0,0-2 0 0,0 2 42 0,0 0-42 0,2 0 0 15,3 0-95-15,4 0-196 0,3 0 167 0,-2 10 93 16</inkml:trace>
  <inkml:trace contextRef="#ctx0" brushRef="#br0" timeOffset="168630.54">27131 13986 1111 0,'-2'-7'0'0,"0"4"0"0,1-1 0 0,1 2 0 0,-2 0 1 0,2-1 1 0,0 1-1 0,-2 2 0 0,2-2 0 0,0 2 0 0,0 0 83 16,4 0 35-16,4-2-38 0,7 0 0 0,0 0-38 15,8 0 46-15,1 0 10 0,7 1-57 16,3-1 119-16,7 0-59 0,0 0-30 0,3-1-1 0,6 3 82 16,3 0-60-16,11 0-1 15,-2 0-50-15,1 0 28 0,5 0 1 0,-3 0-19 16,11 0-65-16,-7 0 27 0,-1 5 0 0,-3-3 28 15,-3 1-44-15,-7-1 10 0,2 0 34 0,-6-2-101 16,2 0 49-16,-6 0 0 0,-7 0 1 0,0 0-100 16,-4 0 42-16,-6-4 38 0,-8 1-1 15,-3-4-108-15,-6 5 65 0,-2-3 14 0,-7 4-178 0,-2-3 104 16,-2 0 39-16,0 0 31 0,-9 2-235 0,-11 2 118 16,-8 0 74-16,-2 0-174 0</inkml:trace>
  <inkml:trace contextRef="#ctx0" brushRef="#br0" timeOffset="169013.75">27199 14041 2484 0,'-12'0'0'0,"1"2"0"0,4 21 0 0,5 1 0 0,-1 2 0 0,2 3 0 0,1 6 0 0,0 4 0 0,0 3 0 0,0 2 0 0,4 6 239 0,3 3-98 0,3-1-48 16,0-1 135-16,0 1-93 0,-2-8-33 0,1 8-12 16,-1-7-110-16,-3-1 32 0,-1-13 0 0,0 4 32 15,-2-13 12-15,0 0-12 0,-2-9 0 16,0-2-234-16,0-3 118 0,0-4 57 0,-5-4 12 0,-7 0 9 16,-3-3-18-16,0-6 28 15,-4-9-50-15,0-1 19 0,2-3 1 0,-1-3 17 16,-1-1-68-16,-1-2 33 0,2-1 7 0,0 3 28 15,4 7-80-15,1 3 38 0,0 2-1 0,4 7 111 16,2 3-38-16,-2 1 0 0,2 3-50 0,0 0 55 16,-1 5 0-16,2 12-48 0,1 0 5 0,-4 5-42 15,5-2 57-15,-2 2 18 0,3 3-225 0,0-4 99 16,1 2 47-16,2-5 0 0,0 0-456 0,0-5 224 16,2-2 120-16,7-3-359 15,5-4 239-15,7-4 119 0</inkml:trace>
  <inkml:trace contextRef="#ctx0" brushRef="#br0" timeOffset="169191.87">27344 14293 2326 0,'0'-9'0'0,"0"5"0"0,0 2 0 0,1 2 0 0,7-2 0 0,4-1 0 0,4 0 0 0,3 1 0 0,0-1 0 16,7-1 0-16,0 2 412 0,5-2-184 0,2 2-83 0,1 1-261 0,-1-3 79 0,1 4 50 15,-2 0-10-15,-4-2-583 0,-5 2 311 0,0-2 156 16,-5 1-676-16,-3-2 376 0</inkml:trace>
  <inkml:trace contextRef="#ctx0" brushRef="#br0" timeOffset="169382.39">27572 14092 1599 0,'0'-4'0'0,"0"3"0"0,8 0 0 0,9-3 0 0,1 4 0 0,3 0 0 16,4 0 0-16,3 0 0 0,-3 8 0 0,1-1 0 0,-4 3 218 0,1 1-87 0,-4 1-35 0,-3-1-9 0,-4 4-141 16,-5 0 49-16,-4 2-1 0,-3-1-185 0,0 4 127 15,-12 2 48-15,-7-3 29 0,-6 2-327 0,-1-2 167 16,1 1 29-16,-6 0 60 0,1 0-362 0,-1 1 188 16,2 1 96-16,2-4-45 15</inkml:trace>
  <inkml:trace contextRef="#ctx0" brushRef="#br0" timeOffset="169726.09">27550 14634 1236 0,'11'9'0'16,"-2"-4"0"-16,-1-5 0 0,-2 4 0 0,-5-4 0 0,1 0 0 0,1 0 0 0,-3-4 0 0,0-1 0 0,0-7 0 0,-3 0 184 0,-4 0-70 0,-1-3 84 16,-2 1-82-16,2 1-38 0,-2 1 1 0,-3 4-58 0,1 0 21 15,0 4 11-15,-3 3-10 0,0 1-42 0,0 0 42 16,-5 5-1-16,5 10 42 0,-1 4 10 0,0 7-51 15,2 0-1-15,3 3 43 0,0 1 0 0,8-3-43 16,3-2 62-16,0 0-62 0,0-1 1 0,3-3-1 16,12-5-151-16,-3-2 76 0,6-5 49 0,0-4-12 15,5-2-237-15,-4-3 128 0,1 0 48 0,1-6-212 16,-6-8 110-16,4-7 74 16,-4-3-2-16,-4 3-32 0,-4 1 29 0,1 0 0 15,-4 3 97-15,-3 6-19 0,1 0 0 0,1 3-30 16,-3 4 382-16,0 3-187 0,0-2-81 0,0 3-11 15,0 0 397-15,0 12-176 0,0 4-122 0,0 4-84 16,0-1-23-16,1 7-10 0,5-3-1 0,1-1-413 16,3-4 207-16,1 3 103 0,2-6-292 0,1-1 154 15,0-8 109-15,2-2-29 0,5-4-600 0</inkml:trace>
  <inkml:trace contextRef="#ctx0" brushRef="#br0" timeOffset="169873.08">27820 14592 2244 0,'-3'-9'0'0,"-2"7"0"0,2-1 0 0,1 2 0 0,0 1 0 15,1 0 0-15,1 0 0 0,0 0 0 0,0 0 0 0,0 0 0 0,1 6 134 0,3 4-259 0,4 1 84 0,-3-2 41 0,3-1 0 16,-1 0-530-16,3 0 281 0,0-5 146 16,-2 0 72-16</inkml:trace>
  <inkml:trace contextRef="#ctx0" brushRef="#br0" timeOffset="170052.11">27951 14334 2618 0,'0'0'0'0,"0"0"0"0,0 0 0 0,0 0 0 0,0 0 0 0,0 0 0 0,4 0 0 0,10 0 0 0,5 0 0 0,6 0 0 0,-1 0 211 0,-1 0-74 15,7 0-287-15,-1 0 97 0,-1 0 47 0,2 2 0 16,-4 2-522-16,-1-2 296 0,5 0 132 0,-6-1-320 15,-3-1 214-15,2 0 108 0</inkml:trace>
  <inkml:trace contextRef="#ctx0" brushRef="#br0" timeOffset="170556.06">28262 14218 1644 0,'-10'-9'0'0,"6"3"0"0,3-2 0 0,1 2 0 0,0-1 0 0,7 2 0 0,7 1 0 0,8 0 0 0,3 3 0 0,0-2 0 0,-2 3 117 0,9 0 89 0,-5 0-81 15,-1 3-42-15,-6 2 1 0,0 1-145 0,-2 1 62 16,-4 2-11-16,-4 0 53 0,-4 3-303 0,-4 1 151 16,-2 1 76-16,-3 0-355 0,-14 2 167 0,-1-2 111 15,-4-3-7-15,-3 1-88 0,-1-3 61 16,4-1 40-16,0-1-43 0,-3-1 52 0,4-4 0 0,1-2 53 16,3 0-1-16,7 0-10 15,0 0 10-15,5-2 20 0,0 1 130 0,5-4-96 16,0 2-27-16,0 1 210 0,0 2-89 0,7 0-69 15,4 0 3-15,-6 4 102 0,2 8-36 0,-2 6-49 16,-3 5 274-16,-2 1-147 0,0 3-57 0,0 6-42 16,-9 0 189-16,-3 0-121 0,-1 0-54 0,0 2-29 15,-2-6 71-15,2 1-49 0,3-9 10 0,-2 2-102 16,5-10 0-16,2-2 44 16,-1-3-1-16,1-5-27 0,3-1 11 0,-3-2 16 15,4-2 18-15,1-9-18 0,0-6 1 0,0-3-1 16,4 2-75-16,3 0 9 0,6-1 29 0,1 1-7 15,1 4 0-15,3 2 20 0,0 5 11 0,2 1 28 16,1 5-33-16,0 1 3 0,0 0-2 0,-2 1-32 16,1 10 7-16,-6 4 20 0,2 3-33 0,-7 0-6 15,-4 3 39-15,-1 0 8 0,-4 0-79 16,0-1 29-16,-4-2 0 0,-8 0 20 0,-5-4 55 16,0-1-14-16,-2-3-29 0,1-5 108 15,-3 0-51-15,1-5 1 0,3 0-52 0,1 0-96 16,1 0 53-16,3-2 9 0,2-2-365 0,3-4 188 15,4 1 95-15,3-7 40 0,0 4-304 0,5 2 142 16</inkml:trace>
  <inkml:trace contextRef="#ctx0" brushRef="#br0" timeOffset="170721.01">28737 14843 2478 0,'-5'-5'0'0,"5"3"0"0,-4 0 0 0,4 0 0 15,-2 1 0-15,0-1 0 0,2 2 0 0,0 0 0 0,0 0 0 0,0 0 0 0,0 3 41 0</inkml:trace>
  <inkml:trace contextRef="#ctx0" brushRef="#br0" timeOffset="172651.13">21461 13898 2416 0,'-12'-12'0'0,"10"10"0"0,0 2 0 0,2 0 0 0,0 0 0 0,0 0 0 0,0 0 0 0,0 12 0 0,2 10 0 0,6 1 0 0,2 10 93 0,0 7 138 16,1 0-95-16,-4-2-38 0,0 13 172 0,-3-5-115 0,-1 4-57 16,1 1-29-16,-1-2 20 0,-1-7 11 15,-2 9-60-15,0-7-257 0,0-9 129 0,0 2 63 0,0-4 33 16,0-10-483-16,1-1 248 0,1-9 68 16,0-4-530-16,2-5 325 0,3-4 162 0,2-4 71 15,1-21-113-15,3-12 102 0,-1-6 51 16,-3-8 25-16</inkml:trace>
  <inkml:trace contextRef="#ctx0" brushRef="#br0" timeOffset="172804.54">21571 14151 2279 0,'-11'-29'0'0,"-2"4"0"0,0 7 0 0,4 5 0 0,3 5 0 0,1 4 0 16,2 1 0-16,3 0 0 0,3 3 0 0,17 0 0 0,6 0 79 0,8 0 266 0,3 0-142 0,11 3-87 0,-4 0 104 16,4 1-90-16,-2 1-45 0,0-2 1 0,-7-3-198 15,8 2 72-15,-6-2 40 0,-5 0-565 0,-2 0 302 16,-3 0 152-16,-8 0 86 0,-2 0-702 0,-10-2 314 15,-4 0 187-15,-3-4 93 0,-4-1-160 0</inkml:trace>
  <inkml:trace contextRef="#ctx0" brushRef="#br0" timeOffset="173285.41">22010 13919 1785 0,'-12'-5'0'0,"8"1"0"0,0 2 0 0,1-1 0 0,3 3 0 0,0 0 0 0,5 0 0 0,11 0 0 0,2 0 0 0,5 6 0 0,3-2 232 0,1 4-96 0,1-2-47 16,-6 1 9-16,8 3 212 0,-11-1-135 0,4 2-68 15,-7 0 39-15,-2 3-53 0,-7 2-17 0,-3 3-9 16,-4 3-193-16,0 1 83 0,-13 2 42 0,-6-1-1 16,-4 1-212-16,-2-2 122 0,-3-3 66 0,4-4-173 15,-4-1 53 1,2-1 76-16,3-7-238 0,-7-1 19 0,10-4 125 0,-1-2 62 16,4 0-56-16,0 0 59 0,7 0 19 0,3 0 11 15,1 0 203-15,3 0-87 0,3 0-43 0,0 0-1 16,0 0 352-16,0 0-192 0,0 9-66 0,3 9 442 15,3 2-224-15,1 5-140 0,0 5-45 0,-4 6 132 16,1-3-111-16,-2 3-56 0,-1-1 201 0,-1 1-257 16,0-2-39-16,0-6 0 0,0-3 0 15,0-4 0-15,0-1 0 0,0-9 0 0,-1-2 0 0,-1-5 0 16,-2 0 0-16,1-4 0 16,-4 0 0-16,3-8 0 0,3-7 0 0,1-1 0 15,0-1 0-15,0-2 0 0,1 2 0 0,10 0 0 16,-1 2 0-16,5 4 0 0,2 1 0 0,1 5 0 15,-2 3 0-15,3-1 0 0,-4 3 0 0,0 0 0 16,-2 9 0-16,-4 2 0 0,-1 0 0 0,-4 2 0 16,-2-2 0-16,-2 4 0 15,0 1 0-15,-7-6 0 0,-7 1 0 0,-1-1 0 16,-2 0 0-16,2-5 0 0,-4-1 0 0,3-2 0 16,0-1 0-16,5-1 0 0,0 0 0 0,1 0 0 15,5-1 0-15,1-12-720 0,4-5 326 0,0-5 166 16,9-10 99-16,9-2-693 0</inkml:trace>
  <inkml:trace contextRef="#ctx0" brushRef="#br0" timeOffset="173493.34">22355 13839 3420 0,'2'-6'0'0,"-2"3"0"0,0 3 0 0,0 0 0 0,0 0 0 0,0 10 0 0,0 9 0 0,-2 8 0 0,0 10 0 0,0 5 0 0,0 7 165 16,2 3-52-16,0 14 120 0,0-4-233 0,4 1 0 0,3 3 0 15,1-3 0-15,-3-6 0 0,2 13 0 0,-4-18 0 16,-1 16 0-16,0-8 0 0,-2 1 0 0,0-7 0 16,0 0 0-16,-7-3 0 0,3-12 0 15,-3-4-90-15,6-11-44 0,1-9-711 16,0-4 407-16,0-5 199 0,0-6 99 0,5-17-543 16</inkml:trace>
  <inkml:trace contextRef="#ctx0" brushRef="#br0" timeOffset="173620.69">22597 14298 2428 0,'2'0'0'0,"2"-1"0"0,5 1 0 0,3 0 0 0,2 0 0 0,4 0 0 0,0 0 0 0,3 0 0 0,2 0 0 0,5 0 0 0,4 0 116 0,0 0-38 0,0 0-619 16,-1 0 291-16</inkml:trace>
  <inkml:trace contextRef="#ctx0" brushRef="#br0" timeOffset="173761.65">22597 14614 3931 0,'-13'0'0'0,"9"0"0"0,4 0 0 0,0 0 0 0,0 0 0 0,12 0 0 0,13 2 0 0,12 0 0 0,6-2 0 0,6 0 0 0,5 0 0 0,4 0 0 16,4 0 0-16,7 0 0 0,-4 0 0 0,-3 0 0 15,0 0-749-15</inkml:trace>
  <inkml:trace contextRef="#ctx0" brushRef="#br0" timeOffset="177744.03">18535 16511 2158 0,'-6'-7'0'0,"1"7"0"0,5 0 0 0,0 0 0 0,0 0 0 0,0 0 0 0,0 0 0 0,0 0 0 0,5 0 0 0,10 0 0 0,6 0 140 0,3 0 250 16,2 0-174-16,-3-2-76 0,8-2-54 0,-4-1 45 16,-1 0-44-16,-5 4 0 0,1-2-45 0,-1 3 11 15,-4 0-11-15,0 0 1 0,-2 4-474 0,0 10 237 16,-4-2 118-16,-1 6-797 0,-3 5 431 0,-1 1 126 16</inkml:trace>
  <inkml:trace contextRef="#ctx0" brushRef="#br0" timeOffset="177904.84">18643 16868 3030 0,'-24'15'0'0,"3"0"0"0,4-2 0 0,6-5 0 0,0-1 0 0,5-1 0 0,4-4 0 16,2 1 0-16,0 3 0 0,14 0 0 0,10-3 191 0,5 0 375 0,2 1-422 0,5 0-144 0,7 1 0 16,-11-4 0-16,3 3 0 0,-3-3 0 15,-2 4 0-15,-2-1 0 0,-7-1 0 0,6 5 0 0,-9-1-601 16,1 2 243-16</inkml:trace>
  <inkml:trace contextRef="#ctx0" brushRef="#br0" timeOffset="178585.45">20027 16122 2076 0,'-9'-9'0'0,"2"3"0"0,2 4 0 0,0 1 0 0,3-1 0 0,2 2 0 0,0 0 0 0,0 0 0 0,0 0 0 0,2 0 0 0,17 0 106 0,6 0-31 0,5-2 236 16,11 2-134-16,1-2-66 0,4-1 241 0,5 2-159 15,1 0-75-15,5-5-37 0,-1-1 74 16,1 2-56-16,3-3-22 0,-7 0-171 0,-3-1 66 15,-3 2 36-15,-13-2-1 0,3 4-169 0,-9 0 114 0,-5 0 40 16,-3 1 0-16,-10 2-692 0,-1 1 278 16,-7 1 201-16,0-3-537 0,-2 3 362 0,0-2 176 15</inkml:trace>
  <inkml:trace contextRef="#ctx0" brushRef="#br0" timeOffset="178790">20642 15826 2120 0,'-6'-10'0'16,"2"5"0"-16,3 3 0 0,-1-1 0 0,2 2 0 0,0 1 0 0,0 0 0 0,7 0 0 0,14 0 0 0,1 4 0 0,4 2 259 0,6 3-108 0,5-2-53 16,-2 2 224-16,3 1-144 0,-1-1-67 0,-5 4-34 15,0-3-36-15,-4 3 2 0,-9-2 12 0,-2 5-105 16,-6-4 47-16,-5 3 0 0,-6 4 46 0,0 1-281 16,-17 1 152-16,-5 2 59 0,-13 4-458 0,3-3 244 15,-5 0 49-15,1 3 85 0,4-6-378 0,-7 8 226 16,11-7 108-16,-2 3 53 0,7 0-315 0</inkml:trace>
  <inkml:trace contextRef="#ctx0" brushRef="#br0" timeOffset="179196.04">20643 16494 1937 0,'4'0'0'0,"-1"0"0"0,-1 0 0 0,-2 0 0 0,0-7 0 0,0-3 0 0,0-4 0 0,0 2 0 0,0-1 0 0,0-2 0 0,0-1 224 0,0 2-90 0,0 0-46 15,0-1 1-15,-5 6-79 0,1-2 34 16,-3 1 0-16,-2 5-1 0,-5 1-38 0,-2 2-1 16,-7 2 51-16,-5 4-26 0,0 13 14 0,-1 3 1 15,1 3 0-15,-4 9 67 0,10-4-23 0,1 4-34 16,4 0 162-16,6-2-87 0,6-1-42 0,5 0-1 16,0-6 69-16,0 0-61 0,5-3-20 0,8-1-74 15,6-6 0-15,0-4 0 0,8-1 0 0,-2-8-124 16,3 0 61-16,1 0 54 0,-1-13 0 0,-2-4-115 15,-3-6 72-15,-3-2-17 16,-1-1-174-16,-3 0 75 0,-5 2 72 0,-4 4-31 0,0-1 140 0,-3 1-67 16,-1 11 10-16,-1-1 0 15,-2 4 372-15,0 4-175 0,0-1-86 0,0 3 469 16,0 0-407-16,0 5-129 0,0 9 0 0,0 3 0 16,0 3 0-16,1 4 0 0,7 0 0 0,1 1 0 15,3-3 0-15,-1-4 0 16,-1 3 0-16,6-4 0 0,-2-3 0 0,0-5 0 0,1-2-308 0,-3-3-120 15,4 0 197-15,0-4-506 16,0 0 347-16,1 0 173 0,1-4 87 0</inkml:trace>
  <inkml:trace contextRef="#ctx0" brushRef="#br0" timeOffset="179341.44">21047 16456 2799 0,'0'-9'0'0,"0"6"0"0,-2 0 0 0,2 2 0 0,-2-1 0 0,1 0 0 15,-1 2 0-15,2 0 0 0,0 0 0 0,0 0 0 0,0 4 139 0,0 3-38 0,2 5 31 0,1-2-44 16,1 1-1-16,2 2-44 0,0-2-386 0,1-2 203 0,0-2 86 0,2-2-651 16,2 2 371-16,1-5 186 15,4-2 93-15</inkml:trace>
  <inkml:trace contextRef="#ctx0" brushRef="#br0" timeOffset="179513.03">21226 16200 2727 0,'0'-3'0'0,"0"1"0"0,0 1 0 0,0-2 0 0,3 2 0 0,11-3 0 0,2-2 0 0,9 1 0 0,3-1 0 0,4 0 0 0,2 4 185 0,10-1-71 15,-9 0 132-15,12 2-107 0,-2-1-48 0,-2 2-144 16,1 0 48-16,-3 0-1 0,-4 0-418 0,2 0 227 16,-2 0 120-16,-5 0 61 0,-9 0-716 0,2 0 371 15,-2 0 63-15</inkml:trace>
  <inkml:trace contextRef="#ctx0" brushRef="#br0" timeOffset="180028.43">21872 15887 2157 0,'-4'-12'0'0,"4"4"0"0,0 0 0 0,0 1 0 0,0-1 0 0,11 2 0 0,10 2 0 0,2 3 0 0,0-1 0 0,7 2 0 0,-3 0 93 0,3 0 209 0,0 7-130 0,0 5-64 15,-7-1 15-15,5 4-45 0,-7 2-1 0,-8 0-34 16,-1 2-28-16,-7 7 0 0,-5-5 39 0,0 9-11 15,-17-2-186-15,-6 0 93 0,-9 4 46 16,0-4-322-16,1-1 168 0,-9 4 36 16,3-2 66-16,0-2-484 0,-3-2 248 0,2 0 124 15,8-9 52-15,-4 2-134 0,3-7 103 0,10-4 52 16,2-7-234-16,7 0 144 0,5 0 60 0,4-7 46 16,3-7-16-16,0 1 95 0,0-1 0 0,0 0 0 15,0 5 87-15,1-1-86 0,3 4-1 0,0 3 481 16,-3 1-263-16,3 0-68 0,3 2-91 0,-2 0 357 15,0 7-190-15,-1 11-64 0,0 4 302 0,-2 3-211 16,-2 6-94-16,0 1-64 16,0 2 190-16,-4 0-122 0,-3-1-60 0,-1-2-155 15,0-8 58-15,1 4-10 0,1-5 47 0,-1-7-226 16,3-8 114-16,1 0 66 0,-2-4 18 0,2-3-91 16,1 0 58-16,2-10-33 0,0-7 33 0,0-2-25 15,3 0 1-15,9-1-27 0,1 3 167 0,4 2-65 16,2 4 1-16,3 1 134 0,-1 5-82 0,1 2-16 15,1 3-28-15,2 0 87 0,-4 11-49 0,-7 4 9 16,3 9-10-16,-6-2-31 16,-5 5-6-16,-3-1 1 0,-3 0 41 0,0-4-36 15,-5 8-48-15,-10-11 0 0,2-4 0 0,-5 1 0 16,-2-6 0-16,-1-4 0 0,3-2 0 0,-3-4 0 16,0 0 0-16,3 0-44 0,-1-2-148 0,3-3 95 15,0-5-685-15,5-1 354 0,-1-1 193 0,5 1 96 16</inkml:trace>
  <inkml:trace contextRef="#ctx0" brushRef="#br0" timeOffset="180713.14">19795 16930 1291 0,'-14'-2'0'0,"5"-2"0"0,0 3 0 0,-1-2 0 0,3 0 0 0,-1 1 0 0,3-2 0 0,0 2 0 0,0 1 0 0,5-2 0 0,-2 2 306 0,2 1-121 0,0 0-77 15,0 0 54-15,0 0-60 0,0 0-30 0,0 0 1 16,7 0 99-16,5 0-70 0,1 0-30 0,3 0 0 16,0 0 182-16,5 1-106 0,0 2-42 0,7-2 115 15,2-1-89-15,4 2-44 0,9 2-1 16,-1-2 47-16,6 1-90 0,3 1-44 0,15 0 0 0,-3 2 0 15,8 0 0-15,5 1 0 16,6-2 0-16,17-2 0 0,-7 4 0 0,2-4 0 16,7 0 0-16,7-3 0 0,5 0 0 0,18 0 0 15,-25 0 0-15,13 0 0 0,12 0 0 0,-25-3 0 16,13 1 0-16,-8-2 0 0,-6 3 0 0,-6-3 0 16,-2 2 0-16,-5 0 0 0,-12 1 0 0,1 1 0 15,-8 0 0-15,-15 0 0 0,1-2 0 0,-10 2 0 16,-14 0 0-16,-3 0 0 0,-10 0 0 0,-6 0 0 15,-5 0 0-15,-5 0 0 16,-4 0 0-16,0 0-44 0,-2 0-394 0,-7 0 197 16,-9 0 99-16,-3 2 39 0,-8 4-808 0,5 4 434 15</inkml:trace>
  <inkml:trace contextRef="#ctx0" brushRef="#br0" timeOffset="183229.95">20195 17544 1641 0,'-4'0'0'0,"-2"0"0"0,2 0 0 0,-1 0 0 0,-1 0 0 0,1 0 0 0,1 0 0 0,1 0 0 0,-2-3 0 0,1 2 0 0,3-1 115 0,-3 0-36 0,2-2 201 16,0 2-109-16,1-1-69 0,-1-1 152 15,0-1-107-15,-2 1-52 0,2-2-27 0,1 0 63 16,-2 1-50-16,3-1-1 0,-2-1-38 16,0-2 101-16,2 3-51 0,0-2 11 0,0 0 15 15,0-3-38-15,0 2 0 0,0-4-51 0,0 5-29 16,2-5 0-16,3 2 0 0,6-3 0 0,1-1 0 16,4 3 0-16,-2-2 0 0,5 1 0 0,4-2 0 15,-6 6 0-15,4-2 0 0,0 3 0 0,0 0 0 16,2 3 0-16,-2 3 0 15,1 1 0-15,-3-2 0 0,2 3 0 0,-4 0 0 16,2 0 0-16,-3 9 0 0,0 1 0 0,-2 1 0 16,0 3 0-16,-1 4 0 0,-3 2 0 0,-1 3 0 15,-6 6 0-15,-1-2 0 0,-2 8 0 0,0-1 0 16,-12 3 0-16,-8 5 0 0,-1-3 0 0,0 2 0 16,-6-1 0-16,1-3 0 0,-1-3 0 0,-6 6 0 15,1-9 0-15,-2-1 0 0,4-9 0 0,-4-1 0 16,2-2 0-16,2-7 0 0,0-2 0 0,4-2 0 15,3-4 0-15,2-2 0 16,3-1 0-16,2 0 0 0,5 0 0 0,4 0 0 16,2 0 0-16,0 0 0 0,5 0 0 0,0 0 0 15,0 0 0-15,10 0 0 0,16-1 0 0,4-2 0 16,8 2 0-16,8-2 0 0,2 2 0 0,0 1 0 16,3 0 0-16,-2 0 0 0,-10 0 0 0,11 1 0 15,-15 3 0-15,-1 0 0 16,-4 1 0-16,-7-4 0 0,-7 0 0 0,-3-1 0 0,-5 0 0 15,-2 0 0-15,-3 0 0 0,-1 0 0 16,-2-2 0-16,0-8 0 0,0 1 0 0,0 1 0 16,0 1 0-16,0-3 0 0,0 5 0 0,0-3 0 15,0 2 0-15,4 0 0 0,8 5 0 0,2 1-899 16</inkml:trace>
  <inkml:trace contextRef="#ctx0" brushRef="#br0" timeOffset="183648.53">20907 17399 2791 0,'-23'-12'0'0,"5"8"0"0,4 1 0 0,3 0 0 16,6 0 0-16,2 2 0 0,3-2 0 0,0 2 0 0,12-1 0 0,20-6 0 0,11 1 117 0,13-4 97 0,4 2-86 0,6 0-42 16,-1 1-1-16,-8 2 206 0,1-1-129 0,-3 4-105 15,-7 0-57-15,0 0 0 0,-15 3 0 0,1 0 0 0,-4 0-86 16,-9 0 55-16,-3 0 37 0,-4 0-665 0,-5 0 298 16,-3 3 193-16,-3 0 5 0,-3 0-355 0,0 4 237 15,0-3 120-15,-3 0-397 0,-8-4 247 0</inkml:trace>
  <inkml:trace contextRef="#ctx0" brushRef="#br0" timeOffset="183829.27">21444 17174 1970 0,'-8'-9'0'0,"5"3"0"16,1 3 0-16,2 2 0 0,0-2 0 0,0 2 0 0,9 1 0 0,8 0 0 0,8 0 0 0,0 0 0 0,4 1 241 0,-1 8-100 0,-4 0 132 0,5 1-121 15,-10 0-54-15,-1 2-28 0,-1-1-160 0,-6 4 66 0,-3 2 44 0,-7-1-11 16,-1 2-325-16,0 2 179 15,-12 1 90-15,-7 0-146 0,-1 0 71 0,-5 1 70 16,-2 2-78-16,-1-1-379 0,-2 4 233 0,2-1 117 16,1 2-257-16,1-2 191 0</inkml:trace>
  <inkml:trace contextRef="#ctx0" brushRef="#br0" timeOffset="184250.34">21300 17727 1437 0,'-9'15'0'0,"4"2"0"0,1-2 0 0,2-2 0 0,1-2 0 0,-1-1 0 0,2-4 0 0,0-1 0 0,0 0 0 0,0-2 0 0,0 1 133 0,0-2-45 15,0 0 323-15,0-2-184 0,0 0-81 0,0 0-57 16,0 0 116-16,2 0-81 0,-1 0-40 0,1-6 75 16,2-4-47-16,-2-1-40 0,0-4-1 0,-2 1-54 15,0-3 25-15,0-1 1 0,0 1-52 0,-2 1 21 16,-7-2-1-16,1 2 32 0,-2 1-79 16,-1 2 50-16,0 4-11 0,0 2 40 0,-2 4-42 0,-3 3 32 15,-2 0-35-15,-1 12 35 0,-2 11 18 0,1 2-28 16,-1 11-8-16,5 0 70 15,2 3-27-15,5-5 7 0,3 5-37 0,3 1-28 16,3-5 0-16,0 0 0 0,0-6 0 0,7-5 0 16,8 0 0-16,2-9 0 0,6-1 0 0,-5-7 0 15,8-4 0-15,-5-3 0 0,8 0 0 0,-8-12 0 16,2-9 0-16,-2-3-143 0,-3-4 54 0,-2-3 17 16,0-4 32-16,-2 0-29 0,-3 1 0 0,-2 2-8 15,-1 2 153-15,-4 10-67 0,-2 1 7 0,-1 9-49 16,1 0 408-16,-2 7-259 0,0 1-116 0,0 2 0 15,0 2 0-15,0 15 0 16,0 8 0-16,0-1 0 0,2 2 0 0,0-4 0 16,3 11 0-16,2-9 0 0,0-3 0 0,4 0 0 15,-2-5 0-15,3 0 0 0,-1-6 0 0,1-1 0 16,1-3-266-16,-3-2-168 0,2-3 195 0,-3 3 88 16</inkml:trace>
  <inkml:trace contextRef="#ctx0" brushRef="#br0" timeOffset="184404.33">21624 17955 2809 0,'0'-10'0'0,"0"3"0"0,0-1 0 0,0 4 0 0,0-2 0 0,0 1 0 0,0 2 0 0,-2 1 0 0,2 0 0 0,0 2 0 0,0 0 341 0,0 0-139 0,0 0-85 0,0 4 31 16,2 4-52-16,3 2-1 0,2 1-471 0,-2-1 220 16,4 4 94-16,-3-7 52 15,3 2-375-15,1-2 214 0,-1 0 106 0,2-6-890 16,6-1 466-16</inkml:trace>
  <inkml:trace contextRef="#ctx0" brushRef="#br0" timeOffset="184597.81">21904 17572 3391 0,'-4'-11'0'0,"2"4"0"0,-1-2 0 0,3 2 0 0,-2 1 0 0,2 1 0 0,0-2 0 0,3 5 0 0,12-2 0 0,2 2 0 0,8 0 177 0,1 0-68 0,3 2-35 0,-1 0 0 15,1 0-21-15,4 0-10 0,-4 0-203 0,1 0 101 16,-2 0 51-16,-5 0-530 0,2 0 302 0,-4 0 133 16,-1 0-709-16,-1 0 387 0,-3 0 176 0,0 0 102 15,-3 0-373-15,-2-2 244 0</inkml:trace>
  <inkml:trace contextRef="#ctx0" brushRef="#br0" timeOffset="184798.34">22341 17393 2086 0,'-9'-10'0'0,"2"1"0"0,1 0 0 0,3 2 0 0,-2-1 0 16,5 2 0-16,0-1 0 0,8 2 0 0,12-1 0 0,5 3 0 0,3-2 92 0,8 4 158 0,6-1-104 0,-9 0-41 0,10 2 119 16,-9 0-90-16,5 0-46 0,-2 2 1 0,-5 3-12 15,-6 3 10-15,-2 1-44 0,-3 1 0 0,-7 1-29 16,-6-4 1-16,-2 2 28 0,-4 4-123 0,-2-1 56 16,-6-1 34-16,-13 4-1 0,1 0-82 15,-3-2 56-15,2-3-2 0,-10 7-446 0,1 0 206 0,5-2 123 16,-6 3 24-16,1-1-547 15,0 2 298-15,1 2 164 0,1-2 78 0</inkml:trace>
  <inkml:trace contextRef="#ctx0" brushRef="#br0" timeOffset="185208.31">22364 17687 1754 0,'-4'0'0'0,"1"0"0"0,-1 0 0 0,0 0 0 0,1-2 0 0,1 0 0 15,-1 2 0-15,3-2 0 0,0 2 0 0,-2 0 0 0,2 0 469 0,-1 0-202 0,-3 9-118 0,0 3 203 0,1 1-155 0,-3 4-78 16,-1 4-38-16,-1-1 271 0,0 8-161 0,1-2-191 16,0 1 0-16,0 1 0 0,0-2 0 0,5-4 0 15,-3 7 0-15,3-8 0 0,0 1 0 0,2-2 0 16,0-1 0-16,0-5 0 0,0-2 0 0,0-2 0 16,0-4 0-16,0-1 0 0,0-5 0 0,0 0 0 15,0 0 0-15,0-1 0 0,2-10 0 0,3-7 0 16,3 1 0-16,4-2 0 15,2-2 0-15,2 0 0 0,2 1 0 0,3 4 0 0,2 2 0 16,-5 4 0-16,8-2 0 0,-1 7 0 16,-4 2 0-16,3 3 0 0,-2 0 0 0,-1 0 0 15,-4 12 0-15,-2 3 0 0,-4 2 0 0,-2 2 0 16,-2 6 0-16,-5-3 0 0,-2-1 0 16,0 3 0-16,-7-3 0 0,-4-3 0 0,-3-3 0 0,-6-2 0 15,-4-2 0-15,-1-2 0 0,0-3 0 0,-4-1 0 16,-1-4 0-16,6-1 0 15,-8 0 0-15,9 0 0 0,0 0 0 0,5-7 0 16,3-5 0-16,5-1 0 0,3-4 0 0,7-5 0 16,0 0-8-16,9 1-132 0,10-4-1031 0</inkml:trace>
  <inkml:trace contextRef="#ctx0" brushRef="#br0" timeOffset="186066.06">23902 16806 2236 0,'-21'-19'0'0,"7"9"0"0,5 6 0 0,0 1 0 0,8 0 0 0,-3 1 0 0,4-1 0 16,0 2 0-16,4-3 2 0,18-1 1 0,5 0 258 0,10-2-107 0,4 2 248 0,-4 1-168 15,4 0-100-15,-2 2-45 0,-2 0-1 0,0 2-1 0,-5 0-45 16,-11 0-315-16,2 4 152 0,-4 4 81 15,-4 3 41-15,-1 1-311 0,-5 3 176 0,-4 3 98 16,-3-2 4-16,0 5-895 0,-2 5 443 0</inkml:trace>
  <inkml:trace contextRef="#ctx0" brushRef="#br0" timeOffset="186215.73">24070 17025 2559 0,'-26'0'0'0,"6"0"0"0,4 4 0 0,6-3 0 0,-1-1 0 0,4 0 0 0,2 0 0 0,5 0 0 0,0 0 0 0,3 3 0 0,17-1 110 15,5 1 249-15,5-1-158 0,5 1-70 0,9 2-86 16,-3 1-3-16,0 0-1 0,1-1 1 0,-1 0-622 16,-6 4 321-16,8-4 145 0,-1 1-339 0,-1-1 248 15,3-1 67-15</inkml:trace>
  <inkml:trace contextRef="#ctx0" brushRef="#br0" timeOffset="186391.81">24742 16952 2541 0,'-2'-18'0'0,"2"16"0"0,0-2 0 0,10-1 0 0,8-3 0 0,5 2 0 0,3-1 0 0,4 1 0 0,2 0 0 15,0 1 0-15,6 1 633 0,1 0-295 0,1 2-148 0,4 0 39 0,-9 1-229 0,12-2 0 16,-6 3 0-16,0-1 0 0,-1 1 0 0,-5 0 0 16,4 0-360-16,-3 0 179 0,-4 5 111 15,-5 9 57-15,-3 1-1113 0</inkml:trace>
  <inkml:trace contextRef="#ctx0" brushRef="#br0" timeOffset="186711.84">25144 17132 2805 0,'-34'0'0'0,"12"4"0"0,-1 0 0 0,12-4 0 0,1 0 0 0,7 0 0 0,3 0 0 0,0 0 0 0,9 0 0 0,10 1 0 0,11 4 287 0,0 0-122 0,4 3 142 0,-2 0-132 15,-1 2-66-15,-8 0-26 16,0 1-110-16,-5 4 33 0,-5 2-1 0,-7 0 11 15,-4 3-118-15,-2 0 69 0,-14 2 32 0,-7-1-21 16,-13 1 32-16,0-1 0 0,-4-2 33 0,2-6-26 16,-10 1-55-16,12-4 50 0,-3-3 0 15,10 1 80-15,5-6-92 0,6 0 0 0,2-1 0 0,5-1 0 16,4 0 0-16,5 0 0 0,0 0 0 0,8 5 0 16,16-1 0-16,4-1 0 0,4 1 0 15,12 1 0-15,-5 0 0 0,-2 0 0 0,13 0 0 0,-16-2 0 16,6 0 0-16,-4 1 0 15,-4-2 0-15,-6 0 0 0,-1-1 0 0,-4-1 0 16,-9 0-169-16,-2 0 45 0,0 0-491 0,-7 0 276 16,1 0 154-16,-3-1 71 0,-1-10-431 0,0-12 252 15</inkml:trace>
  <inkml:trace contextRef="#ctx0" brushRef="#br0" timeOffset="186888.31">25260 16100 3307 0,'-10'-44'0'0,"6"27"0"16,2 12 0-16,0 3 0 0,0 0 0 0,2 2 0 0,0 0 0 0,0 4 0 0,0 18 0 0,0 9 0 0,0 8 151 0,0 8-56 0,2 7-19 0,0 16-34 0,3-5-1 0,-4-1-741 16,6 19 366-16,-2-6 187 15,3 0 95-15,1 0-459 0</inkml:trace>
  <inkml:trace contextRef="#ctx0" brushRef="#br0" timeOffset="187988.87">27993 16364 1201 0,'4'-15'0'0,"0"0"0"0,-3 4 0 0,1 1 0 0,0-1 0 0,-2 2 0 0,0 0 0 0,0 1 0 0,0 4 0 0,0 4 0 0,0-3 386 0,0 3-173 15,-7 7-75-15,-7 18-54 0,-4 6 89 0,-3 7-66 16,-1 5-33-16,-2 7 1 0,1 6 406 0,0 5-225 15,9-11-107-15,4 6 305 0,4-4-314 0,6-3-140 16,0-6 0-16,6 6 0 0,11-5 0 0,6-5 0 16,2-2 0-16,5-3 0 0,-3-4 0 0,11 0 0 15,-5-6-124-15,3-3 13 0,-3-10 77 0,5 1 37 16,-1-6-874-16,-2-5 384 0</inkml:trace>
  <inkml:trace contextRef="#ctx0" brushRef="#br0" timeOffset="188181.31">28375 16391 2605 0,'-5'-14'4'0,"4"12"4"0,1 2-2 0,0-2-1 0,1-1-2 0,19-3 0 0,3 3-1 0,7-3-1 0,3 2 0 0,3 2-1 0,0-1 229 0,8 1-100 0,0 0-44 0,0 0-147 16,0 2 51-16,-6 0 35 0,-2 0-9 0,-1 0-539 15,-2 0 282-15,-6 0 141 0,-9 0-678 0,-2 0 376 16</inkml:trace>
  <inkml:trace contextRef="#ctx0" brushRef="#br0" timeOffset="188743.46">28784 16186 1428 0,'-13'-16'0'0,"4"6"0"0,1 0 0 0,5 5 0 0,3 0 0 0,0-1 0 0,2 6 0 0,13-3 0 0,5 3 0 0,6 0 0 0,-5 3 99 0,10 9 130 0,-4-3-95 15,-2 5-47-15,-2 0-3 0,-6-3 1 0,1 1-35 16,-6 4-10-16,-7-2-90 0,-2 1 46 0,-3 3-1 16,-8 3-132-16,-10-1 98 0,-8 1 35 0,-8 3-1 15,-1 0-217-15,-5-1 120 0,8 1 21 0,0-1 44 16,-2 3-317-16,5 3 160 0,3-3 59 0,5-1-116 16,5 3 105-16,4-6 43 0,3 8 37 0,3-4-33 15,5 0 29-15,1-1 0 0,0 0 61 16,0-5-11-16,5 0-13 0,4-2 33 15,-2-1 123-15,0-6-101 0,-2-2-31 0,0-1 382 16,-1-3-194-16,-3-3-59 0,0-2-62 0,1 0 477 16,-2 0-247-16,0 0-114 0,0-7 132 0,0-9-133 15,0 2-66-15,0-5-34 0,0 0 40 0,0-1-26 16,0 0-11-16,-3 2-36 0,-7-3-38 0,1 4 0 16,-3 2 38-16,-4 4 2 0,-1 2-2 0,-7 4 0 15,0 5-1-15,-1 0 21 16,-3 14-20-16,-2 8 10 0,0 7 10 0,8 1-21 15,1 4 1-15,4-2-6 0,5 3 11 0,2 2-5 16,9-1-1-16,1-1 4 0,0-5-38 0,13-1 2 16,5-8 43-16,10-1-265 0,1-5 121 0,1-7 47 15,5-4 35-15,-2-4-285 0,-1 0 143 0,-2-12 49 16,-1-7-117-16,-4-2 81 0,-2-4 51 0,-2-2 25 16,-4-2 46-16,0 3-21 0,-7-3 0 15,-1 8 0-15,-4-1 69 0,-1 5-35 16,-2 8-10-16,-2 0 284 0,0 3-153 0,0 2-44 15,0 1-49-15,0 3 334 0,0 3-166 0,0 10-43 16,-2 3-181-16,-2 7 45 0,2 1 1 0,1-1 28 16,1 2-337-16,0 4 164 0,0-3 84 0,0 3 31 15,0-4-319-15,1-1 136 0,1-3 24 0,4 0-416 16,0-1 276-16,4-3 139 0,3-4 69 0</inkml:trace>
  <inkml:trace contextRef="#ctx0" brushRef="#br0" timeOffset="188889.9">29059 17035 2600 0,'2'-2'0'16,"-2"-1"0"-16,0 2 0 0,0-1 0 0,0 2 0 0,-8 0 0 0,0 0 0 0,-1 0 0 0,-4 8 0 0,5 1 0 0,-6 2 108 0,5 1-39 0,0 1-1 0,0 0-28 0,3-5-459 0,0 3 229 16,4-3 125-16,0-3-281 15,1 1 190-15,1-5 95 0</inkml:trace>
  <inkml:trace contextRef="#ctx0" brushRef="#br0" timeOffset="189080.96">29156 16543 2328 0,'2'-20'0'0,"1"10"0"0,7 6 0 0,5-6 0 0,2 1 0 0,4-1 0 0,1 2 0 0,9-2 0 0,-1 2 0 0,12-1 0 0,-3 2 266 16,12-3-117-16,-1 5-55 0,-3-3-61 0,5 5 7 15,-2-2 1-15,-9 2-161 0,10 1 76 0,-17 2 41 16,3 0 1-16,-7 0-460 0,-10 0 251 0,2 0 100 16,-7 4-624-16,-4-1 351 0</inkml:trace>
  <inkml:trace contextRef="#ctx0" brushRef="#br0" timeOffset="189280.36">29837 16137 1836 0,'9'-6'0'0,"4"3"0"0,1 1 0 0,1-2 0 0,1 1 0 0,4 1 0 0,0 2 0 0,0 0 0 0,2 0 0 0,3 2 0 0,-7 5 115 0,3 4-38 0,-3 1 14 15,-2 0-1-15,-3 3-39 0,-3 3-151 0,-7 0 71 16,-3 6 34-16,0 1 1 0,-11 0-296 0,-8 2 176 16,-9 6 72-16,-4-4-457 15,-1 2 246-15,-3-1 50 0,-2 2 85 0,-1 2-178 16,-1-4 132-16,-3-7 63 0</inkml:trace>
  <inkml:trace contextRef="#ctx0" brushRef="#br0" timeOffset="189319.47">29631 16622 403 0,'-9'0'0'0,"-1"0"0"0,8 0-75 0</inkml:trace>
  <inkml:trace contextRef="#ctx0" brushRef="#br0" timeOffset="189588.2">29614 16620 2554 0,'10'0'0'0,"-3"0"0"0,0 2 0 0,-1 11 0 0,-3 8 0 0,-3 4 0 0,0 8 0 0,-6 5 0 0,-6 3 0 0,-3-1 0 0,0 2 113 0,0 2-37 0,4-11 40 0,0 7-43 16,1-7 0-16,2 0-85 0,0-5 26 0,6-12 0 15,1-1 36-15,-1-5-132 0,2-5 61 0,0-2 30 16,0-3 1-16,0 0-27 0,0-15 21 0,12-6-9 16,-1-3 27-16,4 0-27 0,4 0 24 0,1 2-44 15,-2 3 71-15,8-2-36 0,-4 6 6 16,-2 6 97-16,2 2-37 0,1 5-27 0,-3 0 13 16,0 2-3-16,2 4 19 0,-7 11-42 0,0-1 17 15,-4 11-127-15,-4-5 57 0,-2 8 21 16,-3-1-13-16,-2 0 39 0,0-3 1 0,-7 0-1 15,-5-3-91-15,-4-3 38 0,1 2-7 0,-5-7 5 16,1-1 9-16,-2-4 23 0,-1-1-24 0,1-3-75 16,0 0 44-16,0-4-1 0,1 0 51 15,5 0-338-15</inkml:trace>
  <inkml:trace contextRef="#ctx0" brushRef="#br0" timeOffset="189830.42">30267 16269 3176 0,'23'-4'0'0,"1"2"0"0,3 2 0 0,-2 0 0 0,-4 4 0 0,7 9 0 0,-4 9 0 0,6 8 0 0,-2 0 0 0,-5 9 0 0,-1 4 227 0,-5 6-83 16,-2 2-57-16,-7 4-24 0,-3 2-23 15,-5 1 1-15,0-2 0 0,-13 0-51 0,-14 8 20 16,-5-5 0-16,-3-3-33 0,-8 0 32 0,0-3 0 15,1-8 42-15,-13 8-70 0,7-13 30 0,3-5-1 16,-2-4-457-16,2-2 186 0,-3-3 126 0,4-4 30 16,2-1-665-16,12-6 364 0</inkml:trace>
  <inkml:trace contextRef="#ctx0" brushRef="#br0" timeOffset="190851.44">28893 15842 1146 0,'-15'0'0'0,"0"0"0"0,0 2 0 0,2 2 0 0,-1-2 0 0,6-2 0 0,-2 0 0 0,2 0 0 0,3 0 0 0,1 0 0 0,4 0 102 16,0 0 289-16,0 0-174 0,0-2-76 0,5-4-55 15,7 1 189-15,3-3-117 0,0-1-57 0,7-2 197 16,3-3-117-16,5-1-75 0,8-4-31 0,4-1 66 16,11-8-49-16,-7 3 10 15,11-8-59-15,-12 4-34 0,4-3 0 0,0 1 34 16,-6-1-104-16,-6 3 62 0,3-5-11 0,-8 6 53 15,-7 4-97-15,-2 0 49 0,-9 7-1 0,-1-2-18 16,-5 6-5-16,-3 4 3 0,-3 1 38 0,0 2 232 16,-1 5-114-16,-1-2-130 0,0 2 0 0,0 1 0 15,0 0 0-15,0 0 0 0,5 9 0 0,2 4 0 16,5 10 0-16,1 1 0 0,8 10 0 0,-1 2 0 16,4 1 0-16,-4-1 0 15,10 12 0-15,-7-4 0 0,-1 1 0 0,1-3 0 16,-1 3 0-16,-7-9 0 0,5 10 0 0,-2-7 0 15,-4-9 0-15,-1 5 0 0,0-8 0 0,-1-7 0 16,-2 0 0-16,-5-9 0 0,1-2 0 0,-4-3 0 16,1-4 0-16,-1 0 0 0,0-2 0 0,1 0 0 15,4 0 0-15,1-2-208 16,6 0-194-16</inkml:trace>
  <inkml:trace contextRef="#ctx0" brushRef="#br0" timeOffset="191306.3">31120 16537 2171 0,'-5'-5'0'0,"2"3"0"0,3 0 0 0,0-1 0 16,0 3 0-16,0 0 0 0,0-1 0 0,13 0 0 0,2-2 0 0,8 2 0 0,2-1 153 0,-1 2-56 0,1-3 322 0,5 3-195 0,-2 0-91 15,-1 0 31-15,-6 0-61 0,7 0-31 16,-6 0 10-16,5 0-299 0,0 0 130 0,-1 0 63 0,1 0 33 15,-2 5-270-15,-3-1 161 0,-1 3 66 0</inkml:trace>
  <inkml:trace contextRef="#ctx0" brushRef="#br0" timeOffset="191564.02">31150 16954 2739 0,'-10'-2'0'0,"7"0"0"0,3 2 0 0,0 0 0 0,0 0 0 0,0 0 0 0,5 4 0 0,11 0 0 0,3 0 0 0,2 2 0 0,9-4 204 0,2 2-81 0,5 2 252 16,0-1-157-16,2-2-93 0,-2 1-41 0,-2-2-21 15,-2-1-63-15,-8 2 0 0,2-2 0 0,-7-1 0 16,-7 2 0-16,-1-2 0 16,-7 0 0-16,0 0 0 0,-4 0 0 0,1 0 0 15,-2 0 0-15,0 0 0 0,0 0 0 0,0 0 0 16,0 0 0-16,0 0 0 0,0 0 0 0,0 0-120 15,0 0 37-15,0 0 42 0,0 0-330 0,0 0 159 16,2 0 96-16,1 0 14 0</inkml:trace>
  <inkml:trace contextRef="#ctx0" brushRef="#br0" timeOffset="191599.11">31630 16999 419 0</inkml:trace>
  <inkml:trace contextRef="#ctx0" brushRef="#br0" timeOffset="191865.17">31923 16751 3785 0,'-3'-2'0'0,"1"0"0"0,2-1 0 0,0-1 0 0,0 1 0 0,0 1 0 0,0-2 0 0,5 0 0 0,8 0 0 0,-1 1 0 0,6 0 146 16,0 2-146-16,1-1 0 0,-1 0 0 0,2 2 0 15,2 0 0-15,3 0 0 0,-8 0 0 0,9 0 0 16,4 0 0-16,2 0 0 0,6 0 0 0,2 0 0 15,5 0 0-15,3-2 0 0,-1-2 0 0,1-1 0 16,-4-1 0-16,-5 2 0 0,-2 0 0 0,-2 1 0 16,-5 0 0-16,-2 2 0 0,-3 1-106 0,-8 0-213 15,1 0 138-15,-7 0 58 16,0 6-677-16,-3 3 379 0,-4 2 189 0,-3 5-560 0</inkml:trace>
  <inkml:trace contextRef="#ctx0" brushRef="#br0" timeOffset="192253.23">32299 17018 2571 0,'-31'0'0'0,"9"0"0"0,8 0 0 0,3 0 0 16,6 0 0-16,0-2 0 0,5-2 0 0,0-3 0 0,3 0 0 0,9 3 0 0,8-2 118 0,3 3 172 0,7 1-124 16,0-1-50-16,5 3-43 0,0 0-120 0,-3 0 45 15,-4 6 0-15,-1 3-175 0,-10 4 120 0,-3-1 45 16,-5 3 28-16,-6 1-112 0,-3 3 70 0,0 2-18 15,-15-6 41-15,-10 6-37 0,0-7 0 0,-1 0-23 16,-1-1 357-16,-3-4-154 0,10-3-71 16,0 1-17-16,8-5 385 0,1 1-239 0,6-3-198 15,0 0 0-15,5 0 0 0,0 2 0 0,8-1 0 0,14 5 0 16,1 0 0-16,10 1 0 16,-1 4 0-16,1 1 0 0,2 0 0 0,0 3 0 15,-5 3 0-15,-5-4 0 0,-8 2 0 16,-7-3 0-16,-2 2 0 0,-6-4 0 0,-2 2 0 0,-14 0 0 15,-9-1 0-15,-10-1 0 0,-7-2 0 16,0-2 0-16,-2-2 0 0,0-2 0 16,5-3 0-16,-4 0 0 0,3 0 0 0,3 0 0 0,2-2 0 0,3-9 0 15,6 0 0-15,-2-5 0 16,6-4 0-16,10-4 0 0,3-8 0 0,7-10 0 0,0-7-698 16,15-15 150-16</inkml:trace>
  <inkml:trace contextRef="#ctx0" brushRef="#br0" timeOffset="192439.34">32123 15872 3214 0,'-30'-41'0'0,"8"25"0"0,17 7 0 0,5 3 0 0,0-3 0 0,0 2 0 0,10 2 0 0,10-2 0 0,10 0 0 0,17 3 0 0,8 3 271 16,21 1-118-16,0 0-55 0,5 0 73 0,-1 6-147 15,-2 3-24-15,-14-3 0 0,2 0 0 0,-9 1 0 16,-9-1 0-16,-13-1-255 0,-2-1 98 0,-11 2 112 15,-7-1 39-15,-5-1-752 0,-9 1 292 0,-1 0 214 16,-14 3-490-16,-13 2 337 0</inkml:trace>
  <inkml:trace contextRef="#ctx0" brushRef="#br0" timeOffset="192616.93">32477 15857 2792 0,'-13'0'0'0,"5"4"0"0,4 7 0 0,4-3 0 0,-1 5 0 0,1 1 0 0,0 8 0 0,-2 3 0 0,2 2 0 0,0 5 0 0,0 2 379 0,0 2-168 16,-2 1 69-16,2-2-118 0,0 0-55 0,-4-1-107 0,2-4-144 16,2-4 53-1,-3-4 68-15,1 1-538 0,0-8 314 0,2-3 141 0,0-2 74 16,0-2-788-16,0-8 402 0,0 0 114 0,13-2 119 0</inkml:trace>
  <inkml:trace contextRef="#ctx0" brushRef="#br0" timeOffset="192768.17">32651 15925 2809 0,'0'-13'0'0,"0"8"0"0,0 4 0 0,0 1 0 0,2 0 0 0,-1 0 0 0,4 10 0 16,5 7 0-16,-5 5 0 0,0 6 0 0,-1 4 125 0,-3 9 193 0,1-2-137 0,-2 0-69 0,2-3-6 0,-2 5-61 0,0-1-1 16,0-1 0-16,0 0-513 0,0-1 256 15,0-3 140-15,0 3-754 0,0-1 376 0</inkml:trace>
  <inkml:trace contextRef="#ctx0" brushRef="#br0" timeOffset="192943.17">32956 16770 419 0,'-12'-38'0'0,"8"37"0"0,4-1 1330 0,0 2-644 0,0 0-322 0,0 0-162 0,0 0-768 0,0 0 315 0,0 0 141 0</inkml:trace>
  <inkml:trace contextRef="#ctx0" brushRef="#br0" timeOffset="208246.76">2322 16625 2438 0,'-11'-15'0'0,"10"14"0"0,1-2 0 0,-2 2 0 0,2 1 0 0,0-3 0 0,0 3 0 0,0-1 0 0,0 1 0 0,0 0 0 0,0 0 364 0,2 0-161 0,5 11-80 0,2 4-41 16,0 3 229-16,3 9-140 16,-1 3-65-16,2 10 27 0,-6-1-133 0,3 3 0 0,-3-1 0 15,1 14 0-15,-3-5 0 16,2 5 0-16,-1 0 0 0,-3 7 0 0,-2-6 0 15,4-1 0-15,-4 2 0 0,1-4 0 0,0-5 0 16,-1 0 0-16,1-13 0 0,0 2 0 0,0-2 0 16,1-8 0-16,-3-6 0 0,2-3 0 0,2-6 0 15,-2-4 0-15,-1-4 0 0,1-4 0 0,3 0-396 16,2-13 95-16,2-16 119 0,4-14 76 0,-3-2-779 16</inkml:trace>
  <inkml:trace contextRef="#ctx0" brushRef="#br0" timeOffset="208442.87">2496 16815 3659 0,'0'0'0'0,"0"-2"0"0,0 1 0 0,0-1 0 0,2-4 0 0,5 0 0 16,4 1 0-16,3-2 0 0,5 1 0 0,5 1 0 0,3 0 272 0,3 3-272 0,-2 1 0 0,2-1 0 0,2 2 0 0,1 0 0 15,-3 0 0-15,0 0 0 0,-3 0 0 16,-1 0 0-16,-4 0 0 0,2 0 0 15,-3 0 0-15,-5 0 0 0,1 0-904 0,-7 0 338 16,0 0 222-16,-3 0 157 0,-4 0-590 0</inkml:trace>
  <inkml:trace contextRef="#ctx0" brushRef="#br0" timeOffset="208955.52">2923 16552 2871 0,'-7'-9'0'0,"3"3"0"0,3 1 0 0,1-2 0 0,0 2 0 0,0 2 0 0,3-1 0 0,11 2 0 0,4 2 0 0,2 0 0 0,2 0 485 0,1 2-222 0,-1 4-111 16,-1 3 8-16,4 4-160 0,-8-2 0 0,3 5 0 16,-5-1 0-16,-3 1 0 0,-4 3 0 0,-4-1 0 15,0 3 0-15,-4 6 0 0,0-5 0 0,-8 1-76 16,-4-3-100-16,-4 4 72 0,-3 0 66 0,-1-6-707 16,2 0 352-16,1-4 175 0,-4 1-492 0,4-2 339 15,-5-3 164-15,3-2 83 16,2-2-164-16,0 0 123 0,2-2 51 0,2-2 41 15,3 0-12-15,0 0 41 0,0-2 44 0,5 2 340 16,-2 1-223-16,4 0-74 0,1 2-42 0,2 4 693 16,0 3-367-16,0 2-92 0,0 6 600 0,0 6-401 15,0 1-197-15,0 6-97 0,0 4 360 0,0 6-472 16,0-6-28-16,0 7 0 0,0-10 0 0,-3 0 0 16,-1-2 0-16,1-10 0 0,-3-1 0 0,1-4 0 15,1-8 0-15,-1 0 0 0,2-8 0 16,-1-1 0-16,1 0 0 0,1-1 0 15,2-14 0-15,0-1 0 0,0-2 0 0,7 2 0 16,7-1 0-16,4-1 0 0,2 2 0 0,0 5 0 16,5 3 0-16,0 2 0 0,-3 6 0 0,1 0 0 15,0 0 0-15,-3 5 0 0,-3 10 0 0,-1 0 0 16,-7 6 0-16,-3 4 0 0,-4-6 0 0,0 4 0 16,-2 3 0-16,-2-9 0 0,-11 4 0 15,-4-2 0-15,0-4 0 0,-1-3 0 0,-3-2 0 16,-1-2 0-16,2-1 0 0,-2-5 0 15,4 0 0-15,0-2 0 0,4 0 0 0,1-2 0 16,3-10 0-16,5-4-211 0,5-9-37 0,0-3 103 16,1-9-857-16,10 2 469 0</inkml:trace>
  <inkml:trace contextRef="#ctx0" brushRef="#br0" timeOffset="209238.23">3421 16513 3931 0,'0'-9'0'0,"0"4"0"0,0 0 0 0,-4-1 0 0,1 5 0 0,0-2 0 0,3 2 0 0,0 1 0 0,0 0 0 0,0 0 0 0,0 11 0 0,3 9 0 0,2 7 0 0,2 7 0 16,-2 11 0-16,3 4 0 0,-5 4 0 0,1 2 0 16,-1 13 0-16,-1-14 0 0,1 17 0 15,1-5 0-15,-1 3 0 0,-1-2 0 16,-2 4 0-16,0-6 0 0,4 7 0 0,-4-6 0 15,2-13 0-15,-1 3 0 0,3-5 0 0,-1-10 0 16,-1-1 0-16,2-9 0 0,-3-8 0 0,1-8 0 16,3-4 0-16,-3-4 0 0,-2-4 0 0,0-3 0 15,0 0 0-15,0-19-512 0,0-12 183 0,0-11 133 16,0-19-305-16,0-8 229 0</inkml:trace>
  <inkml:trace contextRef="#ctx0" brushRef="#br0" timeOffset="209535.53">3544 16306 3130 0,'7'-19'0'0,"4"7"0"0,3-4 0 0,4 5 0 0,2 1 0 0,5 5 0 0,3 1 0 0,1 4 0 0,1 0 0 0,-1 0 0 0,0 9 160 0,-3 7-60 16,-3 2 7-16,-7 1-23 0,2 6-9 15,-11 1-136-15,-6 2 52 16,-1-1 0-16,-3 0 51 0,-8-6-18 0,-11 6 18 15,-2-9 0-15,1-3 0 0,5-3 120 0,-5-4-162 0,3-1 0 0,6-5 0 16,1-2 0-16,5 0 0 0,1 0 0 0,2 0 0 16,3 0 0-16,2 0 0 0,0 0 0 0,7 0 0 15,12 0 0-15,4 0 0 0,-3 0 0 0,11-2 0 16,-3-2 0-16,2-1 0 0,0 2 0 0,-2 0 0 16,-2 0 0-1,4 2 0 1,-3 1 0-16,-6 0 0 0,1 0-17 0,3 11-1066 0,-9 2 510 0</inkml:trace>
  <inkml:trace contextRef="#ctx0" brushRef="#br0" timeOffset="209689.16">3975 16868 3931 0,'-8'0'0'0,"8"0"0"0,0 0 0 0,0 0 0 0,0 0 0 0,8 0 0 0,7 0 0 0,4 0 0 0,1 0 0 0,5 0 0 0,3 0 0 16,2 0 0-1,-1 0 0-15,1 0 0 0,-1 0 0 0,0 1 0 0,-9 2-81 0,3 2-329 16,-5 3 221-16,-8 5-1209 0</inkml:trace>
  <inkml:trace contextRef="#ctx0" brushRef="#br0" timeOffset="209832.11">4035 17208 3931 0,'-18'0'0'0,"11"0"0"0,6 0 0 0,1 0 0 0,0 0 0 0,0 2 0 0,8 1 0 0,10-3 0 0,5 2 0 0,7 0 0 0,4 0 0 16,8 1 0-16,1-3 0 0,-3 0 0 0,5 2 0 0,-2 2 0 0,-3 0 0 16,12 1 0-16,-9 9 0 0</inkml:trace>
  <inkml:trace contextRef="#ctx0" brushRef="#br0" timeOffset="210658.68">4782 16697 2875 0,'-14'-2'0'0,"9"2"0"0,5 2 0 0,0 5 0 0,0-1 0 0,0-2 0 0,0-1 0 0,8 2 0 0,11-5 0 0,5 0 0 0,10 0 595 0,4-2-266 15,11-11-197-15,-6 3-132 16,2 0 0-16,-3-1 0 0,-4 7 0 0,0-5 0 16,1 5 0-16,-7 2 0 0,-2 1 0 0,-1 1-421 15,-7 0 80-15,1 0 202 0,-4 1 86 0,-4 5-930 16,-4-2 471-16,0 1 235 0,-5-1 118 0</inkml:trace>
  <inkml:trace contextRef="#ctx0" brushRef="#br0" timeOffset="211181.99">5240 16474 2586 0,'0'-6'0'0,"0"5"0"0,0-3 0 0,0 3 0 0,5 1 0 0,10 0 0 0,9 0 0 0,0 0 0 0,4 5 0 0,1 2 0 0,-1 2 615 0,0 3-287 16,-1 2-143-16,-4 2 32 0,-6-1-217 0,-1 0 0 15,-2 5 0-15,-10-1 0 0,0 2 0 0,-4 0 0 16,0 0-367-16,-15-2 183 0,-8 6 107 0,-3-4 60 16,-1-1-259-16,-6-1 39 0,1 0 117 0,-2-2-101 15,3-4-387-15,1 0 283 0,-3-4 142 0,6-1-214 16,0-1 177-16,7-3 79 0,-1-1 55 0,8 0-5 16,-1-3 49-16,7 0 0 15,2 0 0-15,1 1 364 0,4-1-177 0,0 3-93 16,0 4 212-16,0 2-153 0,2 4-76 0,2 5 4 15,3 4 676-15,-4 6-311 0,2 4-181 0,-3 3 427 16,-2 3-294-16,0 7-162 0,0-2-76 0,0 1-70 16,0-2-48-16,-7 2 0 0,0-8 0 0,0 1 0 15,-1-1 0-15,2-7 0 0,-1-6 0 0,0-2 0 16,2-5 0-16,-4-5 0 0,3-6 0 16,3-1 0-16,-2-4 0 0,2 0 0 0,1-2 0 0,2-11 0 15,0-5 0-15,5 1 0 16,10-1 0-16,6-1 0 0,4 2 0 0,2 2 0 15,5 2 0-15,-1 4 0 0,1 5 0 0,-2 4 0 16,-7 0 0-16,7 1 0 0,-10 13 0 0,-3 1 0 16,-4 9 0-16,-3-3 0 0,-6-1 0 0,-4 6 0 15,0-1 0-15,0-2 0 0,-14-1 0 0,1-2 0 16,-5-8 0-16,-3 3 0 0,0-5 0 0,-1-1 0 16,-1-4 0-16,1-2 0 0,-1-3 0 15,0 0 0-15,6 0 0 0,1-3 0 16,2-5 0-16,3-5 0 0,6-5 0 0,5-8 0 15,0-2-652-15,5-2 103 0,16-5 253 0,6 1 128 16</inkml:trace>
  <inkml:trace contextRef="#ctx0" brushRef="#br0" timeOffset="211322.37">5646 17175 3931 0,'0'0'0'0,"0"2"0"0,2 2 0 0,-2 1 0 0,0-1 0 0,0 1 0 0,0 1 0 0,0 1 0 0,0 0 0 0,0-2 0 0,0 5 0 0,0 3 0 15,0-4 0-15,0 1 0 0,0 1 0 0,0-3-337 16,4 1-82-16,5-1 225 0,1-4 118 16,3-4-467-16</inkml:trace>
  <inkml:trace contextRef="#ctx0" brushRef="#br0" timeOffset="211493.21">5855 16894 3931 0,'0'-4'0'0,"0"4"0"0,11-2 0 0,2-3 0 0,4-1 0 0,6 1 0 0,6 1 0 0,1-2 0 0,3 1 0 0,2-1 0 0,8 2 0 0,-5-2 0 0,14 1 0 0,-5-1 0 15,1 2 0-15,-1-2 0 0,-2 3-277 16,-5-1 143-16,8 1-417 0,-8 0 296 0,-7 2 149 0</inkml:trace>
  <inkml:trace contextRef="#ctx0" brushRef="#br0" timeOffset="211690.25">6439 16554 2968 0,'-13'-10'0'0,"5"7"0"0,2-1 0 0,3 1 0 16,3 3 0-16,0-2 0 0,5 2 0 0,20 0 0 0,0 5 0 0,5 4 0 0,3 3 567 0,8 5-268 0,-5-1-202 16,-4-1-97-16,2 3 0 0,-5 2 0 0,-8-3 0 0,0 6 0 15,-8-1 0-15,-9 3 0 0,-4 1 0 16,0 0-106-16,-14 3 32 0,-8-3 52 0,-4 0 33 15,-4 0-605-15,0-1 189 0,-2 0 188 0,0-6-475 16,1 1 329-16,1-1 161 0</inkml:trace>
  <inkml:trace contextRef="#ctx0" brushRef="#br0" timeOffset="211997.37">6371 16973 2815 0,'0'-3'0'0,"0"3"0"0,0 3 0 0,2 12 0 0,1 2 0 0,-2 8 0 0,1 6 0 0,0 3 0 0,-1 11 0 0,-1-4 0 0,0 11 140 0,0-4 640 0,-6 1-584 15,-1-2-196-15,-4-4 0 0,5-4 0 0,0 1 0 16,0-7 0-16,2-4 0 0,0-10 0 0,2-7 0 16,0-2 0-16,2-4 0 0,-2-4 0 0,2-2 0 15,0-4 0-15,0-21 0 0,13-1 0 0,0-2 0 16,8-2 0-16,2-1 0 0,5 5 0 0,-1 2 0 16,3 7 0-16,0 5 0 0,4 5 0 15,-5 6 0-15,1 1 0 0,-3 8 0 16,-4 10 0-16,-7 6 0 0,-2 6 0 0,-7 2 0 15,-6 2 0-15,-1 2 0 0,0-1 0 0,-13 0 0 16,-7-1 0-16,-5-7 0 0,1-1 0 0,-4-7 0 16,0-2 0-16,-1-5 0 0,1-5 0 0,0-1 0 15,2-6 0-15,1 0 0 0,6 0 0 16,-3 0 0-16,6-6 0 0,2-5 0 0,6-4 0 16,3-2-485-16</inkml:trace>
  <inkml:trace contextRef="#ctx0" brushRef="#br0" timeOffset="212801.15">7104 17035 2211 0,'-21'-20'0'0,"10"13"0"0,1 1 0 0,7 5 0 0,1 1 0 0,2 0 0 0,0 0 0 0,0 0 0 0,0 0 0 0,9 0 0 0,10 0 485 0,6 0-222 0,2 0-110 16,-3-2-45-16,5 1 113 0,0-2-89 0,-3 2-45 15,1-1 1-15,-5 0 1 0,1 2-37 0,-3 0-10 16,0 0-399-16,-5 0 199 0,-1 0 100 0,-1 2 50 15,-2 5-855-15,-3 3 437 0,1 1 114 0</inkml:trace>
  <inkml:trace contextRef="#ctx0" brushRef="#br0" timeOffset="212964.59">7214 17288 2933 0,'-10'0'0'0,"4"14"0"0,3-5 0 0,3-2 0 0,0-1 0 0,0-2 0 0,0 1 0 0,5-1 0 0,9 2 0 0,-2-2 0 0,7-1 145 0,8 1-57 0,-2 1 232 0,5-1-139 16,0 0-69-16,-1-2-35 0,3 2-526 0,-2 0 241 16,-3 2 124-16,0-1-750 0,-7 0 430 0,3 1 214 15</inkml:trace>
  <inkml:trace contextRef="#ctx0" brushRef="#br0" timeOffset="213679.47">8040 17206 2339 0,'-24'-23'0'0,"6"10"0"0,0-1 0 0,-2-1 0 0,2 1 0 0,0-3 0 0,-2-2 0 0,1 2 0 0,7 1 0 0,0-2 0 0,1-2 107 0,5 5 310 0,3 0-188 16,3-2-93-16,0 2 31 0,2 0-52 0,14 0-42 15,5-2 0-15,5 4 13 0,4 0-1 0,2 1-43 16,4 6 20-16,-3 1-62 0,1 4 0 0,-2 1 0 16,-2 0 0-16,0 6 0 0,-7 6 0 0,3 8 0 15,-6 4 0-15,-4 2 0 0,-5 4 0 16,-5 1 0-16,-5 5 0 0,-1 8 0 16,-1-5 0-16,-14 4 0 0,-5-2 0 0,-4 0 0 15,2-5 0-15,-8 6 0 0,4-9 0 0,-3-3 0 16,1-6 0-16,0-1 0 0,-2-4 0 0,0-6 0 15,0-2 0-15,3-3 0 0,7-6 0 0,1 0 0 16,5-2 0-16,2 0 0 0,4 0 0 0,3 0 0 16,3 0 0-16,0 0 0 0,2 0 0 0,2 0 0 15,11-2 0-15,13 0 0 0,4 2 0 0,9-2 0 16,0 1 0-16,9-1 0 0,-1-1 0 0,-6 2 0 16,4 1 0-16,-1-3 0 15,-7 3 0-15,1 0 0 0,-1 0 0 0,-2 0 0 16,-2 0 0-16,-3 0 0 0,-2 0-278 0,2 0-61 15,-6-1 148-15,1 0 75 0,0-8-818 0</inkml:trace>
  <inkml:trace contextRef="#ctx0" brushRef="#br0" timeOffset="213869.49">8539 16888 3499 0,'-4'-7'0'0,"4"5"0"0,0 2 0 0,0 0 0 0,12 0 0 0,6-2 0 0,7 0 0 0,3 0 0 0,6-2 0 0,5 2 0 0,0-1 312 0,12 0-192 0,-2-4-120 16,0 4 0-16,-2-1 0 0,3-2 0 0,-3 3 0 0,-2 1-461 15,-8-1 194-15,-4 2 155 16,-2 1 77-16,-12 0-836 0,1 0 323 0,-11 0 254 16,-6 0 128-16</inkml:trace>
  <inkml:trace contextRef="#ctx0" brushRef="#br0" timeOffset="214414.26">9001 16616 2137 0,'-5'-11'0'0,"1"1"0"0,4 5 0 0,0-2 0 0,4 0 0 0,13 6 0 0,3-1 0 0,10 2 0 0,2 0 0 0,1 0 0 0,4 7 96 16,-3 4 227-16,-4 3-131 0,0 1-80 0,-7 0-35 16,-2 1-50-16,-7 2 15 0,-1 6 0 0,-12-3-200 15,-1 7 95-15,0-3 52 0,-12 1 27 0,-9-2-376 16,-1 0 200-16,-5 2 112 0,0-5-503 0,-3 2 262 15,3 0 89-15,-3-5 79 0,1 0-192 0,7-2 125 16,-5 3 78-16,8-6 0 0,3-1 33 0,3 1 1 16,3-6 34-16,3 3 46 0,3-5-18 0,2 0 0 15,0-1 274-15,2-3-151 0,0 3-75 16,0-3-49-16,-3-1 577 0,1 0-281 0,-5 0-76 0,2 0-92 16,-6 0 482-16,1-1-266 15,-3-5-149-15,-1 0 111 0,-4 0-124 0,1 0-63 0,-3 2-31 16,-3 3 36-16,-3 1-38 0,-3 0-1 0,1 1-6 15,0 15-22-15,1 7 0 0,-2 3 10 0,3 5-22 16,9-1-30-16,0 6 0 16,5 0 0-16,9 0 0 0,3-3 0 0,0 1 0 15,2-3 0-15,11-4 0 0,4-2 0 0,2-6 0 16,-1-3 0-16,8-1 0 0,-6-7 0 0,2-2 0 16,0-5 0-16,-1-1 0 0,1 0 0 0,-3-10 0 15,-1-10 0-15,-3-1 0 0,-4-3 0 16,0-3-58-16,-2-2-125 0,-1-3 71 0,-2-3 94 15,-3 5-24-15,1-1 0 0,-2 7-10 16,-2 2 235-16,0 4-112 0,0 8-57 0,0 2-28 16,0 4 267-16,0 1-253 0,0 3 0 0,0 3 0 15,0 14 0-15,0 8 0 0,0 2 0 0,0 1 0 16,0 5 0-16,2 0 0 0,6 1 0 0,1-2 0 16,2-2 0-16,3-4 0 0,0-1 0 0,2-9-84 15,-1 2-167-15,0-5-674 0,1-5 442 0,0-3 210 16,0-3 121-16,0-2-263 0,0 0 187 0</inkml:trace>
  <inkml:trace contextRef="#ctx0" brushRef="#br0" timeOffset="214554.14">9204 17210 2839 0,'2'-8'0'0,"0"4"0"0,-1 3 0 0,1-1 0 0,-2-1 0 0,0 3 0 0,0 0 0 0,2 0 0 0,1 3 0 16,-1 8 0-16,5 0 439 0,-3 0-199 0,1 2-89 0,2-2-502 0,1 1 196 0,2-1 98 0,-1-1 50 15,3-5-865-15,2-2 450 16</inkml:trace>
  <inkml:trace contextRef="#ctx0" brushRef="#br0" timeOffset="-214744.57">9411 16902 2978 0,'0'-8'0'0,"0"7"0"0,0-2 0 0,0 1 0 0,11 1 0 0,8-5 0 0,6 4 0 0,2-2 0 0,5 1 0 0,17-1 0 0,2 0 685 0,1 2-417 0,3-2-268 0,1 0 0 16,-3 1 0-16,0 0 0 0,-3 0 0 0,-2-1 0 15,-3 1-88-15,-9 1-8 0,0-1 80 0,-4 2-726 16,-8-3 392-16,-4 0 83 0,-8 3-290 0,-3-5 253 16,-2-1 121-16</inkml:trace>
  <inkml:trace contextRef="#ctx0" brushRef="#br0" timeOffset="-214161.28">10135 16474 2357 0,'0'-11'0'0,"0"7"0"0,9-4 0 0,3 2 0 0,1 1 0 0,6 1 0 0,1 1 0 0,3 2 0 0,3-1 0 0,1 2 0 0,-1 0 569 0,1 0-264 0,-7 0-133 16,1 2-54-16,0 7 50 0,-7 4-64 0,0 5-31 15,-7 0-189-15,-3 9 78 0,-4 0 50 0,0 2-11 16,-9 3-129-16,-9-1 85 0,-6 7 41 0,-1-5-363 15,0-3 214-15,-14 6 5 16,0-2 80-16,-2 2-397 0,-4-2 211 0,-2-2 106 16,0-1 42-16,6-6-223 0,10-5 144 0,-4-3 70 15,12-3-216-15,2-3 144 0,3-5 61 0,8-6 47 16,1 0-156-16,5 0 96 0,4 0 48 0,0-8 27 16,0 1 62-16,0-1 0 0,2 0 0 0,4 1 156 15,-3 4-119-15,2-1-39 0,-3 2-10 0,0 1 525 16,-1 1-213-16,1 0-156 0,-2 0 534 0,0 0-319 15,0 5-149-15,0 6-89 16,0 4 427-16,0 2-253 0,-5 8-127 0,0 1 248 16,0 4-416-16,1 2 0 0,0 2 0 0,1 1 0 15,-1-1 0-15,4 2 0 0,0-4 0 0,0-1 0 16,0-2 0-16,0-7 0 0,0-1 0 0,0-1-119 16,0-6 62-16,0-3 50 0,0-3-364 0,0-6 179 15,0-2 10-15,-2 0 215 0,0 0-31 0,1-2-1 16,1-12-42-16,0-1 60 0,0-4-29 0,0 2-12 15,3-1 212-15,8-2-113 16,3 4-20-16,0 3-41 0,4 2 387 0,0 4-200 16,3 1-203-16,0 4 0 0,4 2 0 0,-2 0 0 15,0 8 0-15,-7 6 0 0,5 7 0 0,-8 0 0 16,-1 3 0-16,-7 2 0 0,-3 0 0 0,-2-6 0 16,0 7 0-16,-5-2 0 0,-11-7 0 0,0 2 0 15,-1-9 0-15,-5 0 0 0,-5-2 0 0,8-4 0 16,-5-4 0-16,4-1 0 15,-3 0 0-15,4 0 0 0,2-1 0 0,2-9 0 16,2-1 0-16,4-2 0 0,2 1 0 0,5-3 0 16,2-2 0-16,0 0 0 0,0 1-221 0,11 0 46 15</inkml:trace>
  <inkml:trace contextRef="#ctx0" brushRef="#br0" timeOffset="-214003.62">10526 17604 3198 0,'0'-13'0'0,"0"10"0"0,0-1 0 0,0-3 0 0,0 2 0 0,0 3 0 0,0-2 0 0,0 3 0 0,0 1 0 0,0 0 0 0,0 9-589 0</inkml:trace>
  <inkml:trace contextRef="#ctx0" brushRef="#br0" timeOffset="-201582.14">5025 17561 1556 0,'0'-2'0'0,"0"-1"0"0,0 2 0 0,0 0 0 0,0-2 0 0,0 3 0 0,0 0 0 0,0-2 0 0,0 0 0 0,0 2 0 0,0-2 92 0,0 2 69 16,0 0-39-16,0 0-13 0,0 0-52 0,2 0 135 16,-1 0-68-16,-1 0 1 0,2 0-54 0,-2 0 91 15,0 0-53-15,0 0 1 0,0 0 107 0,0 0-79 16,0 0-27-16,0 0-14 0,0 0 85 0,0 0-63 15,0 0-42-15,0 0-77 0,2 0 0 0,0 0 0 16,2 0 0-16,3 0 0 0,-2 0 0 0,1 0 0 16,2 0 0-16,3 2 0 15,-3 0 0-15,3 0 0 0,-1 1 0 0,1-1 0 16,-1 1 0-16,3-1 0 0,-3 2 0 0,2-3 0 16,-1 3 0-16,0 0 0 0,1-2 0 0,1-1 0 15,-3 3 0-15,3 1 0 0,-3-4 0 0,4 0 0 16,0 2 0-16,-2 1 0 0,3-3 0 0,-2 1 0 15,2 1 0-15,0-2 0 0,1 3 0 0,0-2 0 16,3 1 0-16,-2 1 0 16,3 0 0-16,5-1 0 0,-3-1 0 0,3 2 0 0,2-2 0 0,-2 1 0 15,4 0 0-15,1-2 0 0,0-1 0 0,0 3 0 16,-1-3 0-16,2 0 0 16,1 0 0-16,0 0 0 0,1 0 0 0,4 0 0 15,-1 0 0-15,1 0 0 0,0 0 0 0,3 2 0 16,-5-2 0-16,1 0 0 0,1 1 0 0,-2 1 0 15,-2-2 0-15,-1 2 0 0,3 0 0 0,0 0 0 16,-2-2 0-16,5 2 0 0,0-2 0 0,-3 0 0 16,6 0 0-16,3 0 0 0,-1 0 0 0,2 0 0 15,-2 0 0-15,0 0 0 16,-5 0 0-16,9 0 0 0,-2 0 0 0,0-2 0 16,1 0 0-16,3 0 0 0,-1 0 0 0,0-1 0 15,4-2 0-15,-1 4 0 0,-3-4 0 0,-7 4 0 16,10-1 0-16,-7 0 0 0,-6 0 0 0,6 0 0 15,-9 0 0-15,3 1 0 0,0-2 0 0,-1 2 0 16,1 1 0-16,-3-2 0 0,3 2 0 0,2-2 0 16,6 1 0-16,-2 1 0 0,-3-2 0 15,4 0 0-15,-2 0 0 0,-2 0 0 16,11-2 0-16,-7-2 0 0,1 2 0 0,-3 2 0 16,3-4 0-16,-7 2 0 0,10 2 0 0,-4-2 0 15,-2 1 0-15,2 2 0 0,0 0 0 0,-5-2 0 16,8 3 0-16,-4 0 0 0,1 0 0 0,-2 0 0 15,2 0 0-15,-4 0 0 0,12 0 0 0,-8 0 0 16,2 0 0-16,2 3 0 0,-2-2 0 0,-4 0 0 16,9 2 0-16,-6-1 0 0,0 2 0 0,0-3 0 15,-1 3 0-15,-5-1 0 16,8 0 0-16,-4 1 0 0,0 0 0 0,0-1 0 16,4 1 0-16,0 0 0 0,0 1 0 0,-1-1 0 15,2 0 0-15,-2-1 0 0,0-1 0 0,0 0 0 16,1-2 0-16,0 2 0 0,-2-2 0 0,0 0 0 15,-3 0 0-15,-3 0 0 0,-1 0 0 0,-2 0 0 16,-1 0 0-16,-6 0 0 0,-2 2 0 0,-7-2 0 16,0 0 0-16,-3 1 0 0,-2-1 0 0,-5 0 0 15,0 0 0-15,-3 0 0 0,-2 0 0 0,-1 0 0 16,-2 0 0-16,-1 0 0 16,0 0 0-16,0 0 0 0,-2 0 0 0,0 0 0 15,0 0 0-15,0-1 0 0,0-7 0 0,0 1 0 16,-9 0 0-16,-4 0 0 0,-10 1 0 0,-5 6-535 15</inkml:trace>
  <inkml:trace contextRef="#ctx0" brushRef="#br0" timeOffset="-199830.56">7196 17959 1993 0,'-3'-15'0'0,"-1"4"0"0,-1-2 0 0,5 5 0 0,-5-4 0 0,1 3 0 0,1 2 0 0,-1-1 0 0,-1 2 0 0,-2 1 0 0,2 1 237 0,-1 1-94 16,-1-1-53-16,0 3 188 0,-3 1-117 0,1 0-40 15,-2 0-12-15,-3 2 55 0,1 10-57 0,-4 6 0 16,0 3 154-16,1 3-101 0,-1 6-160 0,1 2 0 15,2 2 0-15,4 1 0 0,2 4 0 0,6-4 0 16,2 2 0-16,0-1 0 0,2-4 0 16,11 8 0-16,2-12 0 0,2 2 0 0,3-3 0 15,0-5 0-15,2 1 0 0,1-4 0 16,-2-4 0-16,3 1 0 0,-4-2 0 0,-1-3 0 16,1-4 0-16,-6 1 0 0,2-2 0 0,-5-6 0 15,0 0 0-15,0 0 0 0,0 0 0 0,1 0-665 16,-1-10 246-16,4-10 191 0,2-5 88 0,3-11-759 15</inkml:trace>
  <inkml:trace contextRef="#ctx0" brushRef="#br0" timeOffset="-199611.73">7357 17903 3931 0,'-13'-3'0'0,"11"2"0"0,2 1 0 0,0 0 0 0,0 0 0 0,0 0 0 0,0-2 0 16,10-1 0-16,5 2 0 0,4-1 0 0,7-1 0 0,-2-1 0 16,2 0 0-16,4 3 0 0,-5-4 0 0,0 4 0 0,-1-2 0 15,5 2 0-15,-9-1 0 0,2 0 0 0,-3 2 0 16,0-2 0-16,-6 2 0 0,0 0 0 0,-4-2 0 16,1 2 0-16,-4 0-974 0,-1 0 313 0,-3-2 311 15</inkml:trace>
  <inkml:trace contextRef="#ctx0" brushRef="#br0" timeOffset="-199076.4">7602 17673 3022 0,'-12'-7'0'0,"9"3"0"0,-1 0 0 0,3 4 0 0,1-3 0 0,0 1 0 0,1 0 0 16,11 2 0-16,2 0 0 0,3 0 0 0,2 0 177 0,1 7-64 0,-3 2 195 0,2 3-119 0,-3-1-76 0,-2 4-104 15,-3 3-9-15,-3 0 0 0,-3 3 0 0,-4 4-88 16,-1 0-30-16,0 0 83 0,-14 1 42 0,0-4-424 15,-4 3 173-15,4-8 142 0,-7 4-535 0,1-6 294 16,2-4 148-16,-2 0 73 0,3-5-272 0,-1-2 161 16,1-4 99-16,5 0-75 0,1 0 81 0,0 0 40 15,2 0 0-15,2 0 77 16,4-3 11-16,-3 2-47 0,6 1-1 0,-1 0 456 16,-2 0-228-16,3 0-126 0,0 11 602 0,0 0-332 15,0 5-80-15,0 2-111 0,0 2 527 0,0 5-295 16,0 5-164-16,0-1 248 0,0-1-449 15,0-2 0-15,0-2 0 0,0 1 0 0,0 0 0 0,0-5 0 16,0-1 0-16,0-4 0 0,0-7 0 16,-2 0 0-16,-6-1 0 0,3-3 0 15,1-1 0-15,-1-3 0 0,-1 0 0 0,4 0 0 16,-2 0 0-16,2-3 0 0,0-2 0 0,2-2 0 16,0-1 0-16,4-2 0 0,10 3 0 0,0 2 0 15,5-1 0-15,4 2 0 0,1 2 0 0,-2 2 0 16,5 0 0-16,-4 10 0 0,0 3 0 0,-3 6 0 15,0 3 0-15,-7 3 0 0,-1 1 0 16,-4 4 0-16,-6 0 0 0,-1 0 0 0,-1 0 0 0,0-5 0 16,-13 5 0-16,-2-10 0 0,-1 1 0 15,-2-10 0-15,-4 4 0 0,3-7 0 16,-7-6 0-16,6-2 0 0,-4 0 0 0,2 0 0 16,-1-10 0-16,10-2 0 0,-6-6 0 0,9-1 0 15,3-5 0-15,5 7 0 0,2-9 0 0,2 6 0 16,14-4-246-16,5 2-68 0,2 2 133 0,6 3-851 15,1 2 480-15</inkml:trace>
  <inkml:trace contextRef="#ctx0" brushRef="#br0" timeOffset="-198763.08">8037 18229 3931 0,'0'-3'0'0,"0"0"0"0,0 2 0 0,0-2 0 0,0 3 0 0,0 0 0 0,0 0 0 0,0 0 0 0,0 0 0 0,0 0 0 0,8 0 0 0,5 7 0 0,2-4 0 0,2-1 0 16,3 1 0-16,7 1 0 0,-1-4 0 0,1 4 0 15,1-2 0-15,-2-2 0 0,3 0 0 16,-9 0 0-16,2-2 0 0,-2-6 0 0,-4 0 0 0,-7 1 0 16,-1 0 0-16,-3 0 0 15,-4 1 0-15,-1-1 0 0,0 2 0 0,-1-1 0 16,-7 2-35-16,3 1-916 0</inkml:trace>
  <inkml:trace contextRef="#ctx0" brushRef="#br0" timeOffset="-198025.53">8730 18126 2041 0,'-18'-9'0'0,"0"0"0"0,6 1 0 0,-4 0 0 0,5-1 0 0,-1 2 0 0,-2-3 0 0,7 0 0 0,-1 1 0 0,5-2 0 0,1 1 107 0,2 0 350 15,0 0-204-15,7-4-90 0,11 3-62 0,7 0 112 16,1 1-82-16,1 5-41 0,3 1 13 0,0 4 56 16,-1 0-55-16,-2 3-95 0,-5 9-9 0,-1 6 0 15,-8 0 0-15,4 10 0 0,-11 0 0 0,0 4 0 16,-5 2 0-16,-1 8 0 0,-1-9 0 0,-14 10 0 15,-3-5 0-15,0 0 0 16,-1-7 0-16,-4 0 0 0,0-5 0 0,-3-1 0 16,-1-7 0-16,-2-2 0 0,3-5 0 0,0-6 0 15,4 0 0-15,-1-3 0 0,0-2 0 0,7 0 0 16,-2 0 0-16,9 0 0 0,-1 0 0 0,5 0 0 16,3 0 0-16,0 0 0 0,2 0 0 0,0 0 0 15,9-2 0-15,10 2 0 0,8 0 0 0,1 0 0 16,2 0 0-16,2 0 0 0,4 2 0 0,-1 2 0 15,2 0 0-15,-3 0 0 0,1-1 0 0,-3 0 0 16,-6 2 0-16,4-3 0 0,-6 1 0 0,0 2 0 16,-2-5 0-16,-2 1-74 15,1 3-114-15,-4-4-848 0,3 0 494 0</inkml:trace>
  <inkml:trace contextRef="#ctx0" brushRef="#br0" timeOffset="-197811.91">9130 18043 3931 0,'-16'-8'0'0,"10"2"0"0,6 3 0 0,0 3 0 0,0-2 0 0,0 0 0 0,0 0 0 0,9 1 0 0,8-2 0 0,0 3 0 0,4 0 0 0,4 0 0 16,3 0 0-16,1 0 0 0,1 0 0 0,3 0 0 0,-4 0 0 0,-3 0 0 15,6 0 0-15,-5 0 0 0,-1-1 0 0,-7-4 0 16,3 1 0-16,-3-1 0 15,-1-4-251-15,-4 4 34 0,2-1-52 0,-2-1-673 0,-6 2 446 0,2-1 211 16</inkml:trace>
  <inkml:trace contextRef="#ctx0" brushRef="#br0" timeOffset="-197570.25">9461 17723 3070 0,'-15'0'0'0,"7"0"0"0,3 0 0 0,1 0 0 16,2 0 0-16,2 0 0 0,0 0 0 0,0 0 0 0,11 7 0 0,6 1 0 0,4 7 224 0,-1-5-77 0,5 8 222 0,1-6-248 16,-1 4-121-16,0-3 0 0,-2 0 0 0,-5-1 0 15,1 0 0-15,-6-1-222 0,-4 1 96 0,-4-3 87 16,-2 3-112-16,-3-1 111 0,0 2 38 0,-16 1-122 16,-5 1-136-16,-2 3 38 0,-4 0 88 15,-3 1 32-15,0 1 24 0,0 4 31 0,-2-2 0 0,0 3-312 16,5-3 156-16,0 5 66 15,0-1 51-15,6 2-423 0,1 0 231 0,7-2 115 0</inkml:trace>
  <inkml:trace contextRef="#ctx0" brushRef="#br0" timeOffset="-197171.15">9471 18391 2155 0,'2'0'0'0,"0"0"0"0,-2-4 0 0,0 1 0 0,0-5 0 0,0 2 0 0,-2-1 0 0,0-1 0 0,-3 1 0 15,5-3 0-15,-5 1 181 0,1-1-67 0,-1-1-34 0,-1 2 20 16,-4-2-53-16,3 5 11 0,-6-2 26 0,0 3-37 16,-4 3 0-16,0 0 0 0,-3 2 125 0,-5 6-68 15,2 8-1-15,2 7-56 0,1 2 165 0,3 2-83 16,8-3-29-16,-3 7 4 0,7 1-104 16,4 0 0-16,1-1 0 0,0-1 0 0,1-3 0 0,11 4 0 15,2-9 0-15,0-6 0 0,5 2 0 16,-1-8 0-16,5-1 0 0,-1-7 0 15,2 0 0-15,-3-4 0 0,-1-14 0 0,1-4 0 0,-1-3 0 16,-6-6 0-16,0-4-8 0,-3 5-40 16,-4-2-35-16,-2 1 98 0,-3 9-82 0,2 3 34 15,-4 2-27-15,0 7 344 0,0 3-284 0,0 3 0 16,0 3 0-16,-4 1 0 0,2 0 0 0,-1 8 0 16,3 10 0-16,0 4 0 0,0-3 0 0,0 10 0 15,5-5 0-15,7-1 0 0,1-2 0 0,1 0 0 16,0-6 0-16,3 0 0 0,2-2 0 0,0-2 0 15,0-6 0-15,1-1-135 0,-1-3-721 0,1-1 410 16,0 0 200-16,0 0 99 16,2-6-539-16,-1-9 320 0</inkml:trace>
  <inkml:trace contextRef="#ctx0" brushRef="#br0" timeOffset="-196943.89">9944 17888 3472 0,'0'-14'0'0,"0"10"0"0,0 3 0 0,2-1 0 0,3 2 0 0,6 0 0 0,3 0 0 0,2 12-14 0,2 0-30 0,-1 7 10 0,-1 4 167 0,5 7 285 0,-1 9-418 15,-4-1 0-15,-4 3 0 0,-1 5 0 0,-10-4 0 16,1 15 0-16,-2-4 0 0,-3-2 0 0,-13 3 0 16,-2-4 0-16,-3-1 0 0,-2-5 0 0,-2-4 0 15,2-4 0-15,2-12 0 0,-4 0 0 16,4-8 0-16,-1 0 0 0,1-4-179 0,0-1-15 0,3-1 34 15,5-4-749-15,2-1 422 0</inkml:trace>
  <inkml:trace contextRef="#ctx0" brushRef="#br0" timeOffset="-196479.9">10590 18070 2934 0,'-12'-12'0'0,"5"10"0"0,3 2 0 0,2 0 0 0,2 0 0 0,-1 4 0 0,1 3 0 0,0 2 0 0,0 0 0 0,0 0 0 0,0 5 239 16,3-4-99-16,5 4-39 0,0-1 21 0,-3 0-40 15,-1-4-1-15,0 1-40 0,1 0-159 0,-3-1 90 0,-2 0 30 16,2-4-448-16,-2 3 244 0,0-7 121 0,0 3 62 16,0-1-743-16,0-3 374 0,0 0 117 0,1 0 114 15</inkml:trace>
  <inkml:trace contextRef="#ctx0" brushRef="#br0" timeOffset="-196299.18">10827 17859 3017 0,'-6'0'0'0,"4"0"0"0,0 0 0 0,0 0 0 0,2 0 0 0,0-1 0 0,6-2 0 0,16 2 0 0,7 0 0 0,4-3 0 0,13 2 147 0,-1-1 399 0,2 1-325 15,-1 2-221-15,0 0 0 0,-7 0 0 0,8 0 0 16,-11 0 0-16,0 2-122 0,-6 3-138 15,-7 0 151-15,-2 0 85 0,-1-1-851 0,-10 2 442 16,-2-2 90-16,-5-1 152 0,0 1-239 16,-3-2 185-16</inkml:trace>
  <inkml:trace contextRef="#ctx0" brushRef="#br0" timeOffset="-195708.1">11270 17665 2462 0,'-6'-7'0'0,"3"0"0"0,1 3 0 0,2 2 0 0,0-1 0 0,0 1 0 0,11-1 0 0,5 3 0 0,3 0 0 0,4 0 0 0,4 0 310 16,-6 3-134-16,4 6 336 0,-2 0-235 0,-4 0-108 16,1 5-144-16,-3 1-25 0,0 0 0 0,-3 1 0 15,-5 1 0-15,-4 5 0 0,-3 0 0 0,-2 4 0 16,0 0 0-16,-7 3 0 0,-8 2 0 0,-6-1 0 16,-5 9 0-16,5-13 0 0,-5 5 0 0,2-2 0 15,-1-5 0-15,4-6 0 0,-4 5 0 0,7-10-102 16,-1 1-129-16,1-5 81 0,2 1 61 0,5-7-486 15,-1 1 272-15,5 0 131 0,0 0-430 0,0-4 280 16,0 0 141-16,4 0 59 16,-1 0-151-16,0 0 116 0,1 0 58 0,-1 0-59 15,0 0 58-15,-1-2 19 0,0 0 10 0,2-1 373 16,1 2-172-16,-2 1-85 0,1 0-44 0,-1 0 631 16,2 0-279-16,-1 0-187 0,1 6 636 0,0 7-380 15,0 5-191-15,-1 5-84 0,3 7 198 0,-2 4-153 16,1 7-172-16,1-1-20 0,0 1 0 0,0-5 0 15,0 1 0-15,0-2 0 0,0-2 0 0,0-5 0 16,0-6 0-16,0-6 0 16,0-1 0-16,0-3 0 0,0-9 0 0,0 0 0 15,0-3 0-15,0 0 0 0,0 0 0 0,0-3 0 16,0-9 0-16,0 1 0 0,0 0 0 16,0 1 0-16,0-3 0 0,1 2 0 0,10 4 0 0,-2 2 0 15,3 1 0-15,-2 1 0 0,7 1 0 16,-2 2 0-16,2 0 0 0,-2 12 0 0,0 3 0 0,-3 1 0 15,-3 1 0-15,-2 9 0 16,-5-8 0-16,0 5 0 0,-2-1 0 0,0-4 0 16,-11 1 0-16,-2-2 0 0,-3-5 0 0,0 0 0 15,-3-2 0-15,-2-6 0 0,1-1 0 0,-1-3 0 16,0 0 0-16,1 0 0 0,1 0 0 0,0-3 0 16,4-11 0-16,0 4 0 0,4-5 0 0,2-6 0 15,5 1 0-15,4-5-16 0,0 0-119 0,2 0-478 16,10-2 285-16,11 0 144 0,2 9 61 0</inkml:trace>
  <inkml:trace contextRef="#ctx0" brushRef="#br0" timeOffset="-195468.75">11659 18216 3931 0,'-3'-6'0'0,"1"4"0"0,1-1 0 0,1-1 0 0,0 2 0 0,0 1 0 0,0-1 0 0,1-1 0 0,10 2 0 0,3-1 0 0,3 0 0 0,3 2 0 0,0-1 0 15,1-2 0-15,0 2 0 0,2-1 0 0,0 0 0 16,-2 0 0-16,1-1 0 0,1 2 0 0,-4 0 0 16,-3 1 0-16,1 0 0 0,-2 0 0 0,-1 0 0 15,-5 0-1236-15,0 1 589 0,-1 10 303 0,-1 4 152 16</inkml:trace>
  <inkml:trace contextRef="#ctx0" brushRef="#br0" timeOffset="-195301.3">11734 18481 3931 0,'-7'0'0'0,"1"2"0"0,1-2 0 0,5 0 0 0,0 0 0 16,0 0 0-16,0 0 0 0,7-2 0 0,6-2 0 0,2 1 0 0,3-1 0 0,3 1 0 0,-1 2 0 0,3 0 0 15,-2 1 0-15,2 0 0 0,-1 0 0 0,-1 0 0 0,-2 2-38 0,1 7-458 16,-1 1 263-16,4 4-555 16</inkml:trace>
  <inkml:trace contextRef="#ctx0" brushRef="#br0" timeOffset="-194852.69">12559 18135 2923 0,'-11'-15'0'0,"6"6"0"0,0 1 0 0,-1 1 0 0,-1 1 0 0,-1 3 0 0,0 1 0 0,-3 0 0 0,2 2 0 0,-4 0 0 0,-2 17 312 16,1 5-136-16,2 7 254 0,-2 10-340 0,7-2-90 16,3 7 0-16,4 1 0 0,0 2 0 0,0-6 0 15,9 8 0-15,7-16 0 0,2 3 0 0,6-4 0 16,5 1 0-16,-1-14 0 0,2-2 0 0,6-6 0 16,-1-8 0-16,1-3 0 0,6-3 0 0,-11-9 0 15,9-14 0-15,-8-4 0 0,-2-3 0 0,-4 0 0 16,-7 0 0-16,-2-4 0 0,-4-8 0 0,-4 1 0 15,-3 0 0-15,-4-3 0 0,-2-4 0 0,0 3 0 16,-8-3 0-16,-9 4 0 16,-3 2 0-16,-8 9 0 0,0 12 0 0,-14-4 0 15,-1 18 0-15,-4 6 0 0,-4 4 0 0,2 4 0 16,8 13 0-16,-8 12 0 0,11 3 0 0,8 4 0 16,2 6 0-16,8 5 0 0,5 3 0 0,2 14-50 15,6 2-163-15,7 7-1087 0</inkml:trace>
  <inkml:trace contextRef="#ctx0" brushRef="#br0" timeOffset="-192489.25">14264 17867 1707 0,'-15'-6'0'0,"1"4"0"0,2 1 0 0,-2-2 0 0,3 2 0 0,2 0 0 0,-1-5 0 0,1 1 0 0,3 3 0 0,4 0 0 0,1 1 132 0,1-1 155 0,0-4-123 16,3 3-62-16,16-4-30 15,3 0 278-15,5 0-145 0,3 1-87 0,5-1 303 16,1 2-191-16,2-3-94 0,0 3-129 0,3 4-7 15,4-2 0-15,-4 2 0 0,0-1 0 0,-4 2 0 16,2 0 0-16,-2 0 0 0,-1 0 0 0,-6 0 0 16,-6 0 0-16,-1 0 0 0,-5 0 0 0,-6 0 0 15,-1 3 0-15,-4 0-509 0,-1-2 129 0,-4-1 133 16,1 0 103-16,-3 0-461 0,0 0 287 0,0 0 139 16,-3 0 69-16,-5-8-340 0,1-7 205 0</inkml:trace>
  <inkml:trace contextRef="#ctx0" brushRef="#br0" timeOffset="-191947.06">14761 17592 2148 0,'-11'-12'0'0,"0"2"0"0,3 6 0 0,1 0 0 0,3 3 0 0,1-1 0 0,1-1 0 15,2 3 0-15,0 0 0 0,11 0 0 0,6 0 159 0,8 0 251 0,-4 3-185 0,6 3-92 0,1 1-46 16,-3 2 111-16,5 2-83 0,-7 3-37 16,-5-4 13-16,-1 7-50 0,-6 3 0 0,-5 0 10 0,-5 7-107 15,-1-1 48-15,-1 4 1 0,-16 2 47 16,-9 4-211-16,5-7 116 0,-9 6 43 0,3-11-456 15,1 2 234-15,-4-1 58 0,2-4 78 16,0-3-320-16,2-4 194 0,3-4 92 0,2-1-49 16,1-4 70-16,3-5 36 0,4 0-11 0,-1 0 10 15,5 0 1-15,2 0 34 0,1 0 0 0,5 0 248 16,-2 0-134-16,3 0-52 0,0 0 441 0,0 0-247 16,0 5-62-16,0 8-82 0,3 2 475 0,0 8-258 15,3 5-124-15,-5 1 322 0,1 5-313 0,0 12-173 16,-2-8 0-16,0 9 0 15,0-5 0-15,0 2 0 0,0-11 0 0,-2 6 0 16,-1-12 0-16,-3 7 0 0,3-15 0 0,-2 2 0 16,-1-10 0-16,1 2 0 0,1-9 0 0,-3-1 0 15,1-3 0-15,0 0 0 0,1 0 0 0,1-9 0 16,4-3 0-16,0-6 0 0,0 3 0 0,4-4 0 16,13 0 0-16,1 3 0 0,1 4 0 0,8-2 0 15,-2 5 0-15,0 3 0 16,0 3 0-16,1 3 0 0,-5 0 0 0,-1 5 0 15,1 11 0-15,-2 1 0 0,-10-2 0 0,2 3 0 16,-4 3 0-16,-4 0 0 0,-1-2 0 0,-2-2 0 16,0-3 0-16,-4 1 0 0,-7-2 0 0,-4-4 0 15,-2 0 0-15,-2-3 0 0,-2 1 0 0,2-6 0 16,-3 2 0-16,2 0 0 0,0-3 0 0,2 0 0 16,-1 0 0-16,4 0 0 0,5 0 0 0,1 0 0 15,2 0 0-15,5-2 0 0,2-3 0 0,0 1-276 16,4-3-244-16,12-1 239 15,7 0-332-15,3-5 286 0,8-6 143 0</inkml:trace>
  <inkml:trace contextRef="#ctx0" brushRef="#br0" timeOffset="-191663.26">15280 17842 1582 0,'0'-16'0'0,"0"6"0"0,2 4 0 0,-2 1 0 0,1-1 0 0,1 3 0 0,0-1 0 0,-2 2 0 0,0 0 0 0,0 1 0 0,0-2 314 0,0 2-136 0,0 1-69 16,0 0 127-16,0 0-88 0,0-2-59 0,0 2 1 15,0 0-90-15,0 0 41 0,-2 0 0 0,-1 0-32 16,1 0-10-16,0 0 42 15,0 0 0-15,2 0-214 0,-2 0 107 0,2 0 63 16,-2 0 12-16,2 0-211 0,0 0 67 0,-1 0 68 16,1 0-274-16,-2 0 146 0,0 2 61 0</inkml:trace>
  <inkml:trace contextRef="#ctx0" brushRef="#br0" timeOffset="-191314.73">15002 18263 3519 0,'-17'-5'0'0,"6"5"0"0,1 0 0 0,5 0 0 0,0 0 0 0,5 0 0 0,-3 0 0 0,3 0 0 0,0 0 0 0,3 0 0 0,7 0 301 15,11 5-190-15,1 3-111 0,3-3 0 0,3 3 0 16,2-1 0-16,-2-3 0 0,1 1 0 16,-9-1 0-16,4-2 0 0,-4 0 0 0,-4 0 0 0,-4-2 0 0,-1 0 0 15,-6 0 0-15,2 0 0 0,-6 0 0 16,3 0 0-16,-2 0-584 0,0 0 180 15,-1-2 182-15,1-3-548 0,2-5 355 0,5-1 192 16</inkml:trace>
  <inkml:trace contextRef="#ctx0" brushRef="#br0" timeOffset="-190958.91">15295 18015 3413 0,'-10'-9'0'0,"3"1"0"0,-2-2 0 0,3 0 0 0,0-3 0 0,6 2 0 0,0-5 0 0,0 4 0 0,5 0 0 0,7 1 0 0,6 2 269 0,2 3-104 0,2 0-81 0,7 4-84 16,-3 2 0-16,1 0 0 0,-4 5 0 0,0 9 0 16,3 7 0-16,-5 0 0 0,-4 10 0 0,-2 1 0 15,-4 4 0-15,-7 1 0 0,0 10 0 0,-4-4 0 16,0 2 0-16,-10 1 0 0,-5-1 0 0,0-8 0 16,-6 8 0-16,5-14 0 0,-5 2 0 0,-2-6 0 15,3-7 0-15,-1-5 0 0,-5-4 0 0,5-6 0 16,1-1 0-16,-1-4 0 15,3 0 0-15,0 0 0 0,6 0 0 0,2-1 0 16,0-3 0-16,7 0 0 0,1 3 0 0,0-2 0 16,2 1 0-16,2-1 0 0,9 1 0 0,10 0 0 15,3-1 0-15,-4 3 0 0,11 0 0 0,-3 0 0 16,0 0 0-16,0 0 0 0,1 0 0 0,-5 0 0 16,6 0 0-16,-3 0 0 0,-2 0 0 0,2 0 0 15,-3 3 0-15,1-3-487 0,3 0 197 16,-3 0-335-16,-2 0 293 0,4 0 145 0</inkml:trace>
  <inkml:trace contextRef="#ctx0" brushRef="#br0" timeOffset="-190767.57">15759 18030 3509 0,'-14'-19'0'0,"11"14"0"0,1 3 0 0,2-1 0 0,0-3 0 0,0-1 0 0,5 3 0 0,13-2 0 0,0 2 0 0,8-1 0 0,4 1 233 0,1-1-96 0,4 4-85 15,3-2-52-15,-2 2 0 0,3 1 0 16,-3 0 0-16,1 0 0 0,0 0 0 0,-2 0-316 16,-3 0 4-16,0 0 176 0,-4 0 88 0,-3-1-402 15,-3 1 94-15,-3-3 172 0,-5 1-622 0,-2 1 383 16</inkml:trace>
  <inkml:trace contextRef="#ctx0" brushRef="#br0" timeOffset="-190588.05">16218 17770 2449 0,'-14'-8'0'0,"7"4"0"0,1 0 0 0,3 3 0 0,1-1 0 0,2-1 0 0,2-1 0 0,10 2 0 0,7 2 0 0,8 0 0 0,-2 0 503 0,4 0-231 0,2 6-116 15,0 0-47-15,-1 2 105 0,0-1-87 0,-2 3-42 16,-7-1-69-16,-1 2-144 0,-5 2 60 0,-4 2 50 16,-7 2-230-16,-1 6 145 0,-3 0 71 0,-10 1 37 15,-7 2-744-15,-4-1 275 0,0 1 218 0,-2-1-431 16,-6 8 317-16</inkml:trace>
  <inkml:trace contextRef="#ctx0" brushRef="#br0" timeOffset="-190198.94">16188 18348 1940 0,'0'1'0'0,"0"1"0"0,0-2 0 0,3 0 0 0,1-2 0 0,1-7 0 0,1-5 0 0,-1-2 0 0,2 1 0 0,-2-1 0 15,-1-4 378-15,-1 3-158 0,-1 1-95 0,0-2-42 0,-2 2 104 16,0 1-73-16,0 1-37 15,-4 4 27-15,-3-5-36 0,-5 4-1 0,1 4 45 16,-1 2-36-16,-6 3 1 0,-1 2-26 0,-3 0 74 16,1 9-43-16,-3 10-37 0,4 6-45 0,-3 1 0 15,5 1 0-15,2 8 0 0,2-1 0 0,5 1 0 16,6 1 0-16,-1 1 0 0,4-3 0 0,0-3 0 16,0-2 0-16,7-4 0 0,4-5 0 0,5-4 0 15,-2-6 0-15,2-2 0 16,0-5 0-16,3-3 0 0,2 0 0 0,-4-9 0 15,2-7 0-15,-3-4 0 0,2-1-273 0,-6-6 113 16,4-1 59-16,-4-1 20 0,0 2 74 0,-1-3-1 16,-2 6-33-16,0 2 1 0,-4 3 107 0,-3 7-65 15,0 4-15-15,0 2 481 0,-1 3-281 0,-1 3-187 16,0 0 0-16,0 14 0 0,0 15 0 0,0 1 0 16,0 6 0-16,0-1 0 0,0 10 0 0,8-11 0 15,5 3 0-15,6-1 0 0,7 3 0 0,0-8 0 16,4-3-679-16,2-5 111 15,11-1 269-15,5-5-289 0</inkml:trace>
  <inkml:trace contextRef="#ctx0" brushRef="#br0" timeOffset="-189466.79">17122 17770 1728 0,'-11'-17'0'0,"1"2"0"0,1 3 0 0,2 3 0 0,3-3 0 0,-2 4 0 0,2 1 0 0,0 2 0 0,2 3 0 0,2 0 0 0,0 0 134 0,0 2-46 0,0 0 145 16,0 6-86-16,4 6-58 0,3 9 0 0,0 3 211 16,-2 4-130-16,-3 5-64 0,2 1-23 0,-1 3 231 15,-1 1-137-15,0 6-68 16,0-4 55-16,-2 4-164 0,0-8 0 0,0 3 0 15,2-1 0-15,-2-1 0 0,0 0 0 0,0-3 0 16,1-2 0-16,-1 1 0 0,0-8 0 0,0-2-442 16,0-1 195-16,0 1 68 0,-3-7 90 0,-4 2-459 15,-3-4 254-15,-3 0 126 0,0-5-170 0,-4 1 149 16,0-4 64-16,-2 1 47 0,-1-4-1 0,-2 2 0 16,-5-2 38-16,3-3 1 0,4 3 85 15,-3 0-38-15,2-2 1 0,3 1 434 0,2 0-242 0,7 0-120 16,-1-2-26-16,6 3 801 15,1-3-404-15,3 1-206 0,0 0 304 0,7 5-549 16,14-2 0-16,4 0 0 0,7 0 0 0,7 2 0 16,0 0 0-16,-1-2 0 0,1-1 0 0,2 2 0 15,-1-1 0-15,-3 0 0 0,-1 1 0 0,-4-1 0 16,-4 0 0-16,-1-3 0 0,-9 1 0 0,1 0 0 16,-6 0 0-16,0-2-88 0,-5 0-205 0,1 0 130 15,-5 0-705-15,0 0 415 0,1 0 205 16,1-4 94-16</inkml:trace>
  <inkml:trace contextRef="#ctx0" brushRef="#br0" timeOffset="-189237.18">17398 18029 3768 0,'-14'-21'0'0,"9"11"0"0,3 8 0 0,2-6 0 0,0 1 0 0,0-2 0 0,10 2 0 0,10-3 0 0,7 3 0 0,5-1 0 0,13 1 163 0,-4 3-163 15,4 2 0-15,-1 1 0 0,-9 1 0 0,6 0 0 16,-4 0 0-16,4 1 0 0,-8 2 0 0,1 2 0 16,-6-2 0-16,-5-3 0 0,-1 2 0 0,-3-1 0 15,-8-1 0-15,-1 0 0 0,-3 0-898 0,-3 0 353 16,-2 0 257-16,-2-1 124 0,0-9-412 0,0 0 268 16,-8-5 133-16,3 0-290 0,-9-10 217 0</inkml:trace>
  <inkml:trace contextRef="#ctx0" brushRef="#br0" timeOffset="-188726.07">17864 17737 1877 0,'-18'-14'0'0,"4"2"0"0,7 3 0 0,-3 3 0 0,6 0 0 0,2 1 0 0,2 3 0 0,0-2 0 0,10 2 0 0,7 1 0 0,4 1 454 0,3 0-212 0,0 1-101 15,2 9-49-15,1 0 249 0,-6 5-140 0,3 5-85 16,-4-1-38-16,-2 0 75 0,-6 3-55 0,-3 4-30 16,-4-4-43-16,-5 8-11 0,0-1 17 0,-6-2-31 15,-9 1-205-15,-4-2 98 0,-1-2 84 0,-1 1-500 16,-2-3 271-16,0 0 59 15,0-3 93-15,-2 0-548 0,4-6 294 0,-7 4 161 16,2-5 76-16,2-4-334 0,6-2 205 0,-3-4 102 16,3-2-69-16,3 0 112 0,4-3 40 0,0-10 61 15,3 1 0-15,0 1 0 0,5 3 0 0,-3 1 197 16,4 0-139-16,1 2-49 0,1 4-1 0,0-1 656 16,0 2-348-16,0 3-67 0,0 12-119 0,0 5 550 15,0 5-320-15,0 5-159 16,0 4 457-16,0 2-314 0,0 7-287 0,-2-9-57 15,0 6 0-15,-4-5 0 0,4-6 0 0,-4 4 0 16,3-13 0-16,-1-1 0 0,2-8 0 0,-1 2 0 16,1-11 0-16,-2 3 0 0,-2-5 0 0,2 0 0 15,2-5 0-15,2-6 0 0,0-4 0 0,0-1 0 16,2-1 0-16,12 0 0 0,-2 2 0 0,6-1 0 16,0 5 0-16,7 2 0 0,-1 5 0 15,1 4 0-15,-3 0 0 0,-3 2 0 0,2 14 0 16,-1 4 0-16,-5 2 0 0,-6 1 0 15,-1 4 0-15,-6 0 0 0,0-6 0 0,-2 7 0 16,-4-9 0-16,-7-1 0 0,-4-1 0 0,-2-5 0 16,-4-1 0-16,1-3 0 0,-3-5 0 0,-3 0 0 15,7-3 0-15,-3 0 0 0,1 0 0 0,2 0 0 16,-1 0 0-16,2-6 0 0,4-3 0 0,0 1 0 16,7 2 0-16,1-2 0 0,3-2 0 0,3-2 0 15,0 5-728-15,7 1 74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22:28.32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31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24:51.794"/>
    </inkml:context>
  </inkml:definitions>
  <inkml:trace contextRef="#ctx0" brushRef="#br0">5885 6843 3479 0,'-19'-10'0'0,"11"5"0"0,-1 3 0 0,4 0 0 16,3 0 0-16,1 1 0 0,1-2 0 0,0 3 0 0,0-1 0 0,0-1 0 0,12 0 159 0,7-2 24 0,3 1-73 0,7-3-110 0,2 3 0 15,3 1 0-15,4-3 0 0,5 3 0 0,-8-1 0 16,13 0 0-16,-4-2 0 0,4 1 0 0,-3 1 0 16,-4-3 0-16,10 1 0 0,-6-1 0 0,-9 2 0 15,3 1 0-15,-2-2 0 0,-4 4 0 16,-2-1-5-16,-8 0-146 0,1 0 9 16,-7 2-243-16,-2 0 172 0,-4 0 77 0,-1 0-496 15,-2 0 296-15,-4 0 148 0,-1-1 74 0,-1-3-462 16,-2-4 257-16,0-3 145 0,-4 0 67 0</inkml:trace>
  <inkml:trace contextRef="#ctx0" brushRef="#br0" timeOffset="194.12">6610 6590 2317 0,'-26'-19'0'0,"3"2"0"0,-2 2 0 0,8 4 0 0,-5-1 0 0,7 3 0 0,4 6 0 0,4-4 0 0,3 6 0 0,3-1 0 0,1-1 215 0,0 3-87 0,17 0 398 16,8 0-244-16,3 0-120 0,9 0-51 0,4 0 79 15,-8 0-190-15,7 0 0 0,-1 6 0 0,-4 4 0 16,-3-1 0-16,-4 4 0 0,-3 1 0 0,-6-1 0 15,-3 2 0-15,-8 2 0 0,-2 2 0 0,-4 5 0 16,-2-2 0-16,-3 3-12 0,-10 1-239 0,-4 1 116 16,-3-1-304-16,1 0 205 0,-1 0 96 15,3 3 50-15,0-3-512 0,2-2 280 0,5-3 130 16,-1 4-492-16</inkml:trace>
  <inkml:trace contextRef="#ctx0" brushRef="#br0" timeOffset="643.48">6608 7332 2769 0,'-4'11'0'0,"2"-2"0"0,1-4 0 0,1-3 0 0,-3-2 0 0,3 0 0 0,0 0 0 0,0 0 0 0,0-5 0 0,9-6 0 0,-2-3 215 0,0-1-78 16,0 0-53-16,-1-3 73 0,-1 1-59 0,-4 0-29 16,1-2 40-16,-2 0-25 0,0 0-10 0,0-1 61 15,-8 2-135-15,-2-5 0 0,0 4 0 0,-6 0 0 16,0-2 0-16,0 8 0 0,-1 1 0 15,-1 2 0-15,-1 4 0 0,-1 4 0 0,-3 2 0 0,-2 4 0 16,5 17 0-16,-8 9 0 0,5 4 0 16,4-3 0-16,-1 12 0 0,5 0 0 0,7-2 0 0,-3-1 0 15,10-5 0-15,1 2 0 16,0-5 0-16,0-2 0 0,7-3 0 0,6-6 0 16,0-2 0-16,6-3 0 0,1-6 0 0,5-2 0 15,-3-6 0-15,-1-2 0 16,5 0 0-16,-5-5 0 0,4-14 0 0,-5 0 0 0,-2-6 0 0,-1-1 0 31,-3 0 0-31,-5 2 0 0,0-1 0 0,0 4 0 0,-6 9 0 0,-1-1 0 0,0 9 0 0,0 0 0 16,-2 2 0-16,0 0 0 0,0 2 0 0,0 2 0 15,3 13 0-15,-3 1 0 16,8 7 0-16,-3 0 0 0,5-1 0 0,-1 5 0 16,2-3 0-16,3-4 0 0,1 8 0 0,0-9 0 15,1 0 0-15,1-2 0 0,-2-1 0 0,3-4 0 16,2 0 0-16,-3-4 0 0,2-3 0 0,-1-5-63 15,7 0-479-15,-4 0 240 0,7-11 136 0,-1-10-772 16</inkml:trace>
  <inkml:trace contextRef="#ctx0" brushRef="#br0" timeOffset="790.91">7121 7065 3893 0,'-8'-6'0'0,"5"3"0"0,0 0 0 0,-2 2 0 0,3 1 0 0,2 0 0 0,0 0 0 15,4 0 0-15,11 0 0 0,8 0 0 0,2 0 38 0,1 0-38 0,6 0 0 0,-1 0 0 0,3 0 0 16,-2 0 0-16,0 0-84 0,-6 1-1078 0,6 9 575 16,-14-1 286-16</inkml:trace>
  <inkml:trace contextRef="#ctx0" brushRef="#br0" timeOffset="943.33">7265 7307 3931 0,'-23'17'0'0,"1"-5"0"0,2 1 0 0,9-8 0 0,1 0 0 16,4-3 0-16,5 2 0 0,1-2 0 0,3 2 0 0,18 0 0 0,2 0 0 0,3-3 0 0,2 3 0 0,2 0 0 0,2-2 0 16,1-2 0-16,1 1 0 0,0 2 0 0,0-3 0 15,-2 0-643-15,4 0 97 16,5 0 278-16</inkml:trace>
  <inkml:trace contextRef="#ctx0" brushRef="#br0" timeOffset="1437.37">8304 6635 3011 0,'-6'-8'0'0,"4"4"0"0,2 2 0 16,0 1 0-16,0-1 0 0,0 0 0 0,0 0 0 0,0 0 0 0,2-1 0 0,8 0 0 0,3 0 315 0,4-3-140 0,1 2-68 0,2-1-35 0,2 2 179 15,0-2-251-15,5 0 0 0,-3 2 0 16,3 1 0-16,-3-3 0 0,1 3 0 0,4 0 0 0,1 1 0 16,2-2 0-16,1 0 0 0,2-1 0 0,3 2 0 15,6-1 0-15,-2-3 0 16,1 2 0-16,3 1 0 0,0-1 0 0,5-2 0 16,-3 4 0-16,2-3 0 0,1 3 0 0,0 0 0 15,-1-2 0-15,3 3 0 0,0-1 0 0,2-2 0 16,2 1 0-16,8 0 0 0,-1 0 0 0,-3 2 0 15,11-3 0-15,2 1 0 0,0-3 0 0,1 4 0 16,-1-2 0-16,4 1 0 0,2 1 0 0,3 0 0 16,0 0 0-16,-1 2 0 0,12 0 0 0,-17 0 0 15,15 0 0-15,0 0 0 16,2 0 0-16,2 0 0 0,1 0 0 0,-7 0 0 16,24 0 0-16,-8 0 0 0,2 0 0 0,-5 0 0 15,-2 0 0-15,-13 0 0 0,16 0 0 0,-15 0 0 16,0 6 0-16,-14-3 0 0,2 3-49 15,-13 1-12-15,8 0 6 0,-20 1-6 0,1 0 28 0,-14 0-23 16,-1-1 19-16,-11-1-13 0,-2 1 12 16,-6-3-173-16,-6 0 87 0,-5-1 43 0,-4-1 0 0,-2-2-501 15,-2 2 277-15,-10 0 134 0</inkml:trace>
  <inkml:trace contextRef="#ctx0" brushRef="#br0" timeOffset="2066.69">8804 6484 1968 0,'-25'-20'6'0,"11"12"-1"0,4 5-2 0,-1-1 0 16,2 0-1-16,0 0 0 0,2 1-1 0,3 0 1 0,1 3-1 0,2 0 1 0,1 0 173 0,-3 0-67 0,3 8 105 0,0 9-77 15,0 9-53-15,0 4-17 0,0 10-1 0,0 1-26 0,0 8 142 16,3 7-61-16,-3 12-46 0,0 0 0 0,0 5 211 16,0 2-124-16,0 2-60 15,-3 0-46-15,1 1-55 0,-6 0 0 0,3-6 0 16,-1-4 0-16,3-13 0 0,-1 3 0 0,-2-3 0 16,3-6 0-16,-4-5 0 0,4-9 0 0,0-2 0 15,-3-6 0-15,0-5 0 0,3-3 0 0,-4-6 0 16,2-3 0-16,-3-3 0 0,-1-1 0 15,-3-4 0-15,0-2 0 0,-4 0 0 0,-2-4 0 0,-3-11 0 16,2-6 0-16,-7-9 0 0,4-3 0 16,-3-9 0-16,4-5 0 0,1 3 0 0,6 13 0 0,2-3 0 15,2 13 0-15,2 6 0 16,3 2 0-16,1 6 0 0,3 3 0 0,1 2 0 16,0 2 0-16,0 0 0 0,0 13 0 0,0 7 0 15,0 9 0-15,0 10 0 0,-3 4 0 0,2 1 0 16,-3 2 0-16,0-8 0 0,-2 3 0 0,2-1 0 15,-1-2 0-15,1-2 0 0,0-7 0 0,-1-7 0 16,1 1 0-16,1-5 0 0,0-3 0 0,1-4 0 16,1-6-583-16,1-1 206 0,0-2 173 15,0-2 84-15,11-2-601 0,11-18 342 16,8-11 170-16</inkml:trace>
  <inkml:trace contextRef="#ctx0" brushRef="#br0" timeOffset="2424.48">8937 7256 3465 0,'-16'-17'0'0,"8"13"0"0,0 2 0 0,4-7 0 0,1 3 0 0,3 0 0 0,0 0 0 0,3-3 0 0,9 1 0 0,6-2 0 0,12 3 293 0,1 2-126 16,0 2-161-16,3 3-6 0,-2 0 0 0,-2 3 0 15,-2 9 0-15,-5 6 0 0,-3 2 0 0,-2 4 0 16,-8 3 0-16,-3 4 0 0,-5 3 0 0,-2 4 0 15,-2-2 0-15,-12 2 0 0,-2-3 0 0,-3-1-18 16,-2-5-48-16,-4-2 29 0,1-2 158 0,0-7-121 16,-1-1 0-16,6-6 0 0,-1 1 0 15,1-5 0-15,8 0 0 0,2-6 0 16,2 3 0-16,4-4 0 0,1 0 0 0,2 0 0 16,0 2 0-16,2-1 0 0,15 1 0 0,1-2 0 15,9 2 0-15,-1 0 0 0,3-2 0 0,1 0 0 16,0 0 0-16,-4 0 0 0,6 0 0 0,-4 0 0 15,-1 0 0-15,-2 0 0 0,0 0 0 0,-3 0 0 16,1 0 0-16,-3 0 0 0,1 0 0 0,-2-2-95 16,-2-3-1037-16,0-7 551 0,3-5 271 0</inkml:trace>
  <inkml:trace contextRef="#ctx0" brushRef="#br0" timeOffset="2709.3">9395 6911 3519 0,'-2'-13'0'0,"2"1"0"0,0 4 0 0,0-2 0 0,8 2 0 0,7 4 0 0,2 1 0 0,0 1 0 0,1 2 0 0,1 0 0 0,-1 0 161 0,-2 5-61 0,0 3-123 15,-4 6 32-15,-4-2-1 16,-3 1-168-16,-2 4 95 0,-3-1 52 0,0 4-14 16,-10-4 34-16,-3 0-1 0,-4-1 44 0,2-4 111 15,-2 0-61-15,2-3-69 0,0-3-5 0,7-1 15 16,1-1-41-16,2-3 0 0,3 0 0 0,-1 0 0 15,3 0 0-15,0 0 0 0,0 0 0 0,12 1 0 16,4-1 0-16,4 0 0 0,4 2 0 0,1 1 0 16,-3-2 0-16,9 3 0 0,0-3 0 15,-1 3 0-15,0 0 0 0,0-2 0 16,0 3 0-16,0 4 0 0,-2-4 0 0,0 8-1140 16,1 2 517-16</inkml:trace>
  <inkml:trace contextRef="#ctx0" brushRef="#br0" timeOffset="2892.07">9716 7326 3931 0,'-9'3'0'0,"3"3"0"0,3-5 0 0,1 2 0 0,2-3 0 0,0 0 0 0,9 0 0 0,16 0 0 0,3 0 0 0,6 0 0 0,1 0 0 16,11 0 0-16,-11 0 0 0,5 0 0 0,-3-3 0 15,0 3 0-15,-2 0 0 0,-3 0 0 0,-7 0 0 16,2 0 0-16,-4 0 0 0,-4 0-186 0,-5 0 14 15,-5 0-963-15,0 0 537 0,-6 0 284 0</inkml:trace>
  <inkml:trace contextRef="#ctx0" brushRef="#br0" timeOffset="3070.58">9992 7061 3190 0,'-14'-5'0'0,"5"1"0"0,0 3 0 0,4-2 0 0,1 3 0 0,2 0 0 0,2 8 0 0,0 6 0 15,0 9 0-15,0 2 0 0,2 6 389 0,2 3-176 0,0 1-76 0,-3 5-135 0,4 3-2 16,-3-1 0-16,0-1 0 0,-2-1 0 0,0-5 0 16,0 5 0-16,0-1-308 0,0-1-46 15,0-3 196-15,0-3 99 0,0-5-971 16,3-5 501-16,6-3 244 0</inkml:trace>
  <inkml:trace contextRef="#ctx0" brushRef="#br0" timeOffset="3277.88">10438 6954 3931 0,'-11'-3'0'0,"3"3"0"0,-3 0 0 0,0 1 0 0,-5 15 0 0,5 6 0 0,-4 6 0 0,2 10 0 0,4 5 0 0,1 4 0 0,6 4 0 16,2 1 0-16,0-2 0 0,2 0 0 0,10-4 0 15,2-1 0-15,5-5 0 0,0-9 0 0,3 4 0 16,1-5 0-16,0-2 0 0,-1-4 0 0,1-3 0 15,-4-6-279-15,1-4-15 0,1-4 144 0,0-7-738 16,2 0 424-16,9-5 214 0</inkml:trace>
  <inkml:trace contextRef="#ctx0" brushRef="#br0" timeOffset="3440.27">10645 7296 3862 0,'-23'0'0'0,"7"0"0"0,4-2 0 0,1-2 0 0,3 2 0 0,4 0 0 0,4 1 0 0,0-1 0 0,5-2 0 0,15 3 0 0,2-2 69 0,3 3-69 0,0 0 0 16,2 0 0-16,1 0 0 16,-3 0 0-16,7-1 0 0,-6 1-67 0,-5 0-429 0,3 0 267 15,-5 0 134-15,0 0 76 0,-4-3-1149 16</inkml:trace>
  <inkml:trace contextRef="#ctx0" brushRef="#br0" timeOffset="3724.66">10875 7084 2853 0,'-3'-8'0'0,"3"4"0"0,0 0 0 0,0-1 0 0,7 3 0 0,14 0 0 0,4 0 0 0,6 2 0 0,1 0 0 0,4 0 0 0,-2 10 672 0,-3 5-317 15,-4-1-304-15,-2 7-51 0,-11 0 0 0,2 5 0 16,-9 3 0-16,-7-4 0 0,0 4 0 0,-9-1 0 16,-14 3 0-16,-7-1 0 0,-2-2-1 0,-4-6 2 15,1-1-1-15,3-7 0 0,-4 1-29 0,2-1 16 16,4-5 55-16,8-1-42 0,1-3 0 0,10-1 0 15,1-2 0-15,6 0 0 0,2 0 0 16,2-1 0-16,4 2 0 0,17 1 0 0,6-3 0 16,1 1 0-16,2 0 0 0,2-2 0 0,3 0 0 15,1 0 0-15,-1 0 0 0,1-4 0 16,-1-2 0-16,-3-1 0 0,0 1 0 0,1-1 0 16,-6-2 0-16,2-1-287 0,-1-1 69 0,-2-3-918 15,3-3 548-15</inkml:trace>
  <inkml:trace contextRef="#ctx0" brushRef="#br0" timeOffset="3909.4">11371 6980 3931 0,'-5'-6'0'0,"5"4"0"0,0 1 0 0,1-2 0 0,17 2 0 0,10-1 0 0,11 2 0 0,4 0 0 0,4-1 0 0,2 1 0 0,0 0 0 0,2 0 0 0,-1-3 0 15,-3 3 0-15,-7 0 0 0,-1-1 0 0,-5 1 0 16,-8 0 0-16,-3 0 0 0,-9 0-92 0,-2 0-19 15,-8 0 69-15,-4 0-958 0,-2 0 498 0,-19 0 142 16,-4 0-390-16,-5 0 347 16</inkml:trace>
  <inkml:trace contextRef="#ctx0" brushRef="#br0" timeOffset="4195.71">11456 6956 2635 0,'-23'0'0'0,"10"1"0"0,1 6 0 0,7-3 0 0,3 7 0 0,2 4 0 0,0 5 0 0,2 4 0 0,8 6 0 0,3 8 0 0,-1 3 892 0,2 2-488 0,-3 1-404 0,-4-7 0 15,3 10 0-15,-4-11 0 0,1 1 0 0,-3-3 0 16,-2-2 0-16,-1-6 0 0,-1 1 0 16,0-6 0-16,0-5 0 0,0-6 0 15,0-3 0-15,0-1 0 0,-5-6 0 0,-4 0 0 16,0 0-399-16,-1-12 98 0,-3-6 121 0,-1-7-64 16,2 0 103-16,-3-6 51 0,1 3 26 0,0 1-1 15,2 9-9-15,-1 0 36 0,1 6 0 0,3 7 278 16,0-1-140-16,-5 6-68 0,3 0-45 0,1 7 595 15,-2 13-226-15,3 2-178 0,-2 4-19 0,-1 2-159 16,1 2 0-16,2 0 0 0,-1 0 0 0,2-4 0 16,3-4 0-16,1 1 0 15,1-2 0-15,1-4 0 0,2-6 0 0,0-1-491 16,0-3 153-16,9-7 174 0</inkml:trace>
  <inkml:trace contextRef="#ctx0" brushRef="#br0" timeOffset="4452.67">11505 7234 3521 0,'6'-6'0'0,"3"4"0"0,3 2 0 0,0 0 0 0,1 0 0 0,2 0 0 0,4 8 0 0,-2 1 0 0,2 2 0 0,-1 5 0 0,2-1 410 0,-6 1-410 0,-2 3 0 16,-3 0 0-16,-5 1 0 0,-4 0 0 0,0 2 0 16,-11-3 0-16,-7-3 0 0,-3 0 0 15,0-5 0-15,1-2 0 0,-2-1 0 0,3-3 0 0,2 0 0 16,8-4 0-16,0-1 0 0,3 2 0 15,4-2 0-15,2 0 0 0,0 0 0 0,6 0 0 0,10 0 0 16,5 0 0-16,-1-2 0 0,7 1 0 16,-2-3 0-16,1 3 0 0,0-1 0 15,-3 1-84-15,-1 1-408 0,1-2 229 0,0 2 107 16,-3-2-394-16,-1 0 256 0,2-2 119 0</inkml:trace>
  <inkml:trace contextRef="#ctx0" brushRef="#br0" timeOffset="4641.55">11948 7182 3931 0,'5'-10'0'0,"1"2"0"0,2 1 0 0,1 2 0 0,2 0 0 0,8 4 0 0,4 1 0 0,3 0 0 0,0 13 0 0,4 2 0 0,-2 8 0 0,6 4 0 0,-11-2 0 16,0 4 0-16,-3 1 0 0,-5 7 0 0,-4-2 0 16,-5 3 0-16,-5 0 0 0,-1-1 0 0,-1 1 0 15,-14-5 0-15,-11 5 0 0,-5-8 0 0,-6-4 0 16,-7-3 0-16,0-7 0 0,-3-2-405 0,-2-3 156 15,3-7 105-15,4-4-768 0,12 0 437 0</inkml:trace>
  <inkml:trace contextRef="#ctx0" brushRef="#br0" timeOffset="4888.35">12147 6828 3817 0,'21'-13'0'0,"7"4"0"0,-2 1 0 0,-1 5 0 0,-5 0 0 0,3 3 0 0,-4 0 0 0,-1 0 0 0,-1 8 0 0,-2 4 0 0,-5 2 114 0,-5 1-114 0,-3 7 0 16,-2 0 0-16,-7 0 0 0,-12 3 0 0,-4-3 0 16,-2-2 0-16,0 0 0 15,4-10 0-15,-2 2 0 0,7-4 0 0,4-5 0 16,3 1 0-16,3-4 0 0,3 0 0 0,3 0 0 16,0 0 0-16,14 0 0 0,11 0 0 15,5-2 0-15,9-3 0 0,1-1 0 0,5-2 0 0,1 2 0 16,0-1 0-16,-9 1 0 0,13 1-88 15,-8-1-357-15,-8 3 159 0,3-2 126 0</inkml:trace>
  <inkml:trace contextRef="#ctx0" brushRef="#br0" timeOffset="5258.57">12580 6593 1371 0,'-7'-11'0'0,"2"0"0"0,-3 1 0 0,3-1 0 0,-2 4 0 0,2-2 0 0,0-1 0 0,-1 4 0 0,2 1 0 0,-1 1 0 0,0 1 130 15,4 1 444-15,-1-2-268 0,0 3-135 0,2 1-66 16,0 0 241-16,0 0-159 0,0-2-74 0,14 1 360 15,7-1-318-15,11-1-155 0,12 2 0 16,13-5 0-16,5 1 0 0,7-1 0 16,6 1 0-16,6 1 0 0,5 0 0 0,12 0 0 15,-4 2 0-15,1 1 0 0,-1 1 0 0,2 0 0 16,-11 0 0-16,16 0 0 0,-6-3 0 0,6 2 0 16,-2-3 0-16,-1-2 0 0,-10 1 0 0,17-3 0 15,-13 3 0-15,-4-3-108 0,-14 3 25 0,-1 0-506 16,-18 0 266-16,-5 3 148 0,-12 2-598 0,-6 0 369 15,-14 0 183-15</inkml:trace>
  <inkml:trace contextRef="#ctx0" brushRef="#br0" timeOffset="5606.8">12557 7247 3446 0,'-12'-6'0'0,"12"4"0"0,0 2 0 0,2 0 0 0,11 0 0 0,12 0 0 0,11 0 0 0,8 0 0 0,7 0 0 0,11-5 0 0,0-1 315 0,19-4-145 0,-8 1-170 15,-2 2 0-15,-7 0 0 0,-9 2 0 0,3 0 0 16,-7 2 0-16,-10 0 0 0,-5 1 0 16,-8 2-524-16,-5 0 174 0,-11 0 203 0,-3 0 88 0,-4 0-946 15,-5 0 484-15,0 0 241 0</inkml:trace>
  <inkml:trace contextRef="#ctx0" brushRef="#br0" timeOffset="5784.51">13105 6911 3414 0,'-15'-8'0'0,"6"4"0"0,-3 1 0 0,5 1 0 0,1 2 0 0,2 0 0 0,4 15 0 0,0 10 0 15,0 2 0-15,0 12 0 0,0 1 402 0,4 6-287 0,2 2-115 0,-3 1 0 0,1-6 0 0,-1 12 0 16,2-7 0-16,-3-2 0 0,0-1 0 0,0-2 0 15,-2-4 0-15,0 0-583 0,1-2 175 0,-1-6 223 16,2-10-862-16,5-4 505 16,7-10 242-16</inkml:trace>
  <inkml:trace contextRef="#ctx0" brushRef="#br0" timeOffset="5976.04">13586 6807 3931 0,'0'-7'0'0,"0"7"0"0,-9 0 0 0,-14 13 0 0,0 9 0 0,1 7 0 0,-1 10 0 0,6 1 0 0,4 7 0 0,8 1 0 0,3 5 0 16,2 2 0-16,2-4 0 0,12-3 0 0,9-3 0 15,2-3 0-15,5-6 0 0,0-9 0 0,11 2 0 16,-6-8 0-16,-3-7 0 0,4-5 0 0,-4-2 0 16,2-6-110-16,-5-1-99 0,-2 0-106 0,-1-5-767 15,-1-10 522-15</inkml:trace>
  <inkml:trace contextRef="#ctx0" brushRef="#br0" timeOffset="6130.65">13805 7102 3678 0,'-16'-7'0'0,"4"3"0"0,1-1 0 0,4 1 0 0,3 3 0 0,4-4 0 0,0 1 0 0,17 2 0 0,7 0 0 0,4 1 0 0,6 1 253 0,2 0-253 0,1 0 0 15,1 0 0-15,0 0 0 0,-3 0 0 0,-1 0-317 16,-2 1 164-16,-6 1-1011 0,-3 2 574 15,1-2 284-15</inkml:trace>
  <inkml:trace contextRef="#ctx0" brushRef="#br0" timeOffset="6395.31">14161 6924 2733 0,'0'-13'0'0,"0"3"0"0,0 0 0 0,7 4 0 0,4 0 0 0,6 2 0 0,2 2 0 0,5 2 0 0,-1 0 0 16,0 0 0-16,3 13 218 0,-4 2-90 0,-1 2 338 0,-4 4-214 0,-6 1-118 0,-5 2-134 15,-5 7 0-15,-1-1 0 0,-9 6 0 0,-12-4 0 16,-5 0 0-16,-1-10 0 16,-10 7 0-16,7-11 0 0,-4 0 0 0,2-4 0 15,4-5 0-15,10-1 0 0,-1-2 0 0,12-2 0 16,-1-3 0-16,4-1 0 0,4 0 0 0,2 0 0 16,17 0 0-16,7 0 0 0,6 0 0 0,2 0 0 15,9-1 0-15,-5-3 0 0,6-2 0 0,-8 5 0 16,10-6 0-16,-13 5 0 0,3-1 0 0,-6 1-293 15,2 0-228-15,-11 0 241 0,-1 0-339 0,-3-2 290 16</inkml:trace>
  <inkml:trace contextRef="#ctx0" brushRef="#br0" timeOffset="6614.79">14564 6875 3592 0,'6'-11'0'0,"3"3"0"0,3 3 0 0,1 1 0 0,2 2 0 0,5 2 0 0,3 0 0 0,2 14 0 0,-3 5 0 0,4 6 0 0,-2 8 157 0,-1 3 25 0,-5 4-182 0,-4 1 0 16,-5 5 0-16,-7-5 0 16,-2 12 0-16,0-5 0 0,-15 1 0 0,-7-3 0 15,-5-2 0-15,-5-3 0 0,-1-1 0 0,-5-6 0 16,-3-4 0-16,-4-4 0 0,-2-5 0 16,0-7 0-16,2-4 0 0,9-6-339 0,2-4-108 0,6 0 205 15,10-11-542-15,0-16 378 0,13-4 184 16,5-18 92-16</inkml:trace>
  <inkml:trace contextRef="#ctx0" brushRef="#br0" timeOffset="6857.2">14780 6671 3185 0,'27'-14'0'0,"-3"7"0"0,0 4 0 0,-3 0 0 0,0 1 0 0,-3 2 0 0,3 0 0 15,-2 2 0-15,0 7 0 0,0 5 0 0,-3-2 109 0,-4 4 59 0,-7 0-55 0,-3 6-43 0,-2 1 0 0,-7-2-219 16,-12-1 93-16,-4 0 47 0,-1-3 10 0,-4-2-124 15,0-1 81-15,0-6 39 16,7-1 159-16,-2-4-59 0,5-1-20 0,6-2 190 16,3 0-267-16,3 0 0 0,6 0 0 0,0 0 0 15,4 0 0-15,19 0 0 0,3 0 0 0,2 0 0 16,4-2 0-16,4 2 0 0,-1 0 0 0,1 0 0 16,1 0 0-16,0 0 0 0,-4 2 0 0,-1 3-56 15,-8 1-126-15,1 1-1119 0</inkml:trace>
  <inkml:trace contextRef="#ctx0" brushRef="#br0" timeOffset="7110.8">15618 6822 3931 0,'-11'-10'0'0,"9"7"0"0,2 1 0 0,0-1 0 0,0-1 0 0,0 2 0 0,2 1 0 0,13-1 0 0,7-1 0 0,7 3 0 0,4 0 0 0,8 0 0 0,7 0 0 16,0 0 0-16,-4 0 0 0,12 0 0 0,-7 0 0 16,-2 0 0-16,-4 3 0 0,-10-1 0 0,-4 1-29 0,-1 3-296 15,-7 3 152-15,-8 4 101 16</inkml:trace>
  <inkml:trace contextRef="#ctx0" brushRef="#br0" timeOffset="7248.05">15648 7175 3931 0,'-11'-1'0'0,"9"1"0"0,2 0 0 0,0 0 0 0,0 0 0 0,0 0 0 0,17 0 0 0,7 0 0 0,6 0 0 0,6 0 0 0,9 0 0 15,4 3 0-15,4 2 0 0,3-2 0 0,-1 5 0 16,0-1 0-16,2 5-276 0</inkml:trace>
  <inkml:trace contextRef="#ctx0" brushRef="#br0" timeOffset="7908.61">17039 6218 2158 0,'-9'-7'0'0,"2"5"0"0,1 0 0 0,2 0 0 0,4 2 0 0,-2 0 0 0,2 0 0 0,0 0 0 0,2 0 0 0,11 0 0 0,8 0 142 16,1 0-41-16,8 0 372 0,4 0-217 0,10 0-107 16,-1 0-55-16,6-2 339 0,3-1-308 0,11 2-125 15,4-2 0-15,4 0 0 0,4 2 0 0,4-1 0 16,6 0 0-16,11 2 0 0,-3 0 0 0,7 0 0 15,9 0 0-15,3 0 0 0,8 5 0 16,18-1 0-16,-7-1 0 0,6 0 0 16,-1-1 0-16,-19-2 0 0,19 0 0 0,-16 0 0 15,-17 0 0-15,7 0 0 0,-9 0 0 0,-14 0 0 16,10 0 0-16,-19 0 0 0,2-5 0 0,-6 2 0 16,-11-2 0-16,-13 1 0 0,0 0 0 0,-13 1 0 15,-3-2 0-15,-13 1 0 0,-3 0 0 0,-8 3 0 16,-3 0 0-16,-5-2 0 0,-2 0 0 0,-2-2 0 15,-19 2 0-15,1 1 0 0,-13 2-369 0,-8 0-119 16,0 0 223-16,-15 13-317 16,-2 5 270-16</inkml:trace>
  <inkml:trace contextRef="#ctx0" brushRef="#br0" timeOffset="8361.4">16816 6316 2871 0,'-9'-10'0'0,"4"10"0"0,2 0 0 0,3 0 0 0,0 7 0 0,0 13 0 0,0 10 0 0,6 7 0 0,5 6 0 0,2 21 0 0,4 1 188 0,-1 9 241 0,-3 5-200 0,1 13-96 15,-6-6-52-15,-2 8-81 0,-2 0 0 0,-3-8 0 16,-1 18 0-16,0-28 0 0,-1 2 0 0,-7-7 0 16,0-15 0-16,-1-1 0 0,0-8 0 0,0-12 0 15,-1-5 0-15,2-8 0 0,-1-10 0 0,1-4 0 16,-5-5 0-16,1-3 0 0,-6-6 0 0,-1-14 0 16,1-6 0-16,-3-10 0 0,-2-3 0 0,1-6 0 15,1-1 0-15,-5-15 0 0,6 12 0 0,-1-6 0 16,2 7 0-16,2 12 0 0,4 3 0 0,2 12 0 15,3 7 0-15,0 1 0 16,5 8 0-16,1 2 0 0,-2 3 0 0,4 4 0 0,-2 13 0 16,0 9 0-16,1 3 0 0,-3 5 0 15,-1-1 0-15,-2 3 0 0,0 2 0 0,0-2 0 16,-3-1 0-16,0-3 0 0,1-2 0 0,2-2 0 16,3-7 0-16,1-3-572 0,0 1 211 0,3-6 162 15,0-3 80-15,5-6-641 0,18-4 351 16</inkml:trace>
  <inkml:trace contextRef="#ctx0" brushRef="#br0" timeOffset="8635.04">17541 6749 3503 0,'-12'0'0'0,"3"0"0"0,-2 10 0 0,-6 1 0 0,-2 7 0 0,1 1 0 0,-5 4 0 0,2 1 0 0,-1 3 0 0,-3 3 0 0,1 0 84 0,1 0 1 0,7-4-17 15,0-5 9-15,3-3-38 16,4-1-1-16,3-7-1 0,2-3-37 0,2-1 0 16,2 0 0-16,0-4 0 0,16-2 0 0,8 0 0 15,4 0 0-15,12 0 0 0,-4-3 0 0,18-4 0 16,6 1 0-16,-2-1 0 0,4 2 0 0,0 1 0 16,-8 0 0-16,6 1 0 0,-3 0 0 0,-6 3 0 15,-6 0 0-15,-12 0 0 0,1 0 0 0,-11 4 0 16,-2 3-143-16,-10-1 33 0,-6 2-993 15,-3 1 523-15,-2 0 275 0</inkml:trace>
  <inkml:trace contextRef="#ctx0" brushRef="#br0" timeOffset="8814.59">17590 6676 3418 0,'-13'0'0'0,"1"0"0"0,3 6 0 15,2 5 0-15,3 10 0 0,2 6 0 0,2 14 0 0,0 1 0 0,0 5 0 0,2 8 0 0,5 2 164 0,0 12-67 0,1-10 155 16,0-3-252-16,-1 1 0 0,1-2 0 0,-3-1 0 16,3-3 0-16,-1-4 0 0,-1-2 0 0,-1-1 0 15,1-11-89-15,2-5-1088 0,-1-2 588 0,6-6 190 16</inkml:trace>
  <inkml:trace contextRef="#ctx0" brushRef="#br0" timeOffset="8990.94">17935 6886 3786 0,'0'-15'0'0,"0"9"0"0,5 0 0 0,9 0 0 0,5-2 0 0,5 6 0 0,6-2 0 0,8 3 0 0,7-2 0 16,6 3 0-16,3 0 145 0,0 0-145 0,1 0 0 0,-2 6 0 0,-10 0-105 16,10 1-166-16,-18-1 156 0,1 2 76 15,-12 2-901-15,-3-2 477 0,-4 2 241 16</inkml:trace>
  <inkml:trace contextRef="#ctx0" brushRef="#br0" timeOffset="9156.94">18347 6557 2855 0,'-8'-7'0'0,"4"5"0"0,2 0 0 0,-1 2 0 0,3 2 0 0,0 15 0 0,0 8 0 0,0 6 0 0,0 9 0 0,0-2 0 0,0 15 601 0,0-5-282 0,0 6-163 16,0-1-156-16,-2 4 0 15,-6 0 0-15,3 0 0 0,-3-1 0 0,-1-1-476 16,1-1 181-16,3-3 167 0,1-9-884 0,2 10 503 16</inkml:trace>
  <inkml:trace contextRef="#ctx0" brushRef="#br0" timeOffset="9645.75">19105 6770 2530 0,'0'-41'0'0,"0"5"0"0,0 6 0 0,-7 2 0 0,-6 3 0 0,-2 6 0 0,-5 5 0 0,-5 2 0 0,-5 8 0 0,-4 3 0 0,0 1 221 0,-6 12-91 0,7 11 214 16,-1 3-153-16,4 5-77 0,12-1-29 0,-3 11 175 16,13-7-204-16,4 9-56 15,4-2 0-15,2 3 0 0,17-1 0 0,3 0 0 0,7-2 0 0,3-1 0 16,3-3 0-16,2-1 0 0,-5-8 0 15,9 5 0-15,-14-7 0 0,3 0 0 0,-7 0 0 16,-6-4 0-16,-8-1 0 0,-5-2-384 16,-4 1 172-16,-4-1 91 0,-17-4 25 0,-5-1 102 15,-8-5-10-15,-9-2-33 0,2-3 0 0,-4-4 103 16,0 0-51-16,5 0-36 0,-7-2 251 0,14-7-112 16,-1-6-74-16,6-1 176 0,10 0-107 0,6-5-13 15,6 0-100-15,6-3 0 0,6-1 0 0,14-1 0 16,13-4 0-16,-3 6 0 0,12-8 0 15,-1 0 0-15,1 0 0 0,-1-1 0 16,-2-3 0-16,-1 1 0 0,-6-1 0 0,-4 0 0 16,-7 6 0-16,-4-4 0 0,-4 0 0 0,-6 2 0 15,-5 2 0-15,-2 4 0 0,-2 1 0 0,-16 5 0 16,-6 1 0-16,-5 3 0 0,-1 7 0 0,-5 4 0 16,-1 3 0-16,1 2 0 0,-2 0 0 0,7 7 0 15,2 5 0-15,11 1 0 0,2 2 0 16,8 2 0-16,1 5-82 0,6 1-102 0,0 5 80 15,9-1-724-15,9-4 396 0,3 4 198 16,4-2 97-16</inkml:trace>
  <inkml:trace contextRef="#ctx0" brushRef="#br0" timeOffset="9828.92">19261 6878 3523 0,'-2'-3'0'0,"2"1"0"0,0-1 0 0,8-4 0 0,10-2 0 0,13 2 0 0,12 1 0 0,6-1 0 0,14 1 0 0,-2 0 0 0,2 2 379 0,-4 3-350 16,15-1-29-16,-23 0 0 0,8 2 0 0,-5 0 0 0,-4 0 0 0,-11 0 0 15,-2 0-210-15,-5 0 93 0,-15 0 77 0,-6 0-809 16,-5 0 323-16,-6 0 258 0,0 0-575 0</inkml:trace>
  <inkml:trace contextRef="#ctx0" brushRef="#br0" timeOffset="10009.58">19755 6500 2863 0,'-6'-6'0'0,"3"2"0"0,3 3 0 0,-2-2 0 0,2 3 0 0,0 10 0 0,0 10 0 16,0 9 0-16,0 8 0 0,0 4 0 0,0 7 127 0,0 4-35 0,-7 4 623 0,-1 0-581 0,-2 0-134 16,1 4 0-16,0-4 0 0,1-2 0 0,1-1 0 15,-1-3 0-15,1 1-96 0,-1-2-11 16,2-2-789-16,1-9 457 0,-1 1 231 0,5-7-34 15,1-10-647-15</inkml:trace>
  <inkml:trace contextRef="#ctx0" brushRef="#br0" timeOffset="10285.94">20349 6545 3059 0,'-17'9'0'0,"-1"22"0"0,-3-9 0 0,-8-2 0 0,-1 5 0 0,-2 1 0 16,0 0 0-16,2 3 0 0,-2-2 0 0,1 2 0 0,-1 0 118 0,5-6 110 0,1 0-96 0,3-2-47 0,8-8-15 0,3-2 31 15,3-2-32-15,4-3 0 0,1-1-69 0,4 0 0 16,0-3 0-16,4 1 0 0,17 1 0 0,5-2 0 16,10-1 0-16,5-1 0 0,0 0 0 0,14 0 0 15,-4 0 0-15,2 0 0 0,-3-3 0 0,1-1 0 16,-10 1 0-16,1 1 0 0,-1 0 0 0,-4-1 0 15,-5 2-420-15,-9-1-102 16,-2 2 248-16,-9-2 118 0,-4 0-329 0,-5 0 224 16,-3-2 112-16</inkml:trace>
  <inkml:trace contextRef="#ctx0" brushRef="#br0" timeOffset="10443.12">20397 6546 3338 0,'-9'-3'0'0,"4"3"0"0,-1 0 0 0,0 7 0 0,2 14 0 0,2 11 0 0,1 9 0 0,1 11 0 16,-2 16 0-16,0 1 0 0,-2 7 508 0,1 16-423 0,-3-4-85 0,4-7 0 0,-1 20 0 0,0-11 0 15,-1 5 0-15,3 5-160 0,-1 4 53 0,-2 4-646 16</inkml:trace>
  <inkml:trace contextRef="#ctx0" brushRef="#br0" timeOffset="12632.04">21348 6733 3335 0,'-4'-10'0'0,"4"8"0"0,0 2 0 0,0 0 0 0,0 0 0 0,6-3 0 0,9 2 0 0,5 0 0 0,7-4 0 0,1 0 0 0,14-2 431 0,-3 1-266 0,-2-1-165 15,11 0 0-15,-7 2 0 0,0-1 0 16,-6 3 0-16,4 1-595 0,-4 0 284 0,-5 2 171 15,-10 0 91-15,1 0-1041 0</inkml:trace>
  <inkml:trace contextRef="#ctx0" brushRef="#br0" timeOffset="12795.54">21399 7051 3931 0,'-17'-5'0'0,"9"5"0"0,5 0 0 0,1 0 0 0,2 0 0 0,0 0 0 0,0 0 0 0,11 0 0 0,10 0 0 0,7 0 0 0,11-1 0 0,-2-2 0 0,5 1 0 0,-6 0 0 16,3 0 0-16,7 2 0 0,-7 0 0 0,-5 0-708 16,3 10 275-16,-3 1 246 0,-2 0-932 0</inkml:trace>
  <inkml:trace contextRef="#ctx0" brushRef="#br0" timeOffset="13375.96">22817 6295 2701 0,'4'-25'0'0,"-3"12"0"0,1 9 0 0,0 3 0 0,-2-1 0 0,2-1 0 0,-2 3 0 0,0 0 0 0,0 9 0 0,-4 9 0 0,-10 8 202 16,-9 12-82-16,-2-3-31 0,-5 7 55 0,-4 2-53 15,-1-3-26-15,-1 4-1 0,1-5 44 0,3-9-25 16,-6 5-10-16,9-14 118 0,4-1-191 15,4-6 0-15,5-2 0 0,9-7 0 0,2-2 0 16,5-1 0-16,0 1 0 0,24-4 0 0,17 0 0 16,12 0 0-16,15 0 0 0,3 0 0 0,6-4 0 15,3-1 0-15,17-1 0 0,-22 4 0 0,6 0 0 16,-5-1 0-16,-8 3 0 0,-14 0 0 0,-1 0 0 16,-15 3 0-16,-6 3 0 0,-10 1 0 0,-9-1-651 15,-4 1 123-15,-6 2 245 0,-3-3 113 16,-12 0-604-16,-11-1 367 0,5-5 185 0</inkml:trace>
  <inkml:trace contextRef="#ctx0" brushRef="#br0" timeOffset="13521.43">23222 6244 3931 0,'0'-24'0'0,"0"11"0"0,0 3 0 0,0 5 0 0,0 5 0 0,0 7 0 0,-1 23 0 0,-1 18 0 0,-2 15 0 0,-1 10 0 0,-5 25 0 0,-1 0 0 16,-7 7 0-16,0 5 0 0,-5 22 0 0,2-4 0 15,3 1 0-15,5 1 0 0,2-10 0 0,-2 36 0 16,-4-7-214-16</inkml:trace>
  <inkml:trace contextRef="#ctx0" brushRef="#br0" timeOffset="14066.13">5485 6154 3076 0,'-7'-8'0'0,"5"5"0"0,0 1 0 0,2 2 0 0,0 0 0 0,0 4 0 0,0 19 0 0,4 20 0 0,6 14 0 0,6 24 0 0,-2 0 151 0,2 35-61 0,0 12 524 0,-2-4-614 16,0 10 0-16,-1 8 0 0,-3 8 0 0,5 6 0 16,4 2 0-16,0 1 0 0,5-6 0 0,2-17 0 15,-2-21 0-15,6 17-644 0,-10-28-14 0,2-2 221 16</inkml:trace>
  <inkml:trace contextRef="#ctx0" brushRef="#br0" timeOffset="14445.74">7085 5993 2696 0,'-11'-18'0'0,"3"3"0"0,1 4 0 0,0 0 0 0,2 1 0 0,-2 2 0 0,1 1 0 0,1 4 0 0,1 1 0 0,3-1 0 0,-4 3 390 15,5 18-167-15,0 24-98 0,0 23 372 0,2 25-497 16,4 11 0-16,6 18 0 0,2 37 0 0,5 20 0 16,-2 5 0-16,-2 27 0 0,0 21 0 0,-3 12 0 15,-3 47 0-15,2-22 0 0,2 14 0 0,2-2 0 16,1 5-840-16</inkml:trace>
  <inkml:trace contextRef="#ctx0" brushRef="#br0" timeOffset="19380.7">6541 9137 2199 0,'-17'0'0'0,"8"0"0"0,0 0 0 0,2 0 0 0,0 0 0 0,1 0 0 0,-2 0 0 0,3 0 0 0,-1 0 0 0,3 0 0 0,-2-3 169 15,0 1-65-15,-3 1-31 0,3-1 128 0,-2 2-85 16,-3 0-38-16,-2 0 0 0,-1 9 30 0,-5 11-34 15,-2 9 10-15,-7 12 35 0,-1 12-39 0,1 5 0 16,1 6-38-16,1 5 216 0,4 4-190 0,3-1-68 16,8-7 0-16,4-10 0 0,6 1 0 0,0-3 0 15,1-12 0-15,16 8 0 0,4-11 0 16,1-4 0-16,7 0 0 0,-3-10 0 16,6 0 0-16,-1-6 0 0,3 0 0 0,4-5 0 15,-6-4 0-15,2-3-308 0,0-6-129 0,-1 0 168 16,4 0 114-16,-6-14-601 0,5-9 358 0,-6-2 168 15,1-14-414-15</inkml:trace>
  <inkml:trace contextRef="#ctx0" brushRef="#br0" timeOffset="20148.38">6841 9606 2805 0,'-6'-17'0'0,"-2"2"0"0,-5-1 0 0,1 6 0 0,3 2 0 0,-3 1 0 0,3 3 0 0,1 3 0 0,0-2 0 0,3 3 0 0,1 0 195 0,-2 4-82 0,2 12 253 16,-1 7-162-16,1 3-82 0,0 4-40 0,4 3-38 15,0 2-44-15,0 1 0 0,0-3 0 0,8-2 0 16,0-1 0-16,3-9 0 0,2 7 0 0,0-14 0 16,2 4 0-16,0-6 0 0,1-4 0 0,-2-2 0 15,2-4 0-15,0-2 0 0,2 0 0 0,-4-10 0 16,3-6 0-16,-4-4 0 16,3-5 0-16,-6 0 0 0,0 1 0 0,-3-1 0 15,-1 4 0-15,-2 1 0 0,-1 1 0 0,-3 4 0 16,0 4 0-16,0 3 0 0,0 2 0 0,0 2 0 15,-5 3 0-15,0 1 0 0,-3 0 0 0,3 11 0 16,-2 10 0-16,2-1 0 0,1 7 0 0,4-1 0 16,0 2 0-16,0-2 0 0,2 1 0 0,7-9 0 15,4 5 0-15,3-6 0 0,-2-2 0 0,5-6 0 16,-1-1 0-16,0-7 0 16,2-1 0-16,-3 0 0 0,4-5 0 0,-2-12 0 15,-1-1 0-15,-2-3 0 0,2-3 0 0,-2-1 0 16,-2-1 0-16,-4-1 0 0,-1-1 0 0,-2 0 0 15,-4-1 0-15,-2 0 0 0,-1 1 0 0,0 7 0 16,-1-1 0-16,-9 2 0 0,0 4 0 0,-4 3 0 16,-1 5 0-16,-2 3 0 0,2 0 0 0,-2 4 0 15,1 1 0-15,0 0 0 0,2 6 0 0,2 4 0 16,1 2 0-16,2 1 0 0,2 0 0 0,2 1 0 16,5 0 0-16,0-1 0 15,0 1 0-15,0-1 0 0,9-5 0 0,8-1 0 16,7-4 0-16,1-3 0 0,6 0 0 0,6-1 0 15,-7-9 0-15,7-4 0 0,-1 1 0 0,-1-5 0 16,1 2 0-16,0-1 0 0,-5 0 0 0,-2 2 0 16,-10 3 0-16,0 1 0 0,-5 4 0 0,-3-2 0 15,-6 6 0-15,-1 2 0 0,-3-2 0 0,-1 1 0 16,0 2 0-16,-10 0 0 0,-4 0 0 16,0 8 0-16,-4 2 0 0,2 1 0 15,0 2 0-15,3 0 0 0,1 0 0 0,5 0 0 16,4 0 0-16,3 1 0 0,0 1 0 0,0 0 0 15,7 0 0-15,8 0 0 0,3-1 0 0,3 2 0 16,-2-5 0-16,3 2 0 0,-4-2 0 0,0 1 0 16,1-1 0-16,-3 1 0 0,-4-1 0 0,0 2 0 15,-4-2 0-15,-3 2 0 0,-3 1 0 0,1-1 0 16,-3-1 0-16,0 2 0 16,-9-1 0-16,-4-2 0 0,0 1 0 0,-4-4 0 15,2 2 0-15,0-3 0 0,0-1 0 16,-1 0 0-16,2-4 0 0,-2-1 0 0,5-1 0 0,0 0 0 15,-2 0-308-15,6-5-276 0,2-22 271 16,5-16 136-16,0-21-433 0</inkml:trace>
  <inkml:trace contextRef="#ctx0" brushRef="#br0" timeOffset="20458.78">7780 9132 3098 0,'32'-26'0'0,"0"9"0"0,-2 8 0 0,-1 5 0 0,-8 2 0 0,8 2 0 0,-5 13 0 0,1 10 0 0,-2 10 0 0,-5 3 0 0,-3 0 150 15,-4 15-60-15,-5-2 503 0,-4 3-593 0,-2 2 0 0,0 3 0 0,-10-4 0 16,-5-1 0-16,-1-5 0 0,-4-2 0 0,0-3 0 16,-4-9 0-16,2-7 0 0,-5-1 0 0,1-8 0 15,0-6 0-15,-1-5 0 0,1-4 0 16,5-2 0-16,2 0 0 0,-1-12 0 16,0-6 0-16,12-7 0 0,0 1 0 0,6 1 0 15,2-6 0-15,0 2 0 0,0 8 0 0,10-1 0 16,2 2 0-16,4 6 0 0,4 2 0 0,-1 4 0 15,7 2 0-15,-3 4 0 0,4 0 0 0,-3 10 0 16,0 7 0-16,2 2 0 0,-3 3 0 16,0 2 0-16,-1 4 0 0,-1-5 0 0,1 2 0 15,-3-1 0-15,0-1 0 0,2-3 0 0,-5-1 0 0,0-3-21 16,-2 0-582-16,-1-3 281 0,-1 3 141 0,0-6-944 16</inkml:trace>
  <inkml:trace contextRef="#ctx0" brushRef="#br0" timeOffset="20625.59">8551 9782 3931 0,'0'0'0'0,"-2"6"0"0,2-1 0 0,-2-1 0 0,-1 0 0 0,1 6 0 0,0-2 0 0,1 4 0 0,-1 1 0 0,2 3 0 0,-4-2 0 0,1 11 0 0,-1-1 0 16,-1 4-314-16,1 8 160 0</inkml:trace>
  <inkml:trace contextRef="#ctx0" brushRef="#br0" timeOffset="21532.96">9523 9465 1788 0,'-18'-17'0'0,"-1"4"0"0,-1 2 0 16,0-1 0-16,-1-1 0 0,-3 4 0 0,-1 1 0 0,1 5 0 0,-2 3 0 0,1 0 0 0,-3 9 399 0,1 11-179 0,-2 11-90 16,7 4 143-16,1 6-117 0,10-3-47 0,1 11-40 15,8-15 63-15,2 2-46 0,2-5 1 0,15-2-73 16,5-7 37-16,6-5-11 0,2-6 0 0,2-5-82 15,3-4 41-15,-3-2 1 0,-2 0 50 16,-1-6-172-16,1-11 79 0,-2-2 40 0,-5-3-293 0,-2-1 151 16,-3 1 40-16,-6 5-26 0,-1 0 38 15,-7 7 31-15,-1 3-10 0,0 1 336 0,-2 3-146 0,-1 3-74 16,0 0-37-16,-5 5 247 0,-8 16-119 16,4 3-72-16,-1 5 275 0,6-1-159 15,2 0-179-15,2-2 0 0,0 0 0 0,12-6 0 16,6 2 0-16,5-7 0 0,4-6 0 0,3-3 0 15,-2-6 0-15,2 0 0 0,-1-4-4 0,1-12-7 16,-5-5-21-16,-2-2-123 0,-4-3 50 0,-8 3 47 16,1-9 3-16,-5 3 0 15,-5-5-28-15,-2 2 49 16,0-2 219-16,-4 0-113 0,-12 0-44 0,-1 4 230 0,-3 5-209 0,-3 5-49 16,-1 5 0-16,2 7 0 0,-8 5 0 0,2 1 0 15,-1 2 0-15,6 4 0 0,4 7 0 0,3 4 0 16,3 3 0-16,5 2 0 0,2 2 0 0,6 1 0 15,0 1-132-15,2-6-273 0,16 5 195 0,3-4-532 16,6-6 351-16,5-3 175 0,3-7 88 0,5-1-317 16,-4-2 208-16,9-2 98 0,-1-9 49 0,-2-7-122 15,-1-4 85-15,3-2 34 0,-3-2 10 0,-4 0 81 16,-10 3 0-16,-1-2-38 0,-8 7 116 16,-4 0-68-16,-8 6-20 0,-3 1 1 15,0 0 559-15,-3 6-246 0,0 0-163 0,-12 2 947 16,-1 3-528-16,-2 0-259 0,-2 0-130 0,0 8 363 15,1 3-532-15,2 3 0 0,3 1 0 0,6-1 0 16,3 2 0-16,2 3 0 0,0 2 0 0,5-2 0 16,12 2 0-16,2-1 0 0,2 1 0 15,-1-3 0-15,3-1 0 0,-6-2 0 16,1 0 0-16,-2 0 0 0,-5-2 0 0,-4 1 0 16,-5-2 0-16,-2 2 0 0,0 0 0 0,-15 1 0 15,-6 0 0-15,-3 1 0 0,-5-1 0 0,2-4 0 16,-3 0 0-16,2-3 0 0,7-2 0 0,-4-3 0 15,4-1-19-15,8-2-446 0,2 0 212 0,3 0 107 16,5-2 52-16,3-7-634 0,10-9 333 0</inkml:trace>
  <inkml:trace contextRef="#ctx0" brushRef="#br0" timeOffset="22090.12">10645 10192 3309 0,'-23'7'0'0,"6"8"0"0,8-1 0 0,-1-5 0 15,0-2 0-15,1 1 0 0,4-2 0 0,1-1 0 0,1-1 0 0,-1-3 0 0,2 1 116 0,-1-2 143 0,1 0-102 0,-3 0-67 0,0 0-90 0,-3-9 0 16,-2-4 0-16,-3-7 0 0,3 0 0 0,-4-9 0 16,0-2 0-16,-4-9 0 15,5-2 0-15,1-7 0 0,1-6 0 0,2-14 0 0,4 0 0 16,5-18 0-16,0-5 0 0,2-11 0 16,10-7 0-16,9-4 0 0,-1 7 0 0,5 13 0 15,-2 25 0-15,-4 13 0 0,-1 10-6 0,3 6-156 16,-3 9 62-16,-2 14 57 0,-2 4 9 15,-2 8-8-15,-1 3 9 0,1 2 41 0,-5 2-1 0,1 12-41 16,-5 4-2-16,-1 7 99 0,-2 5-46 0,0 3-27 16,-7 0 0-16,-9 1 83 0,2 0-46 0,-4-3 9 15,4-4 205-15,3-6-203 16,-1-3-38-16,5 0 0 0,3-4 0 0,2-1 0 16,2 1 0-16,0 1 0 0,8-2 0 0,11 4 0 15,3 2 0-15,4 0 0 0,0 0 0 0,1 6 0 16,-4-2 0-16,-5 3 0 0,-3 0 0 0,-7-1 0 15,-3 5 0-15,-5 1 0 0,0-3 0 0,-11-3 0 16,-10 2 0-16,-3-2 0 0,-6-3 0 0,-4-1 0 16,2-5 0-16,0-4 0 0,4-3 0 0,6-4 0 15,-1 1 0-15,6-4 0 0,6-2 0 0,2 0 0 16,2 0 0-16,7 0 0 16,0 0-466-16,10 0 122 0,24 0 153 0</inkml:trace>
  <inkml:trace contextRef="#ctx0" brushRef="#br0" timeOffset="22234.54">10990 9679 3499 0,'6'7'0'0,"-5"2"0"0,-1-1 0 0,0 0 0 0,-7-1 0 0,-8 1 0 0,-4-1 0 0,-7 3 0 0,5 1 0 0,-4 0 0 0,9-3 152 0,-1 1 128 16,2 1-280-16,8-3 0 0,-3 1 0 0,6 1-189 15,2-1-133-15,2 1 189 0,2-3-1162 0</inkml:trace>
  <inkml:trace contextRef="#ctx0" brushRef="#br0" timeOffset="22721.32">11537 9311 3313 0,'-12'-19'0'0,"5"9"0"0,-2-1 0 0,-5 2 0 0,-1 4 0 0,0 2 0 0,-3 3 0 0,0 3 0 0,-3 12 0 0,-4 16 0 0,2 6 125 16,0 7-34-16,5 5-9 0,4 1-44 0,5 0 244 16,6-5-282-16,3-10 0 0,0 3 0 15,7-4 0-15,9-8 0 0,4-4 0 16,2-5 0-16,5-6 0 0,-4-5 0 0,9-6 0 16,-2 0 0-16,-1-6 0 0,-1-10 0 0,-2-5-130 15,-1-3-104-15,-2-1 112 0,-7 1-16 0,0 2 36 16,-7 4 31-16,-2 0 1 0,-3 8 22 0,-3-1 378 15,-1 5-185-15,0 1-91 0,0 2-46 0,-1 3 254 16,-7 0-146-16,1 5-116 0,2 10 0 0,3 1 0 16,2 3 0-16,0 0 0 0,0 0 0 0,2 1 0 15,7-3 0-15,3-4 0 16,6-1 0-16,1-7 0 0,3-1 0 0,4-4 0 16,-1 0 0-16,1-9 0 0,-3-6 0 0,-1-2 0 15,-7 0 0-15,2-2 0 0,-3-5 0 0,-7-1 0 16,-4-1 0-16,-1-1 0 0,-2-3 0 0,-2 2 0 15,-10 0 0-15,-6 3 0 0,-3 1 0 0,0 8 0 16,0 5 0-16,-10-1 0 0,5 10 0 16,-2 1 0-16,4 1 0 0,0 1 0 0,4 8 0 15,4 5 0-15,2 1 0 0,7-1 0 0,5 6 0 16,2-2-651-16,0 5 270 0,11-4 172 16,10 0 85-16,6-4-668 0,6-6 377 0,3-6 179 15</inkml:trace>
  <inkml:trace contextRef="#ctx0" brushRef="#br0" timeOffset="22986.95">12166 9337 3283 0,'2'-11'0'0,"-2"4"0"0,0 3 0 0,-10-1 0 0,-5 2 0 0,0 2 0 0,0 1 0 0,4 0 0 0,0 0 0 0,3 1 0 0,2 9 223 0,6 2-93 16,0 5 165-16,0 0-295 0,6 5 0 0,4 0 0 15,4 4 0-15,2-2 0 0,0 1 0 0,0-1 0 16,0 1 0-16,-2-3 0 0,-1 4 0 0,-2 1 0 15,-3-9 0-15,-5 5 0 0,-1-4 0 0,-2 0 0 16,0-3 0-16,-9 0 0 0,-6-3 0 16,-8 0 0-16,1-4 0 0,-1-3 0 0,-7-1 0 0,4-1 0 15,5-4 0-15,-1 0 0 16,3 0 0-16,6 0 0 0,-3 0 0 0,9-6 0 16,2-3 0-16,5-6 0 0,0-2-438 0,3-2-23 15,16-3 216-15,2 0 103 0,5 1-788 0,2-4 445 16</inkml:trace>
  <inkml:trace contextRef="#ctx0" brushRef="#br0" timeOffset="23365.91">12384 9318 2759 0,'5'-12'0'0,"-1"1"0"0,2-2 0 0,0 3 0 0,-3 4 0 0,1 0 0 0,3 0 0 0,0 3 0 0,5 2 0 0,1 1 0 0,3 0 115 0,-2 4 189 0,5 14-133 0,-4 5-67 16,-2 4 262-16,-3 5-254 0,-3 4-112 0,-4 7 0 15,-3 0 0-15,0 0 0 0,-3-5 0 0,-14 7 0 16,4-13 0-16,-4 3 0 0,-2-4 0 16,1-7 0-16,3-5 0 0,-2-4 0 0,2-4 0 0,2-4 0 15,3-4 0-15,3-1 0 16,-1-2 0-16,5 0 0 0,1 0 0 0,2-8 0 16,0-4 0-16,13-4 0 0,6-3 0 0,4-4 0 15,10-2 0-15,-1-2 0 0,4-2 0 0,-1 0 0 16,3-3 0-16,1 0 0 0,-3 0 0 0,-2-2 0 15,-6 3 0-15,-6 2 0 0,-3-2 0 0,-6-1 0 16,-3 3 0-16,-8-3 0 0,-2 3 0 0,0-3 0 16,-4 4 0-16,-11 2 0 0,-2 2 0 0,-2 3 0 15,-2 2 0-15,7 6 0 16,-4 2 0-16,4 2 0 0,4 3 0 0,2 2 0 16,3 3 0-16,3-1 0 0,2 2 0 0,0 0 0 15,2 6 0-15,12 8-369 0,4 4 9 0,-1 2 161 16,1 2 70-16</inkml:trace>
  <inkml:trace contextRef="#ctx0" brushRef="#br0" timeOffset="23629.36">12987 8853 3498 0,'0'-4'0'0,"2"2"0"0,7 0 0 0,0 0 0 0,1 1 0 0,3 1 0 0,6 0 0 0,1 1 0 0,-1 10 0 0,7 7 0 0,-1 11 267 0,-1 3-115 15,0 6-138-15,-1 7-14 0,-2 6 0 16,-1 11 0-16,-6-4 0 0,-7 5 0 0,-3 4 0 16,-4 1 0-16,0 7 0 0,-17 2 0 0,-13 12 0 15,-4-5 0-15,-6-4 0 0,-8 8 0 0,-5 6 0 16,-16 15 0-16,-5-8 0 0,-8 6 0 0,-10 4-199 15</inkml:trace>
  <inkml:trace contextRef="#ctx0" brushRef="#br0" timeOffset="26013.6">13888 9179 2144 0,'-7'2'0'0,"3"5"0"0,2 3 0 0,2-1 0 0,0-3 0 0,0-1 0 0,2 1 0 0,9-2 0 0,7 0 0 0,5-4 0 0,7 0 511 16,4 0-226-16,10 0-127 0,-3-6-58 0,0-2 201 16,1 3-130-16,-7 2-66 0,3 0 7 0,-5 2-68 15,-1 1-44-15,-4 0-135 0,-1 0 38 0,-6 4 69 16,1 1 44-16,-3 2-658 0,0-3 341 0,-3 2 123 15,0-2 101-15,-5-1-845 0</inkml:trace>
  <inkml:trace contextRef="#ctx0" brushRef="#br0" timeOffset="26201.77">14101 9599 3848 0,'-23'5'0'0,"10"6"0"0,-1-2 0 0,7-3 0 0,3-2 0 0,4-1 0 0,0 2 0 0,0-2 0 0,15-1 0 0,10 0 0 0,5-2 83 16,2 0-83-16,3 0 0 0,3 0 0 0,0 0 0 0,-1 0 0 16,-1 0 0-16,-3 0 0 0,-1-2 0 15,0 2 0-15,-4 0-9 0,1 0-107 0,-7 0 88 16,5 8-1100-16,-5-1 545 0,2 0 269 0</inkml:trace>
  <inkml:trace contextRef="#ctx0" brushRef="#br0" timeOffset="26662.88">15355 9016 3211 0,'-15'-6'0'16,"4"4"0"-16,6 1 0 0,0-1 0 0,3 0 0 0,2-2 0 0,0-2 0 0,10-1 0 0,14-3 0 0,6 1 0 0,8-4 210 0,5 2 300 0,-4 3-510 0,14-5 0 15,-2 4 0-15,-1-3 0 0,3 5 0 0,-4 0 0 16,-6 1 0-16,8 0 0 0,-8 3 0 0,-7 0 0 0,1 2 0 0,-2-1 0 15,-8 2 0-15,3 0 0 16,-7 0-121-16,-4 0-181 0,-1 3 150 0,-2 3-860 16,-4-2 476-16,2-1 253 0</inkml:trace>
  <inkml:trace contextRef="#ctx0" brushRef="#br0" timeOffset="26887.03">16029 8603 2587 0,'-13'0'0'0,"6"0"0"0,1 0 0 0,3 0 0 0,3 0 0 0,0 0 0 0,3 0 0 0,19 0 0 0,6 1 0 0,3 3 0 0,2 2 478 0,1 2-209 0,3 3-120 16,-2 2 87-16,1 1-98 15,-5 0-64-15,-2 4-74 0,-11 0 0 0,3 4 0 16,-12 3 0-16,-6 1 0 0,-3 2 0 0,-3 3 0 16,-19 2 0-16,-6-1 0 0,-2-2 0 0,-6-2 0 15,1-1 0-15,2-7-220 0,-6 5 43 0,9-5 86 16,-4-1-592-16,4-1 321 0,2 0 161 15,3 1-242-15,1 1 207 0</inkml:trace>
  <inkml:trace contextRef="#ctx0" brushRef="#br0" timeOffset="27308.62">15526 9510 2286 0,'-6'-2'0'0,"3"0"0"0,3 1 0 0,0 1 0 0,0 0 0 0,0 0 0 0,9 1 0 0,8 6 0 0,5 1 0 0,3 0 0 0,3 1 97 0,2-2 229 15,0 1-144-15,2-3-62 0,0 1-46 0,-2-2 32 16,-2-2-34-16,-1 0 0 0,-6-2-34 0,0 0 47 16,-1 0-46-16,-4 0-1 0,-1-2-76 0,-4-5 38 15,-2-1 0-15,-4-4-52 0,-1 0 41 16,-2-1 24-16,-2-2 0 0,0-3-78 0,0 1 23 0,-10-1 37 15,-5-3-21-15,0 0 1 0,-4 3-4 16,-4-1 0-16,2 2 39 0,-2 6-13 16,-7 0-10-16,1 7 9 0,-2 4 119 0,-1 0-55 15,-2 7-23-15,2 12 172 0,-5 11-96 0,2 3-35 16,1 6-26-16,2 5-14 0,-1 11-38 0,10-8 0 16,5 6 0-16,4 2 0 0,7-4 0 0,7 2 0 15,0 0 0-15,3-2 0 0,15-5 0 0,5-2 0 16,2-1 0-16,3-4 0 0,0-11 0 0,8 6 0 15,-8-13 0-15,8-1 0 0,-2-5 0 0,2-1 0 16,-2-7 0-16,-1-5 0 16,1-2 0-16,0 0-343 0,0-2-57 0,-1-11 181 15,1-2-661-15,1-2 426 0,-5-4 208 0</inkml:trace>
  <inkml:trace contextRef="#ctx0" brushRef="#br0" timeOffset="27496.08">16119 9724 3575 0,'-9'2'0'0,"2"4"0"0,3-3 0 0,0-1 0 0,4-2 0 0,0 2 0 0,2-1 0 0,13 2 0 0,9 0 0 0,-1-1 0 0,9 2 210 0,2-2-85 0,1 0-104 16,3-2-21-16,-3 0 0 0,2 0 0 0,-4 0 0 16,-1 0 0-16,-3 0 0 0,-9 0-525 0,2 0 179 15,-4 0 201-15,-4 0-370 0,-5 0 264 0,0 0-31 16,-4 0 122-16,-3 0-502 0</inkml:trace>
  <inkml:trace contextRef="#ctx0" brushRef="#br0" timeOffset="27704.37">16494 9587 2488 0,'-9'-11'0'0,"2"3"0"0,2-2 0 0,1 5 0 0,0 1 0 0,4 3 0 0,0-2 0 0,0 1 0 0,11 2 0 0,12 0 0 0,4 0 77 0,-2 0 405 0,7 8-221 0,-2 4-112 15,5-3 268-15,-3 4-360 0,0 1-57 0,-7-2 0 16,0 3 0-16,-6 1 0 0,-3-1 0 0,-2 0 0 15,-9 3 0-15,-3 2 0 0,-2-2 0 16,-2 4 0-16,-12-5 0 0,-9 4 0 0,0-4 0 16,-3 0-285-16,-3 0-7 0,-1 0 133 15,2 0-8-15,1-1-326 0,-1 1 228 0,-1 2 113 16,1 1-439-16,-2 5 267 0,-4 5 148 0,6 0-333 16</inkml:trace>
  <inkml:trace contextRef="#ctx0" brushRef="#br0" timeOffset="28112.89">16432 10219 2013 0,'9'5'0'0,"-2"-4"0"0,0-1 0 0,0 0 0 0,-4 0 0 0,1-1 0 0,0-7 0 0,-1-3 0 0,3-2 0 0,-3-3 0 0,1 1 134 0,-2-2-48 0,3 1 66 16,-4-4-56-16,-1 4-20 0,0-1 51 0,0 0-45 16,0 2 0-16,-1 2-43 0,-8 0 62 0,2 2-21 15,-4 1-10-15,-1 3 95 0,-2 3-63 0,-6 4-32 16,-1 0 0-16,-2 4 99 0,-4 13-69 0,1 5-31 15,-6 7-21-15,4 2-48 0,1 4 0 0,9-4 0 16,-1 4 0-16,5 4 0 16,3-4 0-16,6 1 0 0,5-3 0 0,0-7 0 15,0 9 0-15,4-11 0 0,6-5 0 0,4-1 0 16,4-3 0-16,0-5 0 0,3-4 0 0,3-5 0 16,3-1 0-16,-4-1 0 0,2-13 0 0,0-5 0 15,-3-3 0-15,0-4 0 0,-3-2 0 0,-1-1-46 16,-4 1-231-16,-5 6 110 0,0-1 69 0,-4 4-23 15,-3 7 41-15,0 2 1 0,-2 2 40 0,0 7 291 16,0 1-140-16,0 0-76 0,-2 15-37 0,-2 7 397 16,4 4-284-16,0 2-112 15,0 3 0-15,6 1 0 0,7 0 0 0,2-2 0 16,5-1 0-16,3-2 0 0,3-5 0 0,4-2 0 16,2-5 0-16,4-1 0 0,-1-8 0 0,2-3 0 15,2-3 0-15,6 0 0 0,-5-1 0 16,-8-3-1064-16</inkml:trace>
  <inkml:trace contextRef="#ctx0" brushRef="#br0" timeOffset="30992.03">17657 8954 2995 0,'-6'-4'0'0,"5"4"0"0,1 0 0 0,0 0 0 0,0 0 0 0,0 0 0 0,5 6 0 0,9-1 0 0,2 1 0 0,7-1 0 0,5-1 455 0,2 2-207 0,4-2-105 16,2-2-53-16,-1 0-90 0,1-2 0 16,0 0 0-16,-2 0 0 0,0 0 0 0,-8 0-97 15,6 0 49-15,-6 0 44 0,-4 0-707 0,-1 0 297 16,-2 0-697-16</inkml:trace>
  <inkml:trace contextRef="#ctx0" brushRef="#br0" timeOffset="31173.94">17817 9397 3931 0,'-21'10'0'0,"12"2"0"0,1 1 0 0,4-5 0 0,4-1 0 0,0-2 0 0,2 0 0 0,10 0 0 0,6-2 0 0,11-3 0 0,1 0 0 0,5 0 0 0,-1 0 0 0,0 0 0 15,-3 0 0-15,4-2 0 16,-3 1 0-16,-4-1 0 0,0 2 0 0,-2 0-388 16,0 0 9-16,-3 0 218 0,6 0 95 0,-8 0-1024 15</inkml:trace>
  <inkml:trace contextRef="#ctx0" brushRef="#br0" timeOffset="31564.58">18825 9115 3931 0,'-20'0'0'0,"5"0"0"0,4 0 0 0,1 0 0 0,2 0 0 0,5 0 0 0,1 0 0 0,2 0 0 0,0 0 0 0,0 0 0 0,13 0 0 0,13-1 0 0,10-3 0 16,0 0 0-16,16-3 0 0,12 0 0 0,-2-2 0 15,10 0 0-15,-1 2 0 0,4 0 0 0,2-2 0 16,-2 6 0-16,-1 1 0 0,-3 0 0 0,-4 0 0 15,-10 2 0-15,12-2 0 16,-14 1 0-16,8-1 0 0,-8-2 0 0,0-2 0 16,-11 0 0-16,9-3 0 0,-15 2 0 0,-1-5-142 15,-2 3-326-15,-8 0 213 0,-8 1 96 0,-8 1-718 16</inkml:trace>
  <inkml:trace contextRef="#ctx0" brushRef="#br0" timeOffset="31841.62">19163 8152 3613 0,'-28'-28'0'0,"8"15"0"0,8 9 0 0,7 1 0 15,1 2 0-15,4-1 0 0,0 0 0 0,0 2 0 0,15-2 0 0,11 2 0 0,8 0 206 0,8 0-94 0,8 0-112 0,5 0 0 0,1 0 0 16,2 2 0 0,-1 2 0-16,-2 2 0 0,0-2 0 0,-9 0 0 0,7 1 0 0,-9 0 0 0,-10 0 0 15,0-1-32-15,-8 2-61 0,-1-3 61 0,-5 0-871 16,-5 1 414-16,-6-2 226 0,-3 0 113 0,-2-1-527 16,-4-1 324-16,0 0 158 0</inkml:trace>
  <inkml:trace contextRef="#ctx0" brushRef="#br0" timeOffset="32052.9">19620 7915 2105 0,'-7'-7'0'0,"3"3"0"0,4 2 0 0,0-1 0 0,0 0 0 0,7 2 0 0,13-1 0 0,5 2 0 0,5 0 0 0,4 0 0 0,2 2 562 0,0 7-261 0,1 2-123 16,-1 1-75-16,-3 3 207 0,-1-3-137 0,-5 4-67 15,-3-1-35-15,-9-2-49 16,-1 2-22-16,-7 4 0 0,-5-2 0 0,-2 5-169 15,-8-1 31-15,-11 2 97 0,-4-2-487 0,-4 2 251 16,-3 1 148-16,0-4-314 0,-2 2 202 0,0-1 93 16,-6 4 59-16,4-3-441 15,-1 0 246-15,-3 3 123 0</inkml:trace>
  <inkml:trace contextRef="#ctx0" brushRef="#br0" timeOffset="32426.39">19501 8517 1630 0,'8'7'0'0,"7"2"0"0,-2 0 0 0,-1-6 0 0,1-1 0 0,-4-2 0 0,4 0 0 0,-5 0 0 0,4 0 0 0,-3-2 0 0,0-8 239 0,-4 1-100 16,4 0-51-16,-6-4 194 0,1 1-122 0,-2 1-52 16,-2-2-1-16,0-2-35 0,0 1 1 0,-2 1-36 15,-5 0-24-15,-5 0 8 0,-1 2 17 0,-1-1-18 16,-2 5 17-16,-2 2 1 0,-2 3 0 0,-1 2 27 16,-5 0-28-16,1 5 1 0,-3 12 0 0,2 5 93 15,-2 4-38-15,-2 7-8 0,13-5 83 0,1 4-65 16,4-1-70-16,6 2-33 15,6-9 0-15,0 10 0 0,2-10 0 0,11-1 0 16,6-4 0-16,0-2 0 0,1-8 0 0,7-2 0 16,-3-3 0-16,-3-4 0 0,3 0 0 0,-3 0 0 15,-2-6 0-15,-3-5 0 0,-2 1 0 0,-3-2 0 16,-2 2 0-16,-2 1-36 0,-2-1-45 0,-1 3 33 16,-3 3-14-16,1 1 219 0,0 1-98 0,0 2-48 15,0 0-11-15,0 0 0 0,-1 9 0 0,5 4 0 16,0 0 0-16,2 5 0 0,2 1 0 0,2-4 0 15,5 7 0-15,0-5 0 0,3 0 0 16,3-1 0-16,-2-4 0 0,9 1 0 16,-2-4 0-16,2-1-456 0,6-1-186 0,-3 0 302 15,1-1 142-15</inkml:trace>
  <inkml:trace contextRef="#ctx0" brushRef="#br0" timeOffset="32871.21">19137 9462 2787 0,'-11'-14'0'16,"4"8"0"-16,1 4 0 0,2 2 0 0,0 0 0 0,2 0 0 0,-1 14 0 0,3 12 0 0,0 7 0 0,0 15 0 0,0 2 166 0,0 11-63 0,0 0 402 0,0-1-233 0,0-5-174 15,5 12-98-15,1-4 0 0,2-5 0 16,-1-6 0-16,-2 3 0 0,1-10 0 0,0 7-11 16,-2-9-45-16,-2-8-491 0,0-2 293 0,-1-8 146 15,1-8 0-15,0-5-587 0,0-6 327 0,3-6 166 16,5 0-141-16,1-17 153 0</inkml:trace>
  <inkml:trace contextRef="#ctx0" brushRef="#br0" timeOffset="33040.25">19355 9622 3167 0,'-4'-3'0'0,"0"-1"0"0,3 4 0 0,-1-2 0 16,2 0 0-16,2 1 0 0,17-2 0 0,9 0 0 0,9 1 0 0,3-1 0 0,3 0 398 0,2 1-180 0,2 1-90 0,-6-2-355 15,12 2 127-15,-6 1 70 0,-2 0 34 0,-9 0-687 16,3 0 361-16,-9 0 190 0,-2 0 81 0,-5 0-366 16,-10 0 66-16,-6 0 168 0</inkml:trace>
  <inkml:trace contextRef="#ctx0" brushRef="#br0" timeOffset="33223.83">19829 9476 1802 0,'-23'-20'0'0,"5"4"0"0,0 1 0 0,3 2 0 0,4 0 0 0,7 6 0 0,2-1 0 0,2 5 0 0,0-2 0 0,11 4 0 0,7 1 135 0,6 0-48 0,0 0 230 0,4 9-140 16,2 0-59-16,-1 5 70 0,-1-2-75 0,-2 4-36 16,-3 1-1-16,-8-1-115 0,-2 5 49 0,-4-2-9 15,-5 10 37-15,-4-2-400 0,0 2 201 0,-13-1 100 16,-2 0-163-16,-3-2 63 0,-3 0 84 0,0 1-47 16,-4-3-421-16,3 3 253 0,-4-1 117 0,3 0-255 15</inkml:trace>
  <inkml:trace contextRef="#ctx0" brushRef="#br0" timeOffset="33628.28">19673 10075 2178 0,'0'0'0'0,"0"0"0"0,0 0 0 0,0-2 0 0,0-9 0 0,-2-4 0 0,2 0 0 16,-2-4 0-16,0 2 0 0,1 2 0 0,-4-2 94 0,-1 0 143 0,1 2-98 0,-2 4-51 0,-5 0 68 0,1 4-64 15,-2 1-26-15,-4 4-1 0,-2 2 97 0,-3 0-61 16,5 11-22-16,-8 9 65 15,5 5-53-15,1 2-25 0,2 2-1 0,6 4 43 16,3 0-108-16,6 1 0 0,2-2 0 0,0-2 0 16,2-2 0-16,11-1 0 0,1-8 0 0,2-4 0 15,1 0 0-15,6-8 0 0,-3-4 0 0,1-3 0 16,0 0-26-16,-3-3-16 0,2-10-139 0,-6-4 48 16,2-5 63-16,-9 1-112 0,4-7 76 0,-5 1 32 15,0 3-1-15,-5 3 202 0,1 0-83 0,-2 6-51 16,0 2 9-16,0 4 365 0,-2 2-195 0,-5 5-64 15,1-1-32-15,-2 3-76 16,1 6 0-16,2 9 0 0,3 8 0 0,2 2 0 16,0 1 0-16,0-2 0 0,2 6 0 0,10-4 0 15,2-1 0-15,3-5 0 0,2-3 0 0,-3-4 0 16,5-3 0-16,0-4-108 0,-1-3-103 0,-1-3 93 16,2 0-415-16,-3 0 238 0,2-6 133 15,-2-5-373-15,5-3 248 0,-4-3 124 16,2-1 62-16,-1-3-165 0,-1-4 119 0,4-6 54 15,-3-6 27-15</inkml:trace>
  <inkml:trace contextRef="#ctx0" brushRef="#br0" timeOffset="33934.25">20324 9385 2653 0,'4'-31'0'0,"-2"9"0"0,0 3 0 0,-2 1 0 0,0 4 0 0,0 4 0 0,0 3 0 0,-4 3 0 0,2 2 0 0,0 1 0 0,1-2 213 0,1 3-87 0,-2 0 428 16,2 8-248-16,0 8-227 0,0 0-79 15,0 8 0-15,0 1 0 0,0 4 0 0,0 6 0 16,2 5 0-16,1 0 0 0,1 2 0 0,-2 3 0 16,0 0 0-16,-1-2 0 0,-1 13 0 0,0-7 0 15,0 3 0-15,0 2 0 0,0 11 0 0,-3-14 0 16,-3 15 0-16,4-14 0 0,1 14 0 0,-1-14 0 16,2 4 0-16,0-3 0 0,0-2 0 15,0-3 0-15,0-2 0 0,2-5 0 0,1-5 0 0,1 0 0 16,-2-4 0-16,1-10 0 15,-1 0 0-15,3-4 0 0,-3-7 0 0,-1-2 0 16,-1-3 0-16,0-5 0 0,2 2 0 0,-2-3 0 16,0 0 0-16,0 0 0 0,0 0 0 0,0 0-126 15,0 0 22-15,0 0-1029 0</inkml:trace>
  <inkml:trace contextRef="#ctx0" brushRef="#br0" timeOffset="34798.44">21105 8939 2730 0,'-9'-7'0'0,"6"4"0"0,-1 1 0 0,4 2 0 0,-2-1 0 0,2 1 0 0,0 0 0 0,0 0 0 0,0 0 0 0,13 0 0 0,6 1 138 0,3 4-49 0,4 0 348 15,3 2-188-15,3-1-110 0,1 0-49 0,1 1-31 16,1-1-59-16,-2 0 0 0,1 0 0 15,-4-1 0-15,0 1 0 0,-3-3 0 0,-6 3 0 16,2 0-247-16,-2-1 7 0,-4 1 136 16,-4 1-980-16,0 3 513 0,-6 1 265 0</inkml:trace>
  <inkml:trace contextRef="#ctx0" brushRef="#br0" timeOffset="34989.58">21190 9478 3931 0,'-16'5'0'0,"6"9"0"0,2-5 0 0,7-2 0 0,-1-2 0 0,2-2 0 0,0 4 0 0,5-1 0 0,13 0 0 0,2-1 0 0,6 1 0 0,6-2 0 0,2-1 0 0,-1 2 0 16,3-5 0-16,-1 1 0 0,-3-1 0 0,-1 0 0 16,0 0 0-16,-3 0 0 0,-1 0 0 0,-1 0 0 15,-3 0 0-15,0 4-77 16,2 2-513-16,-5 1 297 0</inkml:trace>
  <inkml:trace contextRef="#ctx0" brushRef="#br0" timeOffset="35987.01">22543 8813 1961 0,'-6'-6'-1'0,"-1"3"0"0,0-3 0 0,0 4 1 0,2 0 0 0,-1 1 0 0,1 1 0 0,-3 0 0 0,2 1 0 0,1 11 0 0,-1 8 278 0,-1 5-117 16,-1 5-49-16,-1 4 199 0,-1 7-135 0,0 2-66 16,0 2-34-16,-1 0 167 0,1 4-90 0,-1 0-60 15,2 2-1-15,-2 0 46 0,4 4-108 0,0-2-30 16,3 2 0-16,2-1 0 0,2-2 0 0,0-3 0 16,0-1 0-16,8-3 0 15,4-10 0-15,9 9 0 0,0-11 0 0,-1-5 0 16,5 3 0-16,1-5 0 0,3-4 0 0,-5 1 0 15,1-4 0-15,-3-4 0 0,-5-2 0 0,0-2 0 16,-6-4 0-16,-2 1 0 0,-3-4 0 0,-2 0 0 16,-3-4 0-16,1 2 0 0,-2-2 0 0,0 0 0 15,0 0 0-15,0 0 0 0,-2 0 0 0,-1 0 0 16,-3-2 0-16,3-2 0 0,-1 2 0 0,2 0 0 16,0 0 0-16,2 0 0 0,0-1 0 0,0 3-587 15,0 0 264-15,6 0 134 16,5 0-836-16</inkml:trace>
  <inkml:trace contextRef="#ctx0" brushRef="#br0" timeOffset="37067.82">22813 9408 2903 0,'-19'-3'0'0,"5"3"0"0,5 0 0 0,8 0 0 0,-1 0 0 0,2 0 0 0,0 0 0 0,13 2 0 0,16-1 0 0,10-1 0 0,7 0 124 0,11-1 341 0,10-9-218 0,-2-2-104 16,-3 2-94-16,-10 1-49 0,18-3 0 0,-16 2-75 16,11-1-42-16,-14 4 77 0,4-2 40 15,-2 5-673-15,-8 1 356 0,-8 3 187 0,-5 0-10 0,-9 1-479 16</inkml:trace>
  <inkml:trace contextRef="#ctx0" brushRef="#br0" timeOffset="37398.5">23173 9634 2674 0,'-16'0'0'0,"5"0"0"0,3 0 0 0,6 0 0 0,2 0 0 0,0 0 0 0,17-2 0 0,10-1 0 0,5 0 0 16,5 1 0-16,9 2 284 0,-2 0-123 0,-7 0-61 0,1 5-97 0,-10 3 9 0,4 6 27 16,-15-3-1-16,-2 2-208 15,-11 4 105-15,-4 6 51 0,-4-3 36 0,-18 3-73 16,-14 1 45-16,-4-1 18 0,-4-4 64 0,-7 1-24 15,0-3-70-15,2-2-38 0,4-2 380 0,9-3-157 16,1-1-75-16,10-4-12 0,11 0 95 0,0-2-175 16,7-3 0-16,5 2 0 0,2 0 0 0,11-1 0 15,15 2 0-15,11-1 0 0,7-1 0 0,3-1 0 16,4 2 0-16,2-2 0 0,-11 0 0 0,15 0 0 16,-20 0 0-16,4 0 0 0,-2 0 0 15,-9 0 0-15,-9 2-114 0,2 0-74 16,-12 0 75-16,-1 0-423 0,-4-1 249 0,-4-1 125 15,-1 0 52-15,-1 0-397 0,-3 0 235 0,-8-7 117 16,-3-16-106-16,1-3 111 0</inkml:trace>
  <inkml:trace contextRef="#ctx0" brushRef="#br0" timeOffset="37563.82">23389 8545 3331 0,'-3'-16'0'0,"1"9"0"0,0 4 0 0,2 3 0 0,0 0 0 0,-2 10 0 0,2 15 0 0,0 5 0 0,0 7 0 0,2 7 5 0,3 5 330 0,4 3-146 0,-4 4-118 0,1 1-71 16,1-1 0-16,3 1 0 0,-1-1-482 0,2 1 185 15,4-2 178-15,0 9 73 0,2-4-1019 0</inkml:trace>
  <inkml:trace contextRef="#ctx0" brushRef="#br0" timeOffset="37730.85">24008 9775 3588 0,'-3'0'0'0,"-1"11"0"0,3 0 0 0,-3 0 0 16,1 3 0-16,-3 4 0 0,1 2 0 0,-2-2 0 0,0 5 0 0,0-1 0 0,-1 2 130 0,1 3-46 15,-1-3-558-15,2-3 257 0,1 2 129 0,1-3-970 0,3 0 518 0</inkml:trace>
  <inkml:trace contextRef="#ctx0" brushRef="#br0" timeOffset="37950.55">24444 9424 3931 0,'-15'-19'0'0,"11"14"0"0,4 4 0 0,0 1 0 0,0 0 0 16,0 0 0-16,0 0 0 0,7 0 0 0,10 0 0 0,4 0 0 0,3 0 0 0,6 0 0 0,2 0 0 0,1 0 0 0,2 0 0 0,-1 0 0 15,0 1 0-15,-3 4 0 0,0 2-269 0,-3 0-105 16,-2 6 205-16,-8-5-1056 0</inkml:trace>
  <inkml:trace contextRef="#ctx0" brushRef="#br0" timeOffset="38118.94">25220 9410 3931 0,'-1'-3'0'0,"1"1"0"0,1 0 0 16,13-1 0-16,9 2 0 0,5-1 0 0,7 0 0 0,8 0 0 0,6 1 0 0,2-1 0 0,0 2 0 0,0 0 0 0,-3 0 0 0,-1 0 0 15,-5 0 0-15,7 9 0 0,-10 0-233 0,-3 4 77 16,-6 3 97-16,-8 1-1204 0</inkml:trace>
  <inkml:trace contextRef="#ctx0" brushRef="#br0" timeOffset="38429.58">25200 9722 3180 0,'-22'0'0'0,"7"0"0"0,4 0 0 0,4 0 0 0,7 0 0 0,0-4 0 0,23-3 0 0,5 6 0 0,6 1 0 0,8 0 0 0,1 0 119 16,2 8 104-16,-2 4-91 0,-9-2-38 0,-1 6-28 15,-6 3 0-15,-10-1-27 0,-8 5-27 0,-7 4-61 16,-2-2 40-16,-17 6 19 0,-11-4 0 0,-7 2-102 16,-1-6 66-16,-3-1 32 0,5-7 85 0,-5 0-34 15,4-2-61-15,5-3 10 0,6-6-6 0,5-1 0 16,5-1 0-16,5-2 0 0,6 0 0 0,0 0 0 16,3 0 0-16,3 0 0 0,21 0 0 15,6 0 0-15,3 0 0 0,11 0 0 16,0 0 0-16,2 0 0 0,-8 0 0 0,14 0 0 15,-8 0 0-15,-9 0 0 0,-1 0 0 0,-3 1 0 16,-5-1 0-16,-5 0 0 0,-1 0-380 0,-10 3 151 16,1-3 95-16,-4 0-316 0,-3 0 196 0,-2 0 112 15,-1 0 50-15</inkml:trace>
  <inkml:trace contextRef="#ctx0" brushRef="#br0" timeOffset="38648.37">25313 8451 3582 0,'11'-27'0'0,"10"20"0"0,7 1 0 0,2-1 0 0,7-1 0 0,3 2 0 0,2 3 0 0,1 1 0 0,-1 0 0 0,11 0 0 0,-2 2 309 0,2 0-269 0,-5 0-40 16,-4 6 0-16,-8 0 0 0,-1 1 0 0,-6 0-594 15,-11 1 299-15,-3 1 168 0,-6 0 84 0,-7 4-963 16,-2-1 492-16</inkml:trace>
  <inkml:trace contextRef="#ctx0" brushRef="#br0" timeOffset="38991.15">25347 8422 2421 0,'-18'10'0'0,"4"7"0"0,1 10 0 0,3-2 0 0,3 7 0 0,3 7 0 0,4 9 0 0,0 3 0 0,0 2 0 0,0 2 0 0,0 2 629 16,2-1-294-16,0-4-147 0,0-3-74 0,-1-9 125 0,1 1-234 0,0-5-5 15,0-4 0-15,-2-10 0 0,0-3 0 0,0-6 0 16,0-3-18-16,-4-5-88 0,-1-5 68 0,-4 0 37 16,-1-1-41-16,-1-11 49 15,-2-7-10-15,1-3-165 0,1-3 83 0,0-2-27 16,-1-4 39-16,3-1-2 0,0 2 0 0,3 6 17 15,0 3 158-15,0 6-62 0,3 5-29 0,0 0 6 16,-1 5 330-16,-1 4-155 0,2 1-92 0,-5 6-46 16,1 10-52-16,-4 8 0 0,-1 3 0 15,0 1 0-15,-4 2 0 0,2 0 0 0,-2 2 0 0,2-2 0 16,2-2 0-16,1-3 0 0,2-5 0 0,5 1-177 16,2-2 40-16,2-6 74 0,0-1-813 15,0-4 418-15,6-3 209 0,14-5-211 16,-1 0 200-16,13-16 115 0</inkml:trace>
  <inkml:trace contextRef="#ctx0" brushRef="#br0" timeOffset="39216.41">25538 8806 2504 0,'30'-10'0'0,"2"7"0"0,-2 0 0 0,0 3 0 0,-3 0 0 0,-8 0 0 0,-1 10 0 0,-4 3 0 0,-5 2 0 0,-5 4 0 0,-4 0 282 0,0 5-121 0,-21-1 159 0,1 1-140 16,-7-3-60-16,-3 0-45 0,0-3 120 0,4-1-101 15,3-6-94-15,2 1 0 0,8-5 0 0,0 0 0 16,6-2 0-16,3-1 0 0,4-1 0 0,0 1 0 16,4 0 0-16,14-1 0 0,7 0 0 0,0 2 0 15,5-4 0-15,3 3 0 0,1 1 0 0,0-3 0 16,1 4 0-16,-1 2 0 0,-2 1 0 0,-2 5-946 16,-2 2 291-16,-1 1 313 0</inkml:trace>
  <inkml:trace contextRef="#ctx0" brushRef="#br0" timeOffset="39376.15">26396 9619 3377 0,'-7'2'0'0,"2"7"0"0,-3 3 0 0,-2-1 0 0,0 4 0 0,-3 3 0 0,5 2 0 0,-3-2 0 0,0 4 0 0,4 1 0 0,-3 9-97 0,4-2 66 0,-1 2 34 0,0 4-1207 15</inkml:trace>
  <inkml:trace contextRef="#ctx0" brushRef="#br0" timeOffset="39700.11">26942 9313 3092 0,'-11'-6'0'0,"6"5"0"0,5 1 0 0,0 0 0 0,0 0 0 0,11 0 0 0,12 0 0 0,8 4 0 16,10-4 0-16,14 0 0 0,10 0 283 0,3 0-123 0,-6 0-73 0,14-7-49 0,-10 1 0 0,-12 1 0 0,5 0-196 15,-6 2 97-15,-12 1 60 0,-3 2 14 16,-4 0-869-16,-10 7 445 0</inkml:trace>
  <inkml:trace contextRef="#ctx0" brushRef="#br0" timeOffset="39935.01">27074 9555 2764 0,'-30'0'0'0,"7"3"0"0,11 0 0 16,0-1 0-16,6-2 0 0,6 0 0 0,0 0 0 0,16 0 0 0,11 0 0 0,3 0 0 0,3-2 125 0,3-2-44 0,0-2 46 16,3 0-35-16,-5 1-10 0,-7-1-43 0,-5 3 46 0,-3 0-23 15,-10 0 0-15,-2 0-14 0,0 2 165 16,-6-1-88-16,-1 1-99 0,0-2-26 0,0 1 0 15,-10-1 0-15,-2-2 0 0,4 3 0 0,0-2 0 16,1 0 0-16,0-1 0 0,5 4 0 0,-2-1 0 16,2 0 0-16,0 0 0 0,2 2 0 0,0 0 0 15,0 0-1128-15,2 12 532 0</inkml:trace>
  <inkml:trace contextRef="#ctx0" brushRef="#br0" timeOffset="41665.53">26348 9279 2572 0,'-6'-4'0'0,"2"1"0"0,1 2 0 0,1-1 0 0,2 2 0 0,0 0 0 0,0 0 0 0,0 0 0 0,0 0 0 0,7 0 0 0,9 0 193 0,5 0-83 0,2 0 204 15,2 0-137-15,1 0-70 0,-1 0 271 16,-1 0-298-16,6 0-80 0,-4 0 0 0,2 0 0 15,-1 2 0-15,-1-1 0 0,-5 2 0 0,2 0-57 16,1-2-150-16,-5 1 123 0,-3-1-845 0,0 1 458 16,-6 1 151-16</inkml:trace>
  <inkml:trace contextRef="#ctx0" brushRef="#br0" timeOffset="42289.8">27078 9543 1391 0,'-5'0'0'0,"1"0"0"0,1 0 0 0,-1 0 0 0,2 0 0 0,2 0 0 0,-3-1 0 0,3-1 0 0,0 0 0 0,3 1 0 0,10-2 345 0,1 0-144 16,6 1-86-16,-1 1 172 0,1-2-125 15,1 3-62-15,2 0-31 16,-2 0 138-16,-3 4-90 0,0 5-39 0,-1 1 0 0,-4 3-5 0,1 2-35 16,-7-1 9-16,1 3-49 0,-7 2 1 15,2 0 38-15,-3 2 1 0,-3-1-26 0,-10 0 10 16,-7 2 15-16,-4-2 1 0,-5-1-20 0,-2-2 20 15,-7 0-1-15,2-6 146 0,-3 1-77 0,-2-5-46 16,7-3-60-16,-2 0 0 0,1-4 0 0,8 0 0 16,2 0 0-16,5 0 0 0,9 0 0 0,1 0 0 15,6 0 0-15,1 0 0 0,3 0 0 0,10 0 0 16,15 0 0-16,11 0 0 0,-2 0 0 0,14 0 0 16,-2 0 0-16,2 1 0 15,1 3 0-15,4-2 0 0,-2 2 0 0,-2-2 0 16,-3 0 0-16,-10 0 0 0,2-1 0 0,-4 2 0 15,-8-2 0-15,-2 3-187 0,-6-1 2 0,-1 0 57 16,-7 0-359-16,0-1 224 0,-5 0 103 0,-3 0-676 16,-2-2 399-16</inkml:trace>
  <inkml:trace contextRef="#ctx0" brushRef="#br0" timeOffset="42507.18">27437 8520 3931 0,'-13'-26'0'0,"7"20"0"0,4 5 0 0,2-1 0 0,0 2 0 0,0 0 0 16,0 0 0-16,0 3 0 0,0 10 0 0,2 6 0 0,4 8 0 0,2 3 0 0,-1 9 0 0,-1 3 0 0,-3 0 0 15,1 5 0-15,-2 2 0 0,-2 2 0 0,0-1 0 16,0 1 0-16,0 0-1051 0,0 1 524 0,0-1 261 15,0-8 14-15</inkml:trace>
  <inkml:trace contextRef="#ctx0" brushRef="#br0" timeOffset="42737.4">27812 8806 3931 0,'16'-6'0'0,"6"6"0"0,5 0 0 0,1 10 0 0,4 5 0 0,0 7 0 0,0 8 0 0,1 8 0 0,0 5 0 0,-6 6 0 0,-4 5 0 0,-2 12 0 16,-9-6 0-16,-5 0 0 0,-4 4 0 0,-3 1 0 0,0-2 0 15,-11 13 0-15,-13-4 0 16,-1-6 0-16,-5-1 0 0,-3-2 0 0,2-13 0 16,-8 8 0-16,5-15 0 0,-4-1 0 0,1-5 0 15,-4-5 0-15,6-6-381 0,-7 3 139 0,1-7-834 16</inkml:trace>
  <inkml:trace contextRef="#ctx0" brushRef="#br0" timeOffset="44052.58">6494 10851 1800 0,'-8'-17'0'0,"3"2"0"0,-3 0 0 0,2 2 0 0,-1 1 0 0,1 1 0 0,-4 1 0 0,5 5 0 0,0-1 0 0,1 2 0 0,0 1 85 16,4 1 360-16,-2 0-199 0,2 2-88 0,0 0 197 15,0 0-153-15,11 0-78 0,13 0-38 0,7 0 286 16,6-2-314-16,16 0-58 0,-2 0 0 0,5-2 0 15,9 3 0-15,-1-1 0 0,-1 0 0 0,19 2 0 16,-3 0 0-16,19 0 0 0,-2 0 0 0,-1 0 0 16,-4-2 0-16,22 1 0 0,-11-4 0 0,1 0 0 15,-4 1 0-15,-23 3 0 16,-6-1 0-16,10 0 0 0,-29 0 0 0,-2 1 0 16,-12 1 0-16,-10 0 0 0,-6 0 0 0,-8 0 0 15,-8 0 0-15,0 0 0 0,-3 0 0 0,-2 0 0 16,0-3 0-16,0-1 0 0,-2-2 0 0,-4-1 0 15,-2 2 0-15,4-3 0 0,1 3 0 0,1 2 0 16,0 2 0-16,0-1 0 0,2 2 0 0,0 0 0 16,4 13-282-16,14 8-245 0,9 1 240 15,10 2 120-15</inkml:trace>
  <inkml:trace contextRef="#ctx0" brushRef="#br0" timeOffset="44465.53">9155 10533 2328 0,'-17'-7'-5'0,"2"4"3"0,0 0 1 0,2 0 0 0,0-1 1 0,2-2 0 0,1 4 0 0,1-2 0 0,1 2 0 0,5-1 0 0,0 1 687 16,3 0-319-16,0 2-159 0,0 0-80 0,6 0 90 16,13 0-219-16,7 0 0 0,11 0 0 0,4 0 0 15,8 0 0-15,3 2 0 0,8 3 0 0,11-4 0 16,-2 0 0-16,9 2 0 0,12-2 0 0,-17-1 0 16,12 2 0-16,10-2 0 0,-6 1 0 15,-1 2 0-15,2 3 0 0,-1-5 0 0,-16 4 0 16,1-2 0-16,-5 4 0 0,-16-3 0 0,-2 2 0 15,-13-3 0-15,-10 1 0 0,-9-2 0 0,-4-1 0 16,-7-1 0-16,-6 0 0 0,0 0 0 0,-2 0 0 16,-2-3 0-16,-10-6 0 0,1-3 0 0,0 3 0 15,1 2 0-15,3 1 0 16,3 3 0-16,0 0 0 0,4 3-188 0,0 0-211 16,11 12 174-16,14 4-612 0,16 7 399 0</inkml:trace>
  <inkml:trace contextRef="#ctx0" brushRef="#br0" timeOffset="44941.68">11736 10394 2499 0,'-27'-5'-7'0,"1"-1"1"0,4-1 2 0,5-1 0 0,0 1 2 0,3-1 1 0,5 1 0 0,4-3 1 0,3 3 0 0,2-3 0 0,4 1 406 0,19-1-178 15,6 3-78-15,11 1 453 16,1 2-533-16,6 1-70 0,0 1 0 0,4 2 0 0,-1 0 0 0,3 0 0 16,9 2 0-16,-11 3 0 15,12 3 0-15,-1-2 0 0,-5-2 0 0,18 1 0 16,-6-1 0-16,-1-1 0 0,2 0 0 0,1-3 0 16,-11 0 0-16,9 0 0 0,-16 0 0 15,3 0 0-15,-7 0 0 0,-4-3 0 0,-11-2 0 0,-2 0 0 16,-11-1 0-16,-3 0 0 0,-4-2 0 0,-3-2 0 15,-4 3 0-15,-3-3 0 0,0 2 0 0,-2-2 0 16,-2 3 0-16,0-1 0 16,0 2 0-16,0 3 0 0,0 1 0 0,0 0 0 0,0 2 0 0,0 0 0 15,0 17 0-15,-12 15-96 16,1 7-1339-16</inkml:trace>
  <inkml:trace contextRef="#ctx0" brushRef="#br0" timeOffset="46129.55">22706 10603 1499 0,'-2'0'0'0,"-2"-2"0"0,1 0 0 0,-1 0 0 0,2 1 0 0,0-2 0 0,1 3 0 0,1-1 0 0,0 1 0 0,0 0 0 0,0-2 182 0,0 2-68 0,0 0-33 16,0-2 270-16,3 2-152 0,4 0-65 0,1 0-49 15,2 0 149-15,3 0-93 0,1 0-48 16,3 0 271-16,6 0-148 0,5 0-90 15,3 2-40-15,11 0-60 0,6-1-26 0,14-1 0 16,-9 0 0-16,21 0 0 0,-3 0 0 0,0-1 0 16,2-3 0-16,-6-1 0 15,-14 4 0-15,1-1 0 0,-7 2 0 0,-13 0 0 0,-10 0 0 0,-1 0 0 16,-10 0 0-16,-4 0 0 0,-4 0 0 16,-3 0 0-16,1 0 0 0,-3 0 0 0,0-1 0 0,0-3 0 15,0 2 0-15,0 0 0 16,0 2-438-16,4 0 36 0,7 2 166 0,8 15 101 15,11 11-841-15</inkml:trace>
  <inkml:trace contextRef="#ctx0" brushRef="#br0" timeOffset="47213.21">24644 10588 779 0,'0'0'0'0,"0"-2"0"0,0-1 0 0,0 2 0 0,0-1 0 0,0 1 0 0,0-2 0 0,0 2 0 0,0-1 0 0,0 0 0 0,-2 0 73 0,2 0-25 0,0 0-1 15,-1 2 39-15,1-2-38 16,-2 2 11-16,2-1-11 0,0 1 86 0,0 0-43 15,0 0 0-15,0 0-43 0,0 0 136 0,0 0-75 16,0 0-30-16,0 0 74 0,5 0-53 0,7 0 0 16,4 0-41-16,4 0 194 0,6 0-103 0,6 0-52 15,7 0 66-15,-1 1-58 0,10 1 11 16,5 0-69-16,9 0 177 0,2 0-89 0,2 0-44 16,1 4 0-16,-5-3 22 0,13 3-114 15,-8-1 0-15,-13 1 0 0,4 0 0 0,-9-1 0 16,-8 1 0-16,-2 0 0 0,-3-3 0 0,-9 1 0 15,-5 0 0-15,-5-4 0 0,-6 0 0 0,-2 0 0 16,-3 0 0-16,-2 0 0 0,-2 0 0 0,0-2 0 16,0-5 0-16,-2-1 0 0,0-1 0 0,0-1 0 15,0 1 0-15,2 3 0 0,-2 0 0 0,1 3 0 16,7 1-5-16,5 2-180 0,4 0 96 0,5 11-1163 16</inkml:trace>
  <inkml:trace contextRef="#ctx0" brushRef="#br0" timeOffset="48210.64">26697 10486 1102 0,'-5'-1'-1'0,"-3"-2"1"0,2-1 0 0,1-1 0 0,1 1 0 0,1 1 0 0,1-1 0 0,0 0 0 0,-1 3 0 0,2-2 0 0,-1 1 132 0,0 1-39 0,-1-1-1 15,3 1-27-15,-1 1 75 0,-1 0-44 0,2 0 0 16,-2 0-1-16,2 0 0 0,0 0-30 0,0 0-14 16,0 0 105-16,0 0-52 0,0 0 0 0,0 0-52 15,0 0 69-15,0 0-13 0,0 0-56 0,0 0 97 16,0 0-49-16,2 0 0 16,-2 0-35-16,2 0 88 0,-2 0-51 0,1 0 1 15,-1 0 9-15,3 0 13 0,-1 0-74 0,4 0 1 16,1 0-51-16,4 0-1 0,5 0 0 0,2 0 0 15,6 0 0-15,3-2 0 0,1-1 0 0,2 2 0 16,1 1 0-16,4 0 0 0,2 0 0 0,7 0 0 16,-3 0 0-16,2 0 0 0,4 4 0 0,6 1 0 15,10 2 0-15,-4 1 0 0,1-3 0 0,-1 3 0 16,-7-2 0-16,6-1 0 0,-2 4 0 0,-3-4 0 16,-8-1 0-16,-10 1 0 0,0-1 0 0,-8-1 0 15,-1 0 0-15,-4 0 0 16,-4-1 0-16,-6-2 0 0,-4 1 0 0,0-1 0 15,-1 0 0-15,-6 0 0 0,1 0 0 0,0 0 0 16,-2 0 0-16,0 0 0 0,0 0 0 0,0 0 0 16,0 0 0-16,0 0 0 0,0 0 0 0,0-1 0 15,2-1 0-15,-2 2 0 0,0-2 0 0,1 2 0 16,2 0 0-16,-2 0-616 0,0 11 250 0,4 6 156 16</inkml:trace>
  <inkml:trace contextRef="#ctx0" brushRef="#br0" timeOffset="62736.86">5435 11852 2007 0,'0'-14'0'0,"-7"8"0"0,5 0 0 0,-1 0 0 0,-2 0 0 0,2-1 0 0,1 2 0 0,-1 2 0 0,3 1 0 0,0 1 0 0,0 1 256 0,0 0-109 0,0 0-53 0,0 0 193 16,0 6-113-16,5 14-73 0,3 5-30 0,1 6 175 15,0 8-104-15,-2 3-51 0,0 4 208 16,-2 6-283-16,0 0-16 0,-2 0 0 15,2 3 0-15,-4 1 0 0,1 0 0 0,0-1 0 16,-1 1 0-16,-1-1 0 0,2-1 0 0,-2 1 0 0,0-12 0 16,0 11 0-16,0-11 0 0,0-7 0 15,0 0 0-15,0-4 0 0,-2-10 0 0,1-2-128 16,-1-9-32-16,2-6 68 0,-2 0-380 0,-1-5 216 16,-1-1 99-16,-1-19 64 0,3-16-408 0,2-9 232 15,0-20 114-15,0-6-220 0,0-10 158 0</inkml:trace>
  <inkml:trace contextRef="#ctx0" brushRef="#br0" timeOffset="62983.25">5383 11832 3002 0,'-15'-30'0'0,"5"10"0"0,-4 5 0 0,5 0 0 0,-1 2 0 0,8 3 0 0,-1 3 0 0,3 0 0 0,0-1 0 0,15 2 0 0,10 1 231 0,4 1-95 16,7 3 379-16,6 1-468 15,-8 0-47-15,10 0 0 0,-11 10 0 0,2 7 0 0,-3 1 0 0,-3 4 0 16,-4 4 0-16,-3 2 0 0,-10 4 0 0,-5 4 0 15,-5 1 0-15,-2 8 0 0,-8-3 0 16,-10-3 0-16,-5 1 0 0,-1-7 0 16,-12 5 0-16,4-8 0 0,6-7 0 0,-6-1 0 15,4-5 0-15,3-4 0 0,2-3 0 0,4-5 0 16,6-1 0-16,1-4 0 0,4 0 0 0,6 0 0 16,-1 0-291-16,3 0 72 0,0 0 90 0,13 0-873 15,10 0 482-15,4 0 231 0</inkml:trace>
  <inkml:trace contextRef="#ctx0" brushRef="#br0" timeOffset="63292.78">5754 12429 2801 0,'-8'0'0'0,"8"1"0"16,-6-1 0-16,2 0 0 0,2 0 0 0,2 0 0 0,0 0 0 0,0 0 0 0,4 0 0 0,10 0 0 0,-1 6 251 0,4 5-106 0,1 6 149 0,-2 2-127 0,-2 5-64 0,-2 2-22 15,-3 6 8-15,-2 3-89 16,-5 0 0-16,1 1 0 0,-3-1 0 0,0-9 0 16,-3 8 0-16,-4-12 0 0,0-1 0 0,-2-3 0 15,0-10 0-15,0 0 0 0,2-6 0 0,-2-2 0 16,-1 0 0-16,8 0 0 0,-3-13 0 0,5-4 0 16,0-4 0-16,0-6 0 0,3 3 0 0,8-4 0 15,5 3 0-15,1-4 0 0,1 1 0 0,5 4 0 16,-4-1 0-16,3 5 0 15,1 3 0-15,-3 3 0 0,6-1 0 0,1 6 0 16,-2 4 0-16,1 1-873 0,1 2 378 0,-8 2 218 16,9 0-598-16,-7 0 417 0</inkml:trace>
  <inkml:trace contextRef="#ctx0" brushRef="#br0" timeOffset="63584.68">6239 12510 2766 0,'-2'0'0'0,"-2"0"0"0,-3 0 0 0,0-1 0 0,4-1 0 0,-3 2 0 0,5 0 0 0,-1 0 0 0,-1 0 0 0,3 0 0 0,0 0 128 16,0 9 484-16,0 4-287 0,0 6-225 0,0 6-100 0,3-1 0 16,-1 7 0-16,-1 3 0 0,3 4 0 15,-2-2 0-15,-1 10 0 0,3-4 0 0,1 6 0 16,-3-2 0-16,3 5 0 0,-4-8 0 0,4 14 0 16,-2-8 0-16,-1-2 0 0,0 0 0 0,0-2 0 15,-2-10 0-15,0 6 0 0,0-6 0 0,0 0 0 16,-4-3 0-16,-1 1 0 0,-3-10 0 0,-2 0 0 15,-1-3 0-15,-1-1 0 16,-2-2 0-16,-2-2 0 0,0-2 0 0,-3-4 0 16,0 3 0-16,-3-6 0 0,-1-1 0 0,0-3 0 15,1-2 0-15,-6 0 0 0,5-6-215 0,0-11 2 16,4-5 86-16,1-6-328 0,4-10 198 0,0-12 114 0,10-1-752 16</inkml:trace>
  <inkml:trace contextRef="#ctx0" brushRef="#br0" timeOffset="63760.07">6071 12282 3931 0,'0'-10'0'0,"0"7"0"0,0-4 0 0,0 0 0 0,0 1 0 0,0 1 0 0,2 0 0 0,5 1 0 0,2 1 0 0,-2 0 0 0,0 1 0 0,4 2 0 15,1 0 0-15,-2 0 0 0,3 0-156 16,-5 8-114-16,1 3 155 0,-1 2 87 15,2 5-417-15,-5-2 242 0,2 3 121 0</inkml:trace>
  <inkml:trace contextRef="#ctx0" brushRef="#br0" timeOffset="64511.13">6486 12485 2977 0,'-12'0'0'0,"3"0"0"0,6 0 0 0,0 0 0 0,0 0 0 0,3 0 0 0,0 0 0 0,0-2 0 0,4-2 0 0,10 0 0 0,7 0 103 15,3-1 397-15,-2 1-231 0,3 2-187 0,0-1-82 16,-4 0 0-16,3 3 0 0,1 0 0 0,-2 0 0 16,-3 0 0-16,0 0 0 0,0 0 0 0,-2 0 0 15,-6 5 0-15,-2-4 0 0,0 1-739 0,-2 2 234 16,-5-3 238-16,1-1 73 15,-2 2-290-15,1-2 224 0,-3 0 111 0</inkml:trace>
  <inkml:trace contextRef="#ctx0" brushRef="#br0" timeOffset="64699.4">6734 12321 2274 0,'0'-9'0'0,"0"3"0"0,0 1 0 0,0 1 0 0,0 0 0 0,0 2 0 0,5-2 0 0,5 3 0 0,5 1 0 0,2 0 0 0,7 0 110 0,-1 0 368 16,0 0-220-16,-3 0-102 0,8 7 168 0,-9 1-143 0,3-1-72 0,-3 2-68 15,-1 2-77-15,-6 1 30 16,-1-1 17-16,-4 0 0 0,-5 3-343 0,-2 1 186 16,0-1 91-16,-10 4 55 0,-7 2-228 0,-1-1 128 15,-4 2-50-15,0 1-494 0,-1 2 303 0,1 1 143 16,0 5-434-16,-7 4 298 0</inkml:trace>
  <inkml:trace contextRef="#ctx0" brushRef="#br0" timeOffset="65153.16">6741 12993 2434 0,'6'4'0'0,"-1"2"0"0,1-3 0 0,-2-3 0 0,-2 0 0 0,1 0 0 0,-2 0 0 0,-1 0 0 0,2-9 0 0,0-4 0 0,3-2 253 0,0-1-108 0,5-4-32 16,-8-1-42-16,6-1-1 0,-5-1-32 0,3 3-34 16,-3-3 1-16,-3 2 42 0,0 0-70 0,0 0 30 15,0 2 1-15,-3-1 29 0,-6 4 44 0,0 1-34 16,-3 4-10-16,1 3 0 0,-5 5 166 15,2 0-83-15,-4 3-41 0,-2 0 39 16,-2 19-118-16,1 4 0 0,-2 5 0 0,6 3 0 16,-5 10 0-16,9-8 0 0,-3 13 0 0,11-14 0 15,-1 7 0-15,6-1 0 0,0-6 0 0,0-9 0 16,2 4 0-16,5-5 0 0,5-7 0 0,1-3 0 16,0-3 0-16,2-5 0 0,-2-4 0 0,4 0 0 15,4-6 0-15,-4-13 0 0,2-5 0 16,-1-5 0-16,-1 0 0 0,-2-4 0 15,-1 0 0-15,-3 3 0 0,0 3 0 0,-5 4 0 16,0 0 0-16,-3 6 0 0,-1 8 0 0,0 1 0 16,1 5 0-16,-3 0 0 15,0 2 0-15,0 1 0 0,0 0 0 0,0 7 0 0,0 8 0 0,0 7 0 16,2 3 0-16,5 1 0 0,2 1 0 16,3-1 0-16,-1-4 0 0,5 5 0 0,1-4 0 0,1-4 0 15,2-1 0-15,-2-7 0 16,2-1 0-16,-2-5 0 0,0-3 0 0,1 0 0 15,-2-2 0-15,2 0-319 0,-2-8-158 0,1-9 224 16,2-2-666-16,-1-4 441 0,4-9 220 0</inkml:trace>
  <inkml:trace contextRef="#ctx0" brushRef="#br0" timeOffset="65526.48">7154 11775 3160 0,'-16'-8'0'0,"2"6"0"0,3 1 0 0,2-1 0 0,5 0 0 0,-2 2 0 0,4-2 0 0,2 2 0 0,0 0 0 0,2 0 0 0,16 0 206 0,4 0-83 15,5 0-43-15,2 0 282 0,6 0-362 0,0 0 0 16,2-2 0-16,-2 0 0 0,0 0 0 0,0-2 0 16,-1 0 0-16,1-1 0 0,-4 1 0 0,0-2 0 15,-6 3 0-15,0-3 0 0,-3 1 0 0,-1-1 0 16,-2 1-123-16,-6-1-45 15,0 0-349-15,-4-1 230 0,-2 4 129 0,-4-6 60 16,2 4-594-16,-5-1 327 0,1 3 163 0</inkml:trace>
  <inkml:trace contextRef="#ctx0" brushRef="#br0" timeOffset="65816.03">7464 11549 3112 0,'-14'0'0'0,"6"-2"0"0,6 1 0 0,-2-1 0 0,0 0 0 0,4 2 0 0,0-3 0 0,0 3 0 0,0-1 0 0,0-1 0 0,8 0 147 0,4 0 316 16,2-1-254-16,5 0-209 0,2 1 0 0,4 2 0 15,1 0 0-15,-1 0 0 0,5 0 0 0,-3 5 0 16,0 2 0-16,3 1 0 0,-1 1 0 0,2 0 0 16,-1-2 0-16,0 3 0 0,-2-2 0 0,-1-1 0 15,-8-2 0-15,-1 3 0 0,-3 0 0 0,-7-4 0 16,-1 2 0-16,-5-1 0 15,-2 3 0-15,0-2 0 0,-12 3 0 0,-8 2 0 16,-5 0 0-16,-3 0 0 0,-4 2 0 0,0 2 0 16,2-1 0-16,0 2 0 0,0 2-252 0,2 2-38 15,0 0 123-15,3 6-766 0,7-5 448 0,6 6 223 16</inkml:trace>
  <inkml:trace contextRef="#ctx0" brushRef="#br0" timeOffset="66994.53">7533 11932 2571 0,'-5'-3'-1'0,"5"0"1"0,-4 2 0 0,4 1 0 0,-2-2 0 0,2 2 0 0,-3 0 0 0,1 0 0 0,0 9 0 0,2 6 0 0,0 7 159 0,0 5-60 16,0 2-29-16,0 3 335 0,0 3-173 0,2 2-101 15,0 9 134-15,1-5-265 0,1 2 0 0,-2 2 0 16,1-3 0-16,-3 8 0 0,0-2 0 0,0-2 0 16,0-8 0-16,-5 1 0 0,1-3 0 0,-5-6 0 15,4-6 0-15,-2-1 0 0,0-6 0 0,2-8 0 16,1-1 0-16,0-3 0 0,3-3 0 0,-3-2 0 16,0 0 0-16,2 0 0 0,-2-6 0 0,4-8 0 15,0-2 0-15,0 0 0 0,0-5 0 0,5-1 0 16,5 1 0-16,3-4 0 15,5 4 0-15,-2-3 0 0,3 4 0 0,2-1 0 16,-5 6 0-16,5 0 0 0,-1 2 0 0,-2 3 0 16,-1 3 0-16,0 2 0 0,-2 3 0 0,0-1 0 15,-2 3 0-15,2 0 0 0,-1 3 0 0,0 6 0 16,2 5 0-16,-2-2 0 0,1 3 0 0,-3 2 0 16,-2 1 0-16,3-1 0 0,-8 1 0 0,0 0 0 15,-3 1 0-15,-2-2 0 0,0 0 0 0,0 0 0 16,-9 2 0-16,-5-4 0 15,-4 3 0-15,-1-3 0 0,-2 0 0 0,5-5 0 16,-5 0 0-16,2 0 0 0,1-2 0 0,-2-5 0 16,5 1 0-16,-5-4 0 0,5 0 0 0,-2 0 0 15,2 0 0-15,1 0 0 0,2-1 0 0,0-7 0 16,5 2 0-16,-4-1 0 0,5-1 0 0,1 1 0 16,-2-1 0-16,2 1 0 0,3-1 0 0,2-1 0 15,0 1 0-15,0 1 0 16,0 0 0-16,2-5 0 0,10 1-488 0</inkml:trace>
  <inkml:trace contextRef="#ctx0" brushRef="#br0" timeOffset="83226.14">8471 11938 3624 0,'-7'-8'0'0,"5"7"0"0,0 1 0 0,2 0 0 0,0 0 0 0,0 0 0 0,0 0 0 0,0 0 0 0,0 0 0 0,0 0 0 0,0-3 307 0,2 3-307 16,11-1 0-16,2-1 0 0,7 0 0 0,-3-2 0 16,8 1 0-16,-6-1 0 0,2-2 0 0,3 3 0 15,-4-1 0-15,1 1 0 0,-3 0 0 0,1 1 0 16,-5 0 0-16,0 1 0 0,-2 1 0 0,-2 0 0 16,-1 0-156-16,1 0-342 0,-5 1 230 0,-2 13-718 15,1 4 474-15</inkml:trace>
  <inkml:trace contextRef="#ctx0" brushRef="#br0" timeOffset="83399.27">8552 12188 3931 0,'-21'17'0'0,"6"0"0"0,0-4 0 0,6-6 0 0,3-2 0 0,-2 0 0 0,8-3 0 0,0-2 0 0,0 3 0 0,9 1 0 0,13 0 0 16,-3 0 0-16,9-2 0 0,2-1 0 0,2 1 0 15,0 1 0-15,2-3 0 0,-3 1 0 0,3-1 0 16,-4 2 0-16,2 2 0 0,-2-2 0 0,-2 3 0 15,-3-2-176-15,5 4-292 0,-2 0 79 0,4 0 179 16</inkml:trace>
  <inkml:trace contextRef="#ctx0" brushRef="#br0" timeOffset="84377.6">10921 11397 3736 0,'-17'0'0'0,"2"0"0"0,1 0 0 0,5 0 0 0,6 0 0 0,3 0 0 0,0 0 0 0,0 0 0 0,7 0 0 16,14 0 0-16,4 0 135 0,10 0-75 0,2 0-60 0,8 0 0 0,4 0 0 16,4 0 0-16,-1 0 0 0,1 0 0 15,0 0 0-15,-1 2 0 0,-1 0 0 0,0 0 0 16,-5 0 0-16,-7-2 0 0,0 2 0 0,-6-2-102 16,-8 0-190-16,-1 0 50 0,-5 0-427 0,-2 0 316 15,-8 0 147-15,-1-2 89 0,-7-2-469 16,-1-5 273-16,0-1 138 0,0-1 68 0,-9-4-179 0</inkml:trace>
  <inkml:trace contextRef="#ctx0" brushRef="#br0" timeOffset="84568.16">11542 11187 2000 0,'-7'-12'0'0,"4"5"0"0,3 1 0 0,0 1 0 0,0-1 0 0,9 2 0 0,7 3 0 0,3-1 0 0,6 2 0 0,1 0 0 0,0 0 92 0,2 0-27 0,-2 7 410 0,-3 2-209 15,4 5-119-15,-11-1 339 0,1 4-224 0,-6 0-124 16,-2 3-138-16,-4 5 0 0,-5 5 0 15,0 0 0-15,-12 4 0 0,-4-2 0 16,-5-1 0-16,-2 1 0 0,-7 5-195 0,8-11-52 16,-6 0 143-16,-1-2 71 0,1-1-394 0,0-4 109 15,0-4 97-15,-1-6-470 0,3-1 327 0,6-6 163 16,-3-2 82-16</inkml:trace>
  <inkml:trace contextRef="#ctx0" brushRef="#br0" timeOffset="84918.48">11373 11593 2255 0,'-4'-8'0'0,"1"5"0"0,1-1 0 0,2 2 0 0,0 0 0 0,0 2 0 0,0 0 0 0,0 0 0 0,2 2 0 0,7 7 0 0,1 5 81 0,-1 6 621 0,2 8-337 0,-3 4-163 16,-3 11 124-16,-3 2-326 0,0 5 0 0,-2 5 0 15,0 3 0-15,0-1 0 0,-2-1 0 0,-1-3 0 16,-1-3 0-16,-2-6 0 0,2 5 0 0,0-14 0 16,1-1 0-16,-1-4 0 0,2-9 0 0,0-4 0 15,-1-4 0-15,1-6 0 0,0-3 0 0,-1-4 0 16,0 0 0-16,-1-2 0 0,4-11 0 15,0-6 0-15,0-4 0 0,0 1 0 16,10 1 0-16,6-2 0 0,5 1 0 0,4 2 0 16,5 5 0-16,2 2 0 0,2 3 0 0,1 6 0 15,-1 4 0-15,0 0 0 0,-2 4 0 0,-4 13 0 16,-2 4 0-16,-3 3 0 0,-7 3 0 0,-5-1 0 16,-2 4 0-16,-8 1 0 0,-1 0 0 0,-1-1 0 15,-17-4 0-15,-3 1 0 0,-4-7 0 16,-3-2 0-16,-4-4 0 0,-2-3 0 0,-1-6 0 0,-2 0 0 15,1-5 0-15,-1 0 0 16,2 0 0-16,1 0 0 0,4-1 0 0,1-10 0 16,7-4 0-16,3-6 0 0,4-2-584 0</inkml:trace>
  <inkml:trace contextRef="#ctx0" brushRef="#br0" timeOffset="85501.68">9363 11457 2718 0,'-9'-14'0'0,"-1"4"0"0,7 6 0 0,-3-2 0 0,4 5 0 0,0-1 0 0,2 2 0 0,0 0 0 0,0 3 0 0,0 18 0 0,8 7 146 0,4 12-53 15,0 2 200-15,1 11-127 0,0 8-55 16,-1 12-40-16,-2-4 262 0,-2 4-333 0,-3-2 0 16,0 1 0-16,-3-9 0 0,0 9 0 0,-1-9 0 15,1-10 0-15,-2 0 0 0,0-1 0 0,0-13 0 16,0 0 0-16,0-5 0 0,-2-12 0 0,-1-6 0 16,-1-5 0-16,-1-6-27 0,-1-3-506 0,-4-2 247 15,1-13 124-15,4-15 62 0,-3-14-412 0,3-8 228 16,-2-19 127-16,4-7 59 15,1-19-536-15</inkml:trace>
  <inkml:trace contextRef="#ctx0" brushRef="#br0" timeOffset="85729.8">9303 11446 2348 0,'-2'-23'0'0,"1"8"0"0,1 4 0 0,0 1 0 0,0 2 0 0,3 0 0 0,13 1 0 0,6 0 0 0,4 2 0 0,6 3 0 0,3 0 494 0,2 2-228 15,0 0-114-15,2 2 99 16,-3 10-106-16,-4 1-44 0,-4 4-36 0,-3 3 1 15,-6 3-28-15,-8 3-33 0,-5 2-5 0,-6 4 0 16,0 0 0-16,-8 2 0 0,-13 4 0 0,-2-4 0 16,-2-2 0-16,0-7 0 0,-3 3 0 0,0-3 0 15,3-4 0-15,0-2 0 0,7-8 0 0,-1 1-86 16,5-6-670-16,3-1 348 0,2-2 185 16,6-2 92-16,1 4-277 0,2-2 190 0,0-1 89 15,9 2 46-15</inkml:trace>
  <inkml:trace contextRef="#ctx0" brushRef="#br0" timeOffset="85953.4">9600 11880 1839 0,'13'6'0'0,"-1"5"0"0,-1 2 0 0,-2 2 0 0,-2 2 0 0,0 3 0 0,-4 9 0 0,-1-1 0 0,0 3 0 0,-2 2 0 0,0 0 180 0,0 1-61 0,0-2 375 16,0-2-228-16,-2-3-114 0,0-9-56 0,1 3 150 16,-1-9-94-16,0-1-62 0,2-6 52 0,-3-1-52 15,3-2-26-15,-2-2-63 0,0 0-1 0,2-11 0 16,0-6 0-16,0-8 0 15,0 3 0-15,0-4 0 0,9 1 0 0,0-5 0 0,3 3 0 16,4 3 0-16,-1 2 0 0,2-1 0 16,-3 7 0-16,4 1 0 0,1 1-393 0,-3 1 68 15,2 4 151-15,0 1 24 0,1 5-551 0,-3-1 337 16,2 2 162-16,-2 2 82 0,0 0-474 0</inkml:trace>
  <inkml:trace contextRef="#ctx0" brushRef="#br0" timeOffset="86306.68">10038 11961 2977 0,'-4'-2'0'0,"-1"0"0"0,1 2 0 0,1 0 0 0,0-3 0 0,1 3 0 0,0 0 0 0,2 0 0 0,0 0 0 0,0 0 0 0,0 0 318 0,0 7-140 0,0 0-70 16,0 1 242-16,0 1-350 0,0 2 0 0,0 3 0 15,0-1 0-15,0 2 0 0,0 1 0 0,0 3 0 16,0 2 0-16,0 5 0 0,0 0 0 15,-2 5 0-15,0 3 0 0,1 7 0 16,-1 1 0-16,2 6 0 0,-1 3 0 0,1 0 0 16,0 3 0-16,0-2 0 0,0-1 0 0,0-1 0 15,0-1 0-15,0-12 0 0,0 11 0 0,0-10 0 16,0 1 0-16,0-1 0 0,-7-4 0 0,-1 1 0 16,-3-4 0-16,0-2 0 0,-2-3 0 0,-2-1 0 15,-2-5 0-15,0-5 0 0,-5 0 0 0,-3-1 0 16,0-3 0-16,2-1 0 0,-6-3 0 0,-1-1 0 15,-2-6 0-15,-1 0 0 16,-2 0 0-16,1-2 0 0,1-15 0 0,-1-2 0 16,0-11-405-16,6-2 181 0,3-7-343 0,5-7 264 15,3-7 133-15,8-3 56 0</inkml:trace>
  <inkml:trace contextRef="#ctx0" brushRef="#br0" timeOffset="86467.42">9845 11611 3752 0,'2'-9'0'0,"-1"5"0"0,5 2 0 0,-3 0 0 0,1 1 0 0,0 1 0 0,-1 0 0 0,4 0 0 0,-2 0 0 0,1 0 0 16,2 0 179-16,-4 0-179 0,6 0-55 0,-2 6-85 0,-1 5 89 0,3 2 53 16,-3 2-498-16,4 9 266 0</inkml:trace>
  <inkml:trace contextRef="#ctx0" brushRef="#br0" timeOffset="87236.39">10165 12259 2423 0,'-9'-4'0'0,"4"3"0"16,0-1 0-16,2-1 0 0,1 1 0 0,0 2 0 0,2 0 0 0,0-1 0 0,0-1 0 0,2 2 0 0,10-2 149 0,2 0-55 0,5 1 363 0,1-1-200 15,10-2-114-15,-3 0-53 0,5 1 156 0,-2-1-174 16,4 2-72-16,-3 0 0 0,3 0 0 0,-4 0 0 16,3 0 0-16,-1 2 0 0,-5 0 0 0,-2-1 0 15,0 1 0-15,-3 0 0 0,-4 0 0 0,0 0 0 16,-7-2 0-16,1 0 0 0,-5 2-27 0,-3-2-69 16,-1-1-564-16,-1 2 311 0,0-1 155 0,-2-1 68 15,0-3-203-15,0-4 145 0,0 3 73 0</inkml:trace>
  <inkml:trace contextRef="#ctx0" brushRef="#br0" timeOffset="87460.55">10601 11966 2633 0,'-7'0'0'0,"-1"0"0"0,5 0 0 0,1 0 0 0,-1 0 0 0,3 2 0 0,0 4 0 0,10-2 0 0,10 3 0 0,3 2 0 0,3 1 196 0,3 3 443 0,1 0-305 15,2 4-205-15,0-2-129 0,1 2 0 16,-1 0 0-16,-4 1 0 0,1-4 0 15,-6 1 0-15,-7-2 0 0,-1 0 0 0,-4-2 0 16,-5 0 0-16,-4 0 0 0,-2 3 0 0,0-1 0 16,-17 2 0-16,-6 0 0 0,-3-2 0 0,-6 2 0 15,0 1 0-15,-2-2 0 0,1 4 0 0,1-3-190 16,0 1-48-16,0 1 105 0,2 2-737 16,-4 6 415-16,2 2 209 0</inkml:trace>
  <inkml:trace contextRef="#ctx0" brushRef="#br0" timeOffset="87949.15">10305 12743 2276 0,'-10'3'0'0,"2"1"0"0,3-3 0 0,0 1 0 0,1-2 0 0,1 0 0 0,3 2 0 0,0 0 0 0,0-1 0 0,5 6 0 0,7-5 205 0,4 4-88 0,-1 0-39 15,2 0 263-15,1 2-151 0,1-3-76 16,-2 0 96-16,0 1-91 0,1-1-40 0,-2-2 0 16,1 1 44-16,-4-2-123 0,-1-1 0 0,4-1 0 15,-5 0 0-15,3 0 0 0,-3 0 0 0,-1-1 0 16,2-5 0-16,-3-3 0 0,2-3 0 0,-2 1 0 16,-2-2 0-16,-3-1 0 0,-1 3 0 0,-1-4 0 15,-2 0 0-15,0 2 0 16,0-1 0-16,-9-2 0 0,-2 1 0 0,-5 0 0 15,2 3 0-15,-3-2 0 0,-3 5 0 0,2 3 0 16,-3 0 0-16,0 5 0 0,1 1 0 0,-4 0 0 16,1 9 0-16,3 2 0 0,-7 8 0 0,5 3 0 15,-1 3 0-15,3 3 0 0,1-1 0 0,4 3 0 16,1 3 0-16,5-1 0 0,4 2 0 0,3-2 0 16,2 2 0-16,0-4 0 0,2 1 0 0,7 0 0 15,7-1 0-15,3-4 0 0,2-2 0 0,1-1 0 16,3-4 0-16,1-3 0 15,1 0 0-15,-1-6 0 0,1 0 0 0,-7-2 0 16,4-2 0-16,1 0 0 0,-4-5 0 0,-1 1 0 16,1-2 0-16,-2 0 0 0,-1 0 0 0,1 0 0 15,-1-9-128-15,2 0-393 0,2-6 241 0,-3 3 112 16,3-7-823-16,1 4 477 0</inkml:trace>
  <inkml:trace contextRef="#ctx0" brushRef="#br0" timeOffset="88385.1">10735 12830 3931 0,'-6'-1'0'0,"4"-1"0"0,2-1 0 0,0 3 0 0,0-1 0 0,0 1 0 0,3 0 0 0,11 0 0 0,1 0 0 0,4 0 0 0,4 0 0 16,0 0 0-16,5 0 0 0,-1 6 0 0,3-2 0 0,0 4 0 0,0-4 0 15,2 2 0-15,-2-3 0 16,0 0 0-16,-5-3 0 0,7 0 0 0,-11 0 0 15,-1 0 0-15,-3 0 0 0,-4 0 0 0,-5-3-409 16,-1 0 98-16,-3-3 137 0,-2-1 69 0,-2-4-508 16,0-2 279-16,-6-3 153 0,-4 0-395 0,-1-4 270 15,0 4 134-15,-2-1 68 0,2 0-232 0,0 5 163 16,1-3 86-16,1 4 37 0,1 3 190 0,1 1-107 16,1 2-44-16,2 1 666 0,2 2-346 0,0 0-173 15,2 2-86-15,0 0 381 0,0 0-109 0,0 0-154 16,8 0 530-16,5 8-330 15,2-1-166-15,2 3-82 0,2-1 190 0,5 2-310 16,3 0 0-16,-3-1 0 0,3 0 0 0,-4 2 0 16,-2-4 0-16,2 3 0 0,-5-2 0 0,-4 1 0 15,-5-4 0-15,-2 1 0 0,-4 1 0 0,-3 1 0 16,0 0 0-16,-12 1 0 16,-9 1 0-16,-2 0 0 0,-4 0 0 0,-3 1 0 0,0 1 0 0,-2-3 0 15,0 1 0-15,0-1-80 0,-1 4-70 0,-1 1-730 16,-1 1 422-16,3 6 211 15,5 1 105-15,2-2-633 0,8 3 360 0</inkml:trace>
  <inkml:trace contextRef="#ctx0" brushRef="#br0" timeOffset="88918.57">11100 13200 1824 0,'0'0'0'0,"0"2"0"0,0-2 0 0,0 0 0 0,0 0 0 0,0 0 0 0,-3 0 0 0,1-2 0 0,0-2 0 0,2-4 0 0,-2 3 212 0,2-2-88 0,-2-1-43 0,1 1 161 16,-3-3-94-16,2 3-60 0,-3-3 144 0,-2 1-97 15,4 2-50-15,-6-3-24 0,1 2 71 0,-2-2-53 16,-1 0 1-16,0 1-43 0,-2-1 167 16,0 3-74-16,-1-1-93 0,0 5-37 0,-1 0 0 0,-2 2 0 15,-1 1 0-15,2 0 0 16,-3 1 0-16,-1 10 0 0,3 7 0 0,-1 0 0 15,2 5 0-15,0 1 0 0,5 4 0 0,1-2 0 16,4 4 0-16,1-3 0 0,4 3 0 0,1-5 0 16,0 4 0-16,0-4 0 0,1 0 0 0,10-7 0 15,-2 3 0-15,3-4 0 0,4-2 0 0,-2-4 0 16,4-1 0-16,-1-6 0 0,1-3 0 0,1-1 0 16,-2 0 0-16,2-4 0 0,2-13 0 0,-5-1 0 15,2-5 0-15,-6 2 0 0,4-7 0 0,-7 4 0 16,-2 5 0-16,-1-3 0 15,-1 2 0-15,-2 4 0 0,-3 5 0 0,0 1 0 16,0 2 0-16,0 3 0 0,0 2 0 0,0 1 0 16,-3 0 0-16,0 2 0 0,-3 0 0 0,2 7 0 15,3 6 0-15,-1 4 0 0,2 2 0 0,0 2 0 16,0-2 0-16,0 5 0 0,0-2 0 0,3 1 0 16,8-2 0-16,-1-3 0 0,0 0 0 0,0-4 0 15,2-2 0-15,-1-1 0 0,1-2 0 0,-1-4 0 16,0 1 0-16,-1-2 0 15,3-4 0-15,-4 2 0 0,5-2 0 0,-2 0 0 16,2 0 0-16,-1 0 0 0,4 0 0 0,-1-2 0 16,4 0 0-16,6-1 0 0</inkml:trace>
  <inkml:trace contextRef="#ctx0" brushRef="#br0" timeOffset="89084.03">11771 13523 3931 0,'-7'0'0'0,"5"0"0"0,-2 0 0 0,1 0 0 0,1 0 0 0,2 0 0 0,0 0 0 0,0 0 0 0,0 0 0 0,0-2 0 0,0 0 0 0,0-2 0 16,0 0 0-16,2 3 0 0,1-1 0 0,3 2 0 16</inkml:trace>
  <inkml:trace contextRef="#ctx0" brushRef="#br0" timeOffset="131680.14">12686 11938 3373 0,'-15'0'0'0,"7"0"0"0,8 0 0 0,-2 0 0 0,2 0 0 0,0 0 0 0,0 0 0 0,0 0 0 0,4 0 0 0,13 0 0 0,2 0 203 0,3 0-82 0,3 0 113 16,3-5-234-16,4 2 0 0,2-1 0 0,-2 1 0 15,2-1 0-15,1 2 0 0,-1 0 0 16,2 1 0-16,-2-1 0 0,2 2 0 0,-3 0 0 16,-1 0 0-16,0 0 0 0,0 5-791 0,-2 3 270 15,0 3 218-15</inkml:trace>
  <inkml:trace contextRef="#ctx0" brushRef="#br0" timeOffset="131865.87">12925 12259 3931 0,'-21'10'0'0,"10"3"0"0,3-5 0 0,4-5 0 0,4 1 0 0,0 0 0 0,14-1 0 0,8-1 0 0,14-2 0 0,5 0 0 0,2 0 0 16,4 0 0-16,-4-2 0 0,12-2 0 0,-4-3 0 0,-3 4 0 0,0-1 0 16,-6 2 0-16,-6 0 0 15,2 2 0-15,-6 0 0 0,-8 0-42 0,-3 4-411 0,-2 4 147 0,-8 1-865 16</inkml:trace>
  <inkml:trace contextRef="#ctx1" brushRef="#br0">24719 18731 0,'0'0'16</inkml:trace>
  <inkml:trace contextRef="#ctx0" brushRef="#br0" timeOffset="143886.66">14345 11168 2913 0,'-12'-10'0'0,"3"7"0"0,3 1 0 0,-1 0 0 0,3 0 0 0,0 2 0 0,0 0 0 0,-1 2 0 0,5 15 0 0,0 11 0 0,0 10 309 0,0 7-135 16,0 13-69-16,2 6 173 0,3 6-126 0,5 5-152 15,1 17 0-15,-2-6 0 0,1 7 0 0,-3 0 0 16,1-12 0-16,-1 7 0 16,1-6 0-16,-4-3 0 0,1-2 0 0,-1-3 0 0,-2-11 0 15,0 8 0-15,-1-16 0 0,1 1 0 16,-2-2 0-16,0-10 0 0,0-11 0 0,0 2 0 16,0-10 0-16,0-5 0 0,0-8 0 0,0 1 0 15,2-8 0-15,-2-3 0 0,0-2 0 0,2 0 0 16,2-12-196-16,4-17-222 0,4-15 181 0,9-20 104 15,6-5-838-15</inkml:trace>
  <inkml:trace contextRef="#ctx0" brushRef="#br0" timeOffset="144130.81">14759 11748 3931 0,'-18'-7'0'0,"4"5"0"0,4-2 0 0,-2 2 0 0,3 1 0 0,3-2 0 0,3 2 0 0,3-1 0 0,0 0 0 0,0 0 0 0,1 0 0 0,16 0 0 0,9-2 0 16,6-3 0-16,12-1 0 0,0 3 0 0,6-3 0 16,3 1 0-16,-2-1 0 15,4 1 0-15,0 0 0 0,-5-1 0 0,-1 1 0 16,-4-1 0-16,-9 0 0 0,0 1 0 0,-2 2 0 16,-6-4 0-16,-5 3 0 0,-3 0-17 0,-1-4-248 15,-3 1 110-15,-2-3 42 0,-3-3-743 16,1-2 410-16,-5-4 204 0,0 1-480 0,-3-10 347 0,-2-1 169 15</inkml:trace>
  <inkml:trace contextRef="#ctx0" brushRef="#br0" timeOffset="144323.53">15494 11317 2379 0,'-15'-13'0'0,"2"3"0"0,0 2 0 0,3 5 0 0,3 1 0 0,3 0 0 0,0-1 0 0,4 3 0 0,0 0 0 0,6 0 0 0,11 3 676 0,10 7-324 0,0-1-158 16,6 2 136-16,8 4-330 0,-4-2 0 0,-1 0 0 15,6 4 0-15,-11-2 0 0,3 2 0 0,-6 2 0 16,-4-2 0-16,-8 0 0 0,-4-1 0 0,-3 2 0 15,-8-1 0-15,-1 4 0 0,-6 2 0 0,-16 2 0 16,-10 2 0-16,-3 0 0 0,-7 1 0 0,1-3 0 16,-1-3 0-16,8-3 0 0,-3 0 0 15,1-2-64-15,2-2-79 0,3 0 60 16,2 1-849-16,5 2 438 0,4 5 234 0</inkml:trace>
  <inkml:trace contextRef="#ctx0" brushRef="#br0" timeOffset="144739.15">15141 12177 3579 0,'-24'0'0'0,"6"5"0"0,2 1 0 0,-1-1 0 0,4-1 0 0,3 0 0 0,6-3 0 0,2 4 0 0,2-1 0 0,0 1 0 0,4 3 352 15,15 0-352-15,9 0 0 0,2 1 0 0,10-1 0 0,2 0 0 16,-1-2 0-16,-4-5 0 0,12-1 0 0,-8 0 0 15,-7 0 0-15,3 0 0 0,-5 0 0 0,-2-3 0 16,-9-5 0-16,2-1 0 0,-7-1 0 16,-2 0 0-16,-3-4 0 0,-6 1 0 15,-1-1 0-15,-2 0 0 0,-2-3 0 0,0 0 0 16,-9-2 0-16,-8 0 0 0,-5 1 0 0,-3 2 0 16,-7 4 0-16,-3 2 0 0,-5 5 0 0,-7 5 0 15,1 0 0-15,-2 13 0 0,-1 7 0 0,2 4 0 16,0 4 0-16,6 3 0 0,7 0 0 0,12-2 0 15,2 5 0-15,9 2 0 0,8-1 0 0,3 8 0 16,3-2 0-16,17 0 0 0,4-2 0 16,5-4 0-16,-2-5 0 0,13 6 0 15,-3-6 0-15,-1-6 0 0,1-3 0 0,1-2 0 16,-6-6 0-16,4-2 0 0,-1-4 0 0,-3-1 0 16,2-6 0-16,-2 0 0 0,2-2 0 0,-2-13-377 15,3-11-153-15,-3-2 246 0,-2-8-775 0,0 1 511 16</inkml:trace>
  <inkml:trace contextRef="#ctx0" brushRef="#br0" timeOffset="144891.56">15692 12330 3774 0,'-19'-5'-2'0,"-1"1"2"0,9 2 0 0,-2 0 0 0,4 2 0 0,3-2 0 0,3 2 0 0,3 0 0 0,0 0 0 0,7 0 0 0,19 0 159 0,3 0-159 16,2 0 0-16,3 2 0 0,0 0 0 0,1 0 0 15,1 0 0-15,0 0 0 0,-2 0 0 0,-2-2 0 16,-4 0 0-16,4 0-140 0,-5 0-205 0,-6 0 191 15,0 0-965-15,-3-6 540 0,-2 0 262 16</inkml:trace>
  <inkml:trace contextRef="#ctx0" brushRef="#br0" timeOffset="145067.59">16033 12143 3068 0,'-10'-10'0'0,"5"5"0"0,1 1 0 0,4 0 0 0,0 0 0 0,0 3 0 0,15 0 0 0,11-2 0 0,3 1 0 0,1 2 0 0,2 0 205 16,-2 0-76-16,1 7 365 0,0 5-459 0,-5 1-35 0,-1 2 0 15,-9-2 0-15,1 2 0 0,-6 0 0 0,-2 2 0 16,-8-1 0-16,-1-1 0 16,-1 4 0-16,-15 1 0 0,-5 0 0 0,-3-1 0 15,-2 2-670-15,-1-5 252 0,3 1 125 0,3-3 120 16,-5 7-695-16</inkml:trace>
  <inkml:trace contextRef="#ctx0" brushRef="#br0" timeOffset="145454.94">16135 12672 2939 0,'0'6'0'0,"0"-2"0"0,0-2 0 0,0-2 0 0,0 0 0 0,-2 0 0 0,-4 0 0 0,-2-7 0 0,1-4 0 0,-2 2 0 0,0 0 377 0,-3-3-162 16,1 4-94-16,-3-2-42 0,0 3 44 0,-2-1-46 16,0 5-77-16,-3 0 0 15,2 2 0-15,0 1 0 0,0 0 0 0,0 9 0 0,3 4 0 0,-2 1 0 16,1 5 0-16,2 2 0 0,2 4 0 0,2-1 0 15,2-2 0-15,7 1 0 0,0 4 0 0,0-5 0 16,2-5 0-16,14 2 0 0,5-3 0 0,-1-8 0 16,8-1 0-16,4-7 0 15,-2 0 0-15,2-5 0 0,-2-10 0 0,-2-6 0 16,-3-2 0-16,-7 1 0 0,-4 4 0 0,-3-3 0 16,-3 4 0-16,-6 6 0 0,-1-3 0 0,-1 7 0 15,0 0 0-15,0 3 0 0,-8 1 0 0,3 3 0 16,-1 0 0-16,3 0 0 0,1 3 0 0,2 6 0 15,0 4 0-15,0 2 0 0,9 2 0 0,8 2 0 16,0-2 0-16,2-1 0 16,-1-1 0-16,7 2 0 0,-3-4 0 0,-1-4 0 15,6-2 0-15,-9-5 0 0,3-1 0 0,-1-1 0 16,-3 0-523-16,-1 0-6 0,-2-8 246 0,1-6-596 16</inkml:trace>
  <inkml:trace contextRef="#ctx0" brushRef="#br0" timeOffset="145822.31">16814 11372 2739 0,'-5'-28'0'0,"3"10"0"0,-1-1 0 0,1 4 0 0,-5 2 0 0,5 2 0 0,-1 4 0 0,-1 2 0 0,1 2 0 0,3 1 0 0,-2 0 227 0,2 2 486 0,-2 0-461 0,2 0-252 15,0 0 0-15,0 4 0 0,0 7 0 16,0 4 0-16,0 2 0 0,0 7 0 16,2 3 0-16,1 2 0 0,1 7 0 0,0 9 0 15,-3 2 0-15,-1 3 0 0,0 7 0 0,0 11 0 16,-3 0 0-16,-4 5 0 0,1 0 0 0,-1 3 0 16,2-1 0-16,3-1 0 0,1-2 0 0,1-5 0 15,0-1 0-15,0-2 0 0,0-12 0 0,1 7 0 16,1-4 0-16,3-3 0 0,-3 0 0 15,-1-3 0-15,-1-8 0 0,0 10 0 0,-3-8 0 0,-9 0 0 16,3-9 0-16,-3 2 0 0,1-5 0 0,4-10 0 16,0-1 0-16,3-10 0 15,-1 0 0-15,2-5 0 0,3-2 0 0,0-3 0 16,0 0-612-16,0 0 75 0</inkml:trace>
  <inkml:trace contextRef="#ctx0" brushRef="#br0" timeOffset="150559.07">17676 11457 3244 0,'0'0'0'0,"0"14"0"0,0 4 0 0,0 8 0 0,0 6 0 0,0 10 0 0,0 3 0 0,2 7 0 0,0 9 0 0,0 9 0 0,-1 0 70 0,1 2-1 0,0 3 150 16,0 0-90-16,0 0-34 0,-1 2 10 0,2 0-105 0,-3 0 0 15,2-2 0-15,0-5 0 0,-2-12 0 0,2 4 0 16,0-10-20-16,-1-2-51 0,1-14 55 0,-2 0 28 15,2-7-109-15,-2-7 17 16,0-8 48-16,0-3-39 0,0-7-368 0,0-4 170 16,0 0 104-16,0-20-326 0,0-17 225 0,0-7 113 15,0-17 57-15,0-7-523 0</inkml:trace>
  <inkml:trace contextRef="#ctx0" brushRef="#br0" timeOffset="150804.94">17641 11551 2950 0,'0'-22'0'0,"-4"8"0"0,2 3 0 0,2 1 0 0,0 3 0 0,2 0 0 0,14 0 0 0,11 1 0 0,10-2 0 0,3 4 0 0,-2 2 461 0,12 2-216 0,-3 0-103 0,-2 8-9 15,-2 7-133-15,-2 3 0 0,-7 2 0 0,5 8 0 16,-12 2 0-16,-6-3 0 0,-6 8 0 0,-7 6 0 16,-8-2 0-16,0 9 0 0,-20-3 0 0,-6 0 0 15,-4 0 0-15,-6-3 0 0,1-2 0 16,-4-8 0-16,0-2 0 0,0-6 0 15,5-6 0-15,-1-5 0 0,1-2 0 0,6-4 0 16,3-3 0-16,5-2 0 0,7-2 0 0,2 0-633 16,5 0 278-16,2 0 158 0,4 0-500 0,1 0 329 15,17 0 164-15</inkml:trace>
  <inkml:trace contextRef="#ctx0" brushRef="#br0" timeOffset="151319.14">18065 12132 2695 0,'8'9'-1'0,"-5"3"1"0,1-5 0 0,-2 0 0 0,-1 3 0 0,1 1 0 0,2 0 0 0,2 2 0 0,0 4 0 0,1 1 0 0,2 7 182 0,1 3 164 0,-1 0-153 0,0 5-78 15,-1-3-37-15,-2 3 5 0,0 0-43 0,-3-3-1 16,-1-2-70-16,-2-4 35 16,0-1 0-16,0-5 45 0,0-5 38 0,-5-3-39 15,-6-4-48-15,2-4 0 0,-1-2 0 0,2 0 0 0,-4-2 0 16,7-7 0-16,1-7 0 0,4-1 0 15,0-2 0-15,0-4 0 0,8-2 0 0,9 0 0 16,1 1 0-16,5-3 0 0,1 1 0 0,3 4 0 16,1-1 0-16,0 2 0 0,3 1 0 0,-2 2 0 15,1 4 0-15,3 0 0 0,-4 3-162 0,1 2-599 16,0 2 362-16,-2 0 179 0,-2 1-423 0,-3 2 292 16,0 0 161-16,-5 2 76 0,0 0-127 0,-6 0 101 15,-2 1 51-15,-2-1 15 0,-6 0-30 0,-1 0 33 16,-1-1-1-16,0 2 541 0,0-1-255 15,-5 0-136-15,-3 2-53 0,0 0 859 16,1 0-451-16,0 0-104 0,1 8 534 0,-2 5-527 16,4 8-336-16,3 2 0 0,1 6 0 0,0 5 0 15,0 6 0-15,0 6 0 0,3 3 0 0,7 3 0 16,-2 3 0-16,3 10 0 0,-4-13 0 0,1 7 0 31,-1 0 0-31,1-2 0 0,-3 2 0 0,-1 0 0 0,-1-3 0 0,-3 1 0 0,0-5 0 16,0-1 0-16,-7-3 0 0,-4-4 0 0,-2-10 0 15,-2 3 0-15,-4-7 0 0,1-6 0 16,-3-4 0-16,1-2 0 0,0-7 0 0,-2-2 0 16,-1-5 0-16,1-4 0 0,-4 0 0 0,3-1 0 15,0-17 0-15,3-11-42 0,3-11-470 0,4-16 234 16,3-8-829-16</inkml:trace>
  <inkml:trace contextRef="#ctx0" brushRef="#br0" timeOffset="151479.1">18685 11915 3145 0,'0'-9'0'0,"2"7"0"0,1 2 0 0,3 0 0 0,-2 0 0 0,1 0 0 0,3 0 0 0,-1 0 0 0,1 6 0 0,1-1 0 0,3 5 274 0,-3-3-117 0,2 3-386 0,-1 1 129 16,-1 2 70-16,0 0 34 0,1 4-825 0,-1 1 431 15,-3 3 224-15</inkml:trace>
  <inkml:trace contextRef="#ctx0" brushRef="#br0" timeOffset="151819.84">19053 12158 3907 0,'-10'-4'0'0,"5"3"0"15,1-2 0-15,4 3 0 0,0 0 0 0,0 0 0 0,5 0 0 0,16-2 0 0,8 0 0 0,12 0 0 0,1-1 24 0,2-3-24 0,-1 4 0 0,14-2 0 0,-5 1 0 0,1 1 0 0,-1 0 0 0,-1 0 0 32,-8 0 0-32,10 0 0 0,-7 2 0 0,-13-1 0 0,3 0 0 0,-8-2 0 0,-8 1-1047 15,-1-2 492-15,-10 3 258 16,0-5 130-16,-8 2-583 0</inkml:trace>
  <inkml:trace contextRef="#ctx0" brushRef="#br0" timeOffset="151992.31">19594 11938 2897 0,'-17'-8'0'0,"3"3"0"0,5 1 0 0,4 2 0 0,5 0 0 0,0 0 0 16,9 1 0-16,14 1 0 0,3 0 0 0,6 0 0 0,0 3 269 0,4 6-115 0,1 4-58 0,-3 1 231 0,-1 1-139 15,-1 0-188-15,-4 1 0 0,-1 2 0 0,-6 0 0 16,-7-3 0-16,-3 4 0 0,-8 2 0 0,-3 4 0 16,0-4 0-16,-19 3-195 0,-4 0 8 15,-3-1 107-15,-10 5-698 0,3-4 333 0,-3 1 203 0,-1-1 102 16</inkml:trace>
  <inkml:trace contextRef="#ctx0" brushRef="#br0" timeOffset="152348.57">19089 12680 3149 0,'-4'2'0'0,"4"7"0"0,0 1 0 0,0-3 0 0,0 0 0 0,9 3 0 0,6-1 0 0,7 0 0 0,3-2 0 0,2 0 0 0,4-3 325 0,3-4-148 0,3 0-71 15,1 0 59-15,-2 0-156 0,0-4-9 16,-1-6 0-16,-3-3-32 0,-3 0 24 0,-5-4-1 16,-7 4-285-16,0-4 165 0,-8-2 93 0,-2 0-117 15,-5-5 18-15,-2 0 72 0,0-2-100 0,-7-3-53 16,-10 3 81-16,0 1 54 0,-6 2 102 0,-5 5-28 16,-4 7-1-16,-9 4-29 0,-6 7 366 0,-9 1-179 15,0 22-80-15,-1 5-52 0,1 7 464 16,15-2-230-16,7-1-68 0,-2 9-184 15,15-2 0-15,8 3 0 0,7-2 0 0,6 2 0 16,0-6 0-16,10 8 0 16,7-3 0-16,4-7 0 0,3 1 0 0,6-4 0 0,-4-10 0 15,9 3 0-15,-2-7 0 0,1-2 0 0,0-7 0 0,-1-2 0 16,-1-4 0-16,0-2 0 0,-2 0-317 0,-1 0 124 16,-1-8 55-16,-2-5-724 0,-6 0 403 0,5-3 216 15</inkml:trace>
  <inkml:trace contextRef="#ctx0" brushRef="#br0" timeOffset="152543.9">19509 12727 3788 0,'-9'-2'0'0,"7"-1"0"0,2 3 0 0,0 0 0 0,0 0 0 0,0 0 0 0,14 0 0 0,6 0 0 0,4 0 0 0,8 0 0 0,2 0 143 0,10 0-143 0,-11 0 0 0,6 0 0 15,-1 0 0-15,-3 0 0 0,-1 0 0 16,-4 0-271-16,-7 0 102 0,0 0 103 0,-7 0 51 16,-6 0-892-16,-3 0 306 0,-5 0 287 0</inkml:trace>
  <inkml:trace contextRef="#ctx0" brushRef="#br0" timeOffset="152711.28">19841 12600 2330 0,'-1'-4'0'0,"1"-2"0"0,0 1 0 0,0 4 0 0,10-3 0 0,4 3 0 0,5 1 0 0,5 0 0 0,-1 0 0 0,-2 5 0 0,5 4 210 0,-4 4-87 0,-5-1 69 0,-2 3-78 16,-1 0-38-16,-5 2 9 0,-6 0-273 0,-3 2 112 15,0 2 57-15,-11 0 27 0,-6 1-163 16,1-4 104-16,-9 2 40 0,-1 0-490 0,-3-2 259 0,-1 3 36 16</inkml:trace>
  <inkml:trace contextRef="#ctx0" brushRef="#br0" timeOffset="153086.17">19891 13021 2527 0,'-2'-5'0'0,"-2"-2"0"0,1-2 0 0,-2-3 0 0,-1 1 0 0,1-1 0 0,0 0 0 0,-1-1 0 0,1 3 0 0,-4-1 0 0,0 1 142 0,0 1-53 15,-1 4 1-15,-1 0-26 0,-1 4-1 0,-4 1-17 0,0 1 105 16,-4 13-58-16,1 6-28 0,3 3 0 15,-1 3 93-15,0 6-51 0,3-1-40 16,5 4 124-16,4-4-178 0,3-1-13 0,2-1 0 16,0-8 0-16,2 0 0 0,11-3 0 0,0-7 0 15,4-2 0-15,0-5 0 0,1-4 0 0,1 0-23 16,4-4-141-16,-6-12 94 16,0-3-227-16,-2-4 141 0,-4 2 15 0,0-7 58 0,-3 8 76 0,-3-1-30 15,0 0 0-15,-4 6 0 0,-1 6 353 0,0 0-173 16,0 3-88-16,0 2 409 15,0 3-390-15,-4 1-74 0,0 0 0 0,2 15 0 16,2 1 0-16,0 3 0 0,0 0 0 0,0 3 0 16,2-1 0-16,8 0 0 0,1-3-92 0,0 3-167 15,3-3 110-15,0-6 84 0,2-2-746 0,-2-2 391 16,4 1 192-16,-4-8-422 0,2-1 306 16,-2 0 154-16</inkml:trace>
  <inkml:trace contextRef="#ctx0" brushRef="#br0" timeOffset="153387.57">20204 11904 3931 0,'-16'-17'0'0,"6"16"0"0,8-2 0 0,2 2 0 0,0-3 0 0,0 0 0 0,17 1 0 0,10-3 0 0,5 0 0 0,10 0 0 0,8 2 0 0,0-1 0 0,6 2 0 0,10-1 0 15,-15 2 0-15,7 0 0 0,-6 1 0 0,-1-2 0 16,-3 3 0-16,-11-1 0 0,2 1 0 0,-5 0-840 15,-10 0 338-15,-1 0 254 0</inkml:trace>
  <inkml:trace contextRef="#ctx0" brushRef="#br0" timeOffset="153887.63">20799 11549 2579 0,'10'-5'0'0,"7"3"0"0,4-4 0 0,0 4 0 0,6-2 0 0,3 4 0 0,5 0 0 0,0 0 0 0,3 6 0 0,-1 4 0 0,-2 3 219 0,-1 0-90 16,-6 2-45-16,-10 0-45 0,-2 3 0 0,-6 4 9 16,-8 4-9-16,-2 0-261 0,-12 2 131 0,-15 2 64 15,-6 0-346-15,4-5 215 0,-13 6 58 0,5-5 62 16,-6-3-495-16,-1-1 248 0,1-8 123 16,8-5 51-16,-2-3-167 0,13-5 119 0,0-1 61 0,10 0 29 15,1 0 3-15,6 0-10 16,4-1 37-16,1-1 195 0,2-1-97 0,0 2-50 0,0 1-33 15,2 0 415-15,1 10-199 0,-1 7-112 16,0 7 685-16,-2 7-363 0,0 4-172 0,-4 12-100 16,-8-2 583-16,1 5-336 0,-3 3-217 0,0 3-160 15,1-5 0-15,0 2 0 0,2-6 0 0,5-8 0 16,-2-1 0-16,3-2 0 0,1-12 0 0,2 0 0 16,0-4 0-16,0-12 0 0,1 0 0 0,1-5 0 15,0-3 0-15,0 0 0 0,0-12 0 0,0-11 0 16,1-3 0-16,10-2 0 0,7-1 0 15,0 0 0-15,5 2 0 0,1 4 0 16,5 5 0-16,-1 5 0 0,2 5 0 0,0 7 0 16,2 1 0-16,-4 5 0 0,-1 14 0 0,-4 5 0 15,-2 4 0-15,-5 6 0 0,-7 2 0 0,-4 1 0 16,-5 8 0-16,0-7 0 0,-7-4 0 0,-16 7 0 16,0-8 0-16,-5 0 0 0,5-9 0 0,-6-2 0 15,-3-2 0-15,-1-7 0 0,-6-6 0 0,-2-2 0 16,-1-5 0-16,-6 0 0 15,-3 0 0-15,-3-2 0 0,0-7-186 0</inkml:trace>
  <inkml:trace contextRef="#ctx0" brushRef="#br0" timeOffset="154870.64">15265 13825 2493 0,'-2'0'0'0,"1"0"0"0,-2 2 0 0,3-2 0 0,0 0 0 0,0 0 0 0,0 0 0 0,3-3 0 0,11-11 0 0,7-2 0 0,3-7 221 0,6-5-92 16,3-4-46-16,-1 0 21 0,-2-4-34 0,-3 6 9 0,5-9-37 15,-11 11-5-15,2 0 0 0,-7 1 0 16,-4 8 33-16,-3 0-23 0,-2 3-10 0,-5 4 134 0,0 1-66 16,-2 4-34-16,0 0-1 15,0 0-42-15,0 4-28 0,-4 1 0 0,1 0 0 0,-1 0 0 0,0 2 0 16,1 0 0-16,-1 0 0 16,2 6 0-16,0 7 0 0,2 6 0 0,0 5 0 0,0 5 0 0,0 4 0 15,0 10 0-15,0 1 0 16,0 4 0-16,0 7 0 0,0-1 0 0,0 12 0 15,0-6 0-15,0 2 0 0,0 2 0 0,2 0 0 16,0-9 0-16,0 5 0 0,2 0 0 0,-1-8 0 16,1-3 0-16,-2-12 0 0,-1 1 0 0,1-6 0 15,-2-10 0-15,0-1 0 0,0-8 0 0,-3-2 0 16,-6-5 0-16,-5-3-24 0,-1-3-74 0,-4 0 18 16,1 0 155-16,-3 0-56 0,0 0-37 0,3-1 144 15,0-1-126-15,4-2 0 0,4 0 0 0,1 3 0 16,3-1 0-16,4 0 0 15,2 0 0-15,0 0 0 0,6 2 0 0,17 0 0 16,1 0 0-16,6 0 0 0,6 2 0 0,5 4 0 16,0 1 0-16,3 3 0 0,-5-3 0 0,8 1 0 15,-6 1 0-15,-7-3 0 0,0 1 0 0,-4-1 0 16,-9-3 0-16,0 1 0 0,-10-3 0 0,0-1 0 16,-8 3 0-16,1-3 0 0,-1 0 0 0,-3 0 0 15,0-3 0-15,-3-3 0 16,-3-6 0-16,3-1 0 0,-1 0 0 0</inkml:trace>
  <inkml:trace contextRef="#ctx0" brushRef="#br0" timeOffset="155638.84">21999 11957 3327 0,'-9'0'0'0,"8"0"0"0,1 0 0 0,0 2 0 0,0 1 0 0,5 1 0 0,11-2 0 0,2-1 0 0,5-1 0 0,5 0 0 0,5 0 183 0,1 0-76 0,4 0 28 0,-3-1-47 15,2-3 1-15,-2 1-87 16,-1-1-27-16,0 1 8 0,-6 3 29 0,-5 0-613 15,0 0 320-15,-4 8 161 0,-3 8-919 0</inkml:trace>
  <inkml:trace contextRef="#ctx0" brushRef="#br0" timeOffset="155801.12">22077 12450 3880 0,'-21'0'0'0,"8"4"0"0,6 4 0 0,1-4 0 0,4-3 0 0,2-1 0 0,0 2 0 0,8 0 0 0,10-2 0 0,10 0 0 0,8 0 51 0,8 0-51 0,-1 0 0 16,1-2 0-16,5 2 0 0,1 0 0 0,-2 0 0 16,1 10-8-16,-1 1-380 0,3 3 213 0,6 10 107 15</inkml:trace>
  <inkml:trace contextRef="#ctx0" brushRef="#br0" timeOffset="156262.54">23339 11704 3078 0,'-33'-18'0'0,"10"14"0"0,2 1 0 0,6 3 0 0,3 0 0 0,7 0 0 0,3 0 0 0,2 0 0 0,0 0 0 0,17 0 0 0,19 0 293 15,5 0-124-15,12 3 222 0,10-2-391 0,1-1 0 16,5 0 0-16,2 0 0 0,-2 0 0 0,-7 0 0 16,14 0 0-16,-7 0 0 0,-5 0 0 0,-11 0 0 0,2 0 0 15,-11 0 0-15,-1 0 0 16,-8 2 0-16,-10 2-644 0,-2 1 201 0,-11-1 163 15,-3-1-546-15,-4 3 399 0,-4-2 194 0</inkml:trace>
  <inkml:trace contextRef="#ctx0" brushRef="#br0" timeOffset="156467">24152 11399 2648 0,'0'-12'0'0,"0"5"0"0,0-2 0 0,4 2 0 0,11-1 0 0,8 2 0 0,1 3 0 0,8 0 0 0,-1 3 0 0,1 0 0 15,3 6 120-15,-1 8 425 0,-1 4-244 0,-4 1-136 0,-1 3-63 0,-6 1-52 16,-3 2-50-16,-6-2 0 0,-10 1 0 0,0 5 0 16,-3 0 0-16,-10 0 0 0,-15 8 0 0,-2-4 0 15,-1-3 0-15,-12 4-115 0,4 0 18 0,1-5 67 16,-1 4-78-16,1-3-663 0,3-4 357 16,-10 8 192-16,6-5 92 0,2 0-620 0</inkml:trace>
  <inkml:trace contextRef="#ctx0" brushRef="#br0" timeOffset="156824.93">23493 12389 3578 0,'-15'11'0'0,"4"0"0"0,3-1 0 16,3-4 0-16,5-1 0 0,0 1 0 0,7 0 0 0,16 4 0 0,4 0 0 0,10-1 0 0,6 1 221 0,4-1-89 0,1-3-132 0,2-3 0 15,-2 1 0-15,3-2 0 0,-2-2 0 0,-1 0 0 16,-2 0 0-16,-10-2 0 0,-1-7 0 0,-8 0 0 15,-1-3 0-15,-8-1 0 0,-4 1 0 0,-9-4 0 16,-3-3 0-16,-2-2 0 0,-4-1-70 0,-13-2-29 16,-3-3 11-16,-6 3 25 0,-10-2 0 0,1 10 116 15,-9 0-41-15,1 10-25 0,-6 6 123 16,-6 0-74-16,-5 16-16 0,5 12 4 0,-10 10 117 0,4 6-141 16,11 5 0-16,7 2 0 0,13-9 0 0,10 10 0 15,8-4 0-15,10 1 0 16,2-2 0-16,10-2 0 15,12-5 0-15,4-8 0 0,15 2 0 0,5-5 0 0,0-5 0 0,3-7 0 16,1-2 0-16,-8-5 0 0,13-3 0 0,-7-4 0 16,0-3 0-16,-2 0 0 0,4 0 0 0,-9-6 0 15,13-9 0-15,-3-1-606 0,4 0 115 0,-5-5 227 16,1-1 112-16,-3-3-756 0</inkml:trace>
  <inkml:trace contextRef="#ctx0" brushRef="#br0" timeOffset="156986.97">24398 12492 3931 0,'-23'-3'0'0,"5"1"0"0,-3 0 0 0,8 0 0 0,1 2 0 0,5-1 0 0,5 1 0 0,2 0 0 0,4 0 0 0,22 0 0 0,5 0 0 0,10 0 0 0,-1 5 0 0,1-2 0 16,-4 1 0-16,13 0 0 0,-6-1 0 0,-6 0-127 16,1 0-195-16,-3-1 181 15,-8-2 99-15,0 1-869 0,-5-1 455 0,-8 0 113 16,-4 0 153-16</inkml:trace>
  <inkml:trace contextRef="#ctx0" brushRef="#br0" timeOffset="157134.29">24750 12351 2535 0,'-16'-16'0'0,"2"2"0"0,0 3 0 0,7 2 0 0,1 1 0 0,6 2 0 0,0 1 0 0,11 1 0 0,14 3 0 0,5-2 0 0,6 3 152 0,1 0 241 0,6 4-178 16,-9 5-88-16,2 4-44 0,-2-1 71 0,-6 4-63 15,-3-1-26-15,-13 3 0 16,0-1-89-16,-8 3 31 0,-4 1 10 0,0 3-277 15,-19-1 150-15,-2 0 74 0</inkml:trace>
  <inkml:trace contextRef="#ctx0" brushRef="#br0" timeOffset="157164.87">24934 12553 385 0,'-30'20'0'0,"-2"0"474"0,-4 5-236 0,4-3-119 0</inkml:trace>
  <inkml:trace contextRef="#ctx0" brushRef="#br0" timeOffset="157550.72">24761 12882 2412 0,'3'0'0'0,"3"0"0"0,-4 0 0 0,0 0 0 0,-2-7 0 0,0-4 0 0,0 1 0 0,0-3 0 0,-6 1 0 0,0 0 0 0,-1-2 204 0,0 2-83 0,-5 0-41 16,3 0 41-16,-4 2-41 0,1 3 10 0,0 0-52 15,-4 6 75-15,2-1-37 0,-4 2 0 0,-5 2-38 16,4 13 157-16,-4 7-84 0,0 2-35 0,1 6 24 16,-1 9-100-16,6-2 0 15,6-3 0-15,2 3 0 0,4-1 0 0,5-2 0 16,0-2 0-16,3-10 0 0,10 4 0 0,0-9 0 15,9-2 0-15,-2-7 0 0,6-4 0 0,-4-4 0 16,8 0 0-16,-5-9 0 0,-1-10 0 0,-1-5 0 16,-1-1-72-16,-3-6-77 0,-4 1 62 0,0 0 75 15,-4 3 0-15,-7 6-26 0,0 0 156 0,-4 8-87 16,0-1-30-16,0 5-1 0,0 6 220 0,-6 1-220 16,-2 2 0-16,3 0 0 0,1 11 0 0,3 4 0 15,1 2 0-15,0 8 0 16,5-1 0-16,8 2 0 0,4-1 0 0,2-3 0 15,0 1 0-15,5-5 0 0,0-2 0 0,-3-7 0 16,7 0 0-16,-3-5 0 0,1-4-418 0,-1 0-44 16,1 0 213-16,-2-6 95 0,6-10-566 0,-3-2 341 15</inkml:trace>
  <inkml:trace contextRef="#ctx0" brushRef="#br0" timeOffset="157735.26">25616 11852 3899 0,'-9'-6'0'0,"9"4"0"0,0 2 0 0,0 0 0 0,0 0 0 0,0 0 0 0,0 0 0 0,3 0 0 0,4 2 0 0,4 7 0 0,3 1 32 0,-1 1-32 0,0 0 0 0,0 3-407 16,-2-1 168-16,1-1 148 15,-5 1 61-15,-1 1-895 0,-1-3 443 0,-3 4 222 16</inkml:trace>
  <inkml:trace contextRef="#ctx0" brushRef="#br0" timeOffset="157937.87">25936 11650 3749 0,'-7'-10'0'0,"7"8"0"0,0 2 0 0,0-3 0 0,0 2 0 0,15-3 0 0,11 0 0 0,8 3 0 0,11-4 0 0,6 0 0 0,5 1 182 15,14 3-182-15,-10-4 0 0,-8 4 0 0,6-1 0 16,-3 2 0-16,-6 0 0 0,-4 0 0 0,-11 0 0 16,1 0-88-16,-6 2 57 0,-8 1-914 0,-4 0 475 15,-4-2 111-15,-6 2-185 0,-5-3 243 0</inkml:trace>
  <inkml:trace contextRef="#ctx0" brushRef="#br0" timeOffset="158089.07">26586 11362 2522 0,'-7'-18'0'0,"4"9"0"0,3-2 0 0,0 1 0 0,7 0 0 0,12 2 0 0,5 3 0 0,4 3 0 0,2-1 0 0,0 3 0 0,2 0 594 0,2 12-283 0,-2 1-136 0,-2 2-69 15,-4 1 117-15,-5 4-223 0,-4-3 0 0,-6 3 0 16,-6 7 0-16,-5-1 0 0,-1 3 0 16,-22 5 0-16,1-3-151 0</inkml:trace>
  <inkml:trace contextRef="#ctx0" brushRef="#br0" timeOffset="158132.19">26724 11686 378 0,'-46'36'0'0,"-3"-2"0"0,-7 3 0 0,4-7 0 0,9-7 0 0</inkml:trace>
  <inkml:trace contextRef="#ctx0" brushRef="#br0" timeOffset="158471.53">26294 11901 3509 0,'0'-4'0'0,"0"4"0"0,0 0 0 0,2 1 0 0,5 15 0 0,0 6 0 0,0 8 0 0,-2 8 0 15,-1 1 0-15,-1 1 0 0,-1 12 234 0,0-5-98 0,-2 4-84 0,0 0-52 0,0 0 0 0,-7-8 0 16,-1 9 0-16,0-9 0 0,3-9 0 0,-1 2 0 15,1-8 0-15,-1-8 0 0,1 0 0 0,2-11 0 16,1-1 0-16,-1-7 0 0,-1-1 0 0,-1 0 0 16,4-3 0-16,1-12 0 0,0-5 0 0,0-2 0 15,4 0 0-15,7 3 0 0,5-5 0 0,0 2 0 16,1 2 0-16,3 5 0 0,3 2 0 0,-2 6 0 16,7 1 0-16,-3 4 0 15,1 2 0-15,0 0 0 0,-3 8 0 0,5 6 0 16,-4 4 0-16,-1 0 0 0,-6 3 0 0,-2 3 0 15,-6 2 0-15,-7-3 0 0,-2 9 0 0,0-2 0 16,-17 8 0-16,-7-7 0 0,2-4 0 0,-3-1 0 16,-2-5 0-16,-1-4 0 0,0-4 0 0,-2-4 0 15,6-6 0-15,1 0 0 0,0-3 0 0,4 0 0 16,1-4 0-16,5-11 0 0,1-2 0 0,9-6-360 16,3-9 30-16,0-5 146 15,14 1 73-15</inkml:trace>
  <inkml:trace contextRef="#ctx0" brushRef="#br0" timeOffset="158629.57">27229 12802 2872 0,'0'0'0'0,"2"0"0"0,1 0 0 0,-1 0 0 0,0 0 0 0,-2 0 0 0,0 0 0 0,3 0 0 0,-2 0 0 0,7 0 0 0</inkml:trace>
  <inkml:trace contextRef="#ctx0" brushRef="#br0" timeOffset="161230.18">20197 14345 2972 0,'-4'-1'0'0,"4"1"0"0,-2 0 0 0,2 0 0 0,0 0 0 0,2 0 0 0,11 0 0 0,4 0 0 0,10-2 0 0,-2 0 0 0,5-4 312 0,0 3-136 0,0-1 259 16,0 0-399-16,-1 1-36 0,-6 3 0 16,1 0 0-16,1 0 0 0,-5 0 0 15,1 7 0-15,-3 0 0 0,-1-1 0 0,1-1 0 0,-2 1 0 16,0-2 0-16,0 0 0 0,-1-2 0 16,0 0 0-16,1-2 0 0,-2 0 0 0,2 0 0 15,-5 2-993-15,-1-1 417 0,-1 9 257 0</inkml:trace>
  <inkml:trace contextRef="#ctx0" brushRef="#br0" timeOffset="161431.72">20367 14774 3931 0,'-18'12'0'0,"4"4"0"0,3-3 0 0,4-2 0 0,4-3 0 0,3-1 0 0,0 3 0 0,5-3 0 0,15 1 0 0,6-3 0 0,4 0 0 0,6-4 0 0,2-1 0 16,7 0 0-16,-4 0 0 0,1 0 0 0,-7-1 0 15,5-7 0-15,-5 2 0 0,2 0 0 0,-5 1 0 16,-4-1 0-16,-6 2 0 0,2 2 0 16,-5-1 0-16,-4 1 0 0,-6 0-586 0,1 1 250 15,-4 1 148-15,-3 0-724 0</inkml:trace>
  <inkml:trace contextRef="#ctx0" brushRef="#br0" timeOffset="162363.76">21250 14563 3052 0,'-3'-7'0'0,"1"7"0"0,2 0 0 0,0 0 0 0,2 0 0 0,10 0 0 0,13 0 0 16,7 0 0-16,7-8 0 0,12-3 0 0,13-4 272 0,-2 4-116 0,-9 1-57 0,7 3 50 0,7 3-53 0,-14 2-18 16,4 2-49-16,-4 0-342 0,-3 0 158 0,-4 0 97 15,-7 0-696-15,-2 4 391 0,-5 4 199 0,-8-3 8 0,-4 8-403 16</inkml:trace>
  <inkml:trace contextRef="#ctx0" brushRef="#br0" timeOffset="162680.81">21445 14856 2310 0,'-11'-1'0'0,"8"1"0"0,3 0 0 0,0 0 0 16,3 0 0-16,18 0 0 0,8 0 0 0,8 0 0 0,4 0 0 0,5 0 0 0,0 0 211 0,1 0-86 0,-7 3-15 0,1 7-40 0,-8 1 0 15,-6 1-29-15,-10 2-119 0,-4 2 60 0,-10 4 39 16,-3 4-58-16,-7 0 40 0,-21 3-1 0,-8 0 39 16,-5-4 61-16,-4-2-22 0,-2-1-11 15,2-4-94-15,-2-2 342 0,5-3-140 0,10-4-69 16,9-2 124-16,0 1-232 0,11-4 0 16,3-1 0-16,5 2 0 0,4-3 0 0,4 0 0 15,24 0 0-15,8 0 0 0,6 0 0 0,2 0 0 16,4-3 0-16,-5 0 0 0,13 1 0 0,-8 1 0 15,-2-2 0-15,-9 2 0 0,3 1 0 0,-7 0 0 16,-1 0 0-16,-7 0 0 0,-2 0 0 0,-6 0-559 16,-6 0 169-16,-2 0 164 0,-5 1-515 0,-1-1 351 15,-3 3 174-15</inkml:trace>
  <inkml:trace contextRef="#ctx0" brushRef="#br0" timeOffset="162798.26">21825 13555 410 0,'0'0'0'15,"0"0"0"-15</inkml:trace>
  <inkml:trace contextRef="#ctx0" brushRef="#br0" timeOffset="162874.47">21817 13602 2952 0,'0'32'0'0,"-2"6"0"0,1 3 0 0,1 4 0 0,0 7 0 0,0 14 0 0,0-16 0 0,1 7 0 0,13 0 0 0,-1-2 0 0,4-2-87 0,-1 2-605 16,0 1 326-16,-1 0 152 0,0 6-227 0</inkml:trace>
  <inkml:trace contextRef="#ctx0" brushRef="#br0" timeOffset="163053.91">22693 14198 3652 0,'-5'0'0'0,"-4"15"0"0,0 2 0 0,-4 6 0 0,-2 6 0 0,-1 4 0 0,-4 5 0 0,1 2 0 0,-1 3 0 0,-1 7 0 0,0 1 161 16,1 2-61-16,1 0-82 0,1-2-436 0,-1 0 197 0,0-2 131 0,0-4 66 0,-2-5-337 16,2-10 212-16,-1-3 90 0,3-11-820 0,2-6 428 15</inkml:trace>
  <inkml:trace contextRef="#ctx0" brushRef="#br0" timeOffset="163207.63">22346 14291 2821 0,'5'-22'0'0,"1"8"0"0,5 5 0 16,1 7 0-16,2 2 0 0,5 9 0 0,3 14 0 0,6 13 0 0,-3 3 0 0,1 6 0 0,4 16 840 0,-5-9-570 0,7 16-270 0,-2-8 0 15,4-3 0-15,3-1 0 0,2-6 0 0,-2-9 0 0,0 0-235 16,2-5 66-16,-1-3-367 0,-3-7 289 16,-7-8 144-16</inkml:trace>
  <inkml:trace contextRef="#ctx0" brushRef="#br0" timeOffset="163561.47">23003 14318 3223 0,'0'-27'0'0,"0"11"0"0,9 0 0 0,8-3 0 0,8 5 0 0,2 2 0 0,6 2 0 0,4 4 0 0,3 3 0 0,9 2 0 0,1 1 93 0,3 0-11 0,-4 7-41 15,-6 6-204-15,-13 3 102 0,-2 6 51 0,-10 2 11 16,-8 4-50-16,-8 2 46 0,-2 1-1 0,-21 4-22 15,-7-4 33-15,0-10 0 0,-11 6-9 0,8-10 250 16,-2-2-116-16,3-2-89 0,7-5 0 16,8-3 286-16,0-1-329 0,8-4 0 0,3 2 0 15,4-2 0-15,2 4 0 0,21 0 0 16,9 3 0-16,7 3 0 0,3 0 0 0,6 5 0 16,1 3 0-16,1 0 0 0,-2 5 0 0,-11 3 0 15,-5 3 0-15,-11-3 0 0,-5 4 0 0,-9 0 0 16,-7 0 0-16,0-2 0 0,-20 0 0 0,-13 0 0 15,-7-8 0-15,-5 0 0 0,-2-7 0 0,-2-7 0 16,0 3 0-16,-1-6 0 0,3-3 0 0,7 0 0 16,-3 0 0-16,5-3 0 0,6-7 0 0,6-4 0 15,10-1 0-15,4-3-142 0</inkml:trace>
  <inkml:trace contextRef="#ctx0" brushRef="#br0" timeOffset="164587.73">24066 14448 2612 0,'-13'0'0'0,"9"-1"0"0,2-1 0 0,2 2 0 0,0 0 0 0,8 2 0 0,9 3 0 0,5 3 0 0,11 0 0 0,11-5 0 0,4 2 293 0,7-4-131 0,2-1 80 16,8 0-101-16,-12 4-50 15,4-3 0-15,-1 4-130 0,-4-2 35 0,-4 4-1 0,-4-1 46 16,-8 0-532-16,2 1 266 0,-10-3 143 16,-4 2-861-16,-3-2 465 0</inkml:trace>
  <inkml:trace contextRef="#ctx0" brushRef="#br0" timeOffset="164744.81">24534 13918 2888 0,'-28'-20'0'0,"14"15"0"0,8 5 0 0,5 0 0 0,1 9 0 0,0 14 0 0,0 15 0 0,12 15 0 0,4 17 0 0,3 17 0 0,-4 5 204 0,4 6-82 0,-3 7 333 0,3 4-206 15,1 5-236-15,8 18-339 0,-1-8 113 0,-1 2 127 16,1 5 63-16,-4 14-1110 0</inkml:trace>
  <inkml:trace contextRef="#ctx0" brushRef="#br0" timeOffset="165129.34">25308 14548 2908 0,'-9'-15'0'0,"6"8"0"0,1 5 0 0,0 0 0 0,2 2 0 0,0 0 0 0,0 0 0 0,0 0 0 0,0 0 0 0,4 0 0 16,17-2 541-16,11-2-250 0,5 1-114 0,12-5-163 0,-1 3-14 16,4 1 0-16,1-2 0 0,-1 4 0 0,-2 1 0 0,0 1 0 15,-6 0 0-15,-6 0-517 0,-2 0 165 16,-4 7 196-16,-10 2-474 0,-3 6 215 0,-6 8 188 15</inkml:trace>
  <inkml:trace contextRef="#ctx0" brushRef="#br0" timeOffset="165456.37">25396 14814 2109 0,'-30'0'0'0,"9"2"0"0,4 5 0 0,6-4 0 0,3 0 0 0,5-1 0 0,3 1 0 0,0 4 0 0,16 3 0 0,11 0 0 0,6-1 417 0,11 2-192 0,-3-1-93 0,2 3 79 15,-1-2-85-15,-8-2-43 16,-2 3 11-16,-2 0-189 0,-10 0 67 0,-5 0 35 0,-4 2 0 0,-10-7-78 16,-1 5 66-16,0-1 18 15,-17 0-51-15,-10-1 35 0,-6-1-1 0,-7 0-31 16,4-1 285-16,-11-3-148 0,12 1-43 0,-4-2-41 16,6-1 339-16,11-2-357 0,5 0 0 0,1-1 0 15,9 0 0-15,1 0 0 0,6 3 0 0,2-2 0 16,23 3 0-16,12 2 0 0,7-1 0 15,3 1 0-15,11-2 0 0,7 0 0 0,-10-2 0 16,14-1 0-16,-16-1 0 0,2 0 0 0,-3 0 0 0,-3 0 0 16,-10 0 0-16,2 0 0 15,-6 0-296-15,-7-1 80 0,-6-5 87 0,-1-4-252 16,-6 1 159-16,-4-1 96 0,-5-7-606 0,-4-1 345 16</inkml:trace>
  <inkml:trace contextRef="#ctx0" brushRef="#br0" timeOffset="165674.34">25398 13606 3337 0,'-23'-40'0'0,"11"21"0"0,9 13 0 0,1 3 0 0,2 1 0 0,0-2 0 0,5-2 0 0,18 5 0 0,7-3 0 0,7 1 0 0,13 0 239 0,3 2-100 0,4-2-48 16,2 3 12-16,-1 0-81 0,-2 0-22 0,-7 0-85 15,-2 4 7-15,-14 2 60 0,-3-1 39 16,-1 5-514-16,-8 0 267 0,-6-1 133 0,-7 2 67 16,-7-1-852-16,-1 3 424 0,-1 0 206 15,-22 3-284-15</inkml:trace>
  <inkml:trace contextRef="#ctx0" brushRef="#br0" timeOffset="165994.79">25480 13613 1955 0,'-22'0'0'0,"-1"8"0"0,6 3 0 0,4 4 0 0,-1 4 0 0,7 3 0 0,3 8 0 0,4 10 0 0,0 3 0 0,0 6 0 0,0 3 93 0,2 12 218 16,-2-11-124-16,2 18-79 0,-2-9 406 15,0 0-236-15,0-13-119 0,0 3-59 0,0-12 31 16,0 1-51-16,0-5-65 0,0-8-56 0,0-7 8 16,0-8 37-16,0-2 10 0,0-5-235 0,-4-6 131 15,-3 0 65-15,-3-2-75 0,1-19 23 0,0-5 50 16,-3-4-56-16,-1-9 4 0,2-3-21 0,-1-1 34 15,0-2-22-15,3 9 49 0,-3 0-8 0,5 14 7 16,-3 1 172-16,5 12-81 0,-1 0-29 16,0 2-5-16,1 7 216 0,-1 0-116 15,1 10-37-15,-1 13-37 0,-2 0-47 0,-2 5 24 16,4 2 22-16,-4 2-102 0,2-1 53 0,1 0 0 16,2-3-372-16,3-8 189 0,0 1 83 0,2-5 51 15,0-1-564-15,4-9 289 0,10-2 146 0,11-4 61 16,2-1-399-16,13-18 240 0</inkml:trace>
  <inkml:trace contextRef="#ctx0" brushRef="#br0" timeOffset="166239.47">25660 13948 2224 0,'21'-14'0'0,"2"6"0"0,1 3 0 0,0-1 0 0,1 2 0 0,1 3 0 0,4 1 0 0,-5 0 0 0,7 4 0 0,-7 7 0 0,0 3 233 15,-4 2-96-15,-2 3-48 0,-6-1-21 0,-4 4-27 16,-5-2 0-16,-4 6 0 0,0-4-92 0,-13 1 46 15,-8 0 10-15,-3-3 36 0,-4 1 157 0,0-2-78 16,-2-3-39-16,1-2 272 0,7-3-146 0,1-3-99 16,9-2-108-16,4-3 0 15,2-1 0-15,2-2 0 0,4 0 0 0,6 0 0 16,18 0 0-16,10 0 0 0,4 0 0 0,5 0 0 16,6 0 0-16,1 0 0 0,3-2 0 0,-4 2-214 15,1 0 63-15,-1 0-890 0,-6 0 490 0,10 9 261 16,-6-1 124-16</inkml:trace>
  <inkml:trace contextRef="#ctx0" brushRef="#br0" timeOffset="166428.68">26774 14118 3229 0,'2'-5'0'0,"-2"0"0"0,0 4 0 0,0 1 0 0,0 0 0 0,-6 4 0 0,-5 17 0 0,-2 3 0 0,2 8 0 0,-5 7 0 0,-2 3 317 0,-2 3-128 0,-2 4-79 16,-3-1-24-16,-5 11-86 0,2-7 0 15,1 3 0-15,2-5 0 0,-8 16-12 0,2-5 24 0,1-4-592 16,3-10 310-16,0-1 155 16,5-13-781-16,-1-5 435 0,5-11 194 0,4-7 113 15,1-10-295-15,5 0 205 0</inkml:trace>
  <inkml:trace contextRef="#ctx0" brushRef="#br0" timeOffset="166588.16">26354 14394 2865 0,'7'-35'0'0,"0"5"0"0,1 9 0 0,0 3 0 0,1 6 0 16,-2 4 0-16,7 7 0 0,1 1 0 0,6 1 0 0,1 19 0 0,2 5 345 0,1 10-153 0,-3 6 216 16,3 4-287-16,-5 5-121 0,3 1 0 0,-2 2 0 15,-2 0 0-15,3-3 0 0,1-4 0 0,-3 1 0 16,0-8 0-16,2-2 0 0,-6-5-764 16,3-5 410-16,0 3 120 0,-2-10 125 0</inkml:trace>
  <inkml:trace contextRef="#ctx0" brushRef="#br0" timeOffset="166766.54">27020 14339 3456 0,'0'-3'0'0,"0"3"0"0,0 0 0 0,0 0 0 0,6 6 0 0,2 11 0 0,-1 3 0 0,-4 7 0 15,-1 1 0-15,0 4 0 0,0 9 209 0,-2 3-85 0,0-2 18 0,0-6-142 0,1 4 0 16,2-5 0-16,0-2-316 0,2-10 35 0,0 0 162 0,1-4-801 15,-1-5 457-15,-2-1 226 0,3-8 113 0</inkml:trace>
  <inkml:trace contextRef="#ctx0" brushRef="#br0" timeOffset="167048.57">27199 14394 2167 0,'12'-22'0'0,"1"5"0"0,5 2 0 0,1 2 0 0,2 4 0 0,9 1 0 0,0 6 0 0,3 2 0 0,1 0 0 0,-1 7 0 0,0 12 80 0,4 6 357 0,-12-1-189 15,3 12-109-15,-8 0-49 0,-6 3 96 0,-7 3-73 16,-7-3-26-16,0 13-11 16,-9-6-103-16,-14 0 33 0,-2 1 0 0,-5-3 34 15,3-13 11-15,-11 5-11 0,11-13 152 0,-5-5-192 16,-4-6 0-16,6-5 0 0,7-3 0 0,-1-2 0 16,4-2 0-16,10 0 0 0,2 0 0 0,2 0 0 15,2 0 0-15,4 0 0 0,0 0 0 0,18 0 0 16,6 0 0-16,6 2 0 0,6 1 0 0,6 5 0 15,2-2 0-15,3 1 0 0,4-1 0 0,-1 0 0 16,3-3 0-16,0 0 0 0,0 2 0 0,-2-4 0 16,2 6 0-16,-4 0 0 0,-7 7 0 0</inkml:trace>
  <inkml:trace contextRef="#ctx0" brushRef="#br0" timeOffset="168233.65">28245 14379 1938 0,'-13'-9'0'0,"9"5"0"0,3 3 0 0,1 1 0 0,0 0 0 0,0 0 0 0,0 0 0 0,1 0 0 0,6 0 0 0,8 3 0 0,3 1 511 0,7 1-235 0,8-1-118 16,4 1-48-16,11-2 247 0,-4-1-158 15,1 1-80-15,-2 1-119 0,-8-2 40 0,2 2 11 0,-4 0-11 16,-4-1-155-16,-6 1 78 0,-4 0 38 0,-3 2-516 16,-6-2 288-16,3-1 129 0,-6 2-40 15,0-1-692-15,2 0 395 0</inkml:trace>
  <inkml:trace contextRef="#ctx0" brushRef="#br0" timeOffset="168576.42">29233 13970 2328 0,'0'-22'0'16,"0"13"0"-16,0 6 0 0,0 0 0 0,0-4 0 0,-2 4 0 0,2 1 0 0,-2 0 0 0,2 2 0 0,0 0 0 0,0 0 323 0,-3 0-141 0,2 4-71 0,-3 9-104 16,-3 10 33-16,-4 1 11 0,-1 5-11 0,-1 0-25 15,-2 3 25-15,-2 2 1 0,-1-2 26 0,1-2-17 16,-3-1-9-16,4 0-1 0,2-4 37 0,0-1 1 16,5-5-38-16,0 0 11 0,0-2 63 0,6-3-37 15,1 2 0-15,2-3-36 0,0-1-41 0,0-4 0 16,10 2 0-16,8-3 0 0,7-2 0 0,3 0 0 15,6-3 0-15,1-2 0 0,10 0 0 0,-1 0 0 16,-2-7 0-16,0-1 0 0,-8 1 0 16,5 0 0-16,-5-1 0 0,-3 3 0 15,-6 3 0-15,0 0-493 0,-7 2 55 0,0 0 192 16,-6 0 103-16,-2 0-603 0,-2 6 353 0</inkml:trace>
  <inkml:trace contextRef="#ctx0" brushRef="#br0" timeOffset="168780.48">29399 13991 2916 0,'-14'-12'0'0,"5"12"0"0,2 0 0 0,-1 4 0 0,2 11 0 0,-1 9 0 0,-2 11 0 0,0 8 0 0,2 5 0 0,-5 22 0 0,5-4 97 0,1 1 574 15,1 5-424-15,1-5-247 0,1-6 0 16,3 11 0-16,0-8 0 0,0-1 0 0,7-11 0 0,2 4-60 15,0-3-42-15,-1-6 65 16,-1-4-757-16,-1-8 417 0,0-3 79 0,-3-3-304 0</inkml:trace>
  <inkml:trace contextRef="#ctx0" brushRef="#br0" timeOffset="168975.55">30119 14108 3041 0,'-7'-11'0'0,"-6"11"0"0,1 18 4 0,-8 6-1 0,-8 5-1 0,-3 10-1 0,-3 7-1 0,-3 3 0 0,-3 2 0 0,5 2 0 0,-6 7 213 0,9-2 126 0,3-9-140 0,-3 12-85 16,4-6-99-16,5-7-34 0,2 1-1 0,1-1 29 16,6-9-608-16,0-1 315 0,5-6 161 0,4-12 81 15,0-1-919-15</inkml:trace>
  <inkml:trace contextRef="#ctx0" brushRef="#br0" timeOffset="169142.51">29652 14246 3103 0,'0'-19'0'0,"0"8"0"0,2 8 0 0,0 1 0 0,3 2 0 0,5 7 0 0,7 15 0 0,-2 7 0 0,8 12 0 0,-1-1 0 0,-1 6 131 0,1 1 416 15,3 4-397-15,2 0-150 0,3-3 0 0,1-1 0 16,6-1 0-16,-2-7 0 0,6-1-189 15,-2-7-105-15,-1-2 162 0,2-4 86 0,2-2-935 0</inkml:trace>
  <inkml:trace contextRef="#ctx0" brushRef="#br0" timeOffset="169309.98">30346 14492 3652 0,'-9'-24'0'0,"6"14"0"0,3 9 0 0,0-4 0 0,0 0 0 0,5-1 0 0,11 2 0 0,6 1 0 0,5 0 0 0,6-2 0 0,-1 4 191 0,8 1-103 0,1 0-111 0,-4 0 28 16,11 0-9-16,-6 1-296 0,-7 4 171 0,2 0 85 15,1 2 43-15,-7 2-789 0,-12 3 411 0</inkml:trace>
  <inkml:trace contextRef="#ctx0" brushRef="#br0" timeOffset="169611.47">30387 14704 2573 0,'-10'0'0'0,"5"0"0"0,5 0 0 0,0 0 0 0,0 0 0 0,18 0 0 0,5 0 0 0,3 0 0 0,4 0 0 0,8 8 0 0,-1 3 355 0,4 5-162 0,-14 0-76 0,6 3-116 16,-8 1-1-16,-8 1 41 0,-6-2 11 0,-5 8-62 16,-6-2 25-16,-14 4 0 0,-16-1 27 0,-6 0-118 15,-6-4 68-15,0-3 20 0,1 0 7 0,9-8 23 16,2 0-49-16,10-8 1 0,7 1 235 15,3-4-105-15,3 0-56 0,7-2 1 0,0 3 2 0,12-3-71 16,14 0 0-16,13 1 0 16,1-1 0-16,6 0 0 0,4 0 0 0,1 0 0 15,-7 0 0-15,7 0 0 0,-5 0 0 0,-9 0 0 16,1 0 0-16,-8 0 0 0,-9 0-566 0,-2 0 222 16,-8 0 111-16,-4 0 96 0,-5 0-474 0,0 0 284 15,-2-1 133-15,-4-9-313 0,-8-3 233 0</inkml:trace>
  <inkml:trace contextRef="#ctx0" brushRef="#br0" timeOffset="169762.87">30719 13668 2993 0,'-9'-34'0'0,"8"28"0"0,1 6 0 0,0 0 0 0,0 20 0 0,0 9 0 0,0 8 0 0,-7 7 0 0,0 2 0 15,-4 15 0-15,1 3 181 0,-1 3-70 0,5 8-25 0,1 6-623 0,0 0 288 0,-2 4 143 0</inkml:trace>
  <inkml:trace contextRef="#ctx0" brushRef="#br0" timeOffset="171214.56">25279 16202 2570 0,'-17'-27'0'0,"12"17"0"0,5 8 0 0,0 2 0 0,0 0 0 0,0 0 0 0,1 0 0 0,8 0 0 0,5 0 0 0,2 5 0 0,4-4 122 0,3 3 136 0,7-1-109 0,2 0-55 15,1 1-27-15,1-3-173 0,0 3 83 0,1-2 26 16,1 2-192-16,2-3 115 0,-2 4 57 0,-1 0 28 16,-3-1-815-16,-4 7 338 0</inkml:trace>
  <inkml:trace contextRef="#ctx0" brushRef="#br0" timeOffset="171378.77">25362 16591 2543 0,'-34'0'0'0,"14"0"0"0,6 14 0 0,7-3 0 0,3-7 0 0,4-2 0 0,0-2 0 0,0 2 0 0,5-2 0 0,16 0 0 0,11 0 166 0,7 0-63 0,9-2 125 16,-1-2-84-16,5 1-56 0,-3-2-519 0,0 4 236 15,0-2 118-15,-4 3 59 0,-6 0-305 0,8 0 177 16,-9 0 94-16,1 6 46 0</inkml:trace>
  <inkml:trace contextRef="#ctx0" brushRef="#br0" timeOffset="171697.62">26496 15741 3931 0,'-18'-5'0'0,"1"5"0"0,4 13 0 0,-10 13 0 0,-4 15 0 0,-5 15 0 0,-1 14 0 0,-10 20 0 0,9-7 0 0,-9 24 0 0,13-16 0 0,8 0 0 16,6-1 0-16,7-5 0 0,9-14 0 16,0-1 0-16,2-17 0 0,13 0 0 15,9-11 0-15,0-12 0 0,5-4 0 0,2-10 0 0,2-9 0 16,-1-7 0-16,1 0 0 0,-1-13 0 0,-4-12 0 16,-3-3-99-16,-8-6-63 0,2-7 61 15,-13 0 127-15,-1-1-34 0,-5 6-9 0,0-3-24 16,-11 3 117-16,-9 7-58 0,-2 1-30 15,0 7 1-15,1 10 342 0,-9-1-331 0,8 8 0 16,-1 2 0-16,4 2 0 0,4 0 0 0,7 0 0 16,-1 12 0-16,5 1 0 0,4 3 0 0,0 1-317 15,1 0-150-15,19-2 223 0,6 0 68 0,5-5-663 16,14-6 399-16,-1-4 200 0</inkml:trace>
  <inkml:trace contextRef="#ctx0" brushRef="#br0" timeOffset="171882.34">26947 16043 3266 0,'-13'-14'0'0,"9"9"0"0,2 4 0 0,2 0 0 0,0 1 0 0,2 0 0 0,19 0 0 0,11 0 0 0,9-3 0 0,6 1 0 0,6 0 125 0,14 0 224 0,-8 1-158 16,12-4-191-16,-6 4-50 0,-3-3-20 15,-9 1 55-15,3-2 28 0,-11 4-594 0,1 1 306 0,-9 0 158 16,-7 0-323-16,-7 1 239 15,-6 7-21-15</inkml:trace>
  <inkml:trace contextRef="#ctx0" brushRef="#br0" timeOffset="172196.39">27222 16039 2779 0,'-25'0'0'0,"4"2"0"0,4 6 0 0,4 2 0 0,1 3 0 0,4 8 0 0,2 6 0 0,2 14 0 0,4 4 0 0,0 6 0 0,0 14 364 0,0-15-162 0,0 11-70 15,0 8 307-15,0-6-424 0,0-10-15 16,0 3 0-16,0-1 0 0,0-12 0 0,-7 5 0 16,1-14 0-16,-1-1 0 0,1-12 0 0,-3-3 0 15,5-7-24-15,-4-4-38 0,-1-2 51 0,-1-5-374 16,-1 0 193-16,-1-9-2 0,-1-12 72 0,1-8 6 16,-4-3 37-16,2-7 1 0,2 8 29 0,-4 0 8 15,6 6-10-15,-5-1 9 0,2 6 131 0,-1 6-66 16,1 1-31-16,4 10-1 0,-2-2 392 15,-2 5-151-15,1 0-121 0,1 10 203 0,-2 13-141 16,0 0-46-16,-2 8-116 0,1-1-56 16,2 4 2-16,-3-3 42 0,7 3-517 0,2-7 270 15,5-6 144-15,1-1 36 0,0-5-735 0,3-3 381 16,18-9 190-16</inkml:trace>
  <inkml:trace contextRef="#ctx0" brushRef="#br0" timeOffset="172475.75">27306 16340 2208 0,'9'-15'0'0,"0"10"0"0,4 1 0 0,1 1 0 0,0 3 0 0,5 0 0 0,1 7 0 0,-2 4 0 0,7 9 0 0,-6 2 0 0,-1 6 225 16,-5 3-93-16,-1 9 55 0,-5-5-64 0,-3 8-45 0,-4-7-1 16,0 2-191-16,-4-3 78 0,-13-1 38 15,-4-5 50-15,-3-4-11 0,-3-2 0 0,-2-5 0 0,-4-4 100 16,4-4-50-16,5-7 10 15,1 1-60-15,2-4 422 0,8 0-426 0,4 0-37 16,1 0 0-16,4 0 0 0,4 0 0 0,0-2 0 16,12-2 0-16,10-2 0 0,8 3 0 0,5 0 0 15,-1 0 0-15,5 0 0 0,0 1 0 0,-2 0 0 16,3 2 0-16,-5 0 0 0,-1 0 0 0,0 4 0 16,-7 5 0-16,1 0-159 0,0 1-921 0,-9 0 510 15</inkml:trace>
  <inkml:trace contextRef="#ctx0" brushRef="#br0" timeOffset="172645.3">28018 16475 3812 0,'-5'-15'0'0,"5"14"0"16,0-2 0-16,0 1 0 0,9-1 0 0,5 1 0 0,9 0 0 0,3 2 0 0,4 0 0 0,0 0 0 0,2 0 119 0,1 4-119 0,9 1 0 15,4 2 0-15,-7 4 0 0,5-5-593 0,-12 7 274 16,7-1 180-16</inkml:trace>
  <inkml:trace contextRef="#ctx0" brushRef="#br0" timeOffset="172841.15">28797 16447 3366 0,'-4'-17'0'0,"4"13"0"0,2 2 0 0,13 1 0 0,8-5 0 0,5 2 0 0,4 3 0 0,7-2 0 0,5 1 0 0,0 2 0 0,9 0 97 15,2 0 91-15,0 0-74 0,0 0-35 0,-2 0-485 16,-11 5 232-16,11 2 102 0,-8 0 55 0,-14 3-687 16,3 3 371-16,-16-3 185 0</inkml:trace>
  <inkml:trace contextRef="#ctx0" brushRef="#br0" timeOffset="173193.14">28863 16707 2211 0,'-6'0'0'0,"6"0"0"0,0 0 0 0,0 0 0 0,0 0 0 0,8 0 0 0,8 0 0 0,5 3 0 0,5 1 0 0,4-1 0 0,0 3 322 0,7 2-143 0,-1-1-70 16,-3 4-114-16,-3 2 17 15,-11-2 0-15,3 4 26 0,-9 3-243 0,-5-1 121 16,-6 3 71-16,-2 4-129 0,-12-3 91 0,-11 0 44 16,-7 5 5-16,-7-3-205 0,4-7 24 0,-12 9 82 15,3-9-18-15,1-4 115 0,7-3 0 0,-6-1-34 16,3-2 287-16,4-5-137 0,3 2-55 16,7-3-41-16,2 0 493 0,5 0-243 0,5 0-68 0,4 0-85 15,4-3 347-15,3 2-227 16,0-3-233-16,1 2 0 0,19-2 0 0,8 2 0 0,9 0 0 15,4 2 0-15,7 0 0 0,0 0 0 16,7 0 0-16,1 0 0 0,1 0 0 0,-2 0 0 16,0 2 0-16,-10-2-166 0,9 2 11 0,-10 1 86 15,-9-2-757-15,1 1 394 0,-8 2 197 0,-7-3-466 16,-4 2 336-16</inkml:trace>
  <inkml:trace contextRef="#ctx0" brushRef="#br0" timeOffset="173456.39">29148 15518 3369 0,'-5'-11'0'0,"5"11"0"0,0 9 0 0,0 14 0 0,0 10 0 0,0 8 0 0,-7 16 0 0,1 3 0 16,-1 7 0-16,-3 4 0 0,2 25 140 0,4-17-40 0,-1 23-203 0,3-11 72 0,-1 4 35 16,-2 0 0-16</inkml:trace>
  <inkml:trace contextRef="#ctx0" brushRef="#br0" timeOffset="185501.06">3523 18351 1126 0,'-17'-7'0'0,"4"-1"0"0,6 1 0 0,2-1 0 0,1 3 0 0,3-5 0 0,-1 1 0 0,2 0 0 0,0-5 0 0,0-1 0 0,7-2 116 0,9-2-50 0,-4 6 1 0,3 1 127 15,2 1-72-15,-2 1 0 0,0 2-9 0,-3 5 0 16,2-2-47-16,-2 3 18 16,1 2-18-16,1 0 1 0,-2 0-1 0,4 0 115 0,-2-1-57 0,2-1 16 15,-1 0-73-15,3 1 107 16,-1-4-54-16,1 2 0 0,0-4-53 0,3 2 82 16,-3-1-83-16,3 1 1 0,0-2 41 0,-1 1 0 15,1 0-56-15,-1 3-52 0,-1-1 0 0,0 2 0 16,0-2 0-16,-1 2 0 0,-1 1 0 0,1 1 0 15,-4-2 0-15,4 2 0 0,-3 0 0 0,1 0 0 16,1 0 0-16,0 0 0 0,1 0 0 0,-1 0 0 16,2 0 0-16,3 0 0 0,-3 0 0 0,6 0 0 15,1 0 0-15,-1 0 0 0,0 2 0 0,4-1 0 16,-3-1 0-16,4 2 0 16,0 0 0-16,0-2 0 0,2 0 0 0,0 2 0 15,1 0 0-15,-1-2 0 0,-1 1 0 0,1 2 0 16,-2-3 0-16,-2 2 0 0,2-1 0 0,0 1 0 15,-1-2 0-15,-1 0 0 0,0 3 0 0,2-3 0 16,-5 1 0-16,8 1 0 0,-1 0 0 0,-2 0 0 16,0 1 0-16,3 1 0 15,0 1 0-15,-1 1 0 0,2-1 0 0,-1 4 0 16,-3-3 0-16,0 2 0 0,-5-2 0 0,3 4 0 16,-3-3 0-16,-5-1 0 0,3 3 0 0,-4 0 0 15,-1-5 0-15,0 3 0 0,-4 1 0 0,2-1 0 16,-2 1 0-16,0-2 0 0,-5 0 0 0,4-1 0 15,-1 1 0-15,-2-2 0 0,-2 0 0 0,2-1 0 16,-3 1 0-16,0-2 0 0,-1 1 0 0,0 0 0 16,0-3 0-16,-1 3 0 0,1-1 0 0,-2 0 0 15,1 0 0-15,-1 0 0 16,-2-1 0-16,5 2 0 0,-5-2 0 0,0 1 0 16,2 0 0-16,-2 0 0 0,2 0 0 0,-1 0 0 15,-1 0 0-15,2 0 0 0,0 1 0 0,-1-1 0 16,-1 1 0-16,3-2 0 0,-4 1 0 0,1-1 0 15,0 2 0-15,-1-2 0 0,1-1 0 0,0 0 0 16,0 2 0-16,-2-2 0 0,0 0 0 0,0 0 0 16,0 0 0-16,0 0 0 0,0 0 0 0,0 0 0 15,0 0 0-15,0 0 0 16,0 0 0-16,0 0 0 0,0-2 0 0,0-2 0 16,0 0 0-16,-2-3 0 0,0 4 0 0,-1-3 0 15,-1 4 0-15,0 0 0 0,-3 2 0 0,1 2 0 16,-3 16-887-16,1 4 191 0,1 6 298 0</inkml:trace>
  <inkml:trace contextRef="#ctx0" brushRef="#br0" timeOffset="188115.21">5444 18509 156 0,'0'0'-1'0,"0"-3"0"0,0 3 1 0,0-6-1 0,2 0 1 0,1-2 0 0,1 1 0 0,1-1 0 0,-1 2 0 0,1-4 0 0,-1 4 110 0,-2-2-91 0,-1 2 0 0,1 1 0 16,-2-1 123-16,0 3-56 16,0-3 8-16,0 2-62 0,0 3 155 0,0-4-71 15,0 2 0-15,0 1 77 0,0 0-41 0,0 0-16 16,0 0-41-16,0-1 28 0,0 0-52 0,0 0 0 16,2-1 53-16,1-1-53 0,4-1 0 0,-3 1 1 15,5-5-1-15,-1 3-53 0,1 0 18 0,-2-1 35 16,0 1-42-16,-1 0 43 0,-3 2-1 0,4 1 85 15,-5 2-72-15,3-2-14 0,-4 3-14 0,1-2 83 16,2 2-70-16,0 1 1 0,0 0 20 0,1 0-67 16,0 0 49-16,3 0-1 15,0 0-73-15,5 0 1 0,-6 0 85 0,8 0-21 16,-5 0 71-16,-1 0-68 0,4-2-19 0,-3 2-47 16,0-2 0-16,0 0 0 0,1 2 0 0,1 0 0 15,-2 0 0-15,0 0 0 0,0 0 0 0,0 0 0 16,-3 0 0-16,3 0 0 0,1 0 0 0,0 2 0 15,0 3 0-15,0-1 0 0,2 2 0 0,1 0 0 16,0-1 0-16,0 1 0 0,2 0 0 16,0-1 0-16,3 1 0 0,-1 1 0 15,3-3 0-15,0 1 0 0,2 1 0 0,2-2 0 16,0 0 0-16,3-2 0 0,-4 0 0 0,1 0 0 16,5-1 0-16,-2 2 0 0,0-2 0 0,2 1 0 15,0-2 0-15,2 1 0 0,4 2 0 0,-1 0 0 16,3-2 0-16,1 0 0 0,3 1 0 0,-5 0 0 15,11 2 0-15,-7-3 0 0,1 0 0 0,0 3 0 16,-1-1 0-16,-5-1 0 0,10-2 0 0,-5 1 0 16,1 2 0-16,-2-1 0 15,3-1 0-15,-4 1 0 0,9 3 0 0,2-4 0 16,-1 0 0-16,4-1 0 0,2 0 0 0,-2 0 0 16,2 0 0-16,2 0 0 0,-1 0 0 0,1 0 0 15,1 0 0-15,2 0 0 0,8-1 0 0,-5 0 0 16,1-2 0-16,-4 1 0 0,-5 0 0 0,5 2 0 15,6 0 0-15,-4 0 0 0,0 0 0 16,2 0 0-16,3 0 0 0,-7 0 0 0,16 0 0 0,-11 2 0 16,1 3 0-16,-2-5 0 0,3 1 0 0,-7 0 0 15,15-1 0-15,2 0 0 16,-2 0 0-16,1 0 0 0,-1 0 0 0,-10 0 0 16,16 0 0-16,-8 0 0 0,1 0 0 0,3 0 0 15,0 0 0-15,-4 0 0 0,1 0 0 0,-5 0 0 16,2 0 0-16,-2 0 0 0,0 0 0 0,-5 3 0 15,14 0 0-15,-9 1 0 0,1 0 0 0,-6 2 0 16,4-2 0-16,-8 0 0 0,14-2 0 0,-3 3 0 16,2-1 0-16,4-3 0 0,-2 4 0 15,-10-5 0-15,18 3 0 0,-10-1 0 16,1 0 0-16,-1 0 0 0,2-1 0 0,4 1 0 16,-4 2 0-16,0-2 0 0,-2 0 0 0,-2-1 0 15,-9-1 0-15,16 3 0 0,-9-3 0 0,7 0 0 16,-2 0 0-16,2 0 0 0,-10 0 0 0,14 0 0 15,-8 0 0-15,-1 0 0 0,0 0 0 0,5 0 0 16,0 0 0-16,0 0 0 0,-5-3 0 0,2 3 0 16,-1-1 0-16,1 1 0 15,1 0 0-15,6-2 0 0,10 2 0 0,-5 0 0 16,-11 0 0-16,20-2 0 0,-14 0 0 0,17 2 0 16,-1-2 0-16,3 0 0 0,-1 1 0 0,0-3 0 15,-12 2 0-15,23 0 0 0,-8-1 0 0,7 0 0 16,-3 2 0-16,2-2 0 0,0 1 0 0,2-2 0 15,19 2 0-15,-8-2 0 0,-17 0 0 0,16-2 0 16,1 2 0-16,18-2 0 0,-10 1 0 0,0-1 0 16,-2 1 0-16,4-3 0 0,-8 3 0 0,24-1 0 15,-13 1 0-15,-1-2 0 16,5 3 0-16,0-2 0 0,-17 2 0 0,25 0 0 16,-16 0 0-16,8 1 0 0,-3 0 0 0,-7-1 0 15,-12 3 0-15,26 0 0 0,-12 1 0 0,-3 0 0 16,-17 0 0-16,10 0 0 0,5 0 0 0,10 0 0 15,-12 0 0-15,-16 0 0 0,10 0 0 0,14 2 0 16,-21 1 0-16,9 1 0 0,-1-2 0 16,0-1 0-16,-7 3 0 0,3 0 0 15,-3 0 0-15,-6-1 0 0,-7 1 0 0,1-1 0 16,-1 3 0-16,4-4 0 0,-14 2 0 0,15 0 0 16,-25-2 0-16,8 5 0 0,-9-4 0 0,-2 2 0 15,-8-4 0-15,8 3 0 0,-10 0 0 0,-11-4 0 16,-2 4 0-16,-3-3 0 0,-9-1 0 0,2 2 0 15,-6-2 0-15,-1 0 0 0,-6 3 0 0,-5-3 0 16,0 0 0-16,-5 0 0 0,-1 0 0 0,-4 0 0 16,-1 0 0-16,-5 0 0 15,-1 0 0-15,-3 0 0 0,-1 0 0 0,0 0 0 16,-2 0 0-16,0 0 0 0,0 0 0 0,0 0 0 16,0 0 0-16,0 0 0 0,0 0 0 0,0 0 0 15,-9 1 0-15,-10 7 0 0,-3 3-63 0,-1 8-199 16,-9 8-499-16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28:53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17528 4424 104 0,'0'2'0'0,"0"4"0"0,0-2 0 0,1-1 0 0,3 1 0 0,-2 0 0 0,0 1 0 0,-1-5 0 0,2 2 0 16,-1 0 0-16,0 0 6 0,-2 0-1 0,2-1 121 0,-2-1-47 0,0 0-5 15,0 3 106-15,0-3-71 0,0 0-35 0,0 0 0 16,0 0 210-16,0 0-125 0,0 0-57 0,0 0 1 15,0 0 50-15,0 0-53 16,0 0 11-16,0 0 253 0,2 0-159 0,-2 0-80 16,0 0-39-16,1 0 222 0,-1 0-119 15,0 0-78-15,0 0 137 0,2 0-101 0,-2 0-51 0,0 0 1 16,0 0 15-16,0 0-112 0,0 0 0 0,0 0 0 16,0 0 0-16,0 0 0 0,0 0 0 0,0 0 0 15,2 0 0-15,-2 0 0 0,0 0 0 0,0 0 0 16,0 0 0-16,0 0 0 0,0 0 0 0,0 0 0 15,0 0 0-15,0 2 0 16,0 3 0-16,0 1 0 0,0-1 0 0,0 5 0 0,0 0 0 16,0 0 0-16,0-3 0 0,0 6 0 15,0-4 0-15,0 0 0 0,0 1 0 0,0-3 0 16,0-1 0-16,0 0 0 0,0-3 0 16,0 0 0-16,2-1 0 0,0-2 0 0,-1 0 0 15,1 0 0-15,0 0 0 0,4 0 0 0,0-5 0 0,-2-4 0 16,-1-1 0-16,3 0 0 0,-3-4 0 15,-1 2 0-15,2-1 0 0,-2 2 0 0,-1 0 0 16,-1 0 0-16,0-1 0 0,0 3 0 16,0 1 0-16,0 1 0 0,0-1 0 0,0 5 0 15,0 1 0-15,0 1 0 0,0-2 0 0,0 3 0 16,0 0 0-16,-1 0 0 0,-1 8 0 0,-2 1 0 16,2 2 0-16,-1 0 0 0,1 1 0 0,0-1 0 15,0-2 0-15,0 2 0 0,2-2 0 0,0-3 0 16,0 1 0-16,0-4 0 0,0 1 0 0,0-4 0 15,0 2 0-15,0-2 0 16,0 0 0-16,2-2 0 0,6-7 0 0,1-7 0 16,1 1 0-16,-3 0 0 0,2 0 0 15,-4 2 0-15,0 4 0 0,-1-1 0 0,-2 4 0 0,-1-1 0 16,1 6 0-16,-2-1 0 0,0-1 0 0,0 3 0 16,0 0 0-16,0 0 0 0,0 0 0 0,0 0 0 15,0 3 0-15,0 0 0 0,0 4 0 0,0-4 0 16,0 0 0-16,0 1 0 15,0-2 0-15,0 0 0 0,0 0 0 0,0-2 0 16,0 0 0-16,0 0 0 0,0 0 0 0,0 0 0 16,0 0 0-16,0 0 0 0,0 0 0 0,0 0 0 15,0 2 0-15,0-2 0 0,0 0 0 0,0 3 0 16,0-3 0-16,0 6 0 0,0 0 0 0,6 3 0 16,3 0 0-16,3 7 0 0,0-2 0 0,8 6-605 15,0-2 193-15</inkml:trace>
  <inkml:trace contextRef="#ctx0" brushRef="#br0" timeOffset="4728.52">17565 4576 342 0,'0'-2'0'0,"0"-1"0"0,0-1 0 0,0 0 0 0,0 1 0 0,0-1 0 0,0 1 0 0,0 0 0 0,0 0 0 0,0 1 0 0,0 0 19 0,0 0 1 0,0 0-1 16,0 0 39-16,0 0-31 16,0 1-6-16,0-1 33 0,0 0-31 0,0-1 1 15,0 1-1-15,0 1 56 0,0-1-7 16,0 2-45-16,0-3 11 0,0 3 84 0,0 0-38 15,0-1 10-15,0 1 34 0,0 0-40 0,0 0 14 16,0 0-39-16,0 0 0 0,2 0-13 0,0 0 1 16,4 0 79-16,1 0-40 0,1 0 0 0,1 0-27 15,2 0 22-15,0 0-35 0,3 0 0 0,-5 0 1 16,2 0 56-16,-1 0 14 0,-1 0-71 0,0 0 56 16,3 0-56-16,-3 0 0 0,2-1 1 15,3-2 72-15,-3 1-73 0,2 0 0 16,0 1 56-16,0-3-55 0,1 1-1 0,0-1 13 0,0-1-58 15,1 2 45-15,0 0 0 0,0-2 1 16,0 2 8-16,2 1 3 0,2-2-11 0,-1 2-36 16,1 0 35-16,0-1 1 0,3 1-39 0,-1-1 6 15,7 3 29-15,-1 0-13 0,1-1-48 0,4 1-6 16,0 0 59-16,1 0-1 0,3 0-44 0,-2-2-4 16,1 2 31-16,-1 0-21 0,-2 0 0 15,0 0 0-15,-2 0 0 0,-2 0 0 0,0 0 0 16,2 0 0-16,-1 0 0 0,-5 0 0 15,8 0 0-15,-2 0 0 0,2-2 0 0,0 2 0 16,4-2 0-16,-3 0 0 0,3 2 0 0,2-3 0 16,0 1 0-16,-1 0 0 0,0 0 0 0,2 0 0 15,-2-2 0-15,0 3 0 0,1-1 0 0,-3 0 0 16,-1 1 0-16,1-2 0 0,0 1 0 0,-1 0 0 16,1 1 0-16,-1-1 0 0,2-1 0 0,-3 2 0 15,1 0 0-15,1-2 0 0,-2 1 0 0,1 0 0 16,0-1 0-16,1 0 0 15,1 0 0-15,-1 1 0 0,1-1 0 0,0-1 0 16,0-1 0-16,-1 4 0 0,1 0 0 0,1-2 0 16,2-1 0-16,-4 2 0 0,3 1 0 0,-5-2 0 15,3 3 0-15,-4-1 0 0,1 1 0 0,1 0 0 16,-2 0 0-16,3-2 0 16,0 2 0-16,1-2 0 0,-1 0 0 0,1 0 0 0,-1 2 0 0,4-2 0 15,-2 1 0-15,0-1 0 16,-1 0 0-16,-1 2 0 0,-1-2 0 0,0 1 0 15,1 1 0-15,-3-2 0 0,-2 2 0 0,1-2 0 16,0 2 0-16,0 0 0 0,1 0 0 0,0-2 0 16,2 2 0-16,0 0 0 0,1 0 0 0,3 0 0 15,5 0 0-15,-2 0 0 0,2 0 0 0,3 0 0 16,-7 0 0-16,10 0 0 0,-4 0 0 0,2 0 0 16,-2 0 0-16,2 0 0 0,-4-2 0 0,8 2 0 15,-4 0 0-15,0 0 0 0,1-2 0 16,0 2 0-16,-6 0 0 0,11-2 0 15,-7-1 0-15,-1 2 0 0,2 1 0 0,-2-1 0 16,-3-2 0-16,9 1 0 0,-3 1 0 0,-2-1 0 16,2 0 0-16,0 0 0 0,-6 0 0 0,6 0 0 15,-4 0 0-15,-8-1 0 0,-1 0 0 0,1 2 0 16,-5-2 0-16,1 2 0 0,-3 0 0 0,-1 1 0 16,-3-3 0-16,1 1 0 0,-6 1 0 0,1-2 0 15,0 3 0-15,-3-1 0 0,-1-1 0 16,0 2 0-16,-2-2 0 0,0 0 0 15,-1 0 0-15,-2 0 0 0,-3 1 0 0,0-3 0 16,-2 3 0-16,-2-2 0 0,1 1 0 0,-4 0 0 16,0 0 0-16,-1 1 0 0,1-1 0 0,1-1 0 15,-3 2 0-15,0-3 0 0,0 2 0 0,0-1 0 16,0-2-74-16,-10 2-82 0,-6 1 45 0,-13 2-881 16</inkml:trace>
  <inkml:trace contextRef="#ctx0" brushRef="#br0" timeOffset="7121">22904 4229 2107 0,'0'0'0'0,"0"0"0"0,0 0 0 0,0 0 0 0,0 0 0 0,0 2 0 0,0 3 0 0,0 3 0 0,0 2 0 0,0-1 0 15,0 0 99-15,0-1-35 0,0 1 0 0,0 1 7 0,0-3 1 16,0 1-33-16,0-1 10 0,1-1 42 16,1-1-27-16,0-2 1 0,0-1-69 0,0 1 43 0,-1-3 10 15,1 0-10-15,2 0-50 0,1 0 24 0,2 0 1 16,-2-4-12-16,-1-5 47 15,1-4-18-15,-3 6 7 0,0-1-44 0,-2 0 37 16,0 1-13-16,0 3-8 0,0-2 167 0,-2 4-73 16,-7 2-35-16,0 0 104 0,-3 0-57 0,1 7-44 15,-3 1 1-15,4 5-23 0,0 1-50 0,2 2 0 16,3 0 0-16,1-2 0 0,4 0 0 0,0-2 0 16,0 0 0-16,0-3 0 0,2 0 0 15,8-2 0-15,1-4 0 0,2-3 0 16,2 0 0-16,2 0 0 0,0-2-49 0,-1-11-5 15,0-2 27-15,-2 0-16 0,-2-2-1 0,-3-1 11 16,-3 2 187-16,-3 0-83 0,-1 7-46 0,-2-3-25 16,0 3 0-16,0 4 0 0,-3-2 0 0,-8 4 0 15,0 3 0-15,-1 0 0 0,-3 0 0 0,0 7 0 16,0 8 0-16,2 1 0 0,3 2 0 0,3-1 0 16,5 0 0-16,2-2 0 0,0-4 0 0,0 2 0 15,9-4 0-15,4-3 0 16,5-3-227-16,1-3-28 0,1 0 98 0,2-7 63 15,-2-7-4-15,-9-1 30 0,1-5-1 0,-2 2 112 16,-2-3-50-16,-5 0 9 0,-1 3-42 0,-2 3 383 16,0 0-192-16,-2 3-95 0,-3 6 364 0,-2-3-420 15,-4 5 0-15,2 2 0 0,0 2 0 0,-3 0 0 16,3 5 0-16,4 6 0 0,-1 2 0 0,6 0 0 16,0 5 0-16,0-2 0 0,2-1-239 0,13 0 67 15</inkml:trace>
  <inkml:trace contextRef="#ctx0" brushRef="#br0" timeOffset="8489.09">22911 4746 2987 0,'-2'0'0'0,"0"0"0"0,0 0 0 0,1 0 0 0,-1 0 0 0,0 0 0 0,2 9 0 0,0 6 0 0,0 6 0 0,0 4 0 0,0 4 259 0,2 5-110 16,0 5-46-16,1 10 311 0,1-6-395 0,-1 4-19 15,-1 4 0-15,0 3 0 0,0 1 0 0,-2 10 0 16,0-11 0-16,0 2 0 0,0 0 0 15,-4-4 0-15,-1 1 0 0,-1-2 0 0,-2-5 0 16,3 0 0-16,-3-4 0 0,1-8 0 0,0 3 0 16,-1-6 0-16,0-3 0 0,3-7 0 0,-1-5 0 15,3-5 0-15,-2-4 0 0,3-5-19 0,-1-2-368 16,1-2 174-16,2-21 87 0,0-16 34 0,3-18-583 16,13-8 318-16,2-9 159 0</inkml:trace>
  <inkml:trace contextRef="#ctx0" brushRef="#br0" timeOffset="8699.66">22969 5023 2694 0,'0'-36'0'0,"-5"5"0"0,-4 7 0 0,2 3 0 0,2 2 0 0,3 4 0 0,2 4 0 0,0 3 0 0,4 2 0 0,18-1 0 0,7 5 209 0,8 2-90 0,2 0 341 0,0 2-211 16,1 13-105-16,-8 2-88 16,4 4-56-16,-6 1 0 0,-5 3 0 0,-7 3 0 15,-5 1 0-15,-7-2 0 0,-6 5 0 0,0 2 0 16,-21 2 0-16,-7-1 0 0,-6-1 0 0,-7 0 0 15,-6-2 0-15,-2-2 0 0,0-4 0 0,-1-5 0 16,1-3 0-16,3-2 0 0,12-9 0 0,1-2 0 16,13-5 0-16,6 0 0 0,3 0-99 0,11-9-92 15,6-14 77-15</inkml:trace>
  <inkml:trace contextRef="#ctx0" brushRef="#br0" timeOffset="10290.34">22883 4403 848 0,'0'0'0'0,"0"0"0"0,0 0 0 0,0 0 0 0,0 0 0 0,0 0 0 0,0 0 0 0,0 0 0 16,0 0 0-16,0 0 0 0,0 0 93 0,0 0-27 0,0 0-1 0,0 0-26 0,0 0 46 0,0 0-11 15,0 0-34-15,0 0-1 0,0 0 83 0,0 0-41 16,0 0 9-16,0 0-50 0,0 0 50 16,0 0-25-16,0 0-1 0,0 0-1 15,0 0-15-15,0 0-8 0,0 0-1 0,0 0 27 16,0 0-27-16,0 0 0 0,0 0 59 0,0 0-59 15,0 0 0-15,0 0 0 0,0 0 19 0,0 0-19 16,0 0 10-16,0 0-10 0,0 0-28 0,0 0 28 16,0-1 1-16,0-1-65 0,0 0 42 0,0 2-13 15,0-2-42-15,0 2 30 0,0 0 0 0,0-1 21 16,0 1 15-16,0 0-7 0,0-3 0 0,0 3-16 16,0 0 56-16,0 0-52 15,0 0 6-15,0 0 1 0,0-1 48 0,0-2 1 16,0 3-44-16,0-2-1 0,1 1 20 0,3 0-14 15,-2-2 14-15,0 2-32 0,1-2 21 0,-1 1-2 16,3 1 34-16,-3-3-34 0,1 2-4 0,-1-2 3 16,2 2 41-16,-1-1 0 0,1-1-30 0,0-1-8 15,-3 1 43-15,6 0-40 0,-4-2 14 0,3 0-32 16,-1 1 37-16,3-1-15 0,-2-2-38 0,3 3-1 16,0-2 38-16,-1 1-1 15,2 0-50-15,-1 1 18 0,0-3-8 0,3 3 34 16,-3-3-52-16,2 1 1 0,2-1 37 0,-2 1-27 15,3-3 24-15,-1-1 3 0,-1 2-7 0,4-2 2 16,-3-3 2-16,2 3 0 0,2-2 20 0,-2-1-20 16,0 2 0-16,2-4-6 0,-1 1-5 0,2 0 0 15,3 0 0-15,-3-2 0 0,1 3 0 0,2-4 0 16,-5 6 0-16,7-6 0 0,-3 1 0 0,1 2 0 16,-2-1 0-16,0 2 0 15,3-5 0-15,-4 6 0 0,4-3 0 0,-3 1 0 16,2 0 0-16,-5 1 0 0,7-5 0 0,-4 4 0 15,-1 0 0-15,3-2 0 0,-3 3 0 0,2-1 0 16,2-5 0-16,-2 4 0 0,3-3 0 0,0 1 0 16,0-4 0-16,0 4 0 0,4-1 0 15,-3-2 0-15,3 1 0 0,-2-1 0 0,1 1 0 0,-1 1 0 16,2-2 0-16,-3 1 0 0,3-1 0 0,-2 2 0 16,-1 0 0-16,2-2 0 0,0 3 0 15,2 0 0-15,-1-2 0 0,-1 4 0 16,1-4 0-16,0 2 0 0,2-1 0 0,-2 0 0 15,2 0 0-15,-2 0 0 0,0 1 0 0,0-1 0 16,-3 2 0-16,1-1 0 0,-1 2 0 0,-2 0 0 16,1-2 0-16,-2 6 0 0,3-8 0 0,-1 6 0 15,0-3 0-15,-2 2 0 0,2-2 0 0,2 0 0 16,-1 2 0-16,3-2 0 0,1-2 0 0,-2 2 0 16,2-2 0-16,0 1 0 15,2 1 0-15,-2-2 0 0,-1-1 0 0,1 4 0 16,-1-3-13-16,-1 3-8 0,-1-4 8 0,2 4 45 15,-3-1-45-15,1 3-3 0,-2-4 3 0,-3 4 41 16,3 0-39-16,-6 0 4 0,1 2 29 0,1-2 3 16,1-1-32-16,0 2 6 0,2-2 9 0,3 0-8 15,-1-2 0-15,2 2 0 0,-2-3-5 16,-1 5 7-16,4-6-1 0,-3 4-44 0,-5 3 0 0,0-2 38 16,-3 2 1-16,-1 1-22 0,0 2 15 15,-3-1 4-15,-1 3 31 0,-2 0 0 16,1 1-36-16,-2 0 5 0,-1 1 67 0,0-2-31 15,3 1-6-15,-4 0-23 0,1 1 0 0,0 2 0 16,-1-3 0-16,2 2 0 0,-3 1 0 0,1-2 0 16,-3 2 0-16,1 2 0 0,0-4 0 0,-2 5 0 15,-2-3 0-15,4 3 0 0,-4 0 0 0,0 0 0 16,0 0 0-16,0 0 0 0,0 0 0 0,0 0 0 16,0 0 0-16,0 0 0 15,0 0 0-15,0 0 0 0,0 0-189 0,0 0 21 16,0 0-198-16,0 0 168 0,-4 0 76 0,-4 0 41 15,-1 0 0-15,0 0-554 0,-1 3 288 0,-6 2 159 16</inkml:trace>
  <inkml:trace contextRef="#ctx0" brushRef="#br0" timeOffset="10696.9">25333 2226 1968 0,'-9'-3'0'0,"4"3"0"0,3 0 0 0,0 0 0 0,0 0 0 0,2 0 0 0,0 0 0 0,0 0 0 0,2 0 0 0,12 0 0 0,7 0 258 0,4 0-110 15,3 0-54-15,2 0-29 16,6-1 114-16,-1-1-75 0,3-1-33 0,0 2 41 16,-2-3-37-16,-1-2 0 0,-1 2-28 0,0 1-36 15,-4-1 28-15,-4-1-1 0,-3 3 0 0,-3-3 31 16,-6 4 9-16,-3 0-40 0,-2-2 47 0,-3 1-1 15,-2 1-46-15,-2 1 0 0,-1 0 141 0,-1 0-179 16,0 0 0-16,0 0 0 0,0 0 0 0,0 0 0 16,0 0 0-16,0 0 0 0,0 0 0 0,0 0 0 15,0 1 0-15,0 6 0 0,0 5 0 0,0 1 0 16,-3 2 0-16,-1 3 0 0,-4 0 0 0,1 3 0 16,-3 2 0-16,-1-1 0 15,0 2 0-15,0-1 0 0,-1 1 0 0,1-3 0 16,-2 3 0-16,4-6 0 0,1 0 0 0,-1-1 0 15,1-2-66-15,2-3-165 0,1 0 101 0,1-4 46 16,0-1-413-16,3-4 229 0,1 1 115 0,-2-4 47 16,2 0-221-16,0 0 144 0,0 0 73 0,2-7-446 15</inkml:trace>
  <inkml:trace contextRef="#ctx0" brushRef="#br0" timeOffset="11173.61">25741 1619 2082 0,'-5'-9'0'0,"3"6"0"16,-2 1 0-16,4 1 0 0,0-1 0 0,0 0 0 0,0 0 0 0,10 0 0 0,10 1 0 0,6 1 0 0,6 0 97 0,2 0 333 0,11 0-197 0,0 0-97 0,2 0 170 15,-6 0-125-15,12 0-76 16,-6 0-33-16,-4 1 33 0,2-1-33 0,-10 2 0 16,6-2-91-16,-4 0 24 0,-3 0 0 0,-3 0 34 15,-8 0-217-15,2 0 109 0,-5 0 63 0,-3-2 17 16,-7 1-375-16,3-2 130 0,-5 1 115 0,-4 1-431 15,1-1 246-15,-5 0 137 0,3-2 65 0,-1-1-372 16,0-5 218-16,-2-3 109 0</inkml:trace>
  <inkml:trace contextRef="#ctx0" brushRef="#br0" timeOffset="11428.3">26379 1324 2554 0,'-7'0'0'0,"3"0"0"0,1 2 0 0,3-2 0 0,0 1 0 0,0 3 0 0,12 2 0 0,11 3 0 0,2 3 0 0,1 1 0 0,4 0 185 16,2 2-74-16,0-2 298 0,-1 3-175 0,0-2-103 16,-4-1-46-16,-3 1-21 0,-6-3 0 0,2 3-26 15,-6-2-75-15,-2 1 33 0,-5-2-1 16,-1 0 44-16,-5-1-144 0,1-1 72 16,-2 5 46-16,-2-3-11 0,-15 4-60 0,-3-2 43 15,-4 2 1-15,-6 1-75 0,-2-2 14 0,0 1 35 16,-3-2-180-16,4 2 99 0,-3 0 39 0,3-1 21 15,0 1-426-15,3-1 225 0,0 2 111 0,2-2 56 16,2 1-547-16,3 1 293 0</inkml:trace>
  <inkml:trace contextRef="#ctx0" brushRef="#br0" timeOffset="11649.62">25880 1930 2485 0,'-22'0'0'0,"7"0"0"16,4 2 0-16,3-2 0 0,2 0 0 0,2 0 0 0,4 0 0 0,0 0 0 0,14 0 0 0,8 1 0 0,8 1 174 0,10 2-67 0,5-4-25 0,6 0 419 0,1 0-231 16,-2 0-116-16,2 0-58 0,-6 0-34 15,-6 2-62-15,0 1 0 0,-3-2 0 0,-4 2 0 0,-3-2 0 16,-1 3 0-16,-8-2 0 0,-1 2-42 0,-1 0-22 16,-2-3 51-16,-4 4-572 15,-4-4 244-15,-3 0 165 0,-2-1-261 0,-2 0 200 16,-2 0 98-16,0 0 51 0,-12 0-435 0,-8 3 232 15</inkml:trace>
  <inkml:trace contextRef="#ctx0" brushRef="#br0" timeOffset="11881.13">26062 1974 2021 0,'-9'0'0'0,"4"0"0"0,1 0 0 0,0 0 0 0,4 0 0 0,-2 0 0 0,2 0 0 0,0 2 0 0,0 7 0 0,0 4 0 0,3 6 474 0,7 5-223 0,-1 0-106 16,0 7-53-16,0 0 275 15,-2 5-164-15,0 0-73 0,-1 0 76 0,-2 2-164 0,0-4-42 0,-2 3 0 16,0-3 0-16,-1-2 0 0,-1-1 0 16,0-2 0-16,0-3 0 0,0-6 0 0,0 3 0 0,0-5-179 15,0-2 62-15,0-3 30 0,-1-4-325 16,-1-2 159-16,0-3 103 0,2 0 42 16,-2-4-284-16,0 0 177 0,0 0 88 0,0 0 45 15,0-11-386-15,2-4 220 0,0-9 105 0,0-5-172 16</inkml:trace>
  <inkml:trace contextRef="#ctx0" brushRef="#br0" timeOffset="12035.63">26078 2325 1822 0,'-9'-8'0'0,"6"3"0"0,-3-1 0 0,3 3 0 0,1 1 0 0,0-1 0 0,2 3 0 0,0-3 0 0,0 1 0 0,2 2 0 0,14 0 111 0,6 0 247 16,3 0-160-16,4 0-80 0,1 0 140 0,-1 5-109 15,4-2-46-15,-3 0-37 0,0 0-167 0,-3 2 70 16,1-2 35-16,-3 3 0 0,-4-2-482 0,4-1 254 15,-2 1 131-15,0 1 66 0,-3-4-827 0</inkml:trace>
  <inkml:trace contextRef="#ctx0" brushRef="#br0" timeOffset="12211.26">26914 2605 2762 0,'0'0'0'0,"0"0"0"0,0 0 0 0,0 0 0 0,0 0 0 16,0 0 0-16,0 0 0 0,0 0 0 0,0 0 0 0,3 0 0 0,2 0-5 0,3 0-1 0</inkml:trace>
  <inkml:trace contextRef="#ctx0" brushRef="#br0" timeOffset="15500.08">22277 4114 2138 0,'0'0'0'0,"0"0"0"0,0 0 0 0,0 0 0 0,0 0 0 0,0 0 0 0,0 0 0 0,2 0 0 0,8 0 0 0,7 0 0 0,2 0 71 0,2 0 183 0,1 0-107 15,-1 0-52-15,1 0 185 0,0 0-109 0,1 0-70 16,0 0-30-16,-2 0 149 0,4 0-89 16,0 0-45-16,-2 0 80 0,9 0-166 15,-2 5 0-15,3 1 0 0,3 1 0 0,1 0 0 16,3 0 0-16,-4 0 0 0,1-2 0 0,-3 0 0 16,0-1 0-16,-6 0 0 0,-5-2 0 0,-2-1 0 15,-5 1 0-15,-7 1 0 0</inkml:trace>
  <inkml:trace contextRef="#ctx0" brushRef="#br0" timeOffset="15635.1">23035 4185 3931 0,'2'0'0'16,"-2"0"0"-16,0 0 0 0,0 0 0 0,0 0 0 0,0 0 0 0,-6 0 0 0,-6 4 0 0,-1 5 0 0,-1-1 0 0,-3 4 0 0,-8 5 0 0,0 2 0 15,-3 3 0-15,-6 2 0 0,1 3 0 0,-6 3 0 16,-4 1 0-16,-3 4 0 0,-4 2 0 0,6-5 0 16,-9 10 0-16,11-9 0 0,-10 9 0 0,13-7 0 15,-3 3 0-15,0-3 0 0,2 3 0 0,8-8-529 16,-7 6-77-16</inkml:trace>
  <inkml:trace contextRef="#ctx0" brushRef="#br0" timeOffset="16893.5">23035 4302 1845 0,'0'0'-5'0,"0"0"2"0,0 0 0 0,0 0 1 0,0 0 0 0,2 0 2 0,7 0 0 0,3 0 0 0,0 0 0 0,4 0 0 0,0 0 170 0,3 0-67 16,1 0-1-16,1 0-56 0,0 0-46 0,1 0 0 0,3 0 57 15,1 0-11-15,1 0-385 0,1 3 192 16,2 2 96-16,2 2 49 0</inkml:trace>
  <inkml:trace contextRef="#ctx0" brushRef="#br0" timeOffset="17045.84">23959 4319 1947 0,'7'0'0'0,"2"0"0"0,3 0 0 0,1 0 0 0,1 0 0 0,-2 0 0 0,2 0 0 0,2 0 0 0,5 0 0 0,4 0 0 0,2 0 86 0,3 0 11 0,5 0-53 15,6 2-383-15,0 0 192 0,5-2 94 0,0 2-605 16,3 0 310-16</inkml:trace>
  <inkml:trace contextRef="#ctx0" brushRef="#br0" timeOffset="17194.84">24821 4342 1877 0,'11'4'-2'0,"-3"0"1"0,-2-1 0 0,-1 1 0 0,-1-4 0 0,-2 2 0 0,3-2 0 0,3 0 1 0,3 0 0 0,4 0 0 0,2 0 189 0,2 0-73 0,3 0-29 0,4 0-12 15,3 0-30-15,1 0-1 0,3 0-286 0,7 0 144 16,-2 0 82-16,7 5 24 0,-3 2-574 16,0 2 304-16,-1-4 86 0,-7-2-10 15</inkml:trace>
  <inkml:trace contextRef="#ctx0" brushRef="#br0" timeOffset="17301.41">25522 4432 1357 0,'13'5'-2'0,"0"-1"1"0,-2 0 0 0,-2-2-1 0,-1 0 1 0,-2-2 0 0,0 0 1 0,4 0-1 0,-1 0 1 0,2 0 0 0,6 0 116 0,3-2-25 0,3 0-38 0,7 0-9 15,2 2-1-15,3-2-395 0,6 2 198 0,-4 0 110 16,8 0 37-16,1 0-494 0</inkml:trace>
  <inkml:trace contextRef="#ctx0" brushRef="#br0" timeOffset="17412.74">26222 4466 1565 0,'14'3'-1'0,"3"3"0"0,-4-4 0 0,1 0 0 0,-2-2 0 0,-1 2 1 0,3-2 0 0,0 0 0 0,3 0 0 0,1 0 0 0,7 0 70 16,0 0-152-16,-3 1 72 0,12 1 22 0,0 1-1 15,6 0-199-15,0-1 115 0,2 3 58 0</inkml:trace>
  <inkml:trace contextRef="#ctx0" brushRef="#br0" timeOffset="17536.64">26972 4543 1704 0,'14'10'-1'0,"-3"-6"0"0,3 3 1 0,-5 0-1 0,3-4 1 0,-3 2 0 0,1-2 0 0,6-1 0 0,1 1 0 0,6-1 0 16,1 2 91-16,6 1 1 0,3-4-1 0,5 2-38 0,7-2-406 0,1 1 197 15,1-1 100-15,-1 2 49 0,4-3-605 16</inkml:trace>
  <inkml:trace contextRef="#ctx0" brushRef="#br0" timeOffset="17808.05">27824 4614 1517 0,'23'0'0'0,"-2"0"0"0,-3 0 0 0,1 0 0 0,0 0 0 0,-3 0 0 0,4 0 0 0,-3 0 0 0,5 0 0 0,-1 0 0 0,2 0 83 0,1 0 0 0,3 0-127 0,4 0 43 16,1 2 11-16,9 0-327 0,-1 1 179 0,2-1 90 15,4-2 45-15,-3 2-218 0,-4-2 131 16,8 0 55-16,-12 0-327 0,5 0 163 0,-4 0 61 0,-1 0 69 16,-6 0 139-16,1 0-63 15,-10 0 1-15,1 0-50 0,-1 0 378 0,-8-2-189 16,-2 2-94-16,3-2 444 0,-4 0-208 0,-1 1-133 16,3 1-6-16,0 0 138 0,-1 0-113 0,5 0-72 15,0 0-13-15,7 0 1 0,2 0-49 0,3 0 0 16,3 0-99-16,3 0 44 0,4 0 27 0,-2 1 1 15,0 1-356-15,0 0 191 0,-6 0 107 16,7 1-448-16,-13-3 237 0,0 0 120 0,-11 0-16 16,-2 0-168-16</inkml:trace>
  <inkml:trace contextRef="#ctx0" brushRef="#br0" timeOffset="19845.91">23849 3692 1157 0,'0'0'0'0,"-1"0"0"0,1-2 0 0,-2 0 0 0,0 1 0 0,2-2 0 0,-2 3 0 0,2-3 0 0,0 1 0 0,0 2 0 0,0 0 252 0,0 0-107 16,0 0-51-16,0 0 113 0,0 0-73 0,0 0-52 16,2 0 119-16,2 0-80 0,2 0-41 0,-2 0 1 15,-1 5 61-15,3-1-55 0,-3 4-1 0,1-3-45 16,2 5 136-16,-2-3-68 0,0 4-24 0,1 3-10 15,-1 3 84-15,1-3-58 0,1 3-31 0,-1 3 111 16,2-4-117-16,0 3-64 16,2-1 0-16,1 2 0 0,1-2 0 0,-2 1 0 15,0 2 0-15,3-2 0 0,-5 1 0 0,2-1 0 0,0 4 0 16,-4-3 0-16,1 3 0 0,-3-1 0 16,-1 4 0-16,-2-1 0 0,0 0 0 0,0-1 0 15,-7 2 0-15,-4-1 0 0,-1-3 0 0,3-3 0 16,-5-3 0-16,1-1 0 0,1 1 0 0,-2-6 0 15,5-1 0-15,0-3 0 0,1-3 0 0,2-1 0 16,3-2 0-16,-1 0 0 0,0 0 0 0,2 0 0 16,2 0 0-16,0-5 0 15,0-1 0-15,0-3-38 0,0 2-83 0,4-2-800 16,5 2 440-16,5-2 210 0,-1 0-583 0</inkml:trace>
  <inkml:trace contextRef="#ctx0" brushRef="#br0" timeOffset="20677.66">24359 3803 2186 0,'2'-12'-7'0,"-2"5"2"0,2-1 2 0,-2-1 0 0,1 2 1 0,-1 1 0 0,2 1 1 0,-2-1-2 0,0 2 1 0,0 0 1 0,0 3 277 0,0-2-122 0,0 3-56 16,0 0-28-16,-2 0 254 0,-3 3-142 0,-2 8-58 15,-3 2 139-15,2 2-110 0,-1 1-56 0,2 4-64 16,-1 1-33-16,2-1 0 0,3 0 0 0,1 1 0 16,2 1 0-16,0 6 0 0,0-8 0 0,0 6 0 15,0-6 0-15,5 1 0 0,4 3 0 0,1-4 0 16,1-2 0-16,1 1 0 0,1-4 0 0,0 0 0 15,2-4 0-15,2-1 0 0,-2-3 0 0,4-3 0 16,-2-2 0-16,4-2 0 16,0 0 0-16,2-4 0 0,-2-7 0 0,4-6 0 15,-2-2 0-15,0 0 0 0,0-2 0 0,-4 1 0 16,-4 1 0-16,4-3 0 0,-6 4 0 0,0-4 0 16,0 3 0-16,0 0 0 0,-3-1 0 0,-1-1 0 15,-4 3 0-15,1-3 0 0,-2 0 0 0,0 0 0 16,-2 3 0-16,-2-3 0 15,0 1 0-15,0-1 0 0,0 1 0 0,-6 2 0 0,-2 2 0 0,-3-2 0 16,-1 3 0-16,0 0 0 16,-5 3 0-16,2 1 0 0,-3-2 0 0,0 4 0 15,-4 2 0-15,-3 1 0 0,1 2 0 0,0 3 0 16,1 1 0-16,-7 0 0 0,3 0 0 16,1 0 0-16,6 1 0 0,-1 6 0 0,-1 0 0 0,7 0 0 15,-1 1 0-15,5 2 0 0,0-2 0 0,3 2 0 16,2-1 0-16,3 4 0 0,1-1 0 0,2-1 0 15,0 2 0-15,0-2 0 0,0 2 0 16,0 0 0-16,2 1 0 0,3-3 0 16,1 2 0-16,2 0 0 0,-1-2 0 0,-1 3 0 15,1-3 0-15,0 0 0 0,3-1 0 0,-1-1 0 16,1 0 0-16,1-1 0 0,2-2 0 0,1 0 0 16,2-1 0-16,2-3 0 0,-2 0 0 0,5-2 0 15,2 0 0-15,-1 0 0 0,0 0 0 0,0 0 0 16,0 0 0-16,-2-2 0 0,-1-2 0 0,-2 1 0 15,-2 0 0-15,-2 0 0 0,-1 0 0 0,-3 1 0 16,-2 1 0-16,-1 1 0 16,0 0 0-16,-4 0 0 0,2 0 0 0,-3 0 0 15,-1 0 0-15,0 0 0 0,0 0 0 0,0 0 0 16,0 0 0-16,0 0 0 0,0 0 0 0,0 0 0 0,0 0 0 16,0 0 0-16,0 0 0 0,0 0 0 15,0 0 0-15,0 0 0 16,0 0 0-16,0 0 0 0,0 0 0 0,0 0 0 0,0 0 0 0,0 0 0 15,0 0 0-15,0 0 0 16,0 0 0-16,0 0 0 0,-3 6-1009 0,-1 3 356 16</inkml:trace>
  <inkml:trace contextRef="#ctx0" brushRef="#br0" timeOffset="23755.12">17361 4987 2332 0,'-8'0'0'0,"0"0"0"0,-1 0 0 0,2 0 0 0,-1 0 0 0,0 2 0 0,1 4 0 0,0 2 0 0,0 3 0 0,2 0 0 0,-1 2 78 0,1 2 9 0,0 2 93 0,1 4-70 0,-3 2-36 15,4 5 154-15,-1-4-84 0,1 9-58 16,1-2 1-16,0 3 143 0,2 0-95 0,0-1-48 16,0 1-14-16,0-2-73 0,2-2 0 0,5-2 0 15,5-1 0-15,1-4 0 0,-1-5 0 0,9 2 0 16,-1-4 0-16,2-5 0 0,2-2 0 0,4-2 0 16,-5-2 0-16,9-2 0 0,-4 0 0 0,0-3 0 15,-1 0 0-15,-1 0 0 16,-6 0 0-16,3-5 0 0,-2-2 0 0,-3-4 0 0,0-1 0 15,-4-4 0-15,4-3 0 0,-4-5 0 16,2-3 0-16,-4-1 0 0,0-3 0 0,-1-2 0 16,-2-1 0-16,-2 2 0 0,0 0 0 15,-3 2 0-15,-3 2 0 0,1 2 0 0,-2 3 0 0,0 1 0 16,0-1 0-16,-7 3 0 0,-3 3 0 0,-1 2 0 16,-2 0 0-16,-4 1 0 0,0 3 0 0,-3 0 0 15,-5 2 0-15,0 1 0 0,-3 3 0 0,-2-1 0 16,-2 5 0-16,-2-2 0 0,1 3 0 15,1 0 0-15,3 0 0 0,-1 0 0 16,8 0 0-16,0 3 0 0,3-1 0 0,2 1 0 16,5 0 0-16,1 1 0 0,4-1 0 0,1-2 0 15,2 3 0-15,2-3 0 0,2 1 0 0,0 2 0 16,0 2 0-16,0-1 0 0,0 7 0 0,2-1 0 16,4 5 0-16,5 4-117 0,-1 2-85 0,0 6 65 15,4 4-940-15,-1 8 519 0</inkml:trace>
  <inkml:trace contextRef="#ctx0" brushRef="#br0" timeOffset="41987.37">22872 4499 1599 0,'0'0'0'0,"0"0"0"0,0-1 0 0,0 0 0 0,0-3 0 0,0 4 0 0,0 0 0 0,0 0 0 0,0 0 0 0,0 0 0 0,0 0 12 0,0 0-1 0,0 0 32 0,-2 0 10 16,0 0-122-16,-4 5 55 0,0 2 29 0,-1 2-159 16,-2 2 87-16,-3 3 49 0,-1 1-7 0</inkml:trace>
  <inkml:trace contextRef="#ctx0" brushRef="#br0" timeOffset="42138.3">22441 4845 1707 0,'-11'0'-4'0,"0"0"2"0,3 2 1 0,-2 0 0 0,3 1 1 0,-2-1-1 0,-3 4 1 0,1 0 0 0,-2-1 0 0,2 5 0 0,-2 2-196 0,2 4 132 0,-3 3 49 0,1 5 29 16</inkml:trace>
  <inkml:trace contextRef="#ctx0" brushRef="#br0" timeOffset="42287.71">21937 5356 1568 0,'-14'0'-3'0,"-2"5"2"0,4 4 0 0,1-5 0 0,-1 0 0 0,1 2 1 15,2-1-2-15,-3 1 1 0,5 2 1 0,-1 3-1 0,2 0-166 0,2 1 116 0,3 0 42 0,-1 2 0 16,-2-1-548-16</inkml:trace>
  <inkml:trace contextRef="#ctx0" brushRef="#br0" timeOffset="42430.65">21551 5696 1647 0,'-26'11'0'0,"1"0"0"0,4-3 0 0,1 0 0 0,1-3 0 0,3 3 0 0,2-3 0 15,3 0 0-15,4 4 0 0,-2-3 0 0,6 4 85 0,-1 0-188 0,4 1 74 0,0 0 36 0,0 2 0 16,0 0-499-16,0 2 253 16,0-2 122-16</inkml:trace>
  <inkml:trace contextRef="#ctx0" brushRef="#br0" timeOffset="42546.47">21181 6043 1338 0,'-28'11'0'0,"-2"3"0"0,0 1 0 0,5-6 0 0,-5-1 0 0,9 2 0 15,-1-2 0-15,3 2 0 0,3 0 0 0,2-2 0 0,3 1-98 0,4 2 71 0,2-1 35 0,3 2 0 0,2-1-455 16,0-1 223-16</inkml:trace>
  <inkml:trace contextRef="#ctx0" brushRef="#br0" timeOffset="42663.28">20756 6360 1128 0,'-21'5'0'0,"1"1"-1"0,1 1 0 0,-2-6 0 0,3 3 0 0,1 1 0 0,0 0 0 0,4 0 0 0,5 1 0 0,1-1 1 0,2 3 42 0,0-1 0 16</inkml:trace>
  <inkml:trace contextRef="#ctx0" brushRef="#br0" timeOffset="42779.09">20399 6635 428 0,'-25'11'0'0,"2"2"0"0,-4 0 0 0,6-3 158 0,1 1-58 0,1 0-29 0,5 2-76 0,0-1 10 0</inkml:trace>
  <inkml:trace contextRef="#ctx0" brushRef="#br0" timeOffset="42907.21">20096 6945 1070 0,'-19'0'0'0,"1"4"0"0,5 3 0 0,0-2 0 0,2-1-1 0,2 2 0 0,0 0 0 0,4 2-1 0,1-3 1 0,4 0 0 0</inkml:trace>
  <inkml:trace contextRef="#ctx0" brushRef="#br0" timeOffset="43647.18">17507 4638 1738 0,'-8'-10'0'0,"3"7"0"0,3 1 0 0,2 2 0 0,0 0 0 0,0 0 0 0,0 0 0 0,0 0 0 0,0 0 0 0,0 6 0 0,2 3 281 0,7 2-121 0,3 1-60 16,1 1-29-16,2 0 2 0,1 0 10 0,7 4-43 15,-2-2-255-15,1 3 128 0,3 0 63 16,-1 0 33-16,3 6-619 0,-1-2 312 0</inkml:trace>
  <inkml:trace contextRef="#ctx0" brushRef="#br0" timeOffset="43805.63">18094 5281 2368 0,'0'0'0'0,"0"5"0"0,0 1 0 0,3 0 0 0,1-1 0 0,-1 1 0 0,3 0 0 0,-1 3 0 0,3-2 0 0,4 3 0 0,-2 3 110 0,10 3-35 0,0 0 1 0,6 2-27 16,2 1-506-16,10 2 249 0,0 0 123 16</inkml:trace>
  <inkml:trace contextRef="#ctx0" brushRef="#br0" timeOffset="43943.37">18600 5857 1933 0,'-5'4'0'0,"3"5"0"0,2-1 0 0,0-2 0 16,0 2 0-16,0-2 0 0,0 4 0 0,0 0 0 0,7-1 0 0,6 4 0 0,4 4-65 0,4-1 52 0,1 6 27 0,3-3 10 0,-1 2-658 0</inkml:trace>
  <inkml:trace contextRef="#ctx0" brushRef="#br0" timeOffset="44064.8">18917 6312 1434 0,'2'13'0'0,"2"4"0"0,-1-6 0 0,-2-1 0 0,1 0 0 0,4 0 0 0,-1 3 0 0,4 0 0 0,5 1 0 0,0 1 0 0,6 1 39 16,2 0-407-16,-2 3 213 0,3 1 93 0</inkml:trace>
  <inkml:trace contextRef="#ctx0" brushRef="#br0" timeOffset="44198.55">19326 6782 1683 0,'1'20'-1'0,"3"-4"1"0,0-1-1 0,-1-5 0 0,1 1 1 0,3-1-1 0,3 1 0 0,1 0 0 0,2 2 1 0,3 1-1 0,5 1 76 16,-1-4-99-16,6 2 26 0,0-1-1 0,3 3-594 15,1-3 293-15</inkml:trace>
  <inkml:trace contextRef="#ctx0" brushRef="#br0" timeOffset="44314.38">19783 7149 2417 0,'0'19'-2'16,"0"-1"0"-16,0-2 1 0,-5-3 0 0,3-2 1 0,-2 1 0 0,2-1 0 0,2-4 0 0,0 2 0 0,0 0 0 0,2-4 101 0,9 1-137 0,5-3 37 16,0 0 10-16,1 2 28 0,4-5-850 0</inkml:trace>
  <inkml:trace contextRef="#ctx0" brushRef="#br0" timeOffset="44948.98">19903 7138 1603 0,'-3'-11'0'0,"3"5"0"0,0 2 0 0,0-2 0 0,0-1 0 0,0-1 0 0,2 1 0 0,8 0 0 0,2-3 0 0,1 5 0 0</inkml:trace>
  <inkml:trace contextRef="#ctx0" brushRef="#br0" timeOffset="46583.93">19524 6865 1414 0,'-11'0'0'0,"1"0"0"0,1 0 0 0,0 3 0 0,1-3 0 0,2 2 0 0,3-2 0 0,-1 0 0 0,0 0 0 0,4 0 0 0,0 0 84 0,0 0 310 0,0 0-177 0,10-5-88 16,5-6 129-16,1-2-99 0,9-4-64 0,-2 0-27 15,2-1 160-15,0-1-94 0,1 1-46 0,3-3 10 16,-3 0 44-16,1 2-51 0,-1-1 1 0,-1 1-6 16,-2 2 1-16,-4 2-36 0,6-2-35 0,-9 5-16 15,4 1 0-15,-4 2 0 0,-2-1 0 16,-2 6 0-16,-2 1 0 0,0-1 0 15,-1 2 0-15,-2 2 0 0,-1 0 0 0,0 0 0 16,-1 0 0-16,1 0 0 0,-1 0 0 0,-1 2 0 16,0 4 0-16,2-1 0 0,-2 5 0 0,1-1 0 15,-1 2 0-15,1 4 0 0,0-1 0 0,0 1 0 16,1 3 0-16,-1 3 0 0,0-2 0 0,1-1 0 16,2 2 0-16,-1-2 0 0,-1 0 0 0,1-2 0 15,0 1 0-15,0-2 0 0,-2-4 0 0,1 1 0 16,-3-1 0-16,3-1 0 0,-1-4 0 15,-4 0 0-15,3 1 0 0,-2-4 0 16,0 1 0-16,-1-3 0 0,-1 1 0 0,0-2 0 16,0 0 0-16,0 0 0 0,0 0 0 0,0 0 0 15,0 0-62-15,0 0-70 0,0 0-874 0</inkml:trace>
  <inkml:trace contextRef="#ctx0" brushRef="#br0" timeOffset="47353.15">20086 7562 2585 0,'-4'-4'0'0,"0"2"0"15,-1-1 0-15,-2-1 0 0,0 2 0 0,2 1 0 0,-1 1 0 0,1 0 0 0,-2 0 0 0,0 0 0 0,0 11 159 0,-2 2-59 0,2 6-20 16,-5 5 63-16,1 4-52 0,-1 5-25 0,-3 7 0 15,4 0 190-15,-1-4-98 0,2 9-63 0,2-4 37 16,5-5-132-16,-2 2 0 0,5-5 0 0,0-5 0 16,8 4 0-16,9-7 0 0,4-5 0 0,3-4 0 15,3-1 0-15,2-8 0 0,5-1 0 0,0-6 0 16,0 0 0-16,0 0 0 0,1-10 0 0,-1-9 0 16,3-3 0-16,-7-5 0 15,0-1 0-15,-3-2 0 0,-4-4 0 0,-7 3 0 0,3-11 0 0,-6 3 0 16,-3-4 0-16,-5-5 0 15,-1 0 0-15,-4 7 0 0,0-1 0 0,0 7 0 16,-11 4 0-16,-3 7 0 0,-4 6 0 0,-1 6 0 16,-7 5 0-16,-1 5 0 0,-1 2-135 0,1 3 36 15,-2 15 29-15,1 2-466 0,-6 12 253 0,6 3 121 16,-2 5-572-16,0 3 342 0,0 5 176 0,-2-2 78 16</inkml:trace>
  <inkml:trace contextRef="#ctx0" brushRef="#br0" timeOffset="47638.81">19432 8360 2707 0,'-17'5'0'0,"4"-4"0"0,2-1 0 0,5 0 0 0,4-1 0 0,2-13 0 0,0-5 0 0,14-4 0 0,14-4 0 0,7-1 0 0,5-5 151 0,11-4-55 0,-8 7-18 0,15-9 199 16,-5 6-118-16,-9 8-59 0,6-5 183 0,-2 7-203 15,-8 4-80-15,8 0 0 0,-14 7 0 16,3 5 0-16,-7 3 0 0,-3 3 0 15,-4 1 0-15,-1 0 0 0,-1 9 0 0,-2 6 0 16,0 4 0-16,-3 0 0 0,3 3 0 0,2-1 0 16,1 3 0-16,3-3 0 0,-1 2 0 0,5-3 0 15,1-1 0-15,2-2 0 0,1-2 0 0,3-3 0 16,6-2 0-16,-3-2 0 0,-5-3 0 0,3-2 0 16,-1-2 0-16,1 1 0 0,-2-2 0 0,0 0 0 15,-1 0 0-15,0 0 0 16,1 0 0-16,-1 0 0 0,8 2-817 0</inkml:trace>
  <inkml:trace contextRef="#ctx0" brushRef="#br0" timeOffset="47798.85">21555 8335 3931 0,'-6'-8'0'0,"6"6"0"0,-2-3 0 0,-1-3 0 0,-2 2 0 0,3 2 0 0,1 1 0 0,1-1 0 0,0 1 0 0,0-4 0 0,0 4 0 0,8-2 0 0,6 4 0 16,2-1 0-16,0 2 0 0</inkml:trace>
  <inkml:trace contextRef="#ctx0" brushRef="#br0" timeOffset="60555.57">16223 14614 1751 0,'-5'0'0'0,"0"-1"0"0,1 1 0 0,4 0 0 0,-2-2 0 0,2 2 0 0,0 0 0 0,0 0 0 0,0 0 0 0,0-3 0 0</inkml:trace>
  <inkml:trace contextRef="#ctx0" brushRef="#br0" timeOffset="60636.46">16211 14607 3931 0,'2'1'0'0,"3"4"0"0,-2-4 0 0,-1 3 0 0,2-3 0 0,-3 1 0 0,3-2 0 0,0 2 0 0,-2 1 0 0,1-3 0 0,2 0 0 0,-2 0 0 0,-1 0 0 0</inkml:trace>
  <inkml:trace contextRef="#ctx0" brushRef="#br0" timeOffset="61266.11">16273 14634 3931 0,'0'0'0'0,"0"0"0"0,0 0 0 0,0 0 0 0,0 0 0 0,0 0 0 0,0 0 0 0,2 0 0 0,3 0 0 15,-2 0 0-15,1 0 0 0,1 0 0 0,1 0 0 0,-1 0 0 0,2 0 0 0,2 0 0 16,-4 0 0-16,2 0 0 0,2 0 0 0,-4-1 0 15,2 1 0-15,1-2 0 0,-3 2 0 0,3 0 0 16,0 0 0-16,-1 0 0 0,0 0 0 0,3 0 0 16,-2 0 0-16,1 0 0 15,1 0 0-15,1 0 0 0,0 0 0 0,0 0 0 16,2 0 0-16,0-2 0 0,2 0 0 0,0 2 0 16,2-1 0-16,1-2 0 0,-2 3 0 0,1 0 0 15,0 0 0-15,0 0 0 0,-2 0 0 0,0 0 0 16,0 0 0-16,2 0 0 0,-2 0 0 0,0 0 0 15,0 0 0-15,4 0 0 0,-3-2 0 0,2 0 0 16,1 2 0-16,1-1 0 0,3 1 0 0,-1-2 0 16,2 0 0-16,2 2 0 0,-5 0 0 0,2 0 0 15,0 0 0-15,2 0 0 16,-2 0 0-16,1 0 0 0,-1 0 0 0,3 0 0 16,-5 0 0-16,3 0 0 0,-1 0 0 0,-3 2 0 15,3 0 0-15,0 1 0 0,-2-1 0 0,2 2 0 16,-2-2 0-16,2 0 0 0,-1-2 0 0,4 2 0 15,-1-2 0-15,1 0 0 0,1 0 0 0,1 0 0 16,2 0 0-16,0 0 0 0,-2 0 0 0,0 0 0 16,0 0 0-16,0 0 0 0,-5 0 0 15,5 0 0-15,-1 0 0 0,-1 0 0 16,0 0 0-16,0 0 0 0,-3-2 0 0,5 2 0 16,-1-2 0-16,-3 2 0 0,0-2 0 0,-3 1 0 15,2 1 0-15,-2-3 0 0,-1 3 0 0,-1-2 0 16,-1 2 0-16,-1-2 0 0,0 2 0 0,0-1 0 15,0-1 0-15,-2 2 0 0,-1-2 0 0,-2 1 0 16,-1-1 0-16,1-1 0 0,-5 3 0 0,1-1 0 16,-5 1 0-16,1 0 0 15,-2-3 0-15,0 3 0 0,-1 0 0 0,-1 0 0 16,0 0 0-16,0 0 0 0,0 0 0 0,0 0 0 16,0 0 0-16,0 0 0 0,0 0 0 0,0 0 0 15,0 0 0-15,0 0 0 0,0 0 0 0,0 0 0 16,-9 15-1222-16</inkml:trace>
  <inkml:trace contextRef="#ctx0" brushRef="#br0" timeOffset="64695.43">18645 14470 2690 0,'0'0'-4'0,"0"0"1"0,0 0 1 0,0 0 2 0,0 0 0 0,0 0 0 0,0 0 0 0,0 0 0 0,4 0 0 0,2 0 0 0,1 0 136 0,2 0-42 0,1-2 331 16,1 0-193-16,2 0-90 0,1 0 79 16,0-2-221-16,2 3 0 0,2-1 0 0,1-1 0 0,2 2 0 15,6-2 0-15,-2 2 0 0,1 1 0 16,3-2 0-16,3 2 0 0,1-2 0 0,3 2 0 0,8 0 0 15,-5-2 0-15,-2 1 0 0,11 1 0 0,-6 0 0 16,2 0 0-16,1 0 0 16,0 0 0-16,-9 0 0 0,3 1 0 0,-2 5 0 15,-1-1 0-15,-6 1 0 0,0-2 0 0,-7 2 0 16,0-3 0-16,-2 2 0 0,-3-4 0 0,-1-1 0 16,-2 0 0-16,-2 0 0 0,-3 0 0 0,0 0 0 15,-2 0 0-15,0 0 0 16,-3-6 0-16,1 1 0 0,-2-3 0 0,-1 1 0 0,-1-3 0 0,3 3 0 15,-4-1 0-15,1 1 0 16,0-1 0-16,0 3 0 0,-2 3 0 0,0-2 0 16,2 2 0-16,0 2 0 0,-2 0 0 0,0 17 0 15</inkml:trace>
  <inkml:trace contextRef="#ctx0" brushRef="#br0" timeOffset="69395.7">20323 14361 1970 0,'0'0'-4'0,"0"0"1"0,0 0 2 0,0 0 1 0,0 0 0 0,0 0 0 0,0 0 0 0,0 0 0 0,0 0 0 0,3 2 0 0,3 0 233 15,-1-1-90-15,2 3-44 0,2-2 178 0,-2 0-112 16,2 1-41-16,-1-1-14 0,1 0 131 0,0 0-93 16,0-2-47-16,0 3 0 0,0-3 45 0,-2 0-65 15,1 0-81-15,2 0 0 0,-5 0 0 0,2 0 0 16,2 0 0-16,-2 0 0 0,0 0 0 0,0 0 0 16,3 0 0-16,-2 0 0 15,3 0 0-15,1 0 0 0,0 0 0 0,1 0 0 0,1 0 0 0,2 0 0 16,3 0 0-16,4 0 0 15,2 0 0-15,2 0 0 0,1 0 0 0,4-3 0 16,0-1 0-16,4 1 0 0,0-1 0 0,1 0 0 16,6 1 0-16,-1 1 0 0,-6 0 0 0,12 0 0 15,-1 0 0-15,4 0 0 0,3 0 0 0,3 0 0 16,1 1 0-16,11-1 0 0,-7 2 0 0,2 0 0 16,-1 0 0-16,-13 0 0 0,7 0 0 0,-3 0 0 15,-6 0 0-15,0 0 0 0,-4 2 0 0,-2 1 0 16,-8 1 0-16,4-2 0 0,-1 2 0 15,-2-1 0-15,-1-1 0 0,-2-2 0 16,1 0 0-16,-3 0 0 0,-5 0 0 0,-2 0 0 16,2 0 0-16,-4 0 0 0,-3 0 0 0,-2 0 0 15,-4-2 0-15,-3 1 0 0,1-1 0 16,-4 0 0-16,-2 0 0 0,-3 0 0 0,1 2 0 0,0-2 0 16,-2 2 0-16,0 0 0 0,0 0 0 0,0 0 0 15,0 0 0-15,0 0 0 16,0 0 0-16,0 0 0 0,0 0 0 0,0 0 0 15</inkml:trace>
  <inkml:trace contextRef="#ctx0" brushRef="#br0" timeOffset="69421.78">22321 14361 537 0,'-24'13'-1'0,"-5"2"-1"0</inkml:trace>
  <inkml:trace contextRef="#ctx0" brushRef="#br0" timeOffset="77879.73">22081 4386 1858 0,'-4'-1'-3'0,"0"-3"1"0,1-2 1 0,-2 5 0 0,1-3 1 0,3 2 0 0,-3 0 0 0,2 0 0 0,-1 0 0 0,-1 2 0 0,0 0 89 15,1 0 106-15,-4 4-74 0,2 5-37 0</inkml:trace>
  <inkml:trace contextRef="#ctx0" brushRef="#br0" timeOffset="78057.14">22013 4417 3931 0,'-3'17'0'0,"-1"3"0"0,-1 1 0 0,2 3 0 0,3 4 0 0,0 1 0 0,0-3 0 15,0 1 0-15,0 0 0 0,3-2 0 0,7 5 0 0,1-1 0 0,0-3 0 0,3-1 0 0,-1 0 0 0,0-4 0 16,2 3 0-16,0-1 0 0,0-6 0 16,-1 1 0-16,0-3 0 0,2 1 0 0,-4-1 0 0,1-6 0 15,1 1 0-15,-5-3 0 0,0 1 0 0,-1-5 0 16,0-1 0-16,-3-1 0 0,2-1 0 0,-2 0 0 15,-1 0 0-15,-1 0 0 0,-1 0 0 0,0 0 0 16,0 0-993-16,-1 0 423 0,1 0 262 0,-2 0 114 16</inkml:trace>
  <inkml:trace contextRef="#ctx0" brushRef="#br0" timeOffset="78859.52">21475 4750 2431 0,'-5'-8'-6'0,"1"2"2"0,1 0 1 0,-1 1 2 0,0 1 1 0,1 3 0 0,-2-2 0 0,3 3 0 0,-1 0 0 0,1 0 0 0,-2 4 250 0,2 10-107 0,1-1-48 16,1 1-1-16,0 5 144 0,0 0-96 15,0 2-36-15,0-1 52 0,0 1-56 0,1-1 1 16,5 1-20-16,1-2-83 0,3 0 0 16,-1-3 0-16,0 1 0 0,5-4 0 0,-3-1 0 0,3-1 0 15,-2-3 0-15,1-1 0 0,3-1 0 16,-4-2 0-16,4-2 0 0,-3-1 0 16,0-1 0-16,2 0 0 0,-1 0 0 0,-2 0 0 15,-1-1 0-15,5-8 0 0,-3-5 0 0,0 2 0 16,0-6 0-16,1 1 0 0,-3-2 0 0,0 1 0 15,-1-1 0-15,-3 0 0 0,-2 0 0 0,-1 0 0 16,-2 1 0-16,0-1 0 0,-2 0 0 16,0 1 0-16,0-2 0 0,0 2 0 0,-6 1 0 0,-3-1 0 15,-3 2 0-15,-1 1 0 16,-1 0 0-16,-2 3 0 0,-3 1 0 0,3 1 0 16,-1 0 0-16,-2 2 0 0,0 0 0 0,0-1 0 15,1 3 0-15,0-1 0 0,4 3 0 0,-2 1 0 16,5 1 0-16,-1 0 0 0,2 0 0 0,1 2 0 15,1 0 0-15,0 0 0 0,3 0 0 0,1 6 0 16,-1 1 0-16,3 0 0 0,0 4 0 0,0 1 0 16,2-1 0-16,0 0 0 0,0 1 0 0,0-2 0 15,2 3 0-15,5-1 0 0,0-2 0 0,2 0 0 16,0 1 0-16,-2-4 0 16,2 5 0-16,3-2 0 0,-1-3 0 0,1 0 0 15,1-1 0-15,4-1 0 0,-3-1 0 0,6-2 0 16,-2-2 0-16,1 0 0 0,1 0 0 0,-1 0 0 15,-2 0 0-15,0-2 0 0,-2 0 0 0,-2-2 0 16,-4 1 0-16,1 1 0 0,-2 0 0 0,-3 0 0 16,-1 1 0-16,-1-1 0 0,-1 0 0 0,1 0 0 15,-3 2 0-15,2 0 0 16,0 0 0-16,-1 0 0 0,3 0-122 0,0 0-174 16,1 6 131-16,2 1-852 0,2 4 485 0</inkml:trace>
  <inkml:trace contextRef="#ctx0" brushRef="#br0" timeOffset="109396.11">23127 4381 996 0,'0'0'-2'0,"0"-1"1"0,0-2 0 0,0 1 0 0,0 1 0 0,0-2 1 0,0 2 0 0,0-1-1 0,0 0 1 0,0 2 0 0,0 0 61 0,0-2-13 0,0 2 0 0,0 0-53 15,0 0 51-15,0 0-1 0,0-2 5 0,0 0-6 16,0 1 0-16,2-1 0 0,1 2 33 16,-1-2 0-16,2 0-20 0,1 1-57 0,0-1 46 0,0 0-1 15,1 0 0-15,1 0-31 16,-2 0 44-16,4 0-13 0,-2-1-1 0,0 2-68 16,0 0 32-16,4-4-3 0,-2 4 34 0,-2-1-84 15,3 0 30-15,-3 0 0 0,2 0-9 0,0 0-5 16,2 2 34-16,-1 0-22 0,-2-2 26 0,5 2 3 15,-2 0-8-15,0 0-11 0,3 0 10 0,-2 0 5 16,4 0-5-16,-3 0-2 0,4-3 4 0,-2 3 4 16,0 0-4-16,0 0 2 0,2 0-2 0,0 0 2 15,1 0-6-15,2 0 6 0,0-3-1 0,3 3 36 16,1-1-35-16,-4-2 0 0,5 3 1 0,0-1 60 16,-3 1-57-16,3 0-1 15,1 0 3-15,-6-1-3 0,5 1 4 0,-2 0 1 16,2 0-25-16,2 0 21 0,-1 0 4 0,1 0-2 15,-2 0-35-15,4-3 37 0,1 3-4 0,-1 0 1 16,1-2-41-16,-2 2 38 0,2-1-5 0,2 1-5 16,0-3 5-16,0 3 1 0,0-1-4 0,0 1 17 15,0 0-15-15,3-2 2 0,-1 2-2 0,-1-2 5 16,-1 2-4-16,4 0 0 0,-4 0-1 0,1 0 3 16,2 0 0-16,-3 0-1 15,2 0-22-15,-2 0 22 0,0 0 1 0,-1 0-25 16,3 0 23-16,1 0-1 0,-1 0-1 0,2 0-14 15,2 0 12-15,0 0-1 0,-6 0 1 0,7 0 1 16,-4 0-3-16,1 0 2 0,-4 0 17 0,6 0-16 16,-4 0 0-16,-2 0 2 0,-1 2-60 0,1 0 57 15,0 2 0-15,2-3 23 16,0 1-24-16,-1 1 0 0,0-2 0 0,4 3 30 16,-3-3-30-16,2-1 0 0,-5 3 0 0,3-3 40 15,2 0-38-15,-2 3 1 0,-2-3 3 0,1 2 1 16,-1 0-3-16,0-2 9 0,0 2-7 0,0 0 7 15,0 0-5-15,0 0-6 0,2-1 5 0,-2 1 0 16,-1 1 0-16,2-2-5 0,1 0 4 0,-2-1-2 16,1 3 0-16,0-3 12 0,2 2-11 0,0-2 1 15,2 0-2-15,-1 0 3 0,8 0-1 0,-5 0 1 16,1 2-7-16,-4-2 7 0,1 0 1 0,2 0-22 16,-3 2 20-16,-2-2-1 15,-1 2 0-15,-4-2-23 0,-4 2 23 0,5 0-4 16,-2-2 2-16,-4 1-2 0,-1-1 2 0,-1 2-2 15,1 0 21-15,-1-2-20 0,-4 2 1 0,2-2 0 16,-4 0 22-16,0 1-20 0,-4-1 1 0,-3 0 11 16,1 0-11-16,0 0 3 0,-4 2-3 0,-2-2-9 15,-1 0 12-15,-1 0 0 0,0 0-2 0,-2 0-53 16,0 0 52-16,0 0-2 16,0 0-129-16,0 0 62 0,0 0 29 0,0 0-218 15,0 0 116-15,0 0 49 0,0 0 10 0,-9 0-184 16,3 0 102-16,-4 2 57 0,3-2 1 0</inkml:trace>
  <inkml:trace contextRef="#ctx0" brushRef="#br0" timeOffset="110046.05">26812 4088 1116 0,'0'-4'0'0,"-2"2"0"0,-2 1 0 0,-1-3 0 0,4 2 0 0,0 0 0 0,-1 1 0 0,-1-2 0 0,3 3 0 0,0 0 0 0,0 0 81 0,0 0-8 0,0 0 1 16,0 0-31-16,0 0 12 16,5 0-28-16,4 4 17 0,2 2-1 0,0-1 37 15,3 1 1-15,1 2-27 0,2-3-10 0,-4 3 14 16,4 0-14-16,-2 3-1 0,1-2 1 0,0 0-20 15,-2 3-12-15,2-1 32 0,-2 0-57 0,2 0 26 16,-2 1 0-16,3 1 36 0,1-2-42 0,-3 2-14 16,2-1 42-16,-2-2-60 0,5 5-1 0,-3-7 44 15,1 4 5-15,2-4-58 0,-2 2 53 0,1 0-9 16,-2-1 8-16,-3-3-18 0,0 2 15 16,-4-3-3-16,-1 2 13 0,-3-1-10 15,-3 0-1-15,1-3 4 0,-3 4 34 0,-1-3 1 16,0 4-36-16,0 2 50 0,-5 0 0 0,-7-2-37 15,-1 5-10-15,-1-1 11 0,-5 3 113 0,0 0-48 16,1-1-31-16,-1 2 51 0,-4 2-41 0,0 0 3 16,3 0-33-16,-2 1-53 0,-1 1 0 0,2-4 64 15,-3 4-101-15,4-1 42 0,-3-2 1 16,2 2 33-16,1-5-55 0,2 2 24 16,2-3-8-16,2 1-92 0,1-2 58 0,2-3 11 15,2 1 1-15,-1-3-71 0,5 0 49 0,-3-2 10 16,3 0-81-16,3-3 47 0,-4 1 14 0,2-2 7 15,1 1-256-15,-3 2 135 0,2-3 64 0,-3 7-474 16,1 2 261-16,-1 1 147 0</inkml:trace>
  <inkml:trace contextRef="#ctx0" brushRef="#br0" timeOffset="110221.24">27206 5256 1791 0,'-13'-30'0'0,"11"29"0"0,2-1 0 0,0 2 0 0,0 0 0 0,-1 0 0 0,1-2 0 0,-3 1 0 0,3-2 0 0,-1 3 0 0,1 0-3 0,-4 0-49 0</inkml:trace>
  <inkml:trace contextRef="#ctx0" brushRef="#br0" timeOffset="-176120.49">23010 4353 604 0,'0'-1'0'0,"0"-3"0"0,0-2 0 0,0 0 0 0,0 0 0 0,0 3 0 0,0-3 0 0,0 2 0 0,0 1 0 0,0-1 0 0,0 0 38 0,0 3 1 0,0-2 65 0,0 1-62 16,0 2 0-16,0 0-24 15,0 0 25-15,0 0-1 0,0 0 1 0,2 0-73 0,2 0 70 16,2 0 11-16,1 0 37 0,2 0-49 16,2 0-1-16,1 0 1 0,3 0 49 0,-3 0 11 15,2 0-57-15,0 0 0 0,-1 0 62 0,-2 0-59 16,2 0 5-16,-4 0 29 0,5 0-29 0,-1 0 0 15,-1 0 16-15,2 0-25 0,-1 0 17 0,2 0 10 16,0 0-40-16,-1 0 20 16,0 0 4-16,4 0-6 0,-4 0-42 0,4 0 7 0,-2 0 36 0,5 0-7 15,0 0-50-15,2 0 48 16,2 0 3-16,-2 0-43 0,7 0 40 0,0 0-8 16,4 0 7-16,-2 0-44 0,5 0 40 0,2 0 4 15,0 0-15-15,-2 0 6 0,-2 0 4 0,3 2-3 16,-3 2-70-16,2-3 75 0,-3 2-6 0,-2 1-6 15,3-1-35-15,-5 1-7 0,2 0 42 0,-2 0-35 16,0 2-5-16,2-4 28 0,0 3 6 0,2-1-23 16,-1 0 24-16,3-1-10 0,8-1 24 0,-11 0-21 15,10 0 2-15,-1-2-1 16,-5 1 23-16,8 1-22 0,-1-2 0 0,-1 2 1 16,-3 0 1-16,4-2 2 0,-3 2 1 0,10 0-11 15,-6-1 8-15,0 2 2 0,0-3-33 0,-1 1 30 16,-8 1 4-16,11 1-6 0,-1-3-33 0,-3 1 32 15,3-1 0-15,-3 3-4 0,-4-2-11 0,10-1 11 16,-4 1 2-16,-1-1-15 0,-2 0 14 0,2 2-2 16,-9-2-2-16,5 3 24 0,-3-3-20 15,0 1-2-15,0 2 0 0,0 0 1 16,-3-1 3-16,2 0-2 0,-1 2 27 0,1-1-27 16,0 1 2-16,0 1-1 0,1 0-11 0,-3 0 11 15,1-1 1-15,1 1-24 0,0 1 23 0,0 0-1 16,-1-3 2-16,1 3-9 0,1-3 5 0,0 2 1 15,4 0 46-15,1-1-44 0,-8 0 0 0,4-1 0 16,0 2 55-16,-2-2-54 0,-2 0 3 0,3 2-3 16,-6-4 30-16,3 3-27 15,-2-2 6-15,-1 2-23 0,-1-3 21 0,0-1-2 16,-4 2 8-16,4-2-11 0,-4 0 5 0,-3 0-1 16,1 0-16-16,-3 0 15 0,0 0 0 0,-3 0-1 15,-1 0 14-15,1 0-14 0,-9 0-2 0,5 0 2 16,-5 0 45-16,1 0-43 0,-1 0 0 0,-1 0-19 15,-2 0 20-15,0-2 0 0,-1 2 7 0,-2-1-79 16,1-1 70-16,-3 2 0 0,1 0-40 16,1 0 1-16,0 0 33 0,-3-2 2 0,0 2-119 0,0 0 55 15,0-2-16-15,0 1 68 0,0-2-253 16,0 1 120-16,-6-5 39 0,-2 1-512 16,-5-1 290-16,-1-1 124 0,2 0 54 0,-1 1 15 15,5 2 68-15,2-3 0 0,1-1-707 0</inkml:trace>
  <inkml:trace contextRef="#ctx0" brushRef="#br0" timeOffset="-175622.88">26740 4096 1277 0,'0'-12'0'0,"0"5"0"0,0 2 0 0,0-1 0 0,1 0 0 0,-1 2 0 0,0 2 0 15,0 0 0-15,0-1 0 0,0 0 0 0,3 3 138 0,-3 0-42 0,2 0 0 0,2 0-30 0,2 0-12 0,1 8 15 16,1 2-14-16,5 1 47 0,-3 2-47 16,6 1 0-16,3 2 40 0,-2-2 21 0,7 4-61 0,0-1-1 15,4 0 57-15,1 2-1 0,1-1-55 16,2 0 13-16,-2-2 40 0,-2 1 0 0,0-2-53 0,-3 0 0 15,-5-3 28-15,3 3-14 0,-4-2-15 16,-6-2-13-16,4 0 14 0,-6-1-1 0,0 1-28 0,-5-4 42 16,2 1-13-16,-5 1 0 15,1-1-9-15,-2-2 9 0,-1-1-1 0,-1 1 15 16,0 1-43-16,0-1 27 0,0 1-38 0,-7 0-15 16,-2 1 0-16,-5 2 0 0,-1-1 0 0,-3 5 0 15,-1 1 0-15,0 0 0 0,-4 0 0 0,5 1 0 16,-8 5 0-16,3-2 0 0,-4 1 0 0,4 1 0 15,-1-1 0-15,1 1 0 0,0 0 0 0,0 0 0 16,1-2 0-16,3-1 0 0,-2-2 0 16,3 0 0-16,-1-1 0 0,2-1 0 0,-1-3 0 15,4-2 0-15,0-2 0 0,4-1 0 16,0 0 0-16,2-3 0 0,3 0-151 0,1-3-49 16,2 1 56-16,1-1 60 0,1 0-517 0,0 4 273 15,0 0 137-15,1 1-682 0</inkml:trace>
  <inkml:trace contextRef="#ctx0" brushRef="#br0" timeOffset="-173684.47">16393 14770 1115 0,'0'-5'0'0,"2"0"0"0,0 4 0 0,1-3 0 0,0 0 0 16,1 1 0-16,2-3 0 0,-3 3 0 0,3-3 0 0,1 2 0 0,3 0 64 0,-1-1 74 0,2 0 0 0,3 2-59 0,0-2 99 0,2 0-57 0,-2 0 15 16,4-1-72-16,-4-1 87 0,4 1-28 15,-4-2-16-15,0 3-43 0,-5-1 181 0,5-1-90 16,-5 1-46-16,0 0 170 0,3 0-115 15,-3-1-51-15,2 1 1 0,-4 3 100 0,1-2-154 0,1 0-60 16,2 1 0-16,-2 1 0 16,1-1 0-16,1 0 0 0,-1 3 0 0,3-3 0 15,-2 2 0-15,1-1 0 0,1 2 0 0,0 0 0 16,4 1 0-16,0-3 0 0,1 3 0 0,7 0 0 16,0 0 0-16,5 0 0 0,3 0 0 0,10 0 0 15,0 0 0-15,4 0 0 0,8 0 0 0,10-1 0 16,-3-1 0-16,16-5 0 0,0 1 0 0,3-3 0 15,4 3 0-15,-5-2 0 0,5 2 0 0,9-1 0 16,-6-1 0-16,6 3 0 0,5-3 0 0,2 3 0 16,-12-1 0-16,24 0 0 0,-10 4 0 15,10-5 0-15,18 4 0 0,-11-3 0 16,-8 2 0-16,24 0 0 0,-4-1 0 0,5-1 0 16,-6 2 0-16,3-2 0 0,-13 2 0 0,33-1 0 15,-18 2 0-15,-1-1 0 0,3 2 0 0,4 0 0 16,-12 0 0-16,22-1 0 0,-17 2 0 0,-2 1 0 15,3 0 0-15,-8-1 0 0,-18 1 0 0,8 0 0 16,-3 0 0-16,0 0 0 0,-8 0 0 0,-8 0 0 16,-18 1 0-16,6 3 0 15,-9 0 0-15,-2 2 0 0,-5-1 0 0,-4 2 0 16,-14-1 0-16,0-1 0 0,-8 3 0 0,-12-2 0 16,1 1 0-16,-6-1 0 0,-8-3 0 0,-1 2 0 15,-8-4 0-15,-2-1 0 0,-4 2 0 0,0-2 0 16,-3 0 0-16,-1 0 0 0,1 0 0 0,-2-2 0 15,0-4 0-15,0 0 0 0,0 0 0 0,-2-4 0 16,-6 5 0-16,-6-3 0 0,-13 2 0 16,-8 2 0-16,-16 4-81 0</inkml:trace>
  <inkml:trace contextRef="#ctx0" brushRef="#br0" timeOffset="-171453.33">22638 11457 2850 0,'-12'-5'0'0,"2"1"0"0,6 2 0 0,0 0 0 0,4 1 0 0,0-1 0 0,0 2 0 0,0-3 0 0,16 2 0 0,12-3 0 0,13-1 447 0,7-1-203 16,7 0-90-16,12 2-62 0,-5 0 52 0,5 3-144 16,-3-1 0-16,1 0 0 0,-6 0 0 0,10 0 0 15,-5-1 0-15,-2-1 0 0,-8-1 0 0,3 2 0 16,-3-2 0-16,-3-2-80 0,-9 2 0 0,-5 2 61 15,-1-4-904-15,-6 2 441 0,-9 0 209 16,0-5 121-16</inkml:trace>
  <inkml:trace contextRef="#ctx0" brushRef="#br0" timeOffset="-171262.81">23672 11097 3060 0,'-16'-14'0'0,"5"7"0"0,4-1 0 0,-1 4 0 0,4-2 0 0,4 5 0 0,0-2 0 0,6 1 0 0,16 2 0 0,7 0 0 0,4 0 264 0,-1 0-117 0,4 9-52 0,-2 3 117 15,-4 1-85-15,-2 2-101 0,-7-2-26 0,-2 5 0 16,-4 1 0-16,-8 5 0 0,-5 3 0 16,-2 1 0-16,-9 6 0 0,-16 6 0 15,-5-2-84-15,-6 4-10 0,-3 0 68 0,-3-1-547 16,-2 1 273-16,1-2 77 0,-1-2 91 0,1-2-514 16,4-5 302-16,-1 0 151 0</inkml:trace>
  <inkml:trace contextRef="#ctx0" brushRef="#br0" timeOffset="-170717.52">23150 11782 3316 0,'0'0'0'0,"0"0"0"0,0 0 0 0,0 5 0 0,-9 9 0 0,-3 7 0 0,1 6 0 0,-3 4 0 0,3 4 0 0,-4 7 0 0,2-1 118 0,-1 2 55 0,3 1-66 16,0-1-32-16,1-7 9 0,1 1-168 0,4-1 67 15,-1-2 30-15,3-5-431 0,-1-10 229 0,4-6 127 16,0-2 46-16,0-4-584 15,0-7 309-15,9-2 22 0,4-23-233 0,2-7 220 0,3-13 126 16,-2-2 57-16,0-4-60 0,0-1 59 16,-3 0 29-16,-3 12-11 0,1-11 9 0,-4 15 31 15,-2 1 1-15,2 6 367 0,-4 9-183 0,1 3-103 16,0 3-36-16,-2 9 752 0,1 1-381 0,1 3-94 16,4 1 353-16,-1 10-286 0,2 16-158 0,0 1-75 15,2 7 271-15,-1 7-386 0,0-2 0 0,-2 0 0 16,1 10 0-16,-2-14 0 0,0 2 0 0,2-2 0 15,-2-6 0-15,-3-6 0 0,1-2 0 0,1-9 0 16,-5-2 0-16,4-4 0 16,-1-5 0-16,1-1 0 0,2-1 0 0,4-20 0 15,3-7 0-15,2-8 0 0,2 2 0 0,-1 3 0 16,-1-7 0-16,5 2 0 0,-4 5 0 0,2 0 0 16,-5 5 0-16,0 9 0 0,-3 0 0 0,-4 8 0 15,3 2 0-15,0 2 0 0,-1 5 0 0,2 0 0 16,2 11 0-16,3 6 0 0,0 8 0 0,3 6 0 15,1 6 0-15,-1-6 0 16,6 13 0-16,-2-9 0 0,-5-4 0 0,3 2 0 16,0-2 0-16,-3-3 0 0,1-6 0 0,-6-3 0 15,-1-2 0-15,-5-6 0 0,1-2 0 0,-3-3 0 16,-3-4 0-16,0 0 0 0,-2-2 0 0,0 0 0 16,0 0 0-16,0 0 0 0,0 0 0 0,0-2 0 15,0-4 0-15,0-1 0 0,0-1 0 0,0 1 0 16,0-2 0-16,0-1 0 0,3 1 0 0,9 1 0 15,1-1-740-15</inkml:trace>
  <inkml:trace contextRef="#ctx0" brushRef="#br0" timeOffset="-165251.41">24281 11649 1392 0,'0'-15'0'0,"0"7"0"0,0 7 0 0,0-1 0 0,0 2 0 0,0 0 0 0,0 0 0 0,0 0 0 0,0 0 0 0,0 0 0 0,0 0 41 0,9 0 179 0,2-3-80 0,1 2-54 0,9 1-1 16,4-2 105-16,1 0-75 0,4-2-36 0,4-2 9 16,2 0 22-16,1 1-34 0,-3 2-1 0,4-3-63 15,-2 3 28-15,-3-1 11 0,3-2-10 0,-3 3-253 16,-1 1 126-16,-1-1 63 0,-5 1 32 0,-3 2-285 16,-5 0 145-16,-1 0 17 0,-6 0-564 0,-7 7 318 15</inkml:trace>
  <inkml:trace contextRef="#ctx0" brushRef="#br0" timeOffset="-165081.18">24455 11878 1812 0,'-8'0'0'0,"3"0"0"0,5 0 0 0,0 0 0 0,2 0 0 0,13 0 0 0,5 0 0 0,7 0 0 0,3-2 0 0,3-7 0 0,8 1 300 0,0-2-129 0,5 4-65 15,-1 1-89-15,-5 2 1 16,1 1 23-16,-7 1 0 0,1 1-388 0,-5 0 193 0,-7 0 98 15,0 0 59-15,-3 5-261 0,-1 4 104 16,-6-2 85-16</inkml:trace>
  <inkml:trace contextRef="#ctx0" brushRef="#br0" timeOffset="-164509.28">25403 11418 1495 0,'-1'-10'0'0,"1"7"0"0,0 1 0 0,0 2 0 0,0 0 0 0,0 0 0 0,5 0 0 16,8 0 0-16,4 0 0 0,9 0 0 0,10 0 74 0,3 0 286 0,9 0-160 15,1 0-79-15,5 0 111 0,4 0-86 0,-2 0-57 0,-1 0-1 16,-1 0-33-16,1 0-13 0,-3 0-1 0,-8 0-38 15,11 0-11-15,-9-2 50 0,-4 0-1 16,2 0-46-16,-12-2-1 0,-2 3 58 0,1-4-11 16,-9 2-186-16,-5-1 49 0,-6 3 61 0,-4-2-308 15,-4 2 165-15,0-2 56 0,-3 2 52 0,0-3-258 16,-4 1 144-16,-10-1 61 0,-4 0 46 0,0 2-354 16,-3-2 194-16,-5 1 99 0</inkml:trace>
  <inkml:trace contextRef="#ctx0" brushRef="#br0" timeOffset="-164226.74">26098 11167 1291 0,'-6'-14'0'0,"1"8"0"0,3 5 0 0,0-1 0 0,2 0 0 0,0 2 0 0,0 0 0 0,0-2 0 0,0 2 0 0,9 0 0 0,14 0 142 16,3 0-51-16,6 0-1 0,8 4 122 0,-5 5-76 15,13 5-53-15,-7-2 0 0,1 3-12 0,-2 1-31 16,0 0 1-16,-8-1 0 0,1 4-1 0,-1-3 0 16,-4 4 1-16,-3-2-38 0,-8-6 0 0,-2 4 48 15,-6-2-11-15,-5-3-79 0,-2 2 40 0,-2 0 0 16,-13 2-10-16,-12 0 7 0,-12 3 4 0,-2 0 21 16,-5-1-48-16,-4 1 0 0,-4 3 33 0,2-2-112 15,-2 1 48-15,2 0 33 0,5-1-13 16,5-2-385-16,11-2 182 0,3 0 100 15</inkml:trace>
  <inkml:trace contextRef="#ctx0" brushRef="#br0" timeOffset="-163343.89">25736 11903 870 0,'0'-9'0'0,"-2"4"0"0,2 2 0 0,-4-3 0 0,4 2 0 0,0-1 0 0,-5-1 0 0,4 0 0 0,-3 0 0 0,1 2 0 0,1 1 186 0,-3 1-73 15,1 1-36-15,-3 1-1 0,0 0 89 0,-2 1-52 16,-2 12-42-16,-4 8 46 0,-2 2-38 0,0 6-1 16,-2 7-38-16,6-4 37 0,0 4-11 0,3 1-26 15,3-3-22-15,5-3 22 0,2 2 0 0,0-9 10 16,0 9-51-16,0-10-1 0,4-1 42 16,7-3 0-16,1-3-31 0,2-3 10 0,2-5 14 0,-2-3-26 15,7-2-11-15,4-3 35 16,-3-3-20-16,4-12 97 0,1-5-43 0,-1-3 0 15,0-5-66-15,-5-2 32 0,-2 0 9 0,-6-2 17 16,-4-2-80-16,-7 1 27 0,-1-4 1 0,-1 4 31 16,0-1-29-16,-15 2 30 0,0 4-7 0,-5 2 42 15,-2 3-1-15,-2 4-49 0,-5 5 7 0,6 5-27 16,-8 0-7-16,4 8 34 0,2-1-70 0,5 2 36 16,0 0 0-16,3 3 46 15,2 9-282-15,7 0 116 0,3 5 66 0,3-1 11 0,2 2-427 0,0 1 188 16,11 3 128-16,10-2-322 15,4-3 220-15,14-2 111 0</inkml:trace>
  <inkml:trace contextRef="#ctx0" brushRef="#br0" timeOffset="-163083.34">26160 11838 1805 0,'0'-9'0'0,"0"8"0"0,0 1 0 0,0 0 0 0,0 0 0 0,0 0 0 0,0 0 0 0,0 4 0 0,0 8 0 0,0 3 0 0,0 9 89 0,0 5 108 0,0 10-83 16,0 1-36-16,4 1 94 0,3 0-65 0,1 2-34 16,-4-5 11-16,5 10-112 0,-3-6 34 0,-3 0 0 15,1-7-55-15,-3 5 44 0,4-3 11 0,-3-3 35 16,-2-2-191-16,0-7 96 0,0-4 3 0,0-2 38 16,0-5-149-16,-4-3 80 0,0-3-6 0,0-6 37 15,-1-2-20-15,-5 0 0 16,3-2 7-16,-1-13-257 0,-2-10 140 0,5-3 70 15,0-4-235-15,1-11 153 0,0-4 66 0,-1-4 48 16</inkml:trace>
  <inkml:trace contextRef="#ctx0" brushRef="#br0" timeOffset="-162866.31">26096 11923 1620 0,'0'-22'0'0,"-3"3"0"15,3 3 0-15,0 2 0 0,3 3 0 0,9-1 0 0,3 0 0 0,7 5 0 0,6 2 0 0,2 2 0 0,6 2 117 0,5 1-38 0,3 0 0 16,-9 4 43-16,12 11-46 0,-5 2-1 0,-10-2-167 15,1 4 66-15,-1-1 33 0,-11-3 10 0,-1 2-39 16,-7 0 32-16,-5-1-1 0,-6-2-66 0,-2 1 46 16,-11 0-1-16,-18 1-27 0,-2-5 83 0,-11-1-31 15,-1-1-49-15,-2 1 40 0,7-5 31 0,-12 0 5 16,16-2-35-16,-4-3-156 0,13 2 77 0,0-2 46 16,9 0 1-16,5 0-165 0,6 0 92 0,5 0 34 15,2 0-416-15,24 0 211 0</inkml:trace>
  <inkml:trace contextRef="#ctx0" brushRef="#br0" timeOffset="-162591.99">27238 11709 1707 0,'3'-26'0'0,"-2"16"0"0,1 6 0 0,-2 3 0 0,2-3 0 0,-2 2 0 0,0 0 0 0,0 1 0 0,0 1 0 0,0 0 0 0,-10 0 174 0,-4 12-67 15,-2 8 84-15,-3 4-66 0,1 4-48 0,1 4 0 16,-2 2-80-16,-2 6 43 0,5-3-1 16,-2-6 10-16,0 3-49 0,1 0 0 0,-5-2 40 15,5-2-76-15,-3-2 38 0,6-5 9 0,-7 1 29 0,8-5-162 16,-2-2 77-16,2-2 1 0,-1-4-129 0,3-4 72 16,2 1 31-16,-1-6 30 0,3-1-185 15,-2-1 90-15,2 0 53 0,-3-3-109 16,8-8 80-16,0-4 36 0,-1-4 0 0,3-3-206 15,0-5 121-15,0-3 50 0</inkml:trace>
  <inkml:trace contextRef="#ctx0" brushRef="#br0" timeOffset="-162411.99">26853 11735 1589 0,'1'-15'0'0,"2"9"0"0,-1-1 0 0,0 5 0 0,3 1 0 0,1-2 0 0,1 3 0 0,3 0 0 0,3 10 0 0,6 7 0 0,2 2 334 0,3 5-138 16,10 10-83-16,0 2-37 0,1 3 133 0,4 2-86 15,3 0-31-15,-1-1-164 0,-1-2 56 0,-2-1 27 16,-1-3 1-16,-6-4-92 0,-6-4 70 0,-1 0 20 16,-3-3-1-16,-10-6-283 0,1-1 111 0,-6-4 93 15,-5-2-518-15,-1-3 279 0,0-3 131 0</inkml:trace>
  <inkml:trace contextRef="#ctx0" brushRef="#br0" timeOffset="-161919.09">27539 11534 1411 0,'-7'-10'0'0,"6"7"0"0,1 0 0 0,0 0 0 0,0 2 0 0,11-1 0 0,14-1 0 0,12 0 0 0,9 1 0 0,14 1 0 0,0 1 384 0,17 0-177 0,0 0-83 16,0 0-41-16,-2 3 65 0,-4 3-54 0,-11 0-16 15,1-3-174-15,-3 2 69 0,-7-1 33 0,-5 0 1 16,-11-2-179-16,-3 1 117 0,-4 2 43 0,-4-2 26 16,-11-1-233-16,-2 0 119 0,-5 0-29 0,-6-2-446 15,0 0 273-15</inkml:trace>
  <inkml:trace contextRef="#ctx0" brushRef="#br0" timeOffset="-161682.46">28215 11437 1667 0,'-6'-8'0'0,"4"7"0"0,2-4 0 0,0-2 0 0,10 1 0 0,5-1 0 0,5 0 0 0,5-2 0 0,1 6 0 0,4-1 0 0,9 3 103 0,2-2 245 0,1 3-154 0,-2 0-76 16,3 10-39-16,-11 1-37 16,1 2-1-16,-11-1-1 0,1 3 1 0,-5 0-42 15,-6 0 1-15,-6-1 51 0,-5 3-95 0,-1 0 42 16,-1 4 1-16,-17-3 41 0,-10 2-200 0,-2 0 110 15,-13 1-11-15,1-2-245 0,-5 0 120 0,0-1 86 16,1 0 2-16,3-2-286 0,-9 5 177 0,2-4 83 16,-1 2 42-16,-9 1-163 0</inkml:trace>
  <inkml:trace contextRef="#ctx0" brushRef="#br0" timeOffset="-161497.79">27673 11909 1743 0,'-5'-11'0'0,"5"10"0"0,0 1 0 0,0 0 0 0,7 0 0 0,7-3 0 0,1 2 0 0,2-1 0 0,6-2 0 0,5 3 0 0,5-2 332 16,9 2-146-16,1 1-73 0,-3 0-27 0,12 0-130 15,-5 0 42-15,-3 0-1 0,-5 0 43 0,-1 4-294 16,-1-1 157-16,-2 1 64 0,-5-3-365 0,-7 3 177 16,-2 1 116-16,-8-2 10 0,-1 0-201 0,-10 0 96 15</inkml:trace>
  <inkml:trace contextRef="#ctx0" brushRef="#br0" timeOffset="-161224.89">27857 11932 1543 0,'-10'0'0'0,"5"0"0"0,2 0 0 0,3 0 0 0,0 0 0 0,0 0 0 0,0 0 0 0,0 0 0 0,0 1 0 0,0 13 0 0,3 1 145 0,5 6-57 0,0 4 230 0,-1 5-138 16,-2 3-71-16,2 1-34 0,-2 5 21 0,1-1-11 15,-2 7-45-15,-2-1 19 0,-1-3-19 0,2 4-1 16,-1-8 11-16,1 3-49 0,-1-1 0 0,-2-3 39 16,0-2-96-16,0-2 48 0,0-7 10 0,0-1 37 15,0-4-172-15,0-2 77 0,0-3 14 0,0-5 28 16,-2-3-171-16,-1 0 90 0,3-4 28 0,-1-1-154 16,0-2 85-16,-2 0 52 15,2-2-3-15,-1-8 2 0,0-2-1 0,2-8 47 16,0 2-322-16,0-8 160 0,5-1 71 0,3-2 50 15</inkml:trace>
  <inkml:trace contextRef="#ctx0" brushRef="#br0" timeOffset="-161049.68">27914 12323 1470 0,'-4'-6'0'0,"1"1"0"0,3 5 0 0,0-2 0 0,0 0 0 0,0 0 0 0,7 0 0 0,9 1 0 0,6-1 0 0,3 1 0 0,9 1 415 16,1 0-188-16,4 0-83 0,6 0-57 0,-3 0-31 15,-1 0-16-15,-6 0 0 0,1 0 0 0,1 0-103 16,-6 0 46-16,0 0 29 0,-9 0-256 0,0 0 141 16,-6-3 72-16,-6 0 45 0,-5 2-550 0,-3 1 197 15</inkml:trace>
  <inkml:trace contextRef="#ctx0" brushRef="#br0" timeOffset="-160915.65">28643 12601 403 0,'5'-22'0'0,"-1"22"0"0,10 0 0 0,2 0 714 0,2 0-326 0,-10 0-180 0,-4 1-83 0,-2 1-561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31:26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8402 8045 566 0,'0'-6'0'0,"0"0"0"0,0 0 0 0,0 1 0 0,0 2 0 0,0-1 0 0,0-2 0 0,0 4 0 0,0 1 0 0,0-1 0 0,0 0 66 0,-2 1-20 0,2-2 0 16,-2 1 0-16,2 1 49 0,-2-1 13 0,2-1-57 15,-3 2 80-15,0-2-40 0,3 2 0 0,-2-1-40 16,2 2 173-16,0 0-93 0,0 0-40 0,0 0 138 16,-2 0-90-16,2 0-43 0,0 0 12 0,0 0 51 15,0 0-54-15,0 0 0 0,0 0-54 0,0 0 45 16,2 0-32-16,6 0-14 0,-2 0 215 0,1 0-108 16,0 0-53-16,3 0 0 15,-2 0 134-15,1 0-211 0,0 0-27 0,1 0 0 16,-3 0 0-16,1 0 0 0,2 0 0 0,-3 0 0 15,2 0 0-15,0 0 0 0,3 0 0 0,-3 0 0 16,2 0 0-16,3 0 0 0,-3 0 0 0,2 0 0 16,0 0 0-16,3 0 0 0,-2 0 0 0,4 0 0 15,-2 0 0-15,1 0 0 0,1 0 0 0,2 0 0 16,-1 0 0-16,3 2 0 0,2 2 0 16,-1-3 0-16,2 4 0 0,-4-4 0 15,4 1 0-15,3 2 0 0,-1-2 0 0,1 0 0 16,2-1 0-16,0 1 0 0,2 0 0 0,-2 0 0 15,2 0 0-15,0 2 0 0,0-2 0 0,0-1 0 16,0 1 0-16,1 1 0 0,1 2 0 0,3-1 0 16,0-2 0-16,0 2 0 0,1-3 0 0,-1 1 0 15,9 0 0-15,-4 0 0 0,-1 0 0 0,-2-2 0 16,7 0 0-16,1 0 0 0,-7 0 0 0,3 0 0 16,0 0 0-16,-4 0 0 15,11 0 0-15,-4 0 0 0,0 0 0 0,0 0 0 16,2 0 0-16,2 0 0 0,-1 0 0 0,2 0 0 15,-3 0 0-15,2 0 0 0,-2 0 0 0,1 2 0 16,2-1 0-16,-3 5 0 0,5-2 0 0,0 0 0 16,-1-1 0-16,6 1 0 0,1 0 0 0,-3 2 0 15,2-3 0-15,-1 3 0 0,-1-1 0 16,6-1 0-16,4 4 0 0,-4-2 0 0,2-1 0 16,1 0 0-16,3 0 0 0,-8-1 0 15,15 2 0-15,-5-2 0 0,1 0 0 0,2 0 0 16,1-2 0-16,4-1 0 0,1 1 0 0,0 0 0 15,0-2 0-15,2 2 0 0,-2-2 0 0,4 2 0 16,10-2 0-16,-2 0 0 0,-1 0 0 0,-2 0 0 16,-2 0 0-16,-3 0 0 0,16 0 0 0,-5 3 0 15,6-3 0-15,-2 1 0 0,-4-1 0 0,-8 0 0 16,21 2 0-16,-8-2 0 0,3 3 0 0,-1-3 0 16,-1 1 0-16,-12-1 0 15,23 1 0-15,-8 1 0 0,6 1 0 0,0 0 0 16,0-1 0-16,2 0 0 0,0 2 0 0,15-1 0 15,-23 0 0-15,6 0 0 0,-13-3 0 0,16 3 0 16,-10 0 0-16,-1-2 0 0,0 1 0 0,-5 2 0 16,-13-2 0-16,18 0 0 0,-11 0 0 0,2 2 0 15,0-3 0-15,-12 1 0 0,3 0 0 16,-7 0 0-16,-5 0 0 0,-4 1 0 0,-12-3 0 16,2 4 0-16,-3-2 0 0,-4 0 0 0,-13 0 0 15,-2-2 0-15,-5 3 0 0,-9-3 0 16,-1 0 0-16,-8 0 0 0,-1 0 0 0,-4 0 0 15,-3 0 0-15,-2-3 0 0,-2-3 0 0,0-5 0 16,0 2 0-16,-15-3 0 0,-10 3 0 0,-12 5-521 16</inkml:trace>
  <inkml:trace contextRef="#ctx0" brushRef="#br0" timeOffset="2976.3">20183 8257 1928 0,'-9'-13'0'0,"5"9"0"0,1 4 0 0,1 0 0 0,2 0 0 0,0 0 0 15,0 0 0-15,0 0 0 0,0 0 0 0,0 0 0 0,0 0 261 0,0-1-112 0,0-2-50 0,2-2 126 0,5-1-87 0,4 1-44 16,1-1 90-16,4-1-74 0,2 1 1 0,3 0-61 16,4 3 147-16,3-1-73 0,1 0-24 0,2 3 61 15,3-4-161-15,8 3 0 0,1 0 0 16,4-3 0-16,5 1 0 0,10-2 0 0,-2-1 0 0,6 0 0 15,6-2 0-15,6 0 0 0,13-1 0 0,1 0 0 16,5 0 0-16,3-1 0 0,5 2 0 0,10 0 0 16,20-2 0-16,3-1 0 15,2 0 0-15,7 1 0 0,8 2 0 0,9 0 0 16,0 1 0-16,1 5 0 0,19-4 0 0,-18 4 0 16,-24 1 0-16,-7 0 0 0,25 0 0 0,-22 0 0 15,-14 2 0-15,-18 0 0 0,3 0 0 0,-14 0 0 16,18 2 0-16,-15 4 0 0,-17 0 0 0,3 0 0 15,-1 0 0-15,-18-1 0 0,15-2 0 0,-13 3 0 16,-3-2 0-16,-10-2 0 0,1-1 0 0,-14 3 0 16,7-3 0-16,-11 2 0 0,-2-1 0 0,-4-1 0 15,-5-1 0-15,-6 3 0 16,-3-1 0-16,-4-2 0 0,-3 0 0 0,-4 0 0 16,-3 0 0-16,-2 0 0 0,-1 0 0 0,0 0 0 15,0 0 0-15,0 0 0 0,0 0 0 0,0 0 0 16,-4 0 0-16,-10 0 0 0,-6 0 0 15,-7 0-125-15,-10 4-603 0,-10 7 326 0</inkml:trace>
  <inkml:trace contextRef="#ctx0" brushRef="#br0" timeOffset="19271.86">13565 10986 2104 0,'0'0'-6'0,"-2"0"2"0,-2-2 1 0,2 0 2 0,2 0 0 0,-1 0 1 0,1 0 0 0,0 1 0 0,-2 1 0 0,2-2 0 0,0 2 80 0,0 0 126 15,0 0-79-15,0 0-27 0,0 0-12 0,0 0 98 16,0 0-69-16,0 0-34 0,0 0 0 0,0 0 16 16,0 0-12-16,2-2-39 0,-1 0 103 0,3 2-52 15,0-2 0-15,0 0 45 0,0 1-99 0,0-1-45 16,-3 0 0-16,3 2 0 0,0-2 0 0,-1 0 0 16,1 2 0-16,2-2 0 15,-2 2 0-15,1 0 0 0,3-2 0 0,-1 2 0 16,3-2 0-16,-1 0 0 0,2 0 0 0,-3 0 0 15,5 1 0-15,-6 1 0 0,9-2 0 0,-7 0 0 16,0 0 0-16,3 0 0 0,1 0 0 0,-4 0 0 16,4 0 0-16,0 2 0 0,1 0 0 0,-1-1 0 15,2 1 0-15,0 0 0 0,2-2 0 0,1 2 0 16,0-2 0-16,0 2 0 16,-1-1 0-16,2 1 0 0,-2-3 0 0,2 1 0 0,-3 2 0 0,3-1 0 15,-2 1 0-15,0-2 0 16,0-1 0-16,0 3 0 0,0-1 0 0,1 1 0 15,0-3 0-15,0 3 0 0,1-1 0 0,0-1 0 16,-1 2 0-16,1-1 0 0,2-2 0 0,-2 2 0 16,2-2 0-16,-3 2 0 0,1 1 0 0,2-2 0 15,-3 2 0-15,3 0 0 0,2 0 0 0,-3 0 0 16,3 0 0-16,0 0 0 0,-1 0 0 0,-2 0 0 16,3 0 0-16,0 0 0 15,-1 0 0-15,-1 0 0 0,2 0 0 0,-1 2 0 16,0-1 0-16,-1 2 0 0,2-3 0 0,-3 0 0 15,3 0 0-15,-2 0 0 0,-1 0 0 0,1 0 0 16,0 0 0-16,-3 0 0 0,1 0 0 0,2 0 0 16,-3 0 0-16,1 0 0 0,1 0 0 0,-2 0 0 15,1 0 0-15,1 0 0 0,5 0 0 0,-4 0 0 16,5 0 0-16,-1 0 0 0,-4 0 0 0,6 0 0 16,-3 0 0-16,-3 0 0 15,1 0 0-15,-1 0 0 0,0 0 0 0,-3 0 0 16,2 0 0-16,-4 0 0 0,3 0 0 0,-2 0 0 15,0 0 0-15,2 0 0 0,-1 0 0 0,1 0 0 16,-1 0 0-16,2 0 0 0,1 0 0 0,-3 0 0 16,3 0 0-16,0 0 0 0,-1 1 0 0,3-1 0 15,-2 0 0-15,1 0 0 0,0 0 0 0,1 0 0 16,0 3 0-16,0-3 0 16,-3 0 0-16,2 0 0 0,-1 0 0 0,1 1 0 0,-1-1 0 15,2 0 0-15,-1 0 0 0,-1 0 0 16,0 2 0-16,2-2 0 0,-5 0 0 0,1 1 0 15,-1-1 0-15,-1 3 0 0,-2-3 0 0,1 0 0 16,-4 1 0-16,0-1 0 0,1 0 0 0,1 3 0 16,-7-3 0-16,6 2 0 0,-6-2 0 0,3 1 0 15,-3-1 0-15,1 0 0 0,-3 2 0 0,1-2 0 16,0 0 0-16,-2 0 0 0,-1 0 0 0,1 0 0 16,-2 0 0-16,-1 0 0 15,1 0 0-15,0 0 0 0,0 0 0 0,-2 0 0 16,3 0 0-16,-3 0 0 0,2 0 0 0,-2 0 0 15,0 0 0-15,0-2 0 0,1 1 0 0,-1-4 0 16,0 4 0-16,0-3 0 0,0 1 0 0,0-1 0 16,0 1 0-16,0 0 0 0,-12 3 0 0,-6 0 0 15,-14 10 0-15</inkml:trace>
  <inkml:trace contextRef="#ctx0" brushRef="#br0" timeOffset="24397.19">4849 13108 1831 0,'0'-28'0'0,"0"14"0"0,0 7 0 0,0-4 0 0,0 2 0 0,0-1 0 0,0 1 0 0,0 3 0 0,0 1 0 0,0 2 0 0,-1 2 92 0,1-1 339 16,0-1-193-16,0 3-84 0,0 0 154 0,0 0-130 15,0 0-66-15,0 0-33 0,0 0 204 0,0 0-106 16,1 3-129-16,6 0-48 0,0 0 0 0,4-1 0 15,1-1 0-15,4 1 0 0,-4-2 0 0,6 0 0 16,-4 0 0-16,1 0 0 0,-3 0 0 0,5 0 0 16,-5-2 0-16,1 1 0 0,-3-1 0 0,1-1 0 15,0 0 0-15,2 0 0 0,0 0 0 16,-1 2 0-16,1-4 0 0,2 4 0 16,2-1 0-16,0-1 0 0,0 2 0 0,1-1 0 15,3 2 0-15,2 0 0 0,1-2 0 0,4 2 0 16,2 0 0-16,2 0 0 0,4 0 0 0,2 0 0 15,-1 0 0-15,10 0 0 0,-4 0 0 0,2-1 0 16,4-3 0-16,7 0 0 0,-1-2 0 0,10-1 0 16,-4-3 0-16,5 1 0 0,2 2 0 0,-1-3 0 15,-9 2 0-15,14-1 0 0,-6 2 0 0,-1 1 0 16,1 1 0-16,1 0 0 16,-5-2 0-16,17 4 0 0,-6-2 0 0,-2 2 0 15,1-2 0-15,-1 4 0 0,3 0 0 0,1-2 0 16,2 2 0-16,13-1 0 0,-15 2 0 0,19 0 0 15,-17-3 0-15,23 3 0 0,-7 0 0 0,5 0 0 16,0 0 0-16,-2 0 0 0,-12 0 0 0,21 0 0 16,-9 0 0-16,2 0 0 0,4 3 0 15,-1 0 0-15,-11-3 0 0,22 4 0 16,-8-4 0-16,-1 0 0 0,1 0 0 0,-3 0 0 16,-13 0 0-16,19 0 0 0,-11 0 0 0,-3 0 0 15,3 0 0-15,-2-1 0 0,-13-2 0 0,17 0 0 16,-12-3 0-16,1 2 0 0,-1 2 0 0,3-2 0 15,-10 1 0-15,3 1 0 0,-2 1 0 0,0-1 0 16,-6-1 0-16,4 3 0 0,-2 0 0 0,4 0 0 16,-6 0 0-16,-2 0 0 0,-4 0 0 0,-8 0 0 15,7 0 0-15,-12 0 0 0,2 0 0 0,-6 0 0 16,1 0 0-16,-10 0 0 16,8 3 0-16,-15-1 0 0,1-1 0 0,-6 1 0 15,-9-1 0-15,0 1 0 0,-5-2 0 0,-4 3 0 16,-1-3 0-16,-6 0 0 0,-1 0 0 0,0 0 0 15,-3 0 0-15,-1 0 0 0,0 0 0 0,0 0 0 16,0 0 0-16,0 0 0 0,-1 0 0 16,-8 0 0-16,-6 0 0 0,-2 0 0 0,-8 10 0 15,-7 11 0-15,-18 17-597 0</inkml:trace>
  <inkml:trace contextRef="#ctx0" brushRef="#br0" timeOffset="34708.97">4145 15629 1008 0,'-20'0'0'0,"4"0"0"0,-1 0 0 0,1 0 0 0,2-3 0 0,1 2 0 0,-2-1 0 0,1-1 0 0,1 2 0 0,0-2 0 0,0 2 83 15,-1 1-1-15,3 0-28 0,-4 0 178 0,6 0-95 16,-1 0-46-16,2 0 158 0,-2 0-103 0,4 1-40 16,0 3-11-16,3 2 167 0,0-2-110 0,1 0-54 15,2 0-27-15,0-1 189 0,0 1-113 0,0 0-52 16,0 2 181-16,0-3-116 0,0 1-58 0,7 0-77 15,0 0-25-15,0-2 0 16,2 1 0-16,-1-1 0 0,2 0 0 0,-1 0 0 16,1-2 0-16,-1 0 0 0,3 2 0 0,-3-2 0 15,2 0 0-15,-1 0 0 0,0 1 0 0,-2-1 0 16,1 0 0-16,2 2 0 0,1-2 0 0,1 0 0 16,1 0 0-16,2 0 0 0,1 0 0 0,0 0 0 15,2 0 0-15,4-2 0 0,-2-1 0 0,0-1 0 16,3-1 0-16,-2 1 0 0,3 2 0 15,-4 0 0-15,9-2 0 0,-5 0 0 16,5 2 0-16,2-3 0 0,3 1 0 0,1-2 0 16,8 1 0-16,-3-3 0 0,3 2 0 0,-2 2 0 15,1 0 0-15,-5-1 0 0,4 2 0 0,-1 1 0 16,-4 2 0-16,0 0 0 0,-2 0 0 0,-4 0 0 16,-1 2 0-16,-1 7 0 0,-3-2 0 0,1 3 0 15,-3-1 0-15,-3-1 0 0,1 1 0 0,1 3 0 16,-5-5 0-16,-1 1 0 0,1-1 0 15,-6 1 0-15,1-2 0 0,-3-5 0 16,0 3 0-16,-3-2 0 0,-2 0 0 0,-1-2 0 16,-2 0 0-16,0 0 0 0,0 0 0 0,-2 0 0 15,0 0 0-15,0 0 0 0,0 0 0 0,0 0 0 16,0 0 0-16,0-4 0 0,-4-1 0 0,1-1 0 16,-2-2 0-16,-1 1 0 0,2 1 0 0,-1 2 0 15,2 1 0-15,-1-1 0 0,-2 2 0 0,2 2 0 16,0 0 0-16</inkml:trace>
  <inkml:trace contextRef="#ctx0" brushRef="#br0" timeOffset="52474.35">28743 15602 1924 0,'0'-2'-8'0,"0"-4"1"0,0 2 3 0,0 1 1 0,2-1 1 0,1 3 0 0,0-2 2 0,0 1 0 0,1 0 0 0,1 1 0 0,0-1 138 0,0-1-28 0,3 2-14 16,-3 1-40-16,0-2 107 0,1 0-53 0,0 2-1 16,-4-1 147-16,6-2-107 0,-3 2-47 0,-2 1 0 15,4-2 77-15,-2 0-62 0,5 2 14 0,-3-1-76 16,1 1 63-16,0-3-76 0,1 3-42 0,-1 0 0 16,2 0 0-16,-3 0 0 0,1 0 0 0,0 0 0 15,3 0 0-15,-5 0 0 0,5 0 0 0,-2 0 0 16,0 0 0-16,5 0 0 0,-3-2 0 0,2 1 0 15,2 1 0-15,-1-2 0 0,4 0 0 16,1 0 0-16,1-1 0 0,5 3 0 16,-1 0 0-16,7-1 0 0,1 1 0 0,3-1 0 15,9 1 0-15,-3-3 0 0,-3 3 0 0,15-1 0 16,-1-1 0-16,-2 0 0 0,13 0 0 0,-2 0 0 16,-7 0 0-16,6-2 0 0,-3 1 0 0,-4-1 0 15,-1 0 0-15,-6 3 0 0,-4-4 0 0,4 2 0 16,-11 1 0-16,-1-1 0 15,-2 2 0-15,-1-1 0 0,1 0 0 0,-1 2 0 0,-4 0 0 16,-4 0 0-16,-1 0 0 0,1 0 0 16,-6 0 0-16,0 0 0 0,-3 0 0 0,-3 0 0 15,-3 0 0-15,-3 0 0 0,1 0 0 0,-4 0 0 16,0 0 0-16,-2 0 0 0,0 0 0 0,0 0 0 16,0 0 0-16,0 0 0 0,0 0 0 0,0 0 0 15,0 0 0-15,0 0 0 0,0 0 0 0,0 0 0 16,0 2 0-16,-4 6 0 0,-7 1 0 0,-1 5 0 15,-9 1-636-15</inkml:trace>
  <inkml:trace contextRef="#ctx0" brushRef="#br0" timeOffset="67393">8537 4852 2180 0,'-7'-15'-9'0,"-1"12"1"0,5 1 3 0,1 1 2 0,1-2 1 0,-3 3 1 0,4 0 1 0,0 0 0 0,0 0 0 0,0 0 0 0,0 0 152 0,0 0 161 16,0 0-131-16,0 0-67 0,0 0-32 0,7 0 146 15,4 3-95-15,1 0-43 0,4 0 1 0,-2 1 163 16,4-2-122-16,-4 2-133 0,4-2 0 0,-2 1 0 15,-1-3 0-15,3 2 0 0,-5-2 0 0,4 2 0 16,-1-2 0-16,0 0 0 0,-2 0 0 0,4 0 0 16,0 0 0-16,1 0 0 15,1 0 0-15,3 0 0 0,3 0 0 0,-1 0 0 16,1-2 0-16,-2 0 0 0,9 2 0 0,-1-3 0 16,-2-1 0-16,0 2 0 0,3 0 0 0,-3 1 0 15,1 1 0-15,3 0 0 0,-3 0 0 0,7 0 0 16,-1 0 0-16,10 0 0 0,-2-3 0 0,4 3 0 15,3-1 0-15,11-1 0 0,-9 0 0 0,13-2 0 16,-5 1 0-16,2-4 0 0,-1 5 0 16,1-3 0-16,-9 1 0 0,14 2 0 0,-7-1 0 0,0 1 0 15,0 0 0-15,-2 2 0 16,-6 0 0-16,14 0 0 0,-6 0 0 0,4 0 0 16,-1 4 0-16,6 0 0 0,3-3 0 0,4 3 0 15,4 2 0-15,-1-2 0 0,12 1 0 0,-5 1 0 16,-9 2 0-16,24 1 0 0,-3-2 0 0,2 4 0 15,1 1 0-15,6 0 0 0,3-1 0 0,22-1 0 16,-10 2 0-16,2-4 0 0,3 1 0 0,6 2 0 16,-7-6 0-16,27 5 0 0,-13-4 0 0,1 1 0 15,5 0 0-15,-4 1 0 0,-16 1 0 0,31 1 0 16,-14 1 0-16,-2 2 0 16,-2 1 0-16,-2-2 0 0,-13 3 0 0,32-1 0 15,-21-2 0-15,4 3 0 0,-4-3 0 0,3 2 0 16,-17-3 0-16,23 2 0 0,-14-4 0 0,3 3 0 15,-2-4 0-15,-1 0 0 0,-16-2 0 0,27 1 0 16,-10-2 0-16,-5-2 0 0,-4 1 0 0,-16-2 0 16,5-1 0-16,0 1 0 0,-8-2 0 15,-11 3 0-15,-15-3 0 0,6 1 0 0,-20 1 0 16,8 2 0-16,-18-2 0 0,0 4 0 16,-9-1 0-16,-10-1 0 0,-6 2 0 0,-4 1 0 15,-3 1 0-15,-6-2 0 0,-2 1 0 0,-3 0 0 16,-1-1 0-16,-4-1 0 0,0 1 0 0,1-2 0 15,-2-1 0-15,-3-1 0 0,1 3 0 0,-2-5 0 16,0 0 0-16,-2 0 0 0,2 0 0 0,-1 0 0 16,1 0 0-16,2-8 0 0,2-9 0 0,0-6 0 15</inkml:trace>
  <inkml:trace contextRef="#ctx0" brushRef="#br0" timeOffset="67420.58">17784 5139 482 0,'-14'-31'-1'0</inkml:trace>
  <inkml:trace contextRef="#ctx0" brushRef="#br0" timeOffset="75625.82">2978 17920 2014 0,'0'-15'0'0,"0"9"0"0,0 4 0 0,0-2 0 0,5-4 0 0,1-1 0 0,-1-6 0 0,1-4 0 0,0 1 0 0,-1-3 0 0,-3 2 123 15,1 1 408-15,0-4-234 0,-1 5-115 0,0 2-59 16,-2 0 276-16,0 5-151 0,0 0-234 0,0-1-14 16,0 3 0-16,0-3 0 0,0 4 0 0,0-3 0 15,0 2 0-15,0 2 0 0,0 3 0 0,0-2 0 16,0 1 0-16,1 1 0 0,1 0 0 0,-2 1 0 15,2 1 0-15,0-2 0 0,-1 2 0 0,1 1 0 16,1-3 0-16,2 3 0 16,0 0 0-16,2 0 0 0,0 0 0 0,2 0 0 15,0 0 0-15,1 0 0 0,1 0 0 0,1 0 0 16,0 0 0-16,1 3 0 0,2 1 0 0,-2-1 0 16,1 1 0-16,2 2 0 0,-2-1 0 0,2-2 0 15,-2 1 0-15,2 2 0 0,-2-1 0 0,4 0 0 16,-1 1 0-16,-1-3 0 0,3 1 0 0,0 0 0 15,0-2 0-15,-1 1 0 0,4 0 0 0,-2-2 0 16,2 2 0-16,-1-1 0 16,2 1 0-16,-1 0 0 0,0 1 0 0,6 2 0 15,-10-2 0-15,8 1 0 0,-3 0 0 0,2 1 0 16,-4 0 0-16,4 2 0 0,-1-2 0 0,-1-3 0 16,3 3 0-16,-1-1 0 0,-3-1 0 0,8-1 0 15,-1 1 0-15,-1 1 0 0,2-2 0 0,2 0 0 16,-3 0 0-16,1 1 0 0,2-3 0 0,0 1 0 15,3 2 0-15,-3-3 0 0,2 4 0 0,-2-3 0 16,1 1 0-16,-3 0 0 16,2-2 0-16,-2 1 0 0,3 0 0 0,-1-1 0 15,-1-1 0-15,3 0 0 0,-1 0 0 0,4 0 0 16,-2 0 0-16,0 0 0 0,1 0 0 0,-2 0 0 16,1 0 0-16,1 0 0 0,-2 0 0 0,-1 0 0 15,1 0 0-15,5 0 0 0,1 0 0 16,2-1 0-16,3-3 0 0,3-1 0 0,7 1 0 0,0-5 0 15,8 2 0-15,-1 0 0 16,-5 2 0-16,11-4 0 0,-15 4 0 0,4 0 0 0,1-1 0 0,0 3 0 16,1-2 0-16,6 2 0 15,-5-1 0-15,5 2 0 0,3 1 0 0,-3-4 0 16,-6 2 0-16,13 0 0 0,-6-1 0 0,2 1 0 16,2-2 0-16,-1 1 0 0,4-1 0 0,4 1 0 15,-3-2 0-15,-6 1 0 0,4-1 0 16,-9 2 0-16,11-2 0 0,-6 3 0 0,3-2 0 0,-1 1 0 15,2 2 0-15,-11-1 0 0,13 1 0 16,-9-2 0-16,-1 2 0 0,0 1 0 16,1-2 0-16,-3 2 0 0,15-1 0 0,-7 0 0 15,-2 1 0-15,0-1 0 0,-2 0 0 0,-7 0 0 16,15 0 0-16,-9 2 0 0,1 0 0 0,2 0 0 16,-3 0 0-16,-9 0 0 0,6 0 0 0,-3 0 0 15,-1 2 0-15,0 2 0 0,-2-2 0 0,0 3 0 16,10-1 0-16,-1-1 0 0,-1 1 0 15,-1 0 0-15,0-1 0 0,-7 1 0 0,11 1 0 0,-3-2 0 16,-4 1 0-16,4 0 0 16,0 1 0-16,-2 2 0 0,9 0 0 0,-9 0 0 15,-9 1 0-15,3-2 0 0,3 4 0 0,-4-2 0 16,0 1 0-16,-1-2 0 0,3 2 0 0,1-3 0 16,-1 3 0-16,-3-4 0 0,-2 1 0 0,0-2 0 15,-4-1 0-15,1 1 0 0,-1-3 0 0,3 4 0 16,2-3 0-16,0-2 0 0,11 2 0 0,-2-2 0 15,0 0 0-15,-7 0 0 0,5 0 0 16,1 0 0-16,-3 0 0 0,8 0 0 16,-8 0 0-16,-3 0 0 0,10 0 0 0,-1 0 0 15,-9 0 0-15,3 1 0 0,0 2 0 0,-3-2 0 16,-3 3 0-16,1-3 0 0,0 4 0 0,-3-2 0 16,1 1 0-16,2 0 0 0,3-1 0 0,-2 3 0 15,1-5 0-15,-2 6 0 0,-2-4 0 0,4-1 0 16,-2 2 0-16,4-2 0 0,-1 1 0 0,1-1 0 15,10 0 0-15,-11-2 0 0,12 3 0 16,-14-3 0-16,2 1 0 0,2-1 0 16,-3 1 0-16,0-1 0 0,-1 0 0 0,-2 4 0 15,3-4 0-15,0 1 0 0,1 0 0 0,0-1 0 16,-1 3 0-16,-1-2 0 0,-3 3 0 0,-1-2 0 16,2 0 0-16,-2 1 0 0,-1 0 0 0,0 0 0 15,1 0 0-15,3 0 0 0,-2-1 0 16,-1 2 0-16,1-2 0 0,-2 1 0 0,-4-2 0 0,3 2 0 15,-9-1 0-15,7-2 0 0,-2 1 0 16,-1 2 0-16,-2-1 0 0,4-2 0 16,-4 0 0-16,14 1 0 0,-8-1 0 0,3 0 0 15,2 0 0-15,-1 0 0 0,0 0 0 0,4 0 0 16,0 0 0-16,1 0 0 0,-2 0 0 0,12 0 0 16,-13 0 0-16,7 0 0 0,-4 0 0 0,3 0 0 15,-7 0 0-15,2 0 0 0,-1 0 0 0,0 0 0 16,-1 0 0-16,3 0 0 0,-1 0 0 0,1 0 0 15,0 0 0-15,-5 0 0 0,-1 0 0 0,-4 0 0 16,-10 0 0-16,5 0 0 16,-4-1 0-16,-4 1 0 0,0 0 0 0,-4-2 0 15,0 2 0-15,-1-3 0 0,-6 3 0 0,2-1 0 16,-2-1 0-16,-5 2 0 0,2-3 0 0,-4 2 0 16,0-1 0-16,-1-1 0 0,1-3 0 0,-2 0 0 15,1-3 0-15,3-3 0 0,-2-3 0 0,2-3 0 16,-4-3 0-16,4 1 0 0,-3-2 0 0,-2 5 0 15,2-2 0-15,0 1 0 0,-1 1 0 0,-1 6 0 16,-6 4 0-16,3 3 0 16,-6 4 0-16</inkml:trace>
  <inkml:trace contextRef="#ctx0" brushRef="#br0" timeOffset="78812.7">17609 18183 1540 0,'-10'-22'-3'0,"-1"15"3"0,2 4 0 0,1 0 0 0,2 2 0 0,2-1 0 0,2-1 0 0,1 2 0 0,-1-2 0 0,2 2 0 0,0-3 261 16,0 1-107-16,5-3-46 0,7 2 55 0,3 1-50 15,-3-3 0-15,0 4-36 0,5 1 201 0,-4-2-108 16,-4 1-54-16,3 1 251 0,-1 1-153 0,0 0-60 16,1 0-48-16,-3 0-106 0,0 0 0 0,1 0 0 15,1 0 0-15,0 0 0 0,3 0 0 0,-3 0 0 16,1 0 0-16,2 0 0 0,1 0 0 0,0 0 0 16,3 0 0-16,2 0 0 0,1 0 0 0,3 0 0 15,0 0 0-15,-3 0 0 0,9 0 0 16,-4 0 0-16,3 0 0 0,3 0 0 0,-1 0 0 0,5 0 0 15,-1 0 0-15,9 0 0 16,-5 0 0-16,2 0 0 0,5 0 0 0,0 0 0 16,6 0 0-16,10 0 0 0,-11 0 0 0,18-2 0 15,-5 2 0-15,-4 0 0 0,13 0 0 0,-10 0 0 16,1 0 0-16,0 0 0 0,0 0 0 0,-6 0 0 16,14 0 0-16,-6 0 0 0,1 0 0 0,1 2 0 15,-5-1 0-15,-8 1 0 0,14-2 0 0,-9 0 0 16,2 0 0-16,2 0 0 0,0 0 0 0,-2 0 0 15,14 0 0-15,-9 0 0 16,-1 0 0-16,-4 0 0 0,0-2 0 0,-8 2 0 16,16-1 0-16,-7-1 0 0,8 2 0 0,2-3 0 15,1 2 0-15,2-1 0 0,-1 0 0 0,0 0 0 16,4-1 0-16,2 1 0 0,14-2 0 0,-12 0 0 16,19 3 0-16,-10-3 0 0,1-1 0 0,1 4 0 15,-2 0 0-15,25-3 0 0,-10 1 0 0,0 0 0 16,3-1 0-16,5 0 0 0,11 0 0 15,12 1 0-15,-13-1 0 0,3-1 0 16,3 3 0-16,10-5 0 0,-17 4 0 0,27 0 0 16,-16 0 0-16,10 0 0 0,-7 1 0 0,-7 2 0 15,-12-2 0-15,29 2 0 0,-9 0 0 0,-5 0 0 16,-3 0 0-16,-4 0 0 0,-2 2 0 0,23 3 0 16,-19 1 0-16,2-1 0 0,0 1 0 0,6 1 0 15,-22-1 0-15,24 2 0 0,-35-3 0 16,28 5 0-16,-14-4 0 0,-18-1 0 15,-10 3 0-15,14-3 0 0,-26-1 0 0,4 2 0 16,-4-3 0-16,-9 2 0 0,-14-4 0 0,-3 1 0 16,-14-2 0-16,-1 0 0 0,-14 0 0 0,2 0 0 15,-8 0 0-15,-2-2 0 0,-5-4 0 0,2-1 0 16,-4 1 0-16,-3-1 0 0,-1 0 0 0,-3 1 0 16,2 1 0-16,-1 0 0 0,-2 1 0 0,0 3 0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34:02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8634 5035 2380 0,'0'0'-4'0,"0"0"-5"0,0 0 3 0,0 0 2 0,0 0 2 0,0 0 2 0,0 0 0 0,0 0 0 0,0 0 0 0,0 0 0 0,0 2 100 0,0-2 110 0,2 1-79 0,0-1-40 15,-2 2 13-15,3-2 95 16,-1 2-74-16,-1-2-36 0,-1 0 114 0,2 2-76 0,0-2-24 16,0 0-9-16,0 0-94 0,-1 2 0 0,1-2 0 15,1 0 0-15,-2 2 0 0,3-2 0 16,-1 1 0-16,2-1 0 0,0 0 0 0,1 3 0 16,-1-3 0-16,2 0 0 0,2 0 0 0,-4 0 0 0,1 0 0 15,-1 0 0-15,2 0 0 16,2 0 0-16,-3 0 0 0,0 0 0 0,2 0 0 15,0 0 0-15,1 1 0 0,-2-1 0 0,4 2 0 16,0-2 0-16,3 2 0 0,-1-2 0 0,0 0 0 16,3 0 0-16,-2 0 0 0,2 0 0 0,-2 0 0 15,-1 0 0-15,4 0 0 16,-4 0 0-16,1 0 0 0,0 0 0 0,2 0 0 0,-3 0 0 0,2 0 0 16,0 0 0-16,-2 0 0 0,2 0 0 0,1 0 0 15,-2 0 0-15,2 0 0 0,0 0 0 16,1 0 0-16,0 0 0 0,0 0 0 15,3 0 0-15,-1 0 0 0,4 0 0 0,2 0 0 16,0 0 0-16,2-2 0 0,3 0 0 0,1-2 0 16,3 1 0-16,5-1 0 0,-2-3 0 0,6 1 0 15,-6 2 0-15,10-3 0 0,-4 2 0 16,-8 1 0-16,2-1 0 0,-1 3 0 0,-2-2 0 0,-4-1 0 16,-2 4 0-16,-2-2 0 0,-4 1 0 0,5 0 0 15,-6 2 0-15,5 0 0 16,-5 0 0-16,3 0 0 0,-3 0 0 0,1 0 0 15,0 0 0-15,1 0 0 0,5-1 0 0,-3 1 0 16,3-2 0-16,0 0 0 0,2 1 0 0,-1-1 0 16,1-1 0-16,-2 2 0 0,-2-2 0 0,-5 0 0 15,3 0 0-15,-4 2 0 0,-3 0 0 0,1-1 0 16,-4 2 0-16,0-3 0 0,-7 3 0 0,4 0 0 16,-3 0 0-16,0 0 0 0,-3 0 0 0,1-1 0 15,-1 1 0-15,-1 0 0 16,-1-2 0-16,2 0 0 0,-3 2 0 0,0 0 0 15,0 0 0-15,-1-4 0 0,1 4 0 0,-2-1 0 16,0 1 0-16,0-2 0 0,0 0 0 0,0 0 0 16,0-2 0-16,0-1 0 0,0-1 0 0,-3 0 0 15,-3 0 0-15,-2-1 0 0,-1-1 0 0,0 2 0 16,0 1 0-16,-2 1 0 0,4 2-312 0</inkml:trace>
  <inkml:trace contextRef="#ctx0" brushRef="#br0" timeOffset="895.43">11343 4998 2017 0,'-4'0'0'0,"-1"-3"0"0,1 1 0 0,0-2 0 0,3 2 0 0,-1 0 0 0,2 1 0 0,-2-1 0 0,2 2 0 0,0-2 0 0,0 2 106 0,0 0 208 0,0 0-134 16,0 0-66-16,0-1 195 0,4 1-130 0,1 0-54 0,2 0-44 15,1 0 178-15,2 0-105 16,2 0-61-16,-1 0-93 0,3 0 0 0,1 0 0 15,0 0 0-15,0 0 0 0,2 0 0 0,-2 0 0 16,0 0 0-16,0-2 0 0,-2 2 0 16,2-3 0-16,0 3 0 0,-2-1 0 0,3 1 0 0,-4-2 0 15,6 2 0-15,-2-1 0 0,1 1 0 0,3 0 0 16,0 0 0-16,2 0 0 0,5 0 0 0,-11 0 0 16,7 0 0-16,0 0 0 0,-1 0 0 0,-1 0 0 15,1 0 0-15,5 1 0 16,-9 2 0-16,5 0 0 0,0 0 0 0,0 1 0 15,2-1 0-15,-2 2 0 0,1-2 0 0,1 1 0 16,-5 0 0-16,3-3 0 0,1 4 0 0,3-1 0 16,-7-3 0-16,4 3 0 0,-1-2 0 0,0 0 0 15,-3-1 0-15,3 1 0 0,-4 1 0 0,-1-2 0 16,0 1 0-16,-2-1 0 0,-2 4 0 0,-3-4 0 16,-1 1 0-16,1 0 0 0,-4 2 0 0,0-2 0 15,0-1 0-15,0 2 0 0,-2-2 0 16,1 3 0-16,-3-4 0 0,3 2 0 15,-3 0 0-15,2 0 0 0,-1-2 0 0,-2 1 0 16,-1-1 0-16,1 0 0 0,0 3 0 0,-2-3 0 16,0 0 0-16,0 0 0 0,0 0 0 0,0 0 0 15,0 0 0-15,0 0 0 0,0 0 0 0,0 0 0 16,0 0 0-16,0 0 0 0,0 0 0 0,0 0 0 16,-13 3 0-16,-6 6-20 0,-13 11-342 0,-7 8 157 15</inkml:trace>
  <inkml:trace contextRef="#ctx0" brushRef="#br0" timeOffset="5351.35">3379 9375 1262 0,'0'-23'0'0,"2"14"0"0,-2 3 0 0,0 4 0 0,0 0 0 16,0 1 0-16,0-2 0 0,0 2 0 0,0-1 0 0,-2 2 0 0,-1 0 155 0,1 0-51 0,2 0 178 0,0 0-114 0,0 0-43 0,0 0-14 16,0 0 117-16,0 0-87 0,0 0-42 0,0 0-1 15,2 0 144-15,3 0-100 0,1 0-44 0,0 2 1 16,2 2 43-16,0-1-44 0,0 1 14 0,-1-3 98 16,5 3-195-16,1 0-15 15,1 0 0-15,2-2 0 0,4 2 0 0,-1-2 0 16,7-2 0-16,4 0 0 0,-3 0 0 0,3 0 0 15,0 0 0-15,3 0 0 0,-1 0 0 0,-1-2 0 16,1-1 0-16,0 2 0 0,1-1 0 0,-3 0 0 16,2 0 0-16,1 2 0 0,0 0 0 0,-1 0 0 15,0 0 0-15,1 0 0 0,3 0 0 0,4 0 0 16,-1 0 0-16,-3-2 0 16,4 0 0-16,7 1 0 0,-4-3 0 0,0 0 0 0,3-2 0 15,-3 3 0-15,-3-1 0 0,8-1 0 16,-1 1 0-16,-2 1 0 0,3-1 0 0,3-1 0 15,1 1 0-15,-3 2 0 0,4 1 0 0,2-4 0 16,-1 3 0-16,10-3 0 0,-7 2 0 0,14-1 0 16,-4-2 0-16,6 1 0 0,-1-1 0 0,-2 1 0 15,-8-1 0-15,16-2 0 0,-10 2 0 0,-2 1 0 16,-2-1 0-16,1 1 0 0,-5 1 0 0,8-2 0 16,-15 5 0-16,1-3 0 15,0 2 0-15,-1 0 0 0,0 2 0 0,-3 0 0 16,1 0 0-16,-2 0 0 0,3 0 0 0,-1 0 0 15,2 0 0-15,-1 0 0 0,1 0 0 0,0 0 0 16,0 0 0-16,0 2 0 0,2-2 0 0,9 0 0 16,-4 0 0-16,2 0 0 0,5 0 0 0,-12 0 0 15,15 0 0-15,-9 0 0 0,3 0 0 0,2-2 0 16,-3 0 0-16,-8 0 0 0,17 1 0 0,-4-2 0 16,1 1 0-16,1 1 0 0,-2 1 0 15,-5-2 0-15,17 0 0 0,-2-2 0 16,1 2 0-16,14-1 0 0,-1-3 0 0,-9 2 0 15,20-2 0-15,-3 1 0 0,2-3 0 0,9 1 0 16,1 0 0-16,4-2 0 0,1 2 0 0,14-3 0 16,-9 2 0-16,8-2 0 0,-3-1 0 0,-6 2 0 15,27-2 0-15,-5-1 0 0,0 1 0 0,-2 2 0 16,0-3 0-16,-11 3 0 0,27-2 0 0,-17 1 0 16,0 0 0-16,-3 5 0 15,4-2 0-15,-23-1 0 0,23 2 0 0,-21 3 0 16,-14-3 0-16,4 2 0 0,-13 0 0 0,-21 2 0 15,-3-1 0-15,-18 1 0 0,-11 0 0 0,-3 0 0 16,-15 1 0-16,-4 1 0 0,-9 0 0 0,-5 0 0 16,-6 10 0-16,-2 9 0 0,-23 10 0 0,-16 8 0 15,-25 23 0-15</inkml:trace>
  <inkml:trace contextRef="#ctx0" brushRef="#br0" timeOffset="6450.46">24750 7326 1943 0,'-30'-4'-7'0,"0"-1"1"0,0-1 2 0,-4 1 1 0,2-2-5 0,9 4 3 0,2 1 3 0,10-2 1 0,-1 2 1 0,9 0 0 0,-1 2 436 0,4 0-190 0,0 0-96 0,0 0-47 16,2 0 99-16,8 2-60 0,5 1-50 0,0 4 0 15,2-2 188-15,4-1-112 0,3 2-56 0,-2-2-111 16,8-1-1-16,2 1 0 0,8 0 0 16,1-3 0-16,2 2 0 0,-1-2 0 0,12 1 0 0,-2-1 0 15,3 2 0-15,9-3 0 16,-4 2 0-16,-3 0 0 0,12-2 0 0,-2 2 0 0,1-1 0 16,2-1 0-16,-1 0 0 0,-5 0 0 15,15 0 0-15,-3 0 0 0,4 0 0 0,12 0 0 16,-4-1 0-16,-9-1 0 0,17-2 0 0,-6 0 0 15,3 1 0-15,-3-1 0 0,7 0 0 0,-9 2 0 16,17-2 0-16,-11 3 0 0,0-2 0 0,-1 3 0 16,4 0 0-16,-9 0 0 0,17 0 0 0,-13 0 0 15,-2 0 0-15,1 0 0 0,1 6 0 0,-6-2 0 16,23 4 0-16,-9-5 0 16,3 3 0-16,-4 2 0 0,1-3 0 0,-9-2 0 15,22 5 0-15,-15-5 0 0,-4 1 0 0,-1 3 0 16,0-2 0-16,-6-1 0 0,21 3 0 0,-8-1 0 15,0 2 0-15,-1-1 0 0,-1 1 0 0,7 0 0 16,-2 0 0-16,-5 2 0 0,-1-3 0 0,-5 1 0 16,-2-1 0-16,-7-1 0 0,17 1 0 15,-9-1 0-15,-2-1 0 0,-13 0 0 0,8-2 0 16,-3 1 0-16,0-1 0 0,8 0 0 16,-16-2 0-16,7-1 0 0,0 2 0 0,-8 2 0 15,1-1 0-15,-3 0 0 0,-3-1 0 0,-1 1 0 16,-4-1 0-16,8 2 0 0,-22-2 0 0,2 1 0 15,-3 0 0-15,-8-2 0 0,-5-1 0 0,-1 2 0 16,-3-2 0-16,-5 2 0 0,-5-2 0 0,0 0 0 16,-3 0 0-16,1 0 0 0,-6 0 0 0,1 0 0 15,-3 0 0-15,1 0 0 0,1 0 0 0,0 0 0 16,1 0 0-16,-2 0 0 16,0 0 0-16,2 0 0 0,-4 0 0 0,1 0 0 15,1 0 0-15,-4 0 0 0,-2 0 0 0,2 0 0 16,-1 0 0-16,-2 0 0 0,-3 0 0 0,3-2 0 15,-3-1 0-15,-1-3 0 0,0 0 0 0,0 1 0 16,-14-4 0-16,-20 4 0 0,-11 1-495 0</inkml:trace>
  <inkml:trace contextRef="#ctx0" brushRef="#br0" timeOffset="40256.46">18287 4886 1849 0,'-2'0'-6'0,"0"0"1"0,0 0 1 0,0 0 1 0,2 0 0 0,0 0-1 0,0 0 0 0,0 0 1 0,0 0 1 0,0 0 1 0,0 0 118 0,0 0-37 0,0 0 206 0,4 0-121 16,3 2-50-16,-1 1-42 0,3-2 187 0,-1 0-109 16,3 3-54-16,-2-3 0 0,3 3 155 0,1-3-110 15,-2 1-49-15,4 2 0 16,-2-1 3-16,2 2-96 0,2-2 0 0,4-1 0 0,-2 2 0 15,3-2 0-15,4-2 0 0,-3 0 0 16,3 0 0-16,1 0 0 0,-2 0 0 0,0 0 0 16,0 0 0-16,-1 0 0 0,6 0 0 0,-1 0 0 15,-1 0 0-15,2 0 0 0,2 0 0 0,0 0 0 16,1-2 0-16,3 0 0 0,-1 0 0 0,3 0 0 16,2 0 0-16,-1 1 0 0,6-2 0 0,-5 1 0 15,1-1 0-15,2 1 0 0,2-2 0 0,-6 3 0 16,13-3 0-16,-8 3 0 0,2-3 0 0,-2 2 0 15,2-1 0-15,-7 1 0 0,10 0 0 16,-4 2 0-16,-2 0 0 0,2 0 0 16,0 0 0-16,-1 0 0 0,9 0 0 0,-7 0 0 15,3 0 0-15,-2 2 0 0,2 0 0 0,-6-2 0 16,10 4 0-16,-5-4 0 0,-1 0 0 0,0 1 0 16,0-1 0-16,-4 4 0 0,10-4 0 0,-6 0 0 15,0 2 0-15,-3 1 0 0,-2 0 0 0,-4-1 0 16,9 0 0-16,-6 1 0 0,0-1 0 0,1 2 0 15,-1 0 0-15,-4-2 0 16,9 2 0-16,-3-2 0 0,3-2 0 0,-2 0 0 16,2 2 0-16,-9-2 0 0,8 0 0 0,-10 0 0 15,4 0 0-15,-4 4 0 0,1-3 0 0,-4 3 0 16,1-2 0-16,-3 2 0 0,0-3 0 0,0 3 0 16,-3-2 0-16,-2 1 0 0,3 0 0 0,-5-1 0 15,-2-1 0-15,4 0 0 0,-5-1 0 0,-1 3 0 16,0-3 0-16,-6 0 0 15,1 0 0-15,-5 3 0 0,-2-3 0 0,-1 0 0 16,-3 0 0-16,-1 0 0 0,1 0 0 0,-3 0 0 16,0 0 0-16,0 0 0 0,-3 0 0 0,-6 0 0 15,-2 0 0-15,-3 0 0 0,-2 0 0 0,-1 0 0 16,-2 0 0-16,4 1-400 0,0-1 54 0,5 0 151 16,5 0-902-16</inkml:trace>
  <inkml:trace contextRef="#ctx0" brushRef="#br0" timeOffset="40486.18">21688 4759 3059 0,'-4'0'0'0,"4"0"0"0,0 0 0 0,4 0 0 0,13 0 0 0,3 0 0 0,10 1 0 0,2 5 0 0,8 2 0 0,-1-1 0 0,12 7 357 0,-4-3-159 0,0 4 119 15,-2 1-317-15,-3 1 0 0,-8-1 0 16,1 5 0-16,-7-3 0 0,-6 3 0 15,-8-3 0-15,-5 4 0 0,-7-3 0 0,-2 6 0 16,-9-2 0-16,-19 3 0 0,-4-2 0 0,-9 0 0 16,-5 4 0-16,-2-3 0 0,-12 3 0 0,1 3 0 15,-6-2 0-15,-16 7 0 0,9-3 0 0,-21 6-858 16</inkml:trace>
  <inkml:trace contextRef="#ctx0" brushRef="#br0" timeOffset="41445.41">18277 4941 1925 0,'0'0'0'0,"-4"0"0"0,2 0 0 0,0 0 0 0,1 0 0 0,1 0 0 0,-2 0 0 0,2 0 0 0,0 0 0 0,0 0 0 0,0-4 82 0,0 3 179 0,7-5-110 15,1 0-46-15,3-1 130 0,0-1-98 0,1-3-48 16,3-1 0-16,0-1 140 0,1-4-84 16,2-2-58-16,0-1 149 0,1-1-97 0,2-4-118 0,-1 0-21 15,3-4 0-15,2 1 0 0,1-6 0 0,0 0 0 16,2-2 0-16,2-1 0 0,0-1 0 0,5-1 0 16,0-4 0-16,4-5 0 0,2 0 0 0,1 0 0 15,-3 0 0-15,14-14 0 16,-5 5 0-16,5-2 0 0,2-3 0 0,2 2 0 15,0 0 0-15,1 2 0 0,11-6 0 0,-17 11 0 16,6-3 0-16,-3-1 0 0,1 1 0 0,-2-2 0 16,-3 4 0-16,2 1 0 0,-3 2 0 0,-3 1 0 15,-4 5 0-15,10-8 0 0,-7 6 0 0,-2 2 0 16,-1 1 0-16,-7 3 0 0,4 0 0 0,-5 1 0 16,1 4 0-16,-3 0 0 0,-1 1 0 15,-2 4 0-15,-5 4 0 0,3-1 0 16,-1 3 0-16,-3-3 0 0,-2 5 0 0,3-2 0 0,-4 2 0 15,0 3 0-15,-3-2 0 0,1 4 0 16,-3 4 0-16,0-4 0 0,-1 6 0 0,-2-2 0 16,-2 3 0-16,-4 3 0 0,2 1 0 0,-4 2 0 15,-3 0 0-15,0 1 0 0,0 3 0 16,-1-1 0-16,-1 2 0 0,0 0 0 0,0 0 0 0,0 0 0 16,0 0 0-16,0 0 0 0,0 0 0 0,0 0 0 15,0 0 0-15,0 2 0 0,-1 3 0 0,-5 5 0 16,-4 0-261-16,1 1-158 15,-2 0 179-15,-3 2 105 0,2 0-659 0,-2 0 377 16,1 0 188-16,0-3-194 0</inkml:trace>
  <inkml:trace contextRef="#ctx0" brushRef="#br0" timeOffset="41566.18">19969 2614 401 0</inkml:trace>
  <inkml:trace contextRef="#ctx0" brushRef="#br0" timeOffset="41846.86">19928 2602 2908 0,'-7'0'0'16,"1"-1"0"-16,0-1 0 0,4 1 0 0,0-2 0 0,2 1 0 0,0 0 0 0,0-1 0 0,2-1 0 0,12-2 0 0,0 1 292 0,5-1-126 0,2 1-63 0,5-1-31 0,4-2 198 0,6-1-150 15,7 0-120-15,0-2 0 0,4-1 0 16,3-1 0-16,-2 0 0 0,3-2 0 15,-3 0 0-15,0-1 0 0,-2 1 0 0,2-1 0 16,-7 1 0-16,-6 2 0 0,0 0 0 0,-6 2 0 16,-6 1 0-16,-4 0 0 0,-5 3 0 0,-5 3 0 15,-2 2 0-15,-5 0 0 0,0 0 0 0,-2 0 0 16,0 2 0-16,0 0 0 0,0 0 0 0,-6 2 0 16,-4 10 0-16,3 0 0 0,-2 6 0 0,0 1 0 15,-1 3 0-15,0 3 0 0,1 1 0 0,-1 2 0 16,1 0 0-16,0 2 0 15,-3-2 0-15,1 4 0 0,0 0 0 0,-2 0 0 16,0 2 0-16,-4 0 0 0,-2 3 0 0,0-3 0 16,-2 3 0-16,1 2-266 0,-3 1 11 0,2-2 97 15,-3 9-1014-15</inkml:trace>
  <inkml:trace contextRef="#ctx0" brushRef="#br0" timeOffset="42615.58">20585 5513 1907 0,'-9'0'-5'0,"0"0"1"0,0 0 1 0,1 0 0 0,-2 0 1 0,5 0 1 0,0 0 1 0,3 0 0 0,2 0 0 0,0 0 0 0,2 0 461 0,12 0-209 0,9 0-105 16,3 0 365-16,8 0-224 0,7 0-128 15,-2 0-59-15,5-2 20 0,-1 1-121 0,2-1 0 16,-7-1 0-16,3 2 0 0,-4 0 0 15,0 1 0-15,-6 0 0 0,-2 0 0 0,-6 0 0 16,0 0 0-16,-2-3 0 0,-6 1 0 16,0 1 0-16,-4-1-527 0,0-2 161 0,-1-2 110 0,-3 0 107 15,-1-3-458-15,-1 2 281 0,2-4 140 0,-4-3 60 16,1-1 46-16</inkml:trace>
  <inkml:trace contextRef="#ctx0" brushRef="#br0" timeOffset="42820.77">21095 5258 2426 0,'-20'-8'0'0,"9"7"0"0,1-3 0 0,1 2 0 0,6 0 0 0,3-2 0 0,0 1 0 0,5 1 0 0,18 0 0 0,5 0 0 0,4 0 155 0,0 2-57 0,2 0 287 15,-1 0-172-15,-3 6-86 0,-5 3 25 0,5 2-60 16,-11 1-1-16,-1 1-49 0,-2 2-43 0,-5-2 1 16,-4 4 52-16,-2-2-10 0,-5 2-166 0,0 0 83 15,-3 1 41-15,-12 3-254 0,0-2 158 16,-5 4 64-16,-3-5-21 0,0 3-516 15,2-1 230-15,-4 1 150 0,0 0 53 0,1 0-193 16,-3 2 144-16,4 0 71 0</inkml:trace>
  <inkml:trace contextRef="#ctx0" brushRef="#br0" timeOffset="43314.84">20961 5925 1701 0,'0'6'-1'0,"0"-5"1"0,0 1 0 0,0-2 0 0,0 0 0 0,0 0 0 0,2 0 0 0,0 0 0 0,2-2 0 0,-1-3 0 0,3-4 115 16,-1 1-37-16,4-4 68 0,-4 2-53 0,0-1-25 16,-1-1 23-16,2-3-49 0,-5 1-1 0,1 1 1 15,0-3-49-15,1 1 48 0,-3-1 11 0,0 0-11 16,0 1 2-16,-5 0-2 0,-2 0 1 0,-4 0 32 16,-1 5 11-16,-1-1-44 0,-1 3 1 0,-3 2 118 15,-1 1-59-15,0 3-30 0,-1 2 91 16,-1 0-65-16,-5 2-28 0,4 9 0 15,-3 4 50-15,2 4-39 0,1 2 11 0,-2 3-90 16,5 2-1-16,0 1 0 0,6-1 0 0,2-2 0 16,4 0 0-16,3-3 0 0,3 1 0 0,0-2 0 15,0-3 0-15,3-3 0 0,8-1 0 0,3-4 0 16,4-3 0-16,1-3 0 0,6-3 0 16,-2 0 0-16,5 0 0 0,-3-7 0 0,2-7 0 0,-1-1 0 15,-1-2 0-15,-4 2 0 0,-1-1 0 16,-3 1 0-16,-4 1 0 0,-4 7 0 15,-1-3 0-15,-4 5 0 0,-1 1 0 0,-1 2 0 16,-2 0 0-16,0 2 0 0,0 0 0 0,0 0 0 16,0 6 0-16,0 3 0 0,0 5 0 0,0 1 0 15,0 2 0-15,0 1 0 0,4-6 0 0,5 4 0 16,5-1 0-16,0-1 0 0,5-4 0 0,2-1 0 16,6-2 0-16,-4-4 0 0,6-1 0 0,-3-2 0 15,2 0 0-15,-5 0 0 16,7 0 0-16,-3-5 0 0,-9-1 0 0,5 0 0 15,-5 2 0-15,-3 1-690 0,0 1 94 0,-5 1 278 16</inkml:trace>
  <inkml:trace contextRef="#ctx0" brushRef="#br0" timeOffset="43871.09">18053 3352 2062 0,'0'-6'0'15,"0"5"0"-15,0 1 0 0,8 0 0 0,7-4 0 0,6 0 0 0,3-2 0 0,4 0 0 0,4 0 0 0,14 0 0 0,-4-4 605 0,0 5-273 0,10-4-151 16,-3 1 303-16,-2 2-221 0,-1 0-259 0,-4 3-4 15,-6 0 0-15,2 2 0 0,0-1 0 0,-3 0 0 16,-3 0 0-16,-4 0 0 0,-3 1 0 0,-3-2 0 16,-1 2-147-16,-2-3 78 0,-5-2 55 0,-4 2-318 15,-2-1 83-15,-3 2 121 0,-1-3-580 0,-2 2 334 16,-2-1 168-16,0-2 82 0</inkml:trace>
  <inkml:trace contextRef="#ctx0" brushRef="#br0" timeOffset="44084.86">18773 3012 2804 0,'-1'-4'0'0,"1"2"0"0,0 1 0 0,0-4 0 16,1 0 0-16,7 1 0 0,6 3 0 0,4-1 0 0,0-1 0 0,3 3 0 0,2 0 367 0,-1 0-164 0,-2 6-82 0,1 2 303 0,-2 1-412 16,-2 1-12-16,-2-1 0 0,-4 2 0 0,-2 2 0 15,0 2 0-15,-8 0 0 0,-1 0 0 16,0 5 0-16,-6 2 0 0,-10 1 0 0,-4 0 0 15,-4 0 0-15,0 2-674 0,-4-1 311 0,-4 4 98 16,2-1 112-16,2-1-479 0,-8 3 301 16,0-1 145-16,0-2-416 0</inkml:trace>
  <inkml:trace contextRef="#ctx0" brushRef="#br0" timeOffset="44555.64">18320 3537 2416 0,'0'0'0'0,"0"0"0"0,0 0 0 0,-1 0 0 0,1 0 0 0,-2 0 0 0,0 5 0 0,0 6 0 0,2 4 0 0,0 4 0 0,0 7 345 0,0 0-142 0,0 4-87 0,0 2 381 16,0 2-228-16,0 2-184 0,2 2-85 0,-2-2 0 15,0-1 0-15,0-2 0 0,0 2 0 0,0-4 0 16,0-3 0-16,0-3 0 0,0-1 0 0,-2-5 0 16,-4-2 0-16,2-6 0 0,0-1 0 0,-1-6 0 15,0-2 0-15,-1-2 0 0,0 0 0 16,0-1 0-16,3-8 0 0,3-7 0 15,0-2 0-15,0-1 0 0,0 0 0 0,1-1 0 16,9-1 0-16,1 2 0 0,4-2 0 0,0 1 0 16,2 3 0-16,2 3 0 0,0-2 0 0,-1 7 0 15,1-1 0-15,2 4 0 0,-2 3 0 0,2 1 0 16,-3 2 0-16,1 0 0 0,0 0 0 0,-3 7 0 16,2 7 0-16,-4 1 0 0,0 2 0 15,-5 3 0-15,0 4 0 0,-7-4 0 16,0 2 0-16,-2 7 0 0,0-2 0 0,-6 0 0 15,-6-3 0-15,-6 1 0 0,0-2 0 0,-3-2 0 16,2-4 0-16,-7 3 0 0,2-7 0 0,-2-3 0 16,1-4 0-16,4-2 0 0,-1-2 0 0,-1-2 0 15,2 0 0-15,3 0 0 0,1 0 0 0,2-6 0 16,2-3 0-16,2-1 0 0,3 0 0 0,0 2 0 16,4-2 0-16,3 2 0 0,1 2 0 0,0-4 0 15,0-1 0-15,0 3 0 16,1-1 0-16,10 0 0 0,3 1 0 0,3 1 0 15,3 1-926-15,5 2 348 0</inkml:trace>
  <inkml:trace contextRef="#ctx0" brushRef="#br0" timeOffset="44741.84">18933 4267 3931 0,'-7'-8'0'0,"2"6"0"0,-2-6 0 0,-1 1 0 0,3 1 0 0,0 1 0 0,2 3 0 0,1 1 0 0,2-2 0 0,0 2 0 0,0-2 0 0,0 1 0 15,6 2 0-15,3 0 0 0,2 0-401 0,3 0 174 16</inkml:trace>
  <inkml:trace contextRef="#ctx0" brushRef="#br0" timeOffset="51367.98">15879 8447 2705 0,'-6'0'0'0,"4"7"0"0,0 5 0 0,2-1 0 0,0-1 0 0,0 0 0 0,0 6 0 0,6 0 0 0,4 3 0 0,-1 2 0 0,5 3 116 0,-2 4-37 16,1 3 163-16,-1 0-105 0,3 11-48 0,-5-3 1 15,-1 4 52-15,-4 3-49 0,1-5 10 0,-3 11-61 16,-1-5 26-16,0 2-43 0,1-4-25 0,-3-1 0 15,0-7 0-15,0 8 0 0,0-13 0 16,0 2 0-16,-3-3 0 0,3-9 0 0,-2 0-38 16,2-4-51-16,0-6 30 0,0-3 38 0,0-5-525 15,0-2 260-15,0-2 84 16,0 0 86-16,8-14-563 0,7-10 318 0</inkml:trace>
  <inkml:trace contextRef="#ctx0" brushRef="#br0" timeOffset="51582.78">16103 8604 3638 0,'-4'-3'0'0,"2"1"0"0,2 0 0 0,0 0 0 0,0-1 0 0,15-3 0 0,6-2 0 0,2 1 0 0,7-2 0 0,11-1 0 0,-4 1 293 16,16-1-293-16,-7 3 0 0,5-2 0 0,0 2 0 15,0-4 0-15,0 6 0 0,-2-2 0 0,-3 1 0 16,-8 1 0-16,-1 0-62 0,-2 4-179 15,-12-1 150-15,0 0-332 0,-2 0 225 0,-8 0-43 0,-3 1 110 16,-3-2-616-16,-3-1 344 0,-2-4 187 16,-2-7 87-16</inkml:trace>
  <inkml:trace contextRef="#ctx0" brushRef="#br0" timeOffset="52193.28">16758 8250 2191 0,'-16'-14'0'0,"0"5"0"0,5 3 0 0,1-1 0 0,5 3 0 0,3 2 0 0,0 1 0 0,2 1 0 0,0 0 0 0,14 0 0 0,6 3 291 0,3 7-125 0,-1-1 407 15,7 6-272-15,-4-2-130 0,3 4-66 0,-1 1 28 16,-4 2-133-16,-4-3 0 0,-1 5 0 0,-4 1 0 16,-7 1 0-16,-4 2 0 0,-3 1 0 0,0-6 0 15,-7 10 0-15,-8-7 0 16,-5 3 0-16,-1-4-62 0,-4-1 51 0,0-1-680 16,4-2 334-16,-2-2 132 0,0-1 92 0,2 4-441 15,-1-2 268-15,3-1 122 0,-2 5-322 0,3 1 234 16,2-2 115-16,4-3 59 0,3 3-100 0,2-2 95 15,2-2 49-15,3 0 54 0,0-2 0 0,2-5 0 16,0 0 0-16,0-1 185 0,0-1-132 0,0-3-46 16,0-3-1-16,0 2 452 15,0-4-169-15,0 0-146 0,2 0 476 0,0 0-289 0,-1 0-146 16,5 0-71-16,-1-6 256 0,0-9-169 16,-1 3-81-16,-1-3-39 0,1-3 42 0,-2 2-41 15,0-3 10-15,-2 0-39 0,0 2-12 0,0-1 0 16,-4 2 35-16,-3 2-35 0,-4 2 9 0,-1 3-9 15,-3 4 63-15,0 2-60 0,-2 3-43 0,-2 0 0 16,-2 3 0-16,-1 13 0 0,3 7 0 0,0 1 0 16,3 6 0-16,0 2 0 0,3 3 0 0,4 1 0 15,1 0 0-15,6-2 0 16,2 0 0-16,0-4 0 0,0-4 0 0,4 2 0 16,8-9 0-16,1-1 0 0,2-2 0 0,1-5 0 15,4-2 0-15,1-5 0 0,-1-4 0 0,1 0 0 16,1-2 0-16,-2-13 0 0,1-6 0 0,-1-2 0 15,-4-6 0-15,-1 1 0 0,-2-1 0 0,-2 3 0 16,-3 8 0-16,-2-3 0 0,-4 7 0 16,-1 3 0-16,1 6 0 0,0 1 0 0,-2 2 0 15,0 0 0-15,0 2 0 0,0 2 0 16,0 13 0-16,0 2 0 0,0 2 0 0,0 1 0 16,0 3 0-16,0 1 0 0,2 0 0 0,2-4 0 15,-1 2 0-15,4-3 0 0,0 0 0 0,-2-4 0 16,3-2 0-16,2-2 0 0,1-4-447 0,3-3 6 15,7-4 200-15,2 0 101 0,11-7-592 0,1-15 345 16,1-8 164-16</inkml:trace>
  <inkml:trace contextRef="#ctx0" brushRef="#br0" timeOffset="52368.13">17475 8629 3814 0,'6'-11'0'0,"0"3"0"0,-5 2 0 0,-1 3 0 0,0 1 0 0,0 2 0 0,-12 0 0 0,3 8 0 0,-5 7 0 0,-2 7 0 0,-2 5 117 0,-6 6-117 15,-1 5 0-15,-2 1 0 16,1 2 0-16,4-5 0 0,-4 12 0 0,3-8 0 0,-2 0 0 0,5-2 0 16,-1-8 0-16,2 1 0 15,1-2 0-15,2-11-27 0,4 1-360 0,0-4 164 16,3-7-840-16,1-5 501 0,3-3 267 0</inkml:trace>
  <inkml:trace contextRef="#ctx0" brushRef="#br0" timeOffset="52557.02">17099 8678 3910 0,'0'-7'0'0,"0"-1"0"0,2 6 0 0,-2 1 0 0,2 1 0 0,1 0 0 0,8 1 0 0,3 12 0 0,5 6 0 0,2 2 0 0,1 5 21 0,1 2-21 16,5 6 0-16,-5-4 0 0,2 7 0 0,2-5 0 16,-6-4 0-16,3 1 0 0,-1-1 0 0,-1-4 0 15,-1-1 0-15,0-2 0 0,-6-7 0 0,2 1 0 16,-3-4 0-16,0 0 0 0,-5-6-1077 0,2-1 516 15,1-4 260-15,-3 0-568 0</inkml:trace>
  <inkml:trace contextRef="#ctx0" brushRef="#br0" timeOffset="52753.11">17573 8608 3351 0,'0'-13'0'0,"0"10"0"0,0-3 0 0,0-2 0 0,6 2 0 0,8-1 0 0,7 2 0 0,2-3 0 0,5 3 0 0,8-3 0 0,7 2 360 0,0 0-161 0,-4 5-178 0,10-1-21 16,-5 0 0-16,-3 2 0 0,-1 0 0 0,-3 0 0 16,4 0 0-16,-4 0 0 15,-1 0 0-15,-2 0-253 0,-3 0-64 0,1 0 177 16,-9 0 100-16,2 0-894 0,-4-5 448 0,-7-2 223 16,-4-6-185-16</inkml:trace>
  <inkml:trace contextRef="#ctx0" brushRef="#br0" timeOffset="52986.48">18221 8210 2003 0,'13'-7'0'0,"4"-1"0"0,1 3 0 0,5-2 0 0,-4 2 0 0,1 3 0 0,3 1 0 0,0 1 0 0,-1 0 0 0,4 0 0 0,-3 8 197 0,-2-1-80 0,-1 4 108 0,-3 0-99 15,0 1-43-15,-5 3 0 0,-2 0-98 0,-4 2 27 16,-4-1 10-16,-2 3 16 0,0 0-128 0,-4 3 65 15,-9-1 31-15,-6 0-33 0,-1-1 42 16,-4 2-10-16,-5-4 34 0,-1 3-197 0,-7 1 88 16,1 1 1-16,2-3-297 0,-9 5 174 0,4-4 82 15,1 1 15-15,2-3-332 0,6-1 194 16,0 0 88-16</inkml:trace>
  <inkml:trace contextRef="#ctx0" brushRef="#br0" timeOffset="53448.39">18046 8704 2603 0,'-2'-5'0'0,"0"-1"0"0,1 2 0 0,-1-2 0 0,2 3 0 0,0-1 0 0,0 2 0 0,0 0 0 0,0 2 0 15,0 0 0-15,2 0 179 0,1 8-70 0,1 5 242 0,1 4-157 0,-1 5-77 0,-2 0-30 16,-2 11 108-16,0-3-99 0,0 4-96 0,0 0 0 15,-7 1 0-15,-3-1 0 0,1-2 0 0,-3-2 0 16,2-2 0-16,-2-4 0 0,3-7 0 0,-1 3 0 16,3-6 0-16,1-4 0 15,0-5 0-15,3-1 0 0,1-2 0 0,0-2 0 16,0 0 0-16,2 0 0 0,0-8 0 0,0-5 0 16,8 0 0-16,3-1 0 0,2-2 0 0,3 3 0 15,4 0 0-15,2-2 0 0,1 5 0 0,-3 3 0 16,7 1 0-16,-1 4 0 0,-3 2 0 0,-3 0 0 15,6 0 0-15,-6 8 0 0,-2 5 0 0,-1 2 0 16,-2 4 0-16,-3-1 0 0,-3 1 0 0,-4 1 0 16,-1 1 0-16,-1 0 0 15,-3-2 0-15,0 0 0 0,-12-3 0 0,-1 2 0 0,-4-7 0 16,-3 0 0-16,-5-1 0 0,0-7 0 16,-1 1 0-16,1-4 0 0,-7 0 0 0,6 0 0 15,-1 0 0-15,7-6 0 0,1-5 0 0,3 0 0 16,2-3 0-16,5 2 0 0,2-3-114 0,7-1 0 15,0 2-652-15,0-4 354 0,9 0 192 0,8-1 90 16,3 4-309-16,5 1 200 0</inkml:trace>
  <inkml:trace contextRef="#ctx0" brushRef="#br0" timeOffset="54070.17">18843 8300 2496 0,'1'-7'-1'0,"3"1"1"0,-2 3 0 0,2-4 0 0,-3 4 0 0,1 1 0 0,0 1 0 0,-2-1 0 0,0 2 0 0,2 0 0 0,1 0 220 0,-2 0-80 0,1 0 129 0,0 5-115 16,0 3-58-16,0 2-28 0,0-2 69 0,1 4-39 16,-1 0-11-16,2 1 80 0,-3 0-167 15,1 2 0-15,2 0 0 0,-2 1 0 0,1 1 0 16,-3 2 0-16,0 0 0 0,0 1 0 0,0 1 0 16,0 2 0-16,0-1 0 0,0 1 0 0,0-1 0 15,0 0 0-15,0 1 0 0,0 2 0 0,0-3 0 16,0-1 0-16,0 2 0 0,0-1 0 0,0-2 0 15,1 3 0-15,1 0 0 0,0 1 0 16,0-1 0-16,0 3 0 0,-2-2 0 16,0-1 0-16,0 3 0 0,0 1 0 0,0-3 0 15,0 0 0-15,0 0 0 0,0-1 0 0,0 0 0 16,0-1 0-16,0-3 0 0,0 1 0 0,0-1 0 16,1-2 0-16,-1 0 0 0,0 0 0 0,0-2 0 15,0 0 0-15,0-1 0 0,0 2 0 0,0-1 0 16,0-1 0-16,0-2 0 0,0 2 0 0,0-3 0 15,-1 1 0-15,1-2 0 0,0-1 0 0,0 1 0 16,0 0 0-16,0-3 0 0,0 0 0 0,0-1 0 16,0 1 0-16,0-2 0 15,0-2 0-15,0 1 0 0,0 0 0 0,0-2 0 16,0 2 0-16,0-2 0 0,0-1 0 0,0 2 0 16,0-1 0-16,0-2 0 0,0 0 0 0,0 1 0 15,0-1 0-15,0 0 0 0,0 0 0 0,0 0 0 16,0 0 0-16,0 0 0 0,0 0 0 0,0 0 0 15,0 0 0-15,0 0 0 0,0 0 0 0,0 0-294 16,0 0 71-16</inkml:trace>
  <inkml:trace contextRef="#ctx0" brushRef="#br0" timeOffset="54216.65">19492 9489 378 0,'-9'-13'-1'0,"9"9"1002"0,0-3-503 0,0-4-248 0,2 4-126 15</inkml:trace>
  <inkml:trace contextRef="#ctx0" brushRef="#br0" timeOffset="56467.37">19618 8633 3452 0,'-7'0'0'0,"7"10"0"0,0-3 0 0,0-1 0 0,4-1 0 0,8 1 0 0,6-2 0 0,3-3 0 0,4 1 0 0,3-2 0 0,6 0 131 0,1 0 217 0,0 0-348 0,3-3 0 15,-3-3 0-15,1 2 0 0,-3 1 0 0,1 1 0 0,-4 2 0 16,-2 0 0-16,-3 0 0 0,-2 0 0 16,0 4-632-16,-7 3 215 0,-2 6 159 0</inkml:trace>
  <inkml:trace contextRef="#ctx0" brushRef="#br0" timeOffset="56636.96">19841 8890 3931 0,'-20'0'0'0,"9"5"0"0,3 3 0 0,5-4 0 0,1-1 0 0,2 0 0 0,0 1 0 0,7 1 0 0,12-3 0 0,8 0 0 0,10-2 0 0,4 0 0 15,2 0 0-15,-7 0 0 0,13 0 0 0,-6 0 0 16,-2 0 0-16,-7 0 0 0,3 0 0 16,2 0-377-16,-4 0-36 0,-1 3 227 0,-2 3-924 0</inkml:trace>
  <inkml:trace contextRef="#ctx0" brushRef="#br0" timeOffset="56886.18">20756 8548 3931 0,'-5'-3'0'0,"5"1"0"0,0 1 0 0,0-2 0 0,0 3 0 0,0-2 0 0,11-2 0 0,10 0 0 0,5-1 0 0,4 0 0 0,11-1 0 0,4 0 0 0,4 0 0 16,0 1 0-16,3-1 0 0,-1 1 0 16,0 1 0-16,-2 0 0 0,-4 3 0 0,-2-4 0 15,-9 4 0-15,1-3 0 0,-5 0-156 0,-1 0-11 16,-8-1-479-16,0-1 301 0,-5-3 141 0,-2-1 85 16,-7-3-645-16,-5-2 362 0</inkml:trace>
  <inkml:trace contextRef="#ctx0" brushRef="#br0" timeOffset="57067.34">21434 8265 2576 0,'-21'-9'0'0,"3"2"0"0,1 2 0 0,4 1 0 0,5 3 0 0,2-2 0 0,3 3 0 0,3 0 0 0,0 0 0 0,12 0 0 0,8 0 119 0,3 3-39 15,5 4 419-15,2 1-234 0,0 2-113 0,0 0 88 16,0 1-240-16,-2 3 0 0,-6-4 0 0,-1 5 0 16,-2-1 0-16,-6 2 0 0,-6 2 0 0,-3 3 0 15,-4-1 0-15,0 5 0 0,-7-2 0 0,-10 1-183 16,-2-2 64-16,-4 3 27 0,0-5-450 0,-2 3 256 15,-1-3 123-15,1 3-501 0,-1-2 312 0,-3 1 156 16</inkml:trace>
  <inkml:trace contextRef="#ctx0" brushRef="#br0" timeOffset="57526.3">21284 8958 2658 0,'6'18'-3'0,"-1"-4"0"0,-2-5 1 0,-1 0 0 0,-1-3 0 0,1-1 0 0,0-3 1 0,0-2 0 0,-2 0 0 0,2 0 0 0,0 0 324 0,-1-2-132 0,1-7-81 15,0-6 156-15,0 1-114 0,1-4-56 16,-1-1-29-16,0-1-55 0,-2-1-9 16,0 0 36-16,0 3-7 0,0-3-32 0,-4 4 0 15,-5 2 0-15,-2 2 0 0,-2 4 0 0,-4 3 0 16,0 2 0-16,-4 4 0 0,-4 0 0 0,0 10 0 16,-2 7 0-16,1 5 0 0,-2 10 0 0,10 0 0 15,-7 9 0-15,8 1 0 0,6-1 0 0,3-7 0 16,5 5 0-16,3-1 0 0,0-5 0 0,0-3 0 15,7-3 0-15,4-6 0 0,5-2 0 0,0-5 0 16,5-4 0-16,4-4 0 16,-2-6 0-16,2 0 0 0,1-8 0 0,1-11 0 15,-1-5 0-15,2-9 0 0,-6 2 0 0,-1-4 0 16,-2-2 0-16,-6 5 0 0,1-1 0 0,-5 3 0 16,-4 9 0-16,-1 0 0 0,-2 8 0 0,-2 2 0 15,0 4 0-15,0 2 0 0,0 4 0 0,0 1 0 16,0 0 0-16,-4 3 0 0,2 12 0 15,2 2 0-15,0 8 0 0,0-1 0 0,0 3 0 0,0-3 0 16,8 7 0-16,2-6 0 16,-1 0 0-16,3-1 0 0,-1-3 0 0,1-2 0 15,-1-1 0-15,3-3 0 0,-3-1 0 0,1-3 0 16,-5-4 0-16,2 0 0 0,0-1 0 0,1-2 0 16,-1-3 0-16,0 2 0 0,5-3 0 0,-3 0-143 15,5 0-1030-15,0 0 567 0</inkml:trace>
  <inkml:trace contextRef="#ctx0" brushRef="#br0" timeOffset="58327.25">20721 8139 2181 0,'0'-6'0'15,"0"5"0"-15,0-2 0 0,0 1 0 0,0 1 0 0,0 1 0 0,0 0 0 0,0 1 0 0,0 11 0 0,0 5 0 0,2 5 132 0,1 3-46 0,3 5 306 16,-3 9-181-16,3 1-85 0,2 5-43 0,-1 5 291 16,-1 4-167-16,1 5-73 0,1 7-129 15,-4-4-5-15,0 8 0 0,-3 1 0 0,1 2 0 0,-2-8 0 16,0 18 0-16,0-11 0 0,0-7 0 0,0-12 0 16,0 1 0-16,2-7 0 0,0 4 0 0,0-8 0 15,0-9 0-15,-1 0 0 0,1-8 0 16,-2-2 0-16,0-12 0 0,2 1 0 15,-2-6-163-15,0-3 62 0,3-2-519 0,-1-2 279 0,1 0 154 0,6-8-496 16,6-13 321-16,6-6 161 0,4-5 80 16</inkml:trace>
  <inkml:trace contextRef="#ctx0" brushRef="#br0" timeOffset="58622.02">21964 8032 3931 0,'-6'-2'0'0,"6"-1"0"0,0 3 0 0,-1 0 0 0,1 0 0 0,0 11 0 0,0 8 0 0,0 3 0 0,3 14 0 0,6 5 0 0,3 6 0 0,1 7 0 16,1 4 0-16,0 10 0 0,0-2 0 0,-3 2 0 15,-4-1 0-15,0 3 0 0,-3-6 0 0,1 16 0 16,-4-9 0-16,1 2 0 0,2-8 0 0,0-11 0 15,-1 4 0-15,3-3 0 0,-1-7 0 16,0-4 0-16,-2-9 0 0,-1-1 0 16,0-8 0-16,0 3 0 0,0-9-312 0,-1-2 113 15,-1-7 79-15,0-3 38 0,0-3-693 0,2-1 372 16,0-4 181-16</inkml:trace>
  <inkml:trace contextRef="#ctx0" brushRef="#br0" timeOffset="58862.83">22447 8449 3931 0,'-19'-23'0'0,"12"18"0"0,3 1 0 0,2-4 0 0,0 1 0 0,2 1 0 0,0 3 0 0,2-1 0 0,13 0 0 0,7 0 0 0,7 3 0 0,10-4 0 16,3 4 0-16,2 1 0 15,6 0 0-15,0 0 0 0,4 0 0 0,-1 0 0 16,-3 0 0-16,1 0 0 0,-1 0 0 0,-13 0 0 16,2 0 0-16,-3 0-312 0,-6-2 26 0,-9 0-339 15,0 0 293-15,-7-3 147 0,-6-1 63 0,-5-4-614 16</inkml:trace>
  <inkml:trace contextRef="#ctx0" brushRef="#br0" timeOffset="59062.23">23016 8159 2740 0,'-15'-9'0'0,"8"5"0"0,-1 0 0 0,4-2 0 0,2 5 0 0,2-1 0 0,2 1 0 0,13 1 0 0,10 0 0 0,0 0 0 0,6 10 157 0,0-2-59 0,1 5 316 0,3 2-187 15,-3 2-94-15,0-2-38 0,-2 2-28 0,-6 2-67 16,-2 0 0-16,-4 1 0 0,-7-1 0 0,-6 2 0 16,-3 5 0-16,-2-3 0 0,-9 3 0 0,-14-2 0 15,-3 1 0-15,-6-3-132 0,0-1-139 0,-2 0 145 16,-1-5-642-16,-3 2 365 0,3-5 182 15,-4-2 81-15,4-4-470 0,-1-3 286 0,6-4 142 16</inkml:trace>
  <inkml:trace contextRef="#ctx0" brushRef="#br0" timeOffset="59401.85">22856 8562 2388 0,'-4'-2'0'0,"3"-1"0"0,1 2 0 0,0 1 0 15,0 0 0-15,0 1 0 0,0 13 0 0,0 1 0 0,0 7 0 0,0 3 0 0,0 7 208 0,1 9 702 0,1-2-485 0,-2 1-425 0,0 11 0 16,0-5 0-16,0 1 0 0,0-1 0 0,-3-3 0 0,-1-7 0 15,0 3 0-15,-1-3 0 16,2-7 0-16,-1-6 0 0,3-1 0 0,-1-8 0 16,2-5 0-16,-2-3 0 0,2-5 0 0,-2-1 0 15,2 0 0-15,0-12 0 0,0-9 0 0,2-2 0 16,7-1 0-16,5-2 0 0,2-1 0 0,3 3 0 16,4 2 0-16,2 3 0 0,3 2 0 0,-1 6 0 15,2 3 0-15,-3 6 0 0,6 2 0 16,-6 0 0-16,-1 8 0 0,-2 6 0 0,-7 4 0 0,3 8 0 15,-8-2 0-15,-4 3 0 16,0 1 0-16,-7-2 0 0,0-4 0 0,-3 9 0 16,-11-9 0-16,-4-1 0 0,0-3 0 0,-3-3 0 15,3-2 0-15,-10-4 0 0,1 1 0 0,-3-4 0 16,-2-4 0-16,-1-2 0 0,-3 0 0 0,1 0 0 16,2-5 0-16,-3-10-158 0,-1-8-306 0,5-3 213 15,7-4-732-15,-5-18 478 0</inkml:trace>
  <inkml:trace contextRef="#ctx0" brushRef="#br0" timeOffset="59635.36">22522 8079 3931 0,'-15'-5'0'0,"6"5"0"0,1 0 0 0,0 3 0 0,3 8 0 0,1 5 0 0,3 9 0 0,1 7 0 0,0 11 0 0,0 17 0 0,3 3 0 0,6 6 0 16,0 6 0-16,1 1 0 0,0-1 0 0,-3 3 0 15,-2 1 0-15,2 0 0 0,-4-2 0 16,-1 0 0-16,0 0 0 0,-2-3 0 16,0-1 0-16,0-6 0 0,-5-1 0 0,-4-3 0 15,2-12-168-15,-2-1-21 0,3-13-13 0,3-8-162 16,-2-7 162-16,3-9 82 0,2-3-570 0,0-5 330 16,0-5 160-16,9-13 79 0</inkml:trace>
  <inkml:trace contextRef="#ctx0" brushRef="#br0" timeOffset="59885.03">23555 8227 3835 0,'0'-9'0'0,"2"7"0"0,0 0 0 0,0 2 0 0,1 0 0 0,1 0 0 0,1 7 0 0,2 11 0 0,-2 7 0 0,1 13 0 0,5 7 96 0,-3 15-96 0,-3 1 0 15,1 4 0-15,-3 5 0 16,1 1 0-16,-2 2 0 0,0 2 0 0,-1 0 0 16,1-1 0-16,1-1 0 0,3-2 0 0,-1-9 0 15,2 15 0-15,1-9 0 0,-2 2 0 0,-1-6 0 16,1-10 0-16,-1 6-286 0,1-8 124 0,2-5 17 16,-2-9-626-16,1 9 367 0</inkml:trace>
  <inkml:trace contextRef="#ctx0" brushRef="#br0" timeOffset="60489.24">24481 8760 2011 0,'-9'-9'0'15,"-1"3"0"-15,-1 1 0 0,-2-1 0 0,-2 1 0 0,-3 1 0 0,0 0 0 0,-5 3 0 0,-5 1 0 0,2 0 0 0,-4 0 145 0,1 4-54 0,-1 4-26 16,8 4 305-16,0 1-171 0,2 0-81 0,11-2-40 16,4 2 204-16,5-1-122 0,0 3-52 0,14 0-9 15,13-2-30-15,10 0-1 0,3-4-30 0,5 1-65 16,-8-3 42-16,5 2-9 0,-2 1-45 0,-9 1 38 16,-8-2 1-16,0 3 37 0,-8 1-35 0,-6 0 35 15,-8 1-37-15,-1 0 0 0,0 3 0 0,-20 2 0 16,-8 0 0-16,-7 1 0 0,-4-1 0 15,-3 0 0-15,-3 0 0 0,-1-2 0 16,11-4 0-16,-4 0 0 0,5-4 0 0,7-1 0 16,6-5 0-16,9 2 0 0,0-5 0 0,8 0 0 15,4 0 0-15,0-6 0 0,19-11-852 0,15-10 311 16,7-2 243-16</inkml:trace>
  <inkml:trace contextRef="#ctx0" brushRef="#br0" timeOffset="61337.82">24633 8879 2702 0,'13'-2'0'0,"3"2"0"0,-6 0 0 0,-2 0 0 0,-5 10 0 0,-1 3 0 0,1 2 0 0,-3 3 0 0,0 3 0 0,0 4 0 0,0-5 133 0,0 5 346 0,0-3-226 0,0 0-108 15,0-1-379-15,0-2 136 0,0-5 67 0,0-2 44 16,0-4-649-16,0-3 336 0,0-5 169 0,0 0 85 16,-3-2-526-16,3-16 204 0,0-7 146 0,0-6 92 15,0-9-109-15,0-5 100 0,5-15 51 0,2 5-137 16,6-18 99-16,0 4 44 0,2 0 24 0,-1 13 58 15,2-1 0-15,-4 13 0 16,3 2 87-16,-2 7-81 0,-4 13 0 0,0 5-43 16,-1 5 591-16,0 7-294 0,-1 5-75 0,1 0 270 15,2 15-191-15,-2 11-113 0,0 12-57 0,-4 0 391 16,1 17-229-16,-3-2-109 0,-2 15 280 0,0-6-195 16,0 2-97-16,0-10-40 0,-4 6 34 0,-1-3-129 15,1-9 0-15,2-8 0 16,0-1 0-16,2-11 0 0,0-5 0 0,0-8 0 0,0-4 0 0,0-5 0 15,0-4 0-15,8-2 0 16,4-14 0-16,4-10 0 0,3-2 0 0,3-10 0 16,-1 3 0-16,-2 2 0 0,4-10 0 0,-3 13-44 15,-1-4-40-15,-1 4 32 0,-6 6-14 0,1 3 31 16,-8 9 1-16,1 1 273 0,-4 5-163 0,4 2-76 16,-4 2 0-16,-2 9 0 0,0 16 0 0,0 5 0 15,-2 8 0-15,-4 1 0 0,4 2 0 0,2-7 0 16,0 8 0-16,0-5 0 0,0-3 0 15,2-2 0-15,11-6 0 0,-2-8 0 16,5 0 0-16,0-7 0 0,2-4 0 0,0-7 0 16,1 0 0-16,4-1 0 0,-7-14 0 0,3-6 0 15,-1-3 0-15,0-9 0 0,1-2 0 0,1-8 0 16,-1 0 0-16,-3 1 0 0,2 1 0 0,-6 7 0 16,2 0 0-16,-7 10-17 0,1 2-21 0,-5 6 93 15,0 3-55-15,-1 7 0 0,0 3 0 0,-2 1 0 16,0 2 0-16,0 8 0 0,0 16 0 0,0 4 0 15,0 4 0-15,0 11 0 0,-2-1 0 16,2 3 0-16,0-2 0 0,0 0 0 16,2-10 0-16,7 5 0 0,4-6 0 0,2-3 0 15,4-5 0-15,0-8 0 0,-1-3 0 0,5-2 0 16,5-7 0-16,-4-4 0 0,5 0 0 0,-1-3 0 16,0-12 0-16,0-2 0 0,-3-5 0 0,-1-3 0 15,-3-5 0-15,0-8 0 0,-7 3 0 0,4-14 0 16,-6-2 0-16,0-9 0 0,-5-2 0 15,-1-1 0-15,-4 4 0 0,0-1 0 0,-2 4-72 16,-4 5-33-16,-11 8 40 0,0 11 27 16,-10 0-9-16,1 7 9 0,-8 7 301 0,0 5-161 15,-11 5-102-15,-2 7 0 0,5 1 0 0,-8 5 0 16,16 6 0-16,0 3 0 0,7 4 0 0,6 3 0 16,8-3 0-16,1 10 0 0,7 1 0 0,3-2 0 15,0 0 0-15,3 4 0 0,11-3 0 16,2-2 0-16,5 2 0 0,2-5 0 0,2-1 0 0,1-1 0 15,2-2 0-15,3-4 0 16,4-4 0-16,1-3 0 0,1 1 0 0,8-3 0 16,-7-5 0-16,12 1-86 0,1 0-362 0</inkml:trace>
  <inkml:trace contextRef="#ctx0" brushRef="#br0" timeOffset="61499.9">26651 8813 3931 0,'0'0'0'0,"0"0"0"0,0 0 0 0,0 0 0 0,0 0 0 0,0 0 0 0,0 0 0 0,0 0 0 0,0 0 0 0,0 0 0 0,3 0 0 15,-1 0 0-15,0 0 0 0,2 0 0 0,0 0-148 16,-3 0-213-16,1 4 199 0,-2 7-531 0</inkml:trace>
  <inkml:trace contextRef="#ctx0" brushRef="#br0" timeOffset="62231.87">18751 4244 3097 0,'-18'-16'0'0,"7"6"0"0,6 5 0 0,-1-2 0 0,5 1 0 0,1 1 0 0,0-1 0 0,0 1 0 0,10 0 0 0,13-1 0 0,7 0 282 0,10 2-123 0,1 4-60 0,-2 0 140 15,12 1-184-15,-6 15-55 16,0 4 0-16,-2 5 0 0,-3 2 0 0,-8 1 0 0,0 9 0 16,-8-1 0-16,-7 2 0 0,-5-5 0 0,-7 4 0 15,-3 4 0-15,-2-4 0 0,-6-2 0 16,-11 0 0-16,-4-8 0 0,-1 0 0 15,1-10 0-15,-5 2 0 0,1-8 0 0,7-7 0 16,-5 2 0-16,4-6 0 0,3 0 0 0,0 0 0 16,7 0 0-16,2-9-90 0,3-2-62 0,4-5-734 15,2-7 429-15,13-3 211 0,11-6-653 0</inkml:trace>
  <inkml:trace contextRef="#ctx0" brushRef="#br0" timeOffset="62674.83">19368 4206 2902 0,'4'-13'0'0,"0"4"0"0,-2-1 0 0,-2 3 0 0,0 2 0 0,0 3 0 0,0 0 0 0,0 2 0 0,0 0 0 0,0 4 0 0,0 10 117 0,1 8 359 0,-1-1-210 15,2 9-120-15,0 1-122 0,3 0-24 16,2-2 0-16,2 1 0 0,2-8 0 0,6 4 0 0,1-5 0 16,0-4 0-16,1-4 0 0,1-3 0 0,1-2 0 15,2-5 0-15,0-3 0 0,-3 0 0 0,1 0 0 16,0-3 0-16,-2-11 0 15,-1 1 0-15,0-6 0 0,-2 4 0 0,-4-5 0 16,0-1 0-16,-3-2 0 0,0-3 0 0,-5 0 0 16,-2-4 0-16,1-1 0 0,-3-2 0 15,0-1 0-15,-3-2 0 0,-6 4 0 0,-4 2 0 0,-1 6 0 16,-2 1 0-16,0 9 0 0,-2-2 0 0,-3 7 0 16,0 3 0-16,-5 5 0 0,0 1 0 0,0 0 0 15,-2 3 0-15,-1 10 0 0,5 3 0 0,-1 0 0 16,11-3 0-16,-2 2 0 15,7 0 0-15,2-1 0 0,5-1 0 0,2 0 0 16,0 0 0-16,0 0 0 0,7-1 0 0,4 1 0 16,5-4 0-16,-2 2 0 0,2-1 0 0,0-2 0 15,1-1 0-15,3-1 0 0,-4-2 0 0,-1-1 0 16,2 1 0-16,-2-3 0 0,0 2 0 0,-1-3 0 16,-2 1 0-16,1-1 0 0,-1 0 0 0,-1 0 0 15,-2 0 0-15,1 0 0 0,3 0 0 16,-1 0-4-16,0 0-140 0,5 0-984 0,4 0 546 15</inkml:trace>
  <inkml:trace contextRef="#ctx0" brushRef="#br0" timeOffset="62840.84">20180 4368 3931 0,'-4'-2'0'0,"4"0"0"0,-2 0 0 0,-2 0 0 0,3 1 0 0,-1-1 0 0,2 0 0 0,0 2 0 0,0 0 0 0,0-2 0 0,0 2 0 0,2 0 0 0,1 0 0 16,5 0-536-16,-3 0-19 0,3 2 306 0</inkml:trace>
  <inkml:trace contextRef="#ctx0" brushRef="#br0" timeOffset="66916.83">20655 2378 1811 0,'-5'-21'0'0,"-2"13"0"16,4 3 0-16,-1 0 0 0,4 4 0 0,-2 0 0 0,2 1 0 0,0 0 0 0,0 0 0 0,0 0 0 0,4 0 100 0,8 8-1 0,1 4-91 0,-1 3 11 0,4 3 26 16,-3 2-73-16,0 5 36 15,-2 4 1-15,-2 1 36 0,3 2-298 0,-3-1 144 16,2 5 77-16,1-1-6 0,-3 4-563 0</inkml:trace>
  <inkml:trace contextRef="#ctx0" brushRef="#br0" timeOffset="67074.35">21054 2982 1847 0,'0'6'-5'0,"0"1"0"0,-2 3 2 0,-3-4 0 0,0 1 1 0,1 0 0 0,2 3 2 0,2 3 0 0,0 2 0 0,0 2 0 0,2 1 9 0,9 5 36 0,4 0-1 15,0 0-147-15,6 0 68 0,0 0 40 0,4-1 0 16,-2 3-455-16,2-1 241 0,-6-7 130 0</inkml:trace>
  <inkml:trace contextRef="#ctx0" brushRef="#br0" timeOffset="67199.67">21321 3496 1466 0,'2'17'-1'0,"0"1"0"0,1-1 0 0,-3-4-1 0,0 0 1 0,0 0 0 0,2-2-1 0,1 0 1 0,5 1 0 0,1-1 0 0,4 2 92 0,2-2-95 0,2 2 57 15,3 2-11-15,1 2 1 0,2 0-398 0,2 3 195 16,-4-2 97-16,0-1 57 0</inkml:trace>
  <inkml:trace contextRef="#ctx0" brushRef="#br0" timeOffset="67323.97">21660 4016 1436 0,'3'16'-3'0,"-1"1"2"0,3-4-1 0,-4-3 1 0,3-1 1 0,2 0-1 0,-1 0 1 0,4 1 0 0,1 0 0 0,3 1 0 0,2 0 107 0,2 2-23 15,4 0-10-15,0 2-128 0,-1 1 48 0,1-1-1 16,2 1-393-16,-5 3 231 0</inkml:trace>
  <inkml:trace contextRef="#ctx0" brushRef="#br0" timeOffset="67575.61">22026 4593 807 0,'0'20'0'0,"2"-5"0"0,0-1 0 0,-1-1 0 0,1 1 0 16,3-1-2-16,0-2 0 0,1 2 1 0,-1 1-1 0,1-2 1 0,2 6-4 0,1-4 45 0,-2-1 12 0,2 2-12 0,1 0-213 16,-1 3 98-16,1-2 49 0,3 1-110 0,-2-2 75 15,0-2 35-15,1-1 0 0,-3 1-181 0,-2 4 100 16,3-6 53-16,-4-2 19 0,-1 3 35 16,-1-2 0-16,-2-6 0 0,0 4 36 0,-2-3-72 0,0 1 36 15,0-1 0-15,0-4 310 0,0 3-163 16,0-3-45-16,0 2 297 0,-2-3-159 15,2 0-105-15,0 2-47 0,0-1-168 0,0-1 61 16,0 3 40-16,0 2-10 0,0-1-169 0</inkml:trace>
  <inkml:trace contextRef="#ctx0" brushRef="#br0" timeOffset="79613.37">20655 2410 980 0,'0'-1'0'0,"0"-3"0"0,0 1 0 0,0-1 0 0,0 0 0 0,0-1 0 0,0-1 0 0,0 1 0 0,0-3 0 0,0 2 0 0,4 1 48 0,1 1 122 0,3-2-60 0,2 2-32 15,1 1 1-15,0 0 75 16,2 2-58-16,0 1-1 0,1 0-47 0,0 0 70 15,2 0-35-15,-2 0 12 0,4 1-82 0,0 4 1 16,6-1 33-16,1 1-46 0,3 1-12 0,2-1 71 16,4 1-12-16,0 2-373 0,9-3 153 0,-3 1 100 15,-1-2 10-15,9-1-491 0,-4-1 217 0</inkml:trace>
  <inkml:trace contextRef="#ctx0" brushRef="#br0" timeOffset="79768.06">21656 2352 1264 0,'14'0'0'0,"-7"0"0"0,-2 0 0 0,-1 0 0 0,0 0 0 0,-3 0 0 0,3 0 0 0,1 0 0 0,4-3 0 0,0 3 0 0,6-1 323 0,2-2-138 0,2 2-69 15,4-1-33-15,-1-1 38 0,8 3-42 0,0 0 0 0,3 0-359 16,9 0 164-16,1 0 82 0,6 0 53 0,1 0-223 16,3 0 126-16,0 5 63 15,-1-1-6-15</inkml:trace>
  <inkml:trace contextRef="#ctx0" brushRef="#br0" timeOffset="80292">22569 2364 1205 0,'9'0'0'0,"0"0"0"0,0 3 0 0,-4-1 0 0,-1-2 0 0,-1 0 0 0,1 0 0 0,1 0 0 0,2 0 0 0,2 0 0 0,5 0 107 0,4 0 168 0,1-2-113 16,5-1-57-16,2 3-1 0,-1 0-19 0,8 0-37 16,1 0-1-16,8 0-318 15,-1 0 159-15,4 0 81 0,-5 0 50 0,10 0-506 16,-5 0 254-16,-4 0 72 0,-5 5 82 0,-1-1-300 15,-6 1 155-15,1-2 110 0,-7 3 48 0,-2-4 66 16,-3 2 0-16,-6-3 51 0,-3 3-102 0,-4-3 51 16,0 2 0-16,-2-1 234 0,-2-2-165 0,1 1-52 15,1-1-43-15,-1 0 483 0,3 0-224 0,4 0-47 16,5 0-78-16,2 0 209 0,4 0-140 0,0 0-65 16,6 0-98-16,4 0 34 15,2 0 0-15,3 0 12 0,2 0-148 0,6 0 68 16,-2 0 34-16,1 0-373 0,1 0 202 0,-4 0 68 15,8 0 56-15,-9 0-470 0,-1 0 238 0,-4 0 53 16,-3 0 81-16,-7-1-4 0,-3-1 59 0,-6-1 76 16,-2 3 39-16,-6-1-78 0,-3 1 39 0,-1-2 96 15,0 0-95-15,-2 1-1 0,0-2-48 0,0 2 524 16,0-1-195-16,0 0-141 0,0 0 16 0,2 0 263 16,7-1-186-16,4 1-93 15,2-1-128-15,6 2 48 0,4-1-12 0,1 2 0 16,1 0-279-16,2 0 140 0,2 0 70 0,-1 0 46 15,1 0-232-15,-1 0 127 0,-3 2-21 0,0 2-435 16,-7-2 188-16,0-2 139 0,-9 3 82 0,-2 1 35 16,-3-2 48-16,-4 0 44 0,-2-1 0 0,0 2 0 15,0-3 0-15,-8 0 0 0,1 0 216 0,0 0-156 16,-1 0-54-16,3 0 406 0,2 0-172 0,2 0-116 16,-1 0 6-16,0 0 46 15,2 0-64-15,0 0-21 0,0 0-11 0,2 0-195 16,3 0 81-16,4 5 41 0,0 1-403 0</inkml:trace>
  <inkml:trace contextRef="#ctx0" brushRef="#br0" timeOffset="80477.1">24479 2481 1345 0,'-5'0'0'0,"3"0"0"0,-3 0 0 0,4 0 0 0,1 0 0 0,-2 0 0 0,2 0 0 0,0-3 0 0,0 2 0 0,0 1 0 0,0 0 83 0,0 0-24 0,0 0-11 15,0 0 0-15,-2 0-135 0,-4 1 68 0,-1 7 33 16,-2 2 12-16,-3 1-49 0,1 1 35 0,-1-1 1 16,1 2-306-16,1 0 128 0,-2 0 93 0,1 0-362 15,-2-4 202-15</inkml:trace>
  <inkml:trace contextRef="#ctx0" brushRef="#br0" timeOffset="80598.07">24237 2698 1376 0,'-19'9'0'0,"-1"7"0"0,2-7 0 0,0 1 0 0,-1 1 0 0,0-1 0 16,4-1 0-16,0 2 0 0,4 0 0 0,0 3 0 0,1 1 123 0,1 1-26 0,0 4-11 0,0 4-38 0,0 0-227 16,2 4 113-16,0 1 57 0,-5-2-516 15,1 3 268-15</inkml:trace>
  <inkml:trace contextRef="#ctx0" brushRef="#br0" timeOffset="81158.75">23715 3313 1644 0,'-25'18'0'0,"2"1"0"0,7-5 0 0,-5-2 0 0,4 0 0 0,-2-1 0 0,5 1 0 0,-2 1-2 0,3 0-1 0,2 3 1 0,3 3 101 0,-1 4-110 0,4-1 56 0,-2 4 0 16,4 0 1-16,-3-1-378 0,-1-1 200 0,0 7 81 15,-3-5 48-15,-3 0-391 0,-1-2 196 0,-2 1 98 16,-5-1-41-16,-1-2-14 16,-3 1 39-16,1 0 35 0,-3-4 235 0,3-2-101 15,2-4-61-15,-5 3 11 0,3 0 166 0,5-4-105 16,-1-1 7-16,1 0 403 0,1 0-166 0,5 2-142 15,1-2-15-15,0 3 63 0,5-2-84 0,-1 2-41 16,1 3-221-16,-3 1 83 0,4 5 49 0,-1-2-1 16,0 3-317-16,0-1 193 0,-2 3 49 0,-2-1-364 15,0 0 181-15,-4-2 118 0,-2 0-7 0,-1 2 45 16,-5-3 11-16,0-1 45 0,-4-1 1 16,-1 3 74-16,-6 2-37 0,9-9-11 15,-8 4 250-15,3-1-137 0,1 2-70 0,-1-3-34 16,2 4 395-16,1-1-194 0,3 0-42 0,-1 3-1 15,7-4-26-15,-1 0-38 0,6-1 6 0,1 3-162 16,1-6 53-16,2 3 33 0,-1-3 1 0,3 4-40 16,1-6 36-16,-1 2 11 0,0-1-102 0,0-3 53 15,0 6-4-15,-2-3 0 0,1-3-9 0,-1 6 22 16,-6 3 18-16,3-3-11 0,3 1 11 0,0 1-2 16,-3-1 3-16,5-1-206 15,-1 4 99-15,3-4 49 0,-1-1 1 0,0-2-195 16,2-2 109-16,1-1 28 0,-3-1 21 0,1-1-3 15,-3-3 51-15,-1-3 1 0,-1 3 58 0,-3-3-40 16,2 0 11-16,-3-1 269 0,0 1-150 0,1-1-63 16,1 0-41-16,3-1 459 0,0 0-227 0,1 1-65 15,2 0-73-15,1 0 199 0,1 1-123 0,2-3-51 16,2 3-85-16,-2 0 13 0,2 2-1 0,0-3 1 16,0 1-171-16,0 1 97 15,0 0 31-15,0 1-364 0,2-3 201 0,0 2 57 16,0 1 64-16</inkml:trace>
  <inkml:trace contextRef="#ctx0" brushRef="#br0" timeOffset="117977.68">10759 8481 1128 0,'0'-4'0'0,"0"-1"0"0,0 4 0 0,0-2 0 0,0-1 0 0,0 2 0 0,0 1 0 0,0-2 0 0,0 2 0 0,0 1 0 0,1 0 83 0,1 0 1 15,-2 0 48-15,3 0-41 0,-1 0-1 0,0 0-28 0,0 0 43 16,-1 0 0-16,1 0-56 0,0 0 37 0,0 0-1 16,0 5-23-16,-1 1-13 0,1 2 50 0,-2-2-50 15,0 4 1-15,0-3 11 0,0 4 0 0,0-1-11 16,0 2-1-16,-5-1-1 0,-4 2 2 0,-3 0-1 16,-1 0-31-16,-4-2-12 0,0 3 43 0,-4 0 0 15,0 0-86-15,0-3 40 16,0-1-3-16,0-3-125 0,-1-1 70 0,1-3 40 15,2-1-20-15,0-2-68 0,4 0 45 0,6-2 32 16,0-9-9-16,5-7-267 0,4-7 114 0,0-3 80 16,4-5-395-16,14-4 233 15,3 4 111-15,2-3 54 0</inkml:trace>
  <inkml:trace contextRef="#ctx0" brushRef="#br0" timeOffset="118212.32">10877 7831 2568 0,'-11'-10'0'0,"-1"8"0"0,1-3 0 0,4-1 0 0,-2 2 0 0,3 1 0 0,0 1 0 0,4 1 0 0,0-2 0 0,2 3 0 0,0 0 198 0,0 0-74 16,0 0 238-16,0 0-142 0,0 0-91 0,4 0-39 0,2 4 68 0,0 0-76 15,1 0-82 1,-1-3 0-16,-1 3 0 0,1 0 0 0,2 0 0 0,-4 0 0 15,-1-1-50-15,1 3 47 0,-1 0-252 0,-1 1 98 16,0 4 94-16,-2 3-38 0,0 0-804 0,0 7 414 16</inkml:trace>
  <inkml:trace contextRef="#ctx0" brushRef="#br0" timeOffset="124067.12">9763 11964 1379 0,'-3'-7'-13'0,"-1"1"6"0,1 2 2 0,2 1 1 0,-5-2 0 0,6-1 3 0,-2 3-1 0,0-1 1 0,1 1-3 0,-1-1 1 0,0 0 183 16,2-1-57-16,-2 1 0 0,0 1 0 0,2 1-1 0,0-2-41 16,0 0-17-16,0 0 106 0,0 1-53 15,0-1 1-15,0-2-54 0,0 2 142 0,0-1-79 0,0 3 0 16,0-2-62-16,0 0 133 0,0 0-66 0,0 0 16 16,2 1 7-16,0 0-45 15,0-2-67-15,-2 4-43 0,2-1 0 0,-1 0 0 16,-1 1 0-16,2-2 0 0,0 2 0 0,1-1 0 15,1 2 0-15,1-3 0 0,2 2 0 0,-1 1 0 16,2 0 0-16,1 0 0 0,-2 0 0 0,1 0 0 16,2 0 0-16,-3 0 0 0,0 0 0 0,1 0 0 15,0 0 0-15,-1 1 0 0,0 4 0 0,1-4 0 16,0 3 0-16,-1 0 0 0,0 0 0 0,2-1 0 16,0 0 0-16,0 2 0 0,0-2 0 0,1 1 0 15,-1-2 0-15,2 2 0 16,3-3 0-16,-2 0 0 0,4 3 0 0,-1-4 0 15,2 0 0-15,-1 0 0 0,2 0 0 0,-2 0 0 16,1 0 0-16,1 0 0 0,-2 0 0 0,0 0 0 16,0 0 0-16,-2 0 0 0,2 0 0 0,-1 0 0 15,-2 0 0-15,0 0 0 0,2 0 0 0,-2 0 0 16,3 0 0-16,-4 0 0 0,4 0 0 0,-1 0 0 16,0-4 0-16,0 3 0 0,2 0 0 0,-1 0 0 15,4-2 0-15,-2 1 0 16,1 0 0-16,0 0 0 0,-1 0 0 0,1 1 0 15,0-2 0-15,-2 1 0 0,-1 1 0 0,3-1 0 16,1 1 0-16,-2-1 0 0,1 2 0 0,0-3 0 16,-1 2 0-16,1 1 0 0,1-2 0 0,0 0 0 15,-1 1 0-15,-1-2 0 0,3 2 0 0,0 1 0 16,-1-2 0-16,1-1 0 0,-2 2 0 0,1-1 0 16,-1-1 0-16,-1 2 0 0,3-1 0 0,-1 2 0 15,-4-2 0-15,3 0 0 16,-3 2 0-16,0 0 0 0,2-1 0 0,-2 1 0 15,1-2 0-15,-2 2 0 0,2-2 0 0,-2 2 0 16,0-3 0-16,0 2 0 0,2 1 0 0,-3-2 0 16,2 0 0-16,0 2 0 0,2 0 0 0,-4-1 0 15,5 1 0-15,-2-3 0 0,0 3 0 16,1-1 0-16,2 1 0 0,-1-2 0 0,-1-1 0 0,5 3 0 16,-2-1 0-16,5-1 0 0,-6 2 0 15,3-2 0-15,0 2 0 0,-1-2 0 16,4 2 0-16,-1-1 0 0,-1 1 0 0,1-3 0 15,-3 3 0-15,6 0 0 0,-2-1 0 0,1 1 0 16,-1-2 0-16,4 2 0 0,-1-2 0 0,1 0 0 16,0 2 0-16,0-2 0 0,2 0 0 0,-2 1 0 15,3 1 0-15,1 0 0 0,0-2 0 0,0 2 0 16,-3-2 0-16,3 2 0 0,0 0 0 0,-2 0 0 16,2 0 0-16,-3 0 0 0,4 0 0 0,-1 0 0 15,0 0 0-15,3 0 0 16,-2 0 0-16,1 0 0 0,4 2 0 0,-1 0 0 15,8-1 0-15,-4 1 0 0,-2-2 0 0,0 2 0 16,1 0 0-16,-4 0 0 0,6 1 0 0,-2 0 0 16,1-2 0-16,1 1 0 0,1 0 0 0,-6 0 0 15,12-2 0-15,-4 1 0 0,0 2 0 0,2-3 0 16,-3 0 0-16,-4 0 0 0,7 0 0 16,-6 0 0-16,0 0 0 0,-2 0 0 15,-5 0 0-15,6 0 0 0,-5 0 0 0,2 0 0 16,0 0 0-16,-2 2 0 0,6-1 0 0,-8 2 0 15,5-2 0-15,0 1 0 0,-3-2 0 0,2 2 0 16,-1 2 0-16,0-4 0 0,1 2 0 0,-2-2 0 16,3 0 0-16,3 2 0 0,-9-2 0 0,7 0 0 15,3 0 0-15,-2 0 0 0,0 0 0 16,-1 0 0-16,-7 0 0 0,5 0 0 0,-3 0 0 0,0 0 0 16,0 1 0-16,-2-1 0 0,-3 2 0 0,3 0 0 15,-2 0 0-15,2-2 0 0,-2 1 0 16,1 2 0-16,-1-3 0 0,2 0 0 15,-2 0 0-15,3 2 0 0,-2-2 0 0,1 0 0 16,-2 0 0-16,0 0 0 0,-2 0 0 16,0 0 0-16,-2 0 0 0,2 0 0 0,-1 0 0 0,-6 0 0 15,7 0 0-15,-3 0 0 0,-1 0 0 16,2 0 0-16,-5 0 0 0,7 0 0 0,-3 0 0 0,0 0 0 16,3 0 0-16,-2 0 0 0,4 0 0 15,-2 0 0-15,0 0 0 0,2 0 0 16,-2 0 0-16,0 0 0 0,-1 0 0 0,3 0 0 15,-4 0 0-15,2 0 0 0,-2 0 0 0,0 0 0 16,-3 0 0-16,5 0 0 0,-3 0 0 0,-2 0 0 16,1 0 0-16,1 0 0 0,-4 0 0 0,5 0 0 15,-2 0 0-15,1 0 0 0,0 0 0 0,1 0 0 16,-1 0 0-16,3-2 0 0,-2-1 0 0,0 2 0 16,-1-1 0-16,-1 0 0 0,-2 0 0 0,2 1 0 15,1 1 0-15,-3-2 0 16,1 0 0-16,0 2 0 0,-4-3 0 0,8 3 0 15,-3 0 0-15,1-1 0 0,-3 1 0 0,3 0 0 16,-6-2 0-16,8 2 0 0,-1-2 0 0,-2 2 0 16,3 0 0-16,-3-1 0 0,-1 1 0 0,3-3 0 15,-1 2 0-15,-3 1 0 0,1-2 0 0,1 2 0 16,-6 0 0-16,3 0 0 0,4-3 0 16,-3 3 0-16,-3 0 0 0,1 0 0 0,3 0 0 0,-2 0 0 15,-3 0 0-15,6 0 0 16,-7 0 0-16,4 0 0 0,-1 0 0 0,4 0 0 15,-1 0 0-15,-1-1 0 0,3 1 0 0,1-2 0 16,-4 2 0-16,6-2 0 0,-4 0 0 0,3 1 0 16,-3-2 0-16,0 2 0 0,-3-1 0 0,3 0 0 15,-2 2 0-15,1-2 0 0,-4 0 0 0,3 2 0 16,-2 0 0-16,1-2 0 0,2 2 0 0,-2-1 0 16,-2 1 0-16,2 0 0 0,4-2 0 15,-3 0 0-15,0 2 0 0,2-2 0 16,1 0 0-16,-3 0 0 0,5 0 0 0,-1 0 0 15,-4 0 0-15,2 1 0 0,0-2 0 0,-3 2 0 16,6-1 0-16,-5 0 0 0,0-1 0 0,0 2 0 16,3-1 0-16,-4 1 0 0,5-2 0 0,-2 2 0 15,2-1 0-15,-2 0 0 0,0 2 0 0,1-2 0 16,3 0 0-16,-2 0 0 0,1 0 0 0,1 1 0 16,-2 0 0-16,-2 1 0 0,4-3 0 15,-2 1 0-15,-2 2 0 0,1-2 0 16,-6 0 0-16,1 2 0 0,2-1 0 0,-1 1 0 15,0 0 0-15,-1-3 0 0,0 3 0 0,1-2 0 16,-2 2 0-16,1-1 0 0,1 1 0 0,-1-2 0 16,5 0 0-16,-9 2 0 0,5-2 0 0,0 2 0 15,1-1 0-15,2-1 0 0,-4 2 0 0,1-3 0 16,4 3 0-16,-7-1 0 0,4 1 0 16,-1-2 0-16,0 2 0 0,2 0 0 15,-4-1 0-15,2 1 0 0,2-3 0 0,-5 3 0 16,6-3 0-16,-3 3 0 0,5-1 0 0,-1-1 0 15,1 0 0-15,0 0 0 0,2 1 0 0,0-2 0 16,1 2 0-16,-1-1 0 0,-3 0 0 0,5 1 0 16,-2-1 0-16,0-1 0 0,0 3 0 0,0 0 0 15,0 0 0-15,0-1 0 0,0 1 0 0,-3 0 0 16,5 0 0-16,-4 0 0 0,0 0 0 16,0 0 0-16,1 0 0 0,-5 0 0 0,8 0 0 0,-4-3 0 15,1 3 0-15,-2-1 0 16,1 1 0-16,2-2 0 0,0-1 0 0,0 3 0 15,1-1 0-15,-1 0 0 0,-4 1 0 0,4-2 0 16,-3 2 0-16,-1 0 0 0,-3 0 0 0,-1-2 0 16,2 2 0-16,-3 0 0 0,1 0 0 0,1 0 0 15,-2 0 0-15,2 0 0 0,-3 0 0 0,2 0 0 16,1 0 0-16,-1-3 0 16,4 3 0-16,-5-1 0 15,2 1 0-15,6 0 0 0,-6-2 0 0,4 2 0 16,-1-2 0-16,2 2 0 0,-5-1 0 15,5 1 0-15,-1-3 0 0,-4 3 0 16,-2 0 0-16,4 0 0 0,-2 0 0 0,0 0 0 0,4 0 0 16,-2 0 0-16,-1 0 0 0,1 0 0 0,-5 0 0 0,8 0 0 15,-3 0 0-15,1 0 0 0,-1 0 0 0,-2 0 0 32,0 0 0-32,4 0 0 15,-1 0 0-15,0 0 0 16,3 0 0-16,-4 0 0 0,0 0 0 0,5 3 0 31,-4-2 0-31,3 3 0 0,-1-3 0 0,0 2 0 0,-3-1 0 0,7 1 0 16,-4-2 0-16,-1 2 0 0,0 0 0 0,3 0 0 0,-6-2 0 0,10 2 0 0,-4-3 0 0,2 2 0 0,0-2 0 0,3 1 0 0,-1-1 0 0,3 0 0 0,-2 0 0 15,-1 0 0 1,0 0 0-16,-1 0 0 0,-3 0 0 0,0 0 0 0,-1 0 0 0,-1 0 0 16,0 0 0-16,-1 0 0 0,-4 0 0 0,6 0 0 15,-3 0 0-15,0 0 0 0,3 0 0 0,-3 0 0 16,-1 0 0-16,5 0 0 0,-5 0 0 0,4-1 0 15,-3-1 0-15,2-1 0 0,-5 2 0 0,5-2 0 16,-1 3 0-16,-7 0 0 0,3-1 0 0,-2 1 0 16,-1 0 0-16,1 0 0 0,-2 0 0 0,-1 0 0 15,3 0 0-15,-2 0 0 0,-1 0 0 16,0 0 0-16,0 0 0 0,-1 0 0 16,1 1 0-16,0 2 0 0,-1-2 0 0,-3 4 0 15,4-4 0-15,-4 1 0 0,2 0 0 0,-2-1 0 16,2 2 0-16,-3-2 0 0,1-1 0 0,0 2 0 15,-1-2 0-15,2 2 0 0,-2-2 0 0,1 2 0 16,0-2 0-16,0 0 0 0,-1 0 0 0,1 0 0 16,0 1 0-16,-1-1 0 0,2 0 0 0,0 0 0 15,0 3 0-15,2-3 0 0,-2 0 0 0,0 3 0 16,2-2 0-16,-2-1 0 0,2 2 0 16,-3-1 0-16,4 2 0 0,-2-1 0 15,2-1 0-15,1 1 0 0,-3 0 0 0,1 0 0 16,2-1 0-16,-2 1 0 0,2 1 0 0,-1 0 0 15,1-1 0-15,-1 0 0 0,2 1 0 0,1-1 0 16,-1 0 0-16,1 0 0 0,0 2 0 0,2-2 0 16,4 0 0-16,-1 2 0 0,-1-1 0 15,3-2 0-15,2 2 0 0,0-1 0 0,-1 0 0 0,1 2 0 16,-4-3 0-16,0 1 0 0,2 0 0 16,-4 0 0-16,5 2 0 0,-3-2 0 0,1 0 0 15,1 1 0-15,-2-1 0 0,0 0 0 16,4 0 0-16,-2 0 0 0,2 0 0 15,0-1 0-15,2 2 0 0,2-2 0 0,-2-1 0 0,1 0 0 16,0 2 0-16,1-2 0 0,-3 0 0 0,2 0 0 16,-3 0 0-16,-2 0 0 0,4 0 0 0,-2 0 0 15,0 0 0-15,-4 0 0 0,6 0 0 0,-2 0 0 16,0 0 0-16,1 0 0 0,4 0 0 0,-1 0 0 16,2 0 0-16,-1 0 0 15,2 0 0-15,-1 0 0 0,2 0 0 0,5 0 0 16,-11 0 0-16,10 2 0 0,-1-2 0 0,0 0 0 15,-4 2 0-15,9-2 0 0,-11 0 0 0,10 1 0 16,1-1 0-16,-2 0 0 0,-3 3 0 0,8-3 0 16,-1 0 0-16,-5 2 0 0,-2-2 0 0,2 1 0 15,-7 2 0-15,11-3 0 0,-6 1 0 16,0 1 0-16,1-2 0 0,2 0 0 0,4 0 0 0,1 0 0 16,4 0 0-16,-3 0 0 15,2 0 0-15,-1 0 0 0,2 0 0 0,-1-2 0 16,1 1 0-16,0-2 0 0,1 0 0 0,11-1 0 15,-12 2 0-15,14-3 0 0,-2 1 0 0,-13 2 0 16,7-2 0-16,-2 0 0 0,2 1 0 0,5-1 0 16,-4 0 0-16,2 0 0 0,6 1 0 0,1-1 0 15,-7-3 0-15,14 4 0 0,-8-1 0 0,2 1 0 16,3-1 0-16,1-2 0 0,5 4 0 16,13-3 0-16,-17 1 0 0,5 0 0 15,-1 1 0-15,0-3 0 0,-2 3 0 0,6-1 0 16,9 1 0-16,-4-3 0 0,-1 3 0 0,-12-1 0 15,10 3 0-15,-1-3 0 0,8 0 0 0,-5 3 0 16,2-1 0-16,-13-1 0 0,4-1 0 0,-2 3 0 16,-4-1 0-16,-2 2 0 0,-1-3 0 15,2 2 0-15,-8 1 0 0,15 0 0 0,-12-1 0 0,2 1 0 16,-3-2 0-16,1 2 0 0,-8 0 0 0,15-2 0 16,-4 2 0-16,-1 0 0 15,-5 0 0-15,-1 0 0 0,-9 0 0 0,3 0 0 16,-2 0 0-16,-2 0 0 0,-1 0 0 0,2 0 0 15,-2-3 0-15,1 3 0 0,-1 0 0 0,-3-1 0 16,-3 1 0 0,-9-2 0-16,10 2 0 0,-11-2 0 0,0 2 0 0,-1-1 0 0,-4-2 0 0,-8 2 0 15,2-1 0-15,-3 2 0 0,-3-3 0 16,-3 2 0-16,-1-1 0 0,-5 0 0 0,-5 2 0 16,-1 0 0-16,0 0 0 0,0 0 0 15,-5 0 0-15,3 0 0 0,-3 0 0 0,0 4 0 16,0 9 0-16,-11 5 0 0,-11 5 0 15,-17 5-824-15,-30 12-52 16</inkml:trace>
  <inkml:trace contextRef="#ctx0" brushRef="#br0" timeOffset="124972.15">2876 13553 1434 0,'-3'0'0'0,"-4"0"0"0,4 0 0 0,1 0 0 0,0 0 0 0,-3 0 0 0,2 0 0 16,-3 0 0-16,-3 0 0 0,2 0 0 0,1 2 117 0,-2 2 0 0,-1 0 30 0,2-1-29 15,1 3-14-15,-2-2 89 0,3 2-66 0,0-1-1 0,3-1-66 16,-2 1 192-16,3-3-104 0,1 0-43 0,0 2-1 16,0-2 160-16,0-1-101 0,0 1-37 0,0 1 100 15,0-2-226-15,5 1 0 0,7 1 0 0,-1-2 0 16,3 1 0-16,4-2 0 16,-1 0 0-1,4 0 0-15,2 0 0 0,2 0 0 0,3 0 0 0,0 0 0 0,2 0 0 0,3 0 0 16,7 0 0-16,-2 0 0 0,13-2 0 0,1-2 0 15,12 1 0-15,0-2 0 0,3 4 0 0,-4-3 0 16,19 2 0-16,-9 0 0 0,-1 0 0 0,0 2 0 16,-6 0 0-16,-9 0 0 0,13 0 0 0,-17 0 0 15,4 0 0-15,-4 0 0 0,-3 0 0 0,-14 0 0 16,5 0 0-16,-8 0 0 16,-3 0 0-16,-4 0 0 0,-4 0 0 0,-5 0 0 15,0-1 0-15,-4-5 0 0,-3 0 0 0,0 2 0 16,-5-1 0-16,-2 1 0 0,-1-1 0 0,0 1 0 15,0-2 0-15,-2 2 0 0,0 0 0 0,0 1 0 16,0 0 0-16,0 2 0 0,0 1 0 0,-4 0 0 16,-5 6 0-16,-2 9 0 15,-6 9 0-15,-4 3-348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36:25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10181 2490 2439 0,'-1'-4'0'0,"-3"1"0"0,2 1 0 15,2-1 0-15,0 2 0 0,-1 1 0 0,1 0 0 0,0 0 0 0,0 0 0 0,0 4 0 0,0 11 108 0,1 1 98 0,5 9-82 0,-1 1-42 0,-2 6 0 0,3 8 193 16,-1-3-107-16,1 10-69 0,-3 2-28 0,2 2 170 16,-2 5-205-16,1 8-36 0,-2-12 0 15,0 7 0-15,1-3 0 0,-3 0 0 16,2-2 0-16,0-4 0 0,0-7 0 0,0 4 0 15,-1-9 0-15,1-1 0 0,3-2 0 0,-2-5 0 16,-1-3 0-16,4-2 0 0,-4-5 0 0,1-3 0 16,1-2 0-16,-2-6 0 0,-1-1 0 0,1-2 0 15,0-5 0-15,1-1-555 0,-1 0 226 0,1-3 143 16,5-22 63-16,3-10-616 0,2-10 349 0,2-16 174 16</inkml:trace>
  <inkml:trace contextRef="#ctx0" brushRef="#br0" timeOffset="247.85">10406 2605 3931 0,'-17'0'0'0,"9"0"0"0,7 0 0 0,-1 0 0 0,2 0 0 0,0 0 0 0,0 0 0 0,2 0 0 0,10-3 0 0,9 2 0 0,7 1 0 15,12-2 0-15,0 2 0 0,3 0 0 0,4 0 0 16,3 0 0-16,-1 0 0 0,3 0 0 0,3-1 0 15,-2-2 0-15,-4 1 0 0,-4 2 0 0,-10 0 0 16,3 0 0-16,-8 0 0 0,-8 0 0 0,-1 0-46 16,-8 0-332-16,-1 0 146 0,-8 0 100 0,-1 0-478 15,-1 0 284-15,-2 0 142 0,0 0 71 16,-3-2-385-16,-9-7 233 0,3-7 112 0,-4-7 55 0</inkml:trace>
  <inkml:trace contextRef="#ctx0" brushRef="#br0" timeOffset="438.72">11031 2393 2131 0,'-7'-8'0'0,"0"1"0"0,3 5 0 0,-1-1 0 0,5 2 0 0,-2 1 0 0,2 0 0 0,0 0 0 16,5 0 0-16,10 0 0 0,2 0 486 0,5 0-221 0,-3 6-102 0,7-1 256 0,-1 5-189 15,-1-4-93-15,-3 4-37 0,0 1-100 0,-3 1 0 16,-3 1 0-16,-2 2 0 0,-6 0 0 0,0 2 0 16,-7 1 0-16,0 3-29 0,-2 4-65 0,-14-3 68 15,0 1 34-15,-3-1-414 16,-2 1 212-16,-1-1 16 0,-1 2-426 0,1-3 280 15,-1 4 142-15,5 0 70 0,-3 0-449 0,1 4 249 16,0 7 140-16</inkml:trace>
  <inkml:trace contextRef="#ctx0" brushRef="#br0" timeOffset="898.32">10945 3196 2212 0,'4'9'0'0,"2"2"0"0,-5-6 0 0,1-3 0 0,0-2-2 15,0 0-1-15,0 0 0 0,0 0 0 0,-1-7 1 0,1-6 0 0,0 0 253 0,2-1-105 0,-3-1-54 0,1-2 111 0,1 0-71 0,-3-3-50 16,0 4-7-16,0-3 1 0,0 3-35 0,0-2 0 16,-8 1 44-16,-1 2-11 0,0 2-33 0,-3 0 62 15,-1 4-31-15,-1 0-1 0,2 4-19 0,-3 3 45 16,-2 2-97-16,-1 0 0 0,0 0 0 0,-5 15 0 16,7 0 0-16,-3 11 0 0,0 0 0 0,4 5 0 15,0 3 0-15,4 1 0 16,3 0 0-16,5 0 0 0,3 0 0 0,0-4 0 15,0 1 0-15,2-6 0 0,7-2 0 0,8 1 0 16,-1-5 0-16,2-4 0 0,4-2 0 0,0-7 0 16,1-4 0-16,5-1 0 0,-3-2 0 0,0 0 0 15,-2-11 0-15,2-6 0 0,-2-3 0 0,-3-5 0 16,-1-3 0-16,-3-2 0 0,0-3 0 0,-5 4 0 16,-3 3 0-16,-3 1 0 15,-3 3 0-15,0 5 0 0,-2 4 0 0,0 5 0 16,0 1 0-16,0 4 0 0,0 2 0 0,-4 1 0 15,1 0 0-15,-1 10 0 0,1 4 0 0,1 5 0 16,2-1 0-16,0 6 0 0,0-2 0 0,0 0 0 16,2 3 0-16,5-3 0 0,-2 3 0 0,2-4 0 15,1 1 0-15,0-2 0 0,-1 0 0 0,1-4 0 16,1-1 0-16,1-2-241 0,-1-2 24 16,4-5 88-16,2-4-312 0,3-2 205 0,7 0 97 0,7-15-634 15,3-9 363-15</inkml:trace>
  <inkml:trace contextRef="#ctx0" brushRef="#br0" timeOffset="1097.47">11843 2698 3931 0,'0'-3'0'0,"0"3"0"0,0 0 0 0,-12 0 0 0,1 9 0 0,1 6 0 0,-1 3 0 0,-1 5 0 0,-2 5 0 0,-4 12 0 0,0 1 0 0,0 4 0 0,-3 3 0 16,0 1 0-16,5-1 0 0,-5 0 0 0,0 2 0 15,3-5 0-15,-1-4 0 0,-2 6 0 0,2-9 0 16,0 1 0-16,5-7 0 0,-4-4 0 0,6-7-689 16,-2-3 179-16,3-10 234 0,2-2-424 0,1-6 330 15,2 0 164-15</inkml:trace>
  <inkml:trace contextRef="#ctx0" brushRef="#br0" timeOffset="1289.5">11477 2889 3931 0,'2'-20'0'0,"-2"7"0"0,0 3 0 0,1 5 0 0,1 2 0 0,0 0 0 0,4 3 0 0,3 0 0 0,4 11 0 0,2 11 0 16,2 0 0-16,0 8 0 0,4 7 0 15,-2 1 0-15,-1-1 0 0,1 3 0 0,-1-8 0 0,1 3 0 16,2 0 0-16,-2-4 0 0,0-2 0 0,-2-3 0 16,-4-2 0-16,4 1 0 0,-8-6 0 0,2-2 0 15,-2-4-649-15,0-5 114 0,0-5 237 16,2-3 134-16,-1 0-625 0,2-13 374 0</inkml:trace>
  <inkml:trace contextRef="#ctx0" brushRef="#br0" timeOffset="1492.37">11907 2701 3500 0,'-14'0'0'0,"9"-3"0"0,-1 3 0 0,5-3 0 0,1 1 0 0,0 1 0 0,3-4 0 0,15 4 0 0,7-2 0 0,7 2 0 0,8-1 431 0,5 0-431 0,2 2 0 15,1 0 0-15,2 0 0 0,-2 0 0 0,-1 0 0 16,0 0 0-16,-4 2 0 0,-7 1 0 0,1 3 0 16,-3 0 0-16,-6 0 0 0,-5-3-534 0,0-1 58 15,-5-1 230-15,-2-1 33 0,-4 0-219 0,-4 0 195 16,-2-5 99-16,-4-8-477 0</inkml:trace>
  <inkml:trace contextRef="#ctx0" brushRef="#br0" timeOffset="1684.49">12507 2441 2431 0,'-9'-6'0'0,"4"5"0"0,1-1 0 0,1 0 0 0,3 0 0 0,0 0 0 0,5 1 0 0,8-1 0 0,6 2 0 0,1 0 0 0,6 0 180 15,-3 0-60-15,9 3 396 0,-2 5-237 0,-2 2-120 16,1-1 87-16,-6 0-246 0,-2 2 0 0,0 2 0 16,-2 2 0-16,-8 3 0 15,-1-2 0-15,-5 4 0 0,-5 0-54 0,0 4 37 16,-5-2 28-16,-8 1-495 0,-6 0 260 0,-1-1 30 15,-1 2-38-15,-2 1-425 0,-7 4 308 0,1-2 155 16</inkml:trace>
  <inkml:trace contextRef="#ctx0" brushRef="#br0" timeOffset="2138.03">12545 3188 2426 0,'8'5'0'0,"-1"-5"0"0,1 0 0 0,-5 0 0 0,1-8-1 0,-2-3 0 0,1-4-1 0,0 0 1 0,-1-2-1 16,0 1 1-16,-2-2 86 0,0-1 53 0,0 2-49 0,0-2 10 0,-7 1-59 0,-2 0 104 16,-2 1-51-16,-2 2-27 0,-2 1 94 15,-2 1-50-15,-3 3-40 0,-1 4 0 0,-6 4 126 0,3 2-77 16,-2 0-85-16,-2 10-34 16,2 11 0-16,-6 5 0 0,3 4 0 0,3 6 0 15,1 3 0-15,4-2 0 0,1 15 0 0,5-7 0 16,6 0 0-16,3 0 0 0,6 0 0 0,0-10 0 15,2 4 0-15,13-6 0 0,2-5 0 0,4-3 0 16,1-9 0-16,-1-6 0 0,9-3 0 0,-2-7 0 16,2 0 0-16,0-9 0 0,0-12 0 0,0-3 0 15,4-8 0-15,-4-4 0 0,-3-2 0 0,-3 4 0 16,-6 0 0-16,2 3 0 0,-6 3 0 0,-7 9 0 16,-2-1 0-16,-3 10 0 15,0-1 0-15,-2 5 0 0,0 4 0 0,0 2 0 16,-9 0 0-16,2 4 0 0,4 14 0 0,-1 0 0 15,2 6 0-15,2 2 0 0,0-1 0 0,2 3 0 16,5 1 0-16,5-6 0 0,3 8 0 0,2-6 0 16,-1-2 0-16,3 0 0 0,0-2 0 0,-2-6 0 15,2 0 0-15,-1-4 0 0,2-2 0 0,-2-7 0 16,1-2-280-16,2 0 18 0,5-2 114 0,-4-12-680 16,3-9 394-16,1-7 197 15</inkml:trace>
  <inkml:trace contextRef="#ctx0" brushRef="#br0" timeOffset="2353.14">13201 2372 3451 0,'-10'-20'0'0,"3"5"0"0,-1-1 0 0,1 1 0 0,1 7 0 0,2-1 0 0,0 6 0 0,3 0 0 0,1 3 0 0,0 12 0 0,0 16 440 0,0 13-400 0,0 11-40 0,0 10 0 16,1 8 0-16,3 5 0 0,2 6 0 0,2 14 0 15,-3 0 0-15,1-1 0 0,1-1 0 0,1-2 0 16,-2-13 0-16,3 18 0 0,0-10 0 0,-1-1 0 16,-1-10 0-16,2 6 0 0,-1-15 0 0,4 11 0 15,-1-8 0-15,2-4-811 0</inkml:trace>
  <inkml:trace contextRef="#ctx0" brushRef="#br0" timeOffset="2778.35">13766 2991 2895 0,'-26'-18'0'0,"11"15"0"0,9 3 0 0,4 0 0 0,2-3 0 0,0 2 0 0,8-3 0 0,14-1 0 16,6 0 0-16,8 2 0 0,11-1 276 0,2 2-108 0,5 0-38 0,1 0-45 16,-1 2 0-16,1 0-45 0,-3 0-194 0,-8 6 108 15,8 4 38-15,-14-1-716 0,-2 0 383 0,-6 3 190 16</inkml:trace>
  <inkml:trace contextRef="#ctx0" brushRef="#br0" timeOffset="2944.57">13854 3334 3931 0,'-31'7'0'0,"13"14"0"0,7-9 0 0,8-6 0 16,3-1 0-16,0 1 0 0,12-1 0 0,15-2 0 0,8-3 0 0,9 0 0 0,6 0 0 0,3 0 0 0,0 0 0 0,1-3 0 0,-1 2 0 15,-1 0 0-15,0 1 0 0,-6 0 0 0,-5 0 0 16,6 2-176-16,-6 11-52 0</inkml:trace>
  <inkml:trace contextRef="#ctx0" brushRef="#br0" timeOffset="4560.49">15149 2486 2446 0,'-10'0'0'0,"6"0"0"0,2 6 0 0,0 3 0 0,2 6 0 0,0 2 0 0,0 6 0 0,0 3 0 0,2 8 0 0,8 7 0 0,1 3 157 0,2 4-63 0,0 5 222 16,2 4-137-16,-1-2-69 0,2 9-34 0,-4-11 52 16,-3 3-49-16,0 3 1 0,-2-3-38 0,-2-2-156 15,-3-3 78-15,0-8 50 0,-2 10-11 0,0-11-314 16,0-7 177-16,0-2 81 0,0-9-264 0,0-5 97 15,0-8 108-15,0-4-540 0,0-7 305 0,1 0 153 16</inkml:trace>
  <inkml:trace contextRef="#ctx0" brushRef="#br0" timeOffset="4751">15287 2725 3647 0,'-13'-9'0'0,"8"6"0"0,5 3 0 0,0-1 0 0,0-1 0 0,16-1 0 0,11-2 0 0,8-2 0 0,11-1 0 0,0-1 0 0,7 2 138 16,0-1 8-16,4 2-146 16,-2 0 0-16,0 3 0 0,-1-1 0 0,-2 2 0 0,-10 1 0 15,9-2 0-15,-15 3-191 0,-2 0 97 0,-10 0 68 16,-4 0-825-16,-6 6 292 0,-5 0 270 0,-7 0 77 16,-2-2-466-16</inkml:trace>
  <inkml:trace contextRef="#ctx0" brushRef="#br0" timeOffset="4908.22">15869 2486 1956 0,'0'-9'0'0,"0"2"0"0,9 3 0 0,0 2 0 0,5 0 0 0,4 2 0 0,3 0 0 0,-1 2 0 0,4 9 0 0,1 3 0 0,-2-2 438 16,-2 6-199-16,-1-2-98 0,-6 0-40 0,4 8-158 16,-8-1 50-16,1 0-1 0,-8 6 49 0,-1 3-262 15,-2 2 142-15,0-1 55 0,-7 5-605 0,-9 3 336 16,0-5 105-16</inkml:trace>
  <inkml:trace contextRef="#ctx0" brushRef="#br0" timeOffset="5291.94">15864 3146 1929 0,'-11'11'0'0,"4"-4"0"0,0-1 0 0,4-2 0 0,-1-4 0 0,2 0 0 0,0 0 0 0,2-6 0 0,0-5 0 0,0-4 0 0,0-4 93 0,0 0 120 0,0-2-86 0,0-1-43 15,0 2 11-15,-3-3 2 0,-4 4-28 0,-4 2 0 16,-1 5-28-16,-6 2 79 0,-2 7-30 0,-6 3-9 15,-2 0 13-15,-6 23-26 0,4 3 0 0,2 9 73 16,5-4-39-16,-5 13-11 0,11-5-50 0,5-6 102 16,7 6-68-16,3-4-75 0,2-1 0 0,2-5 0 15,10-2 0-15,4-5 0 0,5-2 0 16,-3-9 0-16,9 0 0 0,-1-7 0 0,-1-4-212 16,1 0 55-16,-4-2 87 0,-3-10 11 15,4-6-73-15,-7-3 19 0,-2-1 46 0,-5-4-20 16,-2 1-1-16,-1 2 36 0,-1 1 11 0,-4 0 204 15,-1 2-103-15,0 9-50 0,0 0-1 0,0 4 415 16,0 5-215-16,0 0-65 0,0 2-85 0,-1 0-59 16,1 13 0-16,0 5 0 0,0 5 0 0,5-1 0 15,4 3 0-15,2 1 0 0,3 1 0 0,-3-6 0 16,6 4 0-16,-3-4-311 0,4-5 35 16,0-6 83-16,3 0 89 0,2-6-511 15,1-4 291-15,0 0 141 0,1-3-326 0,1-9 233 16,1-8 117-16,-3-4-288 0,4-7 209 0</inkml:trace>
  <inkml:trace contextRef="#ctx0" brushRef="#br0" timeOffset="5515.92">16379 2339 2891 0,'0'-27'0'0,"0"7"0"0,0 2 0 16,0 7 0-16,0 5 0 0,0 5 0 0,-2 1 0 0,-2 3 0 0,4 21 0 0,-1 12 0 0,1 4 114 0,0 8-36 0,0 9 534 0,0 12-376 0,0-1-236 15,0 3 0-15,0 5 0 0,0 4 0 16,0 1 0-16,0 0 0 0,0-5 0 0,0 2 0 0,-2-3 0 16,-1-4 0-16,1-6 0 0,2 5 0 15,0-15 0-15,0 2 0 0,0-7 0 0,0-3 0 0,0-13-345 16,0-4 43-16,0-12 128 16,2-5-482-16,1-3 307 0,-1-6 143 0,1-4-471 15,-1-4 318-15</inkml:trace>
  <inkml:trace contextRef="#ctx0" brushRef="#br0" timeOffset="5803.03">16685 2595 2983 0,'-12'-24'0'0,"9"15"0"0,-1 4 0 0,0-1 0 0,1 1 0 0,1 4 0 0,2-1 0 0,0 2 0 0,0 0 0 0,0 8 0 0,2 17 406 0,5 9-183 0,-2 6-91 16,2 8-36-16,0 13-5 15,-3 0-91-15,-1 3 0 0,-1 2 0 0,0-2 0 16,0-12 0-16,0 6 0 0,-1-4 0 0,1-4 0 16,0-3 0-16,-2-3 0 0,0-11 0 0,0 3 0 15,0-6 0-15,0-6 0 0,0-5-233 0,0-6 22 16,0-5 95-16,0-4-615 0,0-4 345 0,0 0 173 15,3-12-454-15,1-14 313 0</inkml:trace>
  <inkml:trace contextRef="#ctx0" brushRef="#br0" timeOffset="5975.02">16795 2713 2908 0,'2'-9'0'0,"5"3"0"0,5 1 0 0,7-2 0 0,5-5 0 0,11 1 0 0,8-2 0 0,3 1 0 0,3 2 0 0,2 2 0 0,1-2 344 0,1 6-143 0,-1 0-85 0,-1 1 32 16,-2 2-53-16,-6 1-28 0,-5 0-568 0,-1 0 281 16,-3 0 125-16,-9 0-749 0,-5 0 442 15,-7 0 221-15,-5 0-15 0</inkml:trace>
  <inkml:trace contextRef="#ctx0" brushRef="#br0" timeOffset="6148.89">17301 2473 2246 0,'-16'-9'0'0,"9"1"0"0,1 3 0 0,6-2 0 0,0 1 0 16,13 2 0-16,12 2 0 0,3 0 0 0,2 2 0 0,2 0 0 0,2 5 204 0,-2 5-72 0,-1 4-51 0,-4 2 73 0,-4 1-57 15,-3 0-28-15,-5 4-91 0,-7 0 42 0,-7 6-11 0,-1 1 31 16,-1 3-342-16,-16 0 171 16,-9 3 85-16,3-6-472 0,-9 6 262 0,0-2 133 15,2-4-18-15,0 2-374 0,-4 3 237 0</inkml:trace>
  <inkml:trace contextRef="#ctx0" brushRef="#br0" timeOffset="6568.74">17250 3146 1612 0,'10'0'0'0,"1"0"0"0,-1 0 0 0,-2-9 0 0,-2-4 0 0,-4 1-2 0,0-5 1 0,0 0 0 0,-2 0 1 0,0 1-1 0,0-2 88 0,-9 2 1 15,-2 0 187-15,-3 5-117 0,-2 2-60 0,-5 1 133 16,0 7-101-16,-6 1-44 0,1 0-1 0,-3 5 117 15,1 12-80-15,0 6-32 0,0 1-9 0,-1 2 140 16,8 4-90-16,0 0-45 0,7 0 67 0,3 3-153 16,6-4 0-16,5 1 0 0,0-2 0 0,0 0 0 15,9-8 0-15,8 7 0 0,4-7 0 0,1-8 0 16,1-5 0-16,3-3 0 16,-3-4 0-16,-1 0 0 0,0 0 0 0,3-13-270 15,-6-1 73-15,-2-9 39 0,-2 3-38 0,0-6 83 16,-3-4 37-16,-2 2-1 0,-2 2 77 0,-5 7 0 15,-1-1-50-15,0 3 220 0,-2 6-105 0,0 2-53 16,-2 4-25-16,-5 4 462 0,-4 1-184 0,-1 1-130 16,1 17-81-16,6 6-54 0,3 0 0 0,2 5 0 15,0 1 0-15,0 1 0 0,9-2 0 0,4-1 0 16,2 0 0-16,3-3 0 16,-2-7 0-16,5 2 0 0,-6-6-59 0,4-3 6 15,-3-2-38-15,1-4-436 0,0-5 233 0,0 0 130 16,-2 0 61-16,2-8-301 0,-1-13 181 0,0-3 91 15,1-6-271-15,1-12 187 0,0-5 88 0,2-13 43 16,1-2-262-16,0-9 154 0</inkml:trace>
  <inkml:trace contextRef="#ctx0" brushRef="#br0" timeOffset="6761.94">17779 2405 2879 0,'8'-36'0'0,"0"5"0"0,-5 8 0 0,-1 6 0 0,-2 2 0 0,0 6 0 0,0 5 0 0,-2 2 0 0,-3 2 0 0,-4 0 0 0,2 20 356 0,0 2-159 0,-2 16-78 0,2 4 261 15,0 12-380-15,-2 14 0 0,4 2 0 0,-1 5 0 16,2 17 0-16,0-3 0 16,2-7 0-16,0 19 0 0,2-9 0 0,0 0 0 0,0-16 0 0,2 17 0 15,2-16 0-15,4 4 0 16,-3-4 0-16,-1-2 0 0,0-3 0 0,-2-10-238 16,-2 13-299-16,0-11 244 0,0-12-249 0,0 3 251 15</inkml:trace>
  <inkml:trace contextRef="#ctx0" brushRef="#br0" timeOffset="7302.69">16459 3176 2046 0,'-2'-4'0'0,"-1"2"0"0,1 0 0 0,-2 1 0 0,-1-2 0 0,1 0 0 0,2 1 0 0,-1 0 0 0,1 2 0 0,-1 0 0 0,3 0 87 0,0 0-33 0,0 0-10 15,3 5-525-15</inkml:trace>
  <inkml:trace contextRef="#ctx0" brushRef="#br0" timeOffset="7925.53">18425 3027 2298 0,'8'-25'0'0,"2"8"0"0,-1 2 0 0,0-9 0 0,-1 2 0 0,-3-1 0 0,1 3 0 0,-4-1 0 0,0 0 0 0,-2 2 0 0,0 2 118 0,0 4-28 15,-10 4-11-15,-5 3 91 0,-7 5-64 0,-4 1-32 16,-4 0-1-16,-4 13 7 0,-8 8-11 0,3 1-27 16,3 2 91-16,6-1-46 0,2-1 0 0,9-2 105 15,2-2-80-15,8-3-36 0,5 0-31 0,4 0-45 16,0 1 0-16,12-3 0 0,10 1 0 0,4-1 0 15,6-1 0-15,2 1 0 0,0-2 0 0,0 1 0 16,-4 0 0-16,-4 2 0 0,-4 1 0 0,-8 0 0 16,-5 4 0-16,-5-3 0 15,-4 7 0-15,0 0 0 0,-15-1 0 0,-10 2 0 16,-7 3 0-16,2-4 0 0,-11 3 0 0,3-5 0 16,8-5 0-16,-4 1 0 0,6-7 0 0,8-3 0 15,6-5 0-15,2-2 0 0,6 0 0 0,6 0 0 16,2-13-5-16,22-12-1105 0,12-9 540 0,9-7 264 15,0 2 132-15</inkml:trace>
  <inkml:trace contextRef="#ctx0" brushRef="#br0" timeOffset="8367.71">18581 3027 2815 0,'16'-6'-2'0,"-6"5"1"0,-2 1 0 0,-2 0 0 0,-2 7 0 0,-4 8 1 0,0 2 0 0,0 5 0 0,0-2 0 0,-2 7 0 15,-2-4 366-15,0 4-168 0,0-5-78 0,0 1 33 0,3-3-56 0,-1-1-28 16,2-8-367-16,0 3 164 0,0-8 88 0,0-3 44 15,0-3-219-15,0 0 132 0,0-9 75 0,0-15-365 16,5-4 202-16,5-9-23 0,-1-2 91 16,1-8-175-16,1-4 112 0,0-12 70 0,2 0 29 15,1-6-9-15,0-1 0 0,4 6 41 16,-6 14 98-16,4 0-44 0,-5 16-27 0,-4 11 0 16,0 5 178-16,-2 7-103 0,-1 8-61 0,-1 3 659 15,-1 12-323-15,0 15-107 0,0 12-99 0,-2 7 321 16,0 8-195-16,0 12-112 0,0 1-52 0,0 3-32 15,-2-4-60-15,-2-3 0 0,1-10 0 0,1 2 0 16,2-9 0-16,0-11 0 0,0-4 0 0,0-10 0 16,0-8 0-16,0-4 0 0,0-6 0 0,0-3 0 15,2-8 0-15,5-19 0 16,4-7 0-16,6-4 0 0,1-2 0 0,-2 0 0 16,3 3 0-16,-6 5 0 0,4 1 0 0,-6 10 0 15,2 0 0-15,-5 9 0 0,1 5 0 0,-3 3 0 16,-1 4 0-16,3 4 0 0,-6 18 0 0,0 6 0 15,0 4 0-15,0 6 0 0,-2-1 0 0,1 5 0 16,1-5 0-16,4 1 0 0,1-6 0 0,5 0 0 16,1-10 0-16,4 5 0 0,-1-9 0 0,2-6 0 15,6-4 0-15,0-1 0 16,0-4 0-16,8-3-1177 0,0 0 493 0</inkml:trace>
  <inkml:trace contextRef="#ctx0" brushRef="#br0" timeOffset="8751.28">19611 2628 2364 0,'-4'-11'0'0,"-2"4"0"0,-3 2 0 0,0-1 0 0,-3 5 0 0,-6 1 0 0,-3 0 0 0,-4 12 0 0,1 10 0 0,-6 13 0 0,2 4 639 0,-2 14-300 15,5 5-150-15,8 3-74 0,8-4 170 0,3 13-285 16,6-9 0-16,9-3 0 0,14-1 0 16,2-11 0-16,5-2 0 0,2-4 0 0,2-2 0 15,-1-7 0-15,1-2 0 0,-6-11 0 0,4 0 0 16,0-10 0-16,0-4-943 0,0-4 381 0,-2 0 254 16,0-7 134-16</inkml:trace>
  <inkml:trace contextRef="#ctx0" brushRef="#br0" timeOffset="8976.2">19733 2764 2902 0,'-23'-13'0'0,"12"11"0"0,5 1 0 0,2-3 0 0,4 2 0 0,0-2 0 0,2-1 0 0,17 2 0 16,6 0 0-16,7 1 0 0,9 0 475 0,1 0-218 0,2 2-109 0,1 0-55 0,1 0-37 15,-7 0-56-15,10 4 0 0,-15-1 0 0,-1 2-100 16,-1 4 59-16,-4-3 39 0,-7-3-624 16,1 1 327-16,-6 0 143 0,-3-3-754 15,-6-1 436-15,-1 0 217 0,-4 0 100 0</inkml:trace>
  <inkml:trace contextRef="#ctx0" brushRef="#br0" timeOffset="9205.14">20153 2546 1814 0,'8'0'0'0,"3"0"0"0,2 0 0 0,2 2 0 0,-2 1 0 0,5 1 0 0,-4-2 0 0,3 4 0 0,-2 0 0 0,2 1 0 0,-2 1 146 0,2 1 273 0,-1 0-181 0,-2 1-104 16,-1-1-48-16,1 2 139 0,0-1-93 0,2 1-46 16,-3 0 9-16,-2 1-146 0,-1-1 45 0,-3 0 0 15,-4 1 44-15,-1 1-96 0,-2 1 58 0,-2 0 15 16,-12 2-1-16,-5-5-237 0,-4 5 130 0,-2-1 66 15,-4-4-337-15,-1 2 125 0,-2-1 104 0,0 2-238 16,-1-2 167-16,-2 0 84 16,1 1 32-16,2 0-486 0</inkml:trace>
  <inkml:trace contextRef="#ctx0" brushRef="#br0" timeOffset="9599.44">20190 3167 2530 0,'-9'-3'0'0,"4"1"0"0,-2-5 0 0,1-2 0 0,-2-4 0 0,2 4 0 0,1-3 0 0,0-2 0 0,1-1 0 0,-2 3 0 0,0-2 91 0,1 3 57 16,-3 0-54-16,-3 3-27 0,-4 2 0 0,-3 5-7 16,-9 1-20-16,1 3-1 0,-4 12 41 0,-4 10 1 15,4 1-42-15,5 1 10 0,-1 3 173 0,5 2-92 16,4 3-45-16,7-3 24 0,5-2-109 0,5-6 0 15,0 5 0-15,0-11 0 0,8 3 0 0,5-4 0 16,10-5 0-16,-5-5 0 0,10-5 0 16,-1-2 0-16,1 0 0 0,0-10 0 15,2-7 0-15,-3-3 0 0,-1-4-232 0,-4-1 38 16,-1 0 39-16,-10 4 35 0,3 1 34 0,-9 1-9 16,-1 2 55-16,-3 8 220 0,-1-1-110 0,0 3-55 15,0 3-27-15,-7 3 517 0,-2 1-341 0,-1 0-164 16,3 9 0-16,3 6 0 0,2 2 0 0,0 0 0 15,2 3 0-15,0 1 0 0,2-2 0 0,6 1 0 16,3 0 0-16,0-4 0 0,0 1 0 0,5-4-164 16,-3 1-129-16,2-5 144 0,-2 0-53 0,2 0-724 15,-2 1 448-15</inkml:trace>
  <inkml:trace contextRef="#ctx0" brushRef="#br0" timeOffset="9801.9">20471 3346 3882 0,'-3'-7'0'0,"3"5"0"0,0 2 0 0,0 0 0 0,0 0 0 0,0 0 0 0,0 0 0 0,0 4 0 0,0 4 0 0,0 3 0 0,0 2 49 0,0 2-49 16,-2 2 0-16,-7 2 0 0,2-3 0 0,0-1 0 15,-3 1 0-15,3-3 0 0,-3-1-17 0,5-4-245 16,-2 0 149-16,2-4-860 0,3-3 485 0,0-1 143 15,2 0 153-15</inkml:trace>
  <inkml:trace contextRef="#ctx0" brushRef="#br0" timeOffset="10158.69">20737 2738 3676 0,'-3'-13'0'0,"1"11"0"0,2 0 0 0,0 0 0 0,2 0 0 0,13 1 0 0,5-3 0 0,8 2 0 0,4-2 0 0,8 0 0 0,3 0 143 0,6 1-31 0,-2 0-112 0,2-2 0 15,-6 1 0-15,8 1 0 0,-6 1 0 0,-10 0 0 16,5 0-102-16,-4 0-216 0,-8 1 189 0,4-2 79 16,-7 2-392-16,-5 1 160 0,-1-3 148 0,-10-1-752 15,-2 1 414-15,-5-3 222 0,-2-1 105 0,-4-2-204 16,-10-3 155-16,-7-1 85 0,4 4 40 0,-9-4 69 15,7 6 0-15,-1-3 0 0,-1 5 0 0,7-1 355 16,1 2-217-16,6-1-88 0,4 5 620 0,3-3-340 16,0 3-62-16,3 0 94 15,12 0-167-15,2 8-78 0,1 2-39 0,1 0 325 16,1 4-182-16,-4-2-82 0,1 2-54 0,0 1 17 16,-4 0-32-16,-4 2 1 0,-5 0-489 0,-2 4 238 15,-2 1 104-15,0 3 58 0,-15 1-902 0,-4 2 461 16,-9 3 129-16</inkml:trace>
  <inkml:trace contextRef="#ctx0" brushRef="#br0" timeOffset="10544.81">21134 3131 2384 0,'-6'11'0'0,"3"-2"0"0,-1-1 0 0,2-6 0 0,0-1 0 0,2-1-1 0,0 0 1 0,0 0-1 0,0-5 1 15,0-6 0-15,0 2 127 0,0-5-34 0,2 2-10 0,-2-4 97 0,0 1-71 0,0-2-35 16,-2 2 35-16,-8 2-25 0,-2-1-10 0,-4 1-35 15,0 4 98-15,-5 3-48 0,-6 4-26 0,7 2 152 16,-10 0-142-16,4 11-73 0,1 8 0 0,2 5 0 16,5 2 0-16,3 4 0 15,4 0 0-15,5 3 0 0,4 1 0 0,2-2 0 16,0 0 0-16,6-4 0 0,8-2 0 0,7-5 0 16,6-3 0-16,1-7 0 0,4-8 0 0,0-3 0 15,2 0 0-15,-1-5 0 0,1-13 0 16,0 0-436-16,-2-7 195 0,-4-1 91 0,-2-1 60 0,-3-2-50 15,-7 1 50-15,0-1 25 16,-7 2 53-16,-7 3-10 0,0 2-17 0,-2 5 310 0,0 2-156 16,-11 6-77-16,-3 4-39 0,3 2 514 15,-3 3-259-15,0 0-159 0,3 15-95 0,4 4 0 16,-2 1 0-16,6 8 0 0,3 1 0 0,0-4 0 16,0 4 0-16,2-1 0 0,5-5 0 0,5 6 0 15,1-7 0-15,-2-3-256 0,6 2-173 0,-3-8 147 16,2 3 130-16,1-3-831 0,1-4 473 0</inkml:trace>
  <inkml:trace contextRef="#ctx0" brushRef="#br0" timeOffset="10763.28">21833 2764 3931 0,'3'-25'0'0,"6"13"0"0,3 4 0 0,-3 2 0 0,0 5 0 0,2-1 0 0,1 2 0 0,4 2 0 0,-3 14 0 0,4 4 0 0,-1 7 0 0,2 14 0 0,-4-4 0 0,0 13 0 16,-5 2 0-16,-5-2 0 16,-4 2 0-16,0 2 0 0,-8-4 0 0,-9-2 0 15,-6-1 0-15,-2-2 0 0,-7-1 0 0,-5-5 0 16,-4-2 0-16,-3-5 0 0,-6-1 0 0,1-9-796 16,-4-1 280-16,-11-6 238 0,4-1 111 0,-18-3-310 15</inkml:trace>
  <inkml:trace contextRef="#ctx0" brushRef="#br0" timeOffset="11117.89">20723 1783 2519 0,'0'-12'0'0,"0"4"0"0,0 7 0 0,-6-2 0 0,-6 3 0 0,-2 0 0 0,-7 4 0 0,-7 15 0 0,3 1 0 0,-7 11 0 0,0 3 204 0,-3 2-81 0,1 2-32 16,-2 6 305-16,3-3-178 0,-3 3-89 15,2-4-7-15,3-2-41 0,4-4-33 0,1-2-48 0,5-2-42 16,2-6-1-16,6-3 42 16,2-4-1-16,5-6-389 0,0-1 210 0,4-5 111 15,0 0-653-15,2-5 313 0,0 0 184 0,10-4 83 16,9-12-173-16,2-3 138 0,3-6 69 0</inkml:trace>
  <inkml:trace contextRef="#ctx0" brushRef="#br0" timeOffset="11429.23">20558 1827 2348 0,'2'-13'0'0,"-2"7"0"0,0 0 0 0,0 2 0 0,0-2 0 0,0 6 0 0,0-3 0 0,0 1 0 0,0 1 0 0,0 1 0 0,1 0 177 0,3 0-68 0,2 0 367 16,-1 0-223-16,2 6-107 0,1 1 180 0,0-2-230 16,-1 3-96-16,0 0 0 0,3 2 0 0,-1-2 0 15,1 2 0-15,0 1 0 0,1 0 0 0,-2 1 0 16,3 1 0-16,0 4 0 0,6 3 0 0,-4 1 0 15,4 6 0-15,1 2 0 0,6 7 0 0,0-1 0 16,3 1 0-16,0 3 0 16,-4-6 0-16,9 10 0 0,-8-7 0 0,-4-5 0 15,2-4 0-15,-5 1 0 0,-2-9 0 0,-4-1 0 16,-3-6 0-16,-4-4 0 0,1-1 0 0,-5-5 0 16,1-1 0-16,-2-1 0 0,0 0 0 0,0-1 0 15,0-9 0-15,0 0 0 0,-3 1 0 0,-1 0 0 16,0 0 0-16,1 0 0 15,-2 3 0-15,1 1 0 0,3 2-576 0,-3 3 267 0</inkml:trace>
  <inkml:trace contextRef="#ctx0" brushRef="#br0" timeOffset="15158.97">22567 2871 3578 0,'-33'-25'0'0,"1"20"0"0,9 5 0 0,7 0 0 0,7 0 0 0,6 0 0 0,3 0 0 0,0 3 0 0,1-2 0 0,19 0 0 0,6-1 150 0,15 0 53 0,5 0-203 15,4 0 0-15,4 0 0 0,0-5 0 0,3-4 0 16,-5 0 0-16,3-4 0 0,-7 5 0 0,0-4 0 16,-11 7 0-16,1-2 0 0,-7 3 0 0,-6 2 0 15,-2 2 0-15,-9 0-228 0,-5 6-387 0,-8 14 290 16</inkml:trace>
  <inkml:trace contextRef="#ctx0" brushRef="#br0" timeOffset="15328.64">22711 3119 3732 0,'-34'13'0'0,"9"4"0"0,8-7 0 0,6-2 0 0,3-1 0 0,6-3 0 0,2 3 0 0,3-2 0 0,18 1 0 0,6-2 0 0,3-4 199 0,4 0-199 0,1 0 0 0,2 0 0 16,2 0 0-16,-2 0 0 0,2 0 0 0,0-2 0 15,2 0 0-15,-4 0 0 16,-2 1-308-16,3 1-86 0,-3 0 212 0,4 0-919 16,-4 0 530-16</inkml:trace>
  <inkml:trace contextRef="#ctx0" brushRef="#br0" timeOffset="15651.97">23550 2956 2981 0,'5'-21'0'0,"-1"2"0"0,-2 2 0 0,-2 5 0 0,0 2 0 0,0 2 0 0,0 5 0 0,-2 1 0 0,-7 2 0 0,-5 7 0 0,1 16 139 0,0 7 672 16,-2 6-811-16,1 9 0 0,7-4 0 0,5 2 0 16,2 1 0-16,0-1 0 0,12-10 0 0,6 3 0 15,11 0 0-15,-3-14 0 0,6 0 0 0,2-4 0 16,-1-9 0-16,3-5 0 0,2-4 0 0,-2 0 0 16,3-13 0-16,-5-9 0 0,-8 2 0 0,2-8 0 15,-3-3 0-15,-3-9 0 0,-8 2 0 16,-2-3 0-16,-5-1 0 0,-5-12 0 15,1 2 0-15,-3-2 0 0,-3 2 0 0,-11 6 0 16,-4 8 0-16,-3 2 0 0,-6 8 0 0,-5 5 0 16,-3 11 0-16,-1 6 0 0,-6 6 0 0,-2 0 0 15,0 15 0-15,1 7 0 16,4 9 0-16,2 2 0 0,12-1 0 0,-2 14 0 0,10-2 0 0,6-1 0 16,6 2 0-16,3 2 0 15,2-9 0-15,0 10 0 0,2-5 0 0,3-3 0 0,4 2 0 0</inkml:trace>
  <inkml:trace contextRef="#ctx0" brushRef="#br0" timeOffset="21667.18">7623 5677 2526 0,'-5'0'0'16,"4"-2"0"-16,-1-2 0 0,0 3 0 0,1-1 0 0,-2-1 0 0,1 0 0 0,0 1 0 0,2 0 0 0,0 0 0 0,-3 2 168 0,3-2-59 0,-2 2-1 0,2 0 117 0,0 0-88 0,0 0-31 15,0 0-13-15,0 0 73 0,0 0-58 0,0 0 0 16,0 0-31-16,0 0-77 15,0 0 0-15,0 0 0 0,0 0 0 0,0 0 0 16,0 0 0-16,0 0 0 0,0 0 0 0,0 0 0 16,0 0 0-16,0 0 0 0,0 0 0 0,0 0 0 15,0 0 0-15,0 0 0 0,0 0 0 0,0 0 0 16,0 0 0-16,0 0 0 0,0 0 0 0,0 0 0 16,0 0 0-16,0 0 0 0,0 0 0 0,0 0 0 15,0 0 0-15,0 0 0 16,0 0 0-16,0 0 0 0,0 0 0 0,0 0 0 15,0 0 0-15,0 0 0 0,0 0 0 0,0 0 0 16,0 0 0-16,0 0 0 0,0 0 0 0,0 0 0 16,0 0 0-16,0 0 0 0,0 0 0 15,0 0 0-15,0 0 0 0,0 0 0 0,0 0 0 0,-2 0 0 16,-1 0 0-16,-4 0 0 16,3 0 0-16,-3 0 0 0,0 0 0 0,0 0 0 0,-2 0 0 0,-2 0 0 15,3 2 0-15,-3 0 0 16,0 0 0-16,0 0 0 0,1 1 0 0,-1-2 0 15,-4 1 0-15,4-2 0 0,-3 0 0 0,0 0 0 16,-1 0 0-16,0 0 0 0,0 0 0 0,-2 0 0 16,0 0 0-16,1 0 0 0,-4 0 0 0,2 0 0 15,-3 0 0-15,-2 0 0 0,-1 0 0 0,0 0 0 16,3 0 0-16,-1 0 0 0,1 2 0 0,-2-2 0 16,2 1 0-16,4-1 0 0,-5 0 0 0,3 0 0 15,0 0 0-15,-1 0 0 0,1 0 0 0,0 0 0 16,0 0 0-16,1 0 0 15,1 0 0-15,-3 0 0 0,0 0 0 0,-1 0 0 16,1 0 0-16,0 0 0 0,-3 0 0 0,4 0 0 16,-4 0 0-16,-5 0 0 0,8 0 0 0,-2 0 0 15,-5 0 0-15,4 0 0 0,-5 0 0 0,3 0 0 16,4 0 0-16,-8 0 0 0,5 0 0 16,-3 0 0-16,3 0 0 0,-3 0 0 0,-3 2 0 0,4 0 0 15,-4 2 0-15,2-4 0 16,-2 3 0-16,0 0 0 0,0 0 0 0,-1 1 0 15,1 0 0-15,-3-2 0 0,1 0 0 0,-4 5 0 16,1-4 0-16,-2 3 0 0,-1 0 0 0,1 2 0 16,-6 0 0-16,6-1 0 0,-8 2 0 0,3 0 0 15,1 0 0-15,9 0 0 0,-7-1 0 0,3 2 0 16,0-5 0-16,1 2 0 0,1 0 0 0,-1 1 0 16,-5-3 0-16,6-1 0 0,-3 1 0 0,2 1 0 15,0 0 0-15,1-3 0 16,1 1 0-16,1 0 0 0,2 0 0 0,2-1 0 15,1-1 0-15,4 0 0 0,-1 1 0 0,3-2 0 16,-1-1 0-16,-1 0 0 0,5 0 0 0,0 0 0 16,-1 0 0-16,1 0 0 0,0 0 0 0,1 0 0 15,-1 0 0-15,4 0 0 0,-9-1 0 0,5-2 0 16,-1 1 0-16,-1 0 0 0,0 2 0 0,2 0 0 16,-4 0 0-16,6 0 0 0,-3 0 0 15,2 0 0-15,3 0 0 0,0 0 0 16,0 0 0-16,3 0 0 0,-2 0 0 0,5 0 0 15,-1 0 0-15,1 0 0 0,-3 0 0 0,4 0 0 16,-2 0 0-16,-2 0 0 0,-1 0 0 0,3 0 0 16,-3 0 0-16,1 0 0 0,0 0 0 0,1 0 0 15,0 0 0-15,-2 0 0 0,2 0 0 0,-1 0 0 16,2 0 0-16,-1 0 0 0,-1 0 0 0,2 0 0 16,-1 0 0-16,-1 0 0 15,0 0 0-15,-2 0 0 0,0 0 0 0,0 0 0 16,-2 0 0-16,0 0 0 0,1 4 0 0,-1-1 0 15,0-3 0-15,0 1 0 0,2 0 0 0,3 2 0 16,-5-3 0-16,5 2 0 0,-1-1 0 0,0-1 0 16,3 3 0-16,-2-3 0 0,2 1 0 0,-1-1 0 15,2 3 0-15,-2-3 0 0,0 1 0 0,1 1 0 16,0 0 0-16,-4-1 0 0,5 4 0 0,-4-4 0 16,3 0 0-16,-1 4 0 0,-1-3 0 0,3 2 0 15,-2-2 0-15,2 0 0 16,0 1 0-16,-2-1 0 0,3 0 0 0,-1-1 0 15,1-1 0-15,1 3 0 0,-1-2 0 0,0-1 0 16,0 2 0-16,4 2 0 0,-5-4 0 0,2 0 0 16,1 2 0-16,0 0 0 0,2-2 0 0,-1 1 0 15,0-1 0-15,1 0 0 0,2 0 0 0,0 3 0 16,0-3 0-16,0 0 0 0,0 0 0 0,0 0 0 16,0 0 0-16,0 0 0 0,0 0 0 0,0 0 0 15,0 0 0-15,0 0 0 16,0 0 0-16,0 2 0 0,0 0 0 0,0 1 0 15,5 1 0-15,4-1 0 0,2 2 0 0,1-2 0 16,1 0 0-16,2-1 0 0,0 0 0 0,-3 1 0 16,4-3 0-16,-1 1 0 0,0-1 0 0,0 2 0 15,0-2 0-15,0 0 0 0,2 0 0 0,-2 0 0 16,3 0 0-16,-1 0 0 16,1 0 0-16,1 0 0 0,-3-2 0 0,2 1 0 0,-4-4 0 0,1 3 0 15,-2 1 0-15,0-3 0 16,-3 3 0-16,2-1 0 0,-4-1 0 0,2 2 0 15,-3-1 0-15,1 0 0 0,-3 2 0 0,0 0 0 16,0-2 0-16,0 2 0 0,-3-3 0 0,0 3 0 16,1 0 0-16,-2-1 0 0,1 1 0 0,-2 0 0 15,0 0 0-15,0 0 0 0,0 0 0 0,0 0 0 16,0 0 0-16,0 0 0 0,0 0 0 0,0 0 0 16,0 0 0-16,0 0 0 0,0 0 0 0,0 0 0 15,0 0 0-15,0-1 0 16,0 1 0-16,0-2 0 0,0 2 0 0,0-3 0 15</inkml:trace>
  <inkml:trace contextRef="#ctx0" brushRef="#br0" timeOffset="21691.25">4349 5942 499 0,'11'11'0'0</inkml:trace>
  <inkml:trace contextRef="#ctx0" brushRef="#br0" timeOffset="28877.87">10094 5654 1839 0,'-10'-2'-2'0,"1"-3"2"0,0 1 0 0,4 0 0 0,-4 0 0 0,4 1 0 0,-1 1 0 0,2 0 0 0,-1 0 0 0,4 0 0 0,-1 1 92 0,2 1 82 0,0 0-67 0,-2 0 0 16,2 0 64-16,0 0-58 0,0 0-1 0,0 0-45 15,0 0 24-15,0 0-37 0,0 0 0 0,0 0 25 16,2 0-25-16,1 0 13 0,5 0-13 0,1 0 88 15,-1 3-44-15,3 1 0 0,0 1-44 16,2-1 61-16,2 2-14 0,2-2-47 0,5 3-18 16,1 2-36-16,3-4 0 0,6 0 0 15,0 2 0-15,4-1 0 0,2-1 0 0,5 2 0 16,0-4 0-16,-1 3 0 0,10-2 0 0,0-1 0 16,5-1 0-16,7 2 0 0,-4 0 0 0,-2 0 0 15,13 0 0-15,-3-2 0 0,0 1 0 0,5-1 0 16,0 0 0-16,4 0 0 0,2 0 0 0,4-2 0 15,0 1 0-15,-1-1 0 0,1 0 0 0,3 0 0 16,10 0 0-16,-8 0 0 0,4 0 0 0,0 0 0 16,-1-1 0-16,-11-3 0 0,20-1 0 15,-6-2 0-15,2 2 0 0,6-1 0 16,1 1 0-16,7-3 0 0,5 1 0 0,16-1 0 16,-4 2 0-16,-1-1 0 0,2 1 0 0,-4-1 0 15,28-1 0-15,-5 0 0 0,-2 1 0 0,5-1 0 16,6 3 0-16,7-1 0 0,-7 2 0 0,5-1 0 15,1 4 0-15,1-2 0 0,-5 3 0 0,9 0 0 16,23 0 0-16,-42 0 0 0,20 0 0 0,16 0 0 16,-32 3 0-16,9 3 0 0,-1 2 0 0,4-1 0 15,-5 3 0-15,-3-1 0 16,-1 2 0-16,3-1 0 0,-6 1 0 0,-1 1 0 16,-3 0 0-16,0 0 0 0,-18 0 0 0,20 1 0 15,-15-3 0-15,-5 3 0 0,-6-5 0 0,-21 2 0 16,-13-2 0-16,19 3 0 0,-20-1 0 0,-16-4 0 15,2 2 0-15,-7-1 0 0,-18-1 0 0,-1 0 0 16,-15-3 0-16,-2 1 0 0,-13-2 0 0,-5 0 0 16,-2 0 0-16,-8-2 0 0,0 0 0 0,-4 0 0 15,0 0 0-15,0 0 0 16,0 0 0-16,-2-2 0 0,-10-6 0 16,-10 2 0-16,-14 3-29 0,-16 3-356 0</inkml:trace>
  <inkml:trace contextRef="#ctx0" brushRef="#br0" timeOffset="48381.1">11594 6090 2582 0,'-9'-7'-6'0,"6"5"4"0,-1-2 0 0,0 2 0 0,2 0 1 0,1 2 1 0,1 0 0 0,0 0 0 0,0 0 0 0,0 16 0 0,1 4 168 15,5 6-54-15,1 6 33 0,-3 10-54 0,-1-4-27 0,-1 4 0 16,-2 2-53-16,0-7 10 0,0 10 16 0,-3-11-33 16,-8 1 0-16,0-3 33 0,-1-4-1 15,1-7 82-15,-3-3-47 0,3-3 0 0,4-8-35 16,0-1 202-16,0-3-240 0,6-3 0 0,-1-2 0 16,2 2 0-16,0-2 0 0,0 0 0 15,10 2 0-15,8 0 0 0,7 1 0 0,1 2 0 16,6 0 0-16,0-1 0 0,2 3 0 0,1 1 0 15,-1 2 0-15,-4 0 0 0,0 4 0 0,-2-1 0 16,-3 2 0-16,-6-1 0 0,-3 2 0 0,0-1 0 16,-7 0 0-16,-2-1 0 0,-3-5-54 0,-2-2-134 15,0-1 71-15,-1-5-594 0,-1-1 335 0,0-1 168 16,0-18 83-16,-3-11-538 0,1-12 317 0,2-8 153 16,0-14 77-16</inkml:trace>
  <inkml:trace contextRef="#ctx0" brushRef="#br0" timeOffset="48909.36">11923 6306 3137 0,'-3'-13'0'0,"1"4"0"0,-4 4 0 0,1 5 0 0,-5 0 0 0,-1 14 0 0,0 9 0 0,-4 3 0 15,0 3 0-15,-8 9 0 0,2 0 128 0,-2 1 231 0,2 1-160 0,0-9-91 0,-6 9-108 0,4-12 0 0,-7 8 0 16,8-13 0-16,-6-1 0 0,0-5 0 16,0-4 0-16,3-3 0 0,2-4 0 0,3-6 0 15,1 0 0-15,5 0 0 0,2-11 0 0,6-1 0 16,4-9 0-16,2-1 0 0,6-3 0 15,13-1 0-15,6 1 0 0,7 0 0 0,3 0 0 0,2 3 0 16,3 2 0-16,-2 2 0 0,10 1 0 0,-4 4 0 16,-10 5 0-16,3 2 0 0,-9 4 0 0,1 2 0 15,-8 0 0-15,-2 5 0 0,-3 7 0 0,-3 3 0 16,-4 3 0-16,-4 0 0 0,-2-1 0 16,-1 1 0-16,-2 0 0 0,0 0 0 15,0 1 0-15,0-2 0 0,0 0 0 0,0-6 0 16,0 3 0-16,0-6 0 0,0 2 0 0,0-3 0 15,0-1 0-15,0-2 0 0,2-2 0 0,0-2 0 16,-1 0 0-16,3 0 0 0,-2-2 0 16,1-9 0-16,-1-6 0 0,0-2 0 0,2 0 0 0,-2-1 0 15,2 0 0-15,0-2 0 16,1 1 0-16,1 3 0 0,3-1 0 0,1 6 0 16,3 0 0-16,-1 3 0 0,4 3 0 0,-2 3 0 15,6 2 0-15,-1 2 0 0,1 0 0 0,-1 2 0 16,0 11 0-16,1 1 0 0,-4 2 0 0,0 7 0 15,-2-1 0-15,-5 2 0 0,-4-3 0 16,1 0 0-16,-4 2 0 0,-2-2 0 0,0-1 0 0,-6-1 0 16,-7-4 0-16,-2-2 0 15,-2-2 0-15,-2-3 0 0,-1-5 0 0,-3-1 0 0,2-2 0 0,0 0 0 16,2 0 0-16,-1-2 0 16,6-9 0-16,2-5 0 0,5-11-311 0,7-7 91 15,0-7 81-15,15-4-449 0,5-2 275 0,5-1 137 16,1 4 69-16,-5 10-738 0</inkml:trace>
  <inkml:trace contextRef="#ctx0" brushRef="#br0" timeOffset="49303.08">12275 6285 2671 0,'18'-13'0'0,"-6"8"0"0,-1 1 0 0,-4 2 0 0,1 0 0 0,-2 2 0 0,-2 0 0 0,-2 4 0 0,-1 7 0 0,-1 0 0 0,0 1 157 16,2 3-59-16,-2-2 663 0,2 2-517 0,0 1-244 16,0-2 0-16,1 1 0 0,1 0 0 0,1-4 0 15,0 1 0-15,0-3-173 0,-1-3 59 0,2-5-720 16,-3-1 436-16,1 0 228 0,2-4-46 0,-4-13-477 15,0-6 328-15,0-2 163 0,-2-5 82 0,0-6-104 16,0-5 98-16,-2-2 44 0,-6-2-18 0,0-2 30 16,1 2 26-16,2 9 44 0,-1 0 186 0,3 11-132 15,3-1-45-15,0 8 588 16,0 3-317-16,7 1-114 0,7 6-91 0,11 1 622 16,1 2-330-16,8 0-164 0,7-1-82 0,-5 2 357 15,15 0-225-15,-6 2-107 0,0 0-54 0,-4 2 115 16,-7 0-207-16,4 0 0 0,-8 0 0 0,-6 7 0 15,-3 0 0-15,-2 2 0 0,-6 2 0 0,-4 1 0 16,-1 0 0-16,-6 3 0 0,0 2 0 0,-2 2 0 16,0 2 0-16,0 2 0 0,0 1 0 0,-6 2 0 15,1 1 0-15,2 1 0 0,-1-2 0 16,4 1 0-16,-2 1 0 0,1-1 0 16,1 0 0-16,-2-5 0 0,0 6 0 0,0-7 0 15,-2 4 0-15,-1-5-466 0,-1-1 28 0,-2-2 200 16,-1-4 100-16,0-6-579 0,-5 1 343 0,0-8 167 15,-2 0-375-15,-6-2 272 0</inkml:trace>
  <inkml:trace contextRef="#ctx0" brushRef="#br0" timeOffset="49453.92">12560 6212 2761 0,'-21'-12'0'0,"3"4"0"0,1 2 0 0,6 1 0 0,1 2 0 0,4 1 0 0,3 1 0 0,3-2 0 0,0 2 0 0,7-2 0 0,10 2 530 0,3-3-247 0,5 1-122 0,0-2 35 16,-1 4-196-16,-1-1 0 0,5 0 0 0,-8 0 0 15,3 0 0-15,-4 2 0 0,-4 0-684 0,-2 0 350 16,-3 2 186-16,-5 5 93 0,-1 1-938 0,-4 4 477 16</inkml:trace>
  <inkml:trace contextRef="#ctx0" brushRef="#br0" timeOffset="49609.89">12539 6316 2694 0,'-18'7'0'0,"-3"3"0"0,4-3 0 0,6-5 0 0,4-1 0 0,1 2 0 0,6-3 0 0,0 0 0 0,8 0 0 0,10 0 0 0,6 0 105 0,1 0 235 0,0-3-142 0,8 0-85 16,-4 1-37-16,-1-3-77 0,-2 1 39 0,-6 2 0 16,3 0-490-16,-7 0 241 15,2 2 124-15,-7 0 63 0,-1 0-688 0,-5 0 366 16,-3 2 63-16</inkml:trace>
  <inkml:trace contextRef="#ctx0" brushRef="#br0" timeOffset="49794.39">12518 6464 2567 0,'-33'11'0'0,"1"3"0"0,2-4 0 0,10-2 0 0,4 0 0 0,2-3 0 0,8-1 0 0,0-2 0 0,6 0 0 0,0-1 0 0,13 2 256 0,12-3-114 0,1 0-52 15,4 0 237-15,4 0-144 0,2 0-73 16,-1 0-27-16,5 0 19 0,-5-3-33 0,2 2-67 16,-2-1-51-16,-5-2 10 0,-6 2 47 0,2 0-462 15,-3-1 246-15,-2 1 123 0,-6 0 61 0,-2 0-761 16,-4-1 364-16,-1-3 196 0,-3 2 94 0,-5-3-456 15</inkml:trace>
  <inkml:trace contextRef="#ctx0" brushRef="#br0" timeOffset="50136.53">12667 6011 2420 0,'-11'3'0'0,"4"-2"0"0,-3 8 0 0,2-1 0 0,3 5 0 0,0 2 0 0,1 8 0 0,4 3 0 0,0 4 0 0,0 6 0 0,0 3 447 0,2 10-209 0,1-6-100 16,3 4-50-16,-3 0 17 0,1 2-34 0,-2-8 11 16,-2 12-45-16,0-8-142 15,0-4 71-15,0-5 36 0,-2 1-392 0,-2-3 224 0,-1-3 97 16,3-9 53-16,-1-2-294 0,1-8 63 16,2-3 118-16,0-5-416 0,0-4 258 0,0 0 125 15,0-16 62-15,0-7-168 0,0-4 115 0,2-3 48 16,-1 0 38-16,1 0-5 0,-2 8-1 0,0-1 35 15,0 2 290-15,0 9-155 0,-3 0-63 0,-5 4 570 16,0 3-283-16,-3 2-168 0,2 3-13 0,-7 0 269 16,2 6-191-16,-5 9-89 0,0 1-46 0,-3 0 281 15,1 3-162-15,3-2-73 0,-2 6-51 0,5-7-158 16,2 1 59-16,2 0 29 16,3-4-650-16,4-3 349 0,3 1 161 0,1-7-817 0</inkml:trace>
  <inkml:trace contextRef="#ctx0" brushRef="#br0" timeOffset="50282.94">12679 6590 3497 0,'11'7'0'0,"4"5"0"0,0-1 0 0,2 2-1 0,3 1 1 0,1 4 0 0,4-1 0 0,1 1 0 0,0 0 0 0,2 2 0 0,2 1 216 0,0-1-94 0,0-1-114 0,0 1 30 15,-2 0 0-15,3 1-25 0,-3-5-667 0,-2-1 329 16,1 1 182-16</inkml:trace>
  <inkml:trace contextRef="#ctx0" brushRef="#br0" timeOffset="50925.3">13580 6192 2629 0,'-19'-4'0'0,"8"2"0"0,0 2 0 0,5 0 0 0,4-2 0 0,0 2 0 16,2-2 0-16,2 2 0 0,21-1 0 0,10-4 0 0,5 0 351 0,6 0-156 0,2-1-78 0,3 1-40 0,-1 4 90 15,5-1-69-15,-5 0-30 16,-4 2-1-16,-6 0-3 0,2 0-26 0,-6 0 9 16,-4 0-272-16,-7 0 132 0,-5 0 65 0,-6 2-499 15,-3 0 259-15,-4-1 153 0,-3 1-17 0,-2-2-538 16,0 0 316-16,-9 0 158 0,-3 0 79 0,-4-2-370 15,-5-10 230-15</inkml:trace>
  <inkml:trace contextRef="#ctx0" brushRef="#br0" timeOffset="51102.48">14001 5984 1968 0,'2'-6'0'0,"2"3"0"0,5 1 0 0,2 0 0 0,4 1 0 0,3 1 0 0,2 0 0 0,4 0 0 0,4 0 0 0,1 5 0 0,3 1 487 15,-2 2-225-15,-4-1-103 0,1 1 111 0,-6-1-117 16,-1 3-57-16,-6-1-3 0,-4 2-28 0,-6 0 10 15,-2 7-37-15,-2 1-284 0,-10 1 142 16,-7 2 71-16,-7 1 35 0,-1 1-400 0,1-2 213 16,0 4 75-16,-1-5 67 0,2 2-560 0,7-4 273 0,0 0 150 15,0 6-127-15,2-2 135 0</inkml:trace>
  <inkml:trace contextRef="#ctx0" brushRef="#br0" timeOffset="51508.77">14078 6636 2195 0,'0'11'0'16,"0"1"0"-16,0-4 0 0,0-4 0 0,0-3 0 0,0 1 0 0,0-2 0 0,0 0 0 0,0 0 0 0,0-2 0 0,2-7 356 0,-1-2-159 0,1-3-79 15,2-3-31-15,-2 2 13 0,0-5-30 0,0 1-1 16,-2 0-31-16,0-1-44 0,0 1 9 0,-4-1 35 16,-5 1 35-16,-2 2-35 0,-5 2 0 0,0 1 110 15,-3 5-45-15,-4 5-37 0,-1 2-1 0,0 2 41 16,-1 8-77-16,-2 10-29 0,-1 11 0 0,0 7 0 15,4 5 0-15,3 3 0 0,2-2 0 0,5 5 0 16,5-10 0-16,4 4 0 0,3-4 0 0,2-5 0 16,0-4 0-16,12-6 0 15,1-5 0-15,4-2 0 0,3-5 0 0,6-7 0 16,-1-3 0-16,5 0 0 0,-2-5 0 0,4-15 0 16,2-7 0-16,-6-4 0 0,1-4 0 0,-5-4 0 15,-4 7 0-15,-1-6 0 0,-2 5 0 16,-7 8 0-16,-3 3 0 0,-3 8 0 0,-2 4 0 0,-1 2 0 15,1 3 0-15,-2 5 0 0,0 0 0 0,0 6 0 16,0 9 0-16,0 6 0 0,4 3 0 0,8 5 0 16,2-1 0-16,5 2 0 0,4-2 0 15,3-2 0-15,8 2 0 0,-5-9 0 16,2 0 0-16,5-4 0 0,-2-2 0 0,3-3 0 16,-3-3-4-16,0-1-1176 0,-3-6 571 0</inkml:trace>
  <inkml:trace contextRef="#ctx0" brushRef="#br0" timeOffset="52026.36">14727 6318 2879 0,'-12'0'0'0,"2"0"0"0,1 0 0 0,5 4 0 0,0-4 0 0,3 1 0 0,1 1 0 0,0 2 0 0,0 0 0 0,9 1 0 0,8-5 113 15,8 2-38-15,-2-2 306 0,5 0-172 0,1 0-85 16,-3 0-93-16,8 0 8 0,-6 0-1 0,0-2-426 16,-5 2 213-16,-3-4 107 0,-1 3 62 0,-4 1-712 15,-3 0 330-15,-3 0 200 0,-4 0-26 0</inkml:trace>
  <inkml:trace contextRef="#ctx0" brushRef="#br0" timeOffset="52187.62">14759 6548 3033 0,'-18'6'0'0,"3"3"0"0,4-2 0 0,3-2 0 0,2-3 0 15,6 1 0-15,0-1 0 0,2 1 0 0,12-2 0 0,8 1 0 0,8-2 313 0,2 2-138 0,0-2-21 0,2 1-58 0,0 1-29 16,-1 0 10-16,1 3-620 0,0 1 290 0,0-2 146 15,-3 4 72-15,-1-1-776 0,1 1 424 0,-3-3 91 16</inkml:trace>
  <inkml:trace contextRef="#ctx0" brushRef="#br0" timeOffset="52512.11">15455 6370 3221 0,'-18'-4'0'0,"4"4"0"0,0 0 0 0,0 4 0 0,-2 5 0 0,5 5 0 0,2 2 0 0,-1 5 0 0,5 2 0 0,1 1 0 0,2 6 180 0,2 1-72 0,0 3 224 16,4 3-242-16,11-2-90 15,3-1 0-15,3-4 0 0,4-2 0 0,3-5 0 16,4-5 0-16,0-5 0 0,2-5 0 0,0-4 0 16,-1-4 0-16,1 0 0 0,-4-7 0 0,-2-9 0 15,-3-4 0-15,-2-5 0 0,-7-1 0 0,-3-6 0 16,-3 0 0-16,-6-3 0 0,-3-2 0 0,-1 3 0 15,0-5-15-15,-11 4-60 0,-8-1 96 0,-4 6-1 16,-3 2-45-16,-1 7-18 0,-6 5 160 16,1 6-117-16,0 9 0 0,0 1 0 15,2 0 0-15,5 7 0 0,0 7 0 0,6 0 0 16,1 8-97-16,4-6 39 0,5 2 18 0,2-1-607 16,2-2 306-16,5-4 143 0,0 3-580 0,2-7 371 15</inkml:trace>
  <inkml:trace contextRef="#ctx0" brushRef="#br0" timeOffset="52731.63">15269 5986 3426 0,'-30'0'0'0,"7"0"0"0,7 7 0 0,6-5 0 0,6-1 0 0,4-1 0 0,0 3 0 0,15-3 0 0,14 1 0 0,6-1 0 0,15 0 480 0,0 0-455 15,2 0-25-15,0 0 0 0,-1 0 0 0,-8 0 0 0,8 0 0 0,-8 0 0 16,-6 0 0-16,-2 2 0 16,-1 1 0-16,-6 1-377 0,2 1 80 0,-3-4 167 15,-7 1 21-15,1-2-473 0,0 0 240 0,-5 0 143 16</inkml:trace>
  <inkml:trace contextRef="#ctx0" brushRef="#br0" timeOffset="52959.68">15828 5835 3199 0,'-12'-8'0'0,"0"2"0"0,3-1 0 16,1 2 0-16,4 3 0 0,4-2 0 0,0 0 0 0,4 2 0 0,16 1 0 0,7 1 0 0,3 0 196 0,2 0-79 0,3 1 302 15,1 6-419-15,2 6 0 0,0-4 0 0,-5 1 0 16,-1 1 0-16,-5 1 0 0,-6-1 0 0,-3 3 0 16,-3-1 0-16,-7 0 0 0,-5 2 0 0,-3 2 0 15,-2 0 0-15,-15 2 0 0,-7-2 0 16,-6 2 0-16,-8 1 0 0,1-4 0 0,-4 2 0 0,2-3 0 15,0-2 0-15,-5 1 0 0,4 0 0 0,0 0-78 16,7 0 4-16,1 1-602 0,9-1 311 0,5 1 168 16,7 1-727-16</inkml:trace>
  <inkml:trace contextRef="#ctx0" brushRef="#br0" timeOffset="53127.2">16393 6582 3931 0,'0'-2'0'0,"0"0"0"0,0-5 0 0,-3-3 0 0,1 5 0 0,0 1 0 0,2 0 0 0,0 2 0 0,0 1 0 0,0-1 0 16,4 2 0-16,3 0 0 0,1 9-601 0</inkml:trace>
  <inkml:trace contextRef="#ctx0" brushRef="#br0" timeOffset="55187.52">18114 6197 2638 0,'-20'-5'0'0,"6"3"0"0,1 2 0 0,1 0 0 0,7 0 0 0,1 0 0 0,2 0 0 0,2 0 0 0,0 2 0 0,9 2 0 0,14-3 387 0,7-1-164 0,4 0-97 15,7 0-43-15,1 0 114 0,-1 0-79 0,2 0-40 16,-5 0 3-16,1-1-81 0,-1 1 0 0,-3 0-122 16,-5 0-4-16,-5 0 83 0,-4 0 51 0,-5 0-641 15,-4 0 331-15,-3 1 72 0,-3 1 114 0,-5-1-544 16,1-1 301-16,-2 0 164 0,0-1-158 0,-2-8 156 15,-5-6 79-15,-4-3 39 0,-1 0-25 16,-2-5 37-16,4 4 1 0,2-1 179 0,3 2-76 16,1-2-38-16,4 4-10 0,0 2 482 15,0 4-255-15,8 0-128 0,7 2-64 0,1 2 680 16,7 4-323-16,4 0-175 0,-3 2 186 0,4 0-176 16,-2 0-89-16,1 7 101 0,-7 0-85 0,1 4-56 15,-6 1-1-15,-2 1-75 0,-5 1 0 0,-6 5 28 16,-2 0 10-16,-4 5-219 0,-11 1 104 0,-8 1 53 15,-1-2 26-15,-2 3-366 0,-2-3 192 0,-1 3 32 16,1 0-498-16,2-2 275 16,-1 4 156-16,5-3 69 0,1 2-360 0,4 0 224 15,2 0 112-15,5 1-94 0,-1-2 103 16,6-4 42-16,1 0 35 0,4-3-31 0,0-3 40 0,0-2 56 16,0-4 0-16,0-3 140 0,0-2-109 0,0-3-35 15,0-1 494-15,0-2-264 0,0 0-99 0,0 0-84 16,0 0 655-16,0-7-329 0,-1-4-165 0,-5-3 43 15,0-1-105-15,-2 0-41 16,1-3-36-16,-4 1 127 0,-1 0-77 0,0 2-38 16,-6 2 0-16,2 3 47 0,-5 3-48 0,-4 5 1 15,-1 2 61-15,-1 2-50 0,-6 21-24 0,7 1-40 16,-6 9-24-16,8 3 0 0,6-4 0 0,4 4 0 16,4-2 0-16,8-7 0 0,2 8 0 0,0-11 0 15,12-4 0-15,8-3 0 0,4-3 0 0,5-7 0 16,3-5 0-16,1-2 0 0,1-2 0 0,-2-11 0 15,0-7-151-15,-2-5 36 16,-4-4-180-16,-3 2 128 0,-2-1 64 0,-6-1 99 16,-6 7 1-16,-1 1-46 0,-4 10 10 0,-3-1 411 15,-1 6-206-15,0 3-103 0,0 1-46 0,0 2 291 16,-5 10-308-16,1 6 0 0,4 1 0 0,0 7 0 16,0 1 0-16,0-4 0 0,4 7 0 0,9-3 0 15,0-4 0-15,4 0 0 0,0-5 0 0,-1-3 0 16,5-2 0-16,0-4-624 0,1-1 156 0,3-6 215 15,1 0 106-15,-3 0-520 0,7-8 319 0,-2-12 154 16</inkml:trace>
  <inkml:trace contextRef="#ctx0" brushRef="#br0" timeOffset="55378.11">19193 6085 3724 0,'4'-8'0'0,"-2"4"0"0,-2 2 0 0,0 2-1 0,0 0 1 0,-7 6 0 0,-1 7 0 0,-4 10 0 0,-2 2 0 0,-2 8 0 0,-2-1 208 0,-6 9-208 16,-1 3 0-16,1 2 0 0,2 1 0 0,-1-2 0 16,5-5 0-16,-5 10 0 0,2-9 0 0,6-1 0 15,0-8 0-15,4 0 0 0,4-9-23 0,2-3-12 16,5-8-903-16,0-3 388 0,0-5 255 0,14-4-251 16,7-12 244-16</inkml:trace>
  <inkml:trace contextRef="#ctx0" brushRef="#br0" timeOffset="55538.11">19314 6261 3072 0,'9'-9'0'0,"-1"1"0"0,-4 6 0 0,-2 1 0 0,-2 1 0 0,0 6 0 0,-6 15 0 0,-6 4 0 0,1 5 0 0,-6 6 0 0,2 0 152 0,-6 12 555 16,5-2-707-16,-1-3 0 0,2 0 0 0,1-9 0 16,2 3 0-16,0-4 0 0,1-1 0 0,2-3 0 15,3-10 0-15,2-1 0 0,2-6-160 0,2-4 83 16,0-3 58-16,0-5-1135 0</inkml:trace>
  <inkml:trace contextRef="#ctx0" brushRef="#br0" timeOffset="55705.12">19451 6135 3443 0,'0'0'0'0,"2"0"0"0,4 0 0 0,1 0 0 0,2 0 0 0,7 0 0 0,5 0 0 0,-1-1 0 0,4-2 0 0,6 2 0 0,6-1 364 0,-3 0-240 15,8 0-131-15,-4 0-21 0,0 0 34 16,1 0-1-16,-3 0-786 0,1 2 409 0,-8-1 215 16,4-1 92-16,-9-1-457 0</inkml:trace>
  <inkml:trace contextRef="#ctx0" brushRef="#br0" timeOffset="56193.4">19924 5942 2091 0,'-5'-8'0'16,"5"2"0"-16,0-1 0 0,0 2 0 0,11-1 0 0,12 1 0 0,1 4 0 0,6 0 0 0,2-2 0 0,2 3 0 0,0 0 328 0,-2 0-145 0,-2 3-73 0,-8 4 51 16,-2 3-66-16,-2 1-29 0,-7 4 0 0,-10 4-262 15,-1 2 117-15,-3 2 68 0,-15 2 19 0,-7 0-440 16,-3-1 235-16,-2-4 91 0,-2 3-404 0,-2-4 200 16,2-4 141-16,-1-3 66 0,-4 0-91 0,1-3 77 15,3-2 40-15,6-4-178 0,1 1 113 0,11-4 53 16,3 0 25-16,0 0 116 0,8 0-45 0,2 0-10 15,2 0-35-15,0 0 353 0,2 0-177 0,7 0-88 16,-1 4 476-16,0 8-226 0,-3 3-148 0,-1 8 1 16,-2 4 168-16,-2 2-141 15,0 11-72-15,-4-6 417 0,-9 10-249 0,1-2-119 16,1-8-59-16,-4 3 256 0,2-3-157 0,2-2-191 16,-1-6-6-16,3-5 0 0,2-3 0 0,2-6 0 15,0-3 0-15,3-5 0 0,0-2 0 0,2-2 0 16,0 0 0-16,2-11 0 0,14-10 0 0,0 0 0 15,5 1 0-15,0 1 0 0,5 0 0 0,0 4-129 16,4 2-11-16,0 6 61 16,2 3-7-16,-2 2 91 0,-4 2-18 0,1 2-21 15,-8 12 171-15,1 2-77 0,-8 1-37 0,-1 7-1 16,-8-1 195-16,-1-2-200 0,-2 1-17 0,-3 3 0 16,-10-5 0-16,-4-1 0 0,-3-3 0 0,-1-1 0 15,0-8 0-15,-2 0 0 0,-1-2 0 0,1-3 0 16,2-2 0-16,3 0 0 0,4 0 0 0,2 0 0 15,3 0 0-15,2-2 0 0,4-7-306 0,3-4-141 16,0-2 180-16</inkml:trace>
  <inkml:trace contextRef="#ctx0" brushRef="#br0" timeOffset="56348.36">20652 6782 369 0,'0'-14'0'0,"0"13"0"15,0-4 0-15,-2-1 0 0,-1 2 761 0,1 1-394 0,2 1-202 0,0 1-101 0,0 1-169 0</inkml:trace>
  <inkml:trace contextRef="#ctx0" brushRef="#br0" timeOffset="57135.85">20884 6241 2632 0,'-9'-15'0'0,"2"9"0"0,5 4 0 0,-3 0 0 0,3 0 0 0,2 0 0 0,0 2 0 0,-1 0 0 0,1 0 0 0,0-1 0 0,0 1 159 0,0 0 20 0,1 0-69 0,9 0-36 16,7 1 10-16,6 3-171 0,3-2 63 0,2 0 32 15,6-2 0-15,0 0-165 0,3 0 108 0,-3 0 40 16,-1 0-124-16,-10 0 67 16,0-2 50-16,-8-2-95 0,-2 1-230 0,-5 1 113 15,-3-2 94-15,-3-1 38 0,-2 4 27 0,0-5 1 16,0 1 19-16,-4 1-35 0,-3 1 1 0,-3-2 44 16,1 1-1-16,0 3-276 0,0 1 128 15</inkml:trace>
  <inkml:trace contextRef="#ctx0" brushRef="#br0" timeOffset="59039.53">20838 6316 2024 0,'0'-4'0'0,"0"2"0"0,0 2 0 0,1 0 0 0,3 0 0 0,-2 3 0 0,0 11 0 0,-1 2 0 0,1 1 0 0,0 4 0 0,2 1 244 0,-2-1-102 0,-1 5 35 16,1 1-68-16,0 2-36 0,1-6 11 0,-3 8-180 16,0-5 67-16,0-3 35 0,0-1-1 15,0-1-301-15,0-6 177 0,0-3 74 0,0-2 42 16,0-6-179-16,0-2 25 0,0-2 84 0,0 0-398 0,0-11 220 15,0-12 107-15,0 0-113 16,0-6 109-16,0-3 55 0,2-6 17 0,-1-7-6 16,1 1 1-16,0 2 42 0,-2 5 0 0,2-1 103 15,-2 4-61-15,2 7-17 0,0 2 1 0,1 7 336 16,3 3-181-16,4 1-58 0,2 6 220 16,3 2-105-16,4 1-94 0,8 2 304 0,-5 1-185 0,5 2-92 15,-5 0-37-15,8 0 79 0,-4 0-68 0,-5 6-33 16,1 2 0-16,-3-1 12 0,-2 1-36 0,-2-1-10 15,-4 2 0-15,-1-1 74 16,-3 1-37-16,-3 0 10 0,0 3 16 0,-3-1-31 16,1 3 0-16,-2 1-31 0,0-1 198 0,0 0-89 15,0 5-60-15,0 0-71 0,0 7-18 0,0-2 0 16,0 2 0-16,0-1 0 0,0 5 0 0,2 0 0 16,3-2 0-16,0 0-443 0,1-1 186 0,-3-7 102 15,1 3-616-15,-2-3 367 0,-1-3 181 0,1-2 93 16,-2-5-218-16,0-1 145 0</inkml:trace>
  <inkml:trace contextRef="#ctx0" brushRef="#br0" timeOffset="59529.44">20907 6426 2233 0,'-21'-3'0'0,"8"1"0"0,3-1 0 0,3 3 0 0,5 0 0 0,2 0 0 0,2 0 0 0,15 0 0 0,5 0 0 0,4 0 0 0,3 0 173 0,-5 0-57 15,6 0-156-15,-3 0 40 0,-6 0 0 0,-1 3-317 16,-3 2 179-16,-6-1 98 0,-2 1 35 0,-4 3-150 16,-3-2 95-16,-2 4 47 0,-2-3-69 0,-16 0-103 15,1 3 19-15,-5 1 53 0,-1-1 42 0,4-3 269 16,-1 0-118-16,3 1-70 0,6-2 362 0,2-3-194 16,1 1-56-16,6-2-63 0,2 3 197 0,0-1-100 15,2 2-62-15,9-1-105 16,6-1 25-16,0 2 0 0,3-2 26 0,1 1-33 0,-2 1-9 0,-2-1 41 15,0 4 1-15,-6-3-75 16,-2-2 34-16,-1 4 9 0,-4-1-71 0,-2 3 41 16,-2-1-4-16,0 3 78 0,-6-1-12 0,-7 0-28 15,-2 2-8-15,-2-2 69 0,-3 3-25 0,-1-3-1 16,0-2-13-16,-8 2-5 0,1-2 1 0,0-3-6 16,-2 2 13-16,-4-5-6 0,2 1 15 0,-1 1-5 15,-1-4 56-15,-2 1-31 0,4 1 3 0,2-2 77 16,6 0-44-16,4-1-36 0,4 0 0 0,5 0 41 15,3 0-107-15,4 0 0 16,4 0 0-16,0 0 0 0,6 0 0 0,18 0 0 16,5 0 0-16,8 0 0 0,0 0 0 0,13 0 0 15,1 0 0-15,0 0 0 0,4 0 0 0,2 0 0 16,-1-1 0-16,10 0 0 0,-4-2 0 0,-2 1 0 16,0 1-104-16,2 1-57 0,-5-3 66 0,14 1-672 15,-2-3 364-15,1 0 182 0,5-6 91 0</inkml:trace>
  <inkml:trace contextRef="#ctx0" brushRef="#br0" timeOffset="59740.51">21831 6135 2869 0,'-7'-7'-6'0,"7"5"2"0,0 0 2 0,0-2 2 0,11-1 0 0,8 0 0 0,6 4 0 0,7-3 0 16,14-1 0-16,-2 2 0 0,6 2 365 0,1-1-162 0,0 0-72 0,-1 2-50 0,-4 0-159 0,0 0 60 16,-3 0 28-16,-5 0 1 0,-3 5-158 0,-1 1 89 15,-4 1 48-15,-2 1-607 0,-9 0 284 0,0-3 176 16,-8 2-72-16,-3-2-555 0</inkml:trace>
  <inkml:trace contextRef="#ctx0" brushRef="#br0" timeOffset="60282.13">22482 6049 2004 0,'0'-10'0'0,"4"3"0"0,5-1 0 0,5 1 0 0,2 1 0 0,2 0-1 0,6 3 1 0,-2 3 0 0,1 0 0 0,3 0 0 0,-1 7 91 15,-2 7 211-15,-7-3-132 0,1 5-65 0,-6 4-2 16,-2 2-37-16,-7 2 0 0,-2 3-26 0,0-2-355 16,-9 4 178-16,-5 0 98 0,-6-2 34 0,1 2-178 15,-1-5 111-15,-1 1 56 16,0-3-544-16,3-4 262 0,-6 2 90 0,1-3 84 0,-2-2-163 0,1-4 124 15,0 2 62-15,3-4 10 16,-2-1 52-16,5-2-1 0,2-5 0 16,5 1 327-16,1-2-164 0,-1 0-91 0,4 0-30 0,0-2 477 15,1-3-214-15,3-5-139 0,-2-1 255 0,2 4-152 16,-1-7-100-16,-2 5-45 16,1-2 222-16,0 0-134 0,-6 1-66 0,2 0 69 15,-2 3-72-15,-4 0-32 0,-3 5 0 0,-5 1-6 0,-3 1 0 0,-5 4-16 16,-6 14-10-16,3 4 77 15,1 4-39-15,3 4 0 0,1 3-38 0,8-4-4 16,2 5-35-16,5 2 0 16,6-3 0-16,5-1 0 0,3-1 0 0,0-7 0 0,3 4 0 0,12-5 0 15,2-7 0-15,3-1 0 0,5-3 0 0,0-7 0 16,5-3 0-16,0-2 0 0,-2 0 0 0,2-7-15 16,-4-7-29-16,-2-4-255 0,-1-3 137 0,-2-1 46 15,-3-3 18-15,-4 1 29 0,-3 3 0 0,-1 0 88 16,-7 5-24-16,-1 2 0 0,0 3-34 15,-2 2 336-15,0 3-168 0,-2 4-76 16,-3 2-40-16,-5 0 397 0,2 4-410 0,3 9 0 16,1 4 0-16,2 0 0 0,2 4 0 0,0 1 0 15,0-1 0-15,6 3 0 0,3-5 0 0,7 4 0 16,0-5 0-16,-1-3 0 0,5 2 0 0,1-5-346 16,0-3-18-16,6-1 107 0,-2-7 108 0,4-1-521 15,1 0 315-15,8-1 158 0,-2-13-436 0,8-10 301 16</inkml:trace>
  <inkml:trace contextRef="#ctx0" brushRef="#br0" timeOffset="60453.59">23215 6302 3550 0,'6'-9'0'0,"-1"1"0"0,-3 5 0 0,-2 0 0 0,-2 3 0 0,-11 0 0 0,-4 9 0 0,-3 5 0 0,1 2 0 0,-4 6 0 0,-2-2 381 0,0 5-381 0,-3 7 0 15,-1 0 0-15,1 0 0 0,4-4 0 0,-6 8 0 16,3-4 0-16,4-6 0 15,0 0 0-15,2-3 0 0,8-7-641 0,-3 0 251 16,7-7 157-16,2-2 127 0,-1-5-806 0,6-2 436 16,2-3 210-16</inkml:trace>
  <inkml:trace contextRef="#ctx0" brushRef="#br0" timeOffset="60607.8">22879 6176 2987 0,'2'-4'0'0,"3"4"0"0,1 6 0 0,2 13 0 0,3 10 0 0,3-2 0 0,7 9 0 0,0 0 0 0,1 2 0 0,-3-3 0 0,6 10 196 16,0-4-78-16,-5-3 109 0,1-6-95 0,0 2-46 16,-1-2-246-16,-1-5 95 0,0-2 51 0,-3-6 27 15,0-4-628-15,0-3 337 0,1-1 153 0,2-9-869 16</inkml:trace>
  <inkml:trace contextRef="#ctx0" brushRef="#br0" timeOffset="60779.12">23469 6094 3181 0,'0'0'0'0,"0"0"0"0,1 0 0 0,10 0 0 0,4 0 0 0,5 0 0 0,2 0 0 0,1 0 0 0,5 0 0 0,0 0 0 0,4 0 138 16,4 0-49-16,-3 0-16 0,1 0-9 0,-5 0-511 0,2 2 243 0,-3-1 122 15,-3 2 60-15,-2-3-712 16,-3 0 382-16</inkml:trace>
  <inkml:trace contextRef="#ctx0" brushRef="#br0" timeOffset="60949.27">23851 5872 2192 0,'12'-9'0'0,"5"1"0"0,7 0 0 0,3 5 0 0,3-1 0 0,2 4 0 0,3 0 0 0,1 0 0 0,7 6 0 0,-9 3 0 0,0 6 369 0,-2 0-156 0,-8 4-92 16,-4 0-58-16,-4 1-24 0,-11 2 0 15,-3 4 0-15,-2-3-391 0,-5 2 190 0,-16 2 101 16,-6-3 50-16,0-1-621 0,-5-1 265 0,-1-5 189 16</inkml:trace>
  <inkml:trace contextRef="#ctx0" brushRef="#br0" timeOffset="61283.25">23826 6131 2086 0,'0'0'0'0,"3"0"0"0,3 0 0 0,1 0 0 0,-1 3 0 0,-3 9 0 0,0 9 0 0,-3 5 0 0,0 4 0 0,-5 8 0 0,-7 9 301 0,-6 1-131 0,0-1 297 16,-3 0-214-16,0 0-107 0,3-6-44 0,-7 7 52 16,6-9-58-16,5-8-29 0,-4-3 1 0,9-8-75 15,0-6 35-15,4 1-28 0,1-8-11 0,-1-4-6 16,5-3 29-16,0 0-3 0,2-3-71 0,14-16 44 16,5 0 27-16,1-1-202 0,4 1 72 0,0 0 63 15,5 2-13-15,0 2-17 0,1 6 33 0,-2 3 0 16,-1 4 4-16,-6 2 58 15,-4 0-15-15,2 8-28 0,-5 7 126 0,-7 2-51 16,-3 4-29-16,-5-1 1 0,-1 0 133 0,0 5-61 16,-12-3-41-16,-8-1 183 0,-1-2-101 0,-2-2-85 15,0-5-39-15,-9-2 0 0,4 1 0 0,1-5 0 16,-1-4 0-16,2 0 0 0,4-2 0 0,1 0-23 16,2 0-199-16,6-2 107 0,1-4 63 0,7-7-505 15,3-3 250-15,2-11 136 0,2 0 66 16,17-11-598-16</inkml:trace>
  <inkml:trace contextRef="#ctx0" brushRef="#br0" timeOffset="61432.18">24346 6331 2665 0,'9'-8'0'16,"6"7"0"-16,4-4 0 0,2-2 0 0,-2-1 0 0,5 1 0 0,2 0 0 0,1 1 0 0,1-2 0 0,4 2 0 0,2 3 61 0,-4 1 0 0,2 0-24 15,-11 2-253-15,4 0 121 0,-6 4 66 0</inkml:trace>
  <inkml:trace contextRef="#ctx0" brushRef="#br0" timeOffset="61591.71">24299 6571 2783 0,'-6'6'0'0,"5"-3"0"0,1-1 0 0,0-2 0 0,12 0 0 0,13 0 0 0,3 0 0 0,4 0 0 0,5 0 0 0,7 0 0 0,-1 0 173 0,0 0-177 0,1 0 41 16,-11 0 0-16,3 0 9 0,-3 0-523 0,1 0 256 16,-4 0 130-16,0 0-346 0,-1 0 223 0,-3-4 113 15</inkml:trace>
  <inkml:trace contextRef="#ctx0" brushRef="#br0" timeOffset="61891.01">25160 6338 2571 0,'-18'-4'0'0,"-4"4"0"0,-1 0 0 0,0 0 0 0,5 8 0 0,3 0 0 0,2 8 0 0,5 1 0 0,2 9 0 0,6 0 0 0,0 3 534 0,2 3-249 0,12 0-124 0,3-3 195 15,8 0-332-15,7 1-24 0,4-8 0 0,4-4 0 16,-1-6 0-16,-1-4 0 0,8-5 0 0,0-3 0 16,-4 0 0-16,0-5 0 0,-2-8 0 0,-9-2 0 15,0-6 0-15,-5-4 0 0,-4 2 0 16,-7-4 0-16,-7-3 0 0,-4-1-146 15,-4-4 40-15,0 2 3 0,-12 1 33 0,-12-4 118 16,-2 8-44-16,-2 9-10 0,-14-2-31 0,-1 10 261 16,-1 4-125-16,0 5-45 0,10 2-38 0,0 0 7 15,4 7-23-15,9 3 0 0,3 3 0 0,3 2-60 16,6 0 38-16,3-2 22 0,1 2-710 0,5-2 319 16,0-1 177-16,0-2-527 0,5-5 343 0,10-2 185 15</inkml:trace>
  <inkml:trace contextRef="#ctx0" brushRef="#br0" timeOffset="62087.71">24994 5874 3394 0,'-12'-4'0'0,"5"2"0"0,5 1 0 0,2-1 0 0,11 0 0 0,22 0 0 0,12 0 0 0,17 0 0 0,1 0 0 0,7-1 0 0,1-3 135 0,-1 2 267 0,-15 0-402 0,4 1 0 15,-6-1 0-15,-2 2 0 0,-7 0 0 0,0 1 0 16,-10-2 0-16,3 3-152 0,-4 0-202 0,-3-2 196 16,-6 1-848-16,-4-1 421 0,-8-5 253 0</inkml:trace>
  <inkml:trace contextRef="#ctx0" brushRef="#br0" timeOffset="62282.92">25803 5647 2929 0,'-5'-4'0'0,"1"0"0"0,4 3 0 0,0-2 0 0,4 2 0 0,20 1 0 0,2 0 0 0,8 0 0 0,10 1 0 0,0 9 0 16,4 1 113-16,0 3 204 0,-4-3-131 0,6 6-79 0,-16-5-35 0,3 6 135 16,-7-1-207-16,-9-5 0 0,-4 5 0 0,-8-2 0 15,-5-1 0-15,-4 1 0 0,-2-2 0 0,-20 3 0 16,-5 0 0-16,-4-2 0 0,-5 1 0 0,-7-2 0 16,2 2 0-16,5-3 0 0,-10 4-129 15,13-5-9-15,-1 3 11 0,0 2-320 16,5-1 205-16,4 4 94 0</inkml:trace>
  <inkml:trace contextRef="#ctx0" brushRef="#br0" timeOffset="62439.6">26366 6535 359 0,'0'-6'0'0,"4"6"1475"0,5-1-738 0,-6-1-369 0,-3-2-183 0,0 2-481 0,-9 2 130 0,-8 0 56 0</inkml:trace>
  <inkml:trace contextRef="#ctx0" brushRef="#br0" timeOffset="64814.93">18003 7296 2152 0,'-15'-22'0'0,"-2"16"0"0,4 1 0 0,4 0 0 0,-3 1 0 0,4-1 0 0,1 1 0 0,4 0 0 0,1 2 0 0,2 1 0 0,-2 1 233 0,2-3-92 0,0 3-35 0,2-1 100 15,10 1-79-15,2 0-40 0,4 0 1 0,7 0 117 16,-2 0-67-16,9 0-51 0,3 0 0 0,8 0 111 16,-1 0-122-16,3-1-76 0,-3 1 0 0,9 0 0 15,0-3 0-15,1 3 0 0,1-2 0 0,4 2 0 16,-1 0 0-16,12 0 0 0,-3 0 0 0,3 0 0 16,2 0 0-16,1 0 0 0,4 0 0 0,4 0 0 15,2 0 0-15,11 0 0 16,-2 0 0-16,3 0 0 0,-12 0 0 0,27 0 0 15,-5 0 0-15,2 0 0 0,8 0 0 0,16 0 0 16,-21-2 0-16,34 0 0 0,-6 0 0 0,10-2 0 16,-2 1 0-16,7 1 0 0,3 1 0 0,3-4 0 15,1 2 0-15,4-1 0 0,21-1 0 0,-11-4 0 16,-16 2 0-16,42-2 0 0,-5 0 0 0,-2 0 0 16,7-2 0-16,10 6 0 0,0 0 0 0,5 1 0 15,6 2 0-15,-8 1 0 0,-4 1 0 16,-1 0 0-16,-35 1 0 0,29 12 0 15,-24 1 0-15,-30-4 0 0,3 3 0 0,-14 2 0 16,-17-1 0-16,2 0 0 0,-15 1 0 0,-10-1 0 16,-17-1 0-16,-1 5 0 0,-13-6 0 0,3 5 0 15,-16-4 0-15,0 2 0 0,-8-1 0 0,-11-6 0 16,-4 2 0-16,-3-2 0 0,-2-1 0 16,-9-1 0-16,-2-3 0 0,-7 0 0 0,-1-3 0 0,-2 1 0 15,0-1 0-15,-2 0 0 16,0-1 0-16,0-9 0 0,-8-3 0 0,-4-1 0 15,-5-2 0-15,-3 1 0 0,-8 3 0 16,-15 5 0-16,-19 7-311 0</inkml:trace>
  <inkml:trace contextRef="#ctx0" brushRef="#br0" timeOffset="72478.23">20415 9328 2572 0,'-9'-13'0'0,"7"11"0"0,2 0 0 0,0 2 0 0,0 0 0 0,0 0 0 0,0 0 0 0,0 0 0 0,0 4 0 0,0 10 0 0,3 9 172 0,5 4-66 0,-3 4-34 0,2 11 70 0,-1-1-52 16,-3-3-16-16,-2 9-9 15,-1-4-18-15,0-7-8 0,-1 2 0 0,-9 0 0 16,-5-4 66-16,-4-4-39 0,1-3 1 0,-7-3 60 16,-1-4-45-16,-3-3-55 0,3-3-27 15,-1-5 0-15,9-2 0 0,-1-3 0 0,8-2 0 16,3-2 0-16,3 0 0 0,1 0 0 0,4 0 0 0,0 0 0 16,15 0 0-16,9 2 0 0,6 1 0 15,4 2 0-15,10 2 0 0,-5 0 0 0,0 1 0 16,-4 0 0-16,2 3 0 0,0 0 0 15,-5 2 0-15,-2-1 0 0,-3 1 0 0,-9-2 0 16,3 0 0-16,-6 1 0 0,-2-4 0 0,-4-2-107 16,0 0-71-16,-6-2-531 0,1-2 325 0,1-2 178 15,-1 0 83-15,0-13-521 0,1-13 302 0</inkml:trace>
  <inkml:trace contextRef="#ctx0" brushRef="#br0" timeOffset="73009.82">20666 9460 2424 0,'0'-3'0'0,"0"3"0"0,0 8 0 0,0 5 0 0,-2 2 0 0,-5 5 0 0,0 9 0 0,-3-3 0 0,2 6 0 0,-4 2 0 0,-4 7 293 0,2-5-118 0,-9 9-73 15,-2-4 184-15,-3 1-123 0,0-5-62 0,-2-3 22 16,1-6-32-16,-6 2-11 0,-1-8-41 0,6-6 15 16,-5-3-54-16,6-7 0 15,-4-5 0-15,6-1 0 0,8 0 0 0,3-5 0 16,2-10 0-16,7-1 0 0,7 0 0 0,0-1 0 15,3-6 0-15,17 4 0 0,2 1 0 0,7-1 0 16,3 2 0-16,1 0 0 0,10 2 0 0,-11 4 0 16,5 0-54-16,-1 1-41 0,-1 3 113 0,-5 3-28 15,-7 2-18-15,0 2-45 0,-2 0 315 0,-5 0-242 16,-2 6 0-16,-3 3 0 0,0 4 0 0,-3 0 0 16,-1 2 0-16,1 2 0 15,-1 0 0-15,-1-2 0 0,0 2 0 0,1-4 0 0,-1 0 0 0,1-3 0 16,-1-3 0-16,0 1 0 15,-3-4 0-15,1-3 0 0,-2 1 0 0,0-2 0 16,0 0 0-16,-2-3 0 0,0-13 0 0,0-4 0 16,0-2 0-16,0-1 0 0,0-7 0 0,0 4 0 15,0 5 0-15,0-1 0 0,0-1 0 0,3 5 0 16,9 2 0-16,1 3 0 0,2 2 0 0,2 1 0 16,2 5 0-16,-1 2 0 0,1 3 0 15,0 0 0-15,0 4 0 0,-2 8 0 16,-3 3 0-16,-2 4 0 0,-1 1 0 0,-5 1 0 15,-4 7 0-15,-2-4 0 0,0 1 0 0,-2-2 0 16,-9 3 0-16,-3-4 0 0,1-3 0 0,-4-2 0 16,1-4 0-16,-2-2 0 0,4-3 0 0,-4-3 0 15,6-3 0-15,-2-2 0 0,5 0 0 0,0 0-315 16,2-9-102-16,2-14 189 0,5-10 94 0,3-11-355 16,13-14 225-16,1 8 103 0</inkml:trace>
  <inkml:trace contextRef="#ctx0" brushRef="#br0" timeOffset="73353.48">20958 9440 2706 0,'14'-16'0'0,"1"4"0"0,-5 7 0 0,-1 1 0 0,0 1 0 0,-2 3 0 0,-2 0 0 0,1 3 0 15,-3 7 0-15,1 5 0 0,-1-1 358 0,-1 6-159 0,0-2-81 0,0 2-39 0,1 1 59 0,-1-2-55 16,-1 2 0-16,1-4-44 0,0-2-516 0,0-6 257 16,0 0 140-16,-2-3 54 0,1-4-637 15,-1-2 255-15,0 0 206 0,0-2-362 0,0-9 252 0,-3-8 142 16,-3-7-27-16,0-2 79 15,-1-5 39-15,-1-7 1 0,1 1 59 0,0-10 10 16,0 5-30-16,4 0 0 0,3 13 179 0,0-4-89 16,0 10-55-16,10-4 10 0,3 8 351 0,6 7-131 15,3 2-120-15,4 3 371 0,4 3-210 0,4 4-119 16,1 1-54-16,4 1 191 0,-2 0-132 0,0 0-53 16,-1 1 74-16,-6 7-73 0,0 3-31 0,-5 2 0 15,-4 4 138-15,-5 2-85 0,-2 1-33 0,-5 7 153 16,-6 3-102-16,-1 3-51 15,-2 0-26-15,0 0-16 0,0 4-48 0,-3-5 0 16,-5 3 0-16,5-3 0 0,-4 1 0 0,4-8 0 16,-1 0-313-16,0-3 23 0,-1-1 164 0,1-5 37 15,1-2-444-15,-4-5 191 0,2-1 143 0</inkml:trace>
  <inkml:trace contextRef="#ctx0" brushRef="#br0" timeOffset="73510.28">21123 9405 2615 0,'-16'-8'0'0,"7"6"0"0,2 0 0 0,3 1 0 0,4 1 0 0,0 0 0 0,2 0 0 0,21 0 0 0,0 0 0 0,8-2 0 0,-1 0 180 15,3 2-70-15,-1-3-26 0,-2 2-244 0,-1-1 99 16,-1 2 50-16,-9 0 25 0,1 0-607 0,-6 0 323 16,-2 0 147-16,-5 2-372 0</inkml:trace>
  <inkml:trace contextRef="#ctx0" brushRef="#br0" timeOffset="73654.53">21213 9521 2252 0,'-16'4'0'0,"6"0"0"0,0 0 0 0,2-3 0 0,5-1 0 0,1 0 0 16,2 0 0-16,0 0 0 0,7 0 0 0,10 0 0 0,8 0 85 0,0 0 162 0,0 0-105 16,0-1-51-16,-4 1-16 0,1 0-261 0,0 0 113 0,-4 0 56 15,-4 0 28-15,-4 0-642 0,-4 4 344 16,-6 7 158-16</inkml:trace>
  <inkml:trace contextRef="#ctx0" brushRef="#br0" timeOffset="73834.34">21107 9711 2533 0,'-20'7'0'0,"3"3"0"0,4-6 0 0,3 1 0 0,5-3 0 0,3 2 0 0,2-2 0 0,0-1 0 0,14 1 0 0,7 2 0 0,6-2 132 0,3 2 90 0,2-2-92 15,0-2-45-15,0 1 9 16,-2-1-80-16,-4 0 0 0,-3 0 25 0,-2 0 0 15,-3 0-369-15,-4 0 195 0,-2 0 81 0,-2 0-510 16,-5 0 263-16,0 0 161 0,-4-1-464 0,1-5 273 16,-2-5 151-16,0-6 70 0</inkml:trace>
  <inkml:trace contextRef="#ctx0" brushRef="#br0" timeOffset="74136.16">21280 9211 2949 0,'0'-1'0'0,"-1"1"0"0,-3 0 0 0,0 7 0 0,-1 9 0 0,0 11 0 0,3 2 0 0,2 14 0 0,0 4 0 0,0 3 0 0,0 6 293 0,0 1-133 16,2 0-60-16,0-3 91 0,3-4-76 15,-3-1-39-15,-1-8-29 0,-1 9-264 0,0-15 107 16,0 5 75-16,0-5-513 0,0-3 293 0,0-9 157 16,-1-1 63-16,-1-9-668 0,-3-5 311 0,1-4 176 15,-1-4 88-15,1-4-124 0,-1-21 111 16,1-3 51-16,1-3-128 0,-2-4 89 0,0 4 45 15,1 8 61-15,0-1 10 0,-1 5-26 0,-1 8 0 16,3 1 429-16,-6 4-214 0,2 5-117 0,0 1-44 16,-5 0 532-16,1 5-223 0,-3 12-158 0,-2 2 13 15,3-2 185-15,-6 7-168 0,5-1-78 0,0-1-46 16,3-3-33-16,1 2 0 0,3-5-439 0,3-6 215 16,2-2 112-16,2-1 56 0,0-5-697 0</inkml:trace>
  <inkml:trace contextRef="#ctx0" brushRef="#br0" timeOffset="74262.95">21270 9811 2438 0,'12'0'0'0,"4"1"0"0,-3 5 0 0,1 4 0 0,0-1 0 0,0 2 0 0,2 1 0 0,0-1 0 0,3 1 0 0,4 2 0 0,-3-1 138 0,5-4-50 0,-2-2-317 0,7 3 129 16,-2-6 79-16,4-4 25 15,2 0-655-15</inkml:trace>
  <inkml:trace contextRef="#ctx0" brushRef="#br0" timeOffset="74487.11">21814 9287 3261 0,'-10'-8'0'0,"9"7"0"0,1-2 0 0,0 0 0 0,0 3 0 0,9-1 0 0,12 1 0 0,3 0 0 0,3-2 0 0,6 2 0 0,8 0 123 0,2 0 101 0,-1 0-92 0,-6 0-37 15,3 0-182-15,-2 0 63 0,-2 0 32 0,-6 0 0 16,-1 0-163-16,-7 0 107 0,0 0 39 0,-1 0 0 16,-2 0-437-16,-6 0 177 0,0 0 141 0,-3-1-92 15,-1-3-364-15,-3-2 273 0,-2-2 135 0,-3-6-341 16,0-1 239-16</inkml:trace>
  <inkml:trace contextRef="#ctx0" brushRef="#br0" timeOffset="74998.17">22302 9099 2290 0,'-5'-2'0'0,"1"-1"0"0,2 3 0 0,0 0 0 0,2 0 0 0,0 0 0 0,4 0 0 0,10 0 0 0,2 0 0 0,2 0 0 0,1 0 223 16,2 0-92-16,-1 5-46 0,1 2 23 0,-2 4-24 15,-2 3-11-15,-3 0-34 0,-5 5-41 0,-4 5 0 16,-5 1 41-16,0 5 10 16,-7 2-382-16,-9 3 187 0,0-2 92 0,-5-1-459 0,-2 0 262 15,0 0 34-15,-4-3-253 0,1 0 215 16,-1-5 108-16,1-3 54 0,1-5-160 0,7-2 97 15,-3-3 63-15,3-1 27 0,2-4 33 0,4-1-4 16,1-2 37-16,6 0 0 0,-2-3 29 0,3 0-39 16,0 0-9-16,1 0 376 0,0 0-228 0,-1 0-79 15,3 0 583-15,-3-3-302 0,0 0-122 0,-1-2-84 16,-1-4 263-16,-2 2-180 0,-1 0-84 16,-2-1-42-16,-1 3 118 0,-2 3-80 0,-4-1-31 15,-3 3-35-15,0 3-15 0,-4 12 0 16,2 8 0-16,-1 2-2 0,3 6 12 0,2 2-10 15,5 1 95-15,3 0-47 0,4 0-1 0,6-5-47 16,1-4 83-16,0 5-46 0,8-7-30 0,5-8-46 16,4-2-25-16,1-4-3 0,5-5 44 15,3-4-10-15,-2 0-282 0,-1-4 150 0,-2-11 63 0,-2-3-105 16,-3 0 59-16,2-8 53 0,-4 2-31 16,-3-1-91-16,-3 7 57 0,-2-1 40 0,-4 6 193 0,-1 1-70 15,-1 5-41-15,0 1 0 16,0 5 501-16,0 1-258 0,-1 0-95 0,-5 11-74 15,4 6 95-15,1 4-170 0,1 5 0 0,0-2 0 16,0-1 0-16,5 6 0 0,4-4 0 0,5-1 0 16,0-3 0-16,2 0 0 0,-2-6 0 0,6-2-107 15,-2-4-27-15,1-3 83 0,-1-4-847 0,3-2 429 16,2 0 205-16,2-11 118 0,-4-5-542 16</inkml:trace>
  <inkml:trace contextRef="#ctx0" brushRef="#br0" timeOffset="75144.1">22554 9490 3151 0,'1'-10'0'0,"1"4"0"0,1 0 0 0,-1 3 0 0,0-2 0 0,1-1 0 0,8 2 0 0,5-2 0 0,6 1 0 16,4-1 0-16,2 2 247 0,2 0-94 0,4 0-50 0,-2 2-32 16,2 1 1-16,-3 1-33 0,1 0-569 0,-7 0 295 15,0 0 132-15,-4 0-931 0</inkml:trace>
  <inkml:trace contextRef="#ctx0" brushRef="#br0" timeOffset="75317.1">22527 9653 3123 0,'-32'13'0'0,"12"-4"0"0,1 1 0 0,8-7 0 0,6 1 0 0,3-2 0 0,2-2 0 0,5 0 0 0,20 0 0 0,2 0 0 0,8 0 157 0,2 0-49 0,8 0 33 15,-3 0-51-15,-1 0-25 0,-6-2-1 16,3-2-359-16,-8 1 177 0,2-1 74 0,-10 2 41 15,-2 1-300-15,-8-2 171 0,1 0 85 0,-6 3-792 16,-2-1 355-16,-3-1 223 0</inkml:trace>
  <inkml:trace contextRef="#ctx0" brushRef="#br0" timeOffset="75505.56">22904 9168 3142 0,'-7'-2'0'0,"3"2"0"0,-3 0 0 0,-4 6 0 0,-2 9 0 0,0 5 0 0,-6 12 0 0,0 7 0 0,-5 2 0 0,-3 19 0 0,-1-4 580 0,-2 4-371 0,-2 2-209 16,0 0 0-16,2-10 0 0,-5 14 0 0,10-17 0 15,0 4 0-15,9-5 0 16,4-3 0-16,7-5 0 0,1 1-504 0,4-5 104 0,0-10 220 0,6-9 109 16</inkml:trace>
  <inkml:trace contextRef="#ctx0" brushRef="#br0" timeOffset="75776.88">23125 9572 3494 0,'5'-2'0'0,"-1"2"0"0,-2 6 0 0,-2 7 0 0,0 8 0 0,-7 1 0 0,1 4 0 16,3 1 0-16,3 3 0 0,0-2 0 0,0-2 340 0,10-2-243 0,6-6-97 0,6 0 0 15,1-4 0-15,1-9 0 0,3-3 0 0,1-2 0 16,-8-2 0-16,8-15 0 0,-7-3 0 0,-3-5 0 15,-4-3-149-15,-7 0 83 0,-3-1 61 0,-2-3-167 16,-2 3 83-16,0-4-27 0,-15 4 204 0,-1 2-72 16,0 7-8-16,-10-3-40 0,1 10 133 0,-3 5-39 15,0 6-38-15,1 2 16 0,5 0 158 0,-4 12-106 16,9 1-92-16,2 2 0 0,3 0-48 16,5 2-60-16,2 0 73 0,5-2-697 0,0 0 353 0,0-2 145 15,1-6-597-15,10-1 395 16</inkml:trace>
  <inkml:trace contextRef="#ctx0" brushRef="#br0" timeOffset="75964.93">23118 9134 3256 0,'-19'-3'-8'0,"8"1"2"0,4 0 3 0,5 0 1 0,2-1 2 0,0 2 0 0,0-1 0 0,14-2 0 0,7 1 0 0,5 1 0 0,5-2 273 0,8 3-117 15,4-2-164-15,-10 1 1 0,6 2 56 0,0 0-10 16,-4 0-535-16,-3 0 267 0,-4 0 134 16,-6 0 77-16,3 0-817 0,-2 0 421 0,-4 0 91 0</inkml:trace>
  <inkml:trace contextRef="#ctx0" brushRef="#br0" timeOffset="76145.17">23600 8926 2833 0,'0'-8'0'0,"0"3"0"0,3-2 0 0,7 1 0 0,3 0 0 0,6 2 0 0,3 2 0 0,-1 1 0 0,11 1 0 0,-4 0 0 0,2 5 162 0,-1 6-61 0,-3 4 230 0,-5-1-136 16,3 4-83-16,-12-3-36 0,-1 4-14 0,-8 0-23 15,-3 5-19-15,0-5-20 0,-18 6-25 0,-7-3-3 16,-3-1 34-16,-9 3-251 0,7-7 142 0,-6 0 81 16,-6 1 26-16,10-2-676 15,-9 0 283-15,13 0 178 0,-2-1-288 0</inkml:trace>
  <inkml:trace contextRef="#ctx0" brushRef="#br0" timeOffset="76296.37">24173 9593 381 0,'0'0'0'0,"0"0"0"0,0 0 923 0,0 0-480 0,0 0-250 0,0 0-111 0,0 0 590 0,0 0-318 0,0 0-157 0</inkml:trace>
  <inkml:trace contextRef="#ctx0" brushRef="#br0" timeOffset="77069.2">21185 10768 2246 0,'-23'-10'0'0,"10"7"0"0,5 3 0 0,6 0 0 0,2 0 0 0,0 0 0 0,2 0 0 0,13 0 0 0,8 0 0 0,6-2 0 0,10 0 79 0,0-2 340 0,5-1-188 15,0 1-96-15,-3 2-36 0,12-2 194 0,-4 1-125 16,-2 0-64-16,2 2-62 0,-2-1-1 0,-4 2 10 15,9-2-628-15,-8 2 308 0,-7 0 156 0,1-2 76 16,-5 1-944-16,-6-4 411 0</inkml:trace>
  <inkml:trace contextRef="#ctx0" brushRef="#br0" timeOffset="77260.42">21827 10480 2704 0,'-10'-11'0'0,"5"5"0"0,1 0 0 0,2-2 0 0,2 1 0 0,0 3 0 0,11 0 0 0,14 0 0 0,1 2 0 0,2 2 0 0,3 0 105 0,-1 0-33 0,-2 8 69 16,-5 2-40-16,-1 2-10 0,-1 1-231 0,-9 3 91 16,-4 5 45-16,-6 6 0 0,-2 1-313 0,-10 6 173 15,-12 0 93-15,-4 2 46 0,-6 0-452 0,0-3 216 16,4-2 50-16,-8 4-69 16,12-11 110-16,-1 4 54 0,4 0 28 0,1-2-322 15</inkml:trace>
  <inkml:trace contextRef="#ctx0" brushRef="#br0" timeOffset="77605.7">21709 11106 1945 0,'-6'12'-2'0,"3"0"1"0,-2-2 1 0,1-4 0 0,3-3 0 0,1-1 0 0,-2-2 0 15,0 0 0-15,2 0 0 0,0-7 0 0,0-7 107 0,0-1 251 0,0-3-159 16,0-1-79-16,0-1-39 0,0 3 0 0,0-2-10 0,-2 4-30 16,-5 0-1-16,-5 5-38 0,-3 4 0 15,-2 5 49-15,-5 1-58 0,-1 1-1 0,-3 19 49 16,-2 8 0-16,3 2 22 0,5-1-13 0,-1 6-9 15,7 0 27-15,2 1 0 0,4-2-60 0,7-4 23 16,1-8 51-16,0 1-9 0,7-4-25 0,12-3-10 16,1-7-173-16,6-4 84 0,1-5 54 0,1 0-283 15,0-3 141-15,-3-8 75 0,-2-4 22 0,-7 2-127 16,0-6 56-16,-2 1 17 16,-3 1 81-16,-1 0-18 0,-2 0-39 0,-5 4 32 15,1 5 295-15,-1 3-140 0,1 1-74 0,1 2-37 16,0 2 405-16,4 0-201 0,0 15-51 0,3 4 43 15,-1 2-144-15,3 0-56 0,0 4 0 0,4-2 0 16,-4-6 0-16,7 7 0 0,-3-7-426 0,2-5 197 16,1-1 129-16,-1-5 26 0,2-6-329 0,5 0 133 15,-2-3 116-15,3-14 39 0,4-11-495 0</inkml:trace>
  <inkml:trace contextRef="#ctx0" brushRef="#br0" timeOffset="77790.98">22502 10560 3081 0,'0'-10'0'0,"1"9"0"0,-1 1 0 0,0 0 0 0,-3 9 0 0,-11 9 0 0,1 9 0 0,-2 3 0 0,-3 8 0 0,-1-1 0 0,-1 2 568 0,0 3-286 0,1-1-282 0,1-5 0 16,-3 6 0-16,5-9 0 16,0 2 0-16,1-3 0 0,2-3 0 0,4-8 0 15,1 0 0-15,2-9-640 0,4-2 328 0,2-5 176 16,0-5 88-16,2 0-963 0,17-13 491 0</inkml:trace>
  <inkml:trace contextRef="#ctx0" brushRef="#br0" timeOffset="77945.92">22532 10736 3305 0,'5'-7'0'0,"2"3"0"0,-3 2 0 0,-2 2 0 0,-2 0 0 0,0 7 0 0,0 14 0 0,-7 4 0 15,-2 4 0-15,-3 9 0 0,1-2 148 0,-5 11 330 0,0-4-478 0,0 0 0 0,4-1 0 16,2-7 0-16,-1 5 0 0,2-4 0 0,1-5 0 15,1-2 0-15,-1-7 0 0,2-3 0 0,3-6-191 16,1-6-19-16,2-1 120 0,0-6-1102 0</inkml:trace>
  <inkml:trace contextRef="#ctx0" brushRef="#br0" timeOffset="78113.43">22691 10592 3610 0,'0'-9'0'16,"0"8"0"-16,0-1 0 0,0 1 0 0,0 1 0 0,7-3 0 0,6 3 0 0,5 0 0 0,-1-1 0 0,10 1 0 0,1-2 292 0,2 2-263 0,4-2-29 0,3 0-9 15,0 2-101-15,2-2 75 0,-3 0-322 0,1 0 198 0,-4 1 109 16,-1-1 39-16,-5 0-916 0</inkml:trace>
  <inkml:trace contextRef="#ctx0" brushRef="#br0" timeOffset="78286.88">23070 10381 2519 0,'-9'-3'0'0,"6"1"0"0,-1 0 0 0,4-1 0 0,0 2 0 0,4-3 0 0,12 0 0 0,9 3 0 0,1-2 0 0,2 3 0 0,0 0 140 0,-4 0-41 16,9 0 13-16,-13 4-37 0,3 5 1 16,-7 1-289-16,-2 5 126 0,-9 0 73 0,-3 8 22 15,-2 1-253-15,-13 3 143 0,-6 1 70 0,-5 2 35 16,-3-2-744-16,-8 4 285 0</inkml:trace>
  <inkml:trace contextRef="#ctx0" brushRef="#br0" timeOffset="78612.32">22999 10641 1949 0,'6'0'0'0,"1"0"0"0,-3 3 0 0,-3 14 0 0,-1 8 0 0,0 2 0 0,0 6 0 0,-11 8 0 0,1-3 0 0,-4 1 0 0,3-7 410 0,0 5-186 16,-1-3-82-16,1-2-57 0,1-6-11 0,5-3-35 15,-1-3 0-15,3-5 10 0,-1-1-144 0,2-7 67 16,0-3 33-16,2-2-91 0,0-2 62 0,0 0 41 16,0-6-96-16,6-7 59 0,5-2-27 15,2 3 32-15,4-3-6 0,2 3 18 0,6-1-47 0,-4 3 38 16,6 4 171-16,-1 3-81 16,3 3-32-16,-5 0 0 0,6 0 77 0,-5 11-52 15,-2 4-3-15,-3 3-11 0,-3 6 8 0,-8-6 10 16,-2 9-65-16,-5-3 36 0,-2 2-7 0,0-3 1 15,-13 0 114-15,-2-7-48 0,-10 1-38 0,2-6 0 16,-4-1-9-16,1-7-59 0,-2-1 0 0,1-2 0 16,-3 0 0-16,4 0 0 0,2-5 0 0,5-5-184 15,1-2-81-15,6-4 156 0,4-3-424 0,7-5 260 16,1-1 82-16</inkml:trace>
  <inkml:trace contextRef="#ctx0" brushRef="#br0" timeOffset="80894.28">25140 10504 1947 0,'-16'-17'0'0,"4"12"0"0,4 3 0 0,7 1 0 0,-1 0 0 0,2-2 0 0,0 1 0 0,6 0 0 0,18 2 0 0,2-2 0 0,4 0 218 0,3 2-80 0,2-1-54 15,-3 1-1-15,0 0 32 0,-2 0-38 0,-9 0-1 16,-1 0 59-16,-5 0-53 0,-4 1-1 0,-1 7-42 15,-3 2 172-15,-5-3-87 0,0 6-32 0,-2 0-11 16,0 4 21-16,0 0-32 0,0 4 0 0,-5 3 36 16,3-2-106-16,-6 5 0 0,8-2 0 0,0 0 0 15,0-2 0-15,0 1 0 0,0 0 0 16,8 3 0-16,-1 0 0 0,0-2 0 16,1-2-810-16,0 2 354 0,-3-4 160 0,-1-1 133 15,0-1-582-15,-3 0 352 0</inkml:trace>
  <inkml:trace contextRef="#ctx0" brushRef="#br0" timeOffset="81061.39">25103 10830 2547 0,'-13'0'0'0,"5"0"0"0,2 0 0 0,2 0 0 0,4 0 0 0,0 0 0 0,0 0 0 0,5-2 0 0,11 0 0 16,3 1 0-16,2-1 264 0,0 2-103 0,0 0-66 0,4 0-28 0,1 0-359 0,-5 0 166 15,-1 0 82-15,0 7-676 0,-4 5 369 0,-4 0 187 16</inkml:trace>
  <inkml:trace contextRef="#ctx0" brushRef="#br0" timeOffset="81217.85">25136 11071 2719 0,'-24'5'0'0,"5"5"0"0,-3-2 0 15,5-1 0-15,5-4 0 0,3 1 0 0,6-2 0 0,1-2 0 0,2 4 0 0,2 0 0 0,12-3 74 0,7 1 194 0,0-2-104 0,9 2-68 0,-4-2-28 16,4 0-343-16,0 0 157 0,0 0 78 16,-4 0-631-16,4 0 349 0,-3 0 181 0,-1 0 90 0</inkml:trace>
  <inkml:trace contextRef="#ctx0" brushRef="#br0" timeOffset="81833.87">25648 10596 2203 0,'0'0'0'0,"0"0"0"0,0 0 0 0,0 0 0 0,0 0 0 0,0 0 0 0,0 0 0 0,0 0 0 0,3 0 0 0,3 0 0 0,-1 3 106 0,3 1-77 0,-4 0 10 0,0-1 0 15,-1 1 1-15,1 0-368 0,-2-3 194 0,0-1 82 16,-2 0-480-16,0 0 267 0,0 0 134 0,0-5 67 16,-8-6-204-16,1-2 120 0,-2-4 54 0,1-3 27 15,-1 4 175-15,3-3-74 0,-2 2-46 0,4 2 396 16,2 7-212-16,2-4-105 0,0 4-51 0,0 1 244 15,4 2-68-15,10 1-92 0,0 2 197 0,4 2-129 16,-2 0-64-16,1 0-32 0,0 6-25 0,-4 2-7 16,0 4-1-16,-7 1 0 0,2 2-57 0,-6-1 28 15,-2 4 10-15,0-1 20 16,-10-2 33-16,-3 0-34 0,-4 0 0 0,-2-2 191 16,-5 0-100-16,5-5-46 0,-1-1 1 0,-1-1 49 15,1 0-47-15,10-4 10 0,-1-1 28 0,5-1-43 16,2 2 0-16,2-2-42 0,2 0-45 0,0 0 9 15,9 0 35-15,8 0-474 0,8 0 236 0,-2-3 120 16,5-3 52-16,-5 0-811 0,8-3 404 0,-3 3 197 16,0-2-208-16</inkml:trace>
  <inkml:trace contextRef="#ctx0" brushRef="#br0" timeOffset="82154.52">26002 10273 2293 0,'-4'-3'0'0,"3"1"0"0,-3 2 0 0,0 0 0 0,-1 0 0 0,1 0 0 0,-4 7 0 16,3 7 0-16,-5 5 0 0,-2 5 0 0,0 5 339 0,-6 0-149 0,4 3-76 0,-3 0-37 0,1 1-182 15,0 0 67-15,1-1 39 16,2-4-372-16,0 0 204 0,2-3 104 0,1-6 61 16,2-3-540-16,7-4 230 0,-2-3 152 0,3-5-19 15,0-4-106-15,4 0 113 0,10-2 71 0,-2-11 31 16,2-2-100-16,-1 0 65 0,-2 2 33 0,-1 3 236 15,-2 3-97-15,-1 1-53 0,-2 4-27 0,1 2 524 16,-2 2-275-16,-2 15-136 0,0 8 660 0,0 2-341 16,-2 8-190-16,0 6-94 0,0 0 150 0,-6-3-113 15,-4 8-71-15,5-4 108 16,-1-6-85-16,3 3-42 0,-3-5 0 0,3-6-377 16,0 4 163-16,1-11 86 0,0-1-616 0,0-8 351 15,2-3 147-15,0-6 92 0,0-3-727 0,0-1 379 16</inkml:trace>
  <inkml:trace contextRef="#ctx0" brushRef="#br0" timeOffset="82448.61">26078 10299 2641 0,'9'-16'0'0,"0"8"0"0,-1 1 0 0,-1 6 0 0,0-1 0 0,-2 2 0 0,2 0 0 0,-3 2 0 0,0 9 0 0,-2 1 0 0,-1 4 180 16,-1-1-70-16,0 4-36 0,0-1-256 0,0 2 111 0,-7 0 64 0,-1-3 19 15,-3 2-426-15,-2-2 227 0,-2-2 113 0,-1-2 57 16,-2-5-301-16,-3 4 160 0,3-7-24 0,-1-4 246 16,2 1-53-16,2-1-25 0,3-1 173 0,3 0-94 15,2 0-52-15,3 0-26 0,2 0 552 0,2 0-272 16,0 0-63-16,0 0-96 16,4 0 157-16,8 0-113 0,2 5-56 0,2-3-29 15,2 0 62-15,-1-1-49 0,1 1-1 0,0-2-74 16,-4 0 35-16,2 0-1 0,-5 0 10 0,2 0-429 15,-3 0 210-15,-3 0 104 0,-1 0-387 0,1 0 230 16,-5 4 50-16,0 3 8 0,0 3-653 0</inkml:trace>
  <inkml:trace contextRef="#ctx0" brushRef="#br0" timeOffset="82590.33">25974 10704 1894 0,'-20'9'0'0,"1"3"0"0,-1-3 0 0,6-1 0 0,7-4 0 0,-1-1 0 0,4-1 0 0,4 0 0 0,0-2 0 0,4 2 0 0,11-2 296 0,4 0-133 15,5 0-62-15,-1 0-30 0,-3 0-2 0,3 0-20 16,-3 0-9-16,-1 0-415 0,-2 0 208 0,-3 0 103 16,-6 0-627-16,2 6 348 0,-6 1 173 0</inkml:trace>
  <inkml:trace contextRef="#ctx0" brushRef="#br0" timeOffset="82764.59">25989 10897 2010 0,'-14'7'0'0,"6"-4"0"0,-3 1 0 16,0-3 0-16,6 2 0 0,3-3 0 0,0 0 0 0,2 0 0 0,0 0 0 0,6 0 0 0,8 0 88 0,-2 0 52 0,6 0-51 0,-2 0-24 0,1 0-55 16,-2 0 29-16,-1 0 11 0,0 0-11 15,-5 0-348-15,3-3 174 0,-5 3 87 16,-1-1-460-16,-2-2 262 0,0 2 51 0,-2-1 88 16,0 1-266-16,-2-6 167 0,0-1 83 0,0-6 32 15</inkml:trace>
  <inkml:trace contextRef="#ctx0" brushRef="#br0" timeOffset="82923.22">26068 10710 1838 0,'-8'-7'0'0,"3"3"0"0,-1 2 0 0,-2 2 0 0,1 0 0 0,1 9 0 0,1 4 0 0,0 6 0 0,3 4 0 0,0 7 0 0,2-2 208 0,0 2-84 0,0 1 109 16,0 1-96-16,2-7-40 0,9 7-9 0,-4-11 128 16,5 1-89-16,-1-1-44 0,1-6-182 0,4-2 80 15,-1-3 23-15,2-3 1 0,2-6-424 0,-2-1 230 16,9 0 113-16,-4-1-638 0,5-10 303 0,-2-2 188 15,-2-4 78-15</inkml:trace>
  <inkml:trace contextRef="#ctx0" brushRef="#br0" timeOffset="83066.38">26363 10796 2971 0,'-9'-9'0'0,"1"3"0"0,0 3 0 0,-1-3 0 0,4 2 0 0,1 1 0 0,4-1 0 0,0 0 0 0,0 0 0 0,11 2 0 0,6 0 114 0,1 0 81 0,4 2-77 0,2 0-40 16,-4 0-122-16,4 0 37 0,1 0 0 0,0 0 46 15,-5 0-528-15,0 0 263 0,0 0 143 0,-3 4-754 16,-2-2 415-16</inkml:trace>
  <inkml:trace contextRef="#ctx0" brushRef="#br0" timeOffset="83476.23">26974 10628 2754 0,'0'0'0'0,"0"0"0"0,0 0 0 0,0 0 0 0,0 0 0 0,-2 1 0 0,0 11 0 0,-1 1 0 0,0 6 0 0,-3 5 0 0,-1 0 660 0,-1 2-310 0,-4 3-183 0,2-1-167 16,-3-1 0-16,-4 2 0 0,2 0 0 0,-2-3 0 15,2-2 0-15,0-3 0 0,-4 1 0 0,6-7 0 16,-4 0-477-16,2-2 204 0,0-5 155 0,3-4-330 16,3-4 112-16,-2 0 150 0,7-2 73 15,4-15-448-15,0-11 261 0</inkml:trace>
  <inkml:trace contextRef="#ctx0" brushRef="#br0" timeOffset="83649.75">26854 10228 3152 0,'5'-20'0'0,"-3"9"0"0,5 3 0 0,-5 5 0 0,0 1 0 0,4 2 0 0,-2 2 0 0,3 13 0 0,2 9 0 0,1 6 0 0,-1 12 231 0,0 1-97 0,1 11 280 0,1 10-414 15,-2-5 0-15,2-5 0 16,5 18 0-16,1-11 0 0,1-3 0 0,5-1 0 16,-4-10 0-16,5 5 0 0,-1-3 0 0,-1-2 0 15,1-3-26-15,-3 2-4 0,1-3-1259 0</inkml:trace>
  <inkml:trace contextRef="#ctx0" brushRef="#br0" timeOffset="83806.93">27602 11126 3931 0,'-11'-8'0'0,"7"4"0"0,2 2 0 0,1 2 0 0,-1 0 0 0,-2 0 0 0,0 0 0 0,-1 2 0 0,1 5 0 0,-1 4 0 0,-3 8 0 0,-2 4 0 0,-3 3 0 0,0 6 0 15,-2 4-491-15,-7 7 119 0</inkml:trace>
  <inkml:trace contextRef="#ctx0" brushRef="#br0" timeOffset="85099.37">28513 10193 2431 0,'0'-1'0'0,"0"1"0"0,-1 0 0 0,1 0 0 0,0 20 0 0,0 5 0 0,1 6 0 0,4 7 0 0,7 11 0 0,-2 1 0 0,1 5 107 15,3 0-32-15,-3 1 199 0,-2 2-105 0,-2-1-68 0,-1-3 59 16,-4 0-59-16,-2-2-29 0,0-6 0 0,0-5-82 0,-2 1 21 16,-8-5 0-16,0-6-54 0,2-7 43 0,-2-4 1 15,3-8 23-15,-3-3-10 0,5-3 29 16,-3-6 0-16,1 0 6 0,2-4-15 0,5-15-40 0,0-5 30 15,0-2-37-15,12-1 36 0,6-1-6 16,6 0-86-16,0 3 50 0,0 4-6 16,4 5 51-16,-1 2-29 0,-6 8 19 0,4 3-1 15,-6 3-1-15,3 0 30 0,-6 0-32 0,-3 12 0 16,-1 3 50-16,-7 0-1 0,0 3-60 0,-4 3-1 16,-1 0 0-16,-1 1 0 0,-14-1 0 0,1 0 0 15,-3-6 0-15,-5 4 0 0,1-6 0 0,4-5 0 16,-5 1 0-16,3-4 0 0,-2-3 0 0,5-2 0 15,0 0 0-15,1 0 0 0,4-6-28 0,0-7-163 32,1-5 92-32,2-7-16 0,3-5-595 0,3-12 334 15,2-3 166-15,-4-10-626 0</inkml:trace>
  <inkml:trace contextRef="#ctx0" brushRef="#br0" timeOffset="85273.84">28187 10137 2540 0,'-15'-8'0'16,"5"8"0"-16,8 0 0 0,2 0 0 0,0 0 0 0,0 0 0 0,17 0 0 0,9 0 0 0,18 0 0 0,-1 0 0 0,7 0 274 0,5 0-117 0,2 0 164 0,-1-5-129 15,-2-1-80-15,-1 1-35 0,-5-1-243 0,-1 0 104 16,-1 1 53-16,-9 1 9 0,3 2-220 0,-5-2 131 16,-3 0 65-16,-4 3-673 0,-5-2 360 0,-3-2 67 15,-3 1 10-15,-5-2-337 0,-4 1 277 0</inkml:trace>
  <inkml:trace contextRef="#ctx0" brushRef="#br0" timeOffset="85471.29">28925 9940 1640 0,'-15'-14'0'0,"3"9"0"0,2-1 0 0,3 3 0 0,4 1 0 0,3 0 0 0,0 0 0 0,2 2 0 0,9 0 0 0,8 0 0 0,3 6 311 0,4 1-123 0,3 5-79 0,1-1-33 16,0 4 195-16,-2 0-114 0,0 0-57 0,-7 0-19 15,3 4 9-15,-11-6-1 0,-1 4-46 0,-1 0-39 16,-7-3 0-16,-2 2 49 0,-2-3-11 0,-4 2-122 15,-16-2 61-15,0 0 31 0,-5 0-147 0,-5-2 99 16,0-1-8-16,0 1 37 0,5-1-432 16,4-1 213-16,-1 0 58 0,3 3 73 15,3-1-514-15,4 2 283 0</inkml:trace>
  <inkml:trace contextRef="#ctx0" brushRef="#br0" timeOffset="85625.72">29158 10426 2749 0,'0'0'0'0,"2"0"0"0,-1 0 0 0,4 0 0 0,2 0 0 0,6 0 0 0,4 0 0 0,1 0 0 0,4 0 0 0,0 0 0 0,2-1 193 0,3-3-75 0,-2 2-104 0,-5 2 29 16,5 0 11-16,-2 0-677 0,-3 0 332 0,-4 3 168 16,-5 8 82-16</inkml:trace>
  <inkml:trace contextRef="#ctx0" brushRef="#br0" timeOffset="85767.63">29146 10674 1858 0,'-15'9'-2'0,"5"1"1"0,2-4 0 0,6 1 0 0,2-3 0 0,0 2 0 0,10-3 0 0,11 1 1 0,5-2-1 0,4-1 1 0,7-1 89 0,5 3 0 0,-1-3-47 16,-1 0-174-16,1 0 87 0,-2 0 54 0,6 0-647 15</inkml:trace>
  <inkml:trace contextRef="#ctx0" brushRef="#br0" timeOffset="85965.67">29862 10576 2822 0,'0'-5'0'0,"0"3"0"0,0 2 0 0,0 0 0 0,0 0 0 0,0 7 0 0,-8 9 0 0,0 2 0 0,-2 7 0 0,-2 1 0 0,-1 4 197 0,-1 2-78 0,-2-2-39 16,2 0 10-16,0 1-49 0,0-5 0 0,-1 0-40 0,0-3 0 15,0-4 40-15,3-3-336 0,-5-1 163 16,1-4 87-16,2-3 42 0,-2-4-458 16,3-4 144-16,3 0 152 0,2 0-394 0,2-14 259 15,6-10 129-15</inkml:trace>
  <inkml:trace contextRef="#ctx0" brushRef="#br0" timeOffset="86148.34">29753 10148 2919 0,'1'-4'0'0,"5"4"0"0,3 4 0 0,0 11 0 0,-3 6 0 0,4 5 0 0,-2 10 0 0,1 1 0 0,-1 5 0 0,4 9 0 0,-4 3 443 0,2 1-206 0,2 1-98 15,-1 0-48-15,1-4 11 0,3 0-102 0,0-13 0 16,3 6 0-16,1-7 0 0,-6-8 0 0,5-3 0 16,1-2-269-16,-3-6 4 0,1-2 148 0,1-4 79 15,-1-3-1041-15,3-7 518 0</inkml:trace>
  <inkml:trace contextRef="#ctx0" brushRef="#br0" timeOffset="86335.51">30129 10336 2605 0,'-2'-17'0'0,"2"11"0"0,2 5 0 0,9-1 0 0,8-2 0 15,1 1 0-15,8 0 0 0,2 0 0 0,5 2 0 0,-3-2 0 0,8 3 176 0,3 0-67 0,-8-3-24 0,4 3-259 0,-1 0 108 16,0 0 54-16,-7 0 27 0,-1 0-634 0,-7 0 322 16,-2 0 156-16</inkml:trace>
  <inkml:trace contextRef="#ctx0" brushRef="#br0" timeOffset="86539.65">30497 10075 2067 0,'7'0'0'0,"6"0"0"0,2 0 0 0,3 4 0 0,2 2 0 0,1 1 0 0,0 1 0 0,2 0 0 0,-1 4 0 0,3 1 0 0,-5-2 149 0,-3 3-43 0,-1 4-37 16,-5-1-140-16,-8 2 56 0,1 0 29 0,-4 4-1 16,-8-7-117-16,-14 7 68 0,-3-3 38 0,-3-1-248 15,-2 0 144-15,-3 0 6 0,3 0-27 0,-2 2-300 16,2-1 172-16,2 4 104 0</inkml:trace>
  <inkml:trace contextRef="#ctx0" brushRef="#br0" timeOffset="86933.17">30532 10854 2158 0,'-5'-1'0'0,"0"-3"0"0,3-2 0 0,-3-3 0 0,0-2 0 0,4-2 0 0,-1-1 0 0,2-3 0 0,0-1 0 0,0-3 0 0,0 0 147 0,0 1-53 16,2-1-27-16,1 0 1 0,-1 3-56 16,-2 1 39-16,0 3-10 0,0 2-55 0,-12 4 27 15,-3 2 1-15,-5 4 37 0,-5 2-115 0,-2 8 52 16,-5 11 27-16,-2 7-6 0,4 2-8 0,6 0 8 16,-4 9-36-16,10-6 127 0,3 3-56 0,3 0 0 15,7-2-38-15,5-9 220 0,0 8-89 0,0-7-51 16,9-7 22-16,7 0-33 0,6-2 0 0,-4-7-24 15,9-3-110-15,-2-5 50 0,-4 0 1 0,3 0-132 16,-1-9 87-16,-3-3 38 16,-3-2 20-16,1-2-306 0,-6 1 150 0,1 1 75 15,-4 1 0-15,-3 3-68 0,-1 2 60 0,0 4-5 16,-3 2 193-16,-1 2-72 0,3 0-41 0,-1 9-10 16,0 7 178-16,2 8-85 0,-1 5-49 0,4-1 183 15,-1 4-104-15,-1 2-19 0,6 0-37 0,0-1-256 16,3-1 112-16,1 0 73 0,5-1-572 0,4-7 273 15,3-2 152-15,2-3 42 0,8-4-303 0</inkml:trace>
  <inkml:trace contextRef="#ctx0" brushRef="#br0" timeOffset="87049.06">31225 11140 1503 0,'0'-14'0'0,"0"13"0"0,0-1 0 0,0 2 0 0,0 0 0 0,0 0 0 0,-3 0 0 0,-3 2 0 0,0 5 0 0,1 5 0 0</inkml:trace>
  <inkml:trace contextRef="#ctx0" brushRef="#br0" timeOffset="93434.36">23869 11915 3502 0,'-21'-17'0'0,"13"16"0"0,7-2 0 0,-1 3 0 0,2-1 0 0,0 1 0 0,2-2 0 0,10 0 0 0,11 2 0 0,5-2 0 0,10 2 110 0,2 0 138 0,1 0-177 16,-7 0-71-16,7 0 0 0,4 2 0 0,-4 3 0 15,-7-2 0-15,1 3 0 0,0-3 0 16,-8 0 0-16,0 0 0 0,-3-1-500 15,-3-1 190-15,-2 1 105 0,-6-2-802 0,-2 0 475 16</inkml:trace>
  <inkml:trace contextRef="#ctx0" brushRef="#br0" timeOffset="94031.27">24230 11754 2381 0,'-18'-15'0'0,"5"5"0"0,3 5 0 15,5-3 0-15,1 3 0 0,4-1 0 0,0 5 0 0,9-2 0 0,14 3 0 0,4 0 0 0,5 0 290 0,1 6-126 0,1 5-62 0,1 0 6 0,-4 4-34 0,-3 3 9 16,-2-1-44-16,-5 1-51 0,-8 2 26 0,-5 4 0 16,-6 1-161-16,-2 3 102 0,-8 1 37 0,-12 1 1 15,-7 4-319-15,-1-6 176 16,-2 0 28-16,4-6 64 0,-6 2-342 0,0-2 181 0,0-4 90 0,2 1-59 16,-4-2 74-16,0 2 29 15,-3 2 9-15,9-4-75 0,-2 1 57 0,5 1 27 16,6-4 137-16,3 1-64 0,2-3-17 0,5-4-1 15,3 0 392-15,3-2-210 0,1 0-99 0,2-2 558 16,0-3-268-16,0 2-164 0,0-4-63 0,0 2 236 16,0-2-165-16,2 0-74 0,-1 0-51 0,1 0 85 15,0-6-64-15,0-4-88 0,0-1-13 0,0-2 0 16,-2-1 0-16,0 2 0 0,0-1 0 0,-2 1 0 16,-4 2 0-16,-1 3 0 0,-5 0 0 0,0 6 0 15,-1 1 0-15,-4 0 0 0,-1 7 0 0,-4 13 0 16,-4 11 0-16,1 4 0 0,2 2 0 15,5 3 0-15,6-4 0 0,3 3 0 16,4-1 0-16,5-3 0 0,0-5 0 0,0-1 0 16,3-9 0-16,8 1 0 0,3-5 0 0,0-2 0 15,2-4 0-15,0-7 0 0,2-3 0 0,-2 0 0 16,5-2 0-16,-3-15 0 0,1-6 0 0,1-2 0 16,-4-5 0-16,1-4 0 0,-2 0 0 0,-1-2 0 15,-5 3-32-15,-2-2-61 0,-3 11 17 16,-3 0 10-16,2 5 120 0,-3 8-46 15,0 1-1-15,0 4 191 0,0 4-198 0,-3 2 0 16,-4 0 0-16,3 10 0 0,-1 13 0 0,3 3 0 16,2 1 0-16,0 3 0 0,0 3 0 0,2-1 0 15,5-2 0-15,5 0 0 0,1-8 0 0,6 7 0 16,-3-9 0-16,5-3 0 0,-1-3 0 0,0-5 0 16,2-2-244-16,5-3 9 15,-7-2 99-15,6-2-583 0,1 0 340 0,-1-2 171 0,4-9-562 0</inkml:trace>
  <inkml:trace contextRef="#ctx0" brushRef="#br0" timeOffset="94211.3">24849 12129 3258 0,'0'-1'0'0,"0"1"0"0,0 0 0 0,-2 0 0 0,-9 8 0 0,0 4 0 0,-4 4 0 0,-3 4 0 0,0 7 0 0,-4-1 0 0,-3 9 673 16,6-3-673-16,-6 10 0 0,5-3 0 0,-1-3 0 15,5-4 0-15,-3 2 0 0,1-5 0 0,1-1-85 16,1-5-24-16,2-8 73 0,1 0-799 0,6-7 438 16,0-2 56-16,-1-5 158 0,3-1-591 0</inkml:trace>
  <inkml:trace contextRef="#ctx0" brushRef="#br0" timeOffset="94378.89">24511 12212 2770 0,'2'-22'0'0,"0"11"0"0,-2 3 0 0,2 2 0 0,-1 5 0 0,5 1 0 0,4 0 0 0,3 9 0 0,2 6 0 16,7 8 0-16,-1 3 138 0,4 8 604 0,-4 3-461 0,0 1-281 0,0-5 0 16,4 11 0-16,-3-7 0 0,0-3 0 0,1-6 0 15,0 0 0-15,-5-5 0 0,3 1 0 0,-4-7-398 16,0-2 37-16,-1-4 200 0,2-5 94 0,-1-6-930 16,1 0 485-16</inkml:trace>
  <inkml:trace contextRef="#ctx0" brushRef="#br0" timeOffset="94606.54">25210 11906 3527 0,'-12'-12'0'0,"9"11"0"0,3-1 0 0,-2-2 0 0,2 3 0 0,0-2 0 0,3 2 0 0,17-1 0 0,1 0 0 0,12-2 0 0,8 2 404 16,11 1-404-16,-1-3 0 0,4 2 0 0,-2 1 0 15,-3-2 0-15,-6 1 0 0,5 2 0 0,-10 0 0 16,-2 0 0-16,-3 0 0 0,-7 0-156 0,-1 0-144 16,-6 0 170-16,-3 0-889 0,-9 0 491 15,-1 0 245-15,-5 0 113 0,-2-6-400 0</inkml:trace>
  <inkml:trace contextRef="#ctx0" brushRef="#br0" timeOffset="95104.95">25807 11728 2075 0,'-11'-19'0'0,"3"4"0"0,4 6 0 0,1-5 0 0,0 3 0 0,3 4 0 0,0-3 0 0,10 5 0 0,9 1 0 0,0 2 0 0,5 2 285 0,-1 0-124 16,1 3 256-16,0 9-189 0,-5 1-86 0,4 6-57 16,-6 0 151-16,-8 3-100 0,-5 2-48 0,-4 5-26 15,0 3-148-15,-21 4 57 0,-1-3 34 0,-4-1-194 16,-1 0 113-16,-3-2 57 0,1-5 38 0,-9 5-643 16,2-4 244-16,-3-4 186 0,-1-3-477 0,-1 0 317 15,3-6 149-15,-3-2 88 0,9-5-301 16,4-6 190-16,5 0 95 0,4 0 48 15,8-4 1-15,-1-5 37 0,7-1 47 0,2 3 105 16,3-1-90-16,0 5-26 0,0-1-10 0,0 2 546 16,0 2-281-16,3 0-141 0,4 15 653 0,1 10-359 15,-2 1-171-15,0 7-98 0,-1 13 537 0,-3-1-313 16,-2 1-157-16,0 4-79 0,0-7 20 16,-2 9-136-16,-3-7 0 0,1-10 0 0,-2 0 0 0,-1-7 0 15,4-5 0-15,-2-3 0 16,1-8 0-16,1-3 0 0,-1-4 0 0,-1-5 0 15,2 0 0-15,1-1 0 0,2-12 0 0,0-4 0 16,0-2 0-16,4-4 0 0,8 7 0 0,4-5 0 16,3 5 0-16,4 1 0 0,-1 6 0 0,4 3 0 15,-3 5 0-15,7 1 0 0,-4 0 0 0,1 11 0 16,-6 9 0-16,1 1 0 0,-7 4 0 0,-4 3 0 16,-5 0 0-16,-5 2 0 0,-1-2 0 0,-1 0 0 15,-14-3 0-15,-6-3 0 16,-2-1 0-16,-3-6 0 0,-2-4 0 0,-4-4 0 15,-2-2 0-15,-3-5 0 0,-6 0 0 0,3 0 0 16,4-2 0-16,1-10 0 0,3-3 0 0,3-1 0 16,7-4 0-16,5-2 0 0,8-1 0 0,9 2 0 15,0 1-235-15,2-2-293 0,16 4 244 0</inkml:trace>
  <inkml:trace contextRef="#ctx0" brushRef="#br0" timeOffset="96569.57">26276 12310 1760 0,'-1'0'0'0,"-3"0"0"0,-1 0 0 0,4 2 4 0,1-2 1 0,0 0 0 0,0 0-1 0,0 0 1 0,0 0-1 0,0 0 0 0,0 3 337 0,1-1-150 0,8-2-74 0,2 2-38 16,2-2 83-16,1 0-67 0,2 2-28 15,-2-2-1-15,4 2 55 0,-2-2-42 16,0 0 10-16,-1 2-203 0,3-2 76 0,-2 0 38 15,1 2 0-15,0-1-473 0,1 3 265 0,0 0 77 16,-2 0-734-16,-2 6 413 0</inkml:trace>
  <inkml:trace contextRef="#ctx0" brushRef="#br0" timeOffset="96716.89">26282 12629 3186 0,'-21'10'0'0,"3"-1"0"0,9-3 0 0,-3-3 0 0,6-1 0 0,3-2 0 0,3 0 0 0,0 0 0 0,5 0 0 0,16 0 0 0,6 0 169 0,3 0-70 0,7 0 215 16,0 0-151-16,1 0-163 0,2 0 0 0,-2 0-267 16,0 0 52-16,2 10 126 0,-5 1-898 0,0 2 499 15</inkml:trace>
  <inkml:trace contextRef="#ctx0" brushRef="#br0" timeOffset="97037.31">27037 12067 3013 0,'-17'-17'0'0,"8"14"0"0,2 3 0 0,3 0 0 0,-1 0 0 0,0 0 0 0,-1 10 0 0,3 6 0 0,3 3 0 0,0 9 0 16,0 10 198-16,0 0-69 0,5 10 322 0,6 2-311 0,-1 4-140 15,1 0 0-15,-2 3 0 0,0-4 0 0,-2 2 0 0,-4-4 0 16,2-3 0-16,-2 0 0 0,0-11 0 0,-3 0-181 16,0-1-33-16,0-6 98 0,0-9-290 15,0 0 108-15,-3-10 131 0,0-2 42 16,2-6-451-16,1-3 268 0,0 0 135 0</inkml:trace>
  <inkml:trace contextRef="#ctx0" brushRef="#br0" timeOffset="97229.32">27194 12191 3233 0,'-4'-11'0'0,"1"8"0"0,3 1 0 0,0-2 0 0,0 2 0 0,6-2 0 0,17 0 0 0,3 1 0 0,6 1 0 0,4 0 0 0,7 1 119 0,-1-2 124 0,-1 3-101 15,-5 0-42-15,6 0-35 0,-4 0-180 0,-3 0 78 16,-2 0 38-16,-8 0-565 0,-4 3 312 0,-2 2 141 16,-5-2 75-16,-1 0-778 0,-6 0 401 0,-4-3 118 15,-1 0-264-15,-2 0 264 0,0 0 128 0</inkml:trace>
  <inkml:trace contextRef="#ctx0" brushRef="#br0" timeOffset="97743.1">27622 12071 1563 0,'-10'-17'0'0,"2"3"0"0,6 3 0 0,1-4 0 0,1 3 0 0,0 3 0 0,5 3 0 0,11 1 0 0,1 2 0 0,6 2 0 0,0 1 102 0,2 0-31 16,0 5 163-16,-4 6-97 0,-2-1-38 0,3 3-11 16,-7 0 22-16,0 4-35 0,-7 0 0 15,-4 4-121-15,-4-1 53 0,0 7-10 16,-4-3 43-16,-11 0-369 0,-1 3 184 0,-3-2 92 16,2-5-412-16,-6 5 229 0,0-8 57 0,4 1 75 0,-4-3-165 0,2-4 115 15,0-1 47 1,-2-3 39-16,3 0-3 0,3-3 31 0,1-2 1 0,6 0 280 15,0 0-150-15,-1-2-61 0,4 0-34 16,2 0 206-16,-5 0-106 0,6 0-65 0,-2 0 624 0,1-2-315 16,-2 0-136-16,-3-1-82 0,0 0 239 0,0 2-160 15,-6 1-71-15,2 0-51 16,-2 0 59-16,0 0-50 0,-2 5 1 0,-1 8-74 0,-2 6 25 0,7 6 0 16,-2 3-1-16,3 6 46 0,1-1-46 0,7 4 11 15,4 1 26-15,1 1 0 16,0-5-36-16,1 0-1 0,13-7-34 0,-1-4-5 15,6 0 0-15,-2-8 0 0,1-3 0 0,3-4 0 16,2-5 0-16,-3-3 0 0,0 0 0 0,4-11 0 16,-6-7 0-16,-1-6 0 0,-2-2-94 0,0-4 33 15,-2-1-42-15,-3-1 24 0,-2-1 34 16,-1 2 0-16,-4 3 83 0,-1 6-35 0,-2 2-30 0,0 9-29 16,0 0 435-16,0 5-289 0,0 4-90 15,-2 2 0-15,-1 0 0 0,-1 10 0 16,4 10 0-16,0 4 0 0,0 2 0 0,0 4 0 15,2 1 0-15,5-1 0 0,6 1 0 0,2-6 0 16,3 2 0-16,-4-9 0 0,4 0 0 0,-1-4 0 16,1-2-431-16,-1-7 68 0,1-1 162 0,-2-4 71 15,2 0-392-15,0 0 241 0,3-13 121 0,-1-2-373 16,0-6 247-16,-1-8 114 0</inkml:trace>
  <inkml:trace contextRef="#ctx0" brushRef="#br0" timeOffset="97952.17">28135 11829 3239 0,'1'-15'0'0,"-1"6"0"0,0 1 0 0,0 4 0 0,0 3 0 0,0-1 0 0,0 2 0 0,0 11 0 0,0 17 0 0,0 10 0 0,0 9 114 0,0 7 464 16,0 13-578-16,0-1 0 0,0 4 0 0,0 1 0 15,0-5 0-15,0 17 0 0,0-10 0 0,0-2 0 16,0-1 0-16,0-1 0 0,0-7 0 0,0 11 0 15,0-5 0-15,-4 0 0 0,-3-4-10 0,-1-12-424 16,-1 2 105-16,1-4 150 0,-2-7-343 0,5-8 241 16</inkml:trace>
  <inkml:trace contextRef="#ctx0" brushRef="#br0" timeOffset="98637.98">28468 12396 2475 0,'-8'-2'0'0,"5"2"0"0,1 0 0 0,0 0 0 0,1 2 0 16,1 0 0-16,0-2 0 0,0 2 0 0,0-2 0 0,0 2 0 0,0 0 116 0,3-1-37 0,5 2-95 0,2-2 39 0,0 1-10 0,2 1-176 0,5-2 101 0,-4 3 52 16,8-2 25-16,-2 4-686 15</inkml:trace>
  <inkml:trace contextRef="#ctx0" brushRef="#br0" timeOffset="100020.93">28925 12049 1458 0,'-2'-5'0'0,"0"4"0"0,2-1 0 0,-3 1 0 0,3 1 0 0,0 0 0 16,-2 10 0-16,2 11 0 0,0 6 0 0,-5 3 0 0,4 11 119 0,-3 1-39 0,3 1 272 0,-4 4-156 0,3-6-68 0,0 11-48 16,1-5 139-16,-1-1-89 0,0-4-45 15,2-4-10-15,-3 1-34 0,3-3-1 0,0-4 1 0,0-4-198 16,0-5 98-16,0-2 60 16,0-9-9-16,0-3-393 0,0 0 169 0,5-9 128 15,4 0-603-15,5-4 323 0</inkml:trace>
  <inkml:trace contextRef="#ctx0" brushRef="#br0" timeOffset="100236.27">28999 12197 2349 0,'-9'-7'0'0,"6"3"0"0,-1 2 0 0,2 2 0 0,2 0 0 0,0 0 0 0,18 0 0 0,6 0 0 0,9 0 0 15,7 0 0-15,0-2 427 0,8-1-193 0,-7-1-87 0,13 0-7 0,-3-2-50 16,-2 2 0-16,-2-1-49 0,-4 2-114 0,-8-2 67 15,2 3 19-15,-7 0-1 0,-9 1-346 0,-3-1 187 16,-4 2 94-16,-7 0 57 0,-2 0-574 0,-3 0 195 16,-2 0 172-16,0 0-233 0,0 0 198 0,-12 0 89 15,0 0 59-15,-1 0-84 0,1-5 67 0,1-7 33 16</inkml:trace>
  <inkml:trace contextRef="#ctx0" brushRef="#br0" timeOffset="100760.06">29533 11962 1321 0,'0'-9'0'0,"0"2"0"0,0 3 0 0,3 0 0 0,4 2 0 0,1-1 0 0,3 2 0 0,0 1 0 0,2 0 0 0,2 0 0 0,0 4 114 0,0 4-43 0,1 1 1 16,0 0 172-16,-2 3-101 0,-2-1-52 0,-1 2-14 15,-4 0-66-15,-2 1 30 0,-5 1-1 0,0 2-199 16,-3 3 100-16,-13-1 60 0,-7 1-224 16,-3 0 127-16,-4 2 67 0,-2-3-19 15,1 0-246-15,-4-4 107 0,2 0 82 0,1-2-14 16,0-3-11-16,1 0 45 0,6-4-10 0,3-2-5 15,2-1 29-15,8-1 1 0,1-2 29 0,6 0 90 16,1 0-55-16,4 0 10 0,0 0 193 0,0 0-119 16,0 0-42-16,6 0-35 0,1 6 379 0,-1 1-187 15,0 6-57-15,-4-1-58 0,0 6 188 0,-2 9-112 16,0-5-47-16,0 8 255 0,-10 0-161 0,2 0-80 16,-1 1-41-16,2-6 139 15,1-2-78-15,-2 2-56 0,3-2-69 0,-1-5 25 16,3-3-1-16,1-4 1 0,-1-1-105 0,3-5 47 15,-2-1 29-15,2-4 0 0,0 0-85 0,0 0 58 16,0 0 22-16,0-5-7 0,0-5-9 0,0-1-1 16,5-2-19-16,2 2 74 0,0-1-23 0,3 3-19 15,3 1 105-15,0 3-48 0,1 1-14 0,1 2-1 16,3 2 38-16,0 0-6 16,-2 8-25-16,1 3-21 0,0 4-48 0,-4 0 51 15,-2 2 17-15,-3 2-64 0,0-1-3 0,-5 1 46 16,-1-2-2-16,-2 2 22 0,0-4-24 0,-5 0 2 15,-9-2-19-15,1-1-9 0,-4-1 0 0,-1-4 0 16,-3-4 0-16,1 2 0 0,1-4 0 0,0-1 0 16,1 0 0-16,4 0 0 0,-2-3 0 0,2-7 0 15,6 1-19-15,-2-5-56 0,7-1 30 0,-1-1-276 16,4-5 118-16,0-3 94 0,4-2-616 0,12-3 343 16,10-2 170-16,4 0 86 15</inkml:trace>
  <inkml:trace contextRef="#ctx0" brushRef="#br0" timeOffset="101046.28">29996 11861 2585 0,'1'-18'0'0,"1"7"0"0,-2 2 0 0,0 0 0 0,0 2 0 0,0 1 0 0,0 4 0 0,0 0 0 0,0 1 0 0,0 1 0 0,0 0 168 0,0 6-63 0,0 15 68 16,0 9-66-16,0 6-22 0,0 11 183 0,0 2-113 15,0 7-57-15,0 10 89 0,0-2-187 0,-2-3 0 16,1 13 0-16,-6-2 0 0,3 1 0 0,-5 0 0 16,0-4 0-16,-1-8 0 0,-3 10 0 0,3-18 0 15,0 1 0-15,0-3 0 0,3-6 0 0,-1-9 0 16,1 0 0-16,-1-7 0 0,3-8 0 0,-1-2 0 16,0-8 0-16,3-1 0 15,0-7 0-15,1 1-560 0,-1-4 250 0,1 0 135 16,-1 0 66-16,3 0-527 0,0 0 302 0,0-10 147 15</inkml:trace>
  <inkml:trace contextRef="#ctx0" brushRef="#br0" timeOffset="101922.07">30604 12387 1998 0,'-4'-22'0'0,"0"7"0"0,4 1 0 0,-4-3 0 0,1 1 0 0,-4-3 0 0,-1 4 0 0,-4-2 0 0,-3 4 0 0,-3 1 0 0,-2 3 165 16,-7 5-63-16,-3 4-31 0,-2 0 10 0,-9 4-41 15,11 7-1-15,-3 4 1 0,3 3 162 0,6 2-81 16,6-2-31-16,6 1-10 0,4 0 106 0,6 2-74 15,2-1-36-15,0 5 70 0,12-8-43 0,8 3-37 16,3-2 0-16,0-2-62 0,2-2 35 0,-2-2 1 16,-5-3 10-16,-1 3-50 15,-4-2 1-15,-7-3 12 0,-1 2-29 0,-3 2 15 0,-2-3 9 16,-2 2 1-16,-18-2-9 0,-3 3 0 0,-6-1 0 16,-4 0 0-16,-2 0 0 0,3-3 0 15,3 0 0-15,5-3-101 0,4-2-20 0,9 0 64 16,0-2 30-16,2 0-287 0,9 0 150 0,0-6 52 15,16-10-557-15,14-9 314 0,10-1 148 0,3-2 88 16,4-3-532-16,1 4 305 0,-2 2 153 0,-2 2-74 16,-12 6 128-16,3 2 50 0,-10 6 89 0,-3 2 188 15,-9 5-134-15,0 0-47 0,-6 2-10 16,-1 0 554-16,-1 9-295 0,-4 4-148 0,-1 5 322 0,0 3-107 16,0 0-145-16,-10 6-8 15,3-5 342-15,0-3-236 0,-1 2-119 0,0-2-58 16,5-7 4-16,-1 0-36 0,2-3-1 0,-1-3-418 15,3-4 196-15,0-1 97 0,0-1 60 0,0 0-468 16,3-10 254-16,6-11 44 0,1-4-385 0,1-3 252 16,0-4 121-16,3-11 76 0,-5 0-64 0,2-4 64 15,-1-4 33-15,1-11-1 16,1 10-101-16,-1-5 72 0,-1 6 31 0,1 14-6 16,3 0 37-16,-6 11-10 0,3 5 10 0,-4 9 430 15,3 3-229-15,0 6-100 0,-1 3-51 0,-1 7 483 16,3 15-244-16,-6 5-50 0,1 3 67 0,-3 9-112 15,-1 2-58-15,-2-1-18 0,0 12 217 0,0-5-128 16,-7 0-63-16,0-2 92 0,-3-3-78 16,2-6-30-16,-1-3-9 0,4-5-69 0,-2-8 29 0,6-5 1 15,-4-3-119-15,4-6 69 0,-1-2 20 0,2-4 0 16,0 0-21-16,0-4 25 16,0-10-20-16,8-3 50 0,4 1-97 0,-2-3 36 15,6 2-21-15,-4 1 68 0,2 4-37 0,4 1 14 16,-3 4-14-16,0 2 108 0,0 4-39 0,1 1 0 15,-4 0 75-15,0 15-49 0,-2 6-19 0,0 4 0 16,-2 4 82-16,-5-2-151 0,-1 3 0 16,1-5 0-16,-1 7 0 0,-2-11 0 0,2 0 0 0,-2-4 0 15,0-6 0-15,3-2 0 16,-1-3 0-16,0-3 0 0,3-3 0 0,1 0 0 16,4-6 0-16,-1-6-125 0,2-1 27 15,-1-5 50-15,-1 6-368 0,-1-1 189 0,3 1 93 0,-4 4 37 16,2 3-273-16,2 4 165 0,-1 1 83 15,0 0-268-15</inkml:trace>
  <inkml:trace contextRef="#ctx0" brushRef="#br0" timeOffset="103342.68">31443 12107 1024 0,'0'-8'0'16,"0"3"0"-16,0 1 0 0,0 1 0 0,-1-1 0 0,-1 0 0 0,-3 0 0 0,-3 2 0 0,-2 2 0 0,-1 0 0 0,-7 7 87 0,1 11-47 0,-4 4 257 0,-4 6-118 0,-1 10-75 15,3 0 337-15,2 0-200 16,5 6-101-16,5-2-50 0,3-8 353 0,3 5-206 16,5 0-99-16,0-3 96 0,0-3-97 0,1 0-49 15,8-10-77-15,6 6-11 0,-2-7 0 0,1-3 0 16,0 0 0-16,2-3 0 0,-2-4 0 0,2 0 0 15,0-1-158-15,-4-4 29 0,1-2 84 0,-3 1 53 16,-1-2-764-16,-3 2 362 0,-2-4 153 0,2 1-384 16,-3 1 292-16,-1-1 137 0,0-2 83 15</inkml:trace>
  <inkml:trace contextRef="#ctx0" brushRef="#br0" timeOffset="103851.8">31547 12220 2256 0,'-4'-6'0'0,"1"4"0"0,3 1 0 0,0-1 0 0,0 2 0 0,0 0 0 0,0 0 0 0,13 0 0 0,2-2 0 0,8 0 0 0,6-1 109 0,-1 2-33 0,3-3 341 15,1-2-188-15,-2 3-93 16,-6-3-37-16,12 1-11 0,-9 1 0 0,0 0-46 0,-1 0-305 0,1 3 152 16,-7-2 87-16,0 2 28 0,0-1-708 15,-4 0 369-15,-4 0 98 0,-3 1-568 0</inkml:trace>
  <inkml:trace contextRef="#ctx0" brushRef="#br0" timeOffset="104023.55">31938 12014 1797 0,'3'0'0'0,"4"0"0"0,6 5 0 0,1-1 0 0,0-2 0 0,0 2 0 0,-1-1 0 0,1 3 0 0,-3-1 0 0,2 5 0 0,-4-1 129 0,-1 2-44 0,0 3 123 0,-6 0-82 16,0 3-33-16,-2 1-9 0,0 6-397 0,-15 0 177 16,-2 1 89-16,-3 1-513 0,-1 0 287 0,0 3 140 15,-2-4 71-15,0 3-416 0,0 1 219 0</inkml:trace>
  <inkml:trace contextRef="#ctx0" brushRef="#br0" timeOffset="104400.8">31788 12528 1026 0,'-8'11'0'0,"-1"5"0"0,1-2 0 0,8-4 0 0,-3-1 0 0,3-1 0 0,0-3 0 0,0-1 0 0,0-3 0 0,0 2 0 16,0-3 106-16,0 0-21 0,0 0-11 0,3 0 135 0,-3 0-83 0,6-6-42 16,-2-4 25-16,-4 1-23 15,3-6-10-15,-3 1-34 0,0 2 52 0,0-3-26 0,0 2 0 0,0-1 20 16,-7 2-46-16,-4 0-1 0,1 2 1 0,-5 3 24 15,3 4-24-15,-6 0 10 0,1 3-11 0,-2 0 34 16,-2 8 0-16,1 7-33 0,2 6 34 0,3-3 10 16,-1 9-44-16,5-3 0 0,3 0 35 0,5-3-35 15,1 2-1-15,2-3 64 16,0-1-64-16,2 0 1 0,4-4 0 0,6-4-66 16,1-1 33-16,1-3 11 0,6-3 22 0,-2-4-97 15,2 0 46-15,1 0 15 0,-3-4-138 0,1-5 72 16,-5-3 38-16,-1 3 2 0,-5 3-36 0,-3-4 12 15,2 4 1-15,-7 0 79 0,2 5-18 0,2-2-26 16,-4 1-14-16,0 1 286 0,0 1-122 0,0 0-64 16,0 0-19-16,0 9 84 0,0 2-38 0,0 0-96 15,0 2-9-15,4 2 0 16,3 1 0-16,3-4 0 0,4 3-363 0,-2-1 162 16,6-3 94-16,-1 0-301 0,2-2 157 0,-1 0 112 15,2-3-2-15,0-1-534 0,-2 0 317 0</inkml:trace>
  <inkml:trace contextRef="#ctx0" brushRef="#br0" timeOffset="105105.05">32223 12644 2633 0,'0'0'-14'0,"0"0"3"15,0 0 3-15,0 0 1 0,0 0 2 0,0 0-8 0,0 0 4 0,0 2 3 0,0 2 3 0,0 1 1 0,-5 2 201 0,3 2-68 0,-6 2-50 0,1-2 3 0,-1 2-42 16,-1 1 1-16,1-1-1 16,-2 1-218-16,0 1 104 0,3-5 57 0,1 4-502 0,-1-4 279 0,2-1 135 0,0-1 83 15,4-1-761-15</inkml:trace>
  <inkml:trace contextRef="#ctx0" brushRef="#br0" timeOffset="105330.19">32343 12300 3023 0,'-4'-23'-1'0,"1"15"1"0,3 5 0 0,0 2 0 0,0-2 0 0,3 2 0 0,6-1 0 0,4-2 0 0,6 1 0 0,4-2 0 0,2 2 104 15,6 1 332-15,1 0-186 0,1 1-131 0,-1-1-119 16,3 0 0-16,-3 0 0 0,-1 1 0 0,-4-2-328 15,5 3 138-15,-9 0 117 0,0 0-306 0,-6 0 211 16,1 0 105-16,-8 0-69 0,1 0-773 16,-7 0 431-16</inkml:trace>
  <inkml:trace contextRef="#ctx0" brushRef="#br0" timeOffset="105810.99">32704 12035 1783 0,'3'-1'0'0,"4"-1"0"0,8 0 0 0,7 2 0 0,0 0 0 0,-1 0 0 0,2 0 0 0,-4 0 0 0,4 8 0 0,-3 4 0 0,-3 2 116 0,-1 2 129 0,-2 5-101 0,-6-2-50 16,0 7-356-16,-8-3 153 15,0 4 86-15,-8 1 28 0,-10 0-235 0,-4 0 135 16,-6-2 67-16,1-2 35 0,-3 1-590 0,-3-4 236 16,1-4 159-16,2-5-98 0,2 0 143 0,0-2 72 15,4-3 42-15,1-3 29 0,6-3 0 0,0 3 0 16,9 3 226-16,-2-3-157 15,5 6-67-15,0 1-18 0,5 4 421 0,0 4-173 0,0 1-120 0,0 5 14 16,0-2 148-16,0 5-105 0,0-1-63 0,0-2 137 16,0 2-100-16,-7-3-50 0,-2-3 10 0,2 1 33 15,-3-6-47-15,1 0 0 0,1-6-7 16,0-3-40-16,3-1 11 0,0-4-10 16,1-2 59-16,0 0-30 0,4-6 0 0,0-9-30 15,4-2-2-15,8-6 2 0,6 5 0 0,1-3-64 16,4 4 32-16,2 3 0 0,-3 3 43 0,10 0-51 15,-7 6 32-15,-2 3 7 0,0 2-57 0,-8 0 0 16,3 2 47-16,-7 9 1 16,-3 5-40-16,0-2 34 0,-6 5-14 0,-2 0 11 15,0 2 71-15,-12 2-36 0,-1-3 6 0,-4-2-16 16,2-5-15-16,-5 2-3 16,3-3 12-16,-2-4-108 0,2 0 47 0,2-3 0 0,0-4-332 0,0-1 178 15,6 0 79-15,1 0 47 16,2 0-488-16,2-4 245 0,4-7 123 0,0-4 51 0,0-4-437 0,12-5 255 15</inkml:trace>
  <inkml:trace contextRef="#ctx0" brushRef="#br0" timeOffset="106015.55">32982 12365 2142 0,'4'-8'0'0,"4"6"0"0,7 2 0 0,2 0 0 0,1 0 0 0,0 2 0 0,-1 9 0 0,1 3 0 0,1 4 0 0,0 5 0 0,-5 4 336 0,-3 5-148 0,-2 1-74 0,-6 2 83 16,-1-1-84-16,-2 2-37 0,-2-2 1 0,-11-1-88 16,-9-1 25-16,1-4 10 15,-3 1 16-15,1-5-121 0,-2-1 61 0,0-5 29 16,2-1-170-16,4-6 109 0,-2-1 41 0,-1-2-26 16,2-3-619-16,0-2 265 0,3-3 176 0,2 0-374 15</inkml:trace>
  <inkml:trace contextRef="#ctx0" brushRef="#br0" timeOffset="106436.57">32239 11579 1888 0,'0'-25'0'0,"0"10"0"0,0 6 0 0,-3 2 0 0,1 2 0 0,-1 1 0 0,-2 0 0 0,-3 3 0 0,-1-2 0 0,1 3 0 0,-9 0 170 0,-1 13-60 0,-4 6-38 0,-9 7-1 15,-1 4 51-15,-3 2-41 0,-1 2 1 0,-1 4-55 16,0-3-11-16,2 1 25 0,4-4 0 16,7-7-74-16,3 1 36 0,6-6 10 0,-2 1-267 15,9-4 131-15,3-6 78 0,3-2 0 16,2-1-248-16,0-4 101 0,0-2 91 0,5-2-383 0,11 0 222 15,5-2 110-15,5-14 57 16,-1 0-210-16</inkml:trace>
  <inkml:trace contextRef="#ctx0" brushRef="#br0" timeOffset="106665.7">32123 11620 1600 0,'8'-21'0'0,"2"7"0"0,-5 5 0 0,4 0 0 16,-1 1 0-16,3 2 0 0,-4 2 0 0,3 2 0 0,0 2 0 0,0 0 0 0,4 0 425 0,-1 12-193 0,0 3-86 0,4 7 264 0,1 2-186 15,2 5-91-15,-2 4-47 16,1-1 195-16,2-3-109 0,-4 3-70 0,3-2 18 0,-2-3-120 0,-1-2 0 0,-1-2 0 16,-4-6 0-16,5 0 0 15,-9-5 0-15,2-2 0 0,-2 0 0 0,-4-5 0 16,-1-2 0-16,-1 0 0 0,-1-3 0 0,-1 0 0 16,0 0 0-16,0 0 0 0,0 0 0 0,0 0-36 15,0 0-7-15,0 0-593 0,0-3 298 0,-1 2 139 16,1-1-255-16,0 0 207 0</inkml:trace>
  <inkml:trace contextRef="#ctx0" brushRef="#br0" timeOffset="106824.63">32871 12135 2648 0,'-9'-17'0'0,"4"17"0"0,5 0 0 0,0 0 0 0,-1 0 0 0,-1 0 0 0,-2 0 0 0,1 0 0 0,-1 4 0 0,0 6 0 0,1 2 78 0,-1 4-615 16</inkml:trace>
  <inkml:trace contextRef="#ctx0" brushRef="#br0" timeOffset="110310.92">28863 13202 2440 0,'-2'-6'0'0,"-2"1"0"0,2-1 0 0,2 0 0 0,-2 3 0 0,2 1 0 0,0 0 0 0,0 0 0 0,0 2 0 0,0 0 0 0,0 0 141 0,0 0-44 0,0 0 12 15,0 0 47-15,2 2-52 0,0 2 0 0,2 2 185 16,0-5-119-16,1 3-46 16,1-3-12-16,-1 4-27 0,7-3-85 0,1-2 0 15,6 0 0-15,4 0 0 0,7 0 0 0,3 0 0 16,6 0 0-16,-6 3 0 0,7 2 0 0,-2 4 0 16,2-2 0-16,-5-1 0 0,1 2 0 0,0 0 0 15,-5-1 0-15,-3-2 0 0,4 4 0 0,-5-5 0 16,-4-2 0-16,1-1 0 15,-3 2 0-15,-1-3 0 0,-3 0 0 0,0 0 0 0,-3 0 0 0,-2 0 0 16,-2-3 0-16,0 2 0 16,-3-5 0-16,0 1 0 0,-1-4 0 0,-1 2 0 15,2-2 0-15,-2 2 0 0,-1-6 0 0,1 4 0 16,-1-1 0-16,1 0 0 0,0 1 0 0,0 0 0 16,-1 1 0-16,-1 1 0 0,-1 1 0 0,1-1 0 15,0 4 0-15,0-1 0 0,-3 3 0 0,0-1 0 16,2 2 0-16,1 0 0 0,1 0 0 0,3 10 0 15,1 4-31-15,9 7-687 0,2 0 333 16</inkml:trace>
  <inkml:trace contextRef="#ctx0" brushRef="#br0" timeOffset="114051.66">31513 13112 1377 0,'-8'-6'0'0,"3"0"0"0,-2 1 0 0,2 1 0 0,0 0 0 15,0 1 0-15,2-1 0 0,-1 1 0 0,1-2 0 0,0 2 0 0,1-1 111 0,2 1-12 0,-2 0 76 0,2 1-66 0,0 0-32 0,0 1 1 16,0-2 165-16,0 2-105 0,2-1-47 0,3 0 98 16,4 1-72-16,2 1-36 0,2 0 10 0,4 0 77 15,5 0-61-15,6 0-32 16,4 0 116-16,10 0-73 0,-3 0-25 0,15 0-12 15,12 0 41-15,-1 0-122 0,7 0 0 0,16 0 0 16,-11 0 0-16,21 0 0 0,-9 0 0 0,1 0 0 16,-2 0 0-16,-12 0 0 0,8 0 0 0,-1 5 0 15,-5-4 0-15,-5 3 0 0,-1-4 0 0,-1 0 0 16,-17 0 0-16,6 0 0 0,-7 0 0 0,-5 0 0 16,-13 0 0-16,-3-1 0 0,-9-2 0 0,-6 2 0 15,-7-1 0-15,-2 0 0 0,-6 1 0 0,-2-1 0 16,0-1 0-16,0 2 0 0,-13 1 0 0,-4 0 0 15,-6 0-737-15</inkml:trace>
  <inkml:trace contextRef="#ctx0" brushRef="#br0" timeOffset="121891.05">31866 13769 2292 0,'-5'0'-12'0,"2"-1"2"0,0-2 4 0,3 2 0 0,0-1 2 0,0-1-9 0,3-3 5 0,9 0 4 0,3-2 2 0,3 1 2 0,3-2 101 16,5 0-29-16,-8 6 338 0,8-3-190 0,-1 2-88 0,-3 3 97 16,0-1-93-16,1 2-47 15,-4 0 11-15,2 0-96 0,1 0 39 0,-4 5 0 0,2 0 0 0,0 1-277 0,-1-2 149 16,0 0 59-16,-1-3-614 16,-1 4 290-16,3-4 178 0,-6 3 14 0,-1 2-328 15,-5 0 227-15</inkml:trace>
  <inkml:trace contextRef="#ctx0" brushRef="#br0" timeOffset="122076.09">32005 14043 3213 0,'-19'8'0'0,"8"-1"0"0,-1 1 0 0,8-6 0 0,-1-2 0 0,5 0 0 0,0 0 0 0,5 0 0 0,12 0 0 0,10 0 0 0,0 0 218 0,3 0-88 0,1 0 240 0,-3 0-370 15,2-2 0-15,-3 0 0 0,-4 2 0 0,3 0 0 16,-5 0 0-16,4 0-170 0,-4 0-83 0,5 0 147 15,-3 0 75-15,2 0-434 0,-2 0 247 0,1 0-73 16,4 0-516-16,-3 0 381 0</inkml:trace>
  <inkml:trace contextRef="#ctx0" brushRef="#br0" timeOffset="122554.4">32836 13765 3163 0,'0'-12'0'0,"0"7"0"0,-4-2 0 0,1 1 0 0,0-1 0 16,-2 2 0-16,1 4 0 0,-2-1 0 0,-1 0 0 0,2 2 0 0,0 0 534 0,0 10-300 0,1 5-234 0,-2 1 0 0,1 5 0 0,4 3 0 15,-1 1 0-15,2-1 0 0,0-1 0 0,0 6 0 16,0 0 0-16,3-4 0 16,4-1 0-16,6-1 0 0,-5-4 0 0,9 4 0 15,-4-1 0-15,4-4 0 0,-4-3 0 0,5 0 0 16,1 0 0-16,1-1 0 0,5-3 0 0,-6-6 0 15,2 1 0-15,2-4 0 0,-2-2 0 0,5 0 0 16,-3 0 0-16,2-8 0 0,0-4 0 0,-3-3 0 16,-4-3 0-16,5-3 0 0,-2 1 0 0,-5 0 0 15,1-3 0-15,-4 4 0 16,2-7 0-16,-2 3 0 0,-4-2 0 0,-2 2 0 0,-2-2 0 16,-3 1 0-16,0-5 0 0,-2 3 0 15,0-2 0-15,-4 1 0 0,-8 1 0 0,-2 6 0 16,-4-6 0-16,-2 3 0 0,0 4 0 0,-3 2 0 15,3 4 0-15,1 2 0 0,-2 3 0 0,1 1 0 16,3 3 0-16,-1 1 0 0,3 3 0 0,-3 0 0 16,4 0 0-16,-4 3 0 0,1 12 0 0,1 3 0 15,0-1 0-15,3 2 0 0,-4 4 0 16,8-4 0-16,-5 1 0 0,6 1 0 16,0-2 0-16,1-2 0 0,5-1 0 0,-3-1 0 15,4-1 0-15,1-2 0 0,0 1 0 0,0-4 0 16,0 0 0-16,0 0 0 0,1 1 0 0,6 1-438 15,2-2-187-15,2 1 283 0,-3 1 155 0</inkml:trace>
  <inkml:trace contextRef="#ctx0" brushRef="#br0" timeOffset="146666.01">23759 10746 2624 0,'0'-17'-2'0,"0"14"2"0,0 3 0 0,7 0 0 0,4 0 0 0,6 0 0 0,3 0 0 0,5 0 0 0,6 0 0 0,1-1 0 0,7-1 214 0,0 2-74 0,9 0-53 16,-4 0-1-16,-3 0-192 0,0 0 75 0,-6 0 37 15,0 2 12-15,-3 3-466 0,-5 1 244 16,-6 1 122-16,0 1-733 0,-10-2 319 0</inkml:trace>
  <inkml:trace contextRef="#ctx0" brushRef="#br0" timeOffset="146815.54">23792 10969 2567 0,'-28'0'0'0,"7"0"0"0,10 4 0 0,6-2 0 0,5-1 0 0,0 1 0 0,3 0 0 0,15 0 0 0,14-2 0 0,16 0 0 0,2 0 130 16,18 0 3-16,-6-2-46 0,-5-2 11 0,17-1-56 15,-10-2-407-15,-13 1 203 0,5 2 103 0,-5-4-281 16,-10 3-246-16</inkml:trace>
  <inkml:trace contextRef="#ctx0" brushRef="#br0" timeOffset="147023.1">24276 10490 2827 0,'-5'-17'0'0,"5"7"0"0,0 1 0 16,0 3 0-16,9 4 0 0,10 2 0 0,7 0 0 0,12 11 0 0,-2 5 0 0,9 5 0 0,-1 5 187 0,4 4-61 0,-4 3-48 16,0 2 17-16,-6-4-27 0,-3 3 1 0,-10-7-135 15,-5 1 65-15,-5-1 16 0,-11-1 0 0,-4 2-150 0,-9 2 89 16,-18 0 43-16,-10 3-182 0,-16 5 86 16,0 0 66-16,-5-1-33 15,-2 2-436-15,-2 0 203 0,0 4 112 0,0 2 78 0,-2 2-529 0</inkml:trace>
  <inkml:trace contextRef="#ctx0" brushRef="#br0" timeOffset="147221.65">22886 11968 3402 0,'-18'-22'0'16,"13"18"0"-16,5 1 0 0,0 2 0 0,2-1 0 0,19-2 0 0,7-2 0 0,12 3 0 0,5-3 0 0,2 3 0 0,4 1 127 0,14 0-43 0,-10 2-283 0,5 0 114 16,-1 0 64-16,-8 4-287 0,-3 5 175 0,-13 0 96 0,-1 5 34 15,-11-3-908-15</inkml:trace>
  <inkml:trace contextRef="#ctx0" brushRef="#br0" timeOffset="147380.09">22789 12266 2875 0,'-16'-1'0'0,"11"1"0"0,5 0 0 0,0 0 0 0,2 0 0 0,15 0 0 0,13 0 0 0,7-3 0 0,22 0 0 0,-1-4 0 0,17-3 159 0,-5 1-59 0,1-2-28 0,-4 1-480 16,-3 0 225-16,-13 4 124 0,-1-2 45 0,-10 4-367 16,-3-1 201-16,-6-3 102 0</inkml:trace>
  <inkml:trace contextRef="#ctx0" brushRef="#br0" timeOffset="147574.19">23213 11736 2567 0,'-12'-22'0'0,"7"9"0"0,5 6 0 0,0-2 0 0,4 3 0 0,20 0 0 0,8 6 0 0,9 0 0 0,10 9 0 0,8 7 0 0,-1 6 269 16,0 5-113-16,-1 6 160 0,-16-1-138 0,0 8-57 15,-8-1-44-15,-10 2 15 0,-11 1 0 0,-12 1-50 16,-3 2-21-16,-29 7-21 0,-30 11 0 0,-7-3 0 15,-11 6 0-15,-8 3 0 0,-4 2 0 16,1 1 0-16,3 3-1 0,-11 9-205 0,7 3 121 0</inkml:trace>
  <inkml:trace contextRef="#ctx0" brushRef="#br0" timeOffset="149771.97">21654 13572 2414 0,'-4'-7'0'0,"3"5"0"0,1 2 0 0,0 0 0 0,0 11 0 0,0 2 0 0,0 9 0 0,0 4 0 0,0 5 0 0,0 11 0 0,0-3 183 0,3 12 182 0,3-3-163 0,-1 2-81 16,2 0-41-16,0-4-10 0,-2-4 10 0,4 11-40 15,0-10 0-15,0-2-311 0,-2-9 155 16,0 4 78-16,0-10 49 0,0 0-233 0,-2-3 131 16,1-8 40-16,-4-5-645 0,1-5 298 0,-1-5 168 15,0 0-294-15,1-13 242 0</inkml:trace>
  <inkml:trace contextRef="#ctx0" brushRef="#br0" timeOffset="149921.38">21755 13840 1897 0,'0'-16'0'0,"0"5"0"0,0 2 0 0,8 3 0 0,2 2 0 16,2-1 0-16,7 2 0 0,6-1 0 0,-2 2 0 0,9 2 0 0,-5 0 83 0,6 0 120 0,-4 0-82 0,4 0-40 0,-3 0-306 15,4 4 127-15,-1 0 69 0,-1-3 34 16,-3 1-246-16,-6-2 141 0,0 0 79 0,-6 0-572 0,-6 0 295 15</inkml:trace>
  <inkml:trace contextRef="#ctx0" brushRef="#br0" timeOffset="150467.37">22214 13716 1681 0,'-15'-15'0'0,"0"2"0"0,2 2 0 0,4-2 0 0,0 6 0 0,4-3 0 0,1 4 0 0,4 0 0 0,0 3 0 0,6 1 0 0,13 0 88 0,4 2 1 0,0 0 36 0,6 4-32 15,1 5-11-15,2 2-42 0,1 1 35 0,1-1 0 16,-4 1-35-16,-5-1 56 0,-1 2-56 0,-4 2 0 15,-10-2 0-15,-2 1-170 0,-6 4 85 0,-2-1 52 16,-6 2-199-16,-10-1 92 0,-5 0 61 0,-2-2 6 16,-2 0-138-16,4-5 54 0,-6 3 55 0,8-4-18 15,1-2-304-15,0-1 172 16,6 2 76-16,-2-2-192 0,5 2 144 0,2 0 72 16,0 0 37-16,2-1-51 0,3-1 41 0,0-1 85 15,0 0 106-15,0-1-92 0,1-1-28 0,-1-2 1 16,-2-1 161-16,1 1-89 0,-4-2-50 15,0 0 1-15,0 0 561 0,-1 0-216 0,-4 0-162 0,1 0 300 16,-1 0-227-16,-2 0-113 0,-1 0-56 16,-2 0 109-16,1 0-73 0,-3 0-51 15,-1 10 40-15,-1 3-42 0,0 3 1 0,0 6-41 16,2 3 123-16,2 0-66 0,4 7-29 0,1 2 0 16,5 1 34-16,5 3-32 0,2-4 11 0,0 0 10 15,4-6-91-15,12-2 0 0,2-6 0 0,3-2 0 16,0-6 0-16,1-6 0 0,2 0-239 0,-3-6 121 15,-1 0 75-15,-1 0 8 0,-3-3-18 0,-3-11 31 16,1-6-65-16,-6-3-26 0,0-1 25 0,-1-2 26 16,-3-5-24-16,-1-1 93 15,2 2 0-15,-3 1-47 0,-1 7 0 0,1 1 245 16,-2 5-94-16,0 5-60 0,0 3 325 0,0 3-178 16,0 3-127-16,0-1-71 0,0 3 0 0,0 3 0 15,0 10 0-15,2 0 0 0,0 6 0 0,0-2 0 16,3 4 0-16,-1-3 0 0,1 3 0 0,2 0 0 15,-2-3 0-15,1 0-36 0,-1 2-207 0,-1-5 123 16,1 0-594-16,2 0 338 0,-2-4 168 16,0 1 84-16,1-5-565 0,6 1 329 15</inkml:trace>
  <inkml:trace contextRef="#ctx0" brushRef="#br0" timeOffset="152430.59">19333 13809 2304 0,'-14'-18'0'0,"11"15"0"0,3 1 0 0,0 2 0 0,0-2 0 0,7-3 0 0,14-3 0 0,5 1 0 16,6-4 0-16,4 3 0 0,6-5 260 0,2 1-111 0,3 0-54 0,-7 4-16 16,12-2-40-16,-8 3 1 0,-3 3-1 0,-6 0-183 0,2 2 92 0,-10 1 56 15,5 1-460-15,-11 0 248 0,0 0 102 0,-7 0 70 16,-2 0-619-16,-3 0 298 0,-5 0 164 0,-2-2 76 15,-2-8-207-15,0-3 142 0</inkml:trace>
  <inkml:trace contextRef="#ctx0" brushRef="#br0" timeOffset="152611.07">19913 13550 1428 0,'-13'-24'0'0,"0"8"0"0,1 1 0 0,1 2 0 0,4 6 0 16,1-3 0-16,5 6 0 0,-2 0 0 0,3 2 0 0,0 2 0 0,8 0 81 0,7 0 134 15,4 0-88-15,4 6-44 0,-5 2 113 0,5 1-84 0,-5 3-36 0,3-1 0 0,-4-1 12 16,-4 4 0-16,-2-1-39 0,-1 2-69 0,-7 2 30 15,-1 2-1-15,-2 4 31 0,0 0-343 0,-7 2 181 16,-7 3 76-16,-2 0 1 16,-1 1-498-16,0 3 217 0,0-2 138 0,1 2-225 15,-2-2 186-15,4-3 94 0,0 0 47 16</inkml:trace>
  <inkml:trace contextRef="#ctx0" brushRef="#br0" timeOffset="152957.74">19853 14016 1510 0,'-6'10'0'0,"-1"0"0"0,-1-3 0 15,1-2 0-15,-1-1 0 0,1-2 0 0,-3-2 0 0,3 0 0 0,-3 0 0 0,1 0 0 0,-2 0 238 0,-1-2-99 0,1-2-50 0,-1-1 175 0,-2-2-102 0,1 1-67 16,-1 1 28-16,0 1-42 16,0 2 0-16,0-1-41 0,-4 3 48 0,4 0-10 15,-2 5-38-15,0 10-1 0,-2 3 45 0,2 7-45 16,2 1 11-16,2 5 44 0,3 1-27 0,2-2 0 16,5 2 22-16,2-1 0 0,0-6-40 0,6 1-9 15,9-5-76-15,6-9 38 0,3 0 0 0,2-8 38 16,4-4-65-16,0 0 28 0,1 0 0 0,-3-11-154 15,-2-6 88-15,-3-2 26 0,-8 0 33 16,4-7-96-16,-6 0 51 0,-2-1-1 16,-3-1-1-16,-1 2 62 0,-3 3-4 0,-1 4-44 15,-1 0 199-15,0 10-83 0,-2-1-43 0,0 5-12 16,0 1 288-16,0 2-194 0,0 2-118 0,0 2 0 16,0 12 0-16,3 4 0 0,-2 3 0 0,1 5 0 15,2 2 0-15,3 1 0 0,0-1 0 0,1 0 0 16,2-6 0-16,3 6 0 0,-3-7-381 0,1-2 133 15,1 0 80-15,0-7 73 0,1 0-456 0,1-4 260 16,2-4 126-16,1-4 63 0,7 0-191 16,1-10 127-16,6-13 54 0</inkml:trace>
  <inkml:trace contextRef="#ctx0" brushRef="#br0" timeOffset="153272.18">20567 13819 2380 0,'5'-9'0'0,"-1"8"0"16,-2-1 0-16,-2 2 0 0,0 0 0 0,-9 9 0 0,-2 4 0 0,-7 6 0 0,-1 1 0 0,1 3 0 0,-3 5 108 0,-4 6 170 0,1-1-119 16,2 2-59-16,3-5-21 0,-4 5-211 0,5-5 85 15,-3-1 44-15,5-3-502 0,-4-3 272 0,8-6 146 16,-2-7 59-16,5-2-545 0,2-4 229 0,-2-4 159 16,6 0-100-16,-1-12 113 0,2-12 71 0,2-5 31 15,0-3-120-15,0-7 96 0,0 2 39 0,0-1 55 16,2 5 0-16,0 5 0 0,1 6 0 0,3 2 299 15,0 9-189-15,2 1-84 0,3 7-29 16,2 3 552-16,4 0-228 0,2 9-155 16,-1 10 228-16,-1 2-168 0,3 3-98 0,-4 4-44 15,1 1 369-15,-2 3-207 0,2-1-103 0,-1-1-41 16,4 0-19-16,-1-1-43 0,-1-3 0 0,1-5-502 16,-2-5 251-16,0-1 136 0,-3-5 52 0,2-5-687 15,-2-5 361-15,2 0 88 0</inkml:trace>
  <inkml:trace contextRef="#ctx0" brushRef="#br0" timeOffset="153442.54">20625 13758 2470 0,'-2'-2'0'0,"2"2"0"0,0 0 0 0,4 0 0 0,9 0 0 0,4 0 0 0,5 2 0 0,1 2 0 0,3-1 0 0,8 1 0 0,0 0 169 0,3 0 11 0,1-2-70 16,0-1-26-16,-3 1-9 0,-3-2-467 0,0 2 216 0,-9-2 108 15,1 0-591-15,-4 0 333 0,-4 0 166 16,-5 0 84-16,1 0-494 0</inkml:trace>
  <inkml:trace contextRef="#ctx0" brushRef="#br0" timeOffset="153927.09">21012 13478 1612 0,'-6'-16'0'0,"6"7"0"0,0 2 0 0,0 0 0 0,4 1 0 0,9 2 0 0,4 2 0 0,0 2 0 0,3 0 0 0,-1 0 0 0,2 6 107 0,-4 4-39 0,0 2 0 16,-2 2 14-16,-4 2-1 0,-5 5-41 16,-4 2-74-16,-2 5 32 0,-2 0-1 0,-15 0 43 15,-2 2-236-15,-9 6 118 0,5-8 68 0,-9 6 20 16,2-4-297-16,-3-3 145 0,-1 0 25 0,6-4-39 16,-2-2 19-16,1-3 55 0,10-3 10 0,1-2 24 15,2 1 9-15,6-3-1 0,2 0-9 0,5 1 170 16,1-1-81-16,2 1-39 0,0 0 366 0,0 4-190 15,0 0-69-15,0 2-55 0,2 7 410 0,-2-2-212 16,0 3-105-16,0 3 134 16,0-6-110-16,0 7-70 0,-7-1-31 0,4-3 16 15,-3-3 0-15,2-1-45 0,-1-1-40 0,3-4-9 16,0-6 48-16,1-1 1 0,1-5-170 0,0-3 84 16,0 0 53-16,0-2-10 0,0 0-83 0,1-7 59 15,8-5-15-15,4-1 94 0,3 2-28 0,-2 0-19 16,4 1-42-16,1 2 231 0,-1 5-93 0,1 3-45 15,-1 0-12-15,2 0 25 16,-3 11-4-16,-3 8 0 0,-3 2-65 0,-2 3 36 16,-6-2 28-16,-1 13-24 0,-2-6 46 0,0 1-47 15,-12 0 1-15,-2-3 33 0,-4-3-73 0,-2-1 0 16,-3-4 0-16,-1-4 0 0,-1-2 0 0,2-8 0 16,-6-1 0-16,6-4 0 0,1 0 0 0,4 0 0 15,2-2 0-15,3-13-40 0,5-5-33 16,6-8 21-16,2-8-650 0,5-8 317 0,17-12 173 0,2 5 76 15,15-16-657-15</inkml:trace>
  <inkml:trace contextRef="#ctx0" brushRef="#br0" timeOffset="154039.88">21266 13965 2202 0,'14'-4'0'0,"4"2"0"0,-5 0 0 0,-1 0 0 0,2 0 0 0,-1 0 0 0,2 1 0 0,0 1 0 0,2 0 0 0,-1 0 0 0,4 0 129 0,-1 0-426 0,1 3 168 16,-1 5 84-16,-5 5 43 0</inkml:trace>
  <inkml:trace contextRef="#ctx0" brushRef="#br0" timeOffset="154183.25">21208 14244 3178 0,'-23'2'0'0,"5"4"0"0,7-5 0 0,1 1 0 0,3-2 0 0,3 0 0 0,4 0 0 0,2 0 0 0,23 0 0 0,10 0 0 0,4 0 495 0,13 0-237 0,-1 0-258 16,0 0 0-16,3 0-154 15,0 0-29-15,3 8 121 0,7 4-1002 0,-4-1 536 0</inkml:trace>
  <inkml:trace contextRef="#ctx0" brushRef="#br0" timeOffset="154605.93">22674 13347 2447 0,'-6'-25'0'0,"1"12"0"0,1 9 0 0,2 2 0 0,2 2 0 0,0 4 0 16,0 17 0-16,0 16 0 0,0 12 0 0,0 15 0 0,4 8 103 0,5 15 252 0,2-2-156 0,1 3-78 0,-1-8 241 0,1 22-165 0,-1-2-77 16,-2 3-93-16,1 4-213 0,-3 2 87 15,2 0 82-15,0 5-902 0,0 18 481 0,-6-12 240 16</inkml:trace>
  <inkml:trace contextRef="#ctx0" brushRef="#br0" timeOffset="155156.93">23111 14221 2010 0,'-11'-23'0'0,"8"14"0"0,3 8 0 0,0 1 0 0,0 0 0 0,0 0 0 0,0-2 0 0,0 2 0 0,0 0 0 0,5 0 0 0,7 0 80 0,-1 0 10 15,0 0-373-15,4 0 156 0,2 0 78 0,-2 0-327 0,2 5 184 16</inkml:trace>
  <inkml:trace contextRef="#ctx0" brushRef="#br0" timeOffset="155371.01">23585 13641 3056 0,'0'0'0'0,"2"10"0"0,9 22 0 0,-6-1 0 0,2 3 0 0,-5 7 0 0,-1 4 0 0,-1 5 0 0,0-1 0 0,0 1 0 0,0 10 154 0,0 8-61 0,0-6-1 0,0-11-49 16,0 1 0-16,0-3 0 0,4-11-353 0,3 0 171 15,1-3 91-15,-5-5-506 0,1-8 293 0,-1-3 147 16,-1-8 80-16,-1-3-670 0,1-8 330 0</inkml:trace>
  <inkml:trace contextRef="#ctx0" brushRef="#br0" timeOffset="155523.75">23771 13852 2389 0,'4'-12'0'0,"2"9"0"0,9 0 0 0,-1 3 0 0,5-1 0 0,3 1 0 0,3 0 0 0,1 0 0 0,3 0 0 0,6 0 0 0,2 0 194 0,7 0-81 0,-3 0-36 0,0 0-215 16,1 1 90-16,-8 2 57 0,0-1-12 0,-2 2-627 15,-10-4 332-15,-2 3 166 0</inkml:trace>
  <inkml:trace contextRef="#ctx0" brushRef="#br0" timeOffset="156010.53">24186 13652 1659 0,'-9'-12'0'0,"5"6"0"0,2 0 0 0,2 3 0 0,0-1 0 0,4 2 0 0,13 2 0 0,0 0 0 0,9 2 0 0,-4 7 0 0,-1 2 104 0,5 5-61 15,-3 0 0-15,0 1 0 0,-7-4-176 16,0 4 88-16,-4 0 55 0,-2-1-11 0,-6 0-142 0,-4-1 90 15,0-1 45-15,-10 1-336 0,-10-3 173 16,-6 0 37-16,-3-4 59 0,-2-3-87 0,-1-3 60 16,-2-1 29-16,0-1-10 0,1 0 120 0,6 0-40 15,6 0 0-15,0 0 189 0,5-1-114 0,6-1-41 16,2 2-29-16,3 0 217 0,5 3-112 0,0 13-57 16,0 6 243-16,7 6-88 0,5 12-86 0,-3 1-37 15,-2 10 164-15,-1 1-101 0,-2 3-52 0,-4 1 12 16,0-1 115-16,0-5-89 0,0-3-44 0,0-9 34 15,0 1-39-15,-4-11 11 16,-3 1-50-16,1-7-14 0,1-7 14 0,-3-7 0 16,4-2-8-16,-2-6 19 0,-1 0-11 0,3-6 0 15,3-15 36-15,1-6 1 0,0-2-38 0,1-3 12 16,12 0-199-16,3 4 75 0,0 0 53 0,5 0-162 16,2 8 97-16,-1 7 37 0,4 1 27 0,-5 6-40 15,2 5 28-15,-3 1-32 0,-1 0 79 0,-4 2-13 16,-3 12-19-16,-3 0-25 0,-6 3 92 0,-1 2-34 15,-2 0-5-15,0 0 6 16,-7 0 169-16,-6-2-72 0,-2-2-52 0,-2-2 67 16,-2-2-46-16,0-3-15 0,1-3 0 0,0-3-256 15,2-2 107-15,4 0 58 0,3 0-431 0,2 0 215 16,0-11 116-16,7-4 33 0,0-10-225 0,10-7 112 16,13-7 69-16,9-14 50 0,-2-7-492 0</inkml:trace>
  <inkml:trace contextRef="#ctx0" brushRef="#br0" timeOffset="156152.14">24654 13544 2917 0,'9'-6'0'0,"-3"4"0"0,-1 2 0 0,-3 5 0 0,0 15 0 0,-2 8 0 0,2 15 0 0,1 4 0 0,2 7 0 0,-1 14 0 0,-3 1 706 0,1 7-398 16,0 15-308-16,2-2 0 0,-3-6 0 0,7 23 0 0,0-7 0 0,-1 0 0 15,0 6-840-15,-1 8 320 0,-2 4 292 0</inkml:trace>
  <inkml:trace contextRef="#ctx0" brushRef="#br0" timeOffset="156837.23">25456 14077 1433 0,'0'-17'0'0,"0"5"0"0,0 1 0 0,0-1 0 16,2-4 0-16,2 2 0 0,-3-4 0 0,1 2 0 0,0 1 0 0,-2 2 0 0,0-1 85 0,0 3 0 0,-7-1-41 0,-9 7-1 15,-6 4-18-15,-2 1 30 0,-6 0-12 0,-6 12 0 16,0 7-11-16,-2 4 11 0,3 1 0 0,8-1 106 16,1 2-59-16,8 0 0 0,10-3-46 0,2 1 116 15,6-4-57-15,0 2-20 0,10 1-2 0,8-5 0 16,9 1-38-16,0-3 1 0,2 0-24 16,3-2-11-16,-4-2 35 0,-1 0-38 0,-9-2 0 0,-1 2 38 15,-8-3 10-15,-3 2-58 0,-4-1 17 16,-2 1 1-16,-2 3-23 0,-18-2 104 0,-1-1-9 15,-7-1-56-15,3-2-140 0,5-1 67 16,-3-1 32-16,4-3 0 0,9-2-588 0,4 0 295 16,2 0 126-16,4-5 80 0,13-16-627 0</inkml:trace>
  <inkml:trace contextRef="#ctx0" brushRef="#br0" timeOffset="157270.81">25604 14133 2063 0,'8'10'0'0,"3"10"0"0,-7-3 0 0,-3 4 0 0,-1-3 0 0,0 3 0 0,0 0 0 0,-1 0 0 0,-5-1 0 0,3-3 0 0,1 0 185 0,-1-8-71 0,2 3-24 0,-1-4-11 16,2-3-266-16,0-3 115 0,0-2 57 0,0 0 30 15,0-2-380-15,2-17 198 0,3-3 106 0,5-9-397 16,0-8 180-16,1-4 128 0,-1-5-14 0,-3-5-10 16,4-11 66-16,-2-1 31 0,1 0 14 0,6 1 19 15,-2 16-10-15,4 1 11 0,-3 13 141 16,-1 11-70-16,0 3-36 0,-2 12 0 0,1 6 437 0,-2 2-181 15,0 15-132-15,-3 9 355 16,-3 9-216-16,-1 8-106 0,-2-4-36 0,-1 14 211 16,-1-6-141-16,0 2-69 0,0-1 26 0,-5-3-49 15,1-10 12-15,-2 0-60 0,5-8-49 0,-3-2 49 16,4-11 1-16,-1 0-1 0,1-6-93 0,0-6 41 16,0 0 1-16,0-4 14 0,1-14 1 0,12-3 36 15,5-4 12-15,2 3-223 0,2 1 95 16,3 2 15-16,1 5-2 0,-3 4 20 15,1 4 1-15,0 5 20 0,-3 1 76 0,-1 0-32 16,-1 14 0-16,-5 3-31 0,-3 9 222 0,-2 3-96 16,-3 1-54-16,-2 2 201 0,-2-1-116 0,0 2-30 15,0-1-46-15,0-4-147 0,-1-7 57 0,1 1 30 16,0-3-557-16,0-7 284 0,3 3 136 0,1-5 53 16,4-5-695-16,3 0 360 0,6-5 181 0,1 0 78 15,6-5-181-15</inkml:trace>
  <inkml:trace contextRef="#ctx0" brushRef="#br0" timeOffset="157499.03">26759 13728 2874 0,'0'-21'0'0,"-7"14"0"0,1 5 0 0,-2 0 0 0,-3 2 0 0,-5 0 0 0,-1 15 0 0,-2 7 0 0,-2 10 0 0,-1 7 0 0,4 5 129 0,3 6 328 0,4 2-206 15,6-1-102-15,3 2-78 16,2-2-71-16,0 0 0 0,11-4 0 0,4-2 0 16,4-6 0-16,-2-8 0 0,4 1 0 0,-1-5-251 15,-1-3 37-15,0-2 130 0,-3-9-702 0,2-2 382 16,-3-1 123-16,3-7 106 0,1-3-421 0,-3 0 276 16</inkml:trace>
  <inkml:trace contextRef="#ctx0" brushRef="#br0" timeOffset="157745.71">27026 13882 2301 0,'-12'-14'0'0,"2"5"0"0,6 3 0 0,1 1 0 0,1 0 0 0,2 1 0 0,0-1 0 0,0 1 0 0,2 1 0 0,19 1 0 0,5-1 390 0,4 0-173 0,10 2-87 16,-4-1-32-16,8 0 28 0,-2 1-42 0,-6 1 1 16,4 0-143-16,-5 0 51 0,-1 0 11 0,-3 0 40 15,-2 0-491-15,-3 0 246 0,-1 0 122 0,-8 0-775 16,5 0 408-16,-1 0 162 0,-8 0 120 0</inkml:trace>
  <inkml:trace contextRef="#ctx0" brushRef="#br0" timeOffset="157911.64">27466 13640 1787 0,'0'-6'0'0,"0"4"0"0,5 0 0 0,8 0 0 0,2 0 0 0,6 2 0 0,-2 0 0 0,11 0 0 0,-7 4 0 0,5 3 0 0,-3 3 177 0,-2 1-66 16,-4 3-23-16,-1-1-11 0,-2 2 5 0,-5 1 0 16,-5 1-38-16,-4 3-318 0,-2 1 170 0,-8 3 69 15,-9 2 39-15,-6-2-524 0,-1-2 271 0,-5 4 81 16,-1-3 87-16</inkml:trace>
  <inkml:trace contextRef="#ctx0" brushRef="#br0" timeOffset="158277.78">27349 14211 1822 0,'2'5'0'0,"1"0"0"0,-1-2 0 0,0-3 0 0,-1 0 0 0,-1 0 0 0,0 0 0 0,0-6 0 0,0-3 0 15,0-3 0-15,0 1 93 0,-1-1 72 0,-1 0-61 16,-3 1-30-16,1-1 32 0,-1 1-12 0,-3-1-50 15,-2 4 0-15,1 1-55 0,-2 2 55 0,-2 4 11 16,-4-2-64-16,0 3 53 0,-2 0-1 0,-3 13 1 16,3 2 51-16,2 4 11 0,-2 5-63 0,7 1 1 15,0 1 78-15,4 0-40 0,6 2 1 0,2-6-28 16,0 0 2-16,0 0-13 0,11-3 0 0,5-2-92 16,2-6 46-16,3-1 10 0,0-7-233 0,1-3 130 15,-1 0 49-15,-2 0 38 0,-1-5-205 0,-2-8 106 16,-3-2 20-16,-2-4 38 15,-1 2-19-15,-7 2-1 0,1 0-6 0,-2 6 327 16,-2 1-140-16,0 3-69 0,0 1-31 0,-2 3 196 16,-5 1-86-16,0 0-63 0,-1 10 258 0,5 3-141 15,1 4-49-15,2 0-71 0,0 3-56 0,0 0 0 16,0 1 0-16,5-1 0 0,8-1-355 0,-2-3 148 16,3 0 108-16,2-3 79 15,3-4-891-15,-3 0 433 0,3-5 218 0,2 0-156 0,-2-4 186 0</inkml:trace>
  <inkml:trace contextRef="#ctx0" brushRef="#br0" timeOffset="158453.31">27708 14401 2719 0,'-3'5'0'0,"3"-1"0"0,0-3 0 0,-1 2 0 0,0-2 0 0,-3 3 0 0,2 2 0 0,-1 1 0 0,0 2 0 0,-3 5 0 0,-1 1 229 0,-3 1-86 15,1-2-50-15,-2 2-227 0,1 0 100 0,1-1 34 16,0 0-648-16,3-6 346 0,0 1 173 0,4-5 86 16,0 1-460-16</inkml:trace>
  <inkml:trace contextRef="#ctx0" brushRef="#br0" timeOffset="158632.26">27811 14063 2574 0,'0'-18'0'0,"6"10"0"0,9 3 0 0,0-1 0 0,7-1 0 0,3 0 0 0,3 1 0 0,2-2 0 0,1 2 0 0,8 3 0 0,-2-3 357 0,1 3-157 15,9 2-80-15,-14-1-39 0,7 2-410 0,-3 0 180 16,-1 0 95-16,0 0 48 0,-4 0-340 0,-2 3 194 16,-5 0 107-16,0-3-820 0</inkml:trace>
  <inkml:trace contextRef="#ctx0" brushRef="#br0" timeOffset="159083.44">28411 13762 1710 0,'0'3'0'0,"7"3"0"0,8-3 0 0,2 2 0 0,3 0 0 0,5 2 0 0,-2 0 0 0,2 4 0 0,-2-1 0 0,-4 1 0 0,-1 4 165 0,-3-1-67 0,-3 3-28 0,-9 0-1 15,0 1-256-15,-3 5 114 0,-16-2 68 0,-6 1-140 16,-11 2 93-16,-4-3 47 15,-3 0 0-15,0 0-263 0,-6 1 99 0,4-5 86 16,3 2-137-16,4-4 90 0,1 0 37 0,10-2 15 16,-4 2 208-16,13 0-85 0,0 1-43 0,7 0-1 15,3 1 282-15,3 2-158 0,2 2-36 0,0 5 300 16,2-3-157-16,6 1-100 0,-3 2-23 0,-2-3 59 16,1 0-68-16,-2-4-29 0,-2 4 85 0,0-4-57 15,0-4-29-15,0-5 11 0,-2-1 2 0,-2-3-41 16,-2-4-1-16,-1-2 0 15,2 0 65-15,0 0-22 0,4-12-11 0,1-1-131 16,0-4 50-16,1 0 0 0,9 1 49 0,5-1-76 16,7 0 33-16,-6 8 0 0,3-4-125 0,1 8 76 15,-2 2 13-15,0 3 6 0,-3 0 25 0,-3 0 12 16,-1 7-34-16,-4 7 27 0,-5 1 58 0,0 3-14 16,-2 1-47-16,0 1 131 0,-7-3-54 0,-9 4-32 15,2-6 1-15,-4-1 0 0,-1 1-18 0,3-6 20 16,-1-3-113-16,0 1 51 15,4-5 0-15,0-2 50 0,5 0-427 0,1 0 180 16,0-2 104-16,7-10 21 0,0-4-399 0,0-7 214 16,14-3 122-16,12-10-435 0</inkml:trace>
  <inkml:trace contextRef="#ctx0" brushRef="#br0" timeOffset="159249.4">28738 14001 2888 0,'27'-1'0'0,"5"1"0"0,-6 1 0 0,-1 10 0 0,0 2 0 0,-3 5 0 0,1 5 0 0,3 6 0 0,-2 8 0 0,-5-1 0 0,-2 3 267 0,-6 2-113 0,-9 1-46 16,-2 8-12-16,0-7-27 0,-24 3 0 0,-1-5-28 15,-10 2-249-15,-5-4 120 0,-10 6 65 0,-3-8-599 16,-7-1 332-16,-2-4 165 0,-8 0 94 0,-5-3-850 16</inkml:trace>
  <inkml:trace contextRef="#ctx0" brushRef="#br0" timeOffset="159608.13">27828 13225 2259 0,'-1'-6'0'0,"-2"5"0"0,1-2 0 15,-3 3 0-15,-3 0 0 0,-1 0 0 0,-5 3 0 0,-2 9 0 0,-5 3 0 0,-1 6 0 0,0 2 170 0,-3 2-62 0,-3 2-20 0,3 3-33 0,-1-1-10 0,-3-2 0 0,7-1-217 16,1-3 108-16,11-6 66 0,-2-2-11 16,6-5-397-16,2-3 226 0,4-3 87 0,0-4 65 15,2 0-648-15,15-8 322 0,-1-9 146 0,6-7-105 16</inkml:trace>
  <inkml:trace contextRef="#ctx0" brushRef="#br0" timeOffset="159747.16">27744 13219 2341 0,'5'-7'0'0,"3"3"0"0,3 4 0 0,-2 0 0 0,4 0 0 0,2 4 0 0,8 12 0 0,1 1 0 0,1 6 0 0,8 1 0 0,1 3 115 0,-4 5 500 16,-2-3-285-16,-7 0-143 0,2 2 22 0,-5 1-75 15,2 0-134-15,-4-2 0 0,1 1-127 0,-2-1-2 16,0-3 87-16,0 2 55 0,-2-1-936 0</inkml:trace>
  <inkml:trace contextRef="#ctx0" brushRef="#br0" timeOffset="159861.47">28555 13741 423 0,'0'0'0'0,"0"6"208"0,0 16-104 0,0-2-52 0</inkml:trace>
  <inkml:trace contextRef="#ctx0" brushRef="#br0" timeOffset="163988.49">29703 14207 3036 0,'0'0'0'0,"6"0"0"0,11 0 0 0,6 0 0 0,2 0 0 0,3 0 0 0,2 0 0 0,2 4 0 0,-2 1 0 0,-2 0 0 0,1 3 88 0,-2 0 0 0,-4-1-24 16,3 2-13-16,-6 1-140 0,4 0 70 0,-4-1 35 15,-1 2 0-15,-2 0-562 0,-2 0 284 0,-3 3 145 16,-4-1 74-16</inkml:trace>
  <inkml:trace contextRef="#ctx0" brushRef="#br0" timeOffset="164144.44">29726 14543 2694 0,'-17'4'0'0,"8"1"0"0,3 3 0 0,6-5 0 0,0 2 0 0,0-5 0 0,2 0 0 0,14 0 0 0,9 0 0 0,2 0 0 0,6 0 271 0,6 0-98 0,6 0-67 0,3 0-55 16,1 0 1-16,0 0-1 0,-5 3-555 16,-3 1 291-16,6 3 125 0,-4-3 70 15,-8 0-703-15,0-1 381 0</inkml:trace>
  <inkml:trace contextRef="#ctx0" brushRef="#br0" timeOffset="164433.84">30461 14398 2380 0,'3'-12'0'0,"0"7"0"0,-3 3 0 0,2 0 0 0,1 1 0 0,-3 1 0 0,0 0 0 0,0 0 0 0,0 1 0 0,0 15 0 0,0 2 668 0,0 8-296 16,0 3-167-16,0 1-77 0,3 4 50 15,-1-1-178-15,3-1 0 0,5 0 0 0,5-4 0 16,0-1 0-16,5-5 0 0,5-3 0 0,-1-5 0 15,-3-7 0-15,12-1 0 0,-4-6 0 0,-3 0 0 16,2-13 0-16,-3-9 0 0,-3-4 0 0,-3-2 0 16,-4-4 0-16,-2-2 0 0,-6-1 0 0,-4-3 0 15,-3 2 0-15,0-3 0 0,-8 3 0 16,-11 4 0-16,-1 6 0 0,-5 4 0 0,2 9 0 0,-9-1 0 16,4 10 0-16,0 4 0 15,3 0 0-15,1 4 0 0,6 11 0 0,0 8 0 16,4 3 0-16,8 4 0 0,1 6-276 0,5 6 56 15,0-7-746-15,0 14 458 0,1-1 228 0</inkml:trace>
  <inkml:trace contextRef="#ctx0" brushRef="#br0" timeOffset="165298.14">22635 15005 2098 0,'-2'-16'0'0,"2"16"0"0,0 0 0 0,0 0 0 0,0 12 0 0,2-1 0 0,3 6 0 0,2 2 0 0,2 4 0 0,0-1 0 0,2 8 193 0,1 2-73 0,-2 2-36 16,0 2 64-16,-2 3-38 0,-3 4-12 0,-1-1-114 16,-2 1 32-16,-2-1 0 0,0 0 31 0,0-9-249 15,-6 2 118-15,1-11 66 0,0 1 32 16,3-11-577-16,1-5 283 0,1-2 75 0,0-7-211 15,0-4 172-15</inkml:trace>
  <inkml:trace contextRef="#ctx0" brushRef="#br0" timeOffset="165448.34">22813 14989 2406 0,'-2'-8'0'0,"1"5"0"0,-1 3 0 0,2 0 0 0,0 0 0 0,2 0 0 0,12 0 0 0,11 0 0 0,3 0 0 0,2 0 0 0,4 0 148 0,1 0-50 0,1 3 36 0,-1 2-49 15,2 2 0-15,-3 1-38 0,-4-1-434 0,-8 3 229 16,2-1 96-16,-6 1 55 0,-9-3-597 16</inkml:trace>
  <inkml:trace contextRef="#ctx0" brushRef="#br0" timeOffset="165515.91">23235 15063 0 0,'-3'3'0'0,"-8"-3"0"0,-7 0 0 0,2 0 0 0,-7-5 0 0,7-8 0 0,-5-6 0 0,8 2 0 0,-1-2 0 15,5 1 0-15,2-1 117 0,4 0-54 0,3 2-2 0</inkml:trace>
  <inkml:trace contextRef="#ctx0" brushRef="#br0" timeOffset="165922.76">23148 14862 1995 0,'30'-4'0'0,"-3"1"0"0,1 0 0 0,-3 3 0 0,-4 0 0 0,2 6 0 0,-5 4 0 0,-2 3 0 0,-6 2 0 0,-3 4 0 0,-4 0-29 0,-3 5 50 0,-3 2-12 0,-11 1-300 15,-5-2 147-15,-1 0 73 16,-5-3 38-16,1-3-232 0,-3 0 123 0,1-3 59 0,-1-4-36 16,2-2 44-16,4-5-1 0,-2-1-22 15,2-3 33-15,5-1 18 0,0 0 0 0,7 0-1 16,0 0 157-16,5 0-90 0,1 3-27 0,1-1 372 15,2 3-192-15,0 6-66 0,0 3-58 0,0 1 338 16,2 7-182-16,0 2-42 0,1 5 155 0,-1 3-135 16,0 3-67-16,0-1-23 0,-2 2 45 0,0-2-45 15,0-5 1-15,0-5-29 0,0-3-16 0,0-5 11 16,-4-2-12-16,2-4-54 16,0-5 1-16,2-2 53 0,-3-3 50 0,1 0 12 15,2-5-64-15,0-11 0 0,2-4-80 0,7-1 40 16,4 3 1-16,2 2 40 0,5-2-118 0,-1 8 44 15,2 1 0-15,-1 2 48 0,1 6-31 0,-2 1 0 16,-4 0 36-16,-1 8-80 0,-3 4 35 0,-6 4-20 16,-1 1 52-16,-2 0 0 0,-2 1-32 0,-2 2 20 15,-9-5 108-15,-5 0-50 0,2 1-16 0,-4-4-2 16,0-5-36-16,1-1 12 0,2-2 10 0,0-4-8 16,6 0-109-16,0 0 51 15,0 0 9-15,8-10-356 0,1-7 176 0,1-8 97 16,15-3 10-16,7-12-503 0,0-3 279 0,9-11 141 15,-4-2-435-15</inkml:trace>
  <inkml:trace contextRef="#ctx0" brushRef="#br0" timeOffset="166114.84">23541 14848 2620 0,'5'-7'0'0,"0"5"0"0,-3 1 0 0,0 1 0 0,0 0 0 0,2 10 0 0,-1 13 0 0,1 3 0 0,-1 7 0 0,4 9 0 0,-2 4 301 0,-1 4-127 0,0 3 264 16,-1 3-184-16,-1 3-110 0,0 9-144 0,0-7 0 15,-2 1 0-15,0-8 0 0,0 4 0 0,-2 0 0 16,-9 0 0-16,0-4 0 0,-3-2-103 0,2-2-39 16,2-13 107-16,1-2 34 0,1-12-691 0,3-2 336 15,3-10 71-15,-1-3-359 0,3-6 287 0,0-2 160 16,3-15 75-16</inkml:trace>
  <inkml:trace contextRef="#ctx0" brushRef="#br0" timeOffset="166271.78">23741 15279 2757 0,'5'-17'0'0,"1"5"0"0,-2 1 0 0,-1 2 0 0,4-1 0 0,-2 2 0 0,2 0 0 0,4 1 0 0,5 0 0 0,0 4 0 0,3-1 203 0,6 3-78 0,-4-2-29 16,4 3-11-16,2 0-175 0,-3 0 67 16,-3 0 35-16,-1 3-493 0,0 5 275 0,-3 4 120 15,-4 1 66-15,-4 2-780 0,-5 4 397 0</inkml:trace>
  <inkml:trace contextRef="#ctx0" brushRef="#br0" timeOffset="166728.51">23884 15450 2149 0,'-23'6'-2'0,"6"1"1"0,2-2 1 0,4-1 0 0,1-3 0 0,5 0 0 0,1-1 0 0,3 0 0 0,1 0 0 0,0 4 0 0,3 0 246 0,10 0-89 0,4 1-61 0,0 1-1 15,2-1-73-15,2 1 23 0,-1-2 0 0,4 0-344 16,1-1 167-16,-4-3 88 0,2 3 45 0,0-3-525 15,0 0 279-15,0 0 68 0,1-3-364 16,-2-4 235-16,1-6 130 0,0-3 65 0,-1-2-61 16,-5 0 81-16,0 0 56 0,-4 0 35 0,-2-1 0 0,-5-1 0 15,0 8 0-15,-4 1 63 16,-2-2-76-16,0 3 0 0,0 3-24 0,0-1 527 16,0 4-277-16,0 2-51 0,-2 1 444 0,-1 1-281 15,2 0-139-15,-1 0-71 0,0 11 121 0,2 4-85 16,0 7-58-16,0 3-1 0,0-1 152 0,0 4-99 15,4 1-51-15,6-6 52 0,4 4-56 0,2-2 0 16,2-7-45-16,3-1 65 0,2-3-33 0,0-7 12 16,7-3-90-16,-1-4 1 0,1 0 45 0,0-3 0 15,-2-10-79-15,0-5 50 0,-3-3-10 0,-4-1 38 16,-5-3-170-16,-2-3 82 16,-5 2 10-16,-5 1-57 0,-1-8 34 0,-3 3 33 15,0 0-7-15,-3 1-9 0,-10 1 12 0,-1 5 19 16,-6 0 44-16,-1 9-44 0,-3 2-8 15,-1 6 6-15,0 6 110 0,-5 0-51 0,7 5-17 0,-4 10-1 16,6 4-54-16,0-1 1 0,7 3 44 16,-4 7-319-16,6 1 144 0,-1 3 72 15,3 1 30-15,1 9-309 0,2-7 134 0,1 11 100 0</inkml:trace>
  <inkml:trace contextRef="#ctx0" brushRef="#br0" timeOffset="168364.39">25076 15249 2828 0,'-16'-29'0'0,"7"19"0"0,8 8 0 0,1-1 0 0,0 3 0 0,0-1 0 0,0-4 0 0,12-5 0 0,3-5 0 0,11 0 0 0,7-6 254 0,3 1-107 0,6-1 61 16,-7 6-73-16,10-4-52 0,-6 4 0 0,-2 4-111 16,0-3 34-16,-4 6 11 0,0-2 24 0,-5 0-344 15,-4 4 172-15,-4 1 86 0,0 3-740 0,-9 2 311 16,-1 0 228-16</inkml:trace>
  <inkml:trace contextRef="#ctx0" brushRef="#br0" timeOffset="168922.46">25204 15381 1910 0,'-14'0'0'0,"10"0"0"0,2 0 0 0,0 1 0 0,2-1 0 0,0 0 0 0,0 2 0 0,2-2 0 0,7 0 0 0,4 0 0 0,1 0 162 16,-2 0-51-16,0 0-40 0,-1 0-91 0,-2 0 30 16,-3 0 0-16,0 0-56 0,-4 2 52 0,-1 5-9 15,-1 2 44-15,0 1-65 0,-1 1 32 0,-7 0 1 16,-2 2 133-16,0-1-56 0,4-5-52 0,-1 1-4 15,2-1 117-15,1-5-58 0,2 1-21 0,2-1-8 16,0-2-125-16,0 0 52 0,0 0 6 0,4 0-95 16,8-2 88-16,-4-8 23 0,4-1-1 0,2-2-417 15,-3-5 179-15,-1 0 114 0,2-5-306 16,-1-4 196-16,-2-2 93 0,2-10 47 16,-4-4-102-16,0-8 73 0,1-9 28 0,0-19 10 15,1-20 37-15,0-1 0 0,3-6-1 0,-3 9-53 16,0 22 17-16,-1 14 9 0,-4 15 28 0,-2 12 171 15,-1 13-86-15,1 3-43 0,-2 8 531 0,0 10-231 16,0 3-150-16,0 37-75 0,0 5 397 16,0 17-216-16,0 11-100 0,2 24-63 0,5-4 393 0,5 3-223 15,-1-1-113-15,4-4 72 0,2-15-82 16,2 5-56-16,3-3 0 0,1-9-123 16,1-3 38-16,-4-13 11 0,5 0-45 0,0-6 37 15,-4-5 0-15,0-10 36 0,-1-3-165 0,-5-11 93 16,-2-4 31-16,-5-7-18 0,3-5-269 0,-4-2 95 15,1-4 90-15,-1-21-29 0,-1-2 53 0,0-5 8 16,-3-2 1-16,1-2 116 0,-3 3-42 0,-1 10-11 16,0-1 110-16,0 4-64 0,0 9-35 0,-3 1-5 15,-6 3 384-15,-1 6-158 16,-3 1-108-16,-5 0 1 0,1 13 6 0,-2 3-124 16,-2 7 0-16,1 0 0 0,0 3-66 0,-1-1 41 15,2-1 33-15,5-6-618 0,-2 1 307 0,8-7 116 16,0-5-572-16,1-3 360 0,5-4 179 0,2-4 90 15,0-21-189-15</inkml:trace>
  <inkml:trace contextRef="#ctx0" brushRef="#br0" timeOffset="169043.33">25607 14825 2315 0,'9'-53'0'0,"-2"14"0"0,2 8 0 0,1 7 0 0,-4 11 0 0,1 3 0 0,-2 7 0 0,3 3 0 0,2 0 0 0,2 18 0 0,0 3 167 0,5 8-63 0,2 10-32 0,3 2-305 16,2 4 132-16,6-2 71 0,4 1-833 0</inkml:trace>
  <inkml:trace contextRef="#ctx0" brushRef="#br0" timeOffset="169345.53">26750 15118 3250 0,'-23'-11'0'0,"6"8"0"0,-4 3 0 0,-1 0 0 16,-2 4 0-16,-3 9 0 0,3 3 0 0,4 1 0 0,-1 1 0 0,8 3 0 0,3-1 176 0,1 8-73 0,6-1 119 0,3-1-91 15,0 1-82-15,12 1-49 0,9-2 0 0,3-4 0 16,5 1 0-16,-2-5-205 0,3-2 105 0,-2-2 70 16,-10-1 45-16,1-1-58 0,-7 2 42 0,-4-3-1 15,-6 0-74-15,-2-1-18 0,0 5-17 0,-19-3 47 16,-2-1 116-16,-5 2-38 0,-3-1-14 0,4-2-28 15,3-3-44-15,-3 0 5 0,6-3 75 0,10-4-390 16,-3 0 178-16,7 0 86 0,5 0 30 0,0-15-504 16,17-6 276-16,13-7 139 0,3 0-229 15</inkml:trace>
  <inkml:trace contextRef="#ctx0" brushRef="#br0" timeOffset="169783.24">26844 15402 2481 0,'15'-2'0'0,"4"-1"0"0,-5 3 0 0,-4 0 0 0,-3 8 0 0,-3 3 0 0,0 2 0 0,-2 2 0 0,-2 0 0 0,0 2 0 0,0 0 116 0,0-1 154 15,0-3-105-15,0 3-68 0,0-6-69 0,0-1 11 16,0-3 0-16,0-3 1 0,0-1-454 0,0-2 222 16,0 0 116-16,2-4 57 15,7-14-567-15,1-6 205 0,-1-7 186 0,0-6-286 16,0-5 222-16,-2-4 109 0,2-4 55 0,-2-4-7 16,0 0 22-16,0 3 9 0,3 6 79 0,0 14-48 15,-2 5 1-15,-1 7 0 0,-2 6 365 0,2 6-178 16,4 3-93-16,-2 4 566 0,-2 4-308 0,2 18-77 15,0 3-96-15,-4 6 236 0,-2 12-168 0,1-1-85 16,0 5-42-16,-2 0 208 0,0-5-115 16,-2 8-72-16,4-14-77 0,-2 0 15 0,0-7-1 15,0-6 10-15,1-5-95 0,-1-7 43 16,0-4-1-16,-1-3 44 0,2-4-187 0,-2 0 103 16,3-6 37-16,4-9-61 0,-1-2 46 0,3 0-29 15,-1 2 29-15,2 2 70 0,1 1-25 0,1 1-36 16,-1 6 194-16,5 2-84 0,-6 0-45 0,3 3-1 15,-3 0 157-15,3 3-87 0,-2 8-42 0,-3 3-30 16,0 2-49-16,-2 1 0 16,-1-1 0-16,0-1 0 0,-2-3 0 0,-1-3 0 0,-1 0 0 0,0-4 0 15,0 0 0-15,1-3 0 16,-1-2-103-16,2 0-69 0,-1 0 65 0,4 0 57 16,-4 0-223-16,3 0 121 0,-1 0 38 0,1 0 12 15,0 0 30-15,0 0-9 0,-1 5 41 0,0 7-336 16,0 4 167-16</inkml:trace>
  <inkml:trace contextRef="#ctx0" brushRef="#br0" timeOffset="170707.4">28060 15099 1851 0,'-3'-6'0'0,"-1"0"0"0,-3 1 0 0,1 1 0 0,-2 0 0 0,1 3 0 0,-7-1 0 0,2 2 0 0,-2 0 0 0,-4 7 0 0,-2 9 371 15,1 9-171-15,-6 7-80 0,-1 4-41 0,-1 6 93 16,1 5-66-16,4-2-24 0,1 6-10 0,5 0 273 16,7-1-153-16,5-4-77 0,4-2 111 0,0-8-226 15,10 4 0-15,9-4 0 0,2-7 0 0,11 3 0 16,-2-7 0-16,-2-2 0 0,5-1-50 15,0-2-2-15,-1-4 46 0,-4-2-633 0,0-3 280 0,-8-3 97 16,3-3 118-16,0-3-230 16,-5-2 167-16,1 0 85 0,-1 0-472 0</inkml:trace>
  <inkml:trace contextRef="#ctx0" brushRef="#br0" timeOffset="170939.78">28286 15276 2823 0,'-16'-11'0'0,"9"11"0"0,4 0 0 15,1-1 0-15,1 1 0 0,1 0 0 0,0 0 0 0,0 0 0 0,3 0 0 0,12 0 0 0,6 0 187 0,9 0 166 0,0 0-158 0,4 1-79 0,1 4-39 0,-2-2-308 16,-1 3 144-16,1-1 58 0,-5 1-659 0,-7-1 363 15,1 1 181-15,-1 0 91 16,-5-2-784-16,-4-2 393 0</inkml:trace>
  <inkml:trace contextRef="#ctx0" brushRef="#br0" timeOffset="171491.77">28629 15139 1582 0,'0'-6'0'0,"1"4"0"0,0 0 0 0,4 2 0 0,2 0 0 15,5 0 0-15,6 0 0 0,0 0 0 0,6 0 0 0,3 5 0 0,-2 3 99 0,-1 1-31 0,-5 0 93 16,2 5-52-16,-6-1-41 0,-6 0 0 0,-3 3-219 0,-6 4 95 16,0 2 46-16,-11 1-256 0,-11 0 146 15,-8 5 78-15,-1-4 38 0,-4 4-299 0,-1-1 148 16,6-5 6-16,-11 4 64 0,14-4-36 0,-3-1 41 16,2 0 1-16,4-2 72 0,6-4-9 0,3 0-22 15,5 0 1-15,1-3 108 0,5-2-54 0,2 0-27 16,2-3 214-16,0 1-111 0,0-3-29 15,0-1-39-15,2-2 272 0,1-2-139 0,-2 0-32 0,0 0 217 16,-1 0-153-16,0 0-77 0,0-2-37 16,0-7 91-16,0 0-56 0,-1-3-41 0,-6 1 31 15,2-1-32-15,-4 4 0 0,0-2-31 16,0 2 16-16,-3 1-16 0,1 1-1 0,-3 4 1 16,-2 1 74-16,0 1-28 0,-7 0-10 0,2 7 85 15,-5 7-61-15,2 6-30 0,-3 4 0 16,2 2 27-16,2 3-34 0,6 3 0 0,0-2-5 0,8 0-56 15,3 0 0-15,6-5 0 0,0 2 0 0,0-6 0 16,9-2 0-16,6-4 0 0,3-5 0 0,4-1 0 16,4-6 0-16,-2-3-148 0,1 0-19 0,-9-3 53 15,5-12 56-15,-5 1-210 16,-2-1 119-16,0-1 56 0,-7 0 36 0,-2 3 19 16,-1 2 1-16,-3 1-10 0,1 1 259 0,-2 3-125 15,0 1-62-15,0 3-31 0,0-1 561 16,0 2-252-16,-2 1-303 0,1 0 0 0,-1 0 0 0,0 6 0 15,2 8 0-15,0 1 0 0,0 3 0 16,0 3 0-16,4 0 0 0,5-1 0 0,3 1 0 0,1-3 0 16,1-1 0-16,-1-1 0 15,4-2 0-15,-4-2-96 0,2-3-846 0,-2 1 442 16,0-3 236-16,-1-3-505 0,-2-4 366 0</inkml:trace>
  <inkml:trace contextRef="#ctx0" brushRef="#br0" timeOffset="171650.71">28703 15886 2549 0,'4'-9'0'0,"1"7"0"0,-3-1 0 0,-1 3 0 0,3-4 0 0,-4 4 0 0,0 0 0 0,0 0 0 0,-5 4 0 0,-4 7 0 0,0 3 180 15,-3 2 208-15,-1 5-175 0,3-4-88 0,-1 4-34 16,-1-2-341-16,4-3 145 0,0 1 71 0,4-7 35 16,3-1-205-16,-1-2 130 0,2-3 51 0,0-2-726 15,2-2 384-15,5 0 82 0,7-13 46 0</inkml:trace>
  <inkml:trace contextRef="#ctx0" brushRef="#br0" timeOffset="171812.18">28857 15523 2846 0,'9'-11'0'0,"5"1"0"0,-1-1 0 0,4 2 0 0,0 0 0 0,7-1 0 15,1 3 0-15,5 3 0 0,2-1 0 0,1 4 0 0,2-1 269 0,2 2-116 0,3 0-155 0,-4 0 49 0,1 0-10 16,0 3 1-16,-2 2-279 0,0 1 139 0,1-1 70 15,-9-2 44-15,3 4-743 16,-7-4 382-16,-3-3 192 0</inkml:trace>
  <inkml:trace contextRef="#ctx0" brushRef="#br0" timeOffset="172258.05">29420 15294 1746 0,'-5'-15'0'0,"1"7"0"0,4 1 0 0,0-1 0 0,0 2 0 15,2 1 0-15,11 1 0 0,0 2 0 0,7 2 0 0,-3 0 0 0,6 0 113 0,-1 2-37 0,-2 6 53 0,-2 1-51 0,-3 1 1 0,-1 1-224 16,-6 2 92-16,-5 4 45 0,-3 2 9 0,0 2-121 16,-13 2 79-16,-9-2 39 15,-1 4-360-15,-7-5 187 0,0 1 36 0,0 1-28 16,0-6 32-16,2 0 49 0,2 0 25 0,0-1-1 16,10-4 229-16,-2 2-97 0,2 1-54 0,4-2 424 15,5 3-228-15,3 2-78 0,1 0-69 0,3 2 390 16,0 3-209-16,0-1-104 0,0 5 36 0,0-1-71 15,0-5-25-15,0 5-10 0,-4-4 90 0,-1-1-63 16,0-1-31-16,0-8 10 16,-1 3 54-16,-1-7-48 0,3-1-23 0,0-4 52 0,-2-2-38 0,5 0-68 15,-1 0-7-15,2-2 0 16,0-8 0-16,2-3 0 0,6 2 0 0,9 0 0 16,-1 1 0-16,2 0 0 0,0 7 0 0,1-1 0 15,-1 3 0-15,-1 1 0 0,-3 0 0 0,1 3 0 16,-3 10 0-16,-3 2 0 0,-2 3 0 0,-4-2 0 15,-1 5 0-15,-2 0 0 0,0 1 0 0,-9-4 0 16,-5 0 0-16,0-2 0 16,-4-1 0-16,1-7 0 0,-1 0 0 0,1-3 0 15,-1-5 0-15,-2 0 0 0,3 0 0 0,-1 0 0 16,1-4 0-16,-1-9-172 0,3-4-160 0,0-1 137 16,3-10 84-16,0-2-683 0,3-14 378 0</inkml:trace>
  <inkml:trace contextRef="#ctx0" brushRef="#br0" timeOffset="172523.18">29091 14689 2642 0,'0'-16'0'0,"0"13"0"0,0 2 0 0,0 1 0 0,0 0 0 0,-5 0 0 0,-8 0 0 0,-4 0 0 0,-3 11 0 0,-3 3 0 0,-12 11 147 0,5 1-54 0,-2 6 100 15,-3 1-77-15,7-4-30 0,-4 8-9 0,8-9-41 16,0 0 2-16,5-4 1 0,7-8-357 0,3 1 174 16,6-5 91-16,1-1 46 0,2-3-668 0,0-7 346 15,12-1 80-15,11-1-453 0</inkml:trace>
  <inkml:trace contextRef="#ctx0" brushRef="#br0" timeOffset="172658.53">29038 14751 2908 0,'3'-12'0'0,"-1"7"0"0,2 2 0 0,-1 1 0 0,3 0 0 0,-1 2 0 0,4 0 0 0,4 0 0 0,7 7 0 0,1 4 0 16,6 7 394-16,-2 0-183 0,7 9-87 0,-2-1 67 0,-2 4-88 0,1 2-103 15,-5-1 0-15,5 11-82 0,-3-3-27 0,-1 3 74 16,2-1-1017-16</inkml:trace>
  <inkml:trace contextRef="#ctx0" brushRef="#br0" timeOffset="173041.9">29749 15099 3644 0,'0'-8'0'0,"0"8"0"0,10 0 0 0,7 0 0 0,1 0 0 0,1 8 0 0,5 6 0 0,3 7 0 0,-3 5 0 0,9 11 0 0,-10 4 212 16,7 7-137-16,-5 5-75 0,-4 1 0 0,-5 3 0 16,-2-3 0-16,-5-3 0 0,-7-1 0 15,-2 3 0-15,0-2 0 0,-9 1 0 0,-10 2 0 16,-5-2 0-16,0 0 0 0,-5-3 0 0,0-5 0 16,5-13 0-16,0-2 0 0,1-12 0 0,4-2 0 15,-2-6-304-15,6-3-78 0,0-6 172 0,7 0 85 16,-1 0-559-16,9-12 312 0,0-11 169 0</inkml:trace>
  <inkml:trace contextRef="#ctx0" brushRef="#br0" timeOffset="173216.87">30282 15482 3515 0,'2'-14'0'0,"4"11"0"0,4-3 0 0,1 1 0 0,0-3 0 0,2 2 0 0,4 0 0 0,2 3 0 0,2 1 0 0,4 0 0 0,-5 1 255 0,10 1-94 15,0 0-161-15,-2 0 0 0,2 0 0 0,-3 8 0 0,-4 1 0 16,6 4 0-16,-6-3 0 16,-5 2-887-16,-6 3 447 0,-1-1 238 0,-7 1-838 15,-4-3 505-15</inkml:trace>
  <inkml:trace contextRef="#ctx0" brushRef="#br0" timeOffset="173334.2">30427 15660 2143 0,'-26'6'0'0,"1"3"0"0,9-1 0 0,4-3 0 0,5 0 0 0,3-3 0 0,4 3 0 0,0 0 0 0,5 1 0 0,17 2 0 0,1-1 168 0,7 1-56 16,5-1-41-16,7 1-128 0,-2-5 48 16,3 1 0-16,-1 0 47 0,-5-3-646 0</inkml:trace>
  <inkml:trace contextRef="#ctx0" brushRef="#br0" timeOffset="173632.74">30875 15630 2718 0,'-5'-1'0'0,"2"-2"0"0,-2 3 0 0,3 0 0 0,1 0 0 0,-1 0 0 0,2 13 0 0,0 6 0 0,0 4 0 0,5 2 0 0,5 5 118 0,1-3 561 0,5 1-311 0,-2 1-320 15,7-1-48-15,0-4 0 0,2 1 0 0,2-4 0 16,5-5 0-16,-6-2 0 0,6-4 0 0,-2-5 0 16,4-4 0-16,-4-1 0 0,-5 0 0 0,-1-7 0 15,-2-6 0-15,-2-8 0 0,-6 0 0 0,-1-5-69 16,-7-4-189-16,1-4 115 0,-2-6 53 0,-3-1-53 15,0 10 53-15,0-3 26 0,-12 7 56 0,-4 0 9 16,-4 8-39-16,-3 3 0 0,-1 7 177 0,-4 5-89 16,5 3-53-16,-12 1 382 15,8 5-154-15,-3 10-112 0,8 4-76 0,-1 2-37 16,2 1 0-16,2 5 0 0,4 1-128 0,2 0-96 16,1 2 138-16,2 3 59 0,3 2-1085 0</inkml:trace>
  <inkml:trace contextRef="#ctx0" brushRef="#br0" timeOffset="174392.2">22957 15987 1460 0,'-18'-8'0'0,"3"2"0"0,-2 2 0 0,2 3 0 0,-2-3 0 0,2 1 0 0,-2-1 0 0,2 1 0 0,2-2 0 0,4 2 0 0,-1 1 112 16,3 0-25-16,3 0 271 0,2 0-159 0,0 1-79 15,2-2 196-15,0 3-137 0,0 0-60 0,10 0-44 16,12 8 134-16,12 4-84 0,9 1-43 0,17 3 1 16,6 0 76-16,22 0-64 0,2-2-27 0,13-2 17 15,12-3-85-15,23 1 0 0,-21-2 0 0,30 1 0 16,-11-3 0-16,-9-1 0 0,-1 0 0 15,-21-3 0-15,-14 3 0 0,4-1 0 16,-14-1 0-16,-12-1 0 0,-18 0 0 0,-2-2 0 0,-11 0 0 16,-10 0 0-16,-8 0 0 0,-6 0 0 15,-7-2 0-15,-3-2 0 0,-3-3 0 0,-1-4 0 16,0 1 0-16,-7 0 0 0,-5-1 0 0,1 2 0 16,2 3 0-16,-6 3 0 0,0 3 0 0,-4 0-439 15,-5 22 121-15</inkml:trace>
  <inkml:trace contextRef="#ctx0" brushRef="#br0" timeOffset="177498.5">23343 16780 2034 0,'-18'-23'0'0,"13"13"0"0,3 9 0 15,2 1 0-15,0 0 0 0,0 0 0 0,0 0 0 0,2 0 0 0,10 0 0 0,4 5 0 0,12 1 198 0,4-1-68 0,8 1 207 0,5-1-149 16,3-1-74-16,2-1-36 0,-6-2-43 0,11-1 6 16,-8 0-1-16,0 2 1 0,-12-2-56 0,5 0 28 15,-4 3 10-15,-4-3-360 0,-2 0 189 0,-2 0 94 16,-8 0 48-16,3 0-827 0,-4 0 353 0</inkml:trace>
  <inkml:trace contextRef="#ctx0" brushRef="#br0" timeOffset="178042.78">23989 16483 2032 0,'0'-8'0'0,"0"7"0"0,5 1 0 0,11 0 0 0,-2 0 0 0,4 0 0 0,2 1 0 0,1 8 0 0,2 0 0 0,3 2 0 0,-2 2 169 0,-3 2-54 0,3 2-34 16,-9-3 0-16,0 7-41 0,-4 1-1 0,-7 5-231 15,-4-1 126-15,0 5 48 16,-15 4-406-16,-7 1 226 0,-7 1 112 15,-3-2 56 1,6-4-406-16,-10 9 207 0,5-10 69 0,-1-1 60 0,5-4-87 0,-1-1 74 0,3-1 27 0,4-4 74 16,3-4 0-16,4-3-28 0,4-2 0 0,2-2 73 15,3-2-47-15,3-3 11 0,2-1 241 0,0 0-138 16,0-2-49-16,0 0-41 0,0 0 420 0,0 0-210 16,0 0-50-16,0 0 285 0,0 0-207 0,-4-2-105 15,-3-2-41-15,-1-1-37 0,-1-1 192 16,-2-2-110-16,-3 1-53 0,1 1 18 15,-5 1-26-15,3-1-10 16,-5 4 0-16,0 1 0 0,0 1-36 0,-5 0 0 0,6 5 11 0,-8 10-11 16,4 6-1-16,0 5 1 0,2 2 61 0,4 3-30 15,2 0 9-15,6 3-26 0,5-2-15 0,4 2-3 16,0-7-36-16,2-2 0 0,13-1 0 0,6-5 0 16,5-4-62-16,0-7 30 0,3-7 34 0,1-1-10 15,0 0-240-15,-2-7 106 0,-1-10 72 16,-3-3-5-16,0-5-61 0,-3-1 19 0,-1-2 47 0,-3 0 95 15,-4 1-31-15,-1 1-8 16,-5 7-26-16,-1 7 361 0,-3-2-169 0,-1 7-66 16,0 2 180-16,-2 4-98 0,2-1-168 0,-1 2 0 15,1 3 0-15,1 12 0 0,3 1 0 0,-1 4 0 16,0 3 0-16,1-3 0 0,4 7 0 0,-4-6 0 16,6-1 0-16,-3-2 0 15,5 0-309-15,-2-4-56 0,6-3 178 0,-2-6 19 0,4 0-526 0,4-5 328 16,3 0 162-16,3 0 73 0,2-10-211 0</inkml:trace>
  <inkml:trace contextRef="#ctx0" brushRef="#br0" timeOffset="178260.28">24688 16744 3443 0,'-8'-9'0'0,"2"3"0"0,4 4 0 0,1 2 0 0,-3 0 0 0,0 0 0 0,-1 0 0 0,-4 5 0 0,1 12 0 0,-5 6 0 0,-3 6 336 16,-4 8-184-16,3-2-152 0,-8 11 0 0,2-7 0 16,3 1 0-16,-1-2 0 0,1 0 0 0,3-4 0 15,0-1 0-15,0 0 0 0,1-5-33 0,8-8-40 16,-1 1-649-16,2-10 370 0,4 2 51 0,3-8 134 16,0-2-543-16,1-3 335 0,17-6 168 0</inkml:trace>
  <inkml:trace contextRef="#ctx0" brushRef="#br0" timeOffset="178422.67">24759 16932 2687 0,'11'-9'0'0,"1"1"0"0,-5 2 0 0,-4 5 0 0,1 1 0 0,-2 0 0 0,-2 12 0 0,0 8 0 0,-2 3 0 0,-7 8 0 0,-4 8 678 16,-2-5-309-16,-2 13-172 0,-2-5-197 0,2 3 0 16,1-5 0-16,-2 0 0 0,6-6 0 0,-4-1 0 15,3-2 0-15,1-2 0 16,5-10-93-16,2-2-205 0,0-6 180 0,4-1 73 0,0-5-1028 0,1-5 523 15</inkml:trace>
  <inkml:trace contextRef="#ctx0" brushRef="#br0" timeOffset="178602">24934 16777 3723 0,'9'-7'0'0,"6"4"0"0,2-3 0 0,2-3 0 0,-1 3 0 0,3 0 0 0,4 3 0 0,-1-3 0 0,4 4 0 0,0-2 0 0,4 1 147 16,4 1-86-16,0-1-61 0,0 3-6 0,-1 0-31 16,-1 0 39-16,-2 0-658 0,-6 3 358 0,1 4 162 15,-6-2 85-15,-1 3-905 0,-10-2 470 0</inkml:trace>
  <inkml:trace contextRef="#ctx0" brushRef="#br0" timeOffset="179091.59">25368 16583 2073 0,'0'-8'0'0,"0"2"0"0,11 0 0 0,10 1 0 0,1 1 0 0,6 2 0 0,4 0 0 0,2 2 0 0,-2 0 0 0,2 0 0 0,-3 8 171 0,-2 3-66 0,-7 3-33 0,-3-2 21 16,-4 5-11-16,-5 1-42 0,-7 6-1 0,-3 1-357 16,-1-2 179-16,-19 2 99 0,-10 3 34 15,4-10-426-15,-11 7 175 0,5-8 131 0,-2 0-346 0,-2-4 206 16,4-1 118-16,2-7 55 15,7-3-93-15,3-2 73 0,3 0 34 0,7 0 79 16,3 0 0-16,5 0 0 0,2-3 0 0,0 0 167 16,0 2-123-16,6 1-52 0,7 0 410 0,-2 0-214 15,-2 11-52-15,-2 6-72 0,-2 9 462 0,-3 3-233 16,-2 8-132-16,0 4-60 0,-5 1 380 0,-6 3-220 16,-1-1-111-16,1-6 145 0,-5 8-133 0,7-15-61 15,-2 1-30-15,-1-2 187 0,1-6-180 16,5-5-78-16,-1-4 0 0,5-6 0 15,0-3 0-15,0-2 0 0,2-2 0 0,0-2 0 16,0-2 0-16,7-11 0 0,9-4 0 0,0-2 0 16,5 2 0-16,0 3 0 0,6-4 0 0,1 9 0 15,-1 1-21-15,6 7 42 0,-1 1-21 0,0 0 0 16,-2 6 0-16,-4 10 0 0,-2 1 0 0,-6 4 0 16,-2 1 0-16,-6-3 0 0,-6 3 0 0,-4-1 0 15,0 3 0-15,-8-5 0 0,-14 0 0 0,-3-6 0 16,-7 1 0-16,-2-7 0 0,-1-2 0 0,-1-2 0 15,-2-3 0-15,2 0 0 16,1 0 0-16,3-3 0 0,6-4 0 0,6-3 0 16,6 0 0-16,5-7 0 0,9-6-44 0,0-2-97 15</inkml:trace>
  <inkml:trace contextRef="#ctx0" brushRef="#br0" timeOffset="179691.28">26917 15944 2046 0,'-17'-15'0'0,"8"8"0"0,0 3 0 0,1 4 0 0,2 0 0 0,2 0 0 0,1 0 0 0,3 0 0 0,0 1 0 0,0 11 0 0,0-3 222 0,18 6-92 0,12 2-46 0,8-2 344 15,11 2-186-15,17 2-107 0,18-3-48 16,6-1 131-16,16 0-89 0,23 3-46 0,-8-5 44 16,44 4-127-16,25 0 0 0,-5 1 0 0,13-1 0 15,15 0 0-15,4-1 0 0,4-2 0 0,4-1 0 16,-8 0 0-16,0-4 0 0,-13 3 0 0,-39-3 0 16,0-1 0-16,-21-1-205 0,-30-1-72 0,-4-2 126 15,-12-2 24-15,-22-2 115 16,-4 0-26-16,-20 0 0 0,-14 0 0 0,-16 0 198 15,-10 0-99-15,-9-4-59 0,-3-4-14 0,-18-1-26 16,-22 3 0-16,-10 3-1 0</inkml:trace>
  <inkml:trace contextRef="#ctx0" brushRef="#br0" timeOffset="190262.05">28846 16320 1913 0,'-11'-7'0'0,"3"1"0"0,-3 5 0 0,0 1 0 0,-3 0 0 0,-2 0 0 0,1 17 0 0,-5 4 0 0,1 5 0 0,-2 6 0 0,-4 10 94 16,4-3-27-16,3 3 133 0,0 2-79 0,6-3-40 15,2-6 10-15,2 1 55 0,7-1-52 0,1-4-27 16,0-5 0-16,0-4-62 0,5-2 46 0,9-2-10 16,0 0-43-16,4-2 0 15,4-4 43-15,-4-3 0 0,2 1-260 0,1-3 118 16,0-1 70-16,1-2-499 0,-3-2 260 0,1-2 82 16,0 0 73-16,4 0-355 0,-1-4 214 0,0-7 108 15</inkml:trace>
  <inkml:trace contextRef="#ctx0" brushRef="#br0" timeOffset="190742.64">29017 16569 1849 0,'-8'-6'0'0,"5"4"0"0,1 1 0 0,2 1 0 0,0 0 0 15,0 0 0-15,2-2 0 0,12 2 0 0,13-3 0 0,1 0 0 0,5-3 120 0,2 3-30 0,5-3 156 0,-2 3-103 0,0 1-51 0,1-2-26 16,-4 1-67-16,1 2 10 16,-3 0 32-16,-3-2-284 0,-1 3 142 0,-9 0 71 0,-2 0 45 0,-6 0-234 15,0 0 128-15,-6 0-26 16,-2 0-530-16,-3 0 298 0,-1 0 144 0</inkml:trace>
  <inkml:trace contextRef="#ctx0" brushRef="#br0" timeOffset="190895.01">29351 16377 1447 0,'-2'-9'0'15,"2"5"0"-15,0 2 0 0,0 1 0 0,2-2 0 0,8 3 0 0,3 0 0 0,1 0 0 0,2 0 0 0,1 4 0 0,3 4 170 0,0-1-70 0,-5 3-30 0,5 0 42 16,-5 0-36-16,3 0 0 0,-4 1-25 0,-3 2-331 16,-3 2 161-16,-6 3 79 0,-2 1-500 0,0 1 275 15,-2 1 143-15,-16 0 23 0</inkml:trace>
  <inkml:trace contextRef="#ctx0" brushRef="#br0" timeOffset="191278.06">29309 16787 971 0,'0'10'0'0,"0"-1"0"0,0 0 0 0,5-1 0 0,0-5 0 0,1 1 0 0,-3-2 0 0,1-1 0 0,1-1 0 0,-4 0 0 0,0 0 89 16,1 0-1-16,-2 0 132 0,0-1-89 0,0-5-46 15,0-1 45-15,-4-2-50 0,-7 1 0 0,3-1-39 16,-3 2-29-16,-3-2 1 0,-1 4 38 0,2 0-11 15,-3 3 2-15,2-1-1 0,-2 3-1 0,0 0 48 16,1 3-37-16,0 7-11 16,0 6 1-16,-1 5 77 0,4-1-39 0,0 2 0 0,5-3 19 0,1 4-9 15,4-2-49-15,2-1 1 16,0-2-41-16,2-3 1 0,11 0 49 0,2-6-9 16,5-4-189-16,0-3 95 0,2-2 40 0,-1 0 36 15,-1-2-136-15,0-7 67 0,2-2-3 0,-5-3-119 16,-4 3 54-16,-3 1 47 0,-2 3-3 0,-2 2 45 15,-1 1-32-15,-4 2 25 0,2 0 217 0,0 2-108 16,-3 0-40-16,0 10-27 0,0 5 254 0,0-2-129 16,2 2-38-16,0 2 12 0,-1-1-28 0,3 1 1 15,1-1-19-15,4-4-139 16,0 2 61-16,1-3 38 0,3-4-469 0,3-1 230 16,0-2 98-16,2-4 64 0,1 0-538 0,-1 0 265 15,0 0 149-15,1-6 68 0,-1-1-299 0,-1-3 184 16</inkml:trace>
  <inkml:trace contextRef="#ctx0" brushRef="#br0" timeOffset="191471.07">29783 16970 2025 0,'1'0'0'0,"4"0"0"0,-5 0 0 0,2 0 0 0,1 0 0 0,-3 0 0 0,0 0 0 0,0 0 0 0,0 0 0 0,-3 0 0 0,-2 10 443 0,-3-2-192 0,-1 3-110 0,-1 0-50 15,0 3 3-15,0 0-27 0,2-1 0 0,3-3-350 16,0 2 157-16,0-4 83 0,1-2 42 0,1-2-539 16,3 0 290-16,0-4 88 15,0 0-499-15,0 0 310 0</inkml:trace>
  <inkml:trace contextRef="#ctx0" brushRef="#br0" timeOffset="191675.14">29886 16650 2696 0,'0'-6'0'0,"0"4"0"0,0 1 0 0,5-4 0 0,6-1 0 0,3 1 0 0,7 0 0 0,6-3 0 0,3 2 0 0,2 1 0 0,1-1 263 0,2 2-116 0,0 1-60 0,0 1-46 16,1 0 1-16,-2 2-1 0,-3 0-421 0,1 0 205 15,-4 0 109-15,2 0 53 0,-11 0-271 0,3 0 163 16,-3 0 91-16,-9 0-724 0,-1 0 359 0,-4 0 161 15,-5 0 96-15</inkml:trace>
  <inkml:trace contextRef="#ctx0" brushRef="#br0" timeOffset="192120.94">30316 16468 1436 0,'-7'-14'0'0,"2"7"0"0,3 4 0 0,2-1 0 0,0 2 0 0,0 0 0 0,2-1 0 0,5 3 0 0,7 0 0 0,0 0 0 0,2 0 92 0,-2 8 168 0,4 0-110 0,-4-1-54 16,2 4-76-16,-6-1-12 0,0 1 34 0,-5 3-1 15,-2-2-361-15,-3 4 181 16,0 0 100-16,-8 3 35 0,-9 0-229 0,-2-2 130 16,-5-2-8-16,2-1-308 0,-1 0 155 15,-7-1 117-15,0-1 53 0,0-1-14 0,2-1 33 0,5-3 1 16,2 2 172-16,2-1-83 0,5 1-28 0,-1-1 0 16,10 1 312-16,-2 2-171 0,7 3-60 0,0-2 348 15,0 4-169-15,0 1-112 0,0 1 0 0,2 2 53 16,0 1-62-16,0 3-48 0,-1-2 0 0,-1-2 113 15,0 3-75-15,0-2-37 0,0-2 24 0,0-2-62 16,-3-5 1-16,-1-3-1 16,1-2-84-16,-3-2 53 0,3-3-10 0,2-2 49 15,1 0-8-15,0-2 1 0,0-10-1 0,2 0-82 16,15-4 33-16,-2 0 1 0,5 4 0 0,-1 1 1 16,3 4-26-16,-2-1 40 0,3 6 65 0,-4 0-27 15,1 2-1-15,-4 0-19 0,-2 8 66 0,-4 4-25 16,-2 3-6-16,-5-2 21 0,-3 1-51 0,0 3 4 15,0 0-3-15,-11 0 59 0,-8 0-52 0,5-4 13 16,-5-1-11-16,-1-1-49 0,0-4-1 16,0-1 61-16,0-4-354 0,2-1 145 0,0-1 85 15,1 0 23-15,-2 0-501 0,0 0 216 16,-1-1 152-16,3-7-321 0,-6-3 230 0,0-4 117 16</inkml:trace>
  <inkml:trace contextRef="#ctx0" brushRef="#br0" timeOffset="192378.14">29649 16034 1724 0,'-9'0'0'15,"2"0"0"-15,-2 9 0 0,-1 0 0 0,-3 1 0 0,0 3 0 0,-6 5 0 0,2-2 0 0,-2 5 0 0,2-6 0 0,-5 8 79 0,3-3 15 0,-3 3-27 0,7-3 1 0,-3-1-28 0,7-4-189 16,1 0 90-16,2-5 50 0,5-3-1 0,1-2-403 16,2-5 222-16,2 0 104 0</inkml:trace>
  <inkml:trace contextRef="#ctx0" brushRef="#br0" timeOffset="192533.28">29626 16041 2064 0,'5'0'0'0,"0"0"0"0,3 2 0 0,2 7 0 0,1 3 0 0,1 3 0 0,5 4 0 0,3 0 0 0,5 1 0 0,-3 3 0 0,6-3 164 0,-1 2 145 0,1 2-134 0,1 0-68 16,1-2-22-16,1 3-65 0,-1-5 20 0,2 3 1 15,-2-1 0-15,0-3-537 0,0 2 279 0,0-1 123 16,3-2-692-16</inkml:trace>
  <inkml:trace contextRef="#ctx0" brushRef="#br0" timeOffset="192886.9">30635 16419 2437 0,'-8'-6'0'0,"7"5"0"16,1 1 0-16,0 0 0 0,0 0 0 0,1 11 0 0,7 2 0 0,6 5 0 0,0 5 0 0,2 4 0 0,0 1 150 0,3 1-55 0,-1 1 139 0,-4 3-96 0,0-1-40 15,-7 2-9-15,-4-1-67 16,-3 1 18-16,0 0 0 0,-6-1-149 0,-13 1 85 0,-10 4 27 16,-1-4 0-16,-2-2-65 0,-3-4 51 0,1-2 26 15,4-7 10-15,-5 0-320 0,2-4 100 16,5-5 97-16,6-5-386 0,2-3 222 0,7-2 102 16,3 0 64-16,8-7-367 0,2-18 211 0</inkml:trace>
  <inkml:trace contextRef="#ctx0" brushRef="#br0" timeOffset="193015.79">30777 16690 2325 0,'17'-11'0'0,"-4"4"0"0,2 7 0 0,0-9 0 0,0 2 0 0,0-1 0 0,1 2 0 0,0 0 0 0,3 0 0 0,0 3 0 0,1 0 235 0,-2 1-97 0,5 0-49 0,-2 2 10 16,0 0-232-16,-4 0 86 0,1 4 44 0,-2 5-704 15,-9 2 374-15</inkml:trace>
  <inkml:trace contextRef="#ctx0" brushRef="#br0" timeOffset="193166.23">30878 16828 2471 0,'-3'4'0'0,"0"4"0"0,3-5 0 0,0 1 0 0,0-3 0 0,3-1 0 0,7 0 0 0,5 3 0 0,5-2 0 0,2 4 0 0,6-4 169 0,-3 2-65 0,4-2-228 0,-1 1 82 15,2-2 40-15,-5 3 11 0,6-3-614 0,-1 1 322 16,-3-1 162-16</inkml:trace>
  <inkml:trace contextRef="#ctx0" brushRef="#br0" timeOffset="193474.89">31327 16723 2094 0,'-7'0'0'0,"0"0"0"0,5 0 0 0,-3 2 0 0,1 2 0 0,1 4 0 0,1 1 0 0,2 3 0 0,0 5 0 0,0 5 0 0,0 0 298 0,0 2-129 16,3 0 276-16,8-3-203 0,0-1-91 0,1-2-60 15,4-1 28-15,5-1-39 0,-2-6-1 0,6-2-102 16,-2-5 42-16,7-3-11 0,-2 0 32 0,1-1-159 16,-4-10 79-16,0-5 41 0,-7-1-74 15,3-3 48-15,-7-2 32 0,-5-2-63 16,-3 0-66-16,-1-1 26 0,-2 2 40 0,-3-9-13 16,0 2 16-16,-14 1 1 0,-2 3 0 0,-2 3 30 15,0 7-14-15,-11-1 8 0,1 5-1 0,0 6 171 16,-1 5-79-16,3-2-30 0,4 3 45 0,5 0-30 15,-1 7-25-15,8 2 22 0,0 2-30 0,4 2 6 16,2 1-9-16,4 2 31 0,0-4-469 16,0 3 207-16,7-2 105 0,11-2-499 15,2 1 276-15,2-3 154 0,6-4 71 0</inkml:trace>
  <inkml:trace contextRef="#ctx0" brushRef="#br0" timeOffset="193655.07">31906 16513 3042 0,'0'-9'-5'0,"0"4"3"0,14 0 1 0,4-5 1 0,0 1 0 0,1 3 0 0,2-1 0 0,4-1 0 0,3 3 0 0,4 1 0 0,0 0 539 0,-1 3-254 0,1 1-212 16,0 0-73-16,-2 0-63 0,-7 0-44 0,-1 1 85 15,-4 9 27-15,-3-1-809 0,-7 3 423 0,-6 3 210 16</inkml:trace>
  <inkml:trace contextRef="#ctx0" brushRef="#br0" timeOffset="193849.29">31917 16731 2155 0,'-14'4'0'0,"7"5"0"0,4-2 0 0,3-3 0 0,0-1 0 0,0 0 0 0,0-2 0 15,1 2 0-15,4-1 0 0,2-1 0 0,0 3 351 0,-3-1-160 0,-1-1-74 0,1 2-38 0,-2 2-61 16,-2-2 24-16,0 2 10 0,0-1-256 0,-3-1 123 15,-3 0 61-15,2-1 31 0,-1-1-357 0,3-2 204 16,-1 0 65-16,3 0 54 0,0 0-545 16,3-11 264-16,8-7 124 0,0 0-231 15,4-6 191-15,-2-4 89 0,2-4 45 0</inkml:trace>
  <inkml:trace contextRef="#ctx0" brushRef="#br0" timeOffset="194153.87">32056 16290 2651 0,'0'-34'0'16,"0"11"0"-16,0 2 0 0,0 9 0 0,0 0 0 0,0 7 0 0,0 2 0 0,0 2 0 0,0 1 0 0,0 9 0 0,0 19 150 0,0 7-44 16,0 16-37-16,2 9 321 0,0 2-174 0,1 1-87 0,5 0 91 0,0-7-220 15,2 5 0-15,4-5 0 0,1-4 0 0,0-3 0 16,1-4 0-16,-2-6 0 0,4-3 0 0,0-1 0 16,-1-6 0-16,-5-10-68 0,1-2-176 0,-3-7 75 15,1-3-211-15,-5-5 113 0,2-2 114 0,-1 0 55 16,-4-15-158-16,1-9 112 0,-2-2 52 15,0-7 25-15,-2 3 20 0,0 3 6 0,0 4-10 0,-8 0 217 16,0 4-103-16,-4 2-52 0,-1 6-26 16,-1 3 468-16,0 5-249 0,-3 1-42 15,-3 2-84-15,-2 0 296 0,0 8-167 0,-4 5-83 16,1 2 70-16,3 1-138 0,5-1-56 0,-1 1 0 16,6-2-44-16,4-4-62 0,2 1 84 0,2-5-644 15,4-2 348-15,0-2 114 0,6-2 107 0,15-6-760 16</inkml:trace>
  <inkml:trace contextRef="#ctx0" brushRef="#br0" timeOffset="194283.19">32338 16175 2609 0,'0'-7'-10'0,"0"7"5"0,5 0 2 0,9 7 0 0,-3 4 2 0,-1 3 0 0,3 2 0 0,-1 2 0 0,4 2 1 0,-2 1-1 0,7 6-4 0,2 0 43 16,3 1 12-16</inkml:trace>
  <inkml:trace contextRef="#ctx0" brushRef="#br0" timeOffset="194447.64">32773 16370 3244 0,'0'-8'0'0,"8"8"0"0,22 0 0 0,-5 0 0 0,1-1 0 0,-2-2 0 0,2 3 0 0,2 0 0 0,-2 0 0 0,4 0 0 0,0 0 196 0,6 0-78 16,1 6-237-16,-2-2 75 0,-4 1 41 0,-2-1 1 15,-9 2-671-15,-2-1 356 0,-6 1 188 0,-6 1-347 16,-6-2 244-16,-6 2 122 0</inkml:trace>
  <inkml:trace contextRef="#ctx0" brushRef="#br0" timeOffset="194567.96">32954 16445 2331 0,'-37'2'0'0,"2"2"0"0,7 4 0 0,6 1 0 0,1 2 0 0,6 4 0 0,0 2 0 0,1 6 0 0,8-2 0 0,-4 4 0 0,8 1 158 0,-3 1-59 16,5-4 171-16,0 7-120 0,0-6-56 15,0-3-124-15,5 0 35 0,5-1 0 0,-2-5 44 0,1-4-713 0,4-3 352 16,-3-7 176-16</inkml:trace>
  <inkml:trace contextRef="#ctx0" brushRef="#br0" timeOffset="194706.36">33056 16484 2803 0,'6'-5'0'0,"1"3"0"0,1 2 0 0,-4 3 0 0,-1 11 0 0,-1 5 0 0,-2 9 0 0,0 1 0 0,0 6 0 0,0 8 0 0,-2-1 128 0,-6-5 174 0,-3 11-136 0,0-4-63 16,4-2-355-16,-1 1 145 16,1 2 74-16,-3 1 46 0</inkml:trace>
  <inkml:trace contextRef="#ctx0" brushRef="#br0" timeOffset="194846.46">33292 17058 2826 0,'-12'-7'0'0,"12"6"0"0,0 1 0 0,-2 0 0 0,-2 0 0 0,-6 4 0 0,-4 11 0 15,-7 3 0-15,1 9 0 0,-4 10 0 0</inkml:trace>
  <inkml:trace contextRef="#ctx0" brushRef="#br0" timeOffset="197004.63">22109 16723 2292 0,'-2'-17'0'0,"0"12"0"0,2 3 0 0,0 2 0 0,0 0 0 0,0 0 0 0,0 0 0 0,0 0 0 0,0 0 0 0,2 0 0 0,11 0 160 0,11 0 243 0,6 0-176 0,4 0-90 16,4 0-31-16,7 0 108 0,-2 2-82 0,3-2-42 15,-4 0 16-15,1 0-42 0,-5 0-64 0,3 0 0 16,-3 0 0-16,-1 0 0 16,-2 1 0-16</inkml:trace>
  <inkml:trace contextRef="#ctx0" brushRef="#br0" timeOffset="197044.74">22750 16712 490 0,'28'5'0'0,"-3"3"603"0,-4-1-301 0,-2 1-151 0,-2 1-76 0</inkml:trace>
  <inkml:trace contextRef="#ctx0" brushRef="#br0" timeOffset="197209.27">22380 16885 2649 0,'-36'5'0'0,"1"9"0"0,15-5 0 0,1-2 0 0,8-1 0 0,4-4 0 0,2-2 0 0,5 0 0 0,0 0 0 0,21 0 0 0,8 0 167 0,10 0-59 0,5 0 0 0,-5 0 205 16,15 0-138-16,-7 0-63 0,0-2-231 0,0 0 84 15,-4-2 42-15,-3-1 12 0,4-1-573 16,-9 2 302-16,-1-2 151 0,-4 1-751 16,-8 1 354-16,0-3 221 0</inkml:trace>
  <inkml:trace contextRef="#ctx0" brushRef="#br0" timeOffset="197434.37">22759 16467 2379 0,'-11'-15'0'0,"2"10"0"0,2-1 0 0,4 3 0 0,1 1 0 0,2-1 0 0,0 3 0 0,14 0 0 0,11 3 0 0,3 10 0 0,8 6 448 0,4 0-200 16,1 5-99-16,2 5-39 0,-1 0 219 0,-3 0-141 15,-2 2-108-15,-3-1-80 0,-8-3 0 0,1 3 0 16,-6-4 0-16,-5-1 0 0,-9-5 0 0,-2 5 0 16,-5 3 0-16,-7-1 0 0,-21 5 0 0,-16 10 0 15,-9 3 0-15,-18 9 0 0,9-4 0 0,-18 16 0 16,6 0 0-16,1 4 0 0,-7 5 0 0,1 6 0 15,1 9-233-15,-16 19-87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0:18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15683 2019 2492 0,'-10'0'0'0,"-1"0"0"16,2 0 0-16,2 0 0 0,2 0 0 0,1 0 0 0,2 1 0 0,0-1 0 0,2 0 0 0,0 0 0 0,0 0 298 0,0 0-128 0,0 0-55 0,2 3 119 0,5-1-97 15,4-2-48-15,5 1-1 0,2-1 177 0,5 0-222 16,5 0-43-16,0 0 0 15,4 0 0-15,2 0 0 0,3 0 0 0,2 0 0 16,5 0 0-16,-1-1 0 0,1-1 0 0,1-2 0 16,0-1 0-16,-7 1 0 0,8 1 0 0,-10 0 0 15,0-2 0-15,0 4 0 0,-5-3 0 0,-6 2 0 16,0 0 0-16,-5 1 0 0,-5 1 0 0,-4 0 0 16,-2 0 0-16,-1 0 0 0,-2 0 0 15,-4 0 0-15,0 0 0 0,-2 0 0 0,0 0 0 0,0 0 0 16,0 0 0-16,0 0 0 15,0-2 0-15,0 0 0 0,0-2 0 0,0 1-191 16,-4 1 43-16,2-3-560 0,-2 4 334 0,3 0 167 16,-4-2 83-16,1 1-305 0,1 2 199 0,-5-1 95 15</inkml:trace>
  <inkml:trace contextRef="#ctx0" brushRef="#br0" timeOffset="1474.55">16257 1777 2160 0,'-9'0'0'0,"-1"0"0"0,6 0 0 0,-2 0 0 0,3 0 0 0,3 0 0 0,-2 0 0 0,2 0 0 0,0 0 0 0,5 0 0 0,15 1 122 0,1 4-43 0,6 4 133 16,1-2-88-16,4 2-33 0,2 0-9 0,1 1 87 16,2-2-66-16,-2-1-32 0,1 3 4 0,-2-3 9 15,-4 2-45-15,-8-1-1 0,-2-1-69 0,-4 2 35 16,-9 0 0-16,-3 0-68 0,-4 2 46 0,0 3 28 16,-21 2 0-16,-5 2 220 0,-12 2-99 0,3-2-37 15,-14 7-41-15,2-1 6 0,-10 10-59 16,4-3 0-16,0 5 0 0,9-2-54 0,3 5 40 15,4-1 27-15,7 0-795 0,5 0 387 16,10-4 174-16,2 1-619 0,5 3 406 0</inkml:trace>
  <inkml:trace contextRef="#ctx0" brushRef="#br0" timeOffset="1890.82">16179 2707 2573 0,'-3'0'0'0,"-1"0"0"0,-1 0 0 0,-1 0 0 0,6-6 0 0,-2-8 0 0,2-1 0 0,0 0 0 0,2-1 0 0,2-2 0 0,3 0 77 0,-2-1-10 0,1 0-29 16,-3 3-164-16,-1-4 82 0,-2 5 41 0,0-1-104 15,-12 2 68-15,-5 3 38 0,-9 2 1 0,-2 7 129 16,-4 2-45-16,-4 0-46 0,-8 14-10 0,7 9 320 16,-2 6-158-16,3 4-81 0,4 3 265 15,8-3-178-15,-1 13-196 0,14-17 0 0,5 6 0 16,6-7 0-16,0-2 0 0,4-6 0 15,15-1 0-15,2-1 0 0,3-9 0 0,4-2 0 16,3-7 0-16,0 0 0 0,3 0 0 16,0-10 0-16,-2-8 0 0,0-3 0 0,-4-1-248 0,-2-2 48 15,-4-1 88-15,-3 3-1 0,-6 2 50 0,-3 5 1 16,-3 5 14-16,-3 2 201 0,-2 2-96 0,0 5-48 16,-2-2 1-16,0 3 386 0,0 0-180 15,0 16-211-15,-4 6-5 0,0 3 0 0,3 1 0 0,1 4 0 16,0-5 0-16,0 8 0 15,0-5 0-15,7-1 0 0,2-3 0 0,1-5 0 16,3 2 0-16,2-6 0 0,0-2-83 0,4-6-5 16,1-4-28-16,5-3-627 0,-1 0 342 0,4-16 187 15,8-9 87-15,-2-5-457 0,5-5 273 0,8-12 136 16</inkml:trace>
  <inkml:trace contextRef="#ctx0" brushRef="#br0" timeOffset="2034.94">16867 2398 2951 0,'11'-22'0'0,"-3"5"0"0,-3 3 0 0,-2 6 0 0,-3 3 0 0,0 3 0 0,0 2 0 0,-12 0 0 0,3 14 0 0,-5 2 0 0,1 9 419 0,-1 0-191 0,-4 4 105 16,1 2-333-16,-1 8 0 0,1-5 0 0,-2 7 0 15,0-4 0-15,3-2 0 0,-1 1 0 0,-1-3 0 16,2-3 0-16,2-4 0 0,5-5-721 0,2-3 281 16,3-5 157-16</inkml:trace>
  <inkml:trace contextRef="#ctx0" brushRef="#br0" timeOffset="2205.92">16581 2456 3931 0,'0'-5'0'0,"0"3"0"0,2-1 0 0,1 3 0 0,4 0 0 0,2 0 0 0,2 13 0 0,3 1 0 0,2 9 0 0,0 0 0 0,-2 3 0 0,2 2 0 16,0 1 0-16,1 1 0 15,1 1 0-15,0-2 0 0,-1-2 0 0,1-1 0 0,0-3 0 0,-5-3 0 16,4 0-387-16,-1-4-50 15,3-5 238-15,1-2-61 0</inkml:trace>
  <inkml:trace contextRef="#ctx0" brushRef="#br0" timeOffset="2402.06">17067 2210 3931 0,'-5'-6'0'0,"5"4"0"0,0 2 0 0,0 0 0 0,0 0 0 0,9 0 0 0,10 0 0 0,6 0 0 0,1 0 0 0,15 0 0 0,0 0 0 0,1-1 0 16,12-1 0-16,-7-2 0 0,1 0 0 0,4 1 0 16,-5-2 0-16,-8 4 0 0,2-3 0 0,-4 1 0 15,-2 1-291-15,-8-2 157 0,2 2 85 0,-10 0-971 16,-2-1 495-16,0-3 244 0,-10-2-447 0</inkml:trace>
  <inkml:trace contextRef="#ctx0" brushRef="#br0" timeOffset="2917.41">17683 1889 2979 0,'0'-1'0'0,"0"1"0"0,0-3 0 0,8 3 0 0,5-2 0 0,2 1 0 0,4 1 0 0,6 0 0 0,-4 0 0 0,6 0 0 16,-2 3 310-16,-4 4-126 0,1 5-78 0,-2-1 89 0,-2 2-78 0,-6 3-77 16,-1 0-40-16,-8 4 0 0,-3 4 0 15,0 0 0-15,-8 0-121 0,-8 4 43 16,-5-5 67-16,-2 1 20 0,-1 1-307 0,-4 1 168 15,0-5 40-15,-4 2-431 0,0-3 206 0,-7-2 143 16,8 0 67-16,-9 2-423 0,9-8 245 0,-3 1 123 16,0-3 51-16,4 1-167 0,9-6 119 0,5-1 60 15,4-2-167-15,3-2 133 0,3 0 37 0,1 0 94 16,3 0 31-16,0 0-39 0,2 0-15 0,0 0 513 16,0 2-293-16,0 5-112 0,-2 5-62 0,-2 2 671 15,2 5-286-15,-2 6-190 0,2-3-53 16,-3 11 200-16,1-2-164 0,-1 0-81 15,-2 4 345-15,2-4-213 0,0-2-98 0,-3 3-62 16,5-9-90-16,-1-1-2 0,0-3 0 0,0-6-63 16,2-4 5-16,0-3 43 0,2-4 27 0,0 0-78 15,-2-2 53-15,2 0 25 0,0-11 9 0,0-7 34 16,10-2-1-16,5 1-32 0,2-1-57 0,5 2 33 16,3 1-35-16,5 3 36 0,2 3 115 0,1 2-114 15,1 6 0-15,0 3 0 0,-2 0 0 16,-2 3 0-16,-4 15 0 0,-1 3 0 15,-6 1 0-15,-4 6 0 0,-6 3 0 0,-5-1 0 16,-2 1 0-16,-2 3 0 0,-5-2 0 0,-11-2 0 16,-3-4 0-16,-3-1 0 0,-3-4 0 0,1-7 0 15,-4-3 0-15,1-4 0 0,3-5 0 0,-10-2 0 16,4 0 0-16,0 0 0 0,-2-1 0 0,0-7 0 16,0-3 0-16,-5-5-946 0,1-3 392 0</inkml:trace>
  <inkml:trace contextRef="#ctx0" brushRef="#br0" timeOffset="3362.3">15496 1763 1848 0,'-8'-11'0'0,"1"1"0"0,1 1 0 0,0 2 0 0,3-1 0 0,-1 5 0 0,2 0 0 16,0 1 0-16,2 1 0 0,0 1 0 0,0 0 342 0,0 18-151 0,2 6-77 0,0 6 176 0,2 6-117 16,-1 15-71-16,1 11 226 0,-2 0-145 0,-2 10-72 15,0 5-36-15,0 8 99 0,-8 17-174 0,-1-4 0 16,0 2 0-16,-3 0 0 0,2-1 0 0,-1-8 0 16,-1 17 0-16,1-14 0 0,4-17 0 0,-4 4 0 15,6-12 0-15,1-15 0 16,1 2 0-16,1-11 0 0,0-6 0 0,2-7 0 15,-2-8 0-15,2-7-152 0,0-4-73 0,0-6 102 16,0-2 5-16,0-5-516 0,0 0 297 0,11-5 139 16,8-15 85-16,7-3-275 0</inkml:trace>
  <inkml:trace contextRef="#ctx0" brushRef="#br0" timeOffset="3759.79">18065 1681 2930 0,'2'-16'0'0,"2"11"0"0,-1 0 0 0,1 1 0 0,-2-1 0 0,0 4 0 0,-2 0 0 0,1-2 0 0,1 3 0 0,4 0 0 0,0 3 189 0,1 9 287 0,1 5-224 16,1 8-168-16,1 4-84 0,-1 13 0 0,-2 1 0 15,-1 8 0-15,0 12 0 0,-4 0 0 0,0 3 0 16,-2 5 0-16,0 4 0 0,0 6 0 0,0 1 0 16,-4 13 0-16,-1-21 0 0,2 7 0 15,-1-3 0-15,2-13 0 0,2 13 0 16,0-12 0-16,-1-11 0 0,1 0 0 0,-2-7 0 15,0-12 0-15,0 0 0 0,-1-14 0 0,-1-1 0 16,0-10 0-16,2-3 0 16,-2-3 0-16,0-5 0 0,-1 0 0 0,1 0 0 0,0-2-109 0,1-9-60 15,1 2-905-15,2-3 523 0</inkml:trace>
  <inkml:trace contextRef="#ctx0" brushRef="#br0" timeOffset="4461.39">18715 2183 2494 0,'-4'-2'0'0,"4"-1"0"0,0 3 0 0,0 0 0 0,2 0 0 0,9 0 0 0,8 4 0 0,1 0 0 0,3 0 0 0,4-1 0 0,3 2 104 0,0-1 193 15,2 0-120-15,-1 0-74 0,0 0-235 0,-1-2 85 16,-2 2 43-16,-6-1 0 0,1 1-480 0,-6 0 256 15,-1 2 134-15,-6 1-309 0,-1 1 141 0</inkml:trace>
  <inkml:trace contextRef="#ctx0" brushRef="#br0" timeOffset="4627.99">18724 2551 2777 0,'-13'0'0'0,"5"5"0"0,6 5 0 0,2-3 0 0,0-2 0 0,2 3 0 0,12-4 0 0,8 1 0 0,6-1 0 0,6-4 0 0,9 0 190 0,-2 0-83 16,-5 0-24-16,4 0-10 0,-1-1-33 0,-1-2-641 16,-3 1 320-16,1-1 171 0,-3-1 69 0,-2 2-745 15,0-4 403-15</inkml:trace>
  <inkml:trace contextRef="#ctx0" brushRef="#br0" timeOffset="4880.71">19579 1849 3585 0,'-5'-5'0'0,"0"3"0"0,5 2 0 16,0 0 0-16,0 0 0 0,-2 0 0 0,2 11 0 0,0 10 0 0,0 3 0 0,0 10 0 0,0 8 179 0,0 7-69 0,0 8-53 15,0 8-57-15,0 0 0 0,0 1 0 0,0 0 0 16,0-3 0-16,0-8 0 0,0 5 0 0,0-4 0 15,0-1 0-15,-2-4 0 0,-1-5 0 0,1-4 0 16,-2-3 0-16,2-3 0 0,2-4 0 0,-1-10-92 16,1-2-12-16,0-9-667 0,0-4 369 0,1-5 179 15,7-2-248-15,7-18 214 0</inkml:trace>
  <inkml:trace contextRef="#ctx0" brushRef="#br0" timeOffset="5086.12">19817 1985 3699 0,'-9'-7'0'0,"7"5"0"0,2 2 0 0,0-2 0 0,0-1 0 16,7 2 0-16,12 0 0 0,8-4 0 0,5 1 0 0,7-3 0 0,5-1 141 0,4 1-50 0,1 1-91 0,1-1 0 0,-1 1 0 16,1 2 0-16,-8 1 0 0,10-1 0 0,-17 2 0 15,2 0-30-15,-5 2 4 0,-3 0-324 16,-8 0 203-16,-1 0 89 0,-7 0-91 0,-4 0-774 15,-3 0 442-15,-4 0 221 0,-2 0 102 0</inkml:trace>
  <inkml:trace contextRef="#ctx0" brushRef="#br0" timeOffset="5280.4">20326 1730 3132 0,'-3'-3'0'0,"3"2"0"0,0-1 0 0,3-2 0 0,10 0 0 0,4 3 0 0,4-2 0 0,1 1 0 0,-1 2 0 0,2 0 0 0,0 0 180 15,-3 10-71-15,-1 3 59 0,-5 0-56 0,0 4-41 16,-5 6-1-16,-3 1-139 0,-6 3 53 0,0 0 28 16,-6 4 8-16,-8 0-448 0,-5 0 234 0,-1-3 115 15,-1 0-638-15,-2-2 360 0,-4-3 46 16,1-3-292-16,-4-1 282 0,0-5 141 0,-4-4 71 0,-2-5-155 16</inkml:trace>
  <inkml:trace contextRef="#ctx0" brushRef="#br0" timeOffset="5614.19">20133 2135 2005 0,'-17'-8'0'0,"6"7"0"0,2-4 0 0,2 4 0 0,5-1 0 0,2 2 0 0,0 0 0 0,0 8 0 0,0 7 0 0,6 7 0 0,0 5 296 0,2 6-129 0,-3 11 489 16,-1-7-299-16,-2 14-164 0,-1-7-78 0,1 2 27 15,-2-8-142-15,0-1 0 0,0-1 0 0,0-6 0 16,0-2 0-16,0-5 0 0,-2-3 0 0,-1-6 0 16,1-7 0-16,0-2 0 0,0-2 0 0,0-3 0 15,2-3 0-15,0-13 0 16,0-10 0-16,4-1 0 0,7-1 0 0,5-2 0 15,0 4-24-15,3 1-73 0,2 1 37 0,4 5 108 16,-2 2-38-16,2 6 3 0,-4 3 68 0,2 5-52 16,-1 0-29-16,-1 3 0 15,-2 0 0-15,-5 8 0 0,-1 5 0 0,-5 2 0 0,-2 4 0 0,-5 2 0 16,-1-1 0-16,0 1 0 16,-1-2 0-16,-13 0 0 0,-2 1 0 0,-4-3 0 15,0-1 0-15,-1 0 0 0,4-4 0 0,-3-1 0 16,-1-2 0-16,2 1 0 0,-1-4 0 0,4 0 0 15,2-3 0-15,7-2 0 0,-2-1 0 0,4 0 0 16,3 0 0-16,2-1-578 0,2-14 132 0,13-4 194 16,7-2 112-16,10-9-756 0</inkml:trace>
  <inkml:trace contextRef="#ctx0" brushRef="#br0" timeOffset="5822.58">21116 1945 3931 0,'0'0'0'0,"-2"0"0"0,-5 6 0 0,-2 2 0 0,-2 4 0 0,-2 6 0 0,-4 3 0 0,-2 8 0 0,-4 3 0 0,0 7 0 0,2 2 0 0,-2-1 0 0,5 0 0 15,-3 2 0-15,3-8 0 0,-4 11 0 0,3-7 0 16,0 0 0-16,3-7 0 0,-3 0 0 0,0-2 0 16,4-5-88-16,0-5 55 15,2-3-847-15,0-4 428 0,4-7 176 0,-1-2-184 16,1-3 215-16,5-3 104 0,2-16 52 0,2-9-404 15</inkml:trace>
  <inkml:trace contextRef="#ctx0" brushRef="#br0" timeOffset="5981.07">20779 2035 2947 0,'7'-1'0'0,"4"1"0"0,-1 0 0 0,0 12 0 0,0 4 0 0,4 4 0 0,1 5 0 0,0 3 0 0,0 4 0 0,0 2 0 0,2 7 133 0,-4-7 479 0,2 9-373 16,-1-10-239-16,0 2 0 0,2-3 0 0,-2 0 0 15,-1-10 0-15,4 8-5 0,-6-12-262 0,3 2 152 16,-3-5 77-16,1-4-846 0,-1-5 424 0,1-4 237 16</inkml:trace>
  <inkml:trace contextRef="#ctx0" brushRef="#br0" timeOffset="6172.04">21206 1996 3862 0,'-3'-4'0'0,"3"2"0"0,3 1 0 0,8-5 0 0,5 3 0 0,10-6 0 0,5 4 0 0,2-2 0 0,11-3 0 0,1 2 0 0,4 2 69 0,-1 3-69 0,1-3 0 15,-8 5 0-15,10-1 0 0,-6-2-88 0,-3 2-147 16,-8 0 137-16,-1 0 68 0,-6 1-326 0,-1 1 193 16,-6-2 100-16,-2 2-846 15,-6-2 435-15,0 0 218 0</inkml:trace>
  <inkml:trace contextRef="#ctx0" brushRef="#br0" timeOffset="6359.39">21847 1724 2779 0,'2'0'0'0,"1"0"0"0,1 0 0 0,5 0 0 0,0 0 0 0,4 2 0 0,2 3 0 0,4 2 0 0,1 1 0 0,5 3 0 0,-2-1 233 15,-1 0-99-15,-5 0-38 0,2 2-87 0,-3 1 0 16,-2 0 29-16,-3 2-1 0,-8 3-176 0,-3 0 98 15,0 4 34-15,-7-3 1 0,-9 3-401 0,-5 2 223 16,-4-4 110-16,-1 4-675 0,-8 4 354 0,0-1 179 16</inkml:trace>
  <inkml:trace contextRef="#ctx0" brushRef="#br0" timeOffset="6768.03">21721 2439 2037 0,'7'-7'0'0,"-2"-5"0"0,-1-3 0 0,0-1 0 0,-3-4 0 0,1-4 0 0,-2 4 0 0,0-1 0 0,0-1 0 0,0 3 0 15,0 0 82-15,0 5 0 0,-5-2 98 0,-4 4-76 0,-3 3-34 0,-1 4 1 0,-2 3 16 16,-5 2-24-16,-5 0 9 0,-1 15 90 16,-6 7-63-16,0 7-30 0,0 1-1 15,2 3 197-15,7 0-104 0,0 0-66 0,5 3 69 16,6-4-164-16,5-3 0 0,5 0 0 0,2-6 0 15,0-2 0-15,2-1 0 0,12-5 0 0,0-2 0 16,7-7 0-16,2-3 0 0,2-3 0 0,2 0 0 16,-1-13 0-16,2-6 0 0,-1-2 0 0,-2-4-86 15,-4-2-44-15,0 2-5 0,-8 6 28 0,-1-1 34 16,-5 9 0-16,-3 0 367 0,-2 4-162 0,-1 4-84 16,-1 1 82-16,0 1-130 15,0 1 0-15,-5 9 0 0,0 8 0 0,1 6 0 16,2-1 0-16,2 3 0 0,0-5 0 0,0 11 0 15,9-7 0-15,7-4 0 0,0 1 0 0,5-5 0 16,-3-2 0-16,7-1 0 0,0-5 0 16,-1-4 0-16,1-4 0 0,-2 0 0 0,-2 0-33 0,8-3-134 15,-5-6-625-15,1-6 377 0,0-3 189 0,2-6-545 16,-1-5 358-16</inkml:trace>
  <inkml:trace contextRef="#ctx0" brushRef="#br0" timeOffset="6969.98">22452 1501 3549 0,'0'-12'0'0,"0"7"0"0,0 1 0 0,-3 4 0 0,-5 0 0 0,0 0 0 0,1 17 0 0,2 7 0 0,1 15 0 0,2 8 0 0,-2 19 230 0,3 6-78 16,-1 6-152-16,-3 18 0 0,2-1 0 15,-1-8 0-15,0 32 0 0,1-7 0 0,-3 0 0 16,1 6 0-16,-4-6 0 0,0-1 0 0,-2 2 0 15,-6 1 0-15,-1-3 0 0,-5-6 0 0,2-5-609 16,0-14-68-16</inkml:trace>
  <inkml:trace contextRef="#ctx0" brushRef="#br0" timeOffset="14942.43">24601 3696 1833 0,'-15'-9'0'0,"1"6"0"0,4 3 0 0,2 0 0 0,2 0 0 0,3 0 0 0,0 0 0 0,2 0 0 0,1 0 0 0,0 0 0 0,0 4 167 0,1 1-63 0,11 1-33 0,3 2 220 16,8-2-130-16,1-3-62 0,6 0-29 0,9 2 258 16,5-5-144-16,5 0-63 15,3 0-45-15,14 0 188 0,2 0-112 0,5 0-142 16,19 0-10-16,-7 0 0 0,30 0 0 0,16 0 0 16,-9 0 0-16,2 0 0 0,3 0 0 15,-10 0 0-15,25 0 0 0,-34 0 0 0,9 0 0 0,-9 0 0 16,-5-3 0-16,-13 1 0 0,10 1 0 0,-24-3 0 15,2 1 0-15,-7-3 0 0,-5 2 0 0,-13-1 0 16,-3 1 0-16,-8-1 0 16,-5 2 0-16,-7-2 0 0,-9 1 0 0,-4 1 0 15,-2 0 0-15,-7 2 0 0,-3-1 0 0,-1-1 0 16,-3 2 0-16,-1 1 0 0,0 0 0 0,0 0 0 16,0-2 0-16,0 2 0 0,0 0 0 0,0 0 0 15,0 0 0-15,0 0-598 0,-3 0 36 0,-1-2 261 16,1 0 131-16,3-1-417 0</inkml:trace>
  <inkml:trace contextRef="#ctx0" brushRef="#br0" timeOffset="15164.13">27277 3394 3288 0,'-3'-3'0'0,"-2"1"0"0,5 1 0 0,0 1 0 0,13 0 0 16,20 0 0-16,1 0 0 0,15 12 0 0,2 0 0 0,5 0 0 0,9 4 218 0,-15-1 207 0,4 2-425 0,-2 2 0 0,-1 1 0 0,-6 0 0 15,-3 0 0-15,-11-3 0 0,-1 3 0 16,-8 1 0-16,-6-3 0 0,-8 0 0 16,-7 0 0-16,-1 6 0 0,-17-4 0 0,-16 4 0 15,-9-1 0-15,-14 3 0 0,-3 0 0 0,-1 0 0 16,-11 3 0-16,-14 3 0 0,0 0 0 0,-5 2 0 16,-8 1-498-16,-2-1 223 0,-2 4 108 0</inkml:trace>
  <inkml:trace contextRef="#ctx0" brushRef="#br0" timeOffset="16143.33">24458 3681 2218 0,'-9'3'0'16,"0"1"0"-16,-2 1 0 0,7 0 0 0,-4-2 0 0,6-1 0 0,1-2 0 0,-1 0 0 0,0 2 0 0,2-2 0 0,0 0 252 0,0 0-108 0,0 0-53 0,11-6 272 16,6-9-162-16,7-6-73 0,10-8-50 0,4-3 116 15,10-11-79-15,0 1-38 0,3-4-7 0,8-1-70 16,3-4 0-16,15-6 0 0,-2 1 0 0,8-4 0 16,7-7 0-16,8-3 0 0,18-18 0 0,-5 3 0 15,-6 0 0-15,-2 1 0 0,-16 16 0 0,-10 5 0 16,9-7 0-16,-24 21 0 0,-4 3 0 0,-8 2 0 15,-12 8 0-15,-4 4 0 16,-4 2 0-16,-7 4 0 0,-2 4 0 0,-8 4 0 0,-2 2 0 16,-1 3 0-16,-5 3 0 0,1 1 0 15,-4 2 0-15,1 1 0 0,-1 1 0 0,0 0 0 16,-2 4 0-16,2-2 0 0,-2 2 0 0,0-2 0 16,0 3 0-16,0-1 0 0,0 1 0 0,0-2 0 15,-2 2 0-15,-7 0 0 0,-6 0 0 0,-5 0 0 16,-3 2 0-16,-7 9 0 0,-4 4 0 0,-5 3 0 15,3-4 0-15,-11 8 0 0,1-2 0 16,1 0 0-16,3 1 0 0,-2-1 0 16,8-3 0-16,-6 5 0 0,11-7 0 0,3 0 0 15,7-6 0-15,3 0 0 0,8-4 0 0,4-2 0 16,1-2 0-16,5 1 0 0,0-2 0 0,2 0 0 16,19-2 0-16,13-11 0 0,1-4 0 0,8-3 0 15,1-3 0-15,-3 0-137 0,-2 3 33 0,12-5-177 16,-7 4 122-16,-2 3 61 0,-10 5 33 0,4 0-1 15,-12 1 19-15,3 3 181 0,-7 2-86 0,-7 3-43 16,2 0 0-16,-8 3 379 16,1-2-221-16,-3 3-93 0,0 0-53 0,-2 0 114 15,3 12-131-15,2 1 0 0,-2 5 0 0,1 7 0 16,0 1 0-16,3 2 0 0,-2 3 0 0,1-2 0 16,-1 1 0-16,3-1 0 0,-4-1 0 0,2-4 0 15,-1-5 0-15,0 2 0 0,-1-6 0 0,-2-1 0 16,0-4 0-16,-1 0 0 0,1-5 0 0,-3-1 0 15,0 0 0-15,0-4 0 0,-2 0 0 0,0 0 0 16,0 0 0-16,0 0 0 0,0 0 0 16,0 0 0-16,0 0 0 0,0-2 0 15,0-2 0-15,0 0 0 0,0 1 0 0,-2-1 0 16,-5 3 0-16,1 1-172 0</inkml:trace>
  <inkml:trace contextRef="#ctx0" brushRef="#br0" timeOffset="16669.09">28147 3750 3495 0,'-7'-9'0'0,"-1"-3"0"0,6 11 0 0,2-2 0 0,0 2 0 0,0-5 0 0,5 1 0 0,10-1 0 0,10 2 0 0,3-1 0 0,4 0 329 0,12 2-222 0,0 1-107 0,5 1 0 15,4-2 0-15,-2 3 0 0,1-3 0 0,-2 3 0 16,-3 0-34-16,-1 0-4 0,-12 0 46 0,1 0-726 16,-4 0 378-16,-11 3 124 0,-3 3 117 0,-7 0-867 15</inkml:trace>
  <inkml:trace contextRef="#ctx0" brushRef="#br0" timeOffset="16843.72">28475 3588 2816 0,'-5'-11'0'0,"5"3"0"0,0 0 0 0,18-4 0 0,7 3 0 0,8 3 0 0,9 4 0 0,3 2 0 0,4 0 0 16,2 0 0-16,0 8 502 0,-2 8-237 0,-4-3-114 0,-12 2-5 0,2 3-95 0,-5 1-51 15,-13-2 0-15,1 1 0 0,-9 5 0 16,-7-3 0-16,-2 5 0 0,-7 0-48 0,-20-1-97 0,-8 2 86 15,-2-4-577-15,-3 3 325 0,-5-2 65 0,0 3 113 16</inkml:trace>
  <inkml:trace contextRef="#ctx0" brushRef="#br0" timeOffset="17209.97">28696 4295 3073 0,'0'0'0'0,"0"-4"0"0,-5-2 0 0,-1-3 0 0,1-6 0 0,0 0 0 0,1 0 0 0,-1 0 0 0,2-2 0 0,0-2 0 0,-2 2 129 16,4 0 149-16,-5 1-121 0,1-3-60 0,-2 0-31 15,-7 4 17-15,-2-2-47 0,-7 6-24 0,-2 5-12 16,-5 2 0-16,2 4 0 0,-4 0 0 0,-1 3 0 16,0 11 0-16,5 3 0 0,5 6 0 0,2 0 0 15,3 4 0-15,9 1 0 0,4-2 0 0,3 3 0 16,2-3 0-16,0-5 0 0,7 3 0 0,11-5 0 15,0-6 0-15,6-3 0 0,5-4 0 0,-5-4 0 16,8-2 0-16,-10 0 0 0,-2 0 0 16,-2-2 0-16,-9 0 0 0,-1-2 0 15,-3 2 0-15,-3-1 0 0,1 2 0 0,-3 1 0 16,1 0 0-16,1 1 0 0,0 14 0 0,4-3 0 16,3 5 0-16,2 4 0 0,1 0 0 0,4-3 0 15,3 7 0-15,4-4 0 0,0-5 0 0,2 0 0 16,3-3 0-16,0-4-162 0,0-2-221 0,2-5 165 15,-1-2-931-15,-5 0 556 0</inkml:trace>
  <inkml:trace contextRef="#ctx0" brushRef="#br0" timeOffset="17564.99">24589 2241 2598 0,'-1'-10'5'0,"1"9"0"0,0-2-1 0,13 2-1 0,14-5 0 0,8 0-1 0,10 0 0 0,11 2 0 0,5-1-1 0,1 4 0 0,1-2 277 0,3 3-118 16,-11 0-51-16,14 0-243 0,-16 0 86 0,1 0 43 16,-4 0 0-16,-4 4-465 0,-14 1 264 0,0 1 118 15,-11-2 63-15,-7-2-345 0,-4-1 125 0,-6 2 119 16,-4-3-78-16</inkml:trace>
  <inkml:trace contextRef="#ctx0" brushRef="#br0" timeOffset="18026.28">25212 1981 1929 0,'-2'-12'0'0,"2"6"0"0,0 0 0 0,0 4 0 0,13 0 0 0,6 0 0 0,6 0 0 0,4 2 0 0,1 0 0 0,2 2 0 0,0 7 156 15,-4 2-63-15,-7-1 282 0,0 3-168 0,-3 2-84 0,-6 2-205 16,-3 2 70-16,-7 6 20 0,-2-1 1 0,-4 0-485 15,-13 4 257-15,-5 1 129 16,-4-3 73-16,-8 4-325 0,6-8 179 0,-6-1 89 16,0 0-510-16,-2-6 274 0,0-4 125 0,-4-4 79 15,4-3-33-15,0-3 69 0,4-1 39 0,2 0 31 16,9 0 0-16,0 0 0 0,7 0 0 0,4 0 276 16,0 0-177-16,5 9-69 0,0 2-43 0,5 6 534 15,-2 6-255-15,2 1-53 0,-3 4-88 0,2 4 162 16,-4 1-115-16,2 2-72 0,-3 1 343 0,-3-1-203 15,2-3-100-15,-3 0 19 0,1-6-51 0,-1 6-39 16,1-11-1-16,0-2-96 16,1-1 33-16,3-9 10 0,3-1 23 0,-3-4-78 15,5-2 40-15,0-2-1 0,0-2 17 0,7-16 32 16,11 0-10-16,3 0-30 0,4-1-78 0,2 3 12 16,2 1 37-16,1 4-48 0,0 7 37 0,-4 1-10 15,-5 3 44-15,0 0 79 0,-7 0-39 0,0 7 4 16,-7 7-42-16,-4-2 144 0,-3 4-67 0,0 0-28 15,-5 2 205-15,-12-2-152 0,-5 3-106 16,-1-4 0-16,-1-2 0 0,-1-4 0 16,2 0 0-16,2-6 0 0,-2-3 0 0,4 0 0 15,2 0 0-15,2 0-129 0,6-6-72 0,1-1 95 16,4-9 60-16,4 2-698 0,0-9 353 0,10-3 176 16</inkml:trace>
  <inkml:trace contextRef="#ctx0" brushRef="#br0" timeOffset="40771.92">9192 4979 1942 0,'-11'-9'-18'0,"6"1"6"0,-2 3 4 0,1 4 3 0,-1-3 1 0,2-3 1 0,1 1 2 0,1-1 0 0,-1 3 0 0,4 0 1 0,-2-2 126 0,2 2-25 0,0 1 261 16,0-1-155-16,0 0-78 0,0 3-38 0,0-2 79 15,2 2-46-15,2 0-13 0,1-3 115 0,1 2-86 16,4-1-45-16,-1-1 1 0,0 1-32 0,0-3-64 15,3 2 0-15,0 0 0 0,-3 1 0 0,0-1 0 16,0 0 0-16,0 0 0 16,1 1 0-16,-1-1 0 0,0 0 0 0,3 0 0 15,1 1 0-15,1-3 0 0,-2 3 0 0,3-4 0 16,2 2 0-16,3-1 0 0,-2 1 0 0,1-1 0 16,-1 1 0-16,1 0 0 0,0 1 0 0,0 2 0 15,0-3 0-15,0 4 0 0,-1-3 0 0,1 2 0 16,-1 0 0-16,3 0 0 0,4 0 0 15,2-1 0-15,-1-1 0 0,1 1 0 16,3-1 0-16,0 0 0 0,4 0 0 0,-1 3 0 16,2-3 0-16,1 1 0 0,0 1 0 0,-1 2 0 15,1 0 0-15,-1 0 0 0,2 0 0 0,0 0 0 16,6-1 0-16,-1-1 0 0,-1 0 0 0,8-6 0 16,-3 1 0-16,2-1 0 0,0 1 0 0,0-1 0 15,-6 1 0-15,11-1 0 0,-6 3 0 0,0-1 0 16,1 2 0-16,2 1 0 0,1 1 0 0,-3-1 0 15,1 2 0-15,-1-1 0 0,2 0 0 16,-1 0 0-16,1-2 0 0,1 2 0 16,2-2 0-16,1 1 0 0,0-1 0 0,5 0 0 15,6-1 0-15,-5 2 0 0,1-4 0 0,-7 4 0 16,12-2 0-16,-11 2 0 0,10-1 0 0,-12 0 0 16,13 2 0-16,-4 1 0 0,1-1 0 0,-2 0 0 15,11-2 0-15,-2 1 0 0,2-3 0 16,2-1 0-16,2 0 0 0,2-1 0 0,16-2 0 0,-9 2 0 15,-10 0 0-15,10 1 0 0,-1 0 0 0,-1 1 0 16,-1 0 0-16,12 3 0 16,-20 1 0-16,6 1 0 0,-1 1 0 0,2 0 0 15,-2 0 0-15,2 0 0 0,9 0 0 0,-2 0 0 16,0 0 0-16,-10 0 0 0,17 0 0 0,-6-3 0 16,-1 1 0-16,4 1 0 0,-2-1 0 0,-9 2 0 15,5-2 0-15,10 2 0 0,-11 0 0 0,-11 0 0 16,22 0 0-16,-15 0 0 0,15 0 0 0,-8 0 0 15,1 0 0-15,3 2 0 16,-2-2 0-16,-5 2 0 0,18-2 0 0,-11 0 0 16,-2 0 0-16,0 0 0 0,-1 0 0 0,-8 0 0 15,22 0 0-15,-13 0 0 0,-15 0 0 0,9 0 0 16,-4 0 0-16,2 3 0 0,-4 0 0 0,10 2 0 16,-14-4 0-16,4 4 0 0,0-1 0 0,-4-1 0 15,4 1 0-15,-4-1 0 0,4-1 0 0,2 2 0 16,-1-3 0-16,0 2 0 0,-5-1 0 15,-3-2 0-15,0 1 0 0,-1 1 0 0,-4 1 0 16,-6-1 0-16,9 1 0 0,-14-1 0 16,-1 0 0-16,-5 0 0 0,-6 0 0 0,-5 0 0 15,-1 0 0-15,-5-1 0 0,-4 1 0 0,-1 1 0 16,-7-2 0-16,1-1 0 0,-4 2 0 0,-2-2 0 16,-4 1 0-16,0 2 0 0,-2-3 0 0,-3 0 0 15,0 0 0-15,-2 2 0 0,-2-2 0 0,0 0 0 16,-1 0 0-16,-1 0 0 0,0 0 0 0,0 0 0 15,0 0 0-15,0 0 0 16,0 0 0-16,0 0 0 0,0 0 0 0,0 0 0 16,0 0 0-16,0 0 0 0,0 0 0 0,-3-2 0 15,-9-4 0-15,-6 2 0 0,-7 2 0 0,-16 2 0 16,-12 0 0-16,-35 23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2:22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10757 14934 2305 0,'8'-2'0'0,"-2"0"0"0,1-2 0 0,-2-1 0 0,3 2 0 0,-2 0 0 0,-1-1 0 0,1-2 0 0,-1 2 0 0,1 0 0 0,2 1 98 0,-1-1 182 0,2 0-112 0,2-1-42 16,-1 1-15-16,1 0 109 0,0-1-82 0,1 1-41 15,1-2 180-15,1 3-166 0,-2-4-111 0,2 2 0 16,-1 1 0-16,-1 1 0 0,4-2 0 0,-3 0 0 16,2 4 0-16,2-1 0 0,-2-1 0 0,1 2 0 15,4-2 0-15,-1 2 0 0,3 1 0 16,2 0 0-16,-1 0 0 0,2 0 0 0,-2 0 0 15,6 0 0-15,-1 0 0 0,-2 0 0 16,1 0 0-16,-1 0 0 0,4-1 0 0,0-2 0 0,0 0 0 16,-1-3 0-16,-1 2 0 15,0 0 0-15,-2 0 0 0,5 0 0 0,0 4 0 16,-3-3 0-16,4 1 0 0,1 0 0 0,4 0 0 16,4 0 0-16,-2 1 0 0,5-1 0 0,-1 0 0 15,4 0 0-15,1-1 0 0,5-2 0 0,-3 0 0 16,3-2 0-16,0-2 0 0,0 3 0 0,-1-4 0 15,3 2 0-15,-1 0 0 0,3-1 0 0,7 0 0 16,-2 0 0-16,-6 2 0 0,13-3 0 0,-5 2 0 16,0 1 0-16,0-1 0 15,1 1 0-15,-5 0 0 0,16-1 0 0,-5 1 0 16,4 0 0-16,-1 0 0 0,-3 0 0 0,-7 0 0 16,17-1 0-16,-10 1 0 0,2 1 0 0,0-3 0 15,2 4 0-15,1 0 0 0,-3-1 0 0,0 2 0 16,-1 1 0-16,-1-1 0 0,-2 0 0 0,-5 2 0 15,17 0 0-15,-5 0 0 0,-4 2 0 16,0-1 0-16,1 1 0 0,0-2 0 0,0 0 0 0,3 0 0 16,2 0 0-16,1 0 0 0,-2 0 0 15,-9 0 0-15,14 1 0 0,-8-2 0 16,1 0 0-16,-4 1 0 0,3 0 0 0,1 2 0 16,-2 0 0-16,-3 0 0 0,-1 0 0 0,0 0 0 15,1 0 0-15,-6 0 0 0,13 0 0 0,0 0 0 16,-2 0 0-16,1 0 0 0,-13 0 0 0,17-2 0 15,-7 2 0-15,-2 0 0 0,-2-1 0 0,5 1 0 16,-1 0 0-16,-3 0 0 0,-2 0 0 0,0 0 0 16,-4 0 0-16,0 0 0 0,-8 0 0 0,13 1 0 15,-3 3 0-15,1 0 0 16,1 0 0-16,-2-1 0 0,-8 1 0 0,16 0 0 16,-9-2 0-16,1 1 0 0,-1 1 0 0,6-2 0 15,2 2 0-15,-1-3 0 0,-2 4 0 0,0-4 0 16,-3 2 0-16,1-2 0 0,-6 3 0 0,12-2 0 15,-3 2 0-15,1-3 0 0,2 3 0 0,-1-3 0 16,-11 2 0-16,18 1 0 0,-11-1 0 16,0-1 0-16,4 1 0 0,4 0 0 15,0-1 0-15,0 2 0 0,0-3 0 0,0 2 0 16,0-2 0-16,0 3 0 0,6-2 0 0,11 2 0 16,-17-3 0-16,6 3 0 0,-3 0 0 0,3-1 0 15,2 0 0-15,8 1 0 0,0-1 0 0,-3-1 0 16,-2 1 0-16,-1 1 0 0,-9-1 0 0,20 0 0 15,-3 1 0-15,4-3 0 0,-2 4 0 0,-1-1 0 16,-13-3 0-16,22 3 0 0,-8 0 0 0,4 2 0 16,0-3 0-16,-2 2 0 15,-11-1 0-15,23 2 0 0,-9-2 0 0,2 2 0 16,4-3 0-16,-7 2 0 0,-9 1 0 0,23 1 0 16,-8-2 0-16,4 1 0 0,-5-4 0 0,2 3 0 15,-12 1 0-15,18-3 0 0,0 2 0 0,-2 0 0 16,-5-1 0-16,3-2 0 0,0 2 0 0,3-3 0 15,12 1 0-15,-21 0 0 0,6-2 0 0,1 1 0 16,-3-1 0-16,5 0 0 0,-1 0 0 16,-2 0 0-16,-1 0 0 0,0 0 0 15,4 0 0-15,18 0 0 0,-26 0 0 0,10-1 0 16,-1-1 0-16,1 0 0 0,15 1 0 0,-26-3 0 16,10 2 0-16,-1-2 0 0,-1-1 0 0,10 3 0 15,6-1 0-15,-25 0 0 0,9 1 0 0,-2 0 0 16,3 0 0-16,-1 0 0 0,-5-1 0 0,-4 3 0 15,-3 0 0-15,-5 0 0 0,6 0 0 0,-14 0 0 16,17 5 0-16,-16 1 0 0,-11 0 0 0,18 1 0 16,-10-1 0-16,-5 1 0 15,15-1 0-15,-22 1 0 0,6 0 0 0,-2-1 0 16,-1 1 0-16,-3-1 0 0,1 0 0 0,2 0 0 16,-1 0 0-16,-8-1 0 0,-1 1 0 0,-12-2 0 15,3 1 0-15,-4 0 0 0,-2 1 0 0,-7-3 0 16,-3 1 0-16,-5 0 0 0,2 1 0 0,-2-2 0 15,-2 1 0-15,-4-2 0 0,-2-2 0 0,-5 1 0 16,-1-1 0-16,1 0 0 0,-3 0 0 16,-3 0 0-16,-2 0 0 0,0 0 0 15,-2-3 0-15,-3-3 0 0,2-4 0 0,-2 3 0 16,-2-4 0-16,1 2 0 0,-4-2 0 0,-1 1 0 16,-1-1 0-16,-2 1 0 15,0 4 0-15,-1 1 0 0,0 3-211 0</inkml:trace>
  <inkml:trace contextRef="#ctx0" brushRef="#br0" timeOffset="8945.83">9105 11644 2717 0,'-16'-1'0'0,"7"0"0"0,5 1 0 0,4 0 0 0,0 0 0 0,0 0 0 0,0 0 0 0,0 0 0 0,0 0 0 0,2 0 0 0,13 0 299 0,9 0-130 15,3 0-64-15,5 0 114 0,3 0-95 16,8 0-41-16,-1 0-1 0,1 0 51 0,2 0-133 16,-5 0 0-16,11 0 0 0,-7 0 0 0,2 0 0 15,-2 0 0-15,1-4 0 0,-7 0 0 0,2-1 0 16,-3-1 0-16,-3 0 0 0,-1 0 0 15,-4 0 0-15,-8 3 0 0,1-3 0 0,-3 1 0 0,-4-1 0 16,-4 0-623-16,-2 3 229 0,-1-4 166 16,-4 0 99-16,0-4-557 0,-3-1 322 15</inkml:trace>
  <inkml:trace contextRef="#ctx0" brushRef="#br0" timeOffset="9065.94">9781 11379 2362 0,'-18'-4'0'0,"4"0"0"0,0 0 0 0,3 1 0 0,1-1 0 16,1 1 0-16,4 0 0 0,1 1 0 0,2 0 0 0,2 0 0 0,0 2 176 0,0 0-67 0,0 0-35 16,10 0-664-16,2 0 311 0</inkml:trace>
  <inkml:trace contextRef="#ctx0" brushRef="#br0" timeOffset="10199.02">8457 12205 1960 0,'0'-3'0'0,"0"2"0"0,-1-1 0 0,-3-6 0 0,2-1 0 16,0 0 0-16,2-3 0 0,0-1 0 0,0-6 0 0,0 1 0 0,0-3 90 0,0-2 127 0,0 0-89 0,2-2-44 0,-2 2 44 16,0-5-50-16,0 4 1 0,0-3-39 0,-3 1 69 15,-6-1-34-15,-1-2 9 0,-3 1-10 0,0-3-34 16,-3 2 0-16,3 0 0 0,-4 5 22 0,5 6-12 15,-4 2-10-15,3 5 0 0,-1 4 46 0,-4 3 1 16,3 1-47-16,-3 3-14 0,-7 8 14 16,2 13 0-16,-5 11-41 0,1 5 41 15,-3 16 0-15,6-4 10 0,-5 17-25 0,6-5-25 16,2 2 0-16,6-1 0 0,8-14 0 0,2-1 0 16,5 6 0-16,0-16 0 0,0 3 0 0,11-9 0 15,1-6 0-15,9 0 0 0,-6-10 0 0,11-2 0 16,-1-7 0-16,0-6 0 0,0 0 0 0,3-6 0 15,-3-13 0-15,0-5 0 0,-3-6 0 16,-1-8 0-16,-4 5 0 0,2-12 0 0,-4 1 0 0,0 2 0 16,-6 12 0-16,-2-1 0 15,0 8 0-15,-5 2 0 0,-1 9 0 0,1 2 0 16,0 5 0-16,-2 2 0 0,0 2 0 0,0 1 0 16,0 0 0-16,0 13 0 0,3 4 0 0,-2 5 0 15,4 1 0-15,2 6 0 0,3-4 0 0,0 1 0 16,0 2 0-16,4-3 0 0,-3-4 0 0,5 5 0 15,-4-5 0-15,1-4 0 0,1 1 0 0,-1-1 0 16,0-2 0-16,-2 0 0 16,0-4 0-16,1 1-199 0,-5-7 4 0,2-1 77 15,0-2-581-15,-2-2 334 0,-2 0 162 0,0-6 82 0,-2-8-300 16,-2-6 190-16,1 0 86 0,-2-1-43 16,0 1 73-16,0 1 38 0,0-1 64 0,0 5-27 15,0 5-10-15,0 0 10 0,0 1 360 16,0 2-179-16,0 1-91 0,0 0-45 0,8 0 577 0,5 4-298 15,0 1-53-15,2-1-105 0,3 2 381 0,0 0-234 16,-1 0-106-16,0 2 80 16,-2 5-103-16,0 5-52 0,-3-1-41 0,-3 2-51 15,-4 3 0-15,-1 1 0 0,-2 3 0 0,-2 0 0 16,0 1 0-16,-9-2 0 0,-4 0 0 0,-4 1 0 16,4-5 0-16,-6 0 0 0,1-3 0 0,4-1 0 15,-2-5 0-15,8 0 0 0,-4-3 0 16,4-2 0-16,2-1 0 0,5 0-373 0,-1 0 108 0,2 0 118 15,2-10-547-15,13-7 327 0,3-6 163 0,7-2 73 16,5-4-551-16,-5 4 321 0,8-7 160 0,-3 1 81 16,-5 8-93-16,2-7 102 15,-6 3 49-15,0 3 135 0,-1 1-77 0,-10 6 1 16,-1 0-37-16,-3 10 202 0,-3 0-108 0,-1 0-47 16,-2 6 675-16,0-1-360 0,0 2-66 0,-12 0 43 15,1 12 565-15,0 4-412 0,-1 5-206 0,3 3-103 16,0 1 275-16,2 2-418 0,6 4 0 0,1-2 0 15,0 2 0-15,0-5 0 0,1 3 0 0,11-9 0 16,3 6 0-16,2-6 0 0,2-2 0 0,1-3 0 16,3-2 0-16,0-2 0 15</inkml:trace>
  <inkml:trace contextRef="#ctx0" brushRef="#br0" timeOffset="10225.09">9160 12501 400 0,'39'0'0'0</inkml:trace>
  <inkml:trace contextRef="#ctx0" brushRef="#br0" timeOffset="11032.3">9574 11438 2281 0,'-7'-7'0'0,"1"2"0"0,3 1 0 0,2 2 0 0,1-2 0 0,0 2 0 0,4 0 0 0,14 2 0 0,3 0 0 0,9 0 0 0,2 0 133 0,4 2-46 15,1 6 146-15,7-1-85 0,-8-1-48 0,8 3-10 0,-12-1 8 16,4-1-28-16,-4 1-1 16,-4-2 2-16,-7 1 9 0,0 0-38 0,-5-1 0 15,-4 2 43-15,-3-3 1 0,-5 1-44 0,-1 0 10 16,-1-1 45-16,-2 2-72 0,0 1-25 0,-11 1 0 16,-4 3 0-16,-3-2 0 0,-5 4 0 0,0 1 0 15,-2 1 0-15,3 0 0 0,0 1-61 0,2-2-244 16,-1 8 137-16,0-1 94 0,3 0-997 0,2 5 515 15,-1-3 257-15</inkml:trace>
  <inkml:trace contextRef="#ctx0" brushRef="#br0" timeOffset="11266.5">9579 11969 2866 0,'-11'0'0'0,"5"3"0"0,1-1 0 0,-1-2 0 0,2 0 0 0,1 2 0 0,1 0 0 0,2 2 0 0,0 1 0 0,0 7 0 0,0 4 126 16,0 7 366-16,0 1-225 15,0 6-113-15,0 6-128 0,0 7-26 0,0-9 0 0,0 13 0 0,0-6 0 16,0 1 0-16,2-9 0 16,3 4 0-16,3-4 0 0,3-4 0 0,4-4 0 15,2-2 0-15,2-6 0 0,3-2 0 0,-2-7 0 16,8 1 0-16,-3-6 0 0,0-3 0 0,-1 0 0 16,3 0 0-16,-9-5-215 15,7-10 1-15,-4 0 87 0,-2-5-551 0,-3 0 316 0,-2-5 158 0,-3-4-507 16,-2-9 340-16</inkml:trace>
  <inkml:trace contextRef="#ctx0" brushRef="#br0" timeOffset="11397.75">9730 11846 3544 0,'-16'-11'0'0,"6"4"0"0,-2 1 0 0,2 1 0 0,3 2 0 0,3 1 0 0,1 0 0 0,1 2 0 0,2 0 0 0,0 0 0 15,0 0-169-15,2 10 106 0,5 3 52 0,7 6 26 0,1-4-301 16,3 11 159-16,1-2 84 0,0 3 43 0</inkml:trace>
  <inkml:trace contextRef="#ctx0" brushRef="#br0" timeOffset="12199.02">7767 11716 2387 0,'-32'-18'0'0,"7"18"0"0,3 0 0 0,5 0 0 0,-2 9 0 0,2 6 0 0,0 6 0 0,4 9 0 0,-4 6 0 0,3 14 0 0,3 10 118 0,0 4-38 0,2-4 94 0,6 17-72 15,3-6-30-15,0-1 27 16,3-3-29-16,19 1 0 0,6-11-19 0,16 6-381 0,9-8 185 16,18-5 93-16,9-9-747 0,7-9 378 15</inkml:trace>
  <inkml:trace contextRef="#ctx0" brushRef="#br0" timeOffset="12575.71">10342 11659 2847 0,'0'-9'0'0,"0"9"0"0,0 0 0 16,0 4 0-16,4 6 0 0,3 1 0 0,5 6 0 0,-1 2 0 0,2 2 0 0,0 3 0 0,2 4 238 0,0 5-99 0,0 2-39 0,-3 0 158 16,-3 3-108-16,-4-2-56 0,-3 2 11 15,-2 6-105-15,0-8 0 0,-16 11 0 0,-3-6 0 0,-6 3 0 16,-1-3 0-16,-3 0 0 15,2-6 0-15,-9 5 0 0,2-8 0 0,4-9-181 0,2-2-49 16,8-5 80-16,0-5 78 0,11-5-666 16,2-1 349-16,2-5 175 0,5-3-189 0,18-22 171 15</inkml:trace>
  <inkml:trace contextRef="#ctx0" brushRef="#br0" timeOffset="12754.98">10992 11837 3350 0,'11'-5'0'0,"1"2"0"0,-7 3 0 0,-3 0 0 0,-2 0 0 0,0 9 0 0,-4 10 0 0,-3 6 0 0,-5 3 0 0,-2 8 0 0,-2 1 255 0,2 1 71 0,-4 1-326 0,7-7 0 15,-4 5 0-15,2-1 0 0,-2-2 0 0,2 0 0 16,0-5 0-16,-1-5-230 0,3 0 105 0,0-7 83 16,0-2-735-16,2-7 325 0,-3-3 221 0,1-5 9 15,0 0-169-15,-1-9 176 0</inkml:trace>
  <inkml:trace contextRef="#ctx0" brushRef="#br0" timeOffset="12824.34">10670 11810 403 0,'-2'-20'0'0,"-1"9"0"0,3 1 0 0,0 3 0 0</inkml:trace>
  <inkml:trace contextRef="#ctx0" brushRef="#br0" timeOffset="12891.32">10670 11750 3931 0,'18'0'0'0,"4"10"0"0,7 6 0 0,6 7 0 0,2 7 0 0,1 5 0 0,2 2 0 0,6 11 0 0,-8-10 0 0,9 10 0 0,-2 0 0 0,0-5 0 16,0 0 0-16</inkml:trace>
  <inkml:trace contextRef="#ctx0" brushRef="#br0" timeOffset="13708.72">11912 11437 2094 0,'-17'-17'0'0,"3"5"0"0,2 9 0 0,1 1 0 0,0 0 0 0,-3 2 0 0,1 0 0 0,1 11 0 0,-2 10 0 0,-2 7 0 0,2 12 134 0,-2 1-46 0,5 6 0 16,1 4 235-16,2 3-141 0,2-1-59 15,6 1 144-15,0 0-112 0,0 0-57 0,6-6-28 0,5-1 0 16,2-10-18-16,4 9-10 0,-2-15 0 0,2 4-187 0,1-4 94 15,0-3 46-15,-3-3-351 16,3 0 182-16,0-3 106 0,-6-3-7 0,2-3-220 16,-3-3 82-16,2-2 86 0,-1-3-408 0,-1-4 245 15,-1-4 123-15,2 0 62 0,3-2-317 0</inkml:trace>
  <inkml:trace contextRef="#ctx0" brushRef="#br0" timeOffset="14171.14">12183 11448 2795 0,'-5'-20'0'0,"0"10"0"0,1 6 0 16,3 2 0-16,-3-2 0 0,2 3 0 0,2-1 0 0,0 2 0 0,0 0 0 0,0 0 0 0,0 13 222 0,2 7 24 0,3 7-103 0,3 5-50 15,0 7 101-15,-1 3-76 0,-1-5-18 0,-1 16-80 0,-1-5-20 16,-2 1 0-16,-1 0 0 0,2-2 0 16,-3-7 0-16,0 3 0 0,0-5 0 0,0-6 0 15,-3-11 0-15,-2 1 0 0,1-12 0 0,2 2 0 16,-1-6 0-16,1-4 0 0,0-2 0 0,2 0 0 16,-2 0 0-16,2 0 0 0,0 0 0 0,0-4 0 15,2-4 0-15,5 2 0 0,9 1 0 0,0 0 0 16,4-1 0-16,1 3 0 0,4 2 0 0,-4 1 0 15,2 0 0 1,-3 1 0-16,1 9 0 0,-4 3 0 0,-2 1 0 0,-4 0 0 16,-1 5 0-16,-5-4 0 0,-3 3 0 0,-2-2 0 15,0 1 0-15,-2-2 0 0,-9 0 0 0,-4-2 0 16,-5-2 0-16,2-2 0 0,-5-1 0 0,2-3 0 16,0-1 0-16,0-1 0 0,0-3 0 0,3 0 0 15,0 0 0-15,4 0 0 0,0-8 0 0,3-1 0 16,4-4 0-16,3 1 0 0,4-1 0 0,0-2 0 15,2-2-898-15,12 0 311 0,7-2 272 16</inkml:trace>
  <inkml:trace contextRef="#ctx0" brushRef="#br0" timeOffset="14256.87">12585 12005 406 0,'2'5'0'0,"0"-1"-1"0,1-1 592 0</inkml:trace>
  <inkml:trace contextRef="#ctx0" brushRef="#br0" timeOffset="14533.38">12628 12029 3931 0,'15'3'0'0,"2"6"0"0,5 4 0 0,-3 2 0 0,2 3 0 0,-2 0 0 0,-3 1 0 0,-2 0 0 0,-1 5 0 0,-6-3 0 0,-3 2 0 0,-2-1 0 15,-2 0 0-15,0-3 0 0,-8 0 0 0,-6-2 0 16,-4-4 0-16,-2-1 0 0,-4-5 0 0,1-1 0 16,-4-4 0-16,3-2 0 0,4 0 0 0,1 0 0 15,2-8 0-15,5-6 0 0,5 1 0 0,7-5-187 16,0-2-56-16,5-5 102 0,15 0-745 15,4-1 413-15,4 0 221 0,2-1-457 0,-2 3 334 16,4-1 168-16,-4 3 83 0,0 2-68 16,-3 1 101-16,-8 4 40 0,0 2 90 0,-7 2-40 15,1 5-37-15,-8 2 38 0,1 0 483 0,-2 2-282 16,-2 2-120-16,0 0-60 0,0 0 933 0,-8 10-366 16,-1 7-279-16,-1 5 576 0,1 3-476 0,4 3-409 15,1 2 0-15,4-1 0 0,0 2 0 0,0-4 0 16,11 3 0-16,6-5 0 0,5 0 0 0,3-4 0 15,3-3 0-15</inkml:trace>
  <inkml:trace contextRef="#ctx0" brushRef="#br0" timeOffset="14571.99">13095 12370 398 0,'34'0'0'0,"-2"0"564"15,0 0-282-15</inkml:trace>
  <inkml:trace contextRef="#ctx0" brushRef="#br0" timeOffset="14808.02">13189 11596 3348 0,'-16'-17'0'0,"4"12"0"0,5 0 0 0,1 0 0 0,3 0 0 0,1 0 0 0,2 4 0 0,0-1 0 0,0 0 0 0,3-1 0 0,12 1 242 0,8 0-92 0,5-1 41 16,2 2-191-16,2 1 0 0,3-2 0 0,3 2 0 15,2-2 0-15,-3 0 0 0,-1-1 0 0,-1-3 0 16,-3 2-22-16,-2 0 11 0,-5 1-623 0,0 0 325 15,-5-2 30-15,-3 2-218 0,-3-1 229 16,-3 1 115-16,-4 1 48 0,-4-7-486 16</inkml:trace>
  <inkml:trace contextRef="#ctx0" brushRef="#br0" timeOffset="14935.21">13580 11348 2280 0,'-2'-4'0'15,"1"2"0"-15,1 1 0 0,0-1 0 0,0 0 0 0,9 0 0 0,6 0 0 0,3 2 0 0,5 0 0 0,2 0 0 0,-2 2 179 0,6 10-76 0,-3-2 353 0,1 5-209 16,-3 0-104-16,-1 3-53 0,-7-5 179 0,2 4-120 16,-6 0-134-16</inkml:trace>
  <inkml:trace contextRef="#ctx0" brushRef="#br0" timeOffset="15008.18">13879 11523 1866 0,'-17'13'0'0,"-6"-2"0"0,-4 1 0 0,-2 1 0 0,-5 0 0 0,-9 1 0 0,0 6 0 0,-4 3 0 0,-10 4 0 0,1 8 0 16</inkml:trace>
  <inkml:trace contextRef="#ctx0" brushRef="#br0" timeOffset="15473.76">13391 11954 3169 0,'0'-1'0'0,"0"-3"0"0,0 2 0 0,0-1 0 0,0-2 0 0,0 4 0 0,-2-1 0 0,-4 2 0 0,0 0 0 0,0 0 0 0,-1 11 193 16,0 8-77-16,-1 6 296 0,2 1-371 15,3 6-41-15,-1 2 0 0,4 1 0 0,0 1 0 0,0 0 0 0,4 0 0 16,6-5 0-16,4 2 0 0,4-6 0 15,-2-1 0-15,1-3 0 0,3-2 0 16,-4-6 0-16,2-2 0 0,1-1 0 0,-4-5 0 16,0-2 0-16,-2-3 0 0,-3 0 0 0,-1-2-367 15,0 0-20-15,-3 0 174 0,0-5 87 0,-2-9-266 16,-1-5 167-16,-1-7 98 0</inkml:trace>
  <inkml:trace contextRef="#ctx0" brushRef="#br0" timeOffset="15625.2">13451 11707 3194 0,'-9'-13'0'0,"4"8"0"0,0-1 0 0,1 2 0 0,2 1 0 0,2 2 0 0,0 1 0 0,0 0 0 0,0 0 0 0,9 4 0 0,5 6 202 16,-1-1-81-16,0 4-32 0,0-2-440 0,2 3 195 0,-2 2 97 16,0-1 49-16,1 2-873 0,-3-2 435 0,0 0 220 15</inkml:trace>
  <inkml:trace contextRef="#ctx0" brushRef="#br0" timeOffset="15889.81">14049 11365 3620 0,'0'-15'0'0,"2"12"0"0,4 0 0 0,-3 1 0 0,2 1 0 0,2 1 0 0,6 0 0 0,4 3 0 0,3 10 0 0,3 9 0 0,2 4 311 0,8 10-311 0,-4 3 0 0,-1 5 0 16,-2 4 0-16,-3 0 0 0,-6 3 0 0,-4 4 0 15,-4-1 0-15,-5 3 0 0,-2-1 0 0,-2 0 0 16,-6 0 0-16,-13-1 0 0,-4 7 0 0,-6-9 0 16,3-8 0-16,-8 6 0 0,-8 1 0 0,1-7-198 15,-6-2-53-15,-7 3 107 0,-8-3-402 0,-8 1 244 16</inkml:trace>
  <inkml:trace contextRef="#ctx0" brushRef="#br0" timeOffset="16255.13">12863 12310 386 0,'0'0'0'0,"0"0"0"0,0 0 0 0,0 0 301 0,0 0-131 0,0 0-66 0</inkml:trace>
  <inkml:trace contextRef="#ctx0" brushRef="#br0" timeOffset="16320.32">12868 12310 3059 0,'9'0'0'0,"2"0"0"0,5 0 0 0,-2 2 0 0,6-2 0 0,1 7 0 0,3-1 0 0,0 4 0 0,4-2 0 0,0 4 0 0,2 3-135 0,2 0 58 0,2 4-471 0</inkml:trace>
  <inkml:trace contextRef="#ctx0" brushRef="#br0" timeOffset="19985.56">15046 11692 2407 0,'-20'-9'0'0,"3"8"0"0,10 1 0 0,0 0 0 15,3 0 0-15,0 0 0 0,2 0 0 0,2 0 0 0,0 0 0 0,0 0 0 0,2 1 402 0,11 1-187 0,8-1-88 0,5 2-44 0,5-3 239 16,2 0-147-16,3 0-58 0,1 0-34 0,0 0-83 16,-1 0 0-16,0 0 0 15,0 0-107-15,-2 0-8 0,-4 0 72 0,-4 0-244 0,-6 3 163 16,1 4 82-16,-3 5-29 0,-6 1-830 0,-4 2 436 16</inkml:trace>
  <inkml:trace contextRef="#ctx0" brushRef="#br0" timeOffset="20157.99">15220 11998 3841 0,'-9'17'0'16,"3"-7"0"-16,4 0 0 0,0-4 0 0,2 0 0 0,0 0 0 0,6-2 0 0,14-2 0 0,5-1 0 0,5-1 0 0,1 0 90 0,5 0-90 0,-1 0 0 0,-2 0 0 0,-1 0 0 15,2 0 0-15,-2-1 0 0,-4 1 0 16,2-2 0-16,-3 2 0 0,-2 0-157 0,-4 0-204 15,2 0 196-15,-3 0-1062 0</inkml:trace>
  <inkml:trace contextRef="#ctx0" brushRef="#br0" timeOffset="21441.8">16422 11883 1698 0,'0'-1'0'0,"1"-1"0"0,8 0 0 0,-2-4 0 0,0-1 0 0,4 1 0 0,-1-4 0 0,3 2 0 0,1-4 0 0,-2 0 0 0,1 0 157 0,-3-1-49 16,-1 0-39-16,-1-1 199 0,-5-1-114 0,2 0-58 16,-1-2 165-16,-3 0-101 15,-1-1-66-15,0-1-27 0,0-2 61 0,0 1-44 16,-1-1 0-16,-3-2-35 0,-3-3-30 0,0 2 20 15,2-1 1-15,-4 2-18 0,0 6 18 0,0-3 9 16,-2 4 40-16,-1 2-24 0,0 3-1 0,-2 4-37 16,-1 4-27-16,-4 3 0 0,-1 0 0 0,-1 12 0 15,-3 9 0-15,-5 10 0 16,6 4 0-16,0-1 0 0,-2 14 0 0,3-2 0 0,3 5 0 0,0 2 0 16,7-1 0-16,1 0 0 15,6-4 0-15,5-10 0 0,0 1 0 0,0-1 0 16,2-6 0-16,7-8 0 0,5 2 0 0,-2-7 0 15,4-4 0-15,0-4 0 0,3-1 0 0,1-5 0 16,-2-3 0-16,1-2 0 0,1 0 0 0,1-9 0 16,0-8 0-16,0-5 0 0,-3-6 0 0,3-2 0 15,-3-10 0-15,1 2 0 0,1-3 0 0,-4 5 0 16,1-10 0-16,-4 14 0 0,-1-2 0 0,-5 11 0 16,-1 2 0-16,-3 10 0 0,-1 2 0 0,0 5 0 15,0 2 0-15,-2 2 0 0,0 0 0 16,0 19 0-16,-8 6 0 0,3 6 0 15,0 1 0-15,1 2 0 0,4-1 0 0,0 2 0 16,0-6 0-16,0 2 0 0,2-5 0 0,7-8 0 16,2 3 0-16,2-6 0 0,0-2 0 0,-2-3 0 15,-1-5 0-15,-1-1 0 0,-2-2 0 0,-1-2 0 16,0 0 0-16,0 0 0 0,-3-11 0 0,1-6 0 16,-2 0 0-16,3-3 0 0,-1 1 0 0,4-4 0 15,-2 2 0-15,3 0 0 16,1 4 0-16,1-1 0 0,0 3 0 0,2 3 0 15,2 1 0-15,0 4 0 0,4 4 0 0,0 1 0 16,2 2 0-16,4 0 0 0,0 5 0 0,0 8 0 16,1 0 0-16,-1 4 0 0,-6-2 0 0,0 4 0 15,-6-3 0-15,-1 4 0 0,-5-1 0 0,-5 1 0 16,-2 3 0-16,-4-3 0 0,-13 1 0 0,-5-3 0 16,-4 1 0-16,-4-2 0 15,-2-1 0-15,0-4 0 0,2 0 0 0,2-1 0 16,5-3 0-16,0-1 0 0,5-1 0 0,6-3 0 15,5-1 0-15,3 1 0 0,3-3 0 0,1 0-375 16,7 0-159-16,18-5 247 0,5-11 124 0,1-5-729 16,1-4 416-16</inkml:trace>
  <inkml:trace contextRef="#ctx0" brushRef="#br0" timeOffset="21621.29">17103 11872 3204 0,'10'-15'0'0,"-6"4"0"0,-1 2 0 0,-3 1 0 0,0 2 0 0,0 5 0 0,-2-1 0 0,-5 2 0 0,-3 0 0 0,1 0 0 0,2 12 424 15,-3 3-191-15,2 9-163 0,5-4-70 0,-1 8 0 16,4-1 0-16,0 1 0 0,0 0 0 0,0-1 0 16,5-3 0-16,9 3 0 0,-3-2 0 0,2-2 0 15,1-7 0-15,0 1 0 0,2-1 0 0,-2-5 0 16,4-3-343-16,-4-3-57 0,5-4 190 0,2-1 33 16,1 0-556-16,6-6 352 0,6-11 171 15</inkml:trace>
  <inkml:trace contextRef="#ctx0" brushRef="#br0" timeOffset="22034.46">17533 11106 3409 0,'-5'-9'0'0,"5"6"0"0,0 3 0 0,0 0 0 0,0 0 0 0,0 9 0 0,0 13 0 0,3 8 0 0,4 8 0 0,2 10 0 0,-2 15 125 0,-2-11-34 16,-1 18 215-16,-2-9-306 0,0-9 0 0,0 8 0 15,0 1 0-15,-2-3 0 0,0-1 0 0,0-4 0 16,0-5 0-16,0-12 0 0,0-2 0 0,-2-14 0 16,-2-4 0-16,2-7 0 0,-2-2 0 0,1-7 0 15,-3 0 0-15,3-2 0 0,-1-15 0 0,4-5 0 16,0-2 0-16,0 0 0 0,6-2 0 0,4 4 0 16,8-4 0-16,0 5 0 0,1 4 0 15,0 7 0-15,3 3 0 0,1 3 0 16,3 3 0-16,1 1 0 0,-4 5 0 0,0 11 0 15,0 2 0-15,-4 5 0 0,-4 1 0 0,-4 2 0 16,-5 2 0-16,-2 1 0 0,-4-1 0 0,0-6 0 16,-9 7 0-16,-5-9 0 0,-5-3 0 0,-3-2 0 15,-3-1 0-15,3-5 0 0,-9-3 0 0,3-3 0 16,2-3 0-16,-3 0 0 0,6 0 0 0,4 0 0 16,-2-9 0-16,4-4 0 0,4-3 0 15,5 0 0-15,8-3 0 0,0-1 0 16,2-3-44-16,16 0-1032 0,2 2 519 0,4 0 260 15,4 4 129-15,1-5-611 0</inkml:trace>
  <inkml:trace contextRef="#ctx0" brushRef="#br0" timeOffset="22226.04">17892 11796 2015 0,'32'-6'0'16,"-9"3"0"-16,1 3 0 0,-4 0 0 0,-2 0 0 0,-4 5 0 0,-2 5 0 0,-1 5 0 0,-2 1 0 0,-2 3 0 0,2 1 726 0,-4 1-344 0,-1 5-172 15,-2-7 361-15,-2 4-544 0,0-1-27 0,0-3 0 16,-4 0 0-16,-5-2 0 0,-5-5 0 0,-2 0 0 15,-3-3 0-15,-6 0 0 0,-3-2 0 0,-2-2 0 16,-2 1 0-16,0-3 0 0,-2 0 0 0,4-2 0 16,2 1 0-16,10-2 0 0,6 0-617 0,3 0 213 15,9 0 174-15,0-3 100 0,17-12-566 0,17-9 328 16,5 2 166-16,6-4 82 0</inkml:trace>
  <inkml:trace contextRef="#ctx0" brushRef="#br0" timeOffset="22392.99">18266 11773 3295 0,'17'-15'0'0,"-6"1"0"0,-6 3 0 0,-1 2 0 0,-2 0 0 0,-2 3 0 0,0 1 0 0,-2 2 0 0,-11 1 0 0,-2 2 0 0,-2 0 266 0,-2 15 104 0,1 4-370 0,1 6 0 15,4 4 0-15,1 4 0 0,8 2 0 0,3 3 0 16,1-2 0-16,1-1 0 16,15 0 0-16,2 0 0 0,5-4 0 0,3-2 0 15,5-3 0-15,0-3 0 0,3-6 0 0,2-2-85 16,-1-6-151-16,11 0-1080 0</inkml:trace>
  <inkml:trace contextRef="#ctx0" brushRef="#br0" timeOffset="23868.74">18899 11350 2785 0,'-8'-9'0'15,"4"7"0"-15,2 0 0 0,2 0 0 0,0 2 0 0,0-2 0 0,0 2 0 0,12 0 0 0,14 0 0 0,4 0 0 0,10 0 332 0,1 0-146 0,6 0-71 0,0 0-37 0,-6 0 290 0,12 0-301 16,-6 0-67-16,0 0 0 0,-2 0 0 0,-2 0 0 16,-7 0 0-16,1 2 0 0,-5 0 0 0,-8 0-30 15,1 1 25-15,-8-1-677 0,-6 1 354 16,-2-2 85-16,-3 1-551 0,-3-2 376 0,-3 0 187 16,0 0 95-16,-5 0-145 0,-10-11 125 15</inkml:trace>
  <inkml:trace contextRef="#ctx0" brushRef="#br0" timeOffset="24261.51">19464 11160 2436 0,'-5'-7'0'0,"1"0"0"0,2 1 0 0,0 4 0 0,2-2 0 0,0 2 0 0,0 0 0 0,9 2 0 0,11 0 0 0,3 0 0 0,6 0 278 0,-1 0-118 0,4 10-49 0,-2 1 312 16,-2 5-191-16,-3 0-95 0,-1 5-48 16,-6 0-24-16,-4-3-65 0,-3 5 0 15,-4 3 0-15,-5-1 0 0,-2-1 0 0,-2 2 0 16,-12-1 0-16,-7 1 0 0,-2-1 0 0,-2-1 0 15,-2-2 0-15,1-1 0 0,-1-2 0 0,1-1 0 16,1-3 0-16,3 1 0 0,0-1 0 0,4-4-375 16,-2 0-409-16,3 3 376 0,1-5 183 0,0 2-490 15,1-1 337-15,2-4 167 0,4 2-217 16,0-2 204-16,0 0 111 0,4-2 43 0,-1-2 129 16,1 1-72-16,-1-1-9 0,2 1-2 15,-2 3 250-15,-1 3-155 0,2 1-56 0,-1 2 603 16,0 8-278-16,2 4-182 0,2 5 737 0,2 5-428 15,0 5-212-15,0-4-97 0,0 12 449 0,6-6-486 16,6 1-121-16,-1-9 0 0,4 2 0 0,3-6 0 16,1-2 0-16,1-2 0 0,-4-10 0 0,3 0 0 15,-2-4 0-15,-4-2 0 0,0-6 0 0,-2 0 0 16,-1-3 0-16,-3 0 0 0,0 0-48 0,-1-3-4 16,2-6-685-16,-4-4 347 15,1-2 173-15,1-4 87 0,-1-7-557 0,-3-6 313 16</inkml:trace>
  <inkml:trace contextRef="#ctx0" brushRef="#br0" timeOffset="24405.48">19487 11578 3500 0,'0'-16'0'0,"-2"11"0"0,-3 1 0 0,0 0 0 0,3 2 0 15,-1 1 0-15,3 1 0 0,0 0 0 0,0 0 0 0,0 0 0 0,1 7 191 0,8 2-75 0,-2 3-38 0,4 3-102 16,-2 0 32-16,3 0 10 0,-1 0-594 0,2 0 308 0,-2-2 154 0,4 0 78 15,6-2-942-15</inkml:trace>
  <inkml:trace contextRef="#ctx0" brushRef="#br0" timeOffset="24609.86">20255 11467 3931 0,'0'0'0'0,"0"0"0"0,0 0 0 0,0 5 0 0,-3 3 0 0,-4 4 0 0,0 2 0 0,0 3 0 0,-3 6 0 0,-1 3 0 0,-2 1 0 0,-1 6 0 16,0 0 0-16,-6 9 0 0,4-8 0 0,-7 7 0 16,2-3 0-16,-1 1 0 0,-2-4 0 15,-3 1 0-15,5-7 0 0,-3 3-36 16,1-6-313-16,3-2 194 0,6-5-875 0,-2-4 494 16,7-7 238-16,1-8 132 0</inkml:trace>
  <inkml:trace contextRef="#ctx0" brushRef="#br0" timeOffset="24784.9">19912 11557 3214 0,'-3'-15'0'0,"3"7"0"0,-2 3 0 0,2 2 0 0,0 1 0 0,0 2 0 0,12 0 0 0,6 5 0 0,7 8 0 0,1 4 0 0,2 3 193 0,6 8-77 16,-4 3-37-16,-2 0 250 0,1 1-329 0,-3-1 0 0,6 4 0 16,-2-5 0-16,-5-4 0 15,0 0 0-15,-2 1 0 0,-2-6 0 0,2 1 0 16,-9-5-301-16,6-2-80 0,-6-4 107 0,3-1 139 15,2-4-867-15,2-6 485 0</inkml:trace>
  <inkml:trace contextRef="#ctx0" brushRef="#br0" timeOffset="24995.44">20576 11337 3453 0,'-5'-13'0'0,"5"11"0"0,0-2 0 0,0-3 0 0,0 1 0 0,12 0 0 0,11 3 0 0,3-1 0 0,6 1 0 0,9 0 0 16,7 3 415-16,5 0-352 0,2 0-63 0,0 0 0 0,0 0 0 16,-3 0 0-16,-1 0 0 0,-4 5 0 0,-10 0 0 0,-1 0 0 15,-10 1 0-15,1 1-266 0,-8-4 147 16,-6 0 79-16,-4 1 19 0,-4-2-815 16,-3-2 404-16,-2 0 196 0,0 0-374 0,-2 0 285 15</inkml:trace>
  <inkml:trace contextRef="#ctx0" brushRef="#br0" timeOffset="25189.97">21181 11029 2630 0,'0'-1'0'0,"2"1"0"16,3 0 0-16,3 0 0 0,4 0 0 0,0 5 0 0,4 5 0 0,4 2 0 0,-3 4 0 0,0 0 0 0,4 7 121 0,-4 1 284 0,-3 2-183 0,-3 1-92 15,-2 0-66-15,-6-1 10 0,-1 7-35 0,-2-1 0 16,-5 0-121-16,-13 0 60 0,-6 2 31 0,-1-8 9 15,-9 4-285-15,2-3 152 0,-5-3 78 0,-2-2-426 16,-2 0 232-16,4 0 22 0,-11 0 94 0,4-1-526 16,2-2 301-16</inkml:trace>
  <inkml:trace contextRef="#ctx0" brushRef="#br0" timeOffset="25370.96">20863 11675 3233 0,'5'8'0'0,"-2"1"0"0,-1 4 0 16,-2 0 0-16,0 5 0 0,0 8 0 0,-4 4 0 0,-2 4 0 0,2 6 0 0,1 3 0 0,1-3 628 0,0-4-558 0,2 4-70 0,0-5 0 0,2-1 0 0,12-6 0 16,2-2 0-16,3-5 0 0,3-4 0 15,1-7 0-15,7-5 0 0,-4-5-129 0,1 0-142 0,-1 0 155 16,-8-5-547-16,5-7 224 16,-4-1 200-16,-4-4 100 0,0-4-429 0,-4-3 264 15</inkml:trace>
  <inkml:trace contextRef="#ctx0" brushRef="#br0" timeOffset="25505.8">21010 11472 3621 0,'-18'-11'0'0,"7"2"0"0,4 3 0 0,0 1 0 0,1 1 0 0,3 0 0 0,3 2 0 0,0-1 0 0,0 1 0 0,2 2 0 0,5 0 261 0,4 0-212 0,3 5-49 15,-2 7-324-15,6 6 79 0</inkml:trace>
  <inkml:trace contextRef="#ctx0" brushRef="#br0" timeOffset="30738.31">21971 11876 2865 0,'-35'6'0'0,"-3"5"0"0,10-1 0 0,0-3 0 0,8-2 0 0,8-1 0 0,5-2 0 0,3 0 0 0,4-2 0 0,0 2 0 0,7-2 202 0,16 0-81 0,2 0 188 0,3 0-134 0,-1 0-59 0,3 0-195 15,2 0 59-15,0 0 30 16,-2 0-1-16,0 0-279 0,0 0 163 0,0 0 69 16,0-2-812-16,2-2 441 0</inkml:trace>
  <inkml:trace contextRef="#ctx0" brushRef="#br0" timeOffset="30979.12">22475 11337 3931 0,'-3'-13'0'0,"3"11"0"0,0 0 0 16,0 0 0-16,0-1 0 0,10-1 0 0,10 2 0 0,1 0 0 0,8 0 0 0,-1 1 0 0,9 1 0 0,7 0 0 0,-5 0 0 0,14 0 0 0,-6 0 0 15,2-3 0-15,2 0 0 0,-3-1 0 0,-7-1 0 16,10-5 0-16,-10 2 0 0,-6 1 0 16,2-3 0-16,-5 3 0 0,-5 0 0 15,3-5-160-15,-10 5-62 0,1 0-421 0,-4-2 301 16,-4 2 149-16,-4 2 65 0,-1-1-310 0,-4-1 198 16</inkml:trace>
  <inkml:trace contextRef="#ctx0" brushRef="#br0" timeOffset="31331.34">23091 10943 3571 0,'-3'0'0'0,"-6"-2"0"0,6 2 0 0,-1-2 0 0,2 0 0 0,2 2 0 0,0 0 0 0,0 0 0 0,6 0 0 0,18 0 0 0,10 6 158 15,8 3 44-15,6 3-202 0,16 0 0 0,-2 0 0 16,-4-1 0-16,15 2 0 0,-6 0 0 0,-5 1 0 16,-14-1 0-16,3 3 0 0,-14-1 0 0,-3 3 0 15,-13-4 0-15,-4 3 0 0,-7 0 0 0,-9 2 0 16,-1 2 0-16,-19 0 0 0,-13 1 0 0,-3-1 0 15,-6-3 0-15,-5 2 0 0,-5-4 0 0,1 1 0 16,-3 0 0-16,-1-1 0 0,-10 7 0 16,4-2 0-16,4 0 0 0,-14 6-127 15,12 0-480-15,15-5 282 0</inkml:trace>
  <inkml:trace contextRef="#ctx0" brushRef="#br0" timeOffset="31622.41">23178 11604 3931 0,'2'6'0'0,"-1"1"0"0,-1 1 0 0,-5 1 0 0,-12 0 0 0,-4 8 0 0,1 5 0 0,-5 7 0 0,6 1 0 0,-6 9 0 0,9 3 0 0,7 0 0 0,2-2 0 0,7 2 0 16,0-6 0-16,2-1 0 0,19 5 0 0,0-14 0 16,13 2 0-16,-6-10 0 0,10-3 0 0,4-6 0 15,2-9 0-15,-3 0 0 0,1-7 0 0,-5-11 0 16,-5-3 0-16,-2-3 0 0,-5-2 0 0,-5-2 0 15,-4-5 0-15,-7-1 0 0,-6-3 0 0,-3-6 0 16,0 4 0-16,-2 5 0 0,-12 1 0 16,-5 4 0-16,-6 2 0 0,-1 8 0 15,-4 4 0-15,-3 4 0 0,2 7 0 0,4 1 0 16,-8 3 0-16,5 0 0 0,-2 1 0 0,-2 13 0 16,-1 2-329-16,-1 3 69 0,-8 7-847 0,3 1 533 15</inkml:trace>
  <inkml:trace contextRef="#ctx0" brushRef="#br0" timeOffset="31849.1">21725 11572 3689 0,'-18'-8'0'0,"6"6"0"0,8 2 0 0,3 0 0 0,1 0 0 0,0 0 0 0,0 0 0 0,10 0 0 0,13 0 0 0,11 0 0 0,8 2 222 0,6 2-202 0,5 0-20 0,4-2 0 15,-1 2 0-15,12 1 0 0,-6 1 0 0,-10-1 0 16,16 3 0-16,-6 1-503 0,-9-1 35 0</inkml:trace>
  <inkml:trace contextRef="#ctx0" brushRef="#br0" timeOffset="88284.51">10197 14781 2037 0,'0'0'0'0,"0"0"0"0,-2 0 0 0,2 0 0 0,0 0 0 0,0 0 0 0,0 0 0 0,0 0 0 0,0 0 0 0,0 0 0 0,0 0 92 0,0 0 0 16,0 0 110-16,0 0-77 0,0 0-39 0,0 0 13 15,0 0 5-15,0 0 1 0,0 0-57 0,0 0 146 16,0 0-73-16,0 0-24 0,2 0-12 0,0 0 67 16,2 2-51-16,-2-2 0 0,1 3-11 0,2-3-90 15,-2 0 0-15,1 3 0 0,0-3 0 0,-1 1 0 16,1 2 0-16,1-2 0 0,0-1 0 16,0 2 0-16,-1-2 0 0,2 2 0 15,-3-2 0-15,1 0 0 0,-1 0 0 0,1 0 0 16,1 0 0-16,-2 0 0 0,-1 0 0 0,2 0 0 15,-2 0 0-15,-1 0 0 0,3 0 0 0,-2 0 0 16,0 0 0-16,1 0 0 0,2 0 0 0,-1 0 0 16,-1 2 0-16,3-2 0 0,0 2 0 0,-1-2 0 15,1 2 0-15,0-2 0 0,1 0 0 0,0 0 0 16,0 0 0-16,3 0 0 0,-4 0 0 0,1 0 0 16,0 0 0-16,0 0 0 15,0 0 0-15,-1 0 0 0,-1 0 0 0,1 0 0 16,-3 0 0-16,4 0 0 0,-2 0 0 0,0-2 0 15,3 2 0-15,0-2 0 0,0 0 0 0,2 0 0 16,-1 0 0-16,3 1 0 0,-1-3 0 0,3 1 0 16,-3 0 0-16,1-1 0 0,2 2 0 0,1 0 0 15,0-1 0-15,-2 1 0 16,2 0 0-16,0 0 0 0,1 1 0 0,-4-1 0 16,4-1 0-16,-2 2 0 0,0-1 0 0,1-1 0 15,-1 0 0-15,2 2 0 0,-4-1 0 0,6-1 0 16,-4 2 0-16,4-1 0 0,1 2 0 0,-1 0 0 15,1-3 0-15,-1 3 0 0,2 0 0 0,-1 0 0 16,-1 0 0-16,1-2 0 0,-3 2 0 0,4-3 0 16,-1 3 0-16,-3-1 0 0,3-1 0 0,-1 0 0 15,2-2 0-15,-1 2 0 0,-1-1 0 0,1 2 0 16,-1 0 0-16,3-2 0 16,-2 3 0-16,0 0 0 0,0 0 0 0,0 0 0 0,-1 0 0 0,1 0 0 15,0 0 0-15,0 0 0 16,0 0 0-16,-1 0 0 0,1 0 0 0,2 0 0 15,-1 0 0-15,3 0 0 0,-4 0 0 0,1 0 0 16,1 0 0-16,-3 0 0 0,1 0 0 0,1-1 0 16,-4 1 0-16,1 0 0 0,2-2 0 0,0 2 0 15,0-3 0-15,1 2 0 0,1 0 0 0,0-2 0 16,2-1 0-16,-2 2 0 0,2-2 0 0,-3 3 0 16,1-3 0-16,0 2 0 15,-4 1 0-15,0-1 0 0,-2 0 0 0,-2 2 0 16,-4 0 0-16,3 0 0 0,-5 0 0 0,1 0 0 15,-3 0 0-15,-1 0 0 0,1 0 0 0,0 0 0 16,-1 0 0-16,-3 0 0 0,1 0 0 0,2 0 0 16,-2 0 0-16,-1 0 0 0,1 0 0 0,0 0 0 15,0 0 0-15,0 0 0 0,0 0 0 0,-1 0 0 16,2 0 0-16,-3 0 0 0,2 0 0 0,-2 0 0 16,2 0 0-16,-2 0 0 15,2 0 0-15,-2 0 0 0,0 0 0 0,0 0 0 16,1 0 0-16,-1 0 0 0,0 0 0 0,0 0 0 15,2 0 0-15,-2 0 0 0,0 0 0 0,0 0 0 16,0 0 0-16,2 0 0 0,-2 0 0 0,0 0 0 16,0 0 0-16,0 0 0 0,0 0 0 0,0 0 0 15,0 0 0-15,0 0 0 0,0 0 0 0,0 0 0 16,0 0 0-16,0 0 0 0,0 0 0 0,0 0 0 16,0 0 0-16,0 0 0 0,0 0 0 15,0 0 0-15,0 0 0 0,0 0 0 16,0 0 0-16,0 0 0 0,0 0 0 0,-15 9 0 15,-5 8 0-15,-7 9 0 0</inkml:trace>
  <inkml:trace contextRef="#ctx0" brushRef="#br0" timeOffset="91000.83">21095 14754 1237 0,'-10'-6'0'0,"-1"0"0"0,3 1 0 0,1-3 0 0,0 2 0 0,0 1 0 0,0-1 0 0,3 2 0 0,1-2 0 0,-1 2 0 0,0 3 281 0,4-2-121 0,-1 2-55 15,-1-1 260-15,2 2-157 0,0 0-78 0,0 0-27 16,0 0 237-16,0 0-145 0,0 0-72 0,0 0-36 16,0 0 114-16,0 0-62 0,0 0-50 0,0 0 79 15,0 0-168-15,0 0 0 0,0 0 0 0,2 0 0 16,1 2 0-16,1 2 0 0,1-1 0 0,1 1 0 16,-1 0 0-16,2 0 0 15,-2-1 0-15,4 1 0 0,2 0 0 0,5 0 0 16,3 0 0-16,3-2 0 0,6-1 0 0,2-1 0 15,2 0 0-15,2 0 0 0,1 0 0 0,2 0 0 16,0 0 0-16,0 0 0 0,6 0 0 0,1 0 0 16,1-1 0-16,-3-1 0 0,13 0 0 0,10-4 0 15,0 1 0-15,7-5 0 0,2 2 0 0,7-3 0 16,17 0 0-16,-6-1 0 16,4 4 0-16,-1-2 0 0,-15 10 0 0,-1-4 0 15,-10 3 0-15,-16-2 0 0,-1 3 0 0,-13 0 0 16,-2 0 0-16,-11 0 0 0,-4 0 0 0,-5 0 0 15,-6 3 0-15,-4-3 0 0,0 1 0 0,-4-1 0 16,-1 0 0-16,0 0 0 0,-2 0 0 0,0 0 0 16,0 0 0-16,2-1 0 0,-2-3 0 0,0-2 0 15,0 0 0-15,0 5 0 0,2-4 0 0,-2 3 0 16,0 1 0-16,0-1 0 0,0 2 0 0,0 0 0 16,2 3 0-16,-1 15 0 15,1 8-143-15</inkml:trace>
  <inkml:trace contextRef="#ctx0" brushRef="#br0" timeOffset="94296.34">7885 15582 3441 0,'0'-22'0'16,"0"0"0"-16,0 2 0 0,0-5 0 0,0-2-10 0,-3 5-9 0,-5-2 4 0,1 1 1 0,-3 5 0 0,-3-3 2 0,-1 2 137 0,0 4 94 0,-3 0-93 0,-2 4-44 0,-1 1-60 0,0 5-22 16,-2 3 0-16,1 2 0 0,-5 0 0 15,2 5 0-15,-3 16 0 0,2 6 0 16,-4 11 0-16,5 2 0 0,1 7 0 0,5 3 0 16,4 7 0-16,3 2 0 0,5 6 0 0,2-14 0 15,4 5 0-15,0-3 0 0,4-2 0 0,4-12 0 16,6 0 0-16,2-5 0 0,0-6 0 0,3-5 0 15,-4-7 0-15,4-2 0 0,0-4 0 16,-2-5 0-16,2-5 0 0,-3 0 0 0,2-2 0 0,-2-16 0 16,3-4 0-16,0-13 0 0,-1-3 0 15,0-2 0-15,0-7 0 0,-1-1 0 16,1 1 0-16,-6 1 0 0,-3 16 0 0,0-2 0 16,-7 9 0-16,0 8 0 0,-1 3 0 0,1 3 0 15,-2 3 0-15,0 5 0 0,0 1 0 0,0 0 0 16,0 0 0-16,0 16 0 0,0 5 0 0,0 5 0 15,0 7 0-15,0 2 0 0,2 2 0 0,0 1 0 16,5-2 0-16,0 0 0 0,3-3 0 16,-1-6 0-16,2 3 0 0,3-7 0 0,-5-5 0 0,2 2 0 15,1-8 0-15,-5-3 0 16,2-2 0-16,1-4 0 0,-1-3 0 0,1 0 0 16,0-3-445-16,0-13 48 0,0-9 183 0,0 0 86 15,-1-5-184-15,-2 3 136 0,0 1 67 0,0 7 24 16,-2-2 74-16,1 4-30 0,-3 5-1 0,3 2 417 15,-1 2-218-15,3 5-94 0,-2-1-53 0,5 2 673 16,1 2-254-16,0 0-215 0,6 0-185 0,-2 6-29 16,7 6 0-16,-4 3 0 15,1 3 0-15,-1 0 0 0,-6 1 0 0,3 4 0 16,-6-3 0-16,-4 3 0 0,-4-1 0 0,0 2 0 16,-2-1 0-16,-4-1 0 0,-9 0 0 0,-6-5 0 15,1-1 0-15,-5-3 0 0,2-3 0 0,-2-3 0 16,0-1 0-16,2-4 0 0,-2-2 0 0,6 0 0 15,2 0 0-15,5-5-83 0,5-10-455 0,5-7 249 16</inkml:trace>
  <inkml:trace contextRef="#ctx0" brushRef="#br0" timeOffset="94465.12">8356 15787 3931 0,'2'-3'0'0,"-2"3"0"0,0 0 0 0,-3 0 0 15,-8 11 0-15,0 6 0 0,-1 4 0 0,1 7 0 0,4 2 0 0,-1 2 0 0,6-1 0 0,2-1 0 0,0 3 0 0,0-3 0 0,11 0 0 0,6-3 0 16,6-3 0-16,3-2 0 16,2-4 0-16,4-3 0 0,0-4 0 0,2-5 0 15,1-6 0-15,2 0-1028 0,-1-6 343 0,6-18 327 16</inkml:trace>
  <inkml:trace contextRef="#ctx0" brushRef="#br0" timeOffset="94697.82">8738 15351 3931 0,'-5'-8'0'0,"2"6"0"0,3 0 0 0,0 0 0 0,0 1 0 0,0-3 0 0,16 0 0 0,4 0 0 0,6 1 0 0,4 2 0 0,7 0 0 16,9-2 0-16,0 3 0 0,0 0 0 0,3 0 0 15,0-1 0-15,-6 1 0 0,9-2 0 0,-8 0 0 16,-8 2 0-16,1 0 0 0,-3-2 0 0,-8 2 0 15,-1 0 0-15,-4-2 0 0,-9 2-603 0,-1-2 188 16,-2 1 188-16,-6-2-380 0,-1 0 289 0,-2-3 139 16,-4-2 70-16,-9 0-307 15</inkml:trace>
  <inkml:trace contextRef="#ctx0" brushRef="#br0" timeOffset="94864.77">9374 15243 889 0,'-18'-11'0'0,"3"2"0"0,0-1 0 0,6 5 0 0,1-3 0 0,4 3 0 0,4-1 0 0,0 1 0 0,4 0 0 0,11 3 0 0,3 0 460 0,3 1-216 0,0-1-102 16,1 2-51-16,1 0 452 0,-2 0-252 0,-3 0-116 15,1 7 498-15,-3 1-317 0,-3 0-289 0,-3 1-67 16,1 0 0-16,-8 1 0 0,1 3 0 0,-2 1 0 16,-2 4 0-16,-6 2 0 0,-11 3 0 15,-1 2 0-15,-7 0 0 0,-5 6 0 16,0-5 0-16,-1 2 0 0,-4 0 0 0,2-3-100 16,-11 5-1099-16,5-2 580 0,0-2 289 0</inkml:trace>
  <inkml:trace contextRef="#ctx0" brushRef="#br0" timeOffset="95078.58">9128 15668 3412 0,'7'4'0'0,"-2"1"0"0,-3 4 0 0,0 5 0 0,-2-3 0 0,0 8 0 0,-4 3 0 0,-2 6 0 0,-5 7 0 0,2 2 0 16,1 8 483-16,2-4-447 0,2 2-36 0,4-1 0 0,0-9 0 15,0 4 0-15,10-5 0 0,3-3 0 0,4-4 0 16,3-4 0-16,-4-6 0 0,4-3 0 0,-1-3 0 15,0-1 0-15,0-6 0 16,-4-2 0-16,0 0 0 0,-3 0 0 0,0-2-458 16,-3-8 81-16,0-2 169 0,-6-1 85 0,1-6-234 15,-2-3 149-15,-1-9 90 0</inkml:trace>
  <inkml:trace contextRef="#ctx0" brushRef="#br0" timeOffset="95218.4">9187 15575 3931 0,'-2'-6'0'0,"-2"3"0"0,0 1 0 0,1 1 0 0,-1-2 0 0,3 2 0 0,-1-1 0 0,2 0 0 0,-2 2 0 0,2 0 0 0,0 0 0 0,0 0 0 15,5 2 0-15,2 7 0 0,-1 0-217 0,1 5 52 16,2 2 102-16</inkml:trace>
  <inkml:trace contextRef="#ctx0" brushRef="#br0" timeOffset="95582.74">7156 15229 2709 0,'-14'-32'0'0,"1"10"0"0,1 7 0 0,-1 6 0 0,1 4 0 0,0 3 0 0,-2 2 0 0,0 0 0 0,-4 22 0 0,3 12 0 0,-5 24 158 0,8 8-59 0,-6 22 193 15,6 2-126-15,2 8-63 16,5-14-20-16,5 23 7 0,0-15 1 0,17-2-51 16,12-7 1-16,4-14-231 0,15 3 126 15,12 3 47-15,6-15-669 0,4-4 312 0</inkml:trace>
  <inkml:trace contextRef="#ctx0" brushRef="#br0" timeOffset="95997.02">9871 15292 3213 0,'-5'-2'0'0,"4"2"0"0,1 0 0 0,0 0 0 0,0 10 0 0,0 5 0 0,0 6 0 0,8 4 0 0,5 3 0 0,6 9 0 0,1 3 171 0,3 3 72 0,-2 3-107 0,-1 1-47 15,-5 0-10-15,-4 2-79 0,-6-1 0 0,-3 3 0 16,-2-2 0-16,-5 2 0 0,-13-2 0 16,-5-2 0-16,-4-6 0 0,1-3 0 0,-11 1 0 15,3-9 0-15,-1-6 0 0,4-6-82 0,-2-7 14 16,4-4-427-16,3-3 217 0,2-4 125 0,7 0 30 16,7 0-233-16,4-3 157 0,6-9 70 0,13-15 49 15</inkml:trace>
  <inkml:trace contextRef="#ctx0" brushRef="#br0" timeOffset="96182.57">10780 15402 3353 0,'0'-1'0'0,"0"1"0"0,-2 0 0 0,-4 0 0 0,-4 11 0 0,-4 8 0 0,-5 9 0 0,-1 6 0 0,-1 0 0 0,-8 14 0 0,5-4 388 0,0 3-198 0,-1 0-190 0,1 1 0 16,1 2 0-16,0-4 0 0,3 1 0 0,1 0 0 15,1-4 0-15,4-8 0 16,0 0 0-16,2-4-18 0,-1-4 4 0,2-8-1228 16,1-2 570-16</inkml:trace>
  <inkml:trace contextRef="#ctx0" brushRef="#br0" timeOffset="96350.54">10322 15529 3931 0,'0'-16'0'0,"-3"7"0"0,3 6 0 0,-1 1 0 0,1 0 0 0,0 2 0 0,0 0 0 0,10 0 0 0,17 15 0 16,8 6 0-16,9 6 0 0,9 10 0 0,-1-2 0 0,-3-1 0 0,15 11 0 0,-6-4 0 15,3-2 0-15,0 3 0 0,-2-3 0 0,-9-1 0 16,8 7-227-16,-9 1-154 0,-2 3 209 0</inkml:trace>
  <inkml:trace contextRef="#ctx0" brushRef="#br0" timeOffset="96982.42">11893 15292 1908 0,'-12'-16'0'0,"-2"4"0"0,1 3 0 0,-2 1 0 0,-2 2 0 0,-6 3 0 0,-1 1 0 0,-3 2 0 0,0 7 0 0,-5 14 0 0,4 7 360 0,-6 16-166 16,1 12-80-16,6 4 224 15,1 6-152-15,5 3-74 0,8-6-29 0,3 17 84 0,8-9-65 16,2-4-32-16,5-4-1 0,18-6 17 16,2-7-16-16,5-1-9 0,5-8-279 0,3-8 127 15,4 0 64-15,-1-9 31 0,-4-8-524 0,9-2 270 16,-11-6 75-16,1-7-482 0,-4-1 310 0,-2 0 155 16,-6-6 69-16</inkml:trace>
  <inkml:trace contextRef="#ctx0" brushRef="#br0" timeOffset="97406.95">12181 15166 3442 0,'-10'-6'0'0,"3"6"0"0,0 0 0 0,1 0 0 0,-2 8 0 0,1 6 0 0,-1 8 0 0,5 8 0 0,-1 9 0 0,1 8 0 0,3 15 279 0,0-1-120 0,0 3-108 0,0-8-51 15,3 11 0-15,1-14 0 0,1 1 0 0,-1-4 0 16,-1-4 0-16,-1-7 0 0,0-7 0 16,-2-2 0-16,0-9 0 0,0-7 0 15,0-2 0-15,0-5 0 0,0-2 0 0,0-5 0 16,-5 0 0-16,1-2 0 0,2-12 0 0,2-2 0 16,0-5 0-16,0-1 0 0,7 1 0 0,4 4 0 15,5-2 0-15,-2 4 0 0,7 2 0 0,-1 4 0 16,1 3 0-16,0 4 0 0,2 2 0 0,-5 0 0 15,2 0 0-15,-1 10 0 0,-5 2 0 0,-2 4 0 16,-3-2 0-16,-5 4 0 0,0-2 0 0,-4 4 0 16,0-4 0-16,-2 1 0 15,-16 1 0-15,6-4 0 0,-11 1 0 0,1-2 0 16,-3-4 0-16,1 1 0 0,-3-3 0 0,9-3 0 16,-5 0 0-16,2-4 0 0,5 0 0 0,0 0 0 15,4 0 0-15,3-10 0 0,4-3 0 0,5-4 0 16,0-5-797-16,17-8 193 0,8-2 283 0,0 2 133 15,12-8-695-15</inkml:trace>
  <inkml:trace contextRef="#ctx0" brushRef="#br0" timeOffset="97559.36">12477 15679 3323 0,'6'0'0'0,"0"0"0"0,-2 2 0 0,-2 1 0 0,0 6 0 16,-2-2 0-16,0 4 0 0,1 0 0 0,3 3 0 0,1 1 0 0,3 0 486 0,0 5-364 0,3-1-122 0,0 3 0 0,4 1 0 0,0-1 0 0,0-7 0 0,5 8 0 15,0-4 0-15,-3-6 0 0,1-1-844 0,-1-3 394 16,0-4 252-16,0-4 113 0,-2-1-847 16</inkml:trace>
  <inkml:trace contextRef="#ctx0" brushRef="#br0" timeOffset="97819.09">12859 15620 3324 0,'2'-11'0'0,"0"6"0"0,0 0 0 0,-2 3 0 0,0-2 0 0,0 1 0 0,0 3 0 0,0-1 0 0,0 1 0 16,0 0 0-16,0 4 607 0,0 10-607 0,0 9 0 0,-4 2 0 0,-6 10 0 0,-1 3 0 0,-3 3 0 16,0 1 0-16,-3 3 0 15,-2 1 0-15,0 6 0 0,-1-2 0 0,-3 2 0 16,-1 1 0-16,-1-1 0 16,1 2 0-16,2-6 0 15,1-1 0-15,2-5 0 0,4-1 0 0,4-8 0 16,-1 1 0-16,5-4 0 0,0-9 0 15,1-2 0-15,2-5 0 0,2-4 0 0,0-4 0 0,2-1 0 0,-2-5 0 0,2 0 0 0,0 0-30 16,0 0-652-16,0 0 313 0,0-7 170 16,6-11 82-16,7-8-560 0,5-8 321 0</inkml:trace>
  <inkml:trace contextRef="#ctx0" brushRef="#br0" timeOffset="98075.43">13041 15401 3644 0,'-10'-20'0'0,"7"8"0"0,1 3 0 0,2-2 0 0,0-1 0 0,0-1 0 0,2 4 0 0,12-2 0 0,9-1 0 0,5 1 0 0,10-2 287 16,4 6-287-16,4-4 0 0,7 4 0 0,2 2 0 16,0 1 0-16,-4 0 0 0,2 3 0 0,-12-2 0 15,10 3 0-15,-17 0 0 0,2 0 0 0,-6 0 0 16,-8 0 0-16,1 3 0 0,-8-2 0 0,-4 1 0 15,-3 0 0-15,-4 0-206 0,-3-2-205 0,-1 0 178 16,0 0 102-16,0 0-561 0,-10 0 327 16,-4-2 165-16,-1-6-454 0,-2-3 299 15</inkml:trace>
  <inkml:trace contextRef="#ctx0" brushRef="#br0" timeOffset="98239.26">13554 15104 2441 0,'-8'-7'0'0,"7"3"0"0,-1 2 0 0,2 0 0 0,0 0 0 0,2-2 0 0,10 3 0 0,8-3 0 0,2 2 0 0,6 0 0 0,3 1 114 15,2 1 422-15,-1 0-249 0,0 0-126 0,-6 3 54 16,4 8-94-16,-6 1-65 0,-6-2-56 16,-2 6 0-16,-6 1 0 0,-6 1 0 15,-4 6-129-15,-2 4-23 0,-19 3 95 0,-6 2 46 16,-1-2-694-16,0-2 367 0,-11 4 69 0,5-2 125 16,-3-4-562-16,-1-2 335 0</inkml:trace>
  <inkml:trace contextRef="#ctx0" brushRef="#br0" timeOffset="98530.62">13405 15519 2569 0,'8'0'0'0,"-2"3"0"0,1 0 0 0,-1-1 0 0,-3 2 0 0,1 2 0 0,-2-1 0 0,-1 1 0 0,2 5 0 0,-1 2 0 0,-2-1 259 0,0 6-117 0,0 0 654 0,0 3-631 16,0 2-165-16,0 3 0 0,0-5 0 0,0 7 0 15,0-2 0-15,2 0 0 0,0 1 0 0,3 1 0 16,-1-2 0-16,3 4 0 0,-1-1 0 0,0 1 0 15,-1 0 0-15,-1 1 0 0,2-3 0 16,-5 2 0-16,1 1 0 0,-2-1 0 16,0-1 0-16,0-4 0 0,0-2 0 0,-11 1 0 15,0-5 0-15,-4 0 0 0,-4-2 0 0,-1-2 0 16,1-5 0-16,-8-1 0 0,1-2 0 0,-2-3 0 16,-2 0 0-16,0-4 0 0,-2 0 0 0,-1 0 0 15,2 0 0-15,-1-8 0 0,2-7 0 0,4-6 0 16,1-6-319-16,6-14 1 0,8-3 141 0,10-18 70 15</inkml:trace>
  <inkml:trace contextRef="#ctx0" brushRef="#br0" timeOffset="98675.33">13389 15420 3255 0,'0'-4'0'0,"2"3"0"0,-1-2 0 0,1 2 0 0,0-2 0 0,4 2 0 0,-1 1 0 0,3 0 0 0,1 0 0 15,2 0 0-15,1 0-217 0,1 8 126 0,2 3 64 0,0 0 31 16,2 4-948-16,0-2 462 0,4 3 227 0</inkml:trace>
  <inkml:trace contextRef="#ctx0" brushRef="#br0" timeOffset="98925.31">14005 15210 3931 0,'2'-6'0'0,"5"4"0"0,-2 0 0 0,3 2 0 0,2 0 0 0,1 0 0 0,6 0 0 0,1 10 0 0,5 3 0 0,7 11 0 0,2 5 0 0,2 4 0 0,-2 4 0 0,-1 6 0 16,1 1 0-16,-3 1 0 0,-3 0 0 0,-3-2 0 16,-5 0 0-16,-6-5 0 0,-5 9 0 0,-5-5 0 15,-2 2 0-15,-7 2 0 0,-12 0 0 0,-4-2 0 16,-3-2 0-16,-2-1 0 0,-4-6 0 15,-4 0 0-15,-2-6 0 0,-1-1 0 16,-4-2 0-16,-6-2-722 0,-7 6 68 0</inkml:trace>
  <inkml:trace contextRef="#ctx0" brushRef="#br0" timeOffset="99958.55">14929 15509 3449 0,'-12'-8'0'0,"8"6"0"0,4 0 0 0,0 2 0 0,0 0 0 0,0 0 0 0,0 0 0 0,4 0 0 0,17 0 0 0,5 0 0 0,15 0 370 0,5 0-258 15,0-3-112-15,4 2 0 0,-4-3 0 16,2 1 0-16,-6 0 0 0,-6 2 0 0,4 0-62 16,-6-2 15-16,-4 1 42 0,-7 2-304 0,-2 0 172 15,-1 0 96-15,-8 2-8 0,0 9-987 0</inkml:trace>
  <inkml:trace contextRef="#ctx0" brushRef="#br0" timeOffset="100134.02">15032 15867 3931 0,'-16'0'0'0,"5"0"0"0,10 0 0 0,-1 0 0 0,0 0 0 0,2 5 0 0,0-2 0 0,9 4 0 0,12-2 0 0,4 1 0 16,5 0 0-16,0-1 0 0,7 1 0 0,-1 2 0 0,1-4 0 16,1 3 0-16,0-2 0 0,-1 1 0 0,0 0-229 15,1 2-115-15,9-1 185 16</inkml:trace>
  <inkml:trace contextRef="#ctx0" brushRef="#br0" timeOffset="101346.98">16576 15660 1719 0,'10'-2'0'31,"-1"-1"0"-31,-2-3 0 0,0 2 0 0,0-2 0 0,0 1 0 0,-1 0 0 0,-1-1 0 0,0-2 0 16,1 2 0-16,0 1 195 0,-2-2-70 0,0-1-49 0,-1 1 0 0,-1-3 209 0,2 2-124 0,-2-5-63 0,-1 4 198 0,1-4-134 0,0-3-63 15,1 2-32-15,-3-4 108 0,0 0-70 0,0-2-26 16,0 0 0-16,0-2 0 0,0 2-43 0,0-1-17 15,0 0-19-15,-5 1 0 0,-2 1 0 16,-2 3 0-16,0 3 0 0,-5 3 0 0,-1 3 0 0,-2 0 0 0,-4 5 0 0,-2 2 0 16,-4 4 0-16,-1 12 0 0,-4 9 0 0,-4 9 0 15,3 5 0-15,-2 5 0 0,-2 12 0 0,5-1 0 16,5-7 0-16,4 9 0 0,2-1 0 0,5-1 0 16,5-2 0-16,4-2 0 0,5-7 0 0,2 5 0 15,0-8 0-15,2-7 0 0,5-1 0 0,6-4 0 16,-1-8 0-16,2 1 0 0,4-5 0 15,-2-4 0-15,1-5 0 0,3-5 0 16,-2-3 0-16,1 0 0 0,4-2 0 0,-3-14 0 16,1-3 0-16,2-8 0 0,-3-2 0 0,4-8 0 15,-1-2 0-15,0 2 0 0,-3-5 0 0,-1 3 0 16,-5 3 0-16,2 1 0 0,-1 2 0 0,-7 9 0 16,1 2 0-16,-5 5 0 0,-1 7 0 0,-1 3 0 15,0 1 0-15,-2 4 0 16,0 2 0-16,0 0 0 0,0 0 0 0,-2 6 0 0,-5 13 0 0,-1 3 0 15,2 3 0-15,2 5 0 16,1 0 0-16,3 2 0 0,0-2 0 0,0-2 0 16,0 0 0-16,7-3 0 0,1-6 0 0,3-2 0 15,0 0 0-15,-1-5 0 0,1-3 0 0,0-2 0 16,-3-4 0-16,3-1 0 0,-2-2 0 0,3 0 0 16,-1-2 0-16,0-6 0 0,1-7 0 0,-1 0 0 15,1-7 0-15,-1-1 0 0,-1 1 0 0,2-1 0 16,-3 2 0-16,-1-1 0 0,2 3 0 0,-3 1 0 15,-1 3 0-15,-1 3 0 0,0 2 0 0,2 3 0 16,-2 2 0-16,3-1 0 16,1 3 0-16,1 2 0 0,3 1 0 0,4 0 0 15,-1 0 0-15,7 11 0 0,-3 4 0 0,1 0 0 16,3 6 0-16,-5 0 0 0,-1 3 0 0,-2-3 0 16,-3 4 0-16,-6-3 0 0,-3 6 0 0,-3-2 0 15,-1 2 0-15,-3-3 0 0,-12 1 0 0,-6 1 0 16,-3-5 0-16,-5-1 0 0,-1-4 0 0,-1-2 0 15,-1-2 0-15,0-6 0 16,2-2 0-16,8-4 0 0,-1-1 0 0,4 0 0 16,7 0 0-16,4-1 0 0,3-9 0 0,5-1 0 15,0-3-285-15,14-2 114 0,18-7-934 0,4-3 526 16,8-1 276-16,-2-3 133 0</inkml:trace>
  <inkml:trace contextRef="#ctx0" brushRef="#br0" timeOffset="101531.56">17246 15818 3931 0,'4'-9'0'0,"-3"0"0"0,-1 0 0 0,0 2 0 0,-5-1 0 0,-4 4 0 0,1 1 0 0,-3 0 0 0,3 3 0 0,-3 0 0 0,0 0 0 0,2 13 0 0,-2 8 0 15,2 3 0-15,6 4 0 0,-1 3 0 0,4 5 0 16,0 0 0-16,0 0 0 0,4-1 0 0,8-1 0 16,6-1 0-16,1-6 0 0,3-1 0 0,1-4 0 15,1-4 0-15,4-4 0 0,1-3 0 0,-5-6-69 16,8-3-964-16,0-2 499 0,2 0 248 0,1 0 126 15</inkml:trace>
  <inkml:trace contextRef="#ctx0" brushRef="#br0" timeOffset="102198.43">17845 15011 2267 0,'-9'-24'0'0,"1"9"0"0,3 5 0 0,-1 0 0 0,2 3 0 0,0 1 0 0,2 3 0 0,0 1 0 0,2 0 0 0,0 2 0 0,0 9 77 0,0 19 223 0,6 11-133 0,2 18-65 15,-1 3-33-15,-1-1 308 0,1 27-175 0,-1-5-83 16,0-3 132-16,0 0-251 0,-5-6 0 0,3-8 0 16,-2 12 0-16,-2-15 0 0,0-8 0 0,0 1 0 15,0-4 0-15,-6-15 0 0,-1-1 0 16,-1-10 0-16,1-5 0 0,-1-8 0 0,1-3 0 16,-3-4 0-16,-1-4 0 0,0 0 0 0,-1-12 0 15,3-5 0-15,2-4 0 16,5 0 0-16,0-11 0 0,2 7 0 0,0-3 0 0,8 1 0 0,6-1 0 15,7 5 0-15,4 1 0 16,1 3 0-16,4 3 0 0,0 7 0 0,2 0 0 16,-2 6 0-16,-3 1 0 0,4 2 0 0,-5 0 0 15,-1 14 0-15,-4-2 0 0,-1 9 0 0,-5-2 0 16,-8-1 0-16,1 8 0 0,-7-1 0 0,-1-2 0 16,-5 5 0-16,-13-4 0 0,-3-1 0 0,-4-1 0 15,-1-3 0-15,-2-2 0 0,0-2 0 0,0-6 0 16,0 1 0-16,3-6 0 15,4-2 0-15,1-2 0 0,3 0 0 0,4 0 0 16,3 0 0-16,3 0 0 0,3-1-32 0,4-8-297 16,0-3 140-16,9-5 78 0,14-1-959 0,11-5 516 15</inkml:trace>
  <inkml:trace contextRef="#ctx0" brushRef="#br0" timeOffset="109942.03">18298 15872 2217 0,'-9'-7'0'0,"3"3"0"0,4 2 0 0,0 0 0 0,0 2 0 0,2-1 0 0,0 1 0 0,0 0 0 0,0 0 0 0,12 0 0 0,0 1 88 0,6 5 134 0,0 3-97 0,-1 1-41 15,4 1-1-15,-3 0 118 0,0 4-80 0,-2-1-30 16,1 2-92-16,-4-1 41 0,-1 2 1 0,-1 1 0 15,-2-4-276-15,-3 2 134 0,0-4 71 0,-1-1-573 16,-1-3 304-16,1-1 151 0,3-6-1 0,2-1-481 16,4-1 294-16</inkml:trace>
  <inkml:trace contextRef="#ctx0" brushRef="#br0" timeOffset="110236.69">18741 15607 2917 0,'0'-7'0'0,"-2"4"0"0,-4-1 0 0,1 0 0 0,1 2 0 0,-1-1 0 0,1 2 0 0,-1 1 1 0,-2 0 1 0,0 10 0 0,-4 10 527 0,-3 6-232 0,-4 10-130 16,-1 4-151-16,-9 14-16 0,-1 3 0 0,-4 6 0 15,-1 6 0-15,0 3 0 0,2 0 0 0,0-1 0 16,1-3 0-16,2-3 0 16,5-9 0-16,-5 10 0 0,7-7 0 0,3-12 0 15,-2 7 0-15,5-7 0 0,1-10 0 0,0 1 0 16,1-6 0-16,7-7 0 0,-2-4 0 0,1-3 0 15,2-9 0-15,4-1 0 0,1-5 0 0,-1-1 0 16,2-2 0-16,-2 0 0 0,0 0 0 0,0 0 0 16,1-4 0-16,-1-3 0 0,0 0 0 0,0 1 0 15,0-1 0-15,0 1 0 0,2 1 0 0,0 0 0 16,0 1 0-16,0 0 0 0,0 1 0 0,0 0-608 16,8-2-46-16</inkml:trace>
  <inkml:trace contextRef="#ctx0" brushRef="#br0" timeOffset="111418.5">19073 15204 2626 0,'-3'0'0'0,"-3"0"0"0,4 0 0 0,-1 0 0 0,3 0 0 0,0 0 0 0,0 0 0 0,0 0 0 16,0 0 0-16,0 0 0 0,9 0 131 0,4 0-32 0,4 0 266 0,9 0-161 0,1 0-80 0,3 0-40 16,2-2 214-16,1-1-298 0,10 1 0 15,-3-2 0-15,-1 1 0 0,2 2 0 16,1-1 0-16,-6-1 0 0,9 2 0 0,-10 1 0 16,5 0 0-16,-4 0 0 0,-3 0 0 0,-6 0 0 15,5 0 0-15,-12 0 0 0,1 0 0 0,-4 0 0 16,-6 0 0-16,-2 1 0 0,-1-1 0 0,-4 3 0 15,0-3-569-15,-3 0 79 0,1 0 223 0,0-4-709 16</inkml:trace>
  <inkml:trace contextRef="#ctx0" brushRef="#br0" timeOffset="111647.55">19735 14926 3493 0,'-12'0'0'0,"5"0"0"0,1 0 0 0,3 0 0 0,1 0 0 0,2 0 0 0,0 0 0 0,11 0 0 0,10 1 0 0,7 6 0 0,-2 2 318 15,6 0-198-15,0 2-120 0,2 3 0 0,-2-2 0 16,-2 1 0-16,-2 1 0 0,-6 1 0 0,-5-3 0 16,-2 3 0-16,-3 0 0 0,-7 1 0 0,-5 2 0 15,0 4 0-15,-7-2 0 0,-14 3 0 16,-4 2 0-16,-8 4 0 0,1-5 0 0,0 3 0 16,3-6 0-16,-4 5 0 0,3-1 0 15,-6 1-55-15,2-4-86 0,3 3-411 0,-3 0 256 16,2 0 115-16,-5 2-667 0,-2-3 402 0</inkml:trace>
  <inkml:trace contextRef="#ctx0" brushRef="#br0" timeOffset="112234.87">19391 15513 3600 0,'0'-9'0'0,"0"4"0"0,0-3 0 0,0 0 0 0,0 3 0 0,0 1 0 0,0 2 0 0,0-2-8 0,0 2 1 0,0 2 1 0,0 0 358 0,0 6-352 0,4 8 0 15,0 7 0-15,-1 3 0 0,1 5 0 0,-1 8 0 16,3 5 0-16,-4 5 0 0,1-2 0 0,-2 4 0 16,-1 4 0-16,0 1 0 0,0 8 0 15,0-2 0-15,-4-9 0 0,-2 6 0 0,-1-11 0 0,0 11 0 16,-1-14 0-16,2-7 0 16,1-1 0-16,-3-7 0 0,5-7 0 0,-3-6 0 15,3-4 0-15,0-3 0 0,1-6 0 0,-2 1 0 16,1-3 0-16,-3-3 0 0,4-10 0 0,-1-12 0 15,3-4 0-15,0-7 0 0,0 0 0 0,3-13 0 16,8 6 0-16,3-2 0 0,2 4 0 0,2-2 0 16,0 7 0-16,7-6 0 0,-5 12 0 0,3 2 0 15,-3 6 0-15,3 1 0 16,-6 9 0-16,2 1 0 0,0 6 0 0,-5 3 0 0,4 2 0 0,-4 0 0 16,0 4 0-16,-3 7 0 15,3 4 0-15,-7 2 0 0,0-1 0 0,-1 4 0 16,-5 1 0-16,1-2 0 0,-2-1 0 0,0 0 0 15,0-3 0-15,-3 0 0 0,-7-4 0 0,0-1 0 16,-4-1 0-16,-1-3 0 0,0-2 0 0,-2-3 0 16,0-1 0-16,0 0 0 0,2 0 0 0,1 0 0 15,0 0 0-15,3 0 0 0,1-1 0 16,1-1 0-16,3 0 0 0,3 0 0 16,1 2 0-16,2 0 0 0,-2 0 0 0,2 0 0 15,0 0 0-15,2 2 0 0,5 7 0 0,4 1 0 16,3 5 0-16,-1-2 0 0,2 2 0 0,0 2 0 15,0-2 0-15,2 2 0 0,-2-1 0 0,1 0 0 16,0 0 0-16,0 0 0 0,0-1 0 0,-2-2 0 16,0 0 0-16,-1-2 0 0,1 0 0 0,-2-1 0 15,1-1 0-15,1-1 0 0,2-1 0 0,1 1 0 16,4 1 0-16,1 0 0 16,5 5-36-16,1-3-256 0</inkml:trace>
  <inkml:trace contextRef="#ctx0" brushRef="#br0" timeOffset="112389.17">20452 16569 3719 0,'-11'-19'0'0,"9"13"0"0,-1 2 0 0,-4-4 0 0,5 1 0 16,1 5 0-16,1-2 0 0,0-2 0 0,0 2 0 0,1 0 0 0,9 3-397 0,1 1 214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3:12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4735 14203 2519 0,'0'-23'0'0,"0"17"0"0,1 1 0 0,3-2 0 0,-2-2 0 0,-1 1 0 0,1 0 0 0,0 1 0 0,-1 0 0 0,1 4 0 0,0-1 164 0,0 3-62 0,1-1 244 0,-3 0-152 15,0-1-77-15,0 3-28 0,0 0 83 0,0 5-65 16,0 10-33-16,-10 8-27 0,-7 6-47 0,-3 9 0 16,-10 12 0-16,-3 0 0 0,-6 6 0 0,-5 7 0 15,0 1 0-15,-6 4 0 16,-4 11 0-16,5-4 0 0,-6 6 0 0,-3-3 0 16,0 2 0-16,9-11 0 0,-14 13 0 0,11-11 0 15,6-10 0-15,-1 3 0 0,8-4 0 16,7-11 0-16,1-2 0 0,6-5 0 0,5-12 0 0,5 1 0 15,-1-6 0-15,4-9 0 0,1 1 0 0,0-4 0 16,4-3 0-16,-1-4 0 0,0-1 0 0,1-3 0 16,-1 0 0-16,3-2 0 15,-3 0 0-15,1 0 0 0,2 0 0 0,0-2 0 16,3-2 0-16,-1-4 0 0,3 1 0 0,0-4 0 16,0-2-1113-16,10-4 513 0,2-6 280 0</inkml:trace>
  <inkml:trace contextRef="#ctx0" brushRef="#br0" timeOffset="235.12">3787 15187 2979 0,'4'-18'0'0,"-1"8"0"0,4-5 0 0,-1 4 0 0,-1 3 0 0,0 2 0 0,0 5 0 0,4-1 0 0,-1 2 0 0,-2 3 0 0,3 15 193 0,-4 5-76 0,-3 7 408 16,-2 9-408-16,0 9-117 0,-12 5 0 0,-4-1 0 15,-2 3 0-15,-3-4 0 0,1-1 0 0,0-4 0 16,0-4 0-16,7-10 0 0,1 0 0 15,7-9 0-15,3-6 0 0,2-1 0 0,0-6 0 0,10-5 0 16,14-5 0-16,14 0 0 0,5-18 0 16,17-14 0-16,2-6 0 0,4-6 0 0,16-10 0 15,-3 2 0-15,-3 3 0 0,19-10 0 16,-4 4 0-16,1 2 0 0,3 2-650 0</inkml:trace>
  <inkml:trace contextRef="#ctx0" brushRef="#br0" timeOffset="779.85">4795 14108 2290 0,'-8'-7'0'0,"-1"1"0"0,2-2 0 0,1 0 0 0,-2 0 0 0,1 3 0 0,4-3 0 0,-1 4 0 0,3 1 0 0,-1 0 0 0,-1 2 287 0,3-1-128 0,0 0-59 0,0 2 322 16,0 0-191-16,0 0-95 0,10 0 98 16,3 0-162-16,7 0-72 0,1 0 0 0,6 0 0 15,5 0 0-15,5 0 0 0,8 0 0 0,4 0 0 16,5 0 0-16,12 0 0 0,3-2 0 0,5-2 0 16,22-3 0-16,-2-1 0 0,7 1 0 0,2-1 0 15,8-1 0-15,1 2 0 0,18-5 0 0,-9 3 0 16,-16-2 0-16,29-4 0 0,-30 0 0 0,17-3 0 15,-5 2 0-15,-9-3 0 0,-4 0 0 0,-6 2 0 16,-23 4 0-16,7-1 0 0,-11 2 0 16,-16 5 0-16,-5-1 0 0,-14 4 0 0,-8 1 0 0,-8-2 0 15,-7 4 0-15,-6-1 0 16,-1 2 0-16,-5 0 0 0,0 0 0 0,-12-2 0 16,-5 1 0-16,0 1 0 0,2 0 0 0,-3 0 0 15,3 0 0-15,1 0-115 0,1-3-122 0,3 2 98 16,3-1-919-16,1-4 509 0</inkml:trace>
  <inkml:trace contextRef="#ctx0" brushRef="#br0" timeOffset="991.91">7282 13592 3342 0,'0'-5'0'0,"0"1"0"0,3 0 0 0,4 1 0 0,6-1 0 0,6 2 0 0,7 2 0 0,4 0 0 0,12 0 0 0,0 0 0 0,6 7 407 0,3 5-225 0,1-3-182 0,-1 2 0 16,0 2 0-16,-1 0 0 0,-8-1 0 0,-3 3 0 15,-5-2 0-15,-13 0 0 0,-4 2 0 0,-11-2 0 16,-6 6 0-16,-11 4 0 0,-24 1 0 0,-22 4 0 16,-5 2 0-16,-11 3 0 15,-10 4 0-15,-20 8 0 0,-13 7 0 0,-5 1 0 16,-6 7 0-16,-2 8 0 0,-6 1-171 0,-2 3-263 16</inkml:trace>
  <inkml:trace contextRef="#ctx0" brushRef="#br0" timeOffset="1716.8">4692 11228 1648 0,'-4'-24'0'0,"3"3"0"16,-3 0 0-16,1 3 0 0,-2-1 0 0,0 4 0 0,0 2 0 0,0 2 0 0,2-1 0 0,-1 5 0 0,3 4 415 0,-1-3-188 0,2 5-83 15,0-1-56-15,0 2 219 0,0 0-133 0,0 0-67 16,0 6 119-16,0 7-82 0,3 7-57 0,2 4 0 16,2 5 41-16,3 13-44 0,-5 1-19 0,0 8-65 15,2 10 0-15,-1 0 0 0,1 5 0 0,-2 5 0 16,0 7 0-16,-2 7 0 0,7 19 0 0,-6-3 0 15,4 4 0-15,-1 4 0 0,0 0 0 0,4 6 0 16,1 16 0-16,1-10 0 16,-2-4 0-16,0-16 0 0,2 11 0 0,-3-18 0 0,3 18 0 0,-3-15 0 15,-1-4 0-15,-2-5 0 16,-3-11 0-16,3 6 0 0,-2-5 0 0,0-4 0 16,0-6 0-16,-3-12 0 0,3-2 0 0,-4-10 0 15,1-1 0-15,1-5 0 0,-3-7 0 0,0-5 0 16,0-5 0-16,-5-6 0 0,-1-1 0 0,-1-5 0 15,-2-3 0-15,-3-5 0 0,3 0 0 0,-3-1 0 16,-1 0 0-16,1-6 0 0,-2-11 0 0,3-6 0 16,1-7-860-16,-1-10 369 0,4-6 226 15,0-19 112-15,4-4-689 0</inkml:trace>
  <inkml:trace contextRef="#ctx0" brushRef="#br0" timeOffset="1911.71">4653 11342 2863 0,'-8'-24'0'0,"3"15"0"0,1 5 0 0,-2 3 0 0,0 1 0 0,2 0 0 0,-6 5 0 0,-1 12 0 0,-5 11 0 0,-3 10 0 0,0 1 315 0,-4 8-138 0,0 4-58 0,1-1-44 15,3 1-270-15,1 1 117 0,5-5 60 16,2-1-761-16,4-9 419 0,3-2 196 0,1-11 101 0</inkml:trace>
  <inkml:trace contextRef="#ctx0" brushRef="#br0" timeOffset="2048.07">4525 11294 3931 0,'7'-11'0'0,"11"7"0"0,-1 1 0 0,1 2 0 0,7 1 0 16,5 0 0-16,10 17 0 0,2 6 0 0,7 3 0 0,6 9 0 0,-3 7 0 0,-5-3 0 0,18 16 0 0,-8 0 0 0,2 1 0 15,8 13 0-15,-7 1-1058 0</inkml:trace>
  <inkml:trace contextRef="#ctx0" brushRef="#br0" timeOffset="2610.31">2826 14684 3931 0,'-13'-2'0'0,"8"2"0"0,5 0 0 0,0 0 0 0,0 0 0 0,5-6 0 0,18-7 0 0,9-2 0 0,11-2 0 0,9-1 0 0,-4 2 0 0,10 1 0 0,-4 2 0 16,4 2 0-16,-3 4 0 16,-2 3 0-16,-4 0 0 0,-6 2 0 0,4 2 0 0,-12 0 0 15,2 0 0-15,-7 0 0 0,-9 4-517 0,-1 2 29 16,-7-4 244-16,-5 3-6 0,-4-3-507 0,-4-2 358 15,0 0 178-15,-6 0 81 0,-13-12-105 0,-1-4 103 16,-4-9 50-16,-4-3-147 0,3 4 120 16,-2-5 41-16,2 4 78 0,1 1 0 15,5 6 0-15,1 4 0 0,3 2 390 0,7 2-247 16,1 1-86-16,3 3-49 0,4 2 749 0,0 0-308 16,15 1-154-16,7-1-132 0,8 2 147 0,4 1-135 15,10-2-67-15,0 3 452 0,-4 0-250 0,10 0-139 16,-14 0-136-16,1 6-35 15,-2 5 0-15,-10 3 0 0,-7 1 0 0,-4 3 0 16,-8 7 0-16,-6 3 0 0,-6 8 0 0,-14-3 0 0,-4-1 0 16,-12 10 0-16,-1-3 0 0,-1-2 0 15,3-1 0-15,-2-1 0 0,11-6-96 0,-1 3-44 16,3-1-35-16,3-3-835 0,1 1 484 0</inkml:trace>
  <inkml:trace contextRef="#ctx0" brushRef="#br0" timeOffset="2825.08">3298 15107 2923 0,'0'2'0'0,"0"2"0"0,0 1 0 0,0-5 0 0,0 0 0 0,0 3 0 0,0 3 0 0,0 4 0 0,0 4 0 0,0 9 0 0,0 8 650 16,0 7-304-16,0 3-334 0,0 3-12 0,0 3 0 16,0-7 0-16,0 8 0 0,3-14 0 0,8 2 0 15,3-9 0-15,-1-3 0 0,4-4 0 0,-2-5 0 16,1-4 0-16,-2-7 0 0,2 0 0 0,-2-4 0 15,2 0 0-15,0-13 0 0,-2-8-753 16,-3-4 252-16,1 0 230 0,-5-7-537 0,-3-7 374 16,-1-7 201-16</inkml:trace>
  <inkml:trace contextRef="#ctx0" brushRef="#br0" timeOffset="2942.23">3416 14904 3602 0,'-12'-23'0'0,"1"4"0"0,2 2 0 0,-1 6 0 0,5 2 0 0,2 4 0 0,1 1 0 0,2 3 0 0,0 1 0 0,0 0 0 0,0 11 313 15,7 4-297-15,8 6-16 0,0 3 0 16,5-3 0-16,3 6 0 0,7 2-285 0,0-5-65 0</inkml:trace>
  <inkml:trace contextRef="#ctx0" brushRef="#br0" timeOffset="3340.74">6163 14336 3871 0,'-27'0'0'0,"1"0"0"0,7 3 0 0,2 3 0 0,5-3 0 0,6-1 0 15,4-2 0-15,2 0 0 0,0 0 0 0,12 0 0 0,14 0 60 0,13-2-60 0,-2-7 0 0,16-3 0 16,-4 3 0-16,2 1 0 0,-2 0 0 0,-3 4 0 15,-6 1 0-15,7 1 0 0,-12 0 0 0,1 2 0 0,-3 0 0 16,-12 0-763-16,2 0 314 0,-4 0 71 16,-8 0-490-16,-5 0 414 0,-4 0 206 15,-2 0 94-15,-2-1-130 0</inkml:trace>
  <inkml:trace contextRef="#ctx0" brushRef="#br0" timeOffset="3493.71">6589 14213 1809 0,'-15'-19'0'0,"7"4"0"0,1-1 0 0,4 1 0 0,3 6 0 0,0-4 0 0,3 3 0 0,15 2 0 0,3 3 0 0,2 2 0 0,0 0 98 15,5 3 355-15,-8 0-206 0,3 0-103 16,-4 10 173-16,-2 1-139 0,-4 7-58 0,-5-2-44 0,-5 9 375 16,-3-4-413-16,0 7-38 0,-8-1 0 15,-10 2 0-15,1-3 0 0,-6 2 0 0,-2 1-168 16,0-3-89-16,-2-2 149 0,2 2 85 0,-2-1-1003 16,1-1 500-16</inkml:trace>
  <inkml:trace contextRef="#ctx0" brushRef="#br0" timeOffset="3748.99">6407 14718 2912 0,'0'5'0'0,"0"3"0"0,0 0 0 0,0-3 0 0,0 2 0 0,2 5 0 0,1 2 0 0,3 7 0 0,2 4 0 0,0 4 0 0,-1 5 769 0,3 6-519 16,-2-1-250-16,-3 4 0 0,2-1 0 0,0 1 0 15,0-9 0-15,0 5 0 0,-2-1 0 0,1-3 0 16,-3-1 0-16,-3 0 0 0,0-7 0 0,0 4 0 15,0-4 0-15,-5-7 0 0,-6 1 0 0,-1-2 0 16,-2-5 0-16,-6 2 0 0,0-5 0 16,-2-2 0-16,-3-2 0 0,0 2 0 15,3-5 0-15,-8 1 0 0,4-3 0 0,-4-2 0 16,2 0 0-16,3 0 0 0,-5-7-88 0,5-16-51 16,3-13-973-16,4-11 535 0</inkml:trace>
  <inkml:trace contextRef="#ctx0" brushRef="#br0" timeOffset="3882.51">6319 14573 3678 0,'5'-10'0'0,"5"9"0"0,-1 1 0 0,0 0 0 0,1 0 0 16,-1 0 0-16,2 3 0 0,1 5 0 0,0 1 0 0,-2 1 0 0,4 2 113 0,0 3-209 0,1 3 69 0,-1-1 34 0,2-1-1049 0,-4 5 552 15</inkml:trace>
  <inkml:trace contextRef="#ctx0" brushRef="#br0" timeOffset="4327.56">3714 12417 3019 0,'-23'-23'0'0,"6"14"0"0,12 7 0 0,5 2 0 0,0 0 0 0,0 0 0 0,0-1 0 0,0 1 0 0,13-3 0 0,7 2 0 0,7-1 115 0,8-2 308 0,11-2-196 0,-2 1-93 15,2 1-121-15,0-2-13 16,2 3 0-16,-10-2 0 0,12 2 0 0,-7 1 0 0,-2 0 0 15,-7 1-12-15,0-2-521 16,-8 3 298-16,-2 0 133 0,-3 0 71 0,-6 0-877 0,-3 0 433 16,-5 3 218-16,-4-3-389 0</inkml:trace>
  <inkml:trace contextRef="#ctx0" brushRef="#br0" timeOffset="4511.09">4152 12053 1940 0,'-7'-13'0'0,"3"5"0"16,4 5 0-16,0-1 0 0,0 2 0 0,14 2 0 0,9 0 0 0,4 0 0 0,2 0 0 0,5 0 0 0,2 0 140 0,-3 3 78 0,3 3-89 0,-4 2-44 16,-4-1 0-16,-1 5 48 0,-10-2-36 0,-4 8-11 15,-6 2-45-15,-7 6-263 0,0 10 131 0,-18-3 66 16,-1 2-488-16,-13 5 272 0,1-5 89 0,-4 1 86 16,-3-5-509-16,1-2 251 0,4-8 131 0,-9 0 82 15,10-12-130-15</inkml:trace>
  <inkml:trace contextRef="#ctx0" brushRef="#br0" timeOffset="4935.52">4020 12451 1751 0,'-6'-8'0'0,"1"6"0"0,5 0 0 0,-2 2 0 0,2 0 0 0,0 8 0 0,0 9 0 0,0 6 0 0,2 2 0 0,3 6 0 0,3 3 279 0,-1 7-118 0,-1-4 204 16,-1 9-166-16,1-4-80 0,-3 2 325 0,0 1-201 16,-1 2-101-16,-2-8-41 0,0 12 26 0,0-6-127 15,0-2 0-15,0-7 0 0,-2 1 0 0,-1-2 0 16,-4-12 0-16,4 1 0 0,-1-11 0 0,1-3 0 15,0-4 0-15,-2-4 0 0,1-2 0 0,0-2 0 16,4-12 0-16,0-13 0 16,0-1 0-16,0-7 0 0,13-5 0 0,-2-2 0 15,8 1 0-15,1 4-20 0,3 0-217 0,0 7 97 16,5 3 39-16,-1 3 34 0,0 6 89 0,-8 7-31 16,2 2 0-16,0 5 97 0,-5 2-74 0,0 2-24 15,-4 0 0-15,-4 6 157 0,-3 5-83 0,0 4-19 16,-3 2 47-16,-2 1-20 0,0-2-32 0,-4 0-21 15,-7 2-19-15,-4-3 0 0,-3-2 0 0,1-2 0 16,-3-3 0-16,2-3 0 0,-4-4 0 16,2-1 0-16,2 0 0 0,2 0 0 15,4-3 0-15,5-2 0 0,0-1 0 0,4 2 0 16,1 2 0-16,2 1 0 0,0-1 0 0,10 2 0 16,13 0 0-16,2 9 0 0,5 5 0 0,7 4 0 15,0 3 0-15,1 0 0 0,5 3 0 0,-9-6 0 16,16 9 0-16,-7-5 0 0,2-1 0 0,1-2 0 15,-1 0 0-15,4-2 0 16,2-2-1181-16,-4-4 466 0</inkml:trace>
  <inkml:trace contextRef="#ctx0" brushRef="#br0" timeOffset="23230.54">9896 13550 2403 0,'-16'0'0'15,"2"1"0"-15,2 1 0 0,1 2 0 0,3 0 0 0,2-2 0 0,4 0 0 0,0-1 0 0,2 1 0 0,0 2 0 0,0 1 139 0,6 1-50 0,10 0 267 0,1 1-148 0,5 1-89 16,2-3-39-16,6-1 338 0,2 1-299 0,9-2-119 16,-5-2 0-16,11-1 0 0,-4 0 0 15,6 0 0-15,-1 0 0 0,2 0 0 0,-9 0 0 16,8 0 0-16,-6 0 0 0,-10 0 0 0,6 0 0 15,-7 0 0-15,-6 0 0 0,3 0 0 0,-8 4 0 16,-2 0 0-16,-4 0 0 0,-3-1 0 0,-3 0-95 16,-4-2-138-16,-1 1 97 0,-2-2 48 15,0 0-565-15,-2 0 296 0,0 0 164 16,0-2-448-16,0-9 300 0</inkml:trace>
  <inkml:trace contextRef="#ctx0" brushRef="#br0" timeOffset="23493.34">10477 13351 3185 0,'-16'0'0'0,"0"0"0"0,7 0 0 0,0 0 0 0,3 1 0 0,0-1 0 0,4 0 0 0,0 0 0 0,2 0 0 0,0 0 0 0,6 2 424 0,9 0-193 0,0 1-140 0,3 2-91 16,-1 0 0-16,3 1 0 0,-1 1 0 0,-3 1 0 16,2-1 0-16,-6 1 0 0,-3 1 0 0,1 1 0 15,-2 1 0-15,-5 2 0 0,-1 0 0 0,0 2 0 16,-2 4 0-16,0-3 0 0,0 3 0 0,-7 2 0 15,-1 0 0-15,0-1 0 0,1 1 0 0,-2 0 0 16,2-3 0-16,-2 2 0 0,2-2 0 16,-2-3 0-16,2 2 0 0,-3-4 0 15,0 3 0-15,0-3 0 0,-4-3-395 0,-3 4-76 16,0-4 215-16,-4 5 108 0,1-4-567 0,-3-1 337 16,2 4 159-16</inkml:trace>
  <inkml:trace contextRef="#ctx0" brushRef="#br0" timeOffset="23909.15">10257 14057 2610 0,'-7'0'0'0,"0"-3"0"0,0 1 0 0,0 1 0 0,0-3 0 0,1 2 0 0,1 0 0 16,0 0 0-16,4 2 0 0,-1 0 0 0,2 0 628 0,0 0-294 0,0 0-137 16,0 0-35-16,0 0-162 0,0 4 0 0,0 5 0 15,2 3 0-15,1 1 0 0,5 5 0 0,0 1 0 16,1 6 0-16,3 2 0 0,-3 2 0 0,2 3 0 16,1 2 0-16,-3 1 0 0,0 1 0 0,3 7 0 15,-5-9 0-15,1 2 0 0,-2-1 0 0,1-1 0 16,-3 1 0-16,-1-5 0 0,-1 2 0 0,-2-6 0 15,0 4 0-15,0-6 0 16,0-3 0-16,-7 4 0 0,-5-7 0 0,-1-1 0 0,-6-1 0 16,-4-4 0-16,-1 0 0 0,-4-6 0 15,0-1 0-15,-2-4 0 0,-2-1 0 0,0 0 0 16,-2-1 0-16,-3-14 0 0,2-9 0 0,10 4 0 16,-5-12 0-16,9 6 0 0,1-6 0 0,4 2 0 15,3 0 0-15,5 4 0 0,3-8-154 0,5 4-78 16,0 0 96-16,9-8-785 0,12 1 441 0</inkml:trace>
  <inkml:trace contextRef="#ctx0" brushRef="#br0" timeOffset="24069.22">10124 13941 3931 0,'0'-5'0'0,"0"2"0"0,-3-1 0 0,-4 1 0 0,2 2 0 0,1-1 0 0,2 2 0 0,1 0 0 0,1 0 0 0,0-2 0 0,1 2 0 0,10-2 0 0,3 2 0 16,4 0 0-16,1 0 0 0,4 0 0 0,2 4 0 15,-2 3 0-15,-3-1 0 0,-1 4 0 0,-1-1-414 16,3 1-67-16,-2-1 253 0</inkml:trace>
  <inkml:trace contextRef="#ctx0" brushRef="#br0" timeOffset="24340.16">11274 13759 3931 0,'0'0'0'0,"0"-1"0"0,0 1 0 0,0-2 0 0,0-1 0 0,0 3 0 0,0-1 0 0,0 1 0 0,0 0 0 0,0 0 0 0,0 0 0 0,0 0 0 0,0 0 0 0,0 10 0 16,-6 7 0-16,-3 5 0 0,-3 4 0 0,-1 6 0 15,-4 2 0-15,-6 7 0 0,1-1 0 0,-2 0 0 16,-4 3 0-16,-3 1 0 0,1 0 0 0,-2 0 0 15,2 1 0-15,2-3 0 16,2-4 0-16,8-8 0 0,0-4 0 0,2-2 0 0,2-3 0 16,7-10-438-16,0 0-107 0,3-7 253 15,-1-4 116-15,5-9-716 0</inkml:trace>
  <inkml:trace contextRef="#ctx0" brushRef="#br0" timeOffset="24510.45">10866 13951 3904 0,'0'-12'0'0,"0"3"0"0,0 4 0 0,0 3 0 0,0 0 0 0,2 2 0 0,5 0 0 0,7 0 0 0,4 12 0 0,5 5 0 0,2 3 27 0,6 5-27 0,-2 2 0 0,1 5 0 16,0 1 0-16,-5-4 0 15,10 7 0-15,-5-5 0 0,-3 2 0 16,-2-9 0-16,0 5 0 0,-1-5 0 0,-4-3 0 0,-2-4 0 16,-1-3 0-16,-1-2-95 0,2-4-101 0,-2-7-878 15,5-1 522-15</inkml:trace>
  <inkml:trace contextRef="#ctx0" brushRef="#br0" timeOffset="24726.72">11486 13714 3931 0,'-6'-1'0'0,"6"-1"0"0,0 2 0 0,0 0 0 0,0 0 0 0,2 0 0 0,13 0 0 0,9 0 0 0,8 0 0 0,7-3 0 0,9 2 0 0,5-3 0 0,2-1 0 16,4-3 0-16,-1 1 0 0,-2-3 0 15,1 3 0-15,-2-1 0 0,-7 2 0 16,-2 2 0-16,-13 1 0 0,1-1 0 0,-9 3 0 0,-5-2 0 0,-3 3-429 16,-8 0-118-16,-3 0 243 15,-2 0 137-15,-4-2-287 0,0-3 207 0,-4-6 103 0,-11-6-413 16</inkml:trace>
  <inkml:trace contextRef="#ctx0" brushRef="#br0" timeOffset="24925.39">12115 13380 2923 0,'1'0'0'0,"6"0"0"0,2 0 0 0,2-1 0 0,3-1 0 0,4 0 0 0,1 0 0 0,7 2 0 15,1 0 0-15,1 0 0 0,-1 7 150 0,0 6 454 0,-1 3-350 0,-3 0-254 0,0 4 0 16,-10 0 0-16,2 5 0 0,-9 0 0 0,-5 4 0 16,-1 1 0-16,-3 0 0 0,-13 0 0 0,-2-2 0 15,-7 0 0-15,-1 0 0 0,-6 2 0 0,-2-4 0 16,3-2 0-16,-15 5 0 0,3-1-459 0,-4 1-98 15,-9 2 259-15,14-2-723 0</inkml:trace>
  <inkml:trace contextRef="#ctx0" brushRef="#br0" timeOffset="25133.53">11886 14058 3433 0,'4'0'0'0,"-1"0"0"0,-1 0 0 0,0 2 0 0,-2 1 0 0,0 4 0 0,0 2 0 0,0 7 0 0,0 5 0 0,0 6 0 0,-4 12 498 0,-3 3-498 16,2 4 0-16,-3 4 0 0,0 4 0 0,4-2 0 15,3-2 0-15,1-4 0 0,0-10 0 0,1 1 0 16,11-5 0-16,1-4 0 0,3-3 0 16,0-8 0-16,3-5 0 0,1-2 0 15,6-4 0-15,-3-6 0 0,2 0 0 0,-1 0 0 16,-3-7-12-16,3-9-362 0,-3 1 166 0,-3-2 85 16,0-5-672-16,-6 0 378 0,0-7 178 0,-4-10 105 15</inkml:trace>
  <inkml:trace contextRef="#ctx0" brushRef="#br0" timeOffset="25266.24">12038 13953 3931 0,'-15'-23'0'0,"4"11"0"0,0-2 0 0,3 5 0 0,0 4 0 0,5 1 0 0,1 2 0 0,0 2 0 0,2 0 0 0,0 0 0 0,2 0 0 0,7 11 0 0,6 5 0 16,0 3 0-16,1 2 0 0,0 4-174 0,1 3-301 15,-2 4 257-15</inkml:trace>
  <inkml:trace contextRef="#ctx0" brushRef="#br0" timeOffset="25684.77">12759 14108 3931 0,'-22'-1'0'0,"8"1"0"0,7 0 0 0,4 0 0 0,1 0 0 0,2 0 0 0,0 0 0 0,2 0 0 0,12 0 0 16,11 0 0-16,7-2 0 0,3-2 0 0,9 0 0 15,-10 2 0-15,5-1 0 0,0 1 0 0,-1 0 0 0,-2 2 0 16,-2 0 0-16,-4 0 0 0,-9 0 0 0,2 0-8 15,-4 7-129-15,-6-1-1017 0,1 4 562 0,-9 2 275 16</inkml:trace>
  <inkml:trace contextRef="#ctx0" brushRef="#br0" timeOffset="25851.36">12911 14344 3931 0,'-18'6'0'0,"6"-3"0"0,5 3 0 0,0-4 0 0,3 0 0 0,2-2 0 15,2 0 0-15,0 0 0 0,6 0 0 0,14 0 0 0,4 2 0 0,3 1 0 0,1 1 0 0,2 0 0 0,0 1 0 16,0 3 0-16,-2-1 0 0,-3 1 0 16,5 3 0-16,-6 0 0 0,0 0 0 15,1-1 0-15,-2 1-10 0,-3-3-495 0,4 3 264 16,-1-2-1020-16</inkml:trace>
  <inkml:trace contextRef="#ctx0" brushRef="#br0" timeOffset="26104.31">13663 14177 3931 0,'-6'-4'0'0,"6"4"0"0,0-2 0 0,0 2 0 0,0-2 0 0,1 2 0 0,13-1 0 0,7-2 0 0,7 1 0 0,6 2 0 0,9-1 0 0,4 1 0 0,2 0 0 0,2 0 0 16,-3 0 0-16,1 0 0 0,0 3 0 0,-4 1 0 15,-9-2 0-15,1 1 0 0,-1 0 0 16,-8-3 0-16,-9 0 0 0,0 0 0 16,-10 0 0-16,-2 0 0 0,-1 0 0 0,-4 0 0 15,-2-3 0-15,0-2 0 0,-2-1-2 0,-9-1-364 16,2 4 160-16</inkml:trace>
  <inkml:trace contextRef="#ctx0" brushRef="#br0" timeOffset="26525.54">14717 13591 3931 0,'-36'-2'0'16,"15"2"0"-16,2 2 0 0,3 3 0 0,2 1 0 0,8-2 0 0,5-3 0 0,1 4 0 0,0-2 0 0,15 4 0 0,21-1 0 0,10-2 0 0,16-4 0 0,-4 0 0 0,20 0 0 16,-7-2 0-16,-2-3 0 15,-3-7 0-15,-1 1 0 0,-12 0 0 0,6-1 0 0,-7 1 0 16,-12 2 0-16,-1 1 0 0,-13 3 0 0,-7 0 0 16,-2 4 0-16,-9-1-533 0,-3 0 105 0,-5 0 196 15,0 2 88-15,-9-2-563 0,-8-4 335 0,-4-2 167 16</inkml:trace>
  <inkml:trace contextRef="#ctx0" brushRef="#br0" timeOffset="26719.5">15338 13219 2802 0,'2'-10'0'0,"3"4"0"0,4 1 0 0,0 0 0 0,0-1 0 0,5 2 0 0,4 3 0 0,1-2 0 0,7 3 0 0,0 0 0 0,-2 0 334 0,1 4-149 0,-6 6-73 15,1 0 269-15,-1 6-264 0,-4-2-117 0,-3 6 0 16,-3-1 0-16,-5 1 0 15,-3 4 0-15,-1 3 0 0,-1 1 0 0,-14 2 0 0,-8 8 0 0,-1-1 0 16,-7 1 0-16,-4 5 0 16,-10 4-543-16,2-3 211 0,-2 2 70 0,-1-3 116 15,5-6-626-15,-1 2 372 0,-2-4 181 0</inkml:trace>
  <inkml:trace contextRef="#ctx0" brushRef="#br0" timeOffset="27194.6">14929 13900 2298 0,'-6'-7'0'0,"0"4"0"0,2-1 0 0,1 0 0 0,-1 2 0 0,2 0 0 0,2 0 0 0,-2 1 0 0,2 1 0 0,0 0 0 0,-1 11 171 0,-1 11-67 0,0 9 345 0,-2 7-207 15,0 10-92-15,0 3-62 0,2 12 280 0,2-4-307 16,0 2-61-16,0-8 0 0,0 5 0 0,0-2 0 16,0-3 0-16,0-5 0 0,0-4 0 0,-1-8 0 15,-3 0 0-15,0-6 0 0,-1-10 0 0,-1-1 0 16,0-8 0-16,0-3 0 0,1-5 0 0,-2-3 0 15,-1 0 0-15,0-7 0 0,3-18 0 0,3-1 0 16,2-6 0-16,0-8 0 16,2 1 0-16,11 1 0 0,6-1 0 0,0 6 0 15,7-8 0-15,2 8 0 0,0 3 0 0,-2 8 0 16,6-2 0-16,2 6 0 0,-4 6 0 0,0 2 0 16,-2 6 0-16,-7 2 0 0,2 2 0 0,-7 0 0 15,0 6 0-15,-5 7 0 0,-4 4 0 0,-2 0 0 16,-3 4 0-16,-2-1 0 0,0 4 0 0,-11-7 0 15,-1 3 0-15,-6-3 0 0,2-5 0 0,-5 0 0 16,-5-5 0-16,1-3 0 16,1-2 0-16,-2-2 0 0,5 0 0 0,0-4 0 15,1-8 0-15,3 1 0 0,4 1 0 0,1-2 0 16,6 4 0-16,3 3 0 0,-1 0 0 0,4 2 0 16,0 1 0-16,0 0 0 0,6 2 0 0,11 0 0 15,3 12 0-15,5 1 0 0,-1 4 0 0,5 2 0 16,1 2 0-16,-2 3 0 0,2 0 0 15,-2 0 0-15,2 1 0 0,0 0 0 0,0 3 0 16,0-2 0-16,4 4 0 0,-2-4-465 16,0 3-147-16</inkml:trace>
  <inkml:trace contextRef="#ctx0" brushRef="#br0" timeOffset="27348.01">16069 14786 2953 0,'0'-12'0'0,"-4"6"0"0,4 4 0 0,-1 2 0 0,-1-1 0 0,-1 1 0 0,3 0 0 0,0 0 0 0,0 0 0 0,3 0 0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4:28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8032 16913 883 0,'-2'-9'-8'0,"2"4"3"0,-2 2 2 0,0 0 1 0,2-2 0 0,0 2 1 0,-1-3 0 0,-4 0 1 0,5 0 0 0,0 0-2 0,0-3 64 0,0 4 113 0,0-1-56 0,0 1 1 16,0 1 73-16,0 0-48 0,0 0-17 0,0 3-63 15,0-2 156-15,0 2-77 0,0 1-1 0,0 0-62 16,2 0 121-16,1 0-68 0,0 0 0 0,1 0 66 15,1 0-68-15,-1 0 17 0,1 0-85 16,4 0 78-16,-4 0 0 0,2 0-78 0,3 1 49 16,1-1-113-16,-3 3 0 0,4-2 0 0,0 1 0 15,1 0 0-15,3-2 0 0,-2 2 0 0,4 0 0 16,1-2 0-16,1 1 0 0,1-1 0 0,0 3 0 16,2-3 0-16,5 2 0 0,-3 0 0 0,2-2 0 15,-2 0 0-15,1 1 0 0,-3 1 0 0,2 2 0 16,0-3 0-16,-4 3 0 15,2 1 0-15,0-1 0 0,0-1 0 0,-1 1 0 16,2 0 0-16,1 1 0 0,1-1 0 0,4-2 0 16,-1 2 0-16,1-1 0 0,3 1 0 0,1-2 0 15,0 1 0-15,3 0 0 0,0 0 0 0,5 0 0 16,-2-2 0-16,-6 1 0 0,3 2 0 0,0-2 0 16,0 0 0-16,-2-1 0 0,1 2 0 0,-1-3 0 15,3 1 0-15,0 1 0 16,2-2 0-16,4 2 0 0,-2-2 0 0,-1 0 0 15,4 0 0-15,3 2 0 0,-10-2 0 0,13 0 0 16,-8 0 0-16,0 0 0 0,2 0 0 0,-1 0 0 16,-3 0 0-16,10 0 0 0,-5 0 0 0,4 0 0 15,0 0 0-15,1-2 0 0,2 0 0 0,-3 0 0 16,1 1 0-16,0-2 0 0,-1 2 0 0,1-1 0 16,0 0 0-16,1 0 0 0,1 0 0 0,0 0 0 15,0 2 0-15,6 0 0 0,4-1 0 0,-11 1 0 16,6 0 0-16,-3 0 0 15,1 0 0-15,-2 0 0 0,2 0 0 0,1 0 0 16,-1 0 0-16,10 0 0 0,-6 0 0 0,-3 0 0 16,8 0 0-16,-10 0 0 0,11 0 0 0,-6 0 0 15,0 0 0-15,-5 0 0 0,12 0 0 0,-3-3 0 16,3 2 0-16,-1 1 0 0,-2-2 0 0,-6-1 0 16,15 0 0-16,-5 1 0 0,0-2 0 0,3-1 0 15,2 1 0-15,4 0 0 0,-2-1 0 0,0 1 0 16,0-2 0-16,1 2 0 15,-2 0 0-15,4 2 0 0,-1-2 0 0,2 1 0 16,-4 1 0-16,-2 0 0 0,-3 1 0 0,-8 1 0 16,12 0 0-16,-6 0 0 0,2 0 0 0,3 0 0 15,0 0 0-15,-7 0 0 0,14 0 0 0,-4 0 0 16,2 0 0-16,11 0 0 0,-3 0 0 0,-3-2 0 16,19-3 0-16,-14 0 0 0,2 0 0 15,0 1 0-15,1-2 0 0,-6 3 0 16,19-3 0-16,-10 3 0 0,-4-1 0 0,-1 0 0 0,0-1 0 15,-8 4 0-15,22-3 0 0,-11 1 0 16,0-2 0-16,-2 3 0 0,1-1 0 0,-10 0 0 16,22-2 0-16,-6 1 0 0,2 1 0 0,-5-1 0 15,-2 0 0-15,-9 1 0 0,19-1 0 0,-9 1 0 16,-1 1 0-16,-16-1 0 0,7 2 0 0,-3 1 0 16,-3 0 0-16,0 0 0 0,2 0 0 0,0 0 0 15,-2 0 0-15,-8 0 0 0,12 0 0 0,-6 0 0 16,1 0 0-16,0 0 0 0,5 0 0 0,13 0 0 15,-19 0 0-15,8 0 0 16,-2-2 0-16,-3 0 0 0,3 0 0 0,-2 2 0 16,2-2 0-16,0 2 0 0,-6 0 0 0,0 0 0 15,-11 0 0-15,15 0 0 0,-7 0 0 0,0 0 0 16,5 0 0-16,2 0 0 0,-2 0 0 0,-2 0 0 16,0 0 0-16,3 0 0 0,-2-1 0 0,0 1 0 15,4-2 0-15,-1 2 0 0,-2 0 0 0,-1-3 0 16,-5 3 0-16,2 0 0 15,-9 0 0-15,15 0 0 0,-2 0 0 0,1 0 0 16,2 0 0-16,-4 0 0 0,4 0 0 0,1 0 0 16,-1 0 0-16,12-1 0 0,-4-1 0 0,1 2 0 15,-16-2 0-15,10 2 0 0,-2-2 0 0,-1 2 0 16,1 0 0-16,11-3 0 0,-17 3 0 0,6 0 0 16,2 0 0-16,-3 0 0 0,5 0 0 0,5 0 0 15,-10 0 0-15,20-1 0 0,-9 1 0 0,-15 0 0 16,18 0 0-16,-7 0 0 15,-11 0 0-15,23 0 0 0,-11 0 0 0,-13 0 0 16,6 0 0-16,-3 4 0 0,0 2 0 0,-5 0 0 16,-1-1 0-16,4 0 0 0,-1 1 0 0,1 0 0 15,-13-1 0-15,16 1 0 0,-7 0 0 0,1 0 0 16,-1-1 0-16,15 0 0 0,-11-1 0 0,4 2 0 16,-1 0 0-16,-2-1 0 0,0-1 0 0,-2 1 0 15,1 1 0-15,0 0 0 0,0-1 0 0,-3 1 0 16,-2 0 0-16,3-2 0 15,-11 1 0-15,18 1 0 0,-8-3 0 0,6 1 0 16,2 0 0-16,2 1 0 0,-7-3 0 0,4 1 0 16,-4 0 0-16,0 1 0 0,0-2 0 0,4 2 0 15,-4-1 0-15,2 2 0 0,-5 0 0 0,-3-1 0 16,3-1 0-16,-11 3 0 0,14-2 0 0,-2 1 0 16,1-1 0-16,1-2 0 0,-2 2 0 0,-8 0 0 15,15-1 0-15,-8 0 0 0,1 0 0 0,0 1 0 16,1-2 0-16,1 1 0 15,-5 3 0-15,-2-2 0 0,-5 2 0 0,-2-1 0 16,-8 1 0-16,3 0 0 0,-1-1 0 0,1 0 0 16,1 2 0-16,-4 0 0 0,1 0 0 0,-11-3 0 15,9 3 0-15,-5-1 0 0,-2 1 0 0,-1-3 0 16,-2 2 0-16,-3-2 0 0,7 0 0 0,-7-1 0 16,1 1 0-16,-5 0 0 0,-1-3 0 0,-2 2 0 15,-2-2 0-15,-9 0 0 0,1-1 0 0,-6 4 0 16,0-4 0-16,-6 0 0 15,-2 0 0-15,0 0 0 0,-5 0 0 0,3 0 0 16,-4 0 0-16,1 0 0 0,-3-6 0 0,-1-4 0 16,0-2 0-16,0 1 0 0,-1-2 0 0,-10 1 0 15,-7-2 0-15,-5 3 0 0,-2 4 0 0,-13 3 0 16,-7 4 0-16,-12 4 0 0,-15 23-4 16</inkml:trace>
  <inkml:trace contextRef="#ctx0" brushRef="#br0" timeOffset="18077.28">13355 14971 2231 0,'0'0'0'0,"0"0"0"0,0 0 0 0,0 0 0 0,0 0 0 0,0 0 0 0,0 0 0 0,0 0 0 0,0 0 0 0,0 0 0 0,0 0 93 16,0 0 120-16,0 0-81 0,0 0-27 0,0 0 215 16,0 0-134-16,0 0-67 0,0 0-34 0,0 0 172 15,0 0-90-15,0 0-144 0,0 0-23 0,0 0 0 16,0 0 0-16,2 0 0 0,2 1 0 0,1-1 0 16,2 3 0-16,-1-1 0 0,2-2 0 0,-1 1 0 15,2-1 0-15,-1 0 0 0,2 0 0 0,-1 0 0 16,2 0 0-16,-1 0 0 0,1 0 0 15,2 0 0-15,0 0 0 0,2 0 0 16,0 0 0-16,3 0 0 0,-2 0 0 0,5 0 0 16,-3 0 0-16,5 0 0 0,3 0 0 0,-1 3 0 15,0 0 0-15,2 0 0 0,3 3 0 0,0-2 0 16,2 1 0-16,4 1 0 0,0 1 0 0,-1-1 0 16,3 2 0-16,6 0 0 0,-5-1 0 0,5-1 0 15,6-1 0-15,2 1 0 0,12-2 0 16,-2-3 0-16,4-1 0 0,5 0 0 0,-7 0 0 0,13 0 0 15,-21-1 0-15,2-1 0 16,-7-2 0-16,-10 3 0 0,1-2 0 0,-6 2 0 16,-6 1 0-16,-9 0 0 0,-5 0 0 0,-3 0 0 15,-1 0 0-15,-5 0 0 0,-2 0 0 0,-3 0 0 16,0 0 0-16,0 0 0 0,1 0 0 0,-3 0 0 16,0 0 0-16,1 0 0 0,1-2 0 0,0 0 0 15,2-2 0-15,-1 1 0 0,-1-3 0 0,2 5 0 16,-1-4 0-16,-1 3 0 0,0 0 0 0,0 1 0 15,0-2 0-15,1 3 0 0,-2 0 0 16,1 0 0-16,0 0 0 0,0 10-38 16</inkml:trace>
  <inkml:trace contextRef="#ctx0" brushRef="#br0" timeOffset="18944.14">27206 14825 1464 0,'-7'-23'0'0,"-1"14"0"0,3 5 0 16,1 1 0-16,2 3 0 0,2-3 0 0,-1 1 0 0,1 2 0 0,0 0 0 0,0 0 0 0,0 0 103 0,0 0 12 0,0 0 114 0,3 2-90 0,9 5-46 0,10 3 1 16,3 0 87-16,2-1-54 0,8 1-46 0,6 0 128 15,-10-2-80-15,6 1-41 0,0-1 0 16,1-1 177-16,-1 1-114 16,4 1-52-16,0-1 0 0,5 0 78 0,1-3-177 0,10 1 0 0,17-3 0 15,-1-1 0-15,7-2 0 0,19 0 0 0,-13 0 0 16,26 0 0-16,0-2 0 0,2 0 0 15,-2 1 0-15,3 1 0 0,-3 0 0 16,-4 0 0-16,-2 3 0 0,-11 5 0 0,-23-2 0 16,4 1 0-16,-17 1 0 0,0-3 0 0,-8 3 0 15,-11-3 0-15,-3 1 0 0,-5 0 0 0,-6-2 0 16,-3-1 0-16,-5 0 0 0,-2-3 0 0,-5 2 0 16,-1-2 0-16,-5 0 0 0,0 0 0 0,-1 0 0 15,-1 0 0-15,3 0 0 0,-6 0 0 0,2-3 0 16,-2 1 0-16,0-1 0 0,0 0 0 15,0 2 0-15,0-1 0 0,-8 2 0 16,-14 2 0-16,-24 22 0 0</inkml:trace>
  <inkml:trace contextRef="#ctx0" brushRef="#br0" timeOffset="21428.57">7643 10655 2611 0,'-15'0'0'0,"5"0"0"0,5 0 0 0,-1 0 0 0,4 0 0 0,-3 0 0 0,3-1 0 0,0-1 0 0,1-1 0 0,1-2 0 0,0 0 144 15,0-5 71-15,0-1-89 0,1-4-45 0,5-2 0 16,1-6-58-16,1 3 22 0,0-6-9 0,-3 1 29 16,0-1-1-16,-1 0-28 0,-2 1 1 0,0 3 44 15,-2-3-9-15,0 3-36 0,0 1 52 16,-4 2-26-16,-5 3-34 0,-3 4-28 15,1 1 0-15,-3 2 0 0,-2 6 0 0,-4 2 0 16,-4 1 0-16,-3 1 0 0,-7 22 0 0,2 7 0 16,-6 8 0-16,-1 14 0 0,5 4 0 0,10 1 0 15,-6 15 0-15,11-1 0 0,6-4 0 0,5-5 0 16,8-9 0-16,0 2 0 0,0-7 0 16,7-7 0-16,3-7 0 0,5-2 0 0,0-4 0 0,0-9 0 15,0 0 0-15,0-6 0 0,2-6 0 0,1-3 0 16,0-4 0-16,-3 0 0 0,6-4 0 15,-5-16 0-15,4-6 0 0,3-12 0 16,-4-3 0-16,0-4 0 0,1-2 0 0,-4 0 0 16,-2 4 0-16,-5 9 0 0,-2 4 0 0,-2 1 0 15,-1 9 0-15,-2 9 0 0,1 1 0 0,-3 6 0 16,0 3 0-16,0 1 0 0,0 0 0 0,0 7 0 16,2 12 0-16,3 5 0 0,2 2 0 0,3 5 0 15,1-1 0-15,4 0 0 0,0-1 0 0,0-3 0 16,0-5 0-16,5 2 0 15,-3-8 0-15,-4-2 0 0,5-3 0 0,-4-4 0 16,-4-5 0-16,1-1 0 0,-2 0 0 0,2 0 0 16,-4-13 0-16,0-7 0 0,0-5 0 0,-2-6 0 15,1 2 0-15,-3-3 0 0,1 0 0 0,-1 4 0 16,-1 9 0-16,0-2 0 0,0 8 0 0,0 4 0 16,-2 3 0-16,0 3 0 0,1 0 0 15,4 3 0-15,2 0 0 0,2 3 0 0,5 6 0 16,1 4 0-16,4 0 0 0,1 3 0 15,1-4 0-15,-5 2 0 0,6-2 0 0,-4 2 0 16,-1-2 0-16,1-1 0 0,-4 0 0 0,-1-2 0 16,-2-2 0-16,-4-1 0 0,4-2-124 0,-4-3-249 15,2-1 168-15,0 0 84 0,3 0-638 0,-1-7 361 16,5-12 172-16,-2-7 99 0,3-2-427 0,-1-4 259 16,0 0 130-16,-3-3-51 0,-1 2 81 0,0 2 54 15,-4 2 0-15,-1 7 75 16,1-1-1-16,-1 4-29 0,-5 4 404 0,0 3-209 15,0 2-97-15,0 3-50 0,0 3 651 0,-2 2-310 16,0 0-77-16,0 0-130 0,0 2 599 0,0 0-354 16,0 0-177-16,0 0-90 0,0 2 246 0,0 10-344 15,0-1-26-15,0 2 0 0,-6 8 0 0,-1 3 0 16,-2 2 0-16,-3 8 0 0,-1 7 0 0,-1 1 0 16,-2 4 0-16,1 3 0 0,0 4 0 0,-4 9 0 15,1-4 0-15,-1 4 0 0,1 4 0 16,0-6 0-16,-3 17 0 0,3-9 0 0,-1-1 0 15,1-2 0-15,4-4 0 0,2-9 0 0,1 1 0 16,0-3 0-16,1 0 0 0,3-7 0 0,1 0 0 16,-1-9 0-16,2 2 0 0,-2-3 0 0,2-5 0 15,-1-6 0-15,-1 3 0 16,0-6 0-16,0 0 0 0,1-4 0 0,-4-4 0 16,3 0 0-16,-2-3 0 0,2-3 0 0,0 1 0 15,1-4 0-15,-1 0 0 0,2-2 0 0,0 0-141 16,1 0-247-16,1 0 180 0,3-12 87 0,0-10-733 15,0-13 410-15</inkml:trace>
  <inkml:trace contextRef="#ctx0" brushRef="#br0" timeOffset="22161.79">8569 9998 3624 0,'0'-11'0'0,"0"5"0"0,0 1 0 0,0 1 0 0,0 2 0 0,0 2 0 0,0 0 0 0,0 0 0 0,1 8 0 0,8 12 0 0,0 14 229 0,-2 5-151 0,-1 13-78 15,-1 11 0-15,-2 3 0 16,-3-6 0-16,0 17 0 0,0-8 0 0,-7-1 0 16,-4-2 0-16,1-4 0 0,-2-12 0 0,1 3 0 15,0-8 0-15,1-11 0 0,1-1 0 0,3-10 0 16,0-3 0-16,0-6 0 0,5-7 0 0,-1-3 0 15,0-2 0-15,2-2 0 0,0 0 0 0,0 0 0 16,0 0 0-16,5-6 0 0,11-3 0 16,0 0 0-16,10-1 0 0,-1 2 0 15,4 3 0-15,2 4 0 0,0-1 0 0,-4 2 0 16,4 0 0-16,-5 11 0 0,-4 6 0 0,-1-1 0 16,-5 5 0-16,-5 0 0 0,-1 5 0 0,-5-2 0 15,-3-3 0-15,-2 1 0 0,0-1 0 0,-10-2 0 16,-3-1 0-16,-4-2 0 0,-1-5 0 0,-3-2 0 15,-6-3 0-15,6-4 0 0,-4-2 0 16,0 0 0-16,6 0 0 0,-2-3 0 0,3-9 0 0,0-3 0 16,4-7 0-16,2-3 0 15,8-4 0-15,4-2 0 0,0-9 0 0,9 7-508 0,12-10-88 16,2 5 279-16,4 6 141 0,3 2-686 16,-4 7 413-16,7-1 197 0,-3 3 112 0,0 2-136 15,-4 7 120-15,-3-2 60 0,-2 6 93 0,0-1-42 16,-4 2 8-16,0 1 19 0,-4 3 464 0,0 0-259 15,0 2-112-15,3-1 730 0,0 0-416 16,1 0-68-16,3 2-154 0,5-3 637 0,0 3-383 0,3-1-184 16,2 1-158-16,-2 0-79 15,1 0 0-15,-3 0 0 0,-1 6 0 0,-5 4 0 16,-1 3 0-16,-3 0 0 0,-4 1 0 0,-5 3 0 16,-3 4 0-16,-4 0 0 0,0 7 0 0,-16-2 0 15,-2 1 0-15,-8 5 0 0,5-6 0 0,-6 4 0 16,2-2 0-16,2-4 0 0,4-1 0 0,6-4 0 15,-1 0 0-15,7-2 0 0,4-2 0 0,3-2 0 16,0 0 0-16,0 0 0 16,3 0 0-16,8-2 0 0,6 0 0 0,1-1 0 0,2-2 0 0,4-1 0 15,-3-3 0-15,3-2 0 16,-1-2 0-16,0 0 0 0,-4 0 0 0,-1 0 0 16,-3 0 0-16,-4-2 0 0,0 0 0 0,-2 0 0 15,-3 0 0-15,-5-1 0 0,1 2 0 0,-2 0-1013 16,0-7 423-16</inkml:trace>
  <inkml:trace contextRef="#ctx0" brushRef="#br0" timeOffset="22316.28">9135 10858 3931 0,'-10'-1'0'0,"2"-2"0"0,3 2 0 0,1 1 0 0,2 0 0 0,2 0 0 0,0 0 0 0,2 0 0 0,15 0 0 0,7 0 0 0,-1 4 0 0,4-1 0 0,-6 1 0 0,11 0 0 16,-4-1 0-16,1 1 0 0,-1-3 0 0,0-1 0 15,-3 0 0-15,7 0-682 16,-2 0 142-16,0-1 288 0</inkml:trace>
  <inkml:trace contextRef="#ctx0" brushRef="#br0" timeOffset="22580.97">9679 10128 3931 0,'-4'-2'0'0,"4"0"0"0,0 1 0 0,0 1 0 0,7-3 0 0,20 1 0 0,5 1 0 0,8-1 0 0,3 0 0 0,19 0 0 0,0-1 0 0,1 1 0 0,-8-1 0 0,7 1 0 16,-4 1 0-16,-3-1 0 0,-9 2 0 0,-10 0 0 16,0 0 0-16,-12 0 0 0,-1 5 0 0,-8 3 0 15,-5-4 0-15,-3 1 0 0,-5-1 0 0,-2 0 0 16,0 1 0-16,-8-1 0 0,-9-2 0 0,-6 2 0 15,-4-3 0-15,-3-1 0 0,-7 2-4 0,-5 0-438 16,1 0 201-16,0 0 94 16,2 0-857-16</inkml:trace>
  <inkml:trace contextRef="#ctx0" brushRef="#br0" timeOffset="22813.29">10208 9970 2841 0,'30'-17'0'0,"0"6"0"0,5-2 0 0,-3 3 0 0,-2 1 0 0,0 5 0 15,-3 1 0-15,0 1 0 0,-4 2 0 0,-1 0 0 0,0 0 242 0,-3 5-107 0,-1 4 548 16,-4 1-653-16,0 1-30 0,-3 0 0 0,-4 4 0 0,-1 1 0 0,-3-2 0 16,0 5 0-16,-3 0 0 0,0 6 0 15,-8-7 0-15,-9 10 0 0,-2-3 0 16,-2-3 0-16,-4 3 0 0,-3-4 0 0,-3 4 0 16,-4 0 0-16,-3-4 0 0,0-1-191 0,-1 0 13 15,-5-2 71-15,7-1-358 0,-11 4 219 0,4-4 105 16,12-2 52-16,-2-1-510 0,10-2 281 0,4-3 132 15,6-1-341-15,6-1 245 0,3-2 123 16</inkml:trace>
  <inkml:trace contextRef="#ctx0" brushRef="#br0" timeOffset="23058.52">10128 10479 2884 0,'0'1'-1'0,"0"4"1"0,-4 0 0 0,-6 1 0 0,-1 3 0 0,-1 3 0 0,-2 4 0 0,-2 3 0 0,0 5 0 0,2 3 0 0,0 5 242 0,4 0-94 15,-2 4 497-15,6-1-632 0,2 3-13 16,4 0 0-16,0-1 0 0,0-2 0 0,4-3 0 16,7 0 0-16,2-2 0 0,3-3 0 0,2-5 0 15,-3-2 0-15,7 2 0 0,-6-10 0 0,5 2 0 16,-5-3 0-16,3-5 0 0,-2-1 0 0,-2-3 0 16,-2-2 0-16,1 0 0 0,-5 0 0 0,-2 0 0 15,0-6 0-15,1-3 0 0,-4-3-131 0,0-1-237 16,-2-4 166-16,-1-4-569 0,1-2 359 0,0-9 192 15,0-10 92-15,-2-3-574 0</inkml:trace>
  <inkml:trace contextRef="#ctx0" brushRef="#br0" timeOffset="23223.34">10139 10278 3828 0,'-13'-3'0'0,"6"1"0"0,-3-1 0 0,3 3 0 0,3 0 0 0,0 0 0 0,4 0 0 0,0 0 0 15,0 0 0-15,0 5 0 0,8 7 103 0,-1 0-103 0,3 1 0 0,-1 0 0 16,0 0 0-16,0 2 0 0,1-2 0 0,-2 2 0 0,-1 0 0 16,-4 0 0-16,3 0-51 0,-5 1-18 15,1 0 61-15</inkml:trace>
  <inkml:trace contextRef="#ctx0" brushRef="#br0" timeOffset="25704.03">16809 14975 2395 0,'-19'-21'0'0,"6"18"0"0,1 0 0 0,0 2 0 0,-1-3 0 0,-1 2 0 0,1-2 0 0,0 1 0 15,2-4 0-15,0 4 0 0,3-1 229 0,-2 0-90 0,5 1-33 0,-2-1 91 0,2 2-74 16,3 0-37-16,0 1 185 0,1-2-111 0,1 2-43 15,0 1-13-15,0 0-100 0,0 0-4 0,0 0 0 16,0 0 0-16,0 0 0 16,0 0 0-16,0-3 0 0,0 2 0 0,3-1 0 15,4-2 0-15,-4 0 0 0,5-1 0 0,-1 1 0 16,-2-2 0-16,4 3 0 0,0-1 0 0,-2-2 0 16,5 3 0-16,-3-4 0 0,2 4 0 0,3-1 0 15,-2 1 0-15,1-1 0 0,3 2 0 0,-2 1 0 16,2-1 0-16,3-1 0 0,-1 2 0 0,7-1 0 15,1-1 0-15,1 2 0 0,3-3 0 0,-4 3 0 16,7-3 0-16,-3 2 0 16,-1-1 0-16,1 2 0 0,2-1 0 0,-2 2 0 15,3 0 0-15,-1 0 0 0,0 0 0 0,4 0 0 16,-3 0 0-16,5 0 0 0,1 0 0 0,10 3 0 16,0 0 0-16,1-3 0 0,7 0 0 0,1 0 0 15,1 0 0-15,10-3 0 0,-5-4 0 0,3-1 0 16,0 1 0-16,7-1 0 0,-10 3 0 0,14-5 0 15,-13 5 0-15,-1 0 0 0,-12-3 0 0,6 3 0 16,-3 1 0-16,-6-2 0 16,-2 2 0-16,-4-1 0 0,-9 2 0 0,2 0 0 15,-10 0 0-15,-2 1 0 0,-3-1 0 0,-8 1 0 16,0 0 0-16,-6 0 0 0,-1 1 0 0,-1-2 0 16,-4 2 0-16,1-1 0 0,0 0 0 0,-2 0 0 15,0 1 0-15,0-1 0 0,0-2 0 0,0 2 0 16,0-2 0-16,0 3 0 0,0-3 0 0,0 0 0 15,0 0 0-15,0 2 0 0,0 1 0 0,-5-2 0 16,-2 3 0-16,-2 0 0 0,-4 0 0 16</inkml:trace>
  <inkml:trace contextRef="#ctx0" brushRef="#br0" timeOffset="26566.69">23983 15087 2474 0,'0'-1'0'0,"0"-2"0"0,0 3 0 0,0 0 0 0,0 0 0 0,0 0 0 0,0 0 0 0,0 0 0 0,0 0 0 0,0 0 0 0,0 0 606 0,0 0-286 0,0 0-136 0,0 0-68 16,0 0 115-16,0 0-231 0,0 0 0 0,0 0 0 15,4 0 0-15,7 0 0 0,5 4 0 0,0-2 0 16,5 0 0-16,4 0 0 0,-1-1 0 0,3-1 0 15,3 0 0-15,1 3 0 16,-1-3 0-16,0 2 0 0,-2-2 0 0,2 2 0 16,0-1 0-16,-2-1 0 0,2 0 0 0,2 0 0 15,4 0 0-15,4 0 0 0,-1 0 0 0,6 0 0 16,-5 0 0-16,14 0 0 0,0 0 0 0,12 0 0 16,-2 0 0-16,4 0 0 0,-9 2 0 0,22 3 0 15,-8 2 0-15,5 0 0 0,-2 1 0 0,15 0 0 16,-21 1 0-16,5-2 0 0,-10 1 0 15,-12-2 0-15,0 0 0 0,-14 1 0 0,-6-5 0 16,-3 3 0-16,-5-4 0 0,-8 4 0 16,-5-5 0-16,-7 2 0 0,1-2 0 0,-6 0 0 15,3 0 0-15,-3 0 0 0,0 0 0 0,0 0 0 16,0 0 0-16,0 0 0 0,0 0 0 0,0 0 0 16,0 0 0-16,0 0 0 0,0 0 0 0,0 0 0 15,0 0 0-15,2-2 0 0,-2 2 0 0,0-2 0 16,0 2 0-16,0 0 0 0,0 0 0 0,0 0 0 15,0 0 0-15,0 15 0 0,-10 7 0 0,-8 13 0 16</inkml:trace>
  <inkml:trace contextRef="#ctx0" brushRef="#br0" timeOffset="29210.14">10797 10767 2491 0,'-12'0'0'0,"3"0"0"0,2 0 0 0,0 0 0 0,4 0 0 0,1 0 0 0,0 0 0 0,2 0 0 0,0 0 0 0,0 0 0 0,0 0 536 0,0 0-251 15,2 0-124-15,10 0-63 0,4 0 262 0,3 0-360 0,6 0 0 16,0 0 0-16,4 0 0 16,4 0 0-16,4-2 0 0,0-1 0 0,8 3 0 15,0 0 0-15,2 0 0 0,2 0 0 0,-3 0 0 16,-4 0 0-16,7 0 0 0,-11 0 0 0,3 0 0 16,-5 0 0-16,-3 0 0 0,-4 0 0 0,-7 0 0 15,-3 3 0-15,-6-3 0 0,-2 2 0 0,-4-2 0 16,0 0 0-16,-5 0 0 0,-1 0 0 0,1 0 0 15,-2 0 0-15,0 0 0 0,0 0 0 16,0 0 0-16,0 0 0 0,0-2 0 16,0-1 0-16,0 2-211 0</inkml:trace>
  <inkml:trace contextRef="#ctx0" brushRef="#br0" timeOffset="30985.88">12261 10729 2815 0,'0'-8'0'0,"0"-1"0"0,2-2 0 0,2-3 0 0,0-2 0 0,0-3 0 0,2-2 0 0,-3-2 0 0,3-3 0 0,-3 0 0 0,1-1 105 0,0-1-34 15,-3 2 1-15,2 2 3 0,-3-5-9 16,0 3-30-16,0 1 1 0,-3 1 74 0,-4 6-37 0,-2-3 9 16,-2 6 24-16,-3 0-35 0,2 5 0 0,-6 3-35 15,2 3 33-15,-5 2-42 0,-4 2-28 0,-1 3 0 16,-4 19 0-16,-4 4 0 0,0 8 0 0,1 9 0 16,-5 12 0-16,6 1 0 0,4 6 0 0,4 1 0 15,7-8 0-15,5 5 0 0,5-5 0 16,7-6 0-16,0-5 0 0,0-9 0 15,7-2 0-15,7-3 0 0,1-3 0 0,2-6 0 16,-3-5 0-16,4-3 0 0,-2-2 0 0,2-5 0 16,0-2 0-16,-1-4 0 0,-1 0 0 0,4-5 0 15,1-13 0-15,-3-6 0 0,5-11 0 0,-1-3 0 16,1-3 0-16,-3-5 0 0,1 0 0 0,-3-3 0 16,-2 3 0-16,-3 12 0 0,-1-1 0 0,-7 11 0 15,0-1 0-15,-1 12 0 0,-2 2 0 0,0 3 0 16,-2 4 0-16,0 3 0 0,0 1 0 0,0 0 0 15,0 13 0-15,-4 9 0 16,0 7 0-16,1 8 0 0,3-1 0 0,0 9 0 16,0-2 0-16,0-1 0 0,2-9 0 0,7 4 0 15,3-3 0-15,-2-5 0 0,6-3 0 0,-5-7 0 16,3 0 0-16,0-6 0 0,-1-1 0 0,2-5 0 16,-4-4 0-16,3-1 0 0,-1-2 0 0,1 0 0 15,2-12 0-15,1-8 0 0,0-2 0 16,-2-4 0-16,0-5-242 0,-3-1-76 0,0-4 132 15,-3 3-77-15,-3-1 113 0,-3 4 57 16,0 8 28-16,-3-1-16 0,0 4-9 0,0 4 54 16,0 6 441-16,0 0-221 0,-4 3-110 0,0 5-56 15,2-2 705-15,0 1-603 0,2 2-120 0,0 0 0 16,0 0 0-16,4 0 0 0,12 0 0 0,4 0 0 16,4 0 0-16,6 2 0 0,2 1 0 0,4-2 0 15,-3-1 0-15,2 0 0 0,-3 0 0 0,-4 2 0 16,-8 0 0-16,1 1 0 0,-6 1 0 0,-7 0 0 15,-1 2 0-15,-3-1 0 16,-2 4 0-16,-2 5 0 0,-9 5 0 0,-9 1 0 16,-5 2 0-16,0 2 0 0,-5 3 0 0,1 0 0 15,-1-5 0-15,3 0 0 0,5-1 0 0,3-4 0 16,1-2 0-16,5 0 0 0,6-2 0 0,1-3 0 16,4-1 0-16,0 1 0 0,0-1 0 15,8 0 0-15,7-2 0 0,2 0 0 16,2-4 0-16,1 1 0 0,3-4 0 0,-1 0 0 0,-1 0 0 15,-1 0 0-15,1-2 0 0,-3-3 0 16,0-5 0-16,-1 3 0 0,-2-1 0 0,-4 1 0 16,2-1 0-16,-5 2-371 0,-1 1-138 0,-1-1 226 15,-4 0 128-15,0-1-687 0,-2-4 402 0</inkml:trace>
  <inkml:trace contextRef="#ctx0" brushRef="#br0" timeOffset="31131.84">12791 10854 2619 0,'-18'-5'0'0,"2"-1"0"0,3 3 0 0,2-1 0 0,3-1 0 0,1 4 0 0,3-1 0 0,3 0 0 0,-1 1 0 0,2 1 0 0,0 0 595 0,9 0-283 0,5 0-138 16,6 0 57-16,-1 0-231 0,-1 0 0 0,3 0 0 15,0 0 0-15,-1 1 0 0,-1 1 0 0,2 0-18 16,-1-1-134-16,3-1 103 0,-2 0 39 0,-1 0-971 16,6 0 497-16</inkml:trace>
  <inkml:trace contextRef="#ctx0" brushRef="#br0" timeOffset="31678.65">13285 9867 3220 0,'-4'-6'0'0,"2"5"0"0,2 1 0 0,0 0 0 0,0 0 0 0,0 0 0 0,0 11 0 0,0 8 0 0,2 9 0 0,2 12 0 0,4 8 528 16,-4 6-345-16,1 12-183 0,-3-11 0 0,0 16 0 15,-2-10 0-15,0 2 0 0,0-11 0 0,-4 14 0 16,-3-14 0-16,-5 5 0 0,3-8 0 0,0-10 0 16,-1-4 0-16,4-10 0 0,1-6 0 0,-1-4 0 15,3-6 0-15,-1-5 0 32,2-4 0-32,2 0 0 0,0-2 0 0,0-11 0 15,0-2 0-15,6-4 0 0,6 2 0 0,8-2 0 0,-4 9 0 0,9-6 0 0,-3 7 0 0,3 5 0 0,-5 3 0 0,5 1 0 31,-3 0 0-31,3 3 0 0,-5 12 0 0,-3 2 0 0,0 4 0 0,-5 1 0 16,-5-1 0-16,0 7 0 0,-5-2 0 0,-2 1 0 16,0-1 0-16,-7-1 0 0,-6-6 0 0,-6 1 0 15,0-5 0-15,-3-4 0 0,-3-2 0 0,1-3 0 16,6-4 0-16,-7 0 0 0,6-2 0 0,0 0 0 16,2-2 0-16,6-9 0 0,1-4 0 0,7-6 0 15,3-3 0-15,1-6 0 16,17-6 0-16,6-2-508 0,-2 8 144 0,10-8 169 15,-5 14-840-15,1-4 500 16,0 5 250-16,-3 4-206 0,-7 7 218 0,1 3 133 0,-3 0 69 0,-6 6 292 16,0 1-130-16,-1 2-63 0,-1 0-42 0,-1 0 775 15,-1 0-399-15,1 10-199 0,1-1 882 0,1 4-448 16,2-1-285-16,1 3-137 0,1-1-19 0,-2 2-156 16,4-1 0-16,-2 1 0 0,1-1 0 0,-2-2 0 15,0 3 0-15,-1-5 0 0,-2 0 0 0,1-4 0 16,-2 0 0-16,1-4-809 0,0-1 310 15,1-2 172-15</inkml:trace>
  <inkml:trace contextRef="#ctx0" brushRef="#br0" timeOffset="31941.2">13924 10511 3406 0,'2'-7'0'0,"-1"2"0"16,-1 0 0-16,0 3 0 0,0 0 0 0,0 2 0 0,0 0 0 0,0 0 0 0,0 0 0 0,0 9 0 0,0 5 525 0,-5 10-525 0,-6 8 0 15,-3 7 0-15,-2 8 0 0,-1 6 0 0,-2 4 0 16,-3 6 0-16,1-2 0 0,0-2 0 16,1 5 0-16,-1-2 0 0,2-4 0 0,-3 14 0 0,2-8 0 15,4-1 0-15,-1-1 0 0,2-2 0 0,0-7 0 16,0 3 0-16,1 1 0 0,0-3 0 16,2-1 0-16,-1-4 0 0,4-10 0 0,-1 0 0 0,1-6 0 15,2-15 0-15,1-1 0 16,2-6 0-16,0-4-168 0,0-2 17 0,3-5 61 15,-1 0-574-15,2-2 314 0,0-11 156 0,0-13 69 16,7-12 49-16</inkml:trace>
  <inkml:trace contextRef="#ctx0" brushRef="#br0" timeOffset="32214.14">14087 10243 3931 0,'0'-8'0'0,"0"2"0"0,0-1 0 0,6-1 0 0,3 1 0 0,6-1 0 0,6 1 0 0,5-3 0 0,10 1 0 0,7-1 0 15,8 1 0-15,2 1 0 0,10-1 0 0,-10 4 0 0,7 1 0 16,-2 0 0-16,-2 3 0 0,-5-2 0 0,-1 3 0 16,-13 0 0-16,2 0 0 0,-3 0 0 0,-12 0 0 15,1 0 0-15,-7 0 0 0,-6 0 0 0,-3 0 0 16,-5 0 0-16,-3 0-139 15,-1 0 50-15,0 0-404 0,-1 0 219 0,-12-2 124 16,-3 1 56-16,0-3-596 0,-1 2 326 0,-4-3 164 16,3-3 73-16,-5-4-231 0</inkml:trace>
  <inkml:trace contextRef="#ctx0" brushRef="#br0" timeOffset="32402.64">14739 9932 2102 0,'2'-7'0'0,"0"0"0"0,0-1 0 0,0 3 0 0,1-1 0 0,-1 4 0 0,0 0 0 0,0 0 0 0,0 2 0 0,3 0 0 0,1 0 382 0,4 0-172 0,-1 0-78 0,3 6 439 16,2 1-267-16,2 0-134 0,2 1-110 0,1 2-60 16,1-1 0-16,6 2 0 0,-3 0 0 0,2 1 0 15,-1-1 0-15,-4 0 0 0,-2 1 0 0,0 3 0 16,-4 2 0-16,-5-2 0 0,-6 1-101 0,-3 5-11 16,0 4 83-16,-14 1-808 0,-11 4 401 0,-3-2 200 15,-4 0 99-15,-3 1-575 0</inkml:trace>
  <inkml:trace contextRef="#ctx0" brushRef="#br0" timeOffset="32675.42">14480 10535 2859 0,'0'0'-1'0,"1"0"-1"0,3 0 1 0,-2 0 0 0,0 0 0 0,1 0 1 0,0 0 0 0,-1 2 0 0,0 2 0 0,0 7 0 0,-1 2 720 0,-1 5-362 0,0 9-358 16,-5 2 0-16,-7 8 0 0,1-5 0 15,-3 11 0-15,2-7 0 0,-1 8 0 0,8-7 0 16,-4 0 0-16,6-1 0 0,3-4 0 0,0-6 0 16,0 4 0-16,0-4 0 0,5-5 0 0,5 0 0 15,3-4 0-15,1-2 0 0,2-2 0 0,0-2 0 16,0-2 0-16,1-3 0 0,1 0 0 0,0-6 0 16,-4 0 0-16,2 0 0 0,-3 0 0 0,0 0 0 15,-2-4 0-15,-5-4 0 0,3-3-283 0,-3-2-163 16,-2-4 205-16,-2-7 101 15,-1-5-790-15</inkml:trace>
  <inkml:trace contextRef="#ctx0" brushRef="#br0" timeOffset="32829.48">14563 10289 3931 0,'-2'-8'0'0,"2"7"0"0,0-1 0 0,0-1 0 0,0 2 0 0,0 0 0 0,0 1 0 0,0 0 0 0,0 0 0 0,2 0 0 0,5 0 0 0,-2 0 0 0,4 0 0 0,-2 0 0 16,2 1 0-16,-2 8 0 0,3 4-1 0,-6 1-239 16</inkml:trace>
  <inkml:trace contextRef="#ctx0" brushRef="#br0" timeOffset="34670.24">8193 16915 1403 0,'0'-7'0'0,"-2"-2"0"0,1 4 0 16,-1-1 0-16,0 3 0 0,2 1 0 0,0 0 0 0,0 0 0 0,0 2 0 0,0 0 0 0,0-2 131 0,0 2-39 0,0-2 254 15,0 0-134-15,0 1-87 0,0 1-36 0,0-3 135 16,0 3-86-16,0-1-43 0,0 0 13 0,2-2 235 15,0 1-145-15,-1-2-70 0,1-2 171 0,2-1-299 16,1 0 0-16,-1-3 0 0,2 1 0 0,-2 0 0 16,3 1 0-16,-3 1 0 0,4-1 0 0,-2 1 0 15,-1 0 0-15,2 2 0 0,2 2 0 0,3-4 0 16,1 4 0-16,1-1 0 0,0 0 0 0,4 1 0 16,-2-1 0-16,3-1 0 0,1 1 0 0,0 0 0 15,-2 2 0-15,-1 0 0 16,0 1 0-16,3-1 0 0,-1 2 0 0,-1 0 0 15,0 0 0-15,1 0 0 0,-3 0 0 0,2 0 0 16,0 0 0-16,-1 2 0 0,1 1 0 0,-1-1 0 16,1 2 0-16,4 0 0 0,-3-4 0 0,5 2 0 15,1-2 0-15,1 0 0 0,0 0 0 0,-1 0 0 16,5 0 0-16,-2 0 0 0,2 0 0 0,0 0 0 16,2 0 0-16,1 0 0 0,-2 3 0 0,3 1 0 15,1-1 0-15,-1 1 0 16,1 0 0-16,-1-2 0 0,1 3 0 0,1 0 0 15,-1-4 0-15,6 3 0 0,2-3 0 0,-5-1 0 16,11 2 0-16,2-2 0 0,9 0 0 0,-11 0 0 16,7 0 0-16,1 0 0 0,-3-2 0 0,0-1 0 15,1 0 0-15,-5-3 0 0,1 2 0 16,-7 2 0-16,10-1 0 0,-5 2 0 0,-3-1 0 0,0 0 0 16,-3 1 0-16,-8 1 0 0,13-2 0 0,-15 2 0 15,10-2 0-15,-3 2 0 0,3-2 0 0,-5 0 0 16,11-1 0-16,-6 0 0 15,4-2 0-15,0 1 0 0,4-2 0 0,0 3 0 16,-3-4 0-16,1 4 0 0,-2-2 0 0,0-1 0 16,-2 3 0-16,-5-1 0 0,8-1 0 0,-1 3 0 15,0-3 0-15,4 3 0 0,2-1 0 0,2-1 0 16,2 0 0-16,-1 0 0 0,1-2 0 0,-1-1 0 16,-1 1 0-16,-3 3 0 0,3-3 0 0,-2 2 0 15,3 1 0-15,8 1 0 16,-14 0 0-16,-4 0 0 0,4 1 0 0,-7-2 0 15,0 3 0-15,5 0 0 0,10 0 0 0,-1 0 0 16,24 0 0-16,-9 0 0 0,-2 0 0 0,-5 0 0 16,-12 0 0-16,9 0 0 0,6 0 0 15,1 0 0-15,16 0 0 0,-14-2 0 0,6 1 0 16,-15-3 0-16,0 1 0 0,-2 0 0 0,-4 2 0 0,-1-2 0 16,-1 2 0-16,5-2 0 0,6 2 0 0,-5-3 0 15,2 2 0-15,-7 1 0 16,2-2 0-16,-2 2 0 0,0-2 0 0,-1 2 0 15,1-1 0-15,1-2 0 0,4 0 0 0,-5 0 0 16,-4 1 0-16,-5-3 0 0,0 3 0 0,-11 0 0 16,3 0 0-16,-7 0 0 0,-1-3 0 0,-7 6 0 15,-2-4 0-15,-4 2 0 0,-5-1 0 0,-3 2 0 16,-4 0 0-16,-1-2 0 0,-2 2 0 0,-2-1 0 16,0-2 0-16,0 0 0 0,-8-1 0 0,-7 0 0 15,-13 1 0-15,-10 4 0 16,-8 0 0-16,-18 10 0 0,-4 10 0 0,-20 15-274 15</inkml:trace>
  <inkml:trace contextRef="#ctx0" brushRef="#br0" timeOffset="60164.68">14738 17463 2463 0,'-16'-9'0'0,"1"1"0"0,5 4 0 0,3 2 0 0,2-7 0 0,1 3 0 0,2-1 0 0,2-2 0 0,0-1 0 0,0 1 0 0,8-4 144 0,6 1 81 16,9-1-92-16,0 4-36 0,9-2-10 0,-2 2 113 15,3 1-80-15,5 2-40 0,-1-1 1 0,3 3 79 16,7-2-64-16,-2 2-51 0,2-1-45 0,2-1 0 16,-1 1 0-16,-6 0 0 0,8-1 0 0,-4-3-28 15,-11 4 20-15,3-2 0 0,-5-1-112 0,-4 0 70 16,-5-1-13-16,1 2-496 0,-9-4 221 16,2 4 151-16,-7-3 74 0,-1 0-430 15,-5 1 256-15,-3-1 123 0,0-1 62 0,-2 0-360 16,0-2 210-16,-2-2 96 0</inkml:trace>
  <inkml:trace contextRef="#ctx0" brushRef="#br0" timeOffset="60821.74">15509 17030 1837 0,'-13'-6'0'0,"5"0"0"0,-1 3 0 0,3 0 0 0,2 1 0 0,2 1 0 0,2 1 0 16,0 0 0-16,0 0 0 0,6 0 0 0,11 0 248 0,2 0-109 0,3 0 344 0,3 0-221 0,-4 0-111 0,2 0-55 16,-1 1 128-16,-3 4-96 15,-3-2-44-15,-2 4-144 0,-5 1 50 0,-4 3 1 16,-3 3 60-16,-2 3-147 0,0 7 68 0,-13 0 34 15,-6 4 1-15,-7 7-277 0,2-6 134 0,-8 7 79 16,0-4-539-16,0 0 279 0,-2-4 128 0,7-6 75 16,-5 0-215-16,2-6 150 0,-1-3 69 0,5-5-65 15,5-3 68-15,-2-1 33 0,5-2-11 0,4-2 81 16,2 0-36-16,3 0-1 0,0 0 0 0,4 0 266 16,1 0-143-16,2 0-56 15,1 1 495-15,1 3-270 0,0 4-67 0,0 3 423 16,0 0-272-16,0 0-153 0,1 5-70 0,3 1 268 15,0 4-169-15,-1 6-86 0,1-1-84 0,-1 6-41 16,-1 6 0-16,-1 4 0 0,-1-1 0 0,0 2 0 16,0-3 0-16,0 9 0 0,0-8 0 0,-1-6 0 15,-4 3 0-15,-1-5 0 0,5-6 0 0,-3-1 0 16,0-2 0-16,3-4 0 16,1-7 0-16,-2-1 0 0,2-3 0 0,-2-4 0 15,2-3 0-15,0-2 0 0,0 0 0 0,0 0 0 16,0-5 0-16,0-16 0 0,2-8 0 0,5-7 0 15,2 0 0-15,5-3 0 0,-1 7 0 0,0-5 0 16,4 2 0-16,2 2 0 0,-3 5 0 0,3 9 0 16,-4 3 0-16,0 1 0 0,3 5 0 0,-4 2 0 15,-3 7 0-15,3-1 0 0,-3 2 0 0,-2 0 0 16,-1 0 0-16,-2 3 0 0,-1 5 0 16,-3 4 0-16,-2 1 0 0,0 0 0 15,0 1 0-15,-4 4 0 0,-7-2 0 0,-2-2 0 16,-2-1 0-16,-2 0 0 0,2-3 0 0,-2-3 0 15,2-3 0-15,3 0 0 0,1-2 0 0,2-2 0 16,-1 0 0-16,7 0 0 0,-1 0 0 0,2 0 0 16,2 0 0-16,0 0 0 0,0 0 0 0,0 0 0 15,0 3 0-15,4 3 0 0,7-2 0 0,1 3 0 16,0-2 0-16,2 4 0 16,1-4 0-16,2 2 0 0,-2 3 0 0,2-2 0 15,-3-1 0-15,4 3 0 0,-2-3 0 0,1 0 0 16,0 0 0-16,0 1 0 0,4-2 0 0,-1-2-204 15,5-1-62-15,-2-3 103 0,7 0 66 0,2 0-724 16,-1-6 390-16,1-9 195 0</inkml:trace>
  <inkml:trace contextRef="#ctx0" brushRef="#br0" timeOffset="61033.59">16080 17490 2860 0,'2'-5'0'0,"0"5"0"0,-2 0 0 0,0 0 0 0,0 0 0 0,0 3 0 0,-8 4 0 0,3 4 0 16,-1 3 0-16,-4 4 0 0,-1 6 551 0,-1 1-255 0,-4 4-128 0,-3 10-112 0,1-2-56 0,2-3 0 16,-6 9 0-16,3-4 0 0,0-3 0 0,1 2 0 15,1-8 0-15,-2 3 0 0,0-2 0 0,0-1 0 16,5-5-84-16,-2 0-93 16,5-5 66-16,4-6 75 0,0-1-732 0,0-7 364 15,3 0 181-15,3-6-439 0,1 0 310 0,0-18 145 16</inkml:trace>
  <inkml:trace contextRef="#ctx0" brushRef="#br0" timeOffset="61285.5">15772 17570 2750 0,'-2'-5'0'0,"2"1"0"0,-2 2 0 0,2 2 0 0,-2 0 0 0,2 0 0 0,0 0 0 0,0 0 0 0,6 6 0 0,8 5 0 0,2 5 114 15,1 3 416-15,3 3-246 0,1 7-111 0,4 2-93 16,-2 2-80-16,2 3 0 0,0 0 0 0,-1-1 0 15,-1-5 0-15,-1 4 0 0,1-2 0 0,-2-2 0 16,-3-2 0-16,-1-4 0 0,-4-4 0 16,1 2 0-16,-3-3 0 0,-4-4 0 0,-1-5 0 0,-2 1 0 15,-2-6 0-15,0-1 0 0,0-4 0 16,-2 0 0-16,0 0 0 0,0 0 0 16,0 0 0-16,-2-4-96 0,-2-4 24 0,2 0-476 15,0-1 254-15,1 2 127 0,-1-2 53 0,-1 2-597 16,1-2 335-16</inkml:trace>
  <inkml:trace contextRef="#ctx0" brushRef="#br0" timeOffset="61766.37">16365 17393 2711 0,'-9'-3'0'0,"4"1"0"0,1 2 0 0,2-1 0 0,0 1 0 0,2 0 0 0,0 0 0 0,0 0 0 0,8 0 0 0,13 0 0 0,2 0 232 16,9 0-97-16,0 0-48 0,6 0 186 0,0 0-107 15,6-3-69-15,-4 2 38 0,1-5-47 16,-1 2-81-16,-7 0-7 0,4-2 0 0,-5 5 0 0,-5-3 0 16,-1 0 0-16,-5 2-156 0,0 0 32 0,-8 0 91 15,1-2-250-15,-5 3 99 0,-4-1 93 0,-1 1-33 16,-2-2-450-16,-2 1 257 16,0-1 145-16,0-1-365 0,-2-1 250 0,-7-3 123 15</inkml:trace>
  <inkml:trace contextRef="#ctx0" brushRef="#br0" timeOffset="62205.57">16843 17155 2708 0,'-6'-6'0'0,"1"3"0"0,-3-2 0 0,2 2 0 0,1 0 0 0,-1-1 0 0,3 2 0 0,1 0 0 15,-1 0 0-15,3 2 0 0,-2 0 160 0,2 0-60 0,0 0 63 0,0 0-66 0,0 0-29 0,0 0 4 16,0 0-33-16,0 0 0 0,0 2 10 0,0 2-47 15,0-3 1-15,2 3 36 0,-2-2 0 0,3 0-51 16,-1-1 35-16,-2 2-9 16,0-1-9-16,0-2 0 0,0 1 34 0,1-1-51 0,-1 2 34 15,0 0-11-15,0-1 12 0,2-1-9 0,-2 4 26 0,2-1-24 16,2-1 9-16,3 2 73 16,0-1-56-16,3 1-42 0,1-1 0 0,5 2 0 15,-2 1 0-15,2-2 0 0,0 1 0 0,3 1 0 16,-1-1 0-16,1 1 0 0,-1 1 0 0,2-2 0 15,1 3 0-15,1 0 0 0,-4-3 0 0,2 2 0 16,-2-1 0-16,1 0 0 0,-4-1 0 0,-2 1 0 16,-4-2 0-16,-1 0 0 0,0 0 0 0,-4-1 0 15,-3 0 0-15,1 0 0 0,0-1 0 0,-2-1 0 16,0 2 0-16,0-3 0 16,-2 6 0-16,-3-3 0 0,-4 3 0 0,2-3 0 15,-2 5 0-15,0-1 0 0,-1 1 0 0,1 1 0 16,-2 1 0-16,-3 1 0 0,1 3 0 0,-6 0 0 15,-1 1 0-15,-2 0 0 0,-3 2 0 0,-2 1 0 16,-2 4-601-16,-7 2 157 0,3 0 203 16,3 2 100-16</inkml:trace>
  <inkml:trace contextRef="#ctx0" brushRef="#br0" timeOffset="63857.52">16597 17861 1668 0,'0'-12'0'0,"0"5"0"0,0 0 0 0,0 1 0 0,0 3 0 0,0 1 0 0,0 0 0 15,0-1 0-15,0 3 0 0,0 0 0 0,0 5 184 0,0 11-73 0,0 9-36 0,0 3 261 0,0 5-139 0,-2 1-84 16,-2 10 198-16,1-3-136 0,1-7-68 0,-1 4-34 16,3-4 46-16,0-2-45 0,0-3 1 0,0-3 18 15,5-5-27-15,2-1 0 0,4-4-18 0,2-1-52 16,-2-4-1-16,0-2 43 0,1-3-27 0,-3-2-30 15,2-3 25-15,-1-1-10 16,3 0-212-16,-4 0 101 0,1 0 69 0,-1-7-1 0,-1-4-472 0,2 0 224 16,-3-2 132-16,0-2 47 0,-1-4-212 15,-3 1 144-15,2-7 63 0,-3-5-479 0</inkml:trace>
  <inkml:trace contextRef="#ctx0" brushRef="#br0" timeOffset="64015.16">16630 17601 2573 0,'-14'-15'0'0,"2"6"0"0,3 6 0 0,0 1 0 0,0 0 0 0,4 2 0 0,1 0 0 0,3 0 0 0,1 0 0 0,0 0 0 0,0 6 163 0,5 4-53 0,4-1-22 0,3 2-25 0,-1-1 0 0,3 4-491 16,-2 1 233-16,3 1 127 16,-1-1 48-16,-2 1-335 0,2 3 197 0</inkml:trace>
  <inkml:trace contextRef="#ctx0" brushRef="#br0" timeOffset="65155.34">17375 17717 2809 0,'-11'-12'0'0,"8"7"0"0,-1 1 0 0,2 1 0 0,0 0 0 0,0 1 0 0,2 1 0 0,-2-1 0 0,2-2 0 0,0 2 0 0,0 0 121 0,6-2 363 0,5 3-222 0,4-4-112 16,-1 4-55-16,4 0-85 15,1-2-10-15,2 2 0 0,1 1 0 0,4 0 0 16,-1 0 0-16,-6 0 0 0,3 0 0 0,-1 0-15 16,-2 0 24-16,-3 0-757 0,0 1 384 0,-7 4 73 15,-4 4 56-15,-3 3-565 0,-2 8 381 0</inkml:trace>
  <inkml:trace contextRef="#ctx0" brushRef="#br0" timeOffset="65308.78">17334 17933 2577 0,'-28'5'0'0,"7"1"0"0,1 1 0 0,6-2 0 0,3-1 0 0,6-1 0 0,-1-1 0 0,6-2 0 16,0 0 0-16,1 0 0 0,15 0 184 0,7 0 330 0,3 0-237 0,4 0-109 0,2 0-70 15,4 0-91-15,-1-5 1 0,3 0 31 0,-1-2-258 16,1 0 140-16,-2 2 54 0,-4 2 32 0,0-3-722 15,-2 2 377-15,-2-1 189 0</inkml:trace>
  <inkml:trace contextRef="#ctx0" brushRef="#br0" timeOffset="65529.84">17894 17453 3609 0,'-2'-13'0'0,"2"13"0"0,0-4 0 0,0 1 0 0,2-3 0 0,9-1 0 0,4 3 0 0,8-2 0 0,1-1 0 0,8 2 0 0,4-1 250 0,7-2-178 16,0 4-72-16,-5 1 0 0,10-1 0 15,-6 1 0-15,1 0 0 0,-9-1 0 0,3 0 0 16,-3 3-14-16,-4-2-495 0,-5 2 274 0,-3-1 125 16,-3 0 71-16,-6 2-708 0,-2 0 345 0,-5 0 186 15,-2 0 89-15,-2-2-375 0,-2 1 232 0</inkml:trace>
  <inkml:trace contextRef="#ctx0" brushRef="#br0" timeOffset="65744.27">18435 17129 2709 0,'-6'-6'0'0,"4"3"0"0,2 3 0 0,-2-3 0 0,2 2 0 0,0 1 0 0,2 0 0 0,12 0 0 0,0 0 0 0,5 4 0 0,6 5 115 15,-5 2-38-15,3 0 359 0,-4-1-199 0,5 4-99 0,-7-2-7 16,2 2-51-16,-4-2-72 0,-4 3-8 0,-3 0 0 15,-4 0-13-15,-4 4 26 0,0 2-13 0,-12-1-149 16,-7 3 91-16,-5-2 48 0,-4 0-106 16,-1 1 30-16,-3 0 51 0,-5 0-78 15,9-2-389-15,-10 4 224 0,10-3 119 0,-4 0-486 16,2 3 308-16,0-2 149 0</inkml:trace>
  <inkml:trace contextRef="#ctx0" brushRef="#br0" timeOffset="66205.31">18216 17781 2731 0,'-1'-2'0'0,"-3"0"0"0,2 2 0 0,0 0 0 0,1 0 0 0,1 0 0 0,-2 0 0 0,2 0 0 0,-2 0 0 0,2 4 0 0,0 7 231 0,0 6-96 0,0 0-49 15,2 6 108-15,0-2-68 0,3 9-49 0,0 0 121 0,4 0-80 16,-4 2-83-16,1 0-35 16,-1 4 0-16,2-2 0 0,-4-1 0 0,1 1 0 0,-2 1 0 15,-1-2 0-15,-1-1 0 0,0 0 0 16,0-2 0-16,-1 1 0 0,-8-1 0 0,-3-1 0 16,1-7 0-16,-7 8 0 0,2-9 0 0,-5-1 0 15,-2-2 0-15,1-2 0 0,0-5 0 0,-7-1 0 16,3-2 0-16,-1-1 0 0,-1-2 0 0,0-5 0 15,3 0 0-15,-8 0-178 0,5-2-199 0,2-16 169 16,-4-10 84-16,9-8-704 0,2-12 384 16</inkml:trace>
  <inkml:trace contextRef="#ctx0" brushRef="#br0" timeOffset="66339.07">18031 17541 3014 0,'0'-5'0'0,"0"4"0"0,0-2 0 0,4 3 0 0,0-2 0 0,-1 2 0 0,1 0 0 0,2 0 0 0,1 0 0 0,1 0 0 0,1 6 246 0,0 7-95 16,1 8-616-16,-1 10 251 0</inkml:trace>
  <inkml:trace contextRef="#ctx0" brushRef="#br0" timeOffset="76682.84">22148 16702 864 0,'-18'-3'0'15,"2"-5"0"-15,7 3 0 0,-3-2 0 0,5 0 0 0,0-2 0 0,1 2 0 0,4-1 0 0,-1 1 0 0,-2 1 0 0,3 0 113 0,1 1-57 0,-1 1 1 0,-2 2 102 0,2 0-37 0,1 1-14 16,-1-2-52-16,0 3 67 15,2 0-1-15,0 0-66 0,0 0 15 0,0 0-15 16,0 0 0-16,0 0 0 0,0 0-27 0,0 0 27 16,2 4 14-16,3 0 65 0,2 0-39 0,5-1 0 15,-3 0-40-15,7 3 125 0,-2-1-69 0,9-2 0 16,2 1-56-16,0-2 116 0,5-1-58 0,4 2 14 16,12-1-24-16,-2-1-1 0,6 1-47 0,2-2 0 15,5 0 68-15,0 0-124 16,12 0 0-16,-5 2 0 0,3 2 0 0,4-2 0 15,7 3 0-15,5-1 0 0,11 1 0 0,-4 1 0 16,4 0 0-16,10 0 0 0,3 1 0 0,11 1 0 16,15-2 0-16,-9-1 0 0,7-1 0 0,5-1 0 15,7 2 0-15,-15-4 0 0,33-1 0 0,-9 0 0 16,6 0 0-16,2-1 0 0,4-4 0 0,10-2 0 16,18-1 0-16,-18 3 0 0,-3-1 0 15,2 2 0-15,-28 3 0 0,8-3 0 16,-6 2 0-16,-4 2 0 0,-11 0 0 0,-22 0 0 15,5 0 0-15,-20 0 0 0,18 4 0 0,-17 1 0 16,-18 1 0-16,4 0 0 0,-5 3 0 0,-13-3 0 16,9 3 0-16,-9-2 0 0,-4 1 0 0,-7-2 0 15,-1 1 0-15,-7-3 0 0,3 1 0 0,-11-2 0 16,-2-2 0-16,-6 1 0 0,-5-2 0 0,-7 0 0 16,1 0 0-16,-6 0 0 15,-3-2 0-15,-1-4 0 0,-5-1 0 0,1-3 0 16,-3 1 0-16,-1 0 0 0,0-2 0 0,-3 2 0 15,-19-1-278-15,-13 2 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6:12.3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46:40.321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13214 8956 1590 0,'-9'-10'0'0,"-1"6"0"0,2 1 0 0,3 1 0 15,-2 0 0-15,1 0 0 0,2 1 0 0,0-2 0 0,0 1 0 0,4 2 0 0,-2 0 122 0,2 0 265 0,0-1-172 0,0 1-73 0,0 0 189 0,0 0-144 16,0 0-71-16,0 0-35 0,0 0 157 0,0 0-102 16,2 0-45-16,4 0-1 0,2 0 15 0,3 0-30 15,-2 0-50-15,3 0-25 0,1 0 0 0,0 0 0 16,0 1 0-16,2-1 0 0,0 0 0 15,0 0 0-15,0 0 0 0,2 0 0 0,0 0 0 16,-3 0 0-16,4 0 0 0,-1 0 0 0,0 0 0 16,2 0 0-16,-5 0 0 0,4 0 0 0,-2 0 0 15,1 0 0-15,1 0 0 0,2 0 0 0,1 5 0 16,1-2 0-16,0 4 0 16,6-5 0-16,1 2 0 0,-1-2 0 0,4 0 0 15,-2-2 0-15,2 2 0 0,2-2 0 0,-1 2 0 16,5-2 0-16,-2 2 0 0,0 1 0 0,1-1 0 15,0 0 0-15,7 2 0 0,-8-1 0 0,1 1 0 16,0 2 0-16,1-2 0 0,0 2 0 0,5-3 0 16,-9 1 0-16,5-2 0 0,5 2 0 0,-7-2 0 15,9-2 0-15,-6 0 0 0,0 1 0 0,-1-1 0 16,-3 0 0-16,5 4 0 0,4-2 0 0,-3 2 0 16,-1-3 0-16,2 4 0 15,0-2 0-15,-3 3 0 0,9-2 0 0,-1-1 0 16,1 1 0-16,2 0 0 0,1-1 0 0,-1 0 0 15,2-3 0-15,1 2 0 0,1-1 0 0,10-1 0 16,-12 0 0-16,7 0 0 0,11 0 0 0,-5 3 0 16,1-2 0-16,-2 1 0 0,1 0 0 0,-6 0 0 15,15-1 0-15,-6 3 0 16,3-2 0-16,6 0 0 0,0-1 0 0,2-1 0 16,-1 0 0-16,4 0 0 0,11 0 0 0,-7 0 0 15,5 0 0-15,-9 0 0 0,19 0 0 0,-10-1 0 16,2-1 0-16,0 0 0 0,2 1 0 0,-6-2 0 15,18 2 0-15,-10-1 0 0,0 0 0 0,0 2 0 16,-10 0 0-16,24 0 0 0,-13 0 0 0,2 0 0 16,-2 0 0-16,2 0 0 0,-11 0 0 0,27 0 0 15,-16 0 0-15,1 2 0 0,0 1 0 0,-1 0 0 16,-9 0 0-16,24 0 0 0,-11 2 0 0,-3 0 0 16,-1 0 0-16,2 0 0 15,-11-2 0-15,27 2 0 0,-16-2 0 0,3-1 0 16,-5 2 0-16,5-3 0 0,0 1 0 0,5-2 0 15,-6 2 0-15,3-2 0 0,-4 0 0 0,-1 0 0 16,3 0 0-16,-1 0 0 0,-8 2 0 0,2-1 0 16,-5 4 0-16,-2-3 0 0,-8 0 0 0,18-1 0 15,-26 4 0-15,9-4 0 0,-7 1 0 0,2 0 0 16,-13 1 0-16,12-1 0 16,-8 2 0-16,-1 0 0 0,-7-1 0 0,-8-1 0 15,2 2 0-15,-4-2 0 0,-5 2 0 0,-1-2 0 16,-9-2 0-16,-1 4 0 0,-7-4 0 0,2 1 0 15,-9-1 0-15,0 2 0 0,-5-2 0 0,-5 0 0 16,-2 0 0-16,-3 0 0 0,-5 0 0 0,2 0 0 16,-3 0 0-16,0 0 0 0,-1 0 0 0,-1 0 0 15,2-2 0-15,-2-5 0 0,0 1 0 0,0-3 0 16,0-1 0-16,0 2 0 0,0-4 0 16,0 2 0-16,-9 3 0 0,-6-1 0 15,-6 5 0-15,-17 3 0 0,-17 2 0 0</inkml:trace>
  <inkml:trace contextRef="#ctx0" brushRef="#br0" timeOffset="3979.03">15673 2824 2914 0,'-2'0'0'0,"2"-1"0"16,0-2 0-16,0 3 0 0,0 0 0 0,0-1 0 0,0 1 0 0,0 0 0 0,0 0 0 0,0 0 0 0,0 0 66 0,0 0 101 0,0 0-64 0,0 0-32 16,0 0 235-16,-4 5-124 0,2 6-77 0,-4 4-88 15,4 3-17-15,-2-2 0 0,1 5 0 0,1 1 0 16,0 3 0-16,2-1 0 0,0-2 0 0,0 1 0 16,0 4 0-16,0-7 0 0,2 8 0 0,2-1 0 15,-1 1 0-15,1-1 0 0,-1 4 0 0,-2-1 0 16,1 4 0-16,0 0 0 0,-2 2 0 0,2-1 0 15,-2 5 0-15,2-1 0 0,0 8 0 0,-1-5 0 16,3 0 0-16,0 2 0 0,-1-7 0 0,4 10 0 16,-2-5 0-16,-1 0 0 0,-1 0 0 15,1 1 0-15,-2-5 0 0,0 9 0 16,0-4 0-16,-1-2 0 0,1 1 0 0,-2-1 0 16,0-5 0-16,2 0 0 0,0-5 0 0,-2 1 0 15,3-4 0-15,-2-5 0 0,1 2 0 0,2-5 0 16,0 0 0-16,-3-2 0 15,3-6 0-15,-2 2 0 0,1-3 0 0,-1-2 0 0,0-3 0 0,0 0 0 16,-2-3 0-16,0-1 0 0,0 0 0 0,0-2 0 16,0 0 0-16,0 0 0 15,0 0 0-15,0 0 0 0,0 0 0 0,0 0 0 16,0 0 0-16,0-5 0 0,0-3 0 0,0-3 0 16,0 0-391-16,3-4-234 0</inkml:trace>
  <inkml:trace contextRef="#ctx0" brushRef="#br0" timeOffset="5045.96">18112 2683 1423 0,'-6'-3'0'0,"1"-1"0"0,1 0 0 0,1 3 0 0,0-3 0 0,1 0 0 0,2 1 0 0,0 0 0 0,0 2 0 0,0-2 0 16,0 1 86-16,0 1-24 0,0 1-1 0,0 0 161 0,-2 0-98 0,0 0-43 16,0 0 236-16,-1 9-140 0,-1 0-70 0,-1 3-26 15,1 1 241-15,-2 0-142 16,0 2-72-16,1-3 85 0,1 4-77 0,-1-1-31 16,3-1-9-16,-2 4 34 0,2-4-110 0,2 4 0 15,0-1 0-15,0 0 0 0,0 2 0 0,0-1 0 16,0 2 0-16,0 0 0 0,-2 1 0 0,0 1 0 15,0 2 0-15,0 1 0 0,0 0 0 16,-1-1 0-16,1-3 0 0,0 2 0 0,0 2 0 0,0 2 0 16,2-3 0-16,-1-3 0 15,1 1 0-15,0 3 0 0,0-3 0 0,0 1 0 16,0 1 0-16,0-3 0 0,0 1 0 0,0 4 0 16,0-1 0-16,0-1 0 0,0 3 0 0,0-2 0 15,0-1 0-15,0-2 0 0,-2 2 0 0,2-1 0 16,0 0 0-16,0-3 0 0,0 0 0 0,0 1 0 15,0-2 0-15,0-1 0 0,3 2 0 16,3 1 0-16,-1-3 0 0,1 1 0 0,2 0 0 0,-4 0 0 16,1-1 0-16,-1 2 0 0,-1-2 0 15,-1 2 0-15,2 2 0 0,-2-4 0 16,-1 3 0-16,2-1 0 0,1-1 0 0,-2 2 0 16,1-1 0-16,1-1 0 0,0 1 0 0,-1 0 0 15,1 1 0-15,1-2 0 0,-4-1 0 0,3 2 0 16,-2 0 0-16,0-2 0 0,1 1 0 0,-1 0 0 15,0-2 0-15,0-1 0 0,0 1 0 0,-1 1 0 16,1-1 0-16,2-3 0 0,-2 0 0 0,2-2 0 16,0 2 0-16,0-3 0 0,-3-2 0 0,3 1 0 15,0-3 0-15,-3 2 0 16,1-5 0-16,0 1 0 0,0 1 0 0,0-2 0 16,-1-2 0-16,2 2 0 0,-3-4 0 0,2 2 0 15,-2-2 0-15,0 0 0 0,2 0 0 0,-2 0 0 16,2 0 0-16,0 0 0 0,1-2 0 0,1-8 0 15,-1-1 0-15,1-2 0 0,-2 1 0 16,2-3-169-16,0-1-292 0,0 2 212 0</inkml:trace>
  <inkml:trace contextRef="#ctx0" brushRef="#br0" timeOffset="6077.45">16540 3146 2117 0,'4'0'0'0,"1"0"0"0,2 0 0 0,-2-2 0 16,2-4 0-16,-1-1 0 0,1-1 0 0,0 1 0 0,0-5 0 0,-4 1 0 0,1-1 80 0,0-1 57 0,-1-2-50 0,-1 3-15 0,0-4 82 0,-2 2-59 0,0-4-28 15,0 3-1-15,0-1 105 0,0-1-58 16,-5-1-42-16,-1 1 0 0,-1 1 51 0,0 3-43 16,-2-2 1-16,0 2 14 0,-2 1-10 15,1 1-47-15,-1 4 1 0,-1 1 19 0,-2 2-19 16,1 1-37-16,-2 2-1 0,0 1 0 0,0 0 0 16,-2 0 0-16,2 0 0 0,0 7 0 0,0-3 0 15,0 8 0-15,0-3 0 0,0 3 0 0,-1 3 0 16,0 1 0-16,-1 9 0 0,0-1 0 0,2 5 0 15,0 4 0-15,-2 4 0 0,8-3 0 16,-5 11 0-16,5-7 0 0,4-2 0 16,1 2 0-16,4-3 0 0,0-6 0 0,0 3 0 0,0-5 0 0,2-6 0 15,9 0 0-15,1-4 0 16,0-4 0-16,1-4 0 0,4-4 0 0,1 0 0 16,-2-5 0-16,3 0 0 0,-1-2 0 0,5-9 0 15,-4-8 0-15,0-2 0 0,0-3 0 0,-3-2 0 16,1-3 0-16,1-1 0 0,-4 0 0 15,-1 1 0-15,-1 1 0 0,-5 7 0 0,-1 0 0 0,-1 2 0 16,-3 3 0-16,1 6 0 0,-1 2 0 16,-2 2 0-16,0 5 0 0,0-2 0 0,0 1 0 0,0 2 0 15,0 0 0-15,0 2 0 16,0 11 0-16,0 2 0 0,0 1 0 0,0 1 0 16,0-2 0-16,5 3 0 0,2-1 0 0,4 1 0 15,1-3 0-15,1-3 0 0,1 2 0 0,-2-4 0 16,1 0 0-16,1-2 0 0,-2 0 0 0,0-4 0 15,-1-1 0-15,-2-3 0 0,1 0 0 0,0 0 0 16,0 0 0-16,1 0 0 0,-2-7 0 0,2-7 0 16,4-3-641-16,0-7 144 15,2-7 229-15,6-4 116 0,0-10-688 0</inkml:trace>
  <inkml:trace contextRef="#ctx0" brushRef="#br0" timeOffset="6511.61">17180 2332 3388 0,'2'-7'0'0,"-2"5"0"0,0 0 0 0,0 2 0 0,-2 0 0 0,-3 0 0 0,-2 2 0 0,4 8 0 0,1 9 0 0,2 5 0 0,0 2 338 0,0 6-140 16,0 9-191-16,0 3-7 0,0 3 0 0,0 1 0 16,0 2 0-16,0 2 0 0,0 0 0 0,0-1 0 15,-4 1 0-15,-3 1 0 0,0-2 0 0,-1-8 0 16,-3 7 0-16,3-14 0 0,-4-1 0 0,3-6 0 15,0-7 0-15,2-3 0 0,1-5 0 0,-2-5 0 16,3-3 0-16,1-5 0 0,-1-1 0 0,1 0 0 16,4-4 0-16,0-8 0 15,0-8 0-15,0-2 0 0,7 3 0 0,8-10 0 16,0 7 0-16,4-2 0 0,3 0 0 0,3 3 0 16,2 2 0-16,3 2 0 0,1 4 0 0,1 5 0 15,0 3 0-15,0 3 0 0,-5 2 0 0,3 0 0 16,-4 7 0-16,-6 7 0 0,1 5 0 0,-8 0 0 15,-1 0 0-15,-5 3 0 0,-5 1 0 0,-2 4 0 16,0-4 0-16,-4 2 0 0,-10-7 0 0,-4 5 0 16,3-10 0-16,-5-1 0 0,-1-4 0 15,-2-2 0-15,1-4 0 0,-4-2 0 16,3 0 0-16,-2 0 0 0,7-5 0 0,-5-9 0 16,6 3 0-16,2-1 0 0,4-2 0 0,1-1 0 15,5 2 0-15,3-2 0 0,2 0-109 16,0-1 26-16,11-1-1244 0</inkml:trace>
  <inkml:trace contextRef="#ctx0" brushRef="#br0" timeOffset="7506">16618 4043 1800 0,'0'0'0'0,"0"0"0"0,0 0 0 0,0 0 0 0,0-1 0 0,0-4 0 0,0-1 0 0,0-4 0 0,0-2 0 0,0 1 0 0,0 1 89 0,0-4 68 0,-2 1-59 0,-5 0-31 16,2 1 157-16,-4 1-93 0,-3-1-38 0,-3 4-33 16,-4 1 192-16,-3 4-108 0,-2 1-53 0,-6 2 176 15,-2 0-106-15,-7 18-67 0,0 3-28 0,-2 8 71 16,0 2-137-16,3 8 0 0,8-6 0 15,-2 8 0-15,10-3 0 0,7-7 0 0,6 6 0 0,7-4 0 16,2-1 0-16,2-1 0 0,12-2 0 16,9-3 0-16,2-3 0 0,5-2 0 15,2-3 0-15,1-3 0 0,-1-2 0 0,0-4 0 16,-2 1 0-16,-2-2 0 0,-5-3 0 0,2 1 0 16,-3-4 0-16,0-1 0 0,3-1 0 0,0 0-232 15,-2 0 83-15,9-5-789 0,7-8 451 0,0-6 224 16</inkml:trace>
  <inkml:trace contextRef="#ctx0" brushRef="#br0" timeOffset="8006.78">17458 3609 2448 0,'-9'-15'0'0,"3"8"0"0,2 1 0 0,0-1 0 0,1 2 0 0,1 3 0 0,0-1 0 0,2 1 0 0,-2 2 0 0,2 0 0 0,0 0 526 0,0 7-245 0,2 9-114 15,4 5-69-15,1 1 222 0,1 6-229 0,-1 4-91 0,1 9 0 16,-3-4 0-16,2 9 0 0,0-1 0 16,-3 3 0-16,-1-1 0 0,-1 1 0 0,0-3 0 15,-2 8 0-15,0-10 0 0,0-8 0 0,0 3 0 16,0-4 0-16,0-12 0 0,2 3 0 15,-2-6 0-15,0-6 0 0,0-4 0 0,0-3 0 0,0-2 0 16,0-4 0-16,0 0 0 0,0 0 0 16,-6-4 0-16,-1-11 0 0,-1-2 0 15,-1-8 0-15,-1-1 0 0,-1-5 0 0,0-6 0 16,0 4 0-16,-3 3 0 0,0 4 0 0,-4 3 0 16,0 4 0-16,-5 4 0 0,0 7 0 0,-1 5 0 15,-6 1 0-15,0 2 0 0,-2 7 0 0,0 12 0 16,-2 5 0-16,9 1 0 0,2 5 0 0,4 0 0 15,4 1 0-15,3-1 0 0,7-1 0 0,3-2 0 16,2 3 0-16,0 0 0 0,5-6 0 0,9-1 0 16,2-5 0-16,9 1 0 15,2-4 0-15,1-6 0 0,4-3 0 0,3-4 0 16,1-2 0-16,1 0 0 0,-1 0 0 0,0-8 0 16,-2-5 0-16,0 0 0 0,-1 0 0 0,1-2 0 15,-2 1 0-15,2-2 0 0,-1 3-201 0,5-6 51 16</inkml:trace>
  <inkml:trace contextRef="#ctx0" brushRef="#br0" timeOffset="23563.98">18707 3427 2366 0,'0'0'0'0,"-2"0"0"0,0 0 0 0,2 0 0 0,0 0 0 0,0 0 0 0,0 3 0 0,0-1 0 0,2 3 0 0,8 0 0 0,1-1 112 16,6 0 145-16,0-1-108 0,0 1-55 0,3-2-18 15,1 0 36-15,0 0-36 0,-3-2 0 0,1 0-68 16,1 0 0-16,-2 0 42 0,-1 0-11 0,-1 0-186 15,0 0 93-15,-3 0 47 0,-1 0-401 0,-3 0 194 16,0-2 65-16,-2 0 75 0,-2 0-598 0,-2 2 316 16,-1 0 158-16</inkml:trace>
  <inkml:trace contextRef="#ctx0" brushRef="#br0" timeOffset="23792.22">18773 3749 3415 0,'-15'0'0'15,"9"0"0"-15,3 0 0 0,3 0 0 0,0 0 0 0,0 1 0 0,0 2 0 0,5-2 0 0,10 3 0 0,8 0 0 0,3 0 230 0,4-1-95 0,2 1 16 0,9-1-151 0,-7-3 0 0,9 4 0 16,-9-2 0-16,5 0 0 16,-3-2 0-16,0 1 0 0,-10 2 0 0,0-3 0 15,-3 0 0-15,-6 1 0 0,-6-1 0 0,-3 0 0 16,-3 0 0-16,-3 0 0 0,0 0 0 0,-2 0 0 15,0 0-422-15,-2-4 139 0,-4-1 112 0,-1-1 70 16,0-1-762-16</inkml:trace>
  <inkml:trace contextRef="#ctx0" brushRef="#br0" timeOffset="26609.79">19887 3609 2085 0,'2'-25'0'0,"1"-2"0"0,-1 1 0 0,0 1 0 0,-2 5 0 0,0-5 0 0,0 6 0 0,0-2 0 0,-7 6 0 0,-3 0 0 0,1 4 105 0,-2 0-38 0,-3 6 0 16,-1 1-26-16,-2 2 77 0,-1 2-39 0,-3 2 10 15,-4 14-48-15,1 8 43 0,-4 7 1 0,2 6-45 16,1 2 88-16,6 0-34 0,-3 7-10 0,7-4-43 15,6-10 85-15,2 5-43 0,2-5 0 0,5-5 17 16,0-4-59-16,0 1-1 0,0-8 0 0,8-2 33 16,5-3-33-16,-2-4 11 0,4-5-45 15,0-2-6-15,2 0 0 0,4-2 0 16,-1-13 0-16,3-6 0 0,-2-4 0 0,-1 0 0 16,-1-5-49-16,-1 2 8 0,-8 7 13 0,0-2-6 15,-5 10 12-15,0 3 1 0,-4 3 7 0,1 3 104 16,0 3-49-16,-2 1 2 0,0 8-45 0,0 13 39 15,-4 4-37-15,3 1 0 0,1 5 0 0,0-3 0 16,3 2 0-16,8-3 0 0,6-3 0 0,3-3 0 16,0-7 0-16,8 2 0 15,0-9 0-15,-1-3 0 0,-2-4 0 0,1 0-44 16,1-10-88-16,-2-11 61 0,1-3-5 0,0-12-46 16,-2 0 18-16,3-7 32 0,-3-4-90 0,4-14 66 15,-1-3 28-15,-1-9-1 0,8-19-49 0,-4-1 39 16,2-4-10-16,2-3-59 0,-2 6 53 0,-8 19 28 15,-6 17-1-15,0 4 117 0,-9 19-54 0,-4 10 9 16,-3 11-44-16,3 5 159 0,-3 3-80 0,-2 5-39 16,0 1 476-16,0 15-241 15,0 10-82-15,-5 13-74 0,1 5 262 0,1 8-150 16,-3 7-152-16,3 14-39 0,-1-5 0 0,0 1 0 16,4-3 0-16,0 1 0 0,0-9 0 0,0 12 0 15,0-18 0-15,0 5 0 0,0-5 0 0,0-5 0 16,0-8 0-16,0-4 0 0,0-9 0 15,0-2 0-15,0-9 0 0,0-5 0 0,0-3 0 0,0-5 0 16,-2-1 0-16,-4 0 0 0,-3-14 0 0,2-8 0 16,-1-4 0-16,0-5 0 15,-1-10 0-15,2 0 0 0,-1 1 0 0,0 7 0 16,-1-2 0-16,-2 6 0 0,-1 8 0 0,-2 0 0 16,-2 6 0-16,0 6 0 0,-1 3 0 0,0 5 0 15,-2 1 0-15,-2 3 0 0,3 14 0 0,-1 5 0 16,2 5 0-16,2 4 0 0,4 1 0 0,4 2 0 15,0 2 0-15,7-3 0 0,0 2 0 0,0-5 0 16,5 0 0-16,7-4 0 0,3-4 0 0,2 0 0 16,1-8 0-16,5 3 0 0,0-8 0 0,2-1 0 15,-1-4 0-15,-2-4 0 16,8 0 0-16,0 0 0 0,2-8-756 0,8-7 275 16,-2-4 221-16,-4 3 99 0,5-9-711 0</inkml:trace>
  <inkml:trace contextRef="#ctx0" brushRef="#br0" timeOffset="26769.24">20721 3528 3668 0,'-4'-1'0'0,"1"-1"0"0,-2 0 0 0,3 0 0 0,0 0 0 0,2 0 0 0,0 1 0 0,9-2 0 0,11 3 0 0,2-1 0 0,7 1 123 0,3-1 17 0,1 1-140 0,1 0 0 16,2 0 0-16,-1 0 0 0,2 0 0 0,-6 0 0 15,1 0 0-15,-2 0-538 0,1 0 232 0,-10 0 183 16,4 0-853-16,-4-4 471 0,-3-2 216 15</inkml:trace>
  <inkml:trace contextRef="#ctx0" brushRef="#br0" timeOffset="27146.17">21320 2946 3209 0,'1'-9'0'0,"1"3"0"0,0 5 0 0,1-2 0 0,-1 1 0 0,-2 2 0 0,0 8 0 0,0 16 0 0,0 9 0 0,0 9 0 0,0 9 186 0,0 12-73 0,0 3-37 15,-2-1 1-15,-3-8-27 0,2 15 170 0,-1-10-220 16,4-9 0-16,-2 2 0 0,0-7 0 16,2-9 0-16,-1-1 0 0,-3-5 0 0,2-11 0 15,0-2 0-15,0-11 0 0,1-3 0 16,-1-2 0-16,-3-4 0 0,3-4 0 0,2-18 0 16,0-4 0-16,2-3 0 0,10 2 0 0,3 0 0 15,4 2 0-15,2 6 0 0,-1 5 0 0,6 0 0 16,2 10 0-16,1 1 0 0,-1 3 0 0,-2 0 0 15,-4 11 0-15,5 9 0 0,-8 0 0 0,-3 2 0 16,-4 3 0-16,-5 1 0 0,-5-2 0 0,-2 7 0 16,0-3 0-16,-16-4 0 0,-5-1 0 0,-4-3 0 15,-5-5 0-15,-2-3 0 16,-3-3 0-16,-1-5 0 0,-1-4 0 0,-2 0 0 16,6 0 0-16,3-6 0 0,5-7 0 0,5-6 0 15,8-1 0-15,7-5 0 0,5-3 0 0,2 0-83 16,22-7-920-16,8 4 482 0,9-1 240 0,16-3-298 15</inkml:trace>
  <inkml:trace contextRef="#ctx0" brushRef="#br0" timeOffset="27322.62">22130 3213 3136 0,'13'-13'0'0,"-10"6"0"0,-1 2 0 0,-2 2 0 0,-7 2 0 0,-22 1 0 0,-1 0 0 0,-7 12 0 0,-2 15 0 0,-1 4 0 0,2 9 104 16,6 7 587-16,8 3-691 0,8 5 0 0,5 0 0 15,11-5 0-15,0-7 0 0,12 8 0 0,10-9 0 0,8-8 0 16,7-2 0-16,4-5 0 0,8-7 0 0,15 1 0 16,0-5 0-16,3-7 0 15,8-1 0-15,0-1 0 0</inkml:trace>
  <inkml:trace contextRef="#ctx0" brushRef="#br0" timeOffset="27452.67">23012 3941 3931 0,'-4'-6'0'0,"4"3"0"0,0-6 0 0,0 3 0 0,0 2 0 0,0 2 0 0,0-2 0 0,0 2 0 0,0-5 0 0,0 4 0 0,0-3 0 0,0 2 0 15,0 1 0-15,0 1 0 0,0 2-529 0</inkml:trace>
  <inkml:trace contextRef="#ctx1" brushRef="#br0">5006 15427 0,'0'0'16,"0"0"-16,0 0 15,0 0-15</inkml:trace>
  <inkml:trace contextRef="#ctx1" brushRef="#br1" timeOffset="1970.2">25740 11441 0</inkml:trace>
  <inkml:trace contextRef="#ctx0" brushRef="#br1" timeOffset="31482.99">16059 2856 1402 0,'-4'-11'0'0,"-1"-1"0"0,1 3 0 0,-1-5 0 16,1 7 0-16,2-3 0 0,-1 2 0 0,0-2 0 0,3 3 0 0,0 2 0 0,0-1 245 0,0 0-106 0,0 3-47 0,0 0 0 0,0 2 120 0,0-1-83 15,0-1-33-15,0 3 117 0,0 0-85 0,0 0-41 16,0 0-1-16,0 0 7 0,0 0 10 15,3 0-59-15,-2 0-1 0,3 0 98 0,2 0-50 16,-3 3 1-16,3 0 37 0,-3 1-48 16,4 2 1-16,-4-1-39 0,3 2 25 0,-3-2-68 15,3 1 0-15,-1-1 0 0,-1 2 0 0,1-1 0 16,0 1 0-16,-1-1 0 0,1 1 0 0,-1 0 0 16,1 0 0-16,2-2 0 0,-4 4 0 0,3-3 0 15,-1 0 0-15,-1 2 0 0,1-3 0 0,2 1 0 16,-2 0 0-16,-1 0 0 0,1-3 0 15,1 3 0-15,-3-3 0 0,3 3 0 0,0-4 0 16,-2 1 0-16,1 1 0 0,1 2 0 0,-3-2 0 16,3-1 0-16,0 3 0 0,0-2 0 15,-1 2 0-15,1 0 0 0,-1 0 0 0,2-1 0 16,-2 2 0-16,1-1 0 0,1 1 0 0,-2 1 0 16,4-1 0-16,-4 0 0 0,2 2 0 0,1 0 0 15,-3-2 0-15,5 1 0 0,-4-1 0 0,1 1 0 16,-2 1 0-16,4-2 0 0,-4 1 0 0,0-1 0 15,1 1 0-15,-2-1 0 0,1 1 0 16,0-1 0-16,-2-1 0 0,1 1 0 0,1 1 0 0,-1-1 0 16,0 0 0-16,1 2 0 15,1 0 0-15,0-1 0 0,1 1 0 0,0 0 0 16,2-1 0-16,-2 1 0 0,4 1 0 0,-4 1 0 16,3-1 0-16,-2 1 0 0,1-2 0 0,-4 1 0 15,5 3 0-15,-3-4 0 0,-1 2 0 16,1 1 0-16,0-4 0 0,-2 5 0 0,2-2 0 0,-1 0 0 15,1 0 0-15,1 0 0 0,0 0 0 16,-1-1 0-16,2 0 0 0,1-1 0 16,-1 0 0-16,2 1 0 0,1-2 0 0,-3 0 0 15,2 0 0-15,-1 2 0 0,1-3 0 0,-2 2 0 16,1 0 0-16,-1 2 0 0,-2-1 0 0,4 4 0 16,-4-3 0-16,0 3 0 0,2-2 0 0,-1 1 0 15,0 0 0-15,-1-1 0 0,0 0 0 0,3 0 0 16,-2-3 0-16,-1-2 0 0,2 3 0 15,1-3 0-15,-1 2 0 0,0-4 0 0,-1 2 0 0,2-4 0 16,-1 2 0-16,1 1 0 16,-1-1 0-16,0 1 0 0,3-1 0 0,-5 0 0 15,2 4 0-15,2-2 0 0,-3 1 0 0,1 2 0 16,0-1 0-16,0 0 0 0,0 0 0 0,-2 0 0 16,2 2 0-16,-1 1 0 0,1-3 0 0,-2 1 0 15,2-1 0-15,0-1 0 0,-2 1 0 0,0-2 0 16,3 4 0-16,-4-4 0 0,3 2 0 0,-2-2 0 15,3 2 0-15,-3 1 0 0,3 0 0 0,-3 1 0 16,3 1 0-16,-1-1 0 0,0 2 0 0,1 0 0 16,-1-2 0-16,-1 0 0 15,1 1 0-15,1-1 0 0,-1-1 0 0,-2-3 0 16,3 2 0-16,-3-3 0 0,1 2 0 0,1-3 0 16,-1 0 0-16,-1 1 0 0,1-1 0 0,-1 1 0 15,1-2 0-15,-2 0 0 0,-1 0 0 0,2 2 0 16,-1-1 0-16,0 1 0 0,1 0 0 0,-1-1 0 15,1 1 0-15,-1 2 0 16,2-3 0-16,-1 1 0 0,0 1 0 0,1-2 0 16,0 3 0-16,-1-3 0 0,2 4 0 0,-1-2 0 15,2 1 0-15,-3-2 0 0,2 3 0 0,-4-3 0 16,6 0 0-16,-6 2 0 0,2-1 0 0,1-1 0 16,0 3 0-16,-3-3 0 0,3 2 0 0,-3-3 0 15,3 2 0-15,0 2 0 0,-1-3 0 0,0 0 0 16,1 2 0-16,-2-3 0 0,1 1 0 0,0 0 0 15,1 2 0-15,-2-5 0 0,1 4 0 16,-1-1 0-16,-1-1 0 0,1 1 0 16,-2 1 0-16,2 0 0 0,-3-2 0 0,1-1 0 15,-2 2 0-15,2-3 0 0,-3 1 0 0,3 0 0 16,-2-3 0-16,0 2 0 0,-1-1 0 0,4-1 0 16,-3-1 0-16,0 2 0 0,-1-2 0 0,1 0 0 15,-2 0 0-15,0 0 0 0,2 0 0 0,-2 0 0 16,0 0 0-16,0 0 0 0,0 0 0 0,0 0 0 15,0 0 0-15,0 0 0 0,0 0 0 0,0 0 0 16,0 0 0-16,0 0 0 16,0 0 0-16,0 0 0 0,0 0 0 0,0 0 0 15,0 0 0-15,0 0 0 0,-2 0 0 0,-1 0 0 16,-3 0 0-16,0 0 0 0,-3 0 0 0,-2 0 0 16,-1 6-150-16,-8 5 5 0</inkml:trace>
  <inkml:trace contextRef="#ctx0" brushRef="#br1" timeOffset="37216.61">17584 2698 1620 0,'0'-3'0'0,"0"0"0"15,0 0 0-15,0 0 0 0,-2 0 0 0,2 2 0 0,-3-1 0 0,1 2 0 0,0 0 0 0,0 0 0 0,2 0 218 0,-2 0-88 0,0 0-43 16,0 0-1-16,0 0 71 0,-2 0-47 0,1 0-39 15,-3 0 1-15,1 6 30 0,-4 0-30 0,2 0 11 16,-4 2 85-16,2 2-63 0,-3-1-31 0,1 3-1 16,-1-4 79-16,2 4-44 0,0-1-38 0,0-1 106 15,1 5-66-15,0-5-34 0,0 4-65 0,-1-1-11 16,3 1 0-16,-2-2 0 0,0 1 0 16,0-1 0-16,2 1 0 0,0 0 0 0,-3-1 0 0,2 0 0 15,-1 3 0-15,0 1 0 16,-1-2 0-16,-1 1 0 0,2 0 0 0,-1 0 0 15,1 2 0-15,0-2 0 0,-1 0 0 0,-1 0 0 16,2 3 0-16,-1-3 0 0,-1 0 0 0,0 0 0 16,-1 1 0-16,-1-1 0 0,1 1 0 0,2-2 0 15,-3 2 0-15,-3 0 0 0,5 1 0 0,-4 0 0 16,0 0 0-16,0 0 0 0,-2 4 0 0,0-4 0 16,1 2 0-16,0-3 0 0,0 4 0 0,-2 1 0 15,6-5 0-15,-7 4 0 0,6-5 0 0,-2 2 0 16,0-2 0-16,2 2 0 0,0 0 0 0,-1 1 0 15,1-2 0-15,1 3 0 16,-2 2 0-16,1-5 0 0,-1 5 0 0,2-4 0 16,-2 1 0-16,1 1 0 0,-1-3 0 0,-2 4 0 15,2-3 0-15,0 1 0 0,-1-3 0 0,0 2 0 16,2-2 0-16,-1 1 0 0,4-2 0 0,-3 1 0 16,1 1 0-16,3-2 0 0,-3 2 0 0,3-1 0 15,-2 1 0-15,2 0 0 0,-3 1 0 0,3-1 0 16,-3 1 0-16,5 1 0 15,-2-3 0-15,1-1 0 0,0 2 0 0,3-1 0 16,-1 0 0-16,1-3 0 0,-1 4 0 0,1-3 0 16,0 2 0-16,0 0 0 0,-1 0 0 0,1 0 0 15,-2 0 0-15,0 1 0 0,0-2 0 0,1 1 0 16,-1-2 0-16,0 2 0 0,-1 0 0 0,0 0 0 16,3-1 0-16,-2-1 0 15,0-1 0-15,0-1 0 0,3 2 0 0,-1-5 0 0,1 2 0 0,-1-1 0 16,-2 1 0-16,4-3 0 0,-1 1 0 15,0-1 0-15,1 2 0 0,-3-5 0 16,3 4 0-16,-2-1 0 0,0-1 0 0,-1 1 0 16,2-1 0-16,1 1 0 0,-1-2 0 0,2 0 0 15,-1-2 0-15,3 1 0 0,-3 0 0 0,3-3 0 16,-2 2 0-16,2-3 0 0,0 2 0 0,0-2 0 16,0 0 0-16,0 0 0 0,0 0 0 0,0 0 0 15,0 0 0-15,0 0 0 16,0 0 0-16,0 0 0 0,0 0 0 0,0 0 0 15,0 0 0-15,0 0 0 0,0 0 0 0,0 0 0 16,0 0 0-16,0 0 0 0,0 0 0 0,0 0 0 16,0 0 0-16,0-2 0 0,0-2 0 0,0-2 0 15,0 1 0-15,2 0 0 0,4 1 0 0,3-1 0 16,4 4 0-16,3 1-611 0</inkml:trace>
  <inkml:trace contextRef="#ctx0" brushRef="#br1" timeOffset="51238.94">13595 6612 1645 0,'0'-3'0'0,"-2"0"0"0,0-3 0 0,2 1 0 0,0 0 0 0,0 0 0 0,0-2 0 0,0 0 0 0,0 1 0 0,0 1 0 0,4-1 114 0,-3 2-14 16,4 0 132-16,-3 3-88 0,0-1-45 0,0 2 39 16,-1 0-29-16,-1 0-12 0,0 0-43 0,0 0 83 15,0 0-41-15,2 0-1 0,-2 0-26 16,0 0 110-16,0 0-62 0,0 0 0 0,0 0 82 0,0 0-73 15,2 0-62-15,-2 0-64 0,2 0 0 0,0 0 0 16,1 0 0-16,1 0 0 0,2 2 0 16,0 1 0-16,-1-1 0 0,3 0 0 15,-3 2 0-15,3-3 0 0,0 3 0 0,-1 0 0 16,-2-2 0-16,4 2 0 0,0 0 0 0,-2-2 0 16,0 1 0-16,1-1 0 0,2 2 0 0,-1 0 0 15,0-3 0-15,1 3 0 0,-1 1 0 0,2-2 0 16,1 1 0-16,-1 1 0 0,2 1 0 0,0-3 0 15,-2 3 0-15,3 0 0 0,0-1 0 16,0 1 0-16,0 2 0 0,2-3 0 0,-1 3 0 0,2-1 0 16,-3 0 0-16,4 2 0 15,-2-1 0-15,3 0 0 0,-2 2 0 0,2-3 0 16,-2 3 0-16,1-3 0 0,2 2 0 0,-4 1 0 16,3 0 0-16,-2-2 0 0,0 2 0 0,2 0 0 15,-1 1 0-15,-1 0 0 0,2-2 0 0,0 4 0 16,2 1 0-16,-1-2 0 0,1 1 0 0,-2-1 0 15,6 1 0-15,-2 2 0 0,2-1 0 0,-1-1 0 16,1-1 0-16,-3 2 0 0,4 1 0 16,-3 0 0-16,0-2 0 0,2 2 0 15,-5 1 0-15,-1-4 0 0,4 5 0 0,-5-5 0 16,3 4 0-16,-1-1 0 0,-1 1 0 0,0-6 0 16,3 6 0-16,1-3 0 0,-2 1 0 0,1 0 0 15,0-1 0-15,-1-2 0 0,2 3 0 0,-5-3 0 16,1 3 0-16,1-3 0 0,0 1 0 15,-3 1 0-15,1 1 0 0,1-3 0 0,-1 1 0 0,0 3 0 16,-1-5 0-16,1 4 0 16,0-3 0-16,0 0 0 0,-1 2 0 0,1-2 0 15,-2 3 0-15,3-3 0 0,-3 2 0 0,2-1 0 16,-2 0 0-16,1 1 0 0,0 1 0 0,0 1 0 16,1 0 0-16,0 1 0 0,1 0 0 0,-5-2 0 15,4 2 0-15,-2 1 0 0,3 2 0 0,-4-4 0 16,4 4 0-16,-6-3 0 0,2-1 0 0,0 2 0 15,0 1 0-15,-2-3 0 0,3 0 0 0,-4 0 0 16,4 0 0-16,-3-1 0 0,2-1 0 0,-2 2 0 16,2-1 0-16,0 1 0 15,0-2 0-15,-2 1 0 0,3-1 0 0,-2 2 0 16,1-4 0-16,0 1 0 0,-2-1 0 0,3 1 0 16,-4-3 0-16,4 1 0 0,-2-1 0 0,0 0 0 15,-1-1 0-15,1-1 0 0,-5 1 0 0,2-2 0 16,-4-3 0-16,3 3 0 0,-3 0 0 0,-1-3 0 15,-1 1 0-15,0-2 0 0,-3 0 0 16,1 0 0-16,-1-2 0 0,0 3 0 0,0-3 0 16,-2 0 0-16,0 0 0 0,0 0 0 15,0 0 0-15,1 0 0 0,1 0 0 0,-2 0 0 16,0-7 0-16,0 0 0 0,0-4 0 0,-3 1 0 16,-11-1 0-16,-6 1 0 0,-14 3 0 0,-19 7 0 15</inkml:trace>
  <inkml:trace contextRef="#ctx0" brushRef="#br1" timeOffset="52771.86">15763 6246 1817 0,'5'-13'0'15,"3"3"0"-15,-1-1 0 0,3 2 0 0,1-2 0 0,1 1 0 0,0 0 0 0,-1 4 0 0,1-3 0 0,-3 2 0 0,-1 3 97 0,-1-1 59 0,1-1-56 0,-4 5-17 0,-1-2-10 0,-1 2 233 16,0-1-131-16,0 0-65 16,-2 2 257-16,0 0-150 0,0 0-92 0,0 0-40 15,0 0 118-15,0 0-186 0,0 0-17 0,-11 8 0 16,-6 3 0-16,-2 4 0 0,-3 3 0 0,-7 1 0 16,-4 7 0-16,1-3 0 0,-12 5 0 0,3 0 0 15,-2 3 0-15,-2 1 0 0,-7 6 0 0,10-7 0 16,-13 10 0-16,7-1 0 0,-3-1 0 15,1 2 0-15,-3 0 0 0,3-3 0 16,-12 9 0-16,8-6 0 0,2-1 0 0,1-1 0 16,0 1 0-16,8-7 0 0,-10 10 0 0,8-5 0 15,-2 0 0-15,8-3 0 0,-4 3 0 0,-1-1 0 16,5-1 0-16,2 0 0 0,1-2 0 0,3 0 0 16,-2 0 0-16,5-5 0 0,-6 9 0 0,3-4 0 15,-1 4 0-15,0-3 0 0,0 1 0 0,6-6 0 16,-6 8 0-16,10-11 0 0,-1 3 0 0,3-5 0 15,1 0 0-15,6-7 0 0,-2 1 0 0,2-2 0 16,0 1 0-16,2-4 0 16,-2-1 0-16,2 2 0 0,-4 0 0 0,0 3 0 15,0-2 0-15,-2 3 0 0,1-1 0 0,1 1 0 16,-6 3 0-16,5 1 0 0,-1-3 0 0,0 1 0 16,4-1 0-16,0-2 0 0,0-1 0 0,2 0 0 15,1-2 0-15,1-2 0 0,2-1 0 16,1-4 0-16,2 0 0 0,1 0 0 0,-1-3 0 0,5-1 0 15,-3 0 0-15,2-1 0 0,0-1 0 0,0 0 0 16,2 0 0-16,-2-2 0 16,2 0 0-16,0 3 0 0,0-3 0 0,0 0 0 15,0 0 0-15,0 0 0 0,0 0 0 0,0 0 0 16,0 0 0-16,0 0 0 0,0 0 0 0,0 0 0 16,0 0 0-16,0 0 0 0,0 0 0 0,0 0 0 15,0 0 0-15,0 0 0 0,-2 0 0 0,2 0 0 16,0 0 0-16,0-3 0 0,0 1 0 0,0-2-134 15</inkml:trace>
  <inkml:trace contextRef="#ctx0" brushRef="#br1" timeOffset="56933.14">14931 11455 1767 0,'-4'-22'-5'0,"2"11"2"0,0 1 2 0,1 5 0 0,1 1 1 0,0 2 0 0,0 0 0 0,0 0 0 0,3-2 0 0,6 1 0 0,4-1 109 0,3 2-1 0,-2-2 176 15,4 3-92-15,-4-2-72 0,2 2 31 0,-4 1-42 16,2 0-1-16,-1 0-42 0,-4 0 83 0,3 7-15 16,-1 1-69-16,-2-2 66 0,3 3-1 0,-1 0-64 15,0 0 16-15,0 1 38 0,0 0-70 0,3 0-50 16,-1 1 0-16,0-3 0 0,0 3 0 0,0-1 0 16,2 0 0-16,-2-1 0 15,1 2 0-15,-3-2 0 0,2 1 0 0,-2 1 0 0,0-2 0 0,-1 3 0 16,1-3 0-16,-2 2 0 15,1 0 0-15,1 1 0 0,-2 0 0 0,2 1 0 16,-1-1 0-16,1 2 0 0,1 0 0 0,-1 0 0 16,2 1 0-16,2 0 0 0,2 2 0 0,-2-2 0 15,4 3 0-15,-2-1 0 0,4 2 0 0,-3 1 0 16,3-3 0-16,2 5 0 0,-3-4 0 0,4 3 0 16,-1-1 0-16,4 1 0 0,-3 0 0 0,0 1 0 15,4 1 0-15,-1 1 0 0,1 0 0 16,0 1 0-16,-1 0 0 0,-1-1 0 0,0 2 0 0,3 0 0 15,-4 3 0-15,2-3 0 16,1 2 0-16,-2 2 0 0,4 2 0 0,-1 0 0 16,-1 0 0-16,2 2 0 0,2 1 0 0,0 1 0 15,1 2 0-15,3-2 0 0,0 1 0 0,-1 1 0 16,3-2 0-16,2 1 0 0,1 1 0 0,1 0 0 16,6 6 0-16,-1-2 0 0,0 1 0 0,-4-6 0 15,9 10 0-15,-2-2 0 0,1-4 0 16,-5 3 0-16,-1-3 0 0,-6-3 0 0,4 3 0 0,-1 0 0 15,3 6 0-15,-4-4 0 16,2-1 0-16,-3-3 0 0,9 9 0 0,-3-2 0 16,4-3 0-16,-2 4 0 0,3-2 0 0,-8-7 0 15,8 8 0-15,-6-4 0 0,-5-5 0 0,1 4 0 16,-1 1 0-16,1 1 0 0,-2-2 0 0,4 9 0 16,-3-4 0-16,-3 1 0 0,4 0 0 0,-4-5 0 15,11 7 0-15,-4-6 0 0,0-3 0 16,-6-1 0-16,9 7 0 0,-8-12 0 0,2 6 0 15,1-2 0-15,-3-2 0 0,-1 3 0 16,-1-5 0-16,-5-4 0 0,4 5 0 0,-4-3 0 16,-4-2 0-16,-4-6 0 0,3 0 0 0,-6-2 0 15,1-2 0-15,-5-3 0 0,0-4 0 0,-2 2 0 16,-2-6 0-16,-2 0 0 0,-3-3 0 0,-1 1 0 16,-1-5 0-16,-4 1 0 0,2-1 0 0,-2-2 0 15,-2 0 0-15,0 0 0 0,1 0 0 0,-1 0 0 16,0 0 0-16,0 0 0 15,0 0 0-15,0-2 0 0,0 2 0 0,-5 0 0 16,-11 0 0-16,-6 2 0 0,-4 7 0 0,-12 4-858 16,-1-2 184-16,-4 3 304 0</inkml:trace>
  <inkml:trace contextRef="#ctx0" brushRef="#br1" timeOffset="57950.11">18726 10862 1318 0,'7'-11'-10'0,"3"2"4"0,-1 1 1 0,2 0 3 0,-2 1-1 0,-2-1 2 0,-2 2-1 0,-1 1 2 0,-2 1-1 0,0 1-2 0,-1 1 114 0,-1 0 0 0,0 2 174 0,0 0-112 16,0 0-56-16,-7 4 62 0,-4 5-66 0,-3 3-1 15,0 0-52-15,-5 5 90 0,2-2-44 16,0 0 14-16,-6 4 80 0,3-3-70 15,-1 2 0-15,-3 0-70 0,-3 3 133 0,-1 2-52 16,-6 1-15-16,1 3-97 0,-3-2-29 0,-1 4 0 16,-1 1 0-16,0 2 0 0,-1 2 0 0,0 2 0 15,-3-1 0-15,1 3 0 0,-4-3 0 0,-1 3 0 16,4-2 0-16,-4 0 0 0,1 1 0 0,0 1 0 16,2-3 0-16,-2 3 0 0,-4 5 0 0,4-4 0 15,-2 3 0-15,1 1 0 0,2 0 0 0,5-6 0 16,-7 3 0-16,5 1 0 0,0-3 0 0,-1-2 0 15,5 0 0-15,-2-1 0 0,-3-1 0 16,3 1 0-16,-2 1 0 0,0 2 0 16,2-3 0-16,0 3 0 0,0-1 0 0,-1 3 0 15,1-3 0-15,0 3 0 0,2-3 0 0,0 1 0 16,1 1 0-16,3-3 0 0,1 0 0 0,-2 1 0 16,0-1 0-16,3 0 0 0,-3 0 0 0,2 1 0 15,-2 0 0-15,2 1 0 0,0 1 0 0,-1 0 0 16,-2 3 0-16,1 0 0 15,-1-1 0-15,-3-2 0 0,3 3 0 0,-1-3 0 16,3 1 0-16,-4-1 0 0,3 0 0 0,-1 1 0 16,-1-1 0-16,3 3 0 0,-1-3 0 0,-2 4 0 15,3-1 0-15,-2-1 0 0,-1 2 0 0,3 0 0 16,-3-1 0-16,-3-1 0 0,2 2 0 0,-2-4 0 16,0 2 0-16,4 2 0 0,-4-2 0 0,-3 8 0 15,4-2 0-15,1-1 0 0,3-5 0 0,-1 9 0 16,-2-6 0-16,5 1 0 15,2-2 0-15,-2-2 0 0,2-1 0 0,-2 0 0 16,-1-1 0-16,-1 1 0 0,-2-2 0 0,3 2 0 16,4-4 0-16,-6 5 0 0,5-4 0 0,1-2 0 15,3-3 0-15,3-4 0 0,1 1 0 0,0-4 0 16,2 0 0-16,4-2 0 0,1-6 0 0,0 1 0 16,1-1 0-16,3-3 0 0,0-2 0 0,3-1 0 15,1-3 0-15,2-1 0 0,-1-1 0 0,2 0 0 16,0-4 0-16,2 0 0 0,2-1 0 0,0-1 0 15,-2 0 0-15,0 0 0 16,1 0 0-16,-1 0 0 0,0 0 0 0,2-1 0 16,-2-3 0-16,2-2 0 0,0 0 0 0,4 1-525 15,15 1-212-15,15 2 339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7:42.290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7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48:15.871"/>
    </inkml:context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4509 4132 1343 0,'0'-2'0'0,"0"0"0"0,0-1 0 0,-2 3 0 0,2 0 0 0,0 0 0 0,0 0 0 0,0 0 0 0,0 0 0 0,0 0 0 0,0 0 54 0,0 0 90 0,0 0-31 16,0 0-14-16,0 0-45 15,0 0 189-15,0 0-94 0,0 0-48 0,0 0 262 16,0 0-161-16,0 0-75 0,0 0-36 0,0 0 124 16,0 0-81-16,0 0-26 0,0 0 195 0,0 0-215 15,0 0-88-15,0 0 0 0,0 0 0 0,0 0 0 16,0 0 0-16,0-1 0 0,0 1 0 0,0 0 0 16,2-2 0-16,-1 2 0 0,0-3 0 0,6 3 0 15,-3 0 0-15,1 0 0 0,0 0 0 0,0 0 0 16,-1 0 0-16,1 0 0 0,1 0 0 15,-3 0 0-15,4 0 0 0,-2 0 0 16,0 0 0-16,1 3 0 0,1-3 0 0,0 0 0 16,0 2 0-16,-1-2 0 0,1 0 0 0,1 0 0 15,-4 1 0-15,0-1 0 0,2 0 0 0,-2 3 0 16,0-3 0-16,-1 0 0 0,2 2 0 0,-2-2 0 16,1 2 0-16,-1 0 0 0,1-2 0 0,0 1 0 15,3-1 0-15,-5 2 0 16,4-2 0-16,-1 0 0 0,1 2 0 0,2 0 0 0,-3-2 0 0,3 2 0 15,-1 0 0-15,1-1 0 16,-1 1 0-16,3 0 0 0,0 1 0 0,-2 0 0 16,2 1 0-16,-1-2 0 0,2 0 0 0,-1 5 0 15,2-4 0-15,-1 3 0 0,-2-2 0 0,2 0 0 16,2 1 0-16,-2 0 0 0,2 0 0 0,-1-2 0 16,-2 2 0-16,5-2 0 0,-5 1 0 0,4-1 0 15,-3 1 0-15,2 0 0 0,0-2 0 16,-1 2 0-16,-1 0 0 0,0-1 0 0,2 1 0 15,0-1 0-15,-1 0 0 0,1 0 0 16,0 1 0-16,4-2 0 0,-5 1 0 0,3 2 0 16,0-4 0-16,2 3 0 0,-1 1 0 0,-1 0 0 15,2-2 0-15,1 3 0 16,-4 1 0-16,3-1 0 0,0 2 0 0,-2-1 0 0,1 1 0 0,2-2 0 16,-2 1 0-16,2 1 0 0,-2-1 0 15,3-2 0-15,-2 3 0 0,-4-3 0 0,3 1 0 16,-2-1 0-1,2 1 0-15,-3 0 0 0,-1-1 0 0,2 1 0 0,0 1 0 0,-3-2 0 16,-1 0 0-16,1 1 0 0,1-1 0 0,-1 1 0 16,2 0 0-16,-3-3 0 0,2 3 0 0,1-3 0 15,-3 3 0-15,2 0 0 0,1 0 0 0,-1-3 0 16,-2 3 0-16,5-1 0 0,-4 0 0 0,1 0 0 16,1 1 0-16,-2-1 0 0,3 0 0 0,-3 1 0 15,2 3 0-15,-2-4 0 0,3 3 0 0,-1-2 0 16,-1 1 0-16,2-3 0 0,-1 5 0 0,0-2 0 15,2-2 0-15,1 3 0 16,-2 1 0-16,2-2 0 0,1 0 0 0,-3 0 0 16,4 1 0-16,-4-1 0 0,1 1 0 0,0 0 0 15,-1-1 0-15,-2 1 0 0,2-3 0 0,-2 3 0 16,3-1 0-16,-5 1 0 0,5-1 0 0,-5 0 0 16,2 3 0-16,2-2 0 0,-1-1 0 0,0 3 0 15,0-3 0-15,2 2 0 0,-2-1 0 0,1-1 0 16,-1 2 0-16,0 1 0 15,0-1 0-15,3-1 0 0,-6 2 0 0,5-2 0 16,-4 1 0-16,3 0 0 0,1 0 0 0,-2 0 0 16,0-1 0-16,2 1 0 0,0 4 0 0,2-7 0 15,-2 3 0-15,0 1 0 0,2 0 0 0,1-3 0 16,-1 2 0-16,-1-1 0 0,3 0 0 0,-3 1 0 16,4 0 0-16,-1-2 0 0,-3 2 0 0,0 0 0 15,2-2 0-15,-2 2 0 0,2 0 0 16,-4 1 0-16,3 0 0 0,-2-1 0 0,3 3 0 0,-4-3 0 15,2 2 0-15,2-1 0 16,-3 1 0-16,2-2 0 0,0 2 0 0,0 1 0 16,0-3 0-16,2 2 0 0,-3-2 0 0,3 1 0 15,0 2 0-15,-2-2 0 0,2 3 0 0,-1-5 0 16,1 4 0-16,-1-2 0 0,0 4 0 0,2-3 0 16,-3 2 0-16,4 1 0 0,-4-1 0 0,5 0 0 15,-1 0 0-15,-1 0 0 0,4 0 0 0,-4-2 0 16,1 3 0-16,1-3 0 15,-1 0 0-15,-2 0 0 0,6 1 0 0,-7-3 0 16,3 2 0-16,3 2 0 0,-4-1 0 0,0-3 0 16,2 4 0-16,-2-4 0 0,3 5 0 0,-2-1 0 15,1-3 0-15,-3 2 0 0,6 1 0 0,-2-2 0 16,-1 3 0-16,2 0 0 0,0-2 0 0,1 1 0 16,3 0 0-16,-2 0 0 0,2-1 0 15,0 1 0-15,1 0 0 0,2 0 0 16,-4 1 0-16,1-1 0 0,-1-1 0 0,-1 3 0 15,2-1 0-15,-2-1 0 0,2 1 0 0,-1 1 0 16,1-1 0-16,0 1 0 0,0 2 0 0,2-1 0 16,-1 0 0-16,1 0 0 0,0 2 0 0,3-3 0 15,-2 0 0-15,4 2 0 0,-3 0 0 0,2 1 0 16,1-3 0-16,-3 2 0 0,5 1 0 0,-5-3 0 16,1 3 0-16,-1-1 0 0,3 1 0 0,-2-1 0 15,0 0 0-15,5 4 0 0,-3-2 0 16,-2-2 0-16,6 1 0 0,0 2 0 0,-7-3 0 15,9 3 0-15,-1-2 0 0,-6 0 0 16,2-1 0-16,-4-1 0 0,3 4 0 0,3 2 0 16,-3-3 0-16,2 0 0 0,-2-1 0 0,2 2 0 15,-3-2 0-15,5 5 0 0,0-3 0 0,2-1 0 16,-2 1 0-16,3-1 0 0,-5-2 0 0,8 6 0 16,-5-5 0-16,-1 0 0 0,0 0 0 0,0-1 0 15,-5 0 0-15,6 2 0 0,-2-3 0 16,-3 3 0-16,3-2 0 0,-8 0 0 15,5 2 0-15,7 1 0 0,-6 0 0 0,1-2 0 16,0 3 0-16,-2-2 0 0,-3-2 0 0,3 3 0 16,-4 0 0-16,0-2 0 0,2-1 0 0,-4 0 0 15,1-1 0-15,1 0 0 0,-3-1 0 16,0 0 0-16,-3-2 0 0,2 0 0 0,-6-1 0 0,2-3 0 16,-3 2 0-16,-1-1 0 0,0-3 0 15,-3 1 0-15,0-3 0 0,-3 2 0 0,-1-3 0 0,-2 0 0 16,0 1 0-16,-3-3 0 15,1 2 0-15,-2-2 0 0,-3 1 0 0,-1-3 0 0,0 0 0 16,0 0 0-16,-1 0 0 0,-1 0 0 16,0 0 0-16,0 0 0 0,0 0 0 0,0 0 0 15,0 0 0-15,0 0 0 0,0 0 0 0,0 0 0 16,0 0 0-16,0 0 0 0,0 0 0 0,0 6 0 16,-14 11 0-16,-23 21 0 0</inkml:trace>
  <inkml:trace contextRef="#ctx0" brushRef="#br0" timeOffset="8171.66">7577 4150 1148 0,'-2'-4'0'0,"1"1"0"16,-3-1 0-16,2 0 0 0,0 1 0 0,2-1 0 0,0 1 0 0,0 2 0 0,0-4 0 0,0 4 0 0,0-3 115 0,0 3-13 0,0-3-49 0,0 0 93 0,4 1-47 16,1-1 0-16,2-1-32 0,-1 2 116 0,2 0-65 15,1-2 0-15,-2 2-65 0,-2-1 105 0,1 2-58 16,-1 1-1-16,-3-2 83 0,3 1-64 0,-5 1-1 16,2-1 23-16,0 2-50 0,0 0-1 15,0 0-35-15,-2-2 152 0,2 2-76 16,0 0-25-16,1 0-63 0,2-2-42 15,-2 2 0-15,1-2 0 0,0 2 0 0,1 0 0 0,-1-2 0 16,-1 2 0-16,4 0 0 0,-4 0 0 0,1 0 0 0,0 0 0 16,1 0 0-16,-1 0 0 15,1 0 0-15,2 0 0 0,-4 0 0 0,3 0 0 0,-1 0 0 16,2 0 0-16,-1 2 0 0,0-2 0 0,0 2 0 16,1-2 0-16,-1 2 0 15,-1-2 0-15,1 2 0 0,0-2 0 0,-1 2 0 16,1-1 0-16,-1 1 0 0,4 2 0 0,-4-2 0 15,4 2 0-15,-2-1 0 0,2 2 0 0,-2-2 0 16,0 0 0-16,2 2 0 0,0-1 0 0,-2-1 0 16,3 1 0-16,-3 0 0 0,0 0 0 0,1 1 0 15,0-2 0-15,-2 4 0 0,2-4 0 0,0 3 0 16,0-1 0-16,-2 2 0 0,3-2 0 0,-2 0 0 16,2 3 0-16,0-3 0 15,3 3 0-15,-3-3 0 0,2 1 0 0,1-1 0 16,0 4 0-16,0-4 0 0,1 2 0 0,1 0 0 15,0 0 0-15,-1 0 0 0,1-1 0 16,0 1 0-16,0-1 0 0,-1 2 0 0,-1-3 0 0,0 3 0 16,-1-3 0-16,3 3 0 0,-3-3 0 0,3 2 0 15,-2 0 0-15,-3 0 0 0,3 1 0 0,-1-1 0 16,2-1 0-16,2 2 0 0,-5-1 0 0,3 0 0 16,0-1 0-16,3 1 0 0,-3 0 0 0,5 0 0 15,-5-2 0-15,4 2 0 0,-2-1 0 16,1 2 0-16,0-2 0 0,1 2 0 15,0-2 0-15,-2 2 0 0,2-1 0 0,-2 1 0 16,1-2 0-16,0 3 0 0,0-2 0 0,0-1 0 16,-2 3 0-16,2-3 0 0,-1 1 0 0,2 1 0 15,-3-1 0-15,3 2 0 0,-3-4 0 0,2 3 0 16,-1-2 0-16,1-2 0 0,-2 2 0 16,2 0 0-16,0-1 0 0,0 3 0 0,0-3 0 15,2 1 0-15,-3 0 0 0,3 1 0 16,-2 0 0-16,2-1 0 0,-1 3 0 0,2-5 0 15,1 4 0-15,0 0 0 0,-2-1 0 0,1 1 0 16,-1-1 0-16,2 2 0 16,-2-3 0-16,-1 2 0 0,2-1 0 0,-3 0 0 0,4 3 0 0,-1-2 0 15,-3-1 0-15,3 1 0 0,0 0 0 0,-2 1 0 16,1-2 0-16,-1 0 0 0,-1-1 0 0,0 2 0 16,0-2 0-16,0 1 0 0,0 0 0 0,-2-2 0 15,2 2 0-15,-2-1 0 16,-1-1 0-16,1 3 0 0,0-3 0 0,2 3 0 15,-3-1 0-15,4 1 0 0,-3 1 0 0,4-1 0 16,-1-1 0-16,1 3 0 0,2-3 0 0,-2 0 0 16,1 1 0-16,-1 0 0 0,-1 0 0 0,1-3 0 15,-2 2 0-15,1 1 0 0,0-1 0 0,-3 0 0 16,0 0 0-16,0-2 0 0,-1 0 0 0,-3 3 0 16,4-1 0-16,-1 0 0 15,-1-2 0-15,-3-1 0 0,4 1 0 0,-3 0 0 16,2-1 0-16,-1 2 0 0,3-4 0 0,-3 2 0 15,3 0 0-15,-2 0 0 0,1-1 0 0,1 1 0 16,-1-2 0-16,-2 1 0 0,0 1 0 0,3 2 0 16,-2-1 0-16,-2-2 0 0,4 2 0 0,-5-1 0 15,2 0 0-15,0 1 0 0,0-1 0 0,2 0 0 16,-1 2 0-16,1-2 0 0,0 1 0 0,2 1 0 16,1-3 0-16,-2 4 0 0,3-2 0 0,-2 3 0 15,2-3 0-15,0 2 0 16,0 3 0-16,-1 0 0 0,0-3 0 0,0 2 0 15,0 1 0-15,-2 0 0 0,4 2 0 0,-1-1 0 16,-2-2 0-16,-1 3 0 0,0-3 0 0,-1 0 0 16,1 0 0-16,-2-2 0 0,2 0 0 0,-2 3 0 15,-1-4 0-15,3 1 0 0,-3 1 0 0,-4-3 0 16,7 2 0-16,-5-1 0 16,0 0 0-16,3 1 0 0,-3 0 0 0,0-1 0 0,3 3 0 0,-3-1 0 15,0-2 0-15,1 1 0 16,1 0 0-16,-3-2 0 0,0-2 0 0,1 3 0 15,0-2 0-15,-2-1 0 0,3 1 0 0,-2 0 0 16,1-2 0-16,-1 2 0 0,1-1 0 0,-2 1 0 16,1 0 0-16,0 0 0 0,-1-1 0 0,0 0 0 15,1 0 0-15,0 0 0 0,-1 2 0 0,0-1 0 16,3-1 0-16,-2 1 0 0,1-1 0 0,0 2 0 16,1-4 0-16,-1 3 0 0,0-1 0 0,-1 1 0 15,2 1 0-15,-3-4 0 16,0 3 0-16,-1-2 0 0,0 2 0 0,0-3 0 15,-3 3 0-15,1-2 0 0,-1 0 0 0,1 0 0 16,0-1 0-16,-1 2 0 0,0-1 0 0,1-1 0 16,-2-1 0-16,1 1 0 0,1 2 0 0,-2-1 0 15,1 0 0-15,-1-2 0 0,2 2 0 0,-1-1 0 16,2-1 0-16,-3 2 0 16,0 1 0-16,1-2 0 0,-1-1 0 0,0 2 0 0,0-2 0 15,0 2 0-15,-1-2 0 0,1 0 0 16,0 1 0-16,0-1 0 0,0 0 0 0,-1 3 0 15,1-3 0-15,1 1 0 0,-1-1 0 0,0 0 0 16,-2 2 0-16,2 0 0 0,-1-2 0 0,1 2 0 16,0-2 0-16,0 3 0 0,0-2 0 0,1-1 0 15,-1 1 0-15,0-1 0 0,0 3 0 0,0-3 0 16,-1 2 0 0,1-2 0-16,1 1 0 0,-1-1 0 0,0 0 0 0,-1 2 0 0,1-2 0 0,0 0 0 15,0 3 0-15,0-3 0 16,-2 0 0-16,2 0 0 0,-1 0 0 0,1 0 0 15,-2 2 0-15,2-2 0 0,0 0 0 0,0 0 0 16,-1 0 0-16,1 1 0 0,1-1 0 0,-1 0 0 16,0 0 0-16,0 0 0 0,-1 2 0 0,1-2 0 15,0 0 0-15,0 2 0 0,0-2 0 0,-1 0 0 16,1 0 0-16,2 1 0 0,-2-1 0 0,1 0 0 16,0 2 0-16,-1-2 0 15,0 0 0-15,0 0 0 0,-2 0 0 0,1 2 0 16,-1-2 0-16,2 0 0 0,-2 0 0 0,0 0 0 15,2 0 0-15,-2 0 0 0,2 0 0 0,-2 0 0 16,0 0 0-16,2 0 0 0,-2 0 0 0,2 2 0 16,-1-2 0-16,-1 0 0 0,0 0 0 0,2 3 0 15,0-3 0-15,0 0 0 0,0 0 0 0,-1 0 0 16,1 1 0-16,-2-1 0 16,3 2 0-16,-1-2 0 0,0 3 0 0,1-3 0 15,-1 1 0-15,2 1 0 0,-1-1 0 0,1 1 0 16,0 0 0-16,-1 0 0 0,4 0 0 0,-4 0 0 15,1-1 0-15,1 2 0 0,-1-2 0 0,0 3 0 16,1-2 0-16,0 0 0 0,-2 0 0 16,3-1 0-16,-2 1 0 0,-1 0 0 0,1 0 0 0,-1 0 0 15,2 0 0-15,1 0 0 0,-5 1 0 0,5-2 0 16,-3 1 0-16,1 0 0 0,0-1 0 0,2 1 0 16,-2 0 0-16,-1 0 0 15,1 0 0-15,2-2 0 0,-3 2 0 0,1-1 0 16,-1-1 0-16,2 3 0 0,1-2 0 0,-3 1 0 15,3 0 0-15,-3 0 0 0,1-1 0 0,1-1 0 16,2 3 0-16,-2-1 0 0,-1 0 0 0,1-2 0 16,1 3 0-16,-1-1 0 0,2 0 0 0,-2 0 0 15,1-1 0-15,-1-1 0 0,0 3 0 0,2-1 0 16,-2-1 0-16,1 1 0 16,-1 0 0-16,-1 0 0 0,1-1 0 0,2 2 0 15,-2-1 0-15,1 0 0 0,-1-1 0 0,-1 2 0 16,1-1 0-16,2 1 0 0,-2-1 0 0,1 0 0 15,-1 0 0-15,-1 0 0 0,2 1 0 0,0-1 0 16,-3 0 0-16,3-1 0 0,-3 1 0 0,3 1 0 16,-3-2 0-16,4 4 0 0,-3-4 0 0,1 2 0 15,0-1 0-15,-1 0 0 0,2 0 0 0,-2 3 0 16,0-4 0-16,-1 1 0 0,1 0 0 0,0 0 0 16,-3-1 0-16,3-1 0 0,-2 3 0 0,0-2 0 15,0-1 0-15,2 3 0 16,-2-2 0-16,0-1 0 0,0 2 0 0,1 1 0 15,-1-2 0-15,2-1 0 0,-1 4 0 0,1-2 0 16,-2 0 0-16,1 1 0 0,2 0 0 0,-1 0 0 16,1-2 0-16,-1 4 0 0,-2-2 0 0,3-1 0 15,1 2 0-15,-2-1 0 0,0-1 0 16,-1 2 0-16,3-1 0 0,-1 2 0 0,-1-2 0 0,0 1 0 16,2 0 0-16,-2 0 0 15,1-3 0-15,-1 3 0 0,1 1 0 0,-1-3 0 16,0 1 0-16,2 0 0 0,-2 1 0 0,1-1 0 15,-1 0 0-15,-1-1 0 0,1 1 0 0,1 0 0 16,0-1 0-16,-1 3 0 0,1-3 0 0,-1-1 0 16,-1 4 0-16,1-3 0 0,0 1 0 0,2 1 0 15,-2-3 0-15,-1 3 0 0,1 2 0 0,0-6 0 16,1 4 0-16,-1 0 0 16,4-1 0-16,-4 3 0 0,3-1 0 0,0 1 0 15,0-2 0-15,2 1 0 0,0 4 0 0,-2-4 0 16,3 1 0-16,-1-1 0 0,0 3 0 0,0-1 0 15,0-1 0-15,0 1 0 0,0 0 0 0,-1-1 0 16,-1 0 0-16,1 1 0 0,-1-1 0 0,3 2 0 16,-3-3 0-16,1 1 0 0,1 0 0 0,-1-1 0 15,1 1 0-15,0-2 0 0,1 3 0 0,-3-1 0 16,3-1 0-16,0 1 0 0,-1 0 0 16,0-2 0-16,0 1 0 0,-1 1 0 15,3-1 0-15,-4-1 0 0,5 2 0 0,-4 0 0 16,2-1 0-16,-2 0 0 0,4 1 0 0,-3 0 0 15,0-2 0-15,1 1 0 0,-3 1 0 0,2 0 0 16,1 1 0-16,-2-3 0 0,-1 2 0 0,0-1 0 16,3 0 0-16,-3 3 0 0,-1-2 0 0,1 0 0 15,0-1 0-15,0 1 0 0,0-1 0 0,-1 1 0 16,1-2 0-16,-2 2 0 0,4-1 0 0,-4 1 0 16,0-3 0-16,3 3 0 15,-2 2 0-15,1-2 0 0,1 1 0 0,-1 2 0 16,1-4 0-16,1 2 0 0,-1 3 0 0,1 0 0 15,1-1 0-15,-3 1 0 0,2-1 0 0,1 1 0 16,-1-1 0-16,-1 0 0 0,1 0 0 0,-1 3 0 16,-1-5 0-16,2 5 0 0,-1-1 0 0,2-2 0 15,-3 1 0-15,0 0 0 0,0 0 0 0,4 2 0 16,-4-1 0-16,0 0 0 0,0 0 0 16,2 0 0-16,-2 2 0 0,0-1 0 15,0 0 0-15,4-1 0 0,-4-2 0 0,0 2 0 16,0-1 0-16,3 1 0 0,-2-1 0 0,1 3 0 15,1-2 0-15,-1-2 0 0,0 3 0 0,-1-1 0 16,0-2 0-16,-1 1 0 0,0 0 0 0,0 1 0 16,2-5 0-16,-4 6 0 0,2 0 0 0,-1-3 0 15,2 3 0-15,-2 0 0 0,1-1 0 0,-2 1 0 16,1 0 0-16,0 1 0 0,0-3 0 0,-1 1 0 16,1-1 0-16,-3 1 0 0,3 1 0 0,-2-5 0 15,2 5 0-15,-4-3 0 16,1-1 0-16,1 4 0 0,-1-1 0 0,1 2 0 15,-2 1 0-15,0-1 0 0,2-4 0 0,-2 4 0 16,0-3 0-16,2 3 0 0,-3-3 0 0,1 0 0 16,0 0 0-16,0 0 0 0,0-2 0 0,0 1 0 15,-1-2 0-15,1 0 0 0,0 2 0 0,0-3 0 16,0 4 0-16,-1-3 0 16,-1-1 0-16,0 2 0 0,0-3 0 0,3 3 0 15,-3-2 0-15,0-1 0 0,0 2 0 0,0-1 0 16,0 2 0-16,0-1 0 0,0 1 0 0,0-1 0 15,0 3 0-15,0-2 0 0,0-1 0 16,0 2 0-16,0-2 0 0,0 0 0 0,0 2 0 0,0-4 0 16,0 2 0-16,0-1 0 0,0 2 0 0,-3 0 0 15,2-3 0-15,-1 3 0 0,0-1 0 0,-2 1 0 16,3 1 0-16,-3 0 0 0,0 3 0 16,1-3 0-16,-1 4 0 0,-2-2 0 15,0 4 0-15,1 3 0 0,1-3 0 0,-1-1 0 16,1-1 0-16,0 1 0 0,1-4 0 0,2 5 0 15,-3-5 0-15,2 0 0 0,0 0 0 0,1 0 0 16,-3 1 0-16,0 1 0 0,1-1 0 0,-1-3 0 16,-1 3 0-16,0 0 0 0,-1-1 0 0,1 1 0 15,0 0 0-15,-3 0 0 16,0 6 0-16,1-4 0 0,-1 0 0 0,-2 0 0 0,3 2 0 16,0-5 0-16,0 4 0 0,-3-4 0 15,0 2 0-15,3-1 0 0,-2 0 0 0,-1 1 0 16,1-3 0-16,0 2 0 0,-3 0 0 0,3-1 0 15,-2 1 0-15,1-2 0 0,1 1 0 0,-2 1 0 16,1-1 0-16,-1-2 0 0,0 4 0 0,-1-1 0 16,1 1 0-16,-3 3 0 0,4-4 0 0,-1 1 0 15,-1 0 0-15,3 0 0 0,-2-1 0 0,1-2 0 16,-1 1 0-16,0-1 0 0,-1 0 0 0,-1 1 0 16,2 0 0-16,-2-3 0 0,0 2 0 15,-1-1 0-15,1-1 0 0,0 0 0 16,2 1 0-16,-2 1 0 0,-1-2 0 0,0 0 0 15,0-2 0-15,1 3 0 0,-2-1 0 0,0 1 0 16,0-3 0-16,0 3 0 0,-2-1 0 0,1 1 0 16,-4-1 0-16,-1-1 0 0,-2 2 0 0,0-1 0 15,4 1 0-15,-3-3 0 0,-1 3 0 0,0-1 0 16,2-1 0-16,-4 2 0 16,4-1 0-16,-7 1 0 0,3 0 0 0,-1-2 0 15,2 2 0-15,-1-1 0 0,1 0 0 0,-3 2 0 16,3-2 0-16,0 1 0 0,-1-1 0 0,4-3 0 15,-1 3 0-15,0-1 0 0,-1-2 0 0,0 1 0 16,3-1 0-16,-1 1 0 0,0-3 0 0,3 3 0 16,-1-1 0-16,0 0 0 0,2-3 0 0,-2 1 0 15,3 2 0-15,-2-3 0 0,2 2 0 0,-1-2 0 16,-1 2 0-16,0-2 0 0,1-1 0 0,0 2 0 16,-2-2 0-16,1 0 0 15,1 0 0-15,-2 0 0 0,0 0 0 0,0 0 0 16,3 0 0-16,-3 0 0 0,0 0 0 0,0 0 0 15,-2 0 0-15,0 0 0 0,1-2 0 0,-1-2 0 16,-1 3 0-16,-5-3 0 0,7 2 0 0,-8 0 0 16,1 0 0-16,1 1 0 0,0-2 0 0,-1 2 0 15,4-2 0-15,-8 3 0 16,3 0 0-16,0 0 0 0,0 0 0 0,-1-1 0 16,-1-1 0-16,0 2 0 0,0-3 0 0,0 2 0 15,-2 0 0-15,2-2 0 0,-2 1 0 0,-1-3 0 16,-8 1 0-16,7 0 0 0,-3 0 0 0,0 1 0 15,0-3 0-15,-1 2 0 0,-4-2 0 0,7 5 0 16,-3-3 0-16,1 0 0 0,0 0 0 0,-2 1 0 16,2 1 0-16,-6-4 0 0,1 3 0 0,7-2 0 15,-12 0 0-15,4 2 0 0,0-5 0 0,2 4 0 16,-1-3 0-16,6 1 0 0,-8-1 0 0,3 1 0 16,2-2 0-16,-2 0 0 15,-1 4 0-15,5-4 0 0,-9-2 0 0,2 5 0 16,1-3 0-16,-3 1 0 0,3-1 0 0,3 2 0 15,-8-1 0-15,7-1 0 0,-3 1 0 0,3-3 0 16,2 3 0-16,4 1 0 0,-9-3 0 0,5 1 0 16,-2-1 0-16,-1 1 0 0,1-1 0 0,2 2 0 15,-10-3 0-15,6 1 0 0,-1 2 0 0,1-3 0 16,1 2 0-16,3-1 0 0,-8-1 0 0,5 2 0 16,1 1 0-16,2-3 0 15,-3 0 0-15,7 1 0 0,-10-2 0 0,3 1 0 16,-1 0 0-16,1 1 0 0,0-3 0 0,5 3 0 15,-7-4 0-15,3 3 0 0,3-1 0 0,4 0 0 16,-8-1 0-16,11 1 0 0,-7 1 0 0,1-4 0 16,-6 1 0-16,6 0 0 0,-2 0 0 15,2 2 0-15,-6-4 0 0,1-1 0 16,3 4 0-16,2-3 0 0,-2-1 0 0,7 1 0 0,-11-3 0 16,6 1 0-16,4 2 0 0,-3-2 0 15,-1-4 0-15,4 4 0 0,-3-2 0 0,3 3 0 16,1-1 0-1,-1 0 0-15,-2 2 0 0,2-1 0 0,-1 2 0 0,1 1 0 0,-1 0 0 0,0-2 0 16,1 4 0-16,1-1 0 0,0 1 0 0,-1-1 0 16,1 1 0-16,0 0 0 0,-2 0 0 0,4 1 0 15,0 1 0-15,3-2 0 0,-6-1 0 0,1 1 0 16,2 0 0-16,-2 1 0 0,1 1 0 0,-1-2 0 16,-1-1 0-16,3 2 0 15,-2 0 0-15,4 0 0 0,-2 2 0 0,2-4 0 16,-3 2 0-16,3 2 0 0,5-3 0 0,-8 1 0 15,3 0 0-15,0 1 0 0,3-2 0 0,-3 1 0 16,5 0 0-16,-7 0 0 0,2-4 0 0,1 3 0 16,-2 0 0-16,-1-3 0 0,0 1 0 0,2 0 0 15,-2 0 0-15,0 2 0 0,2-1 0 0,-1-1 0 16,-1 2 0-16,0-1 0 16,2 2 0-16,0-1 0 0,-1-1 0 0,3 1 0 15,9 2 0-15,-6-1 0 0,-4-3 0 0,4 1 0 16,5 3 0-16,-2-2 0 0,3 1 0 0,-3 2 0 15,2 0 0-15,1 1 0 0,-1-2 0 0,6 4 0 16,-1 1 0-16,-1-2 0 0,6 5 0 0,-3-2 0 16,4 2 0-16,3 0 0 15,1-2 0-15,-1 3 0 0,4 0 0 0,0 0 0 0,0 0 0 16,0 0 0-16,0 0 0 0,0 0 0 16,0 0 0-16,0 0 0 0,0 0 0 0,0 0 0 15,0 0 0-15,0 0 0 0,0 0 0 0,0 0 0 16,0 0 0-16,0 0 0 0,0 0 0 0,0 0 0 15,4 0 0-15,3 8 0 0</inkml:trace>
  <inkml:trace contextRef="#ctx0" brushRef="#br0" timeOffset="8191.72">4849 6961 499 0</inkml:trace>
  <inkml:trace contextRef="#ctx0" brushRef="#br0" timeOffset="15298.67">10875 4027 1872 0,'-5'-3'0'0,"-2"0"0"0,-2-1 0 0,4 3 0 0,1-3 0 0,2 1 0 0,1 0 0 0,1 0 0 0,0 2 0 0,0-1 0 0,0 0 171 16,0 0-62-16,0 0-32 0,0 0 95 0,0 1-68 0,0 1-30 15,0 0 0-15,0 0 195 0,0 0-112 16,0 0-45-16,0 0 125 0,0 0-97 0,0 0-46 16,0 0-1-16,0 0 67 0,0 0-144 0,0 0-16 15,0 0 0-15,0 0 0 0,0 0 0 0,0 0 0 16,0 0 0-16,0 0 0 0,0 0 0 0,0 0 0 15,0 0 0-15,0 0 0 0,0 0 0 0,0 0 0 16,0 0 0-16,0 0 0 0,0 0 0 0,0 0 0 16,0 0 0-16,0 0 0 15,0 0 0-15,0 0 0 0,0 0 0 0,0 0 0 16,0 0 0-16,0 0 0 0,0 0 0 0,0 0 0 16,0 0 0-16,0 0 0 0,0 0 0 0,0 0 0 15,0 0 0-15,0 0 0 0,0 0 0 0,0 0 0 16,0 0 0-16,0 0 0 0,0 0 0 0,0 0 0 15,0 0 0-15,0 0 0 0,0 0 0 0,0 0 0 16,0 0 0-16,0 0 0 0,1 0 0 0,-1 0 0 16,0 0 0-16,2 0 0 15,-2 0 0-15,0 0 0 0,2 0 0 0,0 0 0 16,-2 0 0-16,2 0 0 0,-2 0 0 0,1 0 0 16,1 0 0-16,1 0 0 0,1 0 0 0,-2 0 0 15,1 0 0-15,1 0 0 0,-2 0 0 0,1 0 0 16,1 1 0-16,-2 1 0 0,1 0 0 0,2 0 0 15,-1 0 0-15,-1 0 0 0,1 2 0 0,1-3 0 16,-1 4 0-16,1-1 0 0,2-2 0 0,-2 3 0 16,1-1 0-16,-3 0 0 0,3-3 0 0,-1 3 0 15,2-1 0-15,-4 0 0 16,3 0 0-16,-2 1 0 0,1-1 0 0,-1-1 0 16,-1 2 0-16,2 0 0 0,-2 0 0 0,1-1 0 15,0 1 0-15,-1 2 0 0,3-3 0 0,-3 3 0 16,4-2 0-16,-5 0 0 0,5 2 0 0,-3-3 0 15,1 1 0-15,-1 0 0 0,1 0 0 0,2-2 0 16,-4 3 0-16,1-4 0 0,0 4 0 0,-1-3 0 16,1 1 0-16,-1-1 0 15,2 2 0-15,-1-2 0 0,1 1 0 0,-3 1 0 16,2-1 0-16,1 0 0 0,-1 1 0 0,-1-1 0 16,4 1 0-16,-4 2 0 0,3-3 0 0,-1 1 0 15,-1 0 0-15,1 0 0 0,2-3 0 0,-2 3 0 16,1 1 0-16,1-3 0 0,-1 1 0 0,0 0 0 15,1 2 0-15,-1-3 0 0,1 1 0 0,-2 0 0 16,4 2 0-16,-4-1 0 16,2-1 0-16,1 1 0 0,0 0 0 0,1 1 0 0,-2-1 0 0,1 2 0 15,0-3 0-15,-1 3 0 16,2 0 0-16,-2-3 0 0,2 1 0 0,-4 2 0 16,2-3 0-16,1 3 0 0,0-2 0 0,-3 1 0 15,3 0 0-15,-3 0 0 0,2-1 0 0,2 1 0 16,-4-1 0-16,2 2 0 0,1-3 0 0,0 2 0 15,-1 0 0-15,-1-1 0 0,1 2 0 0,1-3 0 16,1 1 0-16,-1 1 0 0,-1-1 0 0,1 2 0 16,1-3 0-16,0 4 0 0,-1-3 0 0,0 3 0 15,-1-2 0-15,2 2 0 16,0 2 0-16,0-2 0 0,0-2 0 0,0 3 0 16,-1-3 0-16,3 6 0 0,-2-5 0 0,1 2 0 15,1-1 0-15,-2 2 0 0,3-1 0 0,-1 1 0 16,0-1 0-16,1 2 0 0,-3-3 0 0,2 3 0 15,-1-3 0-15,2 5 0 0,-1-3 0 0,1 0 0 16,-1 2 0-16,1-2 0 0,-1 3 0 0,2-1 0 16,-1 0 0-16,0 0 0 0,2 2 0 15,-1 1 0-15,-1-3 0 0,4 2 0 16,-3 0 0-16,2-2 0 0,-2 3 0 0,1-3 0 16,0 3 0-16,0-4 0 0,-3 1 0 0,2 0 0 15,-2 2 0-15,2-3 0 0,-1 1 0 0,1-1 0 16,-2 1 0-16,2-1 0 0,0-1 0 0,-1 2 0 15,1-1 0-15,0 1 0 0,0-1 0 0,0-1 0 16,1 2 0-16,-2 1 0 0,2-3 0 0,-3 4 0 16,2-5 0-16,0 3 0 0,-2 0 0 15,1-1 0-15,1 1 0 0,-4-1 0 16,5 0 0-16,-3 2 0 0,0-3 0 0,1 2 0 16,-2 1 0-16,4-3 0 0,-3 0 0 0,0 3 0 15,3-4 0-15,-2 5 0 0,0-4 0 0,1 0 0 16,-2 3 0-16,1-3 0 0,-1 2 0 0,-2-2 0 15,3 0 0-15,-3 4 0 0,0-5 0 0,3 5 0 16,-3-5 0-16,2 1 0 0,-1 3 0 0,1-3 0 16,-2 3 0-16,3-3 0 0,-1 3 0 0,0-3 0 15,2 2 0-15,0-1 0 16,1 0 0-16,-2 2 0 0,2-3 0 0,-1 0 0 16,1 3 0-16,0-3 0 0,-1 1 0 0,1 0 0 15,-2 0 0-15,2 0 0 0,-1-1 0 0,-1 0 0 16,2 3 0-16,-3-3 0 0,3 0 0 0,-1 3 0 15,0-3 0-15,0 3 0 0,-2-4 0 0,3 2 0 16,-2 0 0-16,0 1 0 0,-1-3 0 0,0 2 0 16,1 1 0-16,-1-1 0 0,0 1 0 0,1-1 0 15,0-1 0-15,0 3 0 16,-3-1 0-16,2 0 0 0,1 0 0 0,-1-1 0 16,2 1 0-16,-1 2 0 0,0 0 0 0,2-1 0 15,-1 1 0-15,0 0 0 0,0 0 0 0,2 0 0 16,-1 2 0-16,-2-1 0 0,2 1 0 0,-1 0 0 15,-1-1 0-15,2 1 0 0,-1 0 0 0,1 0 0 16,-2 3 0-16,2-3 0 0,1 1 0 16,-2-1 0-16,2 2 0 0,-2-2 0 15,2 0 0-15,0 3 0 0,-2-4 0 0,0 1 0 0,1 1 0 16,0-2 0-16,-2 2 0 0,3-2 0 16,-4-1 0-16,2 2 0 0,0-1 0 0,1-2 0 15,-3-1 0-15,0 3 0 0,2 0 0 0,-2-3 0 16,1 0 0-16,-3 2 0 0,2 0 0 0,1 2 0 15,-1-2 0-15,0 0 0 0,3 1 0 0,-5-1 0 16,4 2 0-16,-2-2 0 0,0 0 0 0,1-1 0 16,-3 1 0-16,2 0 0 15,1 2 0-15,-1-3 0 0,-2 2 0 0,3 1 0 16,-3 0 0-16,2-2 0 0,1 2 0 0,-1 1 0 16,-2-2 0-16,3 1 0 0,-1 0 0 0,-2 0 0 15,3 0 0-15,-3 0 0 0,2 0 0 0,0 0 0 16,0 0 0-16,-2 1 0 0,3-1 0 0,-3-2 0 15,3 2 0-15,-3 0 0 0,1 0 0 0,-1-3 0 16,-1 4 0-16,1-1 0 0,0-2 0 0,1 4 0 16,-1-2 0-16,0 1 0 0,3 0 0 0,-3-1 0 15,2 2 0-15,1 0 0 16,-3-1 0-16,2 2 0 0,1-1 0 0,-3-1 0 16,-2 2 0-16,3-1 0 0,0-3 0 0,-3 3 0 15,0 0 0-15,1 0 0 0,-2 0 0 0,1 0 0 16,-1 0 0-16,-1 0 0 0,3-1 0 0,-2 2 0 15,1 0 0-15,-2 1 0 0,3-1 0 16,-2 1 0-16,0 3 0 0,1-4 0 0,-2 0 0 0,1 1 0 16,0-1 0-16,-2 0 0 15,1 0 0-15,-1 1 0 0,1-1 0 0,-3 0 0 16,4 1 0-16,-4 0 0 0,2-1 0 0,0 3 0 16,-1 0 0-16,1 0 0 0,0-1 0 0,1 3 0 15,-1-3 0-15,2 3 0 0,-2-1 0 0,-1 1 0 16,1-1 0-16,-2 1 0 0,2-2 0 0,-3 1 0 15,1-1 0-15,0-3 0 0,2 3 0 0,-2-2 0 16,0 2 0-16,0-2 0 0,0-1 0 0,0 1 0 16,0 2 0-16,-2-1 0 15,1 1 0-15,-1-2 0 0,0 3 0 0,0-1 0 16,0 2 0-16,0-1 0 0,0 1 0 0,0 3 0 16,0-2 0-16,-1-3 0 0,-1 2 0 0,-2-3 0 15,0 3 0-15,0-2 0 0,0 0 0 0,1-4 0 16,-1 5 0-16,0-6 0 0,1 3 0 0,-3 0 0 15,3 0 0-15,-4-1 0 0,3-1 0 0,-1 1 0 16,0-3 0-16,-3 1 0 0,0 0 0 16,1 2 0-16,1-1 0 0,-3-2 0 15,1 0 0-15,-1 0 0 0,0 2 0 0,-1-4 0 16,1 2 0-16,-2 0 0 0,1-1 0 0,1-1 0 16,-1-1 0-16,0 0 0 0,-1 1 0 0,4-3 0 15,-4 1 0-15,1 0 0 0,1-2 0 0,-2 2 0 16,-1-1 0-16,0-1 0 0,0 2 0 0,-3-1 0 15,2 1 0-15,-2 0 0 0,0-1 0 0,-2 1 0 16,0-1 0-16,2 1 0 0,-2-4 0 0,2 3 0 16,0-1 0-16,2-2 0 0,-2 2 0 15,2-4 0-15,-2 1 0 0,1-1 0 16,0 0 0-16,0 0 0 0,0-2 0 0,-2 1 0 16,2 0 0-16,-2-1 0 0,0-1 0 0,-2 2 0 15,4-2 0-15,-5 2 0 0,4-2 0 0,-4 1 0 16,4-1 0-16,-4 2 0 0,2-2 0 0,0 2 0 15,0 0 0-15,3-2 0 0,-4 1 0 0,2 1 0 16,-1-2 0-16,0 1 0 0,0-1 0 0,-1 0 0 16,0 0 0-16,-1 2 0 15,1-2 0-15,-3 0 0 0,-2-1 0 0,3 1 0 16,-3 2 0-16,2-2 0 0,-1 0 0 0,2-1 0 16,-3-1 0-16,2 2 0 0,-1-2 0 0,1 3 0 15,-2-3 0-15,3 0 0 0,-3 0 0 0,1 0 0 16,-7 0 0-16,9 0 0 0,-6 0 0 0,1 0 0 15,-1 0 0-15,-1 0 0 0,3 0 0 0,-6 0 0 16,1 0 0-16,0 0 0 0,-1 0 0 0,0 0 0 16,4 0 0-16,-6 0 0 15,4 0 0-15,-1 0 0 0,1 0 0 0,0 0 0 16,1 0 0-16,-3 0 0 0,2 0 0 0,-2 0 0 16,2 0 0-16,-1 0 0 0,4 0 0 0,-5 0 0 15,0 0 0-15,2 0 0 0,-3 0 0 0,1-3 0 16,-1 1 0-16,-1 1 0 0,0-1 0 0,0 0 0 15,0 0 0-15,2 0 0 0,0 0 0 0,2-1 0 16,-3 1 0-16,1 0 0 0,2-2 0 0,0 2 0 16,-2-1 0-16,2-1 0 0,-1 0 0 0,-1 2 0 15,2-1 0-15,-4-1 0 16,2 0 0-16,-2 0 0 0,0 0 0 0,-2 1 0 16,3-1 0-16,-3-2 0 0,4 0 0 0,-2 4 0 15,2-5 0-15,0-1 0 0,1 3 0 0,-1-2 0 16,6 2 0-16,-8-4 0 0,4 2 0 0,2 0 0 15,-4-1 0-15,4 0 0 0,-4 1 0 0,1-3 0 16,-3 3 0-16,2 0 0 0,-3-1 0 0,-1-2 0 16,-1 1 0-16,2 0 0 0,-1-1 0 15,0 3 0-15,2-3 0 0,-2 1 0 16,3-2 0-16,-1 1 0 0,0 0 0 0,0 0 0 16,2-2 0-16,-2 1 0 0,2-1 0 0,0 0 0 15,0-1 0-15,-2 2 0 0,2-2 0 0,-2-1 0 16,-2-1 0-16,2 2 0 0,-1-2 0 0,1 0 0 15,0 1 0-15,0-1 0 0,-3-1 0 0,6 1 0 16,-4 0 0-16,3-2 0 0,1 0 0 0,-1 1 0 16,2-2 0-16,-2-1 0 15,3 3 0-15,1-3 0 0,-3-1 0 0,3 1 0 16,0-1 0-16,-3 0 0 0,4 1 0 0,-3-1 0 16,1-1 0-16,1 0 0 0,1 0 0 0,0 3 0 15,2-1 0-15,-2-2 0 0,1 5 0 0,-1-2 0 16,0 2 0-16,4-1 0 0,-6 0 0 0,2 2 0 15,3 0 0-15,0 1 0 0,-5-3 0 0,5 2 0 16,0 2 0-16,-2-2 0 0,2 3 0 16,3-2 0-16,-6-3 0 0,4 2 0 15,0 0 0-15,-2 0 0 0,0 2 0 0,5-2 0 16,-6-2 0-16,2 2 0 0,2-1 0 0,1 1 0 16,-2-2 0-16,5 1 0 0,-5 0 0 0,3-1 0 15,-3 0 0-15,1 0 0 0,0 2 0 0,3 0 0 16,-6-4 0-16,3 4 0 0,-1 0 0 0,0 0 0 15,1-1 0-15,2 4 0 0,-6-5 0 0,4 2 0 16,-1 2 0-16,0-3 0 16,1 3 0-16,1 0 0 0,-4-1 0 0,2-2 0 15,-2 3 0-15,0 0 0 0,0 0 0 0,3 0 0 16,-6 0 0-16,5 0 0 0,-4-2 0 0,5 5 0 16,-3-3 0-16,3 1 0 0,-4-1 0 0,1 0 0 15,0 1 0-15,2 0 0 0,0-1 0 0,1-1 0 16,-5-1 0-16,5 3 0 0,-2-3 0 0,-1 0 0 15,0 0 0-15,5 1 0 0,-7-6 0 0,1 6 0 16,2-1 0-16,-3 0 0 0,1 0 0 16,1 4 0-16,-6-6 0 0,3 4 0 0,2-1 0 15,0 1 0-15,-1 2 0 0,4-1 0 16,-4 0 0-16,2 1 0 0,0 0 0 0,1-1 0 16,1 1 0-16,-1-1 0 0,0 1 0 0,3 2 0 15,-1 0 0-15,-1-2 0 0,1 1 0 0,0-1 0 16,0 1 0-16,0 0 0 0,1-1 0 0,-2 2 0 15,1 0 0-15,0-3 0 0,-2 3 0 0,0-2 0 16,-1 0 0-16,1 1 0 16,2 1 0-16,-8-4 0 0,3 3 0 0,0-1 0 15,1 0 0-15,4 1 0 0,-3-1 0 0,2 2 0 16,0-3 0-16,2 3 0 0,-3-1 0 0,1 1 0 16,4-3 0-16,-5 3 0 0,4 0 0 0,-4-1 0 15,3-1 0-15,1 2 0 0,-1 0 0 0,1-2 0 16,-1 1 0-16,-1-1 0 0,2 0 0 0,-1 1 0 15,0 1 0-15,2-1 0 0,-3-1 0 0,1 4 0 16,0-3 0-16,-1 1 0 0,-1-1 0 0,2 1 0 16,-1 0 0-16,1-1 0 0,0 2 0 15,-2-1 0-15,3 0 0 0,-2-1 0 16,2 0 0-16,1 2 0 0,-4-1 0 0,5-1 0 16,-4 0 0-16,2 3 0 0,0-2 0 0,-2 0 0 15,5-1 0-15,-5 2 0 0,1-1 0 0,0 1 0 16,0-1 0-16,2 1 0 0,-2-1 0 15,1 2 0-15,-1-1 0 0,1-1 0 0,-1-1 0 0,-2 3 0 16,2-3 0-16,-2 1 0 16,1-1 0-16,-5 1 0 0,3-1 0 0,4 2 0 15,-7-4 0-15,3 3 0 0,0 0 0 0,1-2 0 16,-1-1 0-16,-2 1 0 0,5 1 0 0,-8-1 0 16,7 4 0-16,0-3 0 0,-5-1 0 0,6 3 0 15,-5-2 0-15,5 2 0 0,-2 1 0 0,1-4 0 16,0 4 0-16,0-2 0 0,0 1 0 0,2-1 0 15,-1 1 0-15,-1-1 0 0,1 2 0 0,1-1 0 16,-1 0 0-16,-1 1 0 16,0-2 0-16,1 2 0 0,-1-2 0 0,2 2 0 15,-2-2 0-15,5 1 0 0,-3 0 0 0,1 1 0 16,1-1 0-16,2 1 0 0,1 0 0 0,-1-1 0 16,4 1 0-16,-4-1 0 0,3 0 0 0,0 3 0 15,-1-3 0-15,3 2 0 0,-3-1 0 0,3 2 0 16,-1-1 0-16,-1-2 0 0,2 3 0 0,0 1 0 15,-1-2 0-15,1 3 0 0,2-1 0 16,-3-2 0-16,2 3 0 0,-1 1 0 16,3-4 0-16,-1 4 0 0,-1-2 0 0,1 0 0 15,1 3 0-15,-1-3 0 0,1 0 0 0,-1 1 0 16,3 1 0-16,-2-1 0 0,2-2 0 0,-1 3 0 16,0-2 0-16,2 2 0 0,1-1 0 0,-1 1 0 15,1 0 0-15,-1 0 0 0,0 0 0 0,1 0 0 16,0 1 0-16,1-2 0 0,1 3 0 0,-2-1 0 15,2 1 0-15,-2 0 0 0,2-2 0 0,-2 2 0 16,2 0 0-16,0 0 0 0,0 0 0 0,0 0 0 16,0-2 0-16,-2 2 0 15,2 0 0-15,0 0 0 0,0 0 0 0,0-2 0 16,-2 2 0-16,2 0 0 0,0 0 0 0,-2 0 0 16,2 0 0-16,0-2 0 0,0 2 0 0,0 0 0 15,0 0 0-15,0 0 0 0,0 0 0 0,0 0 0 16,0 0 0-16,0 0 0 0,0 0 0 0,2 2 0 15,16 20 0-15,2 14 0 0</inkml:trace>
  <inkml:trace contextRef="#ctx0" brushRef="#br0" timeOffset="19616.41">13867 6346 1073 0,'-3'0'0'0,"-1"-3"0"0,0 2 0 0,1-3 0 0,3 4 0 0,-2-4 0 0,0 3 0 0,2-1 0 0,0 0 0 0,0 0 0 0,0-2 86 0,0-1 0 0,2 4-20 15,1-3 110-15,1 3-62 0,0-3 0 0,-1 2-61 16,1 0 72-16,-2 0-22 0,2 2-14 0,-2 0 96 16,2 0-66-16,-2 0-33 0,1 0 109 0,3 0-78 15,-3-2 0-15,1 2-65 0,3 0 80 16,0-1-40-16,-2 1 13 0,4-2-52 0,1 0 69 0,-2-1-34 15,1-1-1-15,0 0-34 16,1 2 62-16,-1-2-13 0,-2 3-76 0,2-2-26 16,-4 1 0-16,0 0 0 0,1 0 0 0,-2 1 0 15,1-1 0-15,-1 2 0 0,2 0 0 0,0-2 0 16,1 2 0-16,0 0 0 0,3 0 0 0,-3 0 0 16,4 0 0-16,1 0 0 0,-1 0 0 0,2 0 0 15,1 0 0-15,-2 0 0 0,2 0 0 0,-1 0 0 16,0 0 0-16,0 4 0 15,0-1 0-15,1 1 0 0,-2 1 0 0,2 0 0 16,1 0 0-16,0 3 0 0,0-3 0 0,2 1 0 16,-1-1 0-16,2 4 0 0,0-4 0 0,1 1 0 15,2 1 0-15,-1-1 0 0,5 1 0 0,-2-1 0 16,-2 0 0-16,2-1 0 0,2 3 0 0,-4-5 0 16,2 1 0-16,-2 2 0 0,2-2 0 0,-2 1 0 15,1-1 0-15,-1-2 0 0,2 1 0 0,3-1 0 16,-6 0 0-16,8 0 0 15,-3 1 0-15,2 0 0 0,-1-1 0 0,0 1 0 16,-2-1 0-16,8 2 0 0,-4-2 0 0,2-1 0 16,2 2 0-16,2-2 0 0,1 1 0 0,-4-2 0 15,3 0 0-15,-2 0 0 0,0 0 0 0,-2 0 0 16,0 0 0-16,0 0 0 0,-2 0 0 0,1 0 0 16,0 0 0-16,-1 0 0 0,0 0 0 0,2 0 0 15,2 0 0-15,0 0 0 0,0-2 0 0,2 2 0 16,2-1 0-16,2 1 0 15,-1-3 0-15,0 3 0 0,-1-1 0 0,0 1 0 16,0 0 0-16,-1 0 0 0,-1-2 0 0,2 2 0 16,-3 0 0-16,3 0 0 0,-1 0 0 0,-2 0 0 15,-1 0 0-15,2-2 0 0,0 2 0 0,-2 0 0 16,1 0 0-16,1 0 0 0,-2 0 0 0,2-2 0 16,-1 2 0-16,-1 0 0 0,2-2 0 0,2 0 0 15,-2 2 0-15,2-1 0 0,1-1 0 0,0-1 0 16,7 2 0-16,-5-1 0 0,2-2 0 0,1 2 0 15,3 1 0-15,-6-1 0 16,8 0 0-16,-6 1 0 0,-6 1 0 0,4 0 0 16,-4 0 0-16,3 0 0 0,-5 0 0 0,3 0 0 15,-2 0 0-15,2 0 0 0,-2 1 0 0,1 1 0 16,-1 0 0-16,2 1 0 0,1-1 0 0,5 0 0 16,-8 1 0-16,5 0 0 0,4-3 0 0,-3 3 0 15,1-1 0-15,0-2 0 0,3 2 0 0,-7 2 0 16,12-2 0-16,-6-1 0 0,-7 2 0 0,4-2 0 15,-1 1 0-15,0 2 0 0,-2-2 0 0,-1-2 0 16,0 2 0-16,-4-1 0 16,4-1 0-16,-4 3 0 0,0-2 0 0,-1-1 0 15,1 0 0-15,0 0 0 0,0 0 0 0,2 0 0 16,0 0 0-16,-1 0 0 0,-1 0 0 0,2 0 0 16,2 0 0-16,-2 0 0 0,0 2 0 0,-2-2 0 15,0 0 0-15,-4 0 0 0,-2 0 0 0,-4 0 0 16,1 0 0-16,-2 0 0 0,-3 0 0 0,-2 0 0 15,-2 0 0-15,-2 0 0 0,-1 0 0 16,-2 0 0-16,1 0 0 0,-4 0 0 16,1 0 0-16,-2 0 0 0,-1 0 0 0,2 0 0 15,-2 0 0-15,-2 0 0 0,0 0 0 0,0-2 0 16,-1 2 0-16,1 0 0 0,0 0 0 0,0-1 0 16,-2 1 0-16,0 0 0 0,0 0 0 0,0 0 0 15,0 0 0-15,0 0 0 0,0 0 0 16,0 0 0-16,0 0 0 0,0 0 0 0,0 0 0 0,0 0 0 15,0 0 0-15,0 0 0 16,0 0 0-16,0 0 0 0,0 0 0 0,0 0 0 16,0 0 0-16,0 0 0 0,0 0 0 0,0-3 0 15,0 2 0-15,0-1 0 0,-15 2 0 0,-8 0 0 16,-10 0 0-16,-11 7-247 0,-16 16-197 0,-6 6 190 16</inkml:trace>
  <inkml:trace contextRef="#ctx0" brushRef="#br0" timeOffset="21937.38">20305 6409 479 0,'-11'0'0'0,"2"-1"0"0,-3-1 0 0,3 0 0 0,2 1 0 0,0-2 0 16,-2 1 0-16,2 0 0 0,2-1 0 0,-1 1 0 0,3-1 38 0,-2-2 86 0,1 3-36 0,3-1-1 15,-1 0-24-15,0 1 55 0,0 0-34 0,2 2 0 0,0 0 16 16,0 0 0-16,0 0-37 0,0 0 134 0,0 0-73 16,0 0-37-16,0 0 1 0,0 0 139 0,0 0-75 15,0 0-57-15,0 0 0 0,0 0 136 0,0 0-90 16,0 0-45-16,0 0 12 0,0 0 172 16,0 0-115-16,0 0-57 0,0 0 68 0,0 0-62 0,2 0-95 15,0 0-19-15,-2 0 0 0,0 0 0 16,2 0 0-16,1 0 0 0,-1 0 0 15,8 0 0-15,-3 0 0 0,6 0 0 0,3 0 0 16,0 0 0-16,3 0 0 0,2 0 0 0,1 0 0 16,-1 0 0-16,2 0 0 0,-2 0 0 0,1 0 0 15,-1 0 0-15,0 0 0 0,-1 0 0 0,1 4 0 16,0-1 0-16,-1 0 0 16,1 1 0-16,-2 0 0 0,1-2 0 0,1 2 0 0,0-1 0 0,-1-1 0 15,1 2 0-15,0-2 0 0,0 0 0 16,0-1 0-16,2-1 0 0,-1 2 0 15,3 0 0-15,-3 0 0 0,1 0 0 0,-1-1 0 16,1 2 0-16,0 0 0 0,-1-1 0 0,0 2 0 16,1-2 0-16,2 1 0 0,-2 1 0 0,2-2 0 15,3 2 0-15,0-2 0 0,1 0 0 0,3-1 0 16,-2-1 0-16,2 0 0 0,0 0 0 0,-2 3 0 16,0-3 0-16,-4 1 0 0,-1-1 0 0,-2 2 0 15,0-2 0-15,0 4 0 0,-2-2 0 0,-1 0 0 16,1 2 0-16,0-1 0 0,0-1 0 15,-3 2 0-15,3-2 0 0,2 2 0 16,-1-3 0-16,4 1 0 0,1 2 0 0,1-3 0 16,0 4 0-16,0-4 0 0,-6 1 0 0,8 3 0 15,-2-3 0-15,-7-1 0 0,8 3 0 0,-8-2 0 16,1 0 0-16,0-1 0 0,1 1 0 0,0 0 0 16,-1 0 0-16,2 0 0 0,-3-2 0 0,8 0 0 15,-4 0 0-15,2 0 0 16,-1 0 0-16,2 0 0 0,-3 0 0 0,5 0 0 0,0 0 0 15,-2 0 0-15,1 0 0 0,-1 0 0 16,-6 0 0-16,8 0 0 0,-9 0 0 0,3 0 0 16,1 0 0-16,-5 0 0 0,3 0 0 0,-2 2 0 15,1-2 0-15,2 0 0 0,1 0 0 0,-1 0 0 16,-2 0 0-16,8 0 0 0,-3 0 0 0,-1 0 0 16,1 0 0-16,1 0 0 0,-5 0 0 0,7-2 0 15,-5 2 0-15,2-2 0 0,-3 2 0 0,-1-2 0 16,2 2 0-16,-4 0 0 15,4-2 0-15,-2 2 0 0,3-2 0 0,-6 2 0 16,7-1 0-16,1 1 0 0,-3-2 0 0,3 0 0 16,2 0 0-16,2 0 0 0,0 1 0 0,1-1 0 15,1-2 0-15,2 3 0 0,-1-1 0 0,2 1 0 16,-2 1 0-16,1 0 0 0,-2 0 0 0,-1 0 0 16,1 0 0-16,-4 0 0 0,0 0 0 0,0 0 0 15,0 0 0-15,-1 0 0 0,1 0 0 0,0 0 0 16,0 0 0-16,0 0 0 15,2 0 0-15,-2 0 0 0,2 0 0 0,0 0 0 16,1 0 0-16,1 0 0 0,0 1 0 0,1 1 0 16,0-2 0-16,-1 0 0 0,-1 1 0 0,-1-1 0 15,0 4 0-15,0-2 0 0,0-2 0 0,0 0 0 16,2 1 0-16,-1-1 0 0,3 2 0 0,2-2 0 16,0 0 0-16,1 0 0 0,-2 0 0 0,3 0 0 15,-2 0 0-15,-1 0 0 0,-3 0 0 0,-1 0 0 16,-1 0 0-16,-4 0 0 15,1 0 0-15,-3 0 0 0,1 0 0 0,-6 0 0 16,6 0 0-16,-3 0 0 0,2 0 0 0,-4 0 0 16,-2 0 0-16,-2 0 0 0,-1 0 0 0,-1 0 0 15,-7-2 0-15,1 2 0 0,-3-1 0 0,-1 1 0 16,-3-2 0-16,-1-2 0 0,0 3 0 0,0-1 0 16,0 1 0-16,-1-1 0 0,1-1 0 15,1 2 0-15,-3 0 0 0,0-2 0 0,0 0 0 0,0 1 0 16,0 0 0-16,0 0 0 0,0 0 0 15,-3 2 0-15,-8 0 0 0,-5 0 0 16,-9 2-1174-16,-10 11 408 0</inkml:trace>
  <inkml:trace contextRef="#ctx0" brushRef="#br0" timeOffset="24638.24">26306 6299 1063 0,'0'0'-9'0,"0"0"0"16,-1-2 3-16,1 0 0 0,0 2 2 0,-2 0 1 0,2-2 1 0,0 2 1 0,0 0 0 0,-2 0 1 0,2 0 100 0,0 0-1 0,0 0-43 0,0 0 32 15,0 0-19-15,0 0-13 0,0 0 47 0,0 0 0 16,0 0-47-16,0 0 13 0,0 4 126 0,0-2-70 15,0 1-35-15,0-1 0 0,2 2 120 0,0-2-63 16,-1 0-53-16,1-1 146 0,0 2-92 0,1-2-46 16,2 0 0-16,3 3 129 0,3-4-94 0,0 1-41 15,4 1 7-15,4 0-103 0,1 2 0 0,4-2 0 16,5 3 0-16,-1-3 0 0,2 1 0 0,3 3 0 16,4 2 0-16,0 0 0 0,7 0 0 15,-5 4 0-15,2-1 0 0,1 1 0 16,-1 1 0-16,-4-4 0 0,12 4 0 0,-2 0 0 15,2-1 0-15,4-1 0 0,1-1 0 0,4-2 0 16,9 2 0-16,-16-2 0 0,8-3 0 0,-3 1 0 16,1 0 0-16,-1-3 0 0,0 1 0 0,-1-2 0 15,1 0 0-15,9 0 0 0,-5-1 0 0,-3-1 0 16,11 2 0-16,-17-2 0 0,7 2 0 0,-1-2 0 16,-5 2 0-16,0 2 0 0,-1-3 0 0,0 2 0 15,0 0 0-15,2 1 0 0,-2-1 0 0,2-1 0 16,-2 3 0-16,-2-2 0 15,-3 2 0-15,1-2 0 0,3 0 0 0,-2 3 0 16,-1-3 0-16,4 4 0 0,0-2 0 0,1-1 0 16,3 1 0-16,-1-1 0 0,1 2 0 0,-2-2 0 15,5-1 0-15,-4 3 0 0,1-3 0 0,3 2 0 16,9 0 0-16,-3-3 0 0,1 2 0 0,2 0 0 16,-3 0 0-16,-10-3 0 0,13 1 0 0,-11 0 0 15,0 0 0-15,10-1 0 0,-14 2 0 16,10-3 0-16,6 0 0 0,-9 0 0 15,-6 0 0-15,3 0 0 0,1 0 0 0,-4 0 0 16,1 0 0-16,-3 0 0 0,2 0 0 0,-1 0 0 16,3 0 0-16,0 0 0 0,0 2 0 0,-5 2 0 15,0-3 0-15,-7 3 0 0,-3-1 0 0,0 1 0 16,-2 0 0-16,-4-2 0 0,-1 2 0 16,1 0 0-16,-2-2 0 0,0 3 0 0,3-1 0 0,-2 2 0 15,4-1 0-15,0 0 0 16,1 3 0-16,-1 0 0 0,-1-3 0 0,-4 3 0 15,1-3 0-15,-6 2 0 0,-1-1 0 0,0-2 0 16,-5 2 0-16,1-2 0 0,-5 0 0 0,3-1 0 16,-7 0 0-16,2-2 0 0,-5 1 0 0,0-2 0 15,-3 0 0-15,-1 0 0 0,-6 0 0 0,5 0 0 16,-3 0 0-16,-2 0 0 0,0 0 0 0,0 0 0 16,0 0 0-16,-2 0 0 0,-24-2 0 0,-21 2-11 15,-28 0-380-15</inkml:trace>
  <inkml:trace contextRef="#ctx1" brushRef="#br1">16933 16774 0,'0'0'0,"0"0"15,0 0 1,0 0-16,0 0 16</inkml:trace>
  <inkml:trace contextRef="#ctx0" brushRef="#br1" timeOffset="35625.71">11157 4016 1264 0,'0'0'0'0,"0"-3"0"0,0 2 0 0,0-2 0 0,0 3 0 0,0-2 0 0,0 1 0 0,-2-2 0 0,2 3 0 0,0 0 0 0,0 0 86 0,0 0 1 0,0-1 31 0,0 1-35 16,0 0 0-16,0-2 150 0,0 2-99 0,-2-2-44 16,2 0 1-16,-2 0 128 0,2 2-85 0,-3-2-32 15,1 1 112-15,2-2-83 0,-4 2-42 0,3 1 0 16,-5-2 50-16,1 2-34 0,2 0-12 0,-1 0-45 15,1 0 32-15,-1 0-32 0,0 0-1 0,1 0 55 16,-1 0-80-16,-2 0-22 16,4 0 0-16,-4 0 0 0,3 0 0 0,-3 0 0 15,-1 0 0-15,0 0 0 0,0 2 0 0,0-1 0 0,0 2 0 0,-3-2 0 16,0 3 0-16,0 0 0 16,1-2 0-16,0 2 0 0,2-3 0 0,0 4 0 15,-2-4 0-15,2 3 0 0,2-3 0 0,-1 2 0 16,3-1 0-16,-1 2 0 0,-2-4 0 0,2 1 0 15,0 2 0-15,1-3 0 0,-1 1 0 0,-1 1 0 16,-1 0 0-16,0-1 0 16,0 1 0-16,-1 1 0 0,0-2 0 0,-3 1 0 0,0-1 0 15,0 2 0-15,-2 0 0 0,4-3 0 16,-3 2 0-16,-2 0 0 0,2 2 0 0,2-2 0 16,-3 0 0-16,-1 1 0 0,4 2 0 0,-3-4 0 15,3 3 0-15,-3 1 0 0,1 0 0 0,2-2 0 16,-3 0 0-16,1 3 0 0,2 0 0 0,-4-2 0 15,3 1 0-15,0-1 0 0,-1 0 0 0,1 2 0 16,2-2 0-16,-4-1 0 0,3 1 0 0,-2 2 0 16,0-3 0-16,-2 2 0 0,0-2 0 0,-1 3 0 15,-2-1 0-15,-1 1 0 16,-3 0 0-16,3 0 0 0,-3 0 0 0,-1 2 0 16,-2-1 0-16,3 1 0 0,-1-1 0 0,0 1 0 15,0 2 0-15,1-3 0 0,0 1 0 0,1-1 0 16,1 1 0-16,-1-1 0 0,2 1 0 0,-2 1 0 15,2-3 0-15,-1 1 0 0,-1 1 0 0,1 1 0 16,0-2 0-16,-1 0 0 0,-1 2 0 0,1 0 0 16,0-2 0-16,0 1 0 15,0-1 0-15,3 2 0 0,-3-3 0 0,1 2 0 16,2-1 0-16,-1 2 0 0,2-2 0 0,-1-2 0 16,-1 3 0-16,-3-1 0 0,-1 2 0 0,3-1 0 15,-3 1 0-15,0 1 0 0,-3-2 0 0,6 2 0 16,-4-2 0-16,1-1 0 0,0 3 0 0,1-2 0 15,2 1 0-15,-1-1 0 0,3-1 0 0,-2 1 0 16,2-1 0-16,0 0 0 0,2 1 0 0,-3-1 0 16,2 4 0-16,-4-3 0 15,0 0 0-15,-3 3 0 0,4-2 0 0,-3 2 0 16,3 1 0-16,-3-3 0 0,0 5 0 0,3-3 0 16,-3-2 0-16,2 1 0 0,3 1 0 0,-4-1 0 15,4-1 0-15,-1 0 0 0,1 0 0 0,-2-1 0 16,2-1 0-16,-2 2 0 0,-1 0 0 0,-1 1 0 15,-2-2 0-15,0 2 0 0,-1 1 0 0,-2-2 0 16,0 2 0-16,-1 1 0 16,0-1 0-16,4-2 0 0,-5 4 0 0,1-1 0 15,1 1 0-15,1-1 0 0,2 0 0 0,0-3 0 16,-5 7 0-16,2-5 0 0,0 3 0 0,4-2 0 16,-4 1 0-16,2-1 0 0,-4 5 0 0,-1-5 0 15,4 3 0-15,-5-1 0 0,-1 1 0 0,0 0 0 16,-1 1 0-16,0 0 0 0,1-1 0 0,-1 0 0 15,3 2 0-15,-2-2 0 0,2 2 0 0,1-4 0 16,-1 4 0-16,2-2 0 0,-1-1 0 0,5 2 0 16,-6-1 0-16,2 2 0 0,-1-2 0 15,1 0 0-15,-1 1 0 0,-1 0 0 16,0-1 0-16,1 2 0 0,-3 0 0 0,0-2 0 16,-1 2 0-16,1-3 0 0,2 1 0 0,-2 3 0 15,0-3 0-15,0 1 0 0,0 1 0 0,0-2 0 16,0 2 0-16,0-2 0 0,-1 2 0 0,2-2 0 15,-1 2 0-15,0-2 0 0,0 0 0 0,1 0 0 16,-1 1 0-16,0-2 0 0,0 2 0 0,1-1 0 16,-1 0 0-16,0 0 0 15,2 0 0-15,3 1 0 0,-2 1 0 0,0 1 0 16,-3-2 0-16,1 3 0 0,-2 1 0 0,1-2 0 16,-2 2 0-16,2 1 0 0,-3-3 0 0,1 1 0 15,-6 3 0-15,4-2 0 0,0-5 0 0,-6 5 0 16,-2 1 0-16,2-2 0 0,-1-1 0 0,2 1 0 15,3-2 0-15,-9 4 0 0,4-3 0 0,-1 3 0 16,1-1 0-16,0 1 0 0,5-3 0 0,-8 7 0 16,4-2 0-16,-2 2 0 15,2-1 0-15,-3-1 0 0,6-1 0 0,-8 7 0 0,7-5 0 16,-1 2 0-16,0-2 0 0,1 1 0 16,4-3 0-16,-4 4 0 0,-1-3 0 0,3 0 0 15,1-1 0-15,0-1 0 0,2 0 0 0,-6 1 0 16,4-1 0-16,0-1 0 0,5-3 0 0,-6 2 0 15,6 0 0-15,0-2 0 0,0 1 0 0,4-1 0 16,0 1 0-16,-2-1 0 0,1-3 0 0,1 4 0 16,1-1 0-16,-3-1 0 15,2 3 0-15,1-2 0 0,-3 1 0 0,3-2 0 16,-3 2 0-16,3 2 0 0,-2-4 0 0,3 0 0 16,3-2 0-16,-5 1 0 0,4 0 0 0,-2 0 0 15,3-2 0-15,1 0 0 0,0-1 0 0,0-1 0 16,2 0 0-16,1-1 0 15,0-1 0-15,2-2 0 0,-1 3 0 0,0-4 0 0,3 1 0 0,0-2 0 16,1 1 0-16,-1-2 0 0,1 2 0 16,2-2 0-16,0-1 0 0,3-1 0 0,0 0 0 15,0-1 0-15,5 1 0 0,-3-2 0 16,3 0 0-16,2 0 0 0,0 0 0 0,0 2 0 16,7 1 0-16,25-2 0 0,21-1-192 0</inkml:trace>
  <inkml:trace contextRef="#ctx0" brushRef="#br1" timeOffset="37648.78">13657 9395 1394 0,'0'0'0'0,"0"0"0"0,0 0 0 0,0 0 0 0,0 0 0 0,1 0 0 0,6 0 0 0,-3 0 0 0,-1 0 0 0,3 2 0 0,-5 0 50 0,3 2 72 16,0 0-36-16,-1-1 0 0,-2 4-25 0,1-5 121 15,-2 3-67-15,0 0-32 0,0-1-1 0,0-2 106 16,0 0-57-16,0 0-47 0,0-1-1 16,0-1 33-16,0 0-33 0,0 0-1 0,0 2 68 15,0-2-56-15,0 0-1 0,2 0 31 16,0 2-38-16,0-2 1 0,-2 0-26 0,0 0 32 0,1 0-1 15,-1 0-69-15,0 0-23 0,0 0 0 0,0 0 0 16,0 0 0-16,0 0 0 0,0 0 0 0,0 0 0 16,0 0 0-16,0 0 0 15,2 0 0-15,-2 3 0 0,2-3 0 0,-2 0 0 16,2 0 0-16,0 1 0 0,0-1 0 0,-1 0 0 16,3 2 0-16,-2-2 0 0,2 0 0 0,0 0 0 15,0 0 0-15,-1 0 0 16,1 0 0-16,1 0 0 0,-1 0 0 0,3 0 0 0,0 0 0 0,-2 0 0 15,3 0 0-15,1 0 0 0,-1 0 0 0,3 0 0 16,0 0 0-16,1 0 0 0,-2-2 0 16,4 1 0-16,1-2 0 0,0-1 0 15,0 1 0-15,0-1 0 0,0 0 0 0,0-1 0 16,0-1 0-16,-1 1 0 0,0 2 0 0,-1 0 0 16,1 1 0-16,-2 0 0 0,-2-1 0 0,3 2 0 15,-2-1 0-15,-3 0 0 0,5 2 0 0,-2 0 0 16,1 0 0-16,1 0 0 0,-1 0 0 15,2 0 0-15,2 0 0 0,-2 0 0 16,3 0 0-16,2 0 0 0,2 0 0 0,-1 0 0 16,2 0 0-16,5 0 0 0,-6 0 0 0,1-2 0 15,0 1 0-15,1 1 0 0,0-2 0 0,-3 0 0 16,3 2 0-16,2-3 0 0,-4 3 0 0,0 0 0 16,2 0 0-16,4 0 0 0,-6 0 0 0,6 0 0 15,-3 0 0-15,5 0 0 0,-3 0 0 0,4-1 0 16,-2-1 0-16,3 1 0 0,-1-1 0 0,0-1 0 15,0-1 0-15,-2 3 0 0,-6-1 0 16,4 0 0-16,-1 1 0 0,1-2 0 16,-3 1 0-16,1 2 0 0,-1-1 0 0,3 1 0 15,-5 0 0-15,5-2 0 0,-2 2 0 0,3-3 0 16,-5 2 0-16,8-1 0 0,-1 0 0 0,-1 0 0 16,2 0 0-16,2 0 0 0,0 1 0 0,0-2 0 15,0 3 0-15,-2 0 0 16,-2 0 0-16,0 0 0 0,-6 0 0 0,6 0 0 0,-3 0 0 0,1 4 0 15,1 0 0-15,1 0 0 0,0-1 0 16,2 2 0-16,2-4 0 0,0 4 0 0,0-4 0 0,2 3 0 16,-1-4 0-16,3 1 0 15,0-1 0-15,-1 0 0 0,0 0 0 0,-2 3 0 16,-1-3 0-16,-2 0 0 0,1 1 0 0,-1 2 0 16,-2-1 0-16,1 1 0 0,1-2 0 0,0 4 0 15,-2-3 0-15,2-1 0 0,0 1 0 0,2 0 0 16,0 0 0-16,0-1 0 0,5-1 0 0,-2 0 0 15,8 0 0-15,-7 0 0 0,11 0 0 0,-13 0 0 16,5 0 0-16,0 0 0 16,-1-1 0-16,0 1 0 0,-3 0 0 0,-2 0 0 15,1 0 0-15,-2 0 0 0,2 0 0 0,-2 0 0 16,0 0 0-16,2 0 0 0,0 0 0 0,0 0 0 16,1 0 0-16,1 0 0 0,-1 0 0 0,1 0 0 15,0 0 0-15,7 0 0 0,-4-2 0 0,-3 0 0 16,8 0 0-16,-9 1 0 15,2 1 0-15,-1-2 0 0,0 2 0 0,-2-2 0 0,0 2 0 0,-2 0 0 16,2 0 0-16,-3-3 0 0,1 3 0 16,-2 0 0-16,0 0 0 0,1 0 0 15,0 0 0-15,1 0 0 0,0 0 0 0,0 0 0 16,-2-1 0-16,-2 1 0 0,3 0 0 0,-3-2 0 16,-2 2 0-16,-4 0 0 0,1-1 0 0,0 1 0 15,-3-2 0-15,-3 2 0 0,2-3 0 0,-4 3 0 16,0 0 0-16,-2 0 0 0,0-1 0 0,-1 1 0 15,-3 0 0-15,2 0 0 0,-3-3 0 0,-1 3 0 16,-1 0 0-16,-1-1 0 16,-3 1 0-16,1-2 0 0,0 2 0 0,-1 0 0 15,-2-2 0-15,0 2 0 0,0-1 0 0,0 1 0 16,0-3 0-16,0 0 0 0,0-2 0 0,0 0 0 16,-6 1 0-16,-2 1 0 0,-4-1 0 0,-6 2 0 15,-10 2-238-15,-9 0-593 0</inkml:trace>
  <inkml:trace contextRef="#ctx0" brushRef="#br1" timeOffset="45095.68">7933 4167 1062 0,'3'-5'-1'0,"3"-3"1"0,-3 2 0 0,2 1 0 0,-4 1 0 0,1 0 0 0,-1 1 0 0,-1-1 0 0,2 1 0 0,-2 2 0 0,0-1 211 16,0 2-76-16,0 0-39 0,0 0-1 0,0 0 82 16,0 0-68-16,0 0 0 0,0 0 175 0,0 0-114 15,0 0-56-15,0 0 13 0,0 0 21 0,0 0-46 16,0 0 1-16,0 0-46 0,0 0 126 0,0 0-49 16,0 0-14-16,0 0 3 0,0 0-1 0,0 0-65 15,0 0 0-15,-3 0-20 0,0 0-37 0,-2 0 0 16,-2 0 0-16,3 0 0 0,-2 2 0 0,4-1 0 15,-1-1 0-15,0 3 0 16,-2-3 0-16,3 2 0 0,1-2 0 0,-1 2 0 16,-2-2 0-16,2 2 0 0,-1-1 0 0,-1 1 0 15,-2 2 0-15,0 0 0 0,-1 1 0 0,2-1 0 16,-4 2 0-16,2-3 0 0,1 3 0 0,-1-2 0 16,0 2 0-16,0-3 0 0,2 3 0 0,0-3 0 15,-3 1 0-15,5 0 0 0,-6 2 0 0,6-2 0 16,-3 0 0-16,1-1 0 0,-1 0 0 0,0 3 0 15,1-2 0-15,-3 2 0 0,3-2 0 16,-2 1 0-16,-2-1 0 0,2 2 0 16,2-3 0-16,-3 1 0 0,2 2 0 0,-1-3 0 15,3 1 0-15,-2 1 0 0,4-4 0 0,-1 1 0 16,-1 1 0-16,1-1 0 0,-2 2 0 0,0 0 0 16,-1 0 0-16,2 2 0 0,-6-1 0 0,2-1 0 15,0 1 0-15,-3 3 0 0,3-3 0 16,-3 0 0-16,2 2 0 0,-3-1 0 0,3-3 0 0,-4 3 0 15,5-5 0-15,-5 5 0 16,6-2 0-16,-5-3 0 0,3 3 0 0,-2 1 0 16,1-1 0-16,-1-2 0 0,2 3 0 0,-3 0 0 15,0-1 0-15,1 2 0 0,-3-1 0 0,-1 1 0 16,0 0 0-16,3-1 0 0,-5 1 0 0,3-1 0 16,0 1 0-16,1 1 0 0,-4-5 0 0,4 4 0 15,-2 0 0-15,2-3 0 0,0 1 0 16,0 2 0-16,0-3 0 0,2 2 0 0,-1-2 0 0,0 0 0 15,-2 2 0-15,3-1 0 0,0-1 0 16,-3 1 0-16,1 1 0 0,2-1 0 16,-2 0 0-16,-1 1 0 0,3 0 0 0,0 0 0 15,-4-1 0-15,2 2 0 0,-1 0 0 0,2-2 0 16,-2 2 0-16,1 0 0 0,0 1 0 0,0-1 0 16,0 1 0-16,0 2 0 0,-2-2 0 15,1 1 0-15,1-2 0 0,1 3 0 0,-2-2 0 0,3 0 0 16,-1-1 0-16,3 1 0 0,0-1 0 0,0 2 0 15,-3-3 0-15,3 1 0 0,1 1 0 0,-3-1 0 16,0 1 0-16,-1 3 0 16,1-3 0-16,1 1 0 0,-3 2 0 0,0-1 0 15,1 0 0-15,-2 0 0 0,-1 0 0 0,0 1 0 16,0 0 0-16,0-1 0 0,-2 1 0 0,3-3 0 16,-2 2 0-16,1-1 0 0,1 1 0 15,-2 0 0-15,3-5 0 0,-1 4 0 0,2-1 0 0,-4 1 0 16,2-1 0-16,-2 4 0 0,0-5 0 0,-2 3 0 15,3-1 0-15,-3 2 0 16,-1-3 0-16,0 3 0 0,2-1 0 0,0-1 0 16,-3 2 0-16,1 0 0 0,0-1 0 0,1 1 0 15,-5 1 0-15,4 0 0 0,-2-1 0 0,-3 3 0 16,2-4 0-16,1 2 0 0,-4 0 0 0,3 1 0 16,-1 0 0-16,1-1 0 0,-1 0 0 0,3-2 0 15,1 3 0-15,-1-3 0 0,0 0 0 16,1 2 0-16,1-1 0 0,1 0 0 0,0 0 0 0,-2 0 0 15,0 1 0-15,-3 0 0 16,5 1 0-16,-4-1 0 0,-3 2 0 0,3 0 0 16,-1-1 0-16,1 1 0 0,4-2 0 0,-3 1 0 15,-1 1 0-15,0-3 0 0,0 3 0 0,1-3 0 16,-1-1 0-16,2 1 0 0,0 1 0 0,-1-1 0 16,-1-3 0-16,3 3 0 0,-1-1 0 0,0-2 0 15,3 1 0-15,-2 1 0 0,1-1 0 16,-2 2 0-16,3-3 0 0,-2 2 0 0,2-2 0 15,0 3 0-15,0-3 0 0,2 3 0 16,-3 0 0-16,1-3 0 0,-1 3 0 0,2-4 0 16,0 4 0-16,0-2 0 0,3-3 0 0,-3 3 0 15,7-3 0-15,-7 2 0 0,6-4 0 0,0 3 0 16,2-3 0-16,-1 1 0 0,1 0 0 0,-1 0 0 16,4-1 0-16,-3 1 0 0,-1 0 0 0,1-3 0 15,1 3 0-15,4-2 0 0,-5 2 0 0,1-2 0 16,3 1 0-16,-3-2 0 0,2 1 0 15,0 0 0-15,1-2 0 0,1 1 0 16,-2 1 0-16,2-2 0 0,0 2 0 0,0-2 0 16,1 2 0-16,-1-2 0 0,-1 2 0 0,3-2 0 15,-2 0 0-15,2 2 0 0,-3-2 0 0,3 0 0 16,0 0 0-16,-2 1 0 0,2-1 0 0,0 0 0 16,0 0 0-16,0 0 0 0,0 0 0 0,0 0 0 15,0 0 0-15,0 0 0 0,0 0 0 0,0 0 0 16,0 0 0-16,0 0 0 0,0 0 0 15,0 0 0-15,0 0 0 0,0 0 0 16,0 0 0-16,0 0 0 0,0 0 0 0,0 0 0 16,0 0 0-16,0 0 0 0,0 0 0 0,0 0 0 15,0 0 0-15,0 0 0 0,0 0 0 0,0 0 0 16,0 0 0-16,0 0 0 0,0 0 0 0,0 0 0 16,0 0 0-16,0 0 0 0,0 0 0 0,0 0 0 15,0 0 0-15,0 0 0 0,0 0 0 0,0 0 0 16,-2 0 0-16,2 0 0 0,-1 0 0 0,-1 0 0 15,-2 0 0-15,2 0 0 16,-2 0 0-16,2 0 0 0,-2 0 0 0,2 0 0 16,-3 0 0-16,1 0 0 0,1 0 0 0,-1 0 0 15,1 0 0-15,-3 0 0 0,1 0 0 0,0 0 0 16,1 0 0-16,-1 0 0 0,2 0 0 0,-4 0 0 16,3 0 0-16,0 0 0 0,-3 0 0 0,2 0 0 15,2 0 0-15,-4 0 0 0,-1 0 0 0,1 3 0 16,0-2 0-16,1 1 0 0,-6 0 0 15,4 1 0-15,-2 0 0 0,0 1 0 16,0-1 0-16,-2 3 0 0,2-2 0 0,-1 1 0 16,-1-1 0-16,4 2 0 0,-4 0 0 0,-1-1 0 15,3 3 0-15,-2-3 0 0,-1 3 0 0,1-2 0 16,-1 0 0-16,0 3 0 0,2-2 0 0,-3-2 0 16,3 4 0-16,-1-4 0 15,3 2 0-15,-5 0 0 0,3-1 0 0,-1-1 0 0,2 3 0 0,-5-1 0 16,3 1 0-16,-2 0 0 15,2-1 0-15,0 2 0 0,-5 1 0 0,1-1 0 16,2 1 0-16,-2 0 0 0,2 0 0 0,-1 0 0 16,-1 1 0-16,-1 0 0 0,1 0 0 0,-1-1 0 15,0 2 0-15,1-3 0 0,-1 3 0 0,-3-2 0 16,5 0 0-16,-3 1 0 0,0 0 0 0,1-1 0 16,-1 1 0-16,2 1 0 0,-2-1 0 0,3-2 0 15,-3 2 0-15,1 0 0 0,0-1 0 0,-1 1 0 16,0 0 0-16,1-2 0 0,0 3 0 0,-2 0 0 15,3-1 0-15,0 2 0 16,-5-2 0-16,7 2 0 0,-3-1 0 0,0-1 0 16,3 1 0-16,-3 2 0 0,1-1 0 0,-1-1 0 15,-3 8 0-15,-2-5 0 0,2 3 0 0,-5 2 0 16,0-2 0-16,0 3 0 0,1-4 0 0,1 2 0 16,0-4 0-16,6 0 0 0,-4 0 0 0,1-2 0 15,4 2 0-15,-2-2 0 0,5-2 0 16,-4 1 0-16,4 1 0 0,-3-1 0 15,2 0 0-15,-2 1 0 0,2-2 0 0,-2 3 0 16,2-1 0-16,1-2 0 0,0 1 0 0,4-2 0 16,-2 2 0-16,1-3 0 0,1 3 0 0,-1-1 0 15,2-2 0-15,1 1 0 0,0-1 0 0,-1 2 0 16,0 0 0-16,1-1 0 0,0 2 0 0,-1-2 0 16,2 1 0-16,-3 1 0 0,2-1 0 0,0 1 0 15,-2-1 0-15,4 1 0 0,-2 0 0 0,-2-1 0 16,2 1 0-16,0-2 0 0,2 3 0 0,-2-2 0 15,-2 0 0-15,2 1 0 16,0-4 0-16,2 4 0 0,-5-3 0 0,5 0 0 16,0 1 0-16,-3 1 0 0,4-1 0 0,-4-1 0 15,5 0 0-15,-2-1 0 0,0 0 0 0,0 2 0 16,3-2 0-16,-3-1 0 0,0 0 0 0,2 2 0 16,-1-2 0-16,1 0 0 0,0 1 0 0,-2 0 0 15,1-1 0-15,1 1 0 16,-3-1 0-16,2 0 0 0,1 2 0 0,-1-2 0 15,1 0 0-15,-2 1 0 0,3-3 0 0,-1 3 0 16,1-3 0-16,0-1 0 0,0 2 0 0,0-2 0 16,0 1 0-16,1-1 0 0,-1 1 0 0,2-3 0 15,-3 3 0-15,1 0 0 0,2-1 0 0,-2 0 0 16,-1 1 0-16,1 1 0 0,0-1 0 0,1 2 0 16,-1-2 0-16,0-2 0 15,0 3 0-15,2 0 0 0,-1-3 0 0,1 1 0 0,-3-1 0 0,3 2 0 16,-2-1 0-16,2-3 0 0,0 4 0 15,-1-4 0-15,1 3 0 0,0-3 0 16,-2 1 0-16,2 3 0 0,0-4 0 0,0 2 0 16,0 1 0-16,0 3 0 0,0-4 0 0,0 3 0 15,0 0 0-15,0-1 0 0,0 0 0 0,0 3 0 16,0 0 0-16,0-3 0 0,0 2 0 16,0 1 0-16,0 0 0 0,0-2 0 0,0 1 0 0,0 0 0 15,0 1 0-15,2-2 0 0,-1 2 0 16,1-2 0-16,1 4 0 0,-2-2 0 15,1-1 0-15,0 3 0 0,0-1 0 0,-1-2 0 16,3 3 0-16,1-1 0 0,-3 1 0 0,1 0 0 16,0-3 0-16,1 0 0 0,0 0 0 0,0 1 0 15,-3-2 0-15,3 1 0 0,1-2 0 0,-2 3 0 16,1-2 0-16,-1 1 0 0,0 1 0 0,2 0 0 16,-2-1 0-16,1 1 0 0,1-1 0 0,-4 0 0 15,3 3 0-15,1-2 0 0,-2-1 0 0,2 2 0 16,0 0 0-16,2-3 0 15,-2 2 0-15,0-1 0 0,0 1 0 0,3-1 0 16,-3 1 0-16,2-1 0 0,-2 1 0 0,0-1 0 16,4 1 0-16,-3 1 0 0,-1-1 0 0,0-1 0 15,3 3 0-15,-2-3 0 0,0 3 0 0,-1-3 0 16,2 3 0-16,-2-2 0 0,4-1 0 0,-4 2 0 16,4-2 0-16,-2 2 0 15,0-2 0-15,0 0 0 0,0 1 0 0,1-3 0 0,-1 2 0 0,-1 1 0 16,3-2 0-16,-4 1 0 15,3 0 0-15,-1 0 0 0,0 1 0 0,-2-2 0 16,3 2 0-16,2-1 0 0,0 1 0 0,-3 0 0 16,4-1 0-16,-2 1 0 0,2-1 0 0,-1 1 0 15,2-2 0-15,-4-1 0 0,4 4 0 0,-1-1 0 16,0-1 0-16,0 1 0 0,-3 0 0 0,3 0 0 16,2 0 0-16,-5 2 0 0,1-3 0 0,4 0 0 15,-3 3 0-15,0-3 0 0,3 3 0 0,-3-3 0 16,5 4 0-16,0-1 0 0,0 0 0 15,0-1 0-15,1 0 0 0,0 0 0 16,0 1 0-16,-2 1 0 0,2-1 0 0,-1 0 0 16,-2 0 0-16,3 0 0 0,-4 2 0 0,1-4 0 15,0 2 0-15,3-1 0 0,-4 0 0 0,5 1 0 16,-4-3 0-16,4-1 0 0,-2 1 0 0,3-1 0 16,-1 0 0-16,-1-1 0 0,2 1 0 0,0 0 0 15,1-1 0-15,-3 2 0 16,2-5 0-16,-1 3 0 0,-1 0 0 0,-1-1 0 0,2 2 0 15,-2-2 0-15,3 1 0 0,-4 1 0 16,4-3 0-16,-3 3 0 0,3-2 0 0,2 0 0 16,-3-1 0-16,4 1 0 0,2 0 0 0,-2-1 0 15,-3 1 0-15,3 0 0 0,-3-1 0 0,1 0 0 16,0 1 0-16,-1-1 0 0,-2 1 0 0,1-1 0 16,-2 2 0-16,2-2 0 0,1 1 0 0,-4 0 0 15,4 0 0-15,-3-1 0 0,5-1 0 0,-3 2 0 16,1-3 0-16,3 2 0 0,0-1 0 15,2-2 0-15,-2 0 0 0,2 0 0 16,-1 0 0-16,2 0 0 0,-1 0 0 0,-4 0 0 16,4 0 0-16,-3 0 0 0,0 0 0 0,1 0 0 15,-1 0 0-15,-1 0 0 0,-1 1 0 0,2 1 0 16,-3 0 0-16,2-2 0 0,0 2 0 0,3-2 0 16,-1 2 0-16,-1-2 0 0,9 0 0 0,-6 0 0 15,-1 0 0-15,7 0 0 0,-5 0 0 16,3 0 0-16,-4 0 0 0,2 0 0 15,-2 0 0-15,2 0 0 0,0 0 0 0,-2 0 0 16,4 0 0-16,-7 0 0 0,6 0 0 0,-2 0 0 16,1 0 0-16,0 0 0 0,0 0 0 0,-3-2 0 15,5-2 0-15,-1 1 0 0,-3-3 0 0,4 0 0 16,-3 1 0-16,-1-1 0 0,5-1 0 0,-3-1 0 16,-2 3 0-16,-4-1 0 0,4-3 0 0,0 4 0 15,-3 0 0-15,2-2 0 0,-1 1 0 0,1 2 0 16,-3-3 0-16,4 1 0 15,3-1 0-15,-1-1 0 0,1 1 0 0,0-2 0 16,1 0 0-16,-3 2 0 0,5-3 0 0,-4 1 0 16,0 0 0-16,-3 0 0 0,1-1 0 0,-2 0 0 15,6 0 0-15,-3 0 0 0,-1-1 0 0,0 2 0 16,0-3 0-16,-3 3 0 0,5-1 0 0,-1 1 0 16,-1 0 0-16,-1-1 0 0,1 0 0 0,0 3 0 15,4-2 0-15,-1-1 0 16,-3 1 0-16,5-3 0 0,2 1 0 0,-2-1 0 15,-1 0 0-15,2-1 0 0,-3 0 0 0,2-1 0 16,0 4 0-16,-4-5 0 0,4 5 0 0,-5-3 0 16,4 2 0-16,-3-1 0 0,3 1 0 0,-2 0 0 15,2 1 0-15,1-1 0 0,1 0 0 0,-1 0 0 16,0 1 0-16,0-1 0 0,2-1 0 0,0 2 0 16,-2 0 0-16,1-1 0 0,-2-1 0 0,-3 3 0 15,5-3 0-15,-2 2 0 0,-2 0 0 0,-2-1 0 16,1 2 0-16,-1-1 0 15,3-1 0-15,-1 1 0 0,-1-1 0 0,0 0 0 16,2 0 0-16,-6 2 0 0,8-5 0 0,-5 3 0 16,-1-1 0-16,-2 4 0 0,2-4 0 0,-2 0 0 15,1 2 0-15,0 2 0 0,2-3 0 0,0 1 0 16,-2 2 0-16,4-5 0 0,-4 2 0 0,2 0 0 16,0 0 0-16,0-1 0 15,-4 3 0-15,5-5 0 0,-2 4 0 0,-3 0 0 0,2 0 0 0,1 0 0 16,-3 0 0-16,3-1 0 15,-1 1 0-15,-1 3 0 0,0-2 0 0,-1 1 0 16,2 0 0-16,-3 3 0 0,0-2 0 0,3-1 0 16,-2 2 0-16,0-1 0 0,1-1 0 0,5 1 0 15,-2-1 0-15,-1 1 0 0,2-1 0 0,1 0 0 16,-2 1 0-16,0-2 0 0,2 1 0 0,-6 0 0 16,4 1 0-16,0-1 0 0,-3 2 0 0,1-2 0 15,-1 0 0-15,1 1 0 0,0-1 0 16,2 1 0-16,-2 0 0 0,3-1 0 15,0 0 0-15,-4 1 0 0,4-1 0 0,-3 3 0 16,2-1 0-16,-1-2 0 0,1 3 0 0,0-3 0 16,-4 3 0-16,6-3 0 0,-4 2 0 0,2 0 0 15,1 0 0-15,-3 0 0 0,0 0 0 0,-1-1 0 16,1 0 0-16,-1 3 0 0,2-3 0 16,-1 0 0-16,2 0 0 0,2-1 0 0,-5 2 0 0,6-3 0 15,-1 0 0-15,-1 1 0 16,0 1 0-16,-3 1 0 0,2-1 0 0,-2-1 0 15,-1 1 0-15,-1 3 0 0,-1-2 0 0,1 0 0 16,-1 1 0-16,-2-1 0 0,3 0 0 0,-1 1 0 16,3-1 0-16,2-1 0 0,-5 1 0 0,9-2 0 15,-3 1 0-15,1-3 0 0,1 1 0 0,-2 0 0 16,-1 0 0-16,5-1 0 0,-5 0 0 0,-2 4 0 16,2-2 0-16,-3 0 0 0,1 1 0 0,-1-1 0 15,-1 2 0-15,-1 1 0 0,1-1 0 16,0 1 0-16,0-2 0 0,0 1 0 15,2 2 0-15,-3-2 0 0,5 1 0 0,-2-2 0 16,4 0 0-16,2 2 0 0,-1-1 0 0,2-1 0 16,-1 2 0-16,-4-2 0 0,7 2 0 0,-4-1 0 15,-8 3 0-15,5-2 0 0,-2 0 0 0,-3 1 0 16,1-2 0-16,-4 3 0 0,3-1 0 0,-4-2 0 16,1 4 0-16,-2-2 0 0,1 1 0 0,-3 0 0 15,1-2 0-15,0 2 0 0,-1 1 0 0,-2-2 0 16,1 3 0-16,0-2 0 15,-3 1 0-15,1 1 0 0,-3-2 0 0,1 1 0 16,-2 1 0-16,-1-1 0 0,1 0 0 0,-1 0 0 16,-1 2 0-16,3-1 0 0,-3 1 0 0,0-2 0 15,-1 2 0-15,1 0 0 0,-2 0 0 0,2 0 0 16,-2-2 0-16,0 2 0 0,0 0 0 16,2 0 0-16,-2 0 0 0,0 0 0 0,0 0 0 15,2 0 0-15,-2 0 0 0,0-2 0 16,0 2 0-16,0 0 0 0,0 0 0 0,0 0 0 15,0 0 0-15,0 0 0 0,0 0 0 16,0-2 0-16,1 0 0 0,-1 0 0 0,0-1 0 0,0 2 0 16,0 0 0-16,0-1 0 0,0-1 0 0,-9 3 0 15,-12 0 0-15,-16 18 0 0,-30 26 0 0</inkml:trace>
  <inkml:trace contextRef="#ctx0" brushRef="#br1" timeOffset="48736.81">19733 9292 1912 0,'-17'-20'0'0,"4"10"0"0,1 2 0 0,5 1 0 0,-1-1 0 0,3 2 0 0,1 1 0 0,3 1 0 0,1 2 0 0,0 1 0 0,0-2 134 0,0 3 228 0,0 0-160 16,0 0-74-16,0 0-35 0,0 0 199 15,0 0-118-15,0 0-44 0,1 0 100 0,1 0-86 16,4 0-45-16,-1 0-68 0,4 0-31 0,-1 0 0 16,5 3 0-16,5-2 0 0,2 1 0 0,4-2 0 15,4 2 0-15,6-2 0 0,9 0 0 0,3 0 0 16,2 0 0-16,3 0 0 0,2 0 0 16,1-2 0-16,0 0 0 0,3-2 0 15,6-1 0-15,-2 2 0 0,1-1 0 0,10-2 0 16,2 2 0-16,4-2 0 0,0 1 0 0,14 1 0 15,-3-1 0-15,-5 3 0 0,30-4 0 0,15 2 0 16,-10-2 0-16,5 3 0 0,0 1 0 0,-6-2 0 16,26 2 0-16,-20 0 0 0,-18 0 0 0,13 1 0 15,3-1 0-15,7 0 0 0,-27 1 0 0,10 1 0 16,-4 0 0-16,0 0 0 0,2 0 0 0,-7 0 0 16,-1 0 0-16,-7 0 0 0,-3 0 0 15,-1 3 0-15,-8 0 0 0,18 3 0 16,-25-4 0-16,9 4 0 0,-2 0 0 0,-6-3 0 15,0 1 0-15,0 0 0 0,2-1 0 0,-3-1 0 16,-3 0 0-16,-1-2 0 0,-6 2 0 0,15-2 0 16,-8 0 0-16,2 0 0 0,6 0 0 0,-2 0 0 15,-13 0 0-15,13 0 0 0,-14 0 0 0,1 0 0 16,-14 0 0-16,3 0 0 0,-2 0 0 16,-5 0 0-16,3-2 0 0,-2 0 0 15,-12 0 0-15,-1 1 0 0,-9-1 0 0,-3-2 0 16,-4 0 0-16,-6 2 0 0,-3 1 0 0,-4-4 0 15,-1 4 0-15,-4-3 0 0,0-2 0 0,0 2 0 16,0 1 0-16,0-3 0 0,-2 1 0 0,0-3 0 16,0 1 0-16,0-1 0 0,0-1 0 0,0-1 0 15,0 0 0-15,0 0 0 0,0-1 0 0,0 1 0 16,-4 1 0-16,-6 1 0 0</inkml:trace>
  <inkml:trace contextRef="#ctx0" brushRef="#br1" timeOffset="49773.5">4387 4114 244 0,'11'-5'0'0,"-2"-2"-1"0,0 1 1 0,0 0 0 0,-1 0 0 0,-1 3 0 0,2-1 0 15,-3 0 0-15,-1 3 0 0,-2-4 0 0,-1 4 56 0,0-1-36 0,0 0 0 16,-2 0 54-16,1 0 6 0,-1 0-54 0,0 0 1 16,2 0 46-16,0-1-42 0,1-3-1 0,-1 0 8 15,-2 1 42-15,6 0 1 0,-5-1-38 0,1 1-7 16</inkml:trace>
  <inkml:trace contextRef="#ctx0" brushRef="#br1" timeOffset="52823.78">4499 4000 2578 0,'0'-2'0'15,"0"0"0"-15,0 2 0 0,0 0 0 0,0 0 0 0,0 0 0 0,0 0 0 0,0 0 0 0,0 0 0 0,0 0 0 0,-2 0 92 0,-5 0 0 0,2 2 15 16,-3 0-52-16,0 1 15 0,2 1-15 0,0 1 92 16,-2-4-46-16,-2 3 0 0,3 0-46 0,-3-1 104 15,0 1-59-15,0 0 1 0,-5 1 17 0,3 1-118 16,-3 0 0-16,-2-1 0 0,-1 5 0 0,0-2 0 15,0 1 0-15,-1 0 0 0,1 0 0 0,-2-1 0 16,3 2 0-16,1-3 0 0,0 1 0 0,4-1 0 16,-2-1 0-16,4-1 0 0,-3 1 0 0,3 0 0 15,1-1 0-15,-4 1 0 0,3-3 0 0,0 3 0 16,-2 0 0-16,1-1 0 0,-2 1 0 0,1 0 0 16,-2 0 0-16,-1 1 0 0,0 0 0 0,1 2 0 15,0-3 0-15,-3 2 0 16,2-1 0-16,-1 1 0 0,2-1 0 0,-2 2 0 15,2-1 0-15,-2 0 0 0,2-1 0 0,-4 1 0 16,5-1 0-16,-5 3 0 0,4-1 0 0,-4 1 0 16,0-1 0-16,1 0 0 0,-5 4 0 15,2-2 0-15,-3 3 0 0,3-3 0 0,-3 2 0 16,3-2 0-16,-5 4 0 0,0-3 0 16,3 1 0-16,0 0 0 0,1 0 0 0,-4 2 0 15,2 1 0-15,1-2 0 0,0 1 0 0,-3 1 0 16,7-4 0-16,-7 6 0 0,2-2 0 0,1-1 0 15,0 2 0-15,-1 0 0 0,3 0 0 0,-6 2 0 16,5-2 0-16,-2 0 0 0,0 1 0 0,-2 0 0 16,5-3 0-16,-4 3 0 0,3-3 0 0,2 0 0 15,-4 0 0-15,2 0 0 0,2 0 0 0,1-1 0 16,-2 1 0-16,3-2 0 0,1 2 0 16,-1-3 0-16,-1 4 0 0,4-2 0 15,-2 1 0-15,0 0 0 0,-2-1 0 0,5 3 0 16,-7-2 0-16,0 4 0 0,5-2 0 0,-5 2 0 15,3-3 0-15,-1 2 0 0,3-4 0 0,-5 5 0 16,2-2 0-16,1 1 0 0,4-3 0 0,-4 2 0 16,1 1 0-16,2 0 0 0,-2 1 0 0,0 0 0 15,0 0 0-15,2-1 0 16,0-3 0-16,-2 6 0 0,0-2 0 0,1 1 0 16,-3 1 0-16,-1-1 0 0,1 1 0 0,-1 2 0 15,1 0 0-15,-2-1 0 0,2 1 0 0,0 0 0 16,4-3 0-16,-4 4 0 0,3-1 0 0,-2-4 0 15,4 4 0-15,-4 2 0 0,5-3 0 0,-4 1 0 16,2 2 0-16,0-3 0 0,0 3 0 0,1-1 0 16,0-1 0-16,-4 5 0 0,5-2 0 0,-1-1 0 15,0-1 0-15,1 0 0 0,1-1 0 0,-1 4 0 16,0-3 0-16,0-2 0 0,4 3 0 16,-4-1 0-16,3-1 0 0,-3 3 0 15,1-2 0-15,0-2 0 0,-1 3 0 0,4 0 0 16,-2-4 0-16,-2 7 0 0,4-6 0 0,0 2 0 15,-1-5 0-15,3 4 0 0,-1 0 0 0,-1-1 0 16,1-1 0-16,-1 1 0 0,1-1 0 0,-1 1 0 16,-1-1 0-16,3 1 0 0,-3-1 0 0,0 0 0 15,2 1 0-15,0 1 0 0,0-3 0 0,-2 3 0 16,4-1 0-16,-1-1 0 0,0 1 0 16,1-1 0-16,0 2 0 0,2-3 0 15,1 1 0-15,-1 0 0 0,1-1 0 0,-2 2 0 16,3-2 0-16,-1 1 0 0,2 0 0 0,-3-1 0 15,3 0 0-15,-2 1 0 0,2 0 0 0,0-1 0 16,0 0 0-16,0-2 0 0,0 1 0 16,0-1 0-16,0-1 0 0,0 2 0 0,0-2 0 15,0-1 0-15,0 0 0 0,0 1 0 0,0-2 0 0,0 2 0 16,0-2 0-16,0 0 0 16,0 2 0-16,0-2 0 0,0-1 0 0,2 4 0 15,1-1 0-15,-1-1 0 0,-1 2 0 0,1 1 0 16,0-3 0-16,0 4 0 0,1-2 0 0,-1 1 0 15,1 1 0-15,2-1 0 0,0 1 0 0,0-4 0 16,-2 2 0-16,2 0 0 0,0 2 0 16,0-2 0-16,0-2 0 0,0 1 0 0,0 0 0 0,-1-1 0 15,1 0 0-15,0-1 0 16,3 0 0-16,-5-2 0 0,2 0 0 0,2 0 0 0,-2 0 0 0,1-2 0 16,1 3 0-16,-2-3 0 15,0 0 0-15,2 0 0 0,1 0 0 0,-3-1 0 16,2 1 0-16,-2 0 0 0,2 1 0 0,2-4 0 15,-4 4 0-15,2 0 0 0,2-1 0 0,-2 1 0 16,0-1 0-16,2 1 0 0,-2 0 0 16,2-1 0-16,0 1 0 0,-1-1 0 0,1 0 0 0,0 0 0 15,0-1 0-15,-1 1 0 0,5-2 0 0,-4 0 0 16,1 1 0-16,1-3 0 16,-1 1 0-16,-1 2 0 0,4-5 0 0,-3 2 0 15,2 1 0-15,1 0 0 0,-1-1 0 0,4 1 0 16,-4-3 0-16,4 3 0 0,-2-1 0 0,2-1 0 15,0 1 0-15,2-1 0 0,-1 0 0 0,-1-1 0 16,-1 1 0-16,5-1 0 0,-6 2 0 0,4-4 0 16,-2 2 0-16,1 2 0 15,0-2 0-15,0 0 0 0,-1 1 0 0,1 0 0 0,-2 0 0 0,2-1 0 16,-1 1 0-16,-2-1 0 16,4 1 0-16,-3 0 0 0,1-3 0 0,0 4 0 15,2-5 0-15,0 4 0 0,-3-2 0 0,5 0 0 16,-2 0 0-16,-1 2 0 0,2-2 0 0,-1-1 0 15,3 3 0-15,-4-4 0 16,3 3 0-16,0-1 0 0,-2 0 0 0,2-1 0 0,-1 3 0 0,-1-3 0 16,2 1 0-16,-3 2 0 0,2-2 0 31,3 0 0-31,-5-2 0 0,4 1 0 0,0-1 0 0,2 0 0 0,-3 0 0 16,1-1 0-16,-1-1 0 0,2 2 0 0,-2-2 0 0,0 3 0 15,0-3 0-15,-3 0 0 0,3 0 0 0,1 0 0 16,-2 0 0-16,1 0 0 0,1 0 0 0,-1 0 0 15,4 0 0-15,1 0 0 0,1-5 0 0,4 2 0 16,-5-4 0-16,2 1 0 0,0-2 0 0,6 1 0 16,-6 1 0-16,1-2 0 0,0 2 0 0,4 0 0 15,-11 0 0-15,8 0 0 0,-5 1 0 0,-2 1 0 16,5-2 0-16,-6 1 0 0,-2-1 0 16,8 0 0-16,-4 1 0 0,2-1 0 15,0 0 0-15,-3 3 0 0,3-5 0 0,3 0 0 16,2 3 0-16,-2-3 0 0,-1 1 0 0,-2 2 0 15,8-3 0-15,-6 1 0 0,4-1 0 0,-5 3 0 16,4-1 0-16,-7 0 0 0,7 1 0 16,-5-1 0-16,1 0 0 0,-1 2 0 15,-5-1 0-15,5 1 0 0,2-2 0 0,-2 1 0 0,-2-3 0 16,-1 3 0-16,5-2 0 0,-4 0 0 16,3 0 0-16,1-1 0 0,-3 1 0 0,0 1 0 15,-5-2 0-15,3 3 0 0,1-3 0 0,0 3 0 16,-3-3 0-16,2 1 0 0,-1 2 0 0,1-3 0 15,0 2 0-15,-2-2 0 0,1 1 0 0,-1 1 0 16,2 0 0-16,-2-3 0 0,0 0 0 0,2 2 0 16,-2-3 0-16,4 0 0 0,-5 3 0 15,1-4 0-15,1 3 0 0,-1-1 0 0,2 0 0 0,0-2 0 16,0 1 0-16,-3 0 0 0,6-1 0 0,-3 2 0 16,0-3 0-16,1 1 0 15,0 2 0-15,-3-3 0 0,6 1 0 0,0 0 0 16,-1 0 0-16,-2 0 0 0,3-2 0 0,-3 4 0 15,5-6 0-15,-2 5 0 0,-1-1 0 0,0-1 0 16,-4 1 0-16,-1-1 0 16,4 1 0-16,-2 0 0 0,-5 2 0 0,6-3 0 0,-5 3 0 0,3-2 0 15,-2 1 0-15,0 1 0 0,0-1 0 0,-1 3 0 16,1-2 0-16,0-1 0 16,-1 1 0-16,0-3 0 0,1 4 0 0,-1-2 0 15,2-1 0-15,-2 1 0 0,1 0 0 0,-3 1 0 16,6 0 0-16,-2 0 0 0,-2-2 0 0,1 2 0 15,2-1 0-15,-4 0 0 0,3 1 0 0,-3 1 0 16,1-1 0-16,-1 1 0 0,-3 3 0 0,2-2 0 16,-2-2 0-16,2 4 0 0,-3-2 0 0,2 1 0 15,0-1 0-15,0 1 0 0,-2 1 0 16,2-2 0-16,0 0 0 0,0 2 0 16,0-3 0-16,0 0 0 0,2 3 0 0,-2-3 0 15,3 1 0-15,-5-1 0 0,5 0 0 0,-4 1 0 16,4 0 0-16,-6-1 0 0,4 1 0 0,0-1 0 15,0 0 0-15,-2 1 0 0,4 0 0 0,-1-2 0 16,1 1 0-16,0-2 0 0,0 0 0 16,-1 3 0-16,2-3 0 0,0 2 0 0,0 0 0 0,-1-2 0 15,-1 1 0-15,1 0 0 0,0 0 0 0,-2-1 0 16,2 3 0-16,-1-2 0 16,-1-1 0-16,2 3 0 0,-2-2 0 0,0 0 0 15,1 2 0-15,-3-2 0 0,3 1 0 0,0-2 0 16,0 3 0-16,1-2 0 0,-3 0 0 0,1 2 0 15,0 0 0-15,0-2 0 0,-2 0 0 0,0 5 0 16,0-4 0-16,1 2 0 0,-1-1 0 0,-1 2 0 16,2 0 0-16,0-1 0 0,0-1 0 0,1 2 0 15,0-1 0-15,1-1 0 0,0 1 0 0,0 1 0 16,0-3 0-16,1 1 0 16,-3 1 0-16,2-2 0 0,1 2 0 0,-3-1 0 15,3 0 0-15,-5-1 0 0,4 2 0 0,-2-1 0 16,1 2 0-16,-2-3 0 0,2 2 0 0,-2-1 0 15,3 1 0-15,-4 0 0 0,5-1 0 0,-4 1 0 16,4 1 0-16,-4-3 0 0,3 3 0 0,0-1 0 16,0-2 0-16,1 1 0 0,1-1 0 0,1 2 0 15,-2-1 0-15,3-3 0 0,1 4 0 0,-3-2 0 16,5-1 0-16,-1 2 0 0,-3-2 0 16,3 2 0-16,-2-3 0 0,2 4 0 15,-3-4 0-15,4 0 0 0,-1 1 0 0,-1-2 0 16,-1 1 0-16,0 0 0 0,5 0 0 0,-6 0 0 15,3 1 0-15,2-2 0 0,-1 1 0 0,-2-1 0 16,6-1 0-16,-1 1 0 0,-1-1 0 0,4 0 0 16,0-4 0-16,0 4 0 0,0-2 0 0,-1 2 0 15,-1-4 0-15,0 4 0 16,1-3 0-16,-4 1 0 0,2 1 0 0,-3-1 0 16,3-1 0-16,-3 3 0 0,3-3 0 15,-2 2 0-15,2-3 0 0,-1 3 0 0,2-3 0 0,1 4 0 16,1-1 0-16,2-2 0 0,-2 2 0 0,3 0 0 15,-1-1 0-15,2 1 0 0,5 0 0 0,-7 0 0 16,6-2 0-16,-2-1 0 0,-1 4 0 0,1-4 0 16,-1 1 0-16,-1 1 0 0,1-1 0 0,-3 0 0 15,3-1 0-15,3 0 0 0,-6 1 0 0,1-1 0 16,3 1 0-16,4-3 0 16,-3 3 0-16,2-2 0 0,-1 2 0 0,-3 0 0 15,9-2 0-15,-5 0 0 0,-1 0 0 0,2 2 0 16,-1-2 0-16,-2 2 0 0,4-2 0 0,-1 3 0 15,0-1 0-15,-7 3 0 0,3-1 0 0,-1-1 0 16,2 2 0-16,-2 0 0 0,1 2 0 0,-2 0 0 16,-2-2 0-16,-1 3 0 0,0 0 0 0,-1-1 0 15,-2 1 0-15,2-2 0 0,2 1 0 16,-2-1 0-16,2 2 0 0,-2-3 0 16,2 3 0-16,0-3 0 0,0 1 0 0,-1 2 0 15,0-2 0-15,-1 2 0 0,-4-1 0 0,-5 3 0 16,1-1 0-16,-3 0 0 0,-4 3 0 0,-2-1 0 15,-4 5 0-15,0-4 0 0,0 1 0 16,-4 3 0-16,2-1 0 0,-3-1 0 0,2 2 0 0,-2 0 0 16,-2-2 0-16,2 1 0 0,-3 1 0 0,1 1 0 15,0 0 0-15,0-2 0 0,0 2 0 0,0 0 0 16,-1-2 0-16,-1 2 0 16,0 0 0-16,0 0 0 0,0 0 0 0,2 0 0 15,-2 0 0-15,0 0 0 0,0 0 0 0,0 0 0 16,0 0 0-16,0 0 0 0,0 0 0 0,0 0 0 15,0-2 0-15,0 2 0 0,0 0 0 0,0 0 0 16,0 0 0-16,-9 7 0 0,-10 13 0 0,-15 10 0 16,-24 16 0-16</inkml:trace>
  <inkml:trace contextRef="#ctx0" brushRef="#br1" timeOffset="58594.18">26666 9048 2019 0,'-4'-8'-8'0,"1"1"2"0,2 3 4 0,1-1 2 0,0-1 0 0,0 2 0 0,0 0 0 16,0 2 0-16,0 1 0 0,1-1 0 0,6 2 128 0,-2 0-47 0,2 0 77 0,2 0-46 0,0 0 0 15,0 0-47-15,2 0 168 0,0 0-67 0,3 0-59 16,3 2 160-16,-1-2-101 0,3 1-50 0,0-1-1 16,3 0-13-16,-2 2-102 15,9-2 0-15,-3 0 0 0,2 0 0 0,1 0 0 16,1 0 0-16,1 0 0 0,-1 0 0 0,0 0 0 16,5-2 0-16,-3 1 0 0,0-1 0 0,-1-2 0 15,2 2 0-15,-3-2 0 0,0 2 0 0,0-1 0 16,2-1 0-16,0 0 0 0,3-2 0 0,4 1 0 15,3-1 0-15,-1 2 0 0,-3 1 0 0,11-3 0 16,-8 2 0-16,2 0 0 0,0 2 0 0,-1-1 0 16,-2 1 0-16,-2-2 0 0,0 3 0 15,-2-2 0-15,-4 1 0 0,-3 2 0 16,-2 0 0-16,3 0 0 0,-3 0 0 0,-1 0 0 16,1 0 0-16,-4 0 0 0,7 0 0 0,-2 0 0 15,4 0 0-15,0 0 0 0,1 0 0 0,3 0 0 16,-1 0 0-16,1 0 0 0,-1 2 0 0,1 1 0 15,-2-3 0-15,-1 0 0 0,-1 0 0 0,0 0 0 16,-1 0 0-16,-1 0 0 0,0 0 0 0,-3 0 0 16,4 0 0-16,-3 0 0 15,-2 0 0-15,0 0 0 0,1 0 0 0,-5 0 0 16,8 0 0-16,-4 0 0 0,3 0 0 0,-3 0 0 16,1 0 0-16,-3 0 0 0,8 0 0 0,-4 0 0 15,2 0 0-15,0 0 0 0,-1 0 0 0,2 0 0 16,3 0 0-16,-1-3 0 0,5 3 0 0,-1-2 0 15,8 1 0-15,-10-1 0 0,10 0 0 0,-2 2 0 16,-1-2 0-16,2 2 0 0,0-2 0 16,-7 2 0-16,11 0 0 0,-8 0 0 15,2 0 0-15,-5 0 0 0,1 0 0 0,2 0 0 16,-3 0 0-16,-1 0 0 0,4 0 0 0,-3 0 0 16,-1 0 0-16,4 0 0 0,-2 0 0 0,-3 0 0 15,2 0 0-15,-3 0 0 0,-3 0 0 0,-3 0 0 16,6 0 0-16,-6 0 0 0,2 0 0 0,-2 0 0 15,1 0 0-15,-5-1 0 0,5 1 0 0,-2 0 0 16,1 0 0-16,-1 0 0 0,-1 0 0 0,-3 0 0 16,9 0 0-16,-4 0 0 15,1 0 0-15,2 0 0 0,-1 0 0 0,0 1 0 16,0 1 0-16,2-2 0 0,-5 0 0 0,1 2 0 16,2-2 0-16,0 0 0 0,-3 0 0 0,1 0 0 15,0 2 0-15,2-2 0 0,-3 2 0 0,-1-2 0 16,4 0 0-16,-3 0 0 0,0 1 0 0,1-1 0 15,-4 0 0-15,4 0 0 0,-3 0 0 0,1 0 0 16,-2 0 0-16,1 0 0 0,-4 0 0 16,3 2 0-16,-2-2 0 0,-1 0 0 15,-3 0 0-15,-1 0 0 0,1 0 0 0,-4 0 0 16,-1 0 0-16,1 0 0 0,-6 0 0 0,5 0 0 16,-5 0 0-16,-1 0 0 0,3 0 0 0,-5 0 0 15,0 0 0-15,0 0 0 0,0 0 0 0,-3 0 0 16,2-2 0-16,0 1 0 0,-1-3 0 0,2-1 0 15,0-1 0-15,2-2 0 0,-5 0 0 0,6 3 0 16,-5-3 0-16,-1 5 0 16,1-1 0-16,-1 1 0 0,1 2 0 0,-3-1 0 15,5 2 0-15,-1 0-707 0,5 18-258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49:44.8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7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2:51:49.564"/>
    </inkml:context>
  </inkml:definitions>
  <inkml:trace contextRef="#ctx0" brushRef="#br0">10092 13859 2626 0,'-1'0'0'0,"-3"0"0"0,1-2 0 0,1 2 0 0,2 0 0 0,0 0 0 0,-1 0 0 0,1-2 0 0,0 2 0 0,0 0 0 0,0 0 109 15,-4 0-36-15,2 2 89 0,-5 6-63 0,1 2-30 16,-4 1 10-16,-1 1 159 0,-1 4-99 0,0 0-51 16,-5 5 84-16,2-2-95 0,4-3-77 0,-8 7 0 15,4 0 0-15,0 3 0 0,2 2 0 0,-1 1 0 16,3 1 0-16,2 4 0 0,-1 6 0 0,6-2 0 15,-3 3 0-15,6 1 0 0,-1-3 0 16,2 11 0-16,0-8 0 0,0 2 0 0,0-1 0 16,3-3 0-16,5-1 0 0,3 6 0 0,0-8 0 15,0-2 0-15,5 1 0 0,-2-1 0 0,4-2 0 16,-2-1 0-16,3-4 0 0,2-1 0 0,-3-1 0 16,5-2 0-16,-2-1 0 0,-1-1 0 15,-1-1 0-15,1 0 0 0,-2-2 0 16,-1-4 0-16,-2 2 0 0,2-2 0 0,-4-3 0 15,0 2 0-15,-2-5 0 0,-3-2 0 0,0 2 0 16,-3-4 0-16,1-1 0 0,-3-2 0 0,-1 0 0 16,0-2 0-16,-2 0 0 0,0 0 0 0,0 0 0 15,0 0 0-15,0 0-85 0</inkml:trace>
  <inkml:trace contextRef="#ctx0" brushRef="#br0" timeOffset="951.32">25285 13487 3388 0,'0'0'0'0,"0"0"0"0,0 0 0 0,0 0 0 0,0 0 0 0,0 0 0 0,0 0 0 0,5 0 0 0,4 0 0 0,0 0 0 0,2 3 153 15,-1 2-57-15,4 2-19 0,-1 1 99 0,1 0-135 16,-2 0-41-16,2 2 0 0,-1 0 0 0,-2 1 0 16,2-2 0-16,-2 2 0 0,1 1 0 0,1 1 0 15,0 0 0-15,0 2 0 0,0 0 0 0,4 6 0 16,0-4 0-16,-2 3 0 0,4 3 0 16,-4-2 0-16,4 6 0 0,-2 0 0 0,2 2 0 15,-1 2 0-15,3 6 0 0,-2-5 0 16,1 10 0-16,-1-5 0 0,-2 5 0 0,-2 3 0 15,-2 0 0-15,-3 3 0 0,-5 2 0 0,-3-3 0 16,-2 1 0-16,0 4 0 0,-5-4 0 0,-9 0 0 16,-4 2 0-16,-7-1 0 0,-7 7 0 0,-1-6 0 15,3-3 0-15,-12 9 0 0,1-7 0 0,3-2 0 16,1-12 0-16,-3 6 0 0,6-10 0 16,-5 3 0-16,11-9 0 0,-1-3 0 0,5-5 0 0,7-6 0 15,0 0 0-15,4-3 0 16,0 0 0-16,3-4 0 0,3-3-98 0,0 2 6 15,-1-3-949-15,0 0 506 0</inkml:trace>
  <inkml:trace contextRef="#ctx0" brushRef="#br0" timeOffset="2415.94">10827 14530 1837 0,'0'0'0'0,"0"0"0"0,0 0 0 0,0 0 0 0,0 0 0 0,0 0 0 0,0 0 0 0,0 0 0 0,2 0 0 15,1 0 0-15,3 0 67 0,-2 0 0 0,1 0 46 0,0 0-37 16,2-4-1-16,-3-2-28 0,-1-5 99 0,-1-1-55 0,0 1-26 16,-2-4 105-16,0 1-67 15,0-3-23-15,-2 0-9 0,-3-2 33 0,-4 1-33 16,0 0 0-16,0 0-8 0,0 1-16 0,-1-1-10 15,-1 3 1-15,2 1-27 0,-3 3 0 0,1 4 26 16,-3-2 10-16,2 5-51 0,-1 2 41 0,-3 2 1 16,0 0-54-16,-5 10 27 0,4 5-6 0,-3 7 29 15,1 5-95-15,1 3 42 0,4 4 11 0,1 1-11 16,3 3-8-16,3 7 42 0,3-2-13 0,4 0 91 16,0 1-43-16,0-1 0 0,0-6-40 15,7 1 144-15,7-2-113 0,-1-4-41 16,1-9 0-16,2 0 0 0,-2-8 0 0,4-1 0 15,-1-5 0-15,1-3 0 0,-2-6 0 0,0 0 0 16,0 0 0-16,-2-8 0 0,4-13 0 0,-6-4 0 16,4-11 0-16,-5 4 0 0,0-16 0 0,-1 7 0 15,-5-2 0-15,1 11 0 0,-3-2 0 0,-1 12 0 16,0 1-27-16,-2 8 26 0,0 1 29 0,0 7-28 16,0 1 0-16,0 2 0 0,0 2 0 0,0 0 0 15,2 2 0-15,6 10 0 16,1 6 0-16,2 3 0 0,3 5 0 0,-2 0 0 15,2 1 0-15,1 3 0 0,0-4 0 0,0-5 0 16,-1 2 0-16,2-3 0 0,-4-2 0 0,2-6 0 16,-3-2 0-16,-2-4 0 0,1-4 0 0,-2 1 0 15,-3-3 0-15,2 0 0 0,0-4 0 0,-4-11 0 16,3-8 0-16,-3-3 0 0,1-6-37 0,2-1-8 16,0 1-63-16,-2 5 26 15,-1 1 10-15,1 3 34 0,0 8 17 0,-3 4-17 16,1 2 1-16,0 5 259 0,0 2-125 0,1 1-48 15,4 1-40-15,0 0 92 0,2 5-101 0,5 5 0 16,-3 2 0-16,3 2 0 0,2-1 0 0,-2 4 0 16,2-3 0-16,-1 2 0 0,0 1 0 0,0-5 0 15,-3 4 0-15,-2-5-121 0,1-2 39 0,-2-2-688 16,0 2 371-16,-2-4 181 0,0-1 90 0,0-2-470 16,0-2 280-16,0 0 131 0,2-6 79 15</inkml:trace>
  <inkml:trace contextRef="#ctx0" brushRef="#br0" timeOffset="2670.13">11488 14383 3290 0,'2'-4'0'16,"-2"2"0"-16,0 2 0 0,0 0 0 0,0 0 0 0,0 0 0 0,0 2 0 0,-8 8 0 0,1 2 0 0,-1 12 0 0,-1 2 363 0,-2 4-153 0,-3 9-142 15,1 3-68-15,0 4 0 0,-2 4 0 0,-1 1 0 16,4 6 0-16,-6 8 0 0,4-8 0 0,1-6 0 15,-4 5 0-15,-2 7 0 0,4-13 0 0,-4 6 0 16,1-4 0-16,2 0 0 0,2-1 0 0,-2-7 0 16,7-5 0-16,-5 2 0 0,7-8 0 0,-2-5 0 15,4-5 0-15,-4-4 0 0,4-5-88 0,1 0-18 16,-1-6 12-16,3-3-510 16,0-2 283-16,0-3 141 0,0 0 63 0,1-1-408 15,1-19 244-15,0-11 122 0</inkml:trace>
  <inkml:trace contextRef="#ctx0" brushRef="#br0" timeOffset="3094.28">11709 13840 2631 0,'0'-1'0'0,"0"1"0"0,0 0 0 0,0 0 0 0,0 13 0 0,0 10 0 0,0 4 0 15,0 7 0-15,-2 7 0 0,-1 11 0 0,-1 5 82 0,2 8 309 0,2-5-176 0,0-6-79 0,-2 4-16 16,2 0-41-16,-1-3 0 0,1-3-41 0,-4-3-100 16,-1-11 59-16,2 0 16 0,-3-5 0 0,1-10-63 15,1-1 44-15,-1-11 0 0,1-1 53 0,-1-4 9 16,0-5-18-16,1-1-58 0,-1 0 160 0,1-5-140 16,1-7 0-16,3-3 0 15,0 1 0-15,0-1 0 0,1 0 0 0,10-1 0 16,5 2 0-16,4-2 0 0,-1 7 0 0,6-1 0 15,-2 5 0-15,0 3 0 0,5 0 0 0,-3 2 0 16,0 0 0-16,-7 8 0 0,1 3 0 0,-3 5 0 16,0-1 0-16,-7 6 0 0,-1 4 0 0,-6-1 0 15,-2 1 0-15,0-2 0 0,-5 3 0 0,-9-3 0 16,-3-4 0-16,-3-1 0 16,-5-3 0-16,-2-5 0 0,-1 0 0 0,-2-4 0 15,0-4 0-15,2-2 0 0,1 0 0 0,9 0 0 16,-3-8 0-16,5-5 0 0,4-1 0 0,5-2 0 15,5-3 0-15,2 0-194 0,3-4-305 0,18 0 230 16,13-6 116-16,2 3-864 0</inkml:trace>
  <inkml:trace contextRef="#ctx0" brushRef="#br0" timeOffset="3411.02">12097 14476 3496 0,'1'1'0'0,"1"3"0"0,-2-3 0 0,0 3 0 0,0-4 0 0,0 0 0 0,0 0 0 0,4 0 0 0,7 0 0 0,4-4 0 0,3 3 251 0,7-1-111 0,0 0-145 16,1 1 43-16,2 1-27 0,-1 0-11 0,-5 0-25 16,0 5-5-16,-1 6 34 0,-4 2-1 0,-4 2-15 15,-5 4 24-15,-5 4 11 0,-3 5 2 0,0 0-25 16,-9 2 0-16,-8 6 0 0,-5 0 0 16,1-5 0-16,-2-1 0 0,1 0 0 15,2-3 0-15,4-9 0 0,0 3 0 0,4-4 0 16,1-4 0-16,5-2 0 0,3 1 0 0,1-1 0 15,2-1 0-15,0 1 0 0,2-2 0 0,7 2 0 16,4-1 0-16,2-1 0 0,1-2 0 0,4 1 0 16,-1-3 0-16,1 1 0 0,-1-4 0 0,2 2 0 15,-5-4 0-15,3 0 0 0,-2 0 0 0,-2 0 0 16,-2 0 0-16,-3 0-747 0,1 0 310 0,-4-2 204 16,1-2 97-16,-4-3-301 15</inkml:trace>
  <inkml:trace contextRef="#ctx0" brushRef="#br0" timeOffset="3582.78">12181 14708 3148 0,'-8'-10'0'0,"6"5"0"0,0 1 0 0,2 2 0 0,0-1 0 0,0 1 0 0,2 0 0 0,12 0 0 0,4 2 0 0,9 0 0 0,1 0 280 0,2 8-120 15,2 0-62-15,0 5-52 0,-2-2 1 0,0 0-9 16,2 2-574-16,-2-1 287 0,-4-3 144 0,2-2 71 15,-5-2-784-15,1-1 415 0,6-2 208 0</inkml:trace>
  <inkml:trace contextRef="#ctx0" brushRef="#br0" timeOffset="3769.53">12729 14458 3748 0,'0'-3'0'0,"0"0"0"0,0 2 0 0,0-2 0 0,0 2 0 0,4 1 0 0,11 0 0 0,6 0 0 0,1 0 0 0,3 0 0 0,5 0 183 0,3 0-183 0,5 4 0 0,5 2 0 16,-3-5 0-16,1-1 0 0,-5 0-78 0,0 0-5 15,-1 0 70-15,-5-1-326 0,-5-4 188 16,-3 0 94-16,-3-1 47 0,-8 5-950 0</inkml:trace>
  <inkml:trace contextRef="#ctx0" brushRef="#br0" timeOffset="4534.26">13527 13506 1986 0,'-14'-4'0'0,"2"4"0"0,5 12 0 0,-1 6 0 0,1 7 0 0,5 7 0 0,0 5 0 0,2 10 0 0,0 15 0 0,2-8 0 0,11 18 96 16,1-7-29-16,2 1 64 0,0 5-46 0,-2-6 0 15,-3-5-37-15,3 9 30 0,-5-16-1 0,-4 3-39 16,-3-7 16-16,0-12-15 0,-2 1 9 0,0-6 121 15,0-9-65-15,-7-3-32 0,-1-7-1 0,1-5 206 16,-3-2-109-16,1-6-70 0,-2 0-30 0,1-2 4 16,4-6-72-16,3-5 0 15,1 0 0-15,2 0 0 0,0 0 0 0,2-2 0 0,9 1 0 0,6 3 0 16,4 2 0-16,3 1 0 0,2 5 0 0,-1 3 0 16,1 0 0-16,-3 0 0 15,-5 7 0-15,1 4 0 0,-4 4 0 0,-1 2 0 16,-7 2 0-16,-3 0 0 0,-4 0 0 0,0 1 0 15,0 1 0-15,-15 0 0 0,-2-2 0 0,-4-3 0 16,1-1 0-16,-9 0 0 0,3-4 0 0,1-3 0 16,7-2 0-16,-5-2 0 0,4-3 0 0,5-1 0 15,2 0 0-15,3 0 0 0,1-1 0 0,7-9 0 16,1-1 0-16,0-4-658 16,7-4 110-16,14-1 255 0,11-7-324 0,1 3 289 0</inkml:trace>
  <inkml:trace contextRef="#ctx0" brushRef="#br0" timeOffset="4678.76">13879 14482 2792 0,'4'6'0'0,"-1"2"0"0,-1-3 0 16,0 1 0-16,0-2 0 0,0 1 0 0,-1 1 0 0,5 2 0 0,2 1 0 0,1 0 0 0,2 1 88 0,3 1 99 0,-1 2-80 0,2 0-34 16,0-1 1-16,0 0-515 0,-2 0 240 0,-2 0 130 15,-1-7-637-15,-1 2 368 0,0-3 185 0,1-2 91 16</inkml:trace>
  <inkml:trace contextRef="#ctx0" brushRef="#br0" timeOffset="4881.84">14164 14363 3278 0,'0'-2'0'0,"0"0"0"0,0 2 0 0,0 0 0 0,0 0 0 0,0 0 0 0,-3 7 0 0,-3 8 0 0,3 8 0 0,-6 4 0 0,0 8 235 0,-2 2-98 0,-4 5-50 0,-2 1 107 16,2 2-194-16,2-5 0 0,-6 12 0 0,2-7 0 15,0 1 0-15,-2 2 0 0,3-5 0 0,0-7 0 16,0 2 0-16,-1-4 0 0,2-3 0 0,1-4 0 16,5-6-21-16,2-2-908 0,1-1 443 0,2-7 224 15,2-2 111-15,2-1-270 16,0-3 191-16</inkml:trace>
  <inkml:trace contextRef="#ctx0" brushRef="#br0" timeOffset="5384.46">14818 14230 2059 0,'0'-17'0'0,"0"2"0"0,0 0 0 0,0 0 0 0,0-5 0 0,0 2 0 0,0-1 0 0,-2-5 0 0,2 0 0 0,-2 2 0 0,2-5 103 0,-2-1-32 15,-1 8 0-15,-1 0 30 0,-1 0-31 0,-2 9 10 0,-4 0 85 16,0 5-63-16,-6 4-32 0,-4 2 1 0,-3 8 116 16,-2 14-64-16,-8 13-46 0,0 5-1 0,-4 16 157 15,6 0-96-15,2 4-49 0,8-7-41 16,0 14-47-16,11-16 0 0,1 1 0 16,8-3 0-16,2-6 0 0,0-9 0 0,2 0 0 15,11-7 0-15,4-3 0 0,-2-8 0 0,2 0 0 16,0-7 0-16,1-3 0 0,1-6 0 0,0 0 0 15,3-6 0-15,-3-15 0 0,2-5 0 0,3-7 0 16,-3-3 0-16,0-6 0 0,-3-1 0 0,3 0 0 16,-5 5-12-16,-2-1 18 0,-1 3 0 0,-5 14-46 15,-1-1 1-15,-3 7 118 0,-2 5-79 0,0 5 0 16,0 4 0-16,-2 0 0 16,0 2 0-16,0 2 0 0,0 16 0 0,0 10 0 15,0 5 0-15,0 0 0 0,0 5 0 0,0 7 0 16,0-10 0-16,0 5 0 0,5-5 0 0,3 1 0 15,1-6 0-15,0-1 0 0,2-9 0 0,-1 3 0 16,3-7 0-16,-1 0 0 0,-1-4 0 0,0-2 0 16,-1-4 0-16,3 0-254 0,0-1 19 0,0-5 97 15,4 0-739-15,2-5 419 16,5-17 199-16</inkml:trace>
  <inkml:trace contextRef="#ctx0" brushRef="#br0" timeOffset="5661.96">15096 14393 3110 0,'-6'-7'0'0,"1"7"0"0,-1-3 0 0,0-1 0 0,2 2 0 0,2 1 0 0,2 1 0 0,0-2 0 0,2 2 0 0,12 0 0 16,2 0 231-16,3 2-101 0,4 5-45 15,-3 1 0-15,5 2-54 0,-8 0 8 0,1 0 10 16,-2 3-83-16,-3 1 37 0,-6 4 0 0,-5 2 36 16,-2 3 19-16,0 4-9 0,-9 0-9 0,-9 3-27 15,-7 4-13-15,0-2 0 0,4-4 0 0,-1 0 0 16,1-1 0-16,8-6 0 0,0-3 0 0,4-1 0 15,5-1 0-15,4-7 0 16,0 2 0-16,0-2 0 0,8-4 0 0,10-1 0 0,6 0 0 0,3-4 0 16,3 0 0-16,4 0 0 15,-1-8 0-15,1-1 0 0,-2-1 0 0,0-3-371 0,-2 2-17 16,-4 0 173-16,-5 3 89 0,0 1-506 16,-4 0 296-16,-5 1 139 0,-3 0-173 0,-4 0 165 15</inkml:trace>
  <inkml:trace contextRef="#ctx0" brushRef="#br0" timeOffset="5828.42">15076 14595 3148 0,'-29'-7'0'0,"8"1"0"0,4 1 0 0,1-3 0 0,7 2 0 0,0 3 0 0,6-4 0 0,3 5 0 0,0-1 0 0,15 2 0 0,11-1 141 0,12 0 248 0,8 2-180 15,0 0-165-15,2 0-44 0,2 0 0 0,-2 2 0 0,-4 1 0 16,7 5 0-16,-7-2 0 0,-1 0 0 0,-9-3 0 15,4 4-1052-15,-2 3 208 0</inkml:trace>
  <inkml:trace contextRef="#ctx0" brushRef="#br0" timeOffset="6212.01">15928 14864 3421 0,'0'-8'0'0,"-2"4"0"15,2 4 0-15,0 0 0 0,0 0 0 0,0 0 0 0,0 0 0 0,0 0 0 0,0 0 0 0,-2 9 0 0,0 3 111 0,-3 6-398 0,-9 11 172 0,-6 13 73 16,-8 8 41-16,-2 6-1031 0</inkml:trace>
  <inkml:trace contextRef="#ctx0" brushRef="#br0" timeOffset="8904.34">10945 13375 1773 0,'0'0'-9'0,"0"0"2"0,0 0 2 0,0 0 2 0,0 0 2 0,0 0 1 0,0 0 0 0,0 0 0 0,0 0 0 0,0 0 0 0,0 0 113 0,1 0-53 15,2 0 188-15,-1 0-94 0,0 0-48 0,0 0 16 16,1 0 107-16,3 0-84 0,-1-2-43 0,4 0 104 16,1-1-73-16,1-1 15 0,5-2-88 0,-2 2 58 15,4-2 0-15,-4 1-59 0,2 1 3 0,-5-1-62 16,1 3 0-16,0-2 0 0,-1 2 0 0,-2 0 0 15,0 0 0-15,-2-1 0 0,0 3 0 0,0 0 0 16,0 0 0-16,0 0 0 0,0 0 0 0,2 0 0 16,1 0 0-16,1 0 0 0,0 0 0 0,1 0 0 15,-1 0 0-15,1 0 0 16,3 5 0-16,-3-3 0 0,2 0 0 0,-1-1 0 16,2 2 0-16,-2-3 0 0,2 1 0 0,2-1 0 15,-2 0 0-15,0 0 0 0,2 0 0 0,0 0 0 16,0 0 0-16,-1 0 0 0,2 0 0 0,-1 0 0 15,1 0 0-15,0 0 0 0,0 0 0 0,3 0 0 16,-2 0 0-16,-1 0 0 0,1 0 0 16,1 0 0-16,3 0 0 0,-2 0 0 0,0 0 0 0,4 0 0 15,-4 0 0-15,6 0 0 16,-2 0 0-16,-1 0 0 0,2 0 0 0,-2 0 0 16,-1 0 0-16,5 0 0 0,-1 0 0 0,1 0 0 15,0 0 0-15,1 1 0 0,-2 2 0 0,5-3 0 16,-2 2 0-16,-2 0 0 0,-2 0 0 0,3 0 0 15,-5-2 0-15,6 2 0 0,0-2 0 0,1 0 0 16,-1 0 0-16,2 1 0 0,1-1 0 0,-1 0 0 16,2 3 0-16,0-3 0 0,1 0 0 0,1 0 0 15,4 0 0-15,-3 0 0 16,-1 1 0-16,1-1 0 0,-1 0 0 0,0 2 0 16,-2 0 0-16,-1-2 0 0,-1 2 0 0,2-1 0 15,0 4 0-15,-1-4 0 0,1 2 0 0,2 0 0 16,0 1 0-16,5 0 0 0,0-3 0 0,3 3 0 15,-7-2 0-15,8 0 0 0,-1 0 0 16,-9-2 0-16,10 1 0 0,-3-1 0 16,-7 0 0-16,10 0 0 0,-5 0 0 0,1 0 0 15,-5 0 0-15,1 0 0 0,1 0 0 0,5 0 0 16,-7 0 0-16,1 0 0 0,1 0 0 0,0 0 0 16,1 0 0-16,-4 0 0 0,3 0 0 0,6 0 0 15,-3 0 0-15,4 0 0 0,-4 0 0 0,12 0 0 16,-7-3 0-16,6-1 0 0,-1-1 0 0,-3-1 0 15,-9 2 0-15,12-1 0 0,-15 3 0 0,3-2 0 16,-1 0 0-16,-2 2 0 0,-3 1 0 0,3-2 0 16,-2 2 0-16,-2-1 0 15,-1 0 0-15,1 2 0 0,-2-2 0 0,-1 0 0 16,-1 2 0-16,-2-2 0 0,-1-1 0 0,-3 2 0 16,-1 0 0-16,0-2 0 0,-1 2 0 0,-3-1 0 15,2 0 0-15,-4 0 0 0,-1-1 0 0,-2 2 0 16,-3 1 0-16,3-2 0 0,-5 2 0 0,1-2 0 15,-1 0 0-15,-2 2 0 0,0 0 0 0,-1-1 0 16,-1-1 0-16,-1 2 0 0,2-2 0 16,-2 0 0-16,-1 0 0 0,1 0 0 15,0 2 0-15,0-1 0 0,-2 1 0 0,0-2 0 16,0 2 0-16,0 0 0 0,-2 0 0 0,-20 11 0 16,-20 19-32-16,-21 15-537 0</inkml:trace>
  <inkml:trace contextRef="#ctx0" brushRef="#br0" timeOffset="9209.93">10575 15643 537 0,'-6'0'0'0,"4"0"0"16,0 0 32-16,2 0 22 0,-1 0 0 0</inkml:trace>
  <inkml:trace contextRef="#ctx0" brushRef="#br0" timeOffset="9767.2">10558 15643 3009 0,'0'0'0'0,"0"0"0"0,0 0 0 0,2 0 0 0,0-2 0 0,0 0 0 0,-1 1 0 16,1-3 0-16,2 4 0 0,0 0 0 0,-3 0 221 0,6-2-70 0,0 2 114 0,2 0-105 0,3 0-54 0,-1 0-87 0,5 0-19 15,2 0 0-15,1 0 0 0,1 0 0 0,4 0 0 16,3 0 0-16,-1 0 0 0,4 0 0 0,0 0 0 15,2 0 0-15,-2 0 0 0,4 0 0 0,-2 0 0 16,2 0 0-16,-2 0 0 0,3 0 0 16,1 2 0-16,2-2 0 0,-1 0 0 0,3 0 0 15,5 0 0-15,-4 0 0 0,4 0 0 16,4 0 0-16,4 0 0 0,-3 0 0 0,5 0 0 16,1 0 0-16,10-2 0 0,-6 0 0 0,0 1 0 15,-3-2 0-15,10 2 0 0,-3-1 0 0,1-2 0 16,-3 1 0-16,-9 2 0 0,6-1 0 0,1 1 0 15,-4 1 0-15,0 0 0 0,0 0 0 0,1 0 0 16,1 0 0-16,10 0 0 0,-8 0 0 16,0 0 0-16,0 0 0 0,4 0 0 15,-6 0 0-15,17-3 0 0,-3-2 0 0,1-2 0 16,8 0 0-16,-3 0 0 0,0-1 0 0,-5 1 0 16,1 2 0-16,-3-3 0 0,0 1 0 15,0-2 0-15,6 3 0 0,0 0 0 0,-3-2 0 16,0 2 0-16,2 1 0 0,-1 1 0 0,0 1 0 0,2-1 0 15,2 0 0-15,1-1 0 0,0-1 0 0,-2-2 0 16,1 0 0-16,1 1 0 0,-2-2 0 0,1 3 0 16,0-4 0-16,-16 5 0 0,11-4 0 15,-22 4 0-15,3-2 0 0,-8 4 0 16,-11-1 0-16,1 3 0 0,-5-2 0 0,-2 1 0 16,-3 2 0-16,-3 0 0 0,-2 0 0 0,1-2 0 15,-2 2 0-15,-1 0 0 0,1-1 0 0,0-2 0 16,0 1 0-16,-3-3 0 0,3 0 0 0,-3-3 0 15,1 0 0-15,-1-1 0 0,0 0 0 0,-3 0 0 16,-4-1 0-16,-2 2 0 0,0-1 0 0,-6 2 0 16,1 1 0-16,-2 2 0 15,-2 0 0-15,0 1 0 0,-2-1 0 0,-19 2 0 16,-15 2 0-16,-15 0 0 0,-33 18 0 0</inkml:trace>
  <inkml:trace contextRef="#ctx0" brushRef="#br0" timeOffset="21014.95">799 10718 2835 0,'-28'-19'0'0,"8"17"0"0,6 1 0 0,0 1 0 0,5 0 0 0,4 0 0 15,2 0 0-15,1 0 0 0,2 0 0 0,0 0 0 0,0-3 472 0,5 3-212 0,13 0-106 0,1 0-40 0,9 0-18 16,2 0-96-16,2 0 0 0,5 0 0 0,7 0 0 16,-7 3 0-16,6 0 0 0,4 1 0 0,-5-1 0 15,6-1 0-15,-1 0 0 16,-6-2 0-16,8 0 0 0,-14 0 0 0,4 0 0 15,-4 0 0-15,-1 0 0 0,-10 0 0 0,-3-2 0 16,0 0 0-16,-4-1 0 0,-9 1 0 0,-1-2 0 16,0 0 0-16,-7 0 0 0,3 1-7 0,-3-3-403 15,0 0 179-15,0-3-617 0,-3 1 389 0,-4-5 210 16,0-2 100-16</inkml:trace>
  <inkml:trace contextRef="#ctx0" brushRef="#br0" timeOffset="21196.71">1337 10471 2931 0,'-15'-13'0'0,"0"7"0"0,9 3 0 0,-1-3 0 0,0 3 0 0,5 1 0 0,2 0 0 0,0 0 0 0,2 2 0 0,13 0 0 0,2 0 198 16,3 0-63-16,1 8 367 0,4 1-337 0,-3 2-165 15,-5 2 0-15,3-1 0 0,-5 6 0 0,3 3 0 16,-6-1 0-16,-4 5 0 0,-5 1 0 0,-1 5 0 16,-2 2-23-16,-2 9-56 0,-9-5 63 15,-6 4-779-15,-1-1 392 0,1-4 76 16,-10 8-378-16,2-2 330 0,0-3 164 0,-1 3 81 15,-4-5-293-15</inkml:trace>
  <inkml:trace contextRef="#ctx0" brushRef="#br0" timeOffset="21656.14">1119 11347 1900 0,'-5'15'-1'0,"2"-2"1"0,-1-4-1 0,2-1 1 0,1-3 0 0,1-3 0 0,0 0 0 0,0-2 0 0,0 0 0 0,-2 0 0 0,2 0 406 15,0 0-180-15,0-9-89 0,0-4-46 0,0-2 68 16,0-7-62-16,0-2 0 0,0 0-51 0,0-1 45 15,0-1 0-15,0 2-33 0,0-4-11 0,-3 2-59 16,-10-1 59-16,1 4-1 0,-6 2-8 0,4 6 20 16,-6 3-11-16,2 3-1 0,-2 6 85 0,-8 3-45 15,6 0-86-15,-2 12 0 0,-1 8 0 0,2 8 0 16,0 8 0-16,3 2 0 0,2 3 0 0,4 4 0 16,-1 2 0-16,10 0 0 0,4-2 0 15,1-2 0-15,0-7 0 0,1 0 0 16,11-4 0-16,6-4 0 0,2-6 0 0,-1-3 0 15,6-5 0-15,-4-4 0 0,7-4 0 0,-2-4 0 16,-1-2 0-16,0-2 0 0,-2-11 0 0,-1-8 0 16,1-3 0-16,-2-6 0 0,-1-3 0 0,-3-5 0 15,-2 5 0-15,-2-2 0 0,-2 3 0 0,-2 3 0 16,-5 9 0-16,-1 1 0 0,-1 10 0 16,-1 2 0-16,-1 4 0 0,0 0 0 0,0 3 0 0,2 0 0 15,-2 6 0-15,2 8 0 16,0 3 0-16,3 2 0 0,-2 1 0 0,3 3 0 15,-1 0 0-15,2-1 0 0,0-1 0 0,1 1 0 16,-1-2 0-16,1-2 0 0,-1-3 0 0,-2 1 0 16,3-4 0-16,-1 2 0 0,1-5 0 0,-3-1 0 15,5-3 0-15,-3 3 0 0,5-5 0 0,-1 1-273 16,4-2-63-16,3-2 139 0,6 0-679 0,6-3 420 16,9-19 203-16</inkml:trace>
  <inkml:trace contextRef="#ctx0" brushRef="#br0" timeOffset="21881.75">1993 10956 2935 0,'9'-17'0'0,"-6"6"0"0,-1 1 0 0,-2 3 0 0,0 3 0 0,0 2 0 0,-2 1 0 0,-5 1 0 0,-3 0 0 0,0 8 0 0,-1 11 742 0,2 0-488 0,-4 11-254 16,-2 0 0-16,-3 9 0 0,2-1 0 0,0 7 0 15,-5 1 0-15,2 1 0 16,-4 1 0-16,3-1 0 0,-2 0 0 0,-1-4 0 15,3-5 0-15,-2 6 0 0,7-13 0 0,0-1 0 16,0-4 0-16,7-7 0 0,1-6-164 0,1-1-94 16,4-6-474-16,0-5 343 0,1-1 172 0,1-1 85 15,0-18-421-15,1-15 259 0,9-6 124 0</inkml:trace>
  <inkml:trace contextRef="#ctx0" brushRef="#br0" timeOffset="22084.56">1700 11035 3267 0,'-5'-17'0'0,"0"4"0"0,0 1 0 0,0 5 0 0,-1 1 0 0,4 2 0 16,0 3 0-16,2 1 0 0,0 0 0 0,5 0 0 0,12 3 147 0,1 12 370 0,1 2-517 0,4 2 0 0,0 6 0 0,-1-1 0 15,3 6 0-15,3 6 0 0,-3-5 0 0,0 4 0 16,-5-7 0-16,2 3 0 0,-1 1 0 0,-2-2 0 16,1 1 0-16,-4-3 0 15,-1-2 0-15,-3-5 0 0,1-1-213 0,-3-4-224 0,2-2 197 16,-2-4 98-16,0-4-481 0,3-6 278 15,-1 0 156-15,8-2 72 0,-5-18-471 0,8-9 271 16</inkml:trace>
  <inkml:trace contextRef="#ctx0" brushRef="#br0" timeOffset="22350.25">2270 10862 3307 0,'-12'-8'0'16,"6"5"0"-16,2-2 0 0,-3-1 0 0,7 0 0 0,0-2 0 0,0 3 0 0,2-2 0 0,13-2 0 0,7 2 0 0,6-2 317 0,4 3-137 0,1 2-53 0,2 1-127 0,10 1 0 15,-8-2 0-15,10 2 0 0,-5 1 0 0,2-1 0 0,-1 2 0 16,0-3 0-16,-6 2 0 0,2-2 0 0,-1 2 0 16,-3-3 0-16,-2 0 0 0,-3-3 0 15,-3 1 0-15,1-4-197 0,-10 3 44 16,1 0-381-16,-8 1 245 0,-4 1 123 0,1 1 51 15,-6-2-341-15,-2 2 206 0,0 0 103 0,-11 1-121 16,0-1 113-16,-2-4 44 0,-2-2 40 0</inkml:trace>
  <inkml:trace contextRef="#ctx0" brushRef="#br0" timeOffset="22589.64">2916 10413 2422 0,'0'-9'0'0,"0"-1"0"0,-2 2 0 0,2 0 0 0,0 1 0 0,0 2 0 0,0 1 0 0,2 0 0 0,5 2 0 0,6 1 0 0,2 1 175 0,2 0-66 0,4 0 373 0,3 0-219 16,-1 0-99-16,4 0-66 0,0 1 120 0,-1 5-218 16,1 0 0-16,-3 4 0 0,-6 1 0 0,5 1 0 15,-9 2 0-15,0 4 0 0,-7 1 0 0,-4 7 0 16,-3-4 0-16,0 7 0 16,-5 2 0-16,-10-1 0 0,-3 2-19 0,1 0-119 0,-7-3 16 0,-2 7 60 15,-2-6-311-15,-1-1 165 16,-2-2 81-16,-1 2-283 0,-1-5 173 0,-11 9 102 15,5-4 46-15,0 1-433 0,-3 0 239 0,1 0 120 16</inkml:trace>
  <inkml:trace contextRef="#ctx0" brushRef="#br0" timeOffset="23035.89">2676 10868 2762 0,'2'-4'0'0,"-2"2"0"0,0 0 0 0,0 2 0 0,0 0 0 0,0 0 0 0,0 2 0 0,0 9 0 0,0 7 0 0,0 6 0 0,0 0 303 0,0 6-135 0,0 2-63 0,2 4 230 16,1 0-145-16,0 9-122 0,1-10-68 0,-3 10 0 15,1-2 0-15,-2 1 0 0,0-3 0 16,0 0 0-16,0-5 0 0,-5-1 0 0,-2-2 0 16,-3-6 0-16,5-7 0 0,-5-4 0 0,4-4 0 15,-1-4 0-15,2-3 0 0,-3-5 0 16,3 0 0-16,0-2 0 0,3-9 0 0,2-6 0 15,0-2 0-15,2-5 0 0,6 2 0 0,5 1 0 16,4-4 0-16,3 4 0 0,3 0 0 0,-1 1 0 16,5 3 0-16,-1 2 0 0,1 5 0 0,1 1 0 15,-1 3 0-15,1 5 0 0,-2 1 0 16,-5 0 0-16,5 7 0 0,-9 6 0 0,3 4 0 0,-5 0 0 16,-3 7 0-16,-5-4 0 0,-1 7 0 0,-3-2 0 15,-3-1 0-15,0 1 0 16,-6-3 0-16,-4-2 0 0,-9 3 0 0,3-3 0 15,-6-8 0-15,0 1 0 0,-1-5 0 0,2-3 0 16,-6 0 0-16,6-4 0 0,-5-1 0 0,4 0 0 16,1 0 0-16,1-7 0 0,-2-5 0 15,4-1 0-15,6-2 0 0,2 0 0 0,0 0 0 0,7 0 0 16,3 2 0-16,0 4-135 0,0-5 4 0,3 8-762 16,12-3 425-16,2 7 202 15</inkml:trace>
  <inkml:trace contextRef="#ctx0" brushRef="#br0" timeOffset="23179.92">3712 11598 406 0,'-6'-11'0'0,"6"13"0"0,6 0 0 0,-6-2 0 0,0 0 196 0</inkml:trace>
  <inkml:trace contextRef="#ctx0" brushRef="#br0" timeOffset="24782.89">1597 13688 1466 0,'0'-3'0'0,"-2"-7"0"0,2 7 0 0,0-3 1 0,-2-3 0 0,1-1-1 0,1-3 1 0,-2 0-1 0,2-4 1 0,0-4 0 0,0-1 100 0,0-5 9 0,0 3-35 0,0-1 11 16,0-5-43-16,0 2-35 0,0 1 35 15,0-2-1-15,-3 1 1 0,-4-3 11 0,1 2-12 16,-3-1 1-16,1 4 16 0,-2 5-16 0,-2 0 0 15,-1 4 9-15,0 4 70 0,1 2-39 16,-5 4 0-16,4 6 53 0,-4-1-47 0,2 2 11 0,-3 2-57 16,-2 13 36-16,0 8 1 0,2 3-37 0,-2 6 11 15,3 11 42-15,-1 0-26 0,1 7 0 16,4 2 15-16,1 12-41 0,4-10 10 0,4 4-10 0,2 0 145 16,2-1-180-16,0-9-9 15,7-3 0-15,5-10 0 0,3 1 0 0,2-9 0 16,1-3 0-16,1-6 0 0,-1-5 0 0,3-2 0 15,-2-5 0-15,1-6 0 0,1 0 0 0,3 0 0 16,-6-15 0-16,3-8 0 0,0-5 0 0,0-10 0 16,-3 1 0-16,-4-5 0 0,2-1 0 0,-7 3 0 15,3-6 0-15,-7 12 0 0,1 2 0 0,-4 10 0 16,-1-1 0-16,-1 10 0 0,0 4 0 0,0 1 0 16,0 6 0-16,0 1 0 15,0 1 0-15,0 1 0 0,0 14 0 0,0 4 0 16,0 5 0-16,0 1 0 0,0 1 0 0,0-2 0 15,9 7 0-15,-1-3 0 0,2-4 0 0,3-1 0 16,-1-2 0-16,3-6 0 0,-3 1 0 0,1-2 0 16,1-1 0-16,0-4 0 0,-2 0 0 0,-3-3 0 15,4 2 0-15,-3-4-613 0,0-2 274 16,3-1 148-16,-3-1 75 0,3 0-321 0,-3 0 202 0,4-6 97 16,-5-12-545-16</inkml:trace>
  <inkml:trace contextRef="#ctx0" brushRef="#br0" timeOffset="25006.5">1877 13626 2093 0,'0'-17'0'0,"0"8"0"0,0-2 0 0,0-1 0 0,0 3 0 0,0 2 0 15,0-1 0-15,0 2 0 0,8 0 0 0,5 5 0 0,-1 1 121 0,6 0 327 0,1 0-204 0,-1 6-101 0,1 5 235 16,0 2-169-16,-2 2-73 0,-2 2-52 16,-5 2-9-16,0 1-75 0,-5 1 0 15,-5 2 0-15,0 3 0 0,-2-4 0 0,-11-2 0 16,-2 0 0-16,-5-4 0 0,0-4 0 0,-5 1 0 15,2-5 0-15,5-3 0 0,-5-2 0 0,4-3 0 16,7 0 0-16,-1 0 0 0,1 0 0 0,7-1 0 16,3-4-194-16,2-5-66 0,0-1 106 0,17-4-710 15,5 0 411-15,4-2 206 16,4-4-514-16</inkml:trace>
  <inkml:trace contextRef="#ctx0" brushRef="#br0" timeOffset="25179.62">2155 13579 2439 0,'20'-18'0'0,"-8"3"0"0,-2-1 0 0,-7 5 0 0,0 0 0 0,-3 4 0 0,0-1 0 0,0 5 0 0,-6 0 0 0,-8 1 0 16,6 2 413-16,-5 0-176 0,2 11 534 0,-1 7-700 0,1 2-71 16,4 3 0-16,4 2 0 0,3-3 0 0,0 6 0 15,0 0 0-15,5-3 0 0,9 1 0 0,6-4 0 16,1 1 0-16,1-2 0 0,3-4 0 16,0-1 0-16,0-1 0 0,1-3 0 15,-5-3 0-15,7 2-1158 0,-5 1 532 0,-1-1 292 16</inkml:trace>
  <inkml:trace contextRef="#ctx0" brushRef="#br0" timeOffset="27310.78">1767 14300 1620 0,'-9'-16'0'0,"1"5"0"0,1 8 0 0,-1 2 0 0,2 1 0 0,0 0 0 0,3 9 0 0,-2 10 0 0,5 7 0 0,-2 6 0 0,2 9 434 0,0 0-193 0,0 8-98 15,4-2 241-15,2 6-175 16,1 1-81-16,0 13-40 0,3-8 121 0,-5 1-82 15,-2-10-28-15,0 1-12 0,1-3-3 0,-2-12-6 0,-2-1-78 16,0-7 0-16,0-8 0 0,-2-1 0 0,-7-5 0 16,1-4 0-16,-5-8 0 0,1-2 0 0,-3 0 0 15,3-2 0-15,4-14 0 0,0-3 0 16,5-5 0-16,3 0 0 0,1-3 0 16,19 2 0-16,2 1 0 0,8 2 0 0,0 5 0 15,5 2 0-15,0 6 0 0,-2 3 0 0,2 4 0 16,-5 2 0-16,0 0 0 0,-5 8 0 0,-7 7 0 15,1 6 0-15,-11 3 0 0,0 1 0 0,-6 1 0 16,-2 2 0-16,-5 0 0 0,-10-1 0 0,-5-2 0 16,0 0 0-16,-3-5 0 0,1-2 0 0,2-7 0 15,-3-3 0-15,1 1 0 0,3-8 0 0,3-1 0 16,-1 0 0-16,4 0 0 16,3 0 0-16,3-3 0 0,1-7 0 0,6-3 0 15,0-4 0-15,2-3 0 0,17-4 0 0,13-3-701 16,-2 2 51-16,7 1 302 0</inkml:trace>
  <inkml:trace contextRef="#ctx0" brushRef="#br0" timeOffset="27665.95">2139 14945 2846 0,'9'-2'0'0,"-2"0"0"0,0 2 0 0,-2 0 0 0,4 0 0 0,-4 0 0 0,6 0 0 0,2 0 0 0,2 10 0 0,1 1 0 0,5 4 220 0,-3 1-87 0,3 3 347 0,0 0-228 15,-5 0-252-15,3 4 0 0,-8-5 0 0,-1 3 0 16,-7 0 0-16,-1 3 0 0,-2-4 0 0,-10 3 0 15,-10 0 0-15,-5-5 0 0,-2 2 0 0,-3-4 0 16,-2-3 0-16,1 1 0 0,1-5 0 0,2-2 0 16,6-3 0-16,4-2 0 15,6-2 0-15,4 0 0 0,6 0-365 0,2-7 112 16,12-12 52-16,18-5-704 0,7-3 418 0,4-2 226 16,-1-2 108-16,5-1-418 0,-3 0 263 0,-7 1 132 15,-7 10 54-15,-4-2 35 0,-6 4 45 0,-2 3 42 16,-11 3 160-16,0 4-125 0,-3 2-52 0,-2 2 12 15,0 2 799-15,-9 3-419 0,-3 0-211 0,0 6 1125 16,-1 11-610-16,1 3-323 0,5 5-255 0,2 2-101 16,3 2 0-16,2 3 0 0,0-2 0 0,4 3 0 15,13-4 0-15,4 1 0 0,9 4 0 0,0-8 0 16,0-1 0-16,10-1 0 16,-3-3 0-16,4-5 0 0,-1-2 0 0,4-4-445 15,-3-5-289-15</inkml:trace>
  <inkml:trace contextRef="#ctx0" brushRef="#br0" timeOffset="28675.18">3642 13269 1643 0,'0'0'0'0,"0"0"0"0,0 0 0 16,0 0 0-16,0 0 0 0,0 0 0 0,0 0 0 0,0 0 0 0,0-5 0 0,0-6 0 0,0 1 128 0,0-3 91 0,0 1-88 0,0-6-45 16,0 3 1-16,0-4 8 0,-3 0-11 15,0 1-42-15,-4-3 1 0,2 0 79 0,-3 0-39 16,-2 1 10-16,1 2 17 0,1 2-34 0,-5 4 1 16,1 2-35-16,-4 5 67 0,2 4-22 0,-4 1-11 15,-1 12-22-15,-6 13-12 0,2 11 1 0,0 8-1 16,-2 6 85-16,-2 11-48 0,4-1 1 0,3 0-49 15,8-10-31-15,-3 5 0 0,9-8 0 0,1 3 0 16,5-14 0-16,0 0 0 0,5-8 0 0,5-8 0 16,6-2 0-16,-1-7 0 0,7-6 0 0,-2-5 0 15,3 0 0-15,-1-9 0 16,1-13 0-16,4-9 0 0,-6-3 0 0,0-3 0 16,0 0 0-16,-4-3 0 0,-2 10 0 0,-2-4 0 15,-5 11-82-15,-1 0 21 0,-2 3-21 0,-3 11 142 16,-2-1-70-16,3 7 10 0,-3 1 175 0,0 2-175 15,0 4 0-15,0 13 0 0,0 3 0 0,0 6 0 16,2-1 0-16,1 2 0 0,5 1 0 0,1-3 0 16,4-3 0-16,2 1 0 0,4-3 0 0,0-7 0 15,-2-4 0-15,3-3 0 0,1-4 0 16,1-2 0-16,-3 0 0 0,2-9 0 16,-1-7-81-16,-8 0-41 0,2-4-585 0,2-4 338 15,-4 2 163-15,-5-3-358 0,2-1 261 0,-2 0 130 16,-5 5 54-16,3-1-116 0,-4 3 96 0,1 6 49 15,-2-1-1-15,2 7 108 0,-2 3-40 0,0 0 11 16,0 4 441-16,0 0-235 0,2 0-118 0,4 6-60 16,1 4 591-16,4 3-212 0,1-2-188 0,-1 4 344 15,1 0-254-15,5 2-116 0,-1-2-75 0,-1 2-256 16,7 1 96-16,-5-3 49 16,4-1-1-16,1-3-696 0,-5-1 367 0,4 0 189 15,-5-6-345-15,2 2 160 0,-8-5 158 0</inkml:trace>
  <inkml:trace contextRef="#ctx0" brushRef="#br0" timeOffset="28833.62">4270 13233 2291 0,'0'-3'0'0,"0"1"0"0,0 2 0 0,0 0 0 0,-2 10 0 0,-7 5 0 0,-5 5 0 0,-2 7 0 0,-3 5 0 15,-6 9 0-15,2 0 379 0,-9 13-168 0,4-1-85 0,0 3-41 0,3-3-171 16,-10 17 59-16,5-8 34 0,-3 3-597 0,-4 4 316 15,-7 11 159-15,6-11 89 0,-12 22-696 0</inkml:trace>
  <inkml:trace contextRef="#ctx0" brushRef="#br0" timeOffset="29438.31">3554 14396 2056 0,'0'-30'0'0,"-1"19"0"0,1 6 0 15,0 3 0-15,0-1 0 0,0 3 0 0,0 0 0 0,1 8 0 0,5 13 0 0,1 9 0 0,2 11 387 0,-4 8-172 0,0 4-87 0,-2 4-33 0,-2 15 117 16,-1-6-85-16,0 2-44 0,0-5-1 0,0-9 0 15,-1 5-30-15,-5-7-30 0,-1-12 19 0,-2-2 0 16,2-6 1-16,1-12 88 0,-2-4-34 0,3-3-56 16,-2-8-40-16,2-3 0 0,-3-2 0 0,1-2 0 15,7-10 0-15,0-10 0 0,0 2 0 16,4-5 0-16,10 4 0 0,0 0 0 16,4 3 0-16,4-2 0 0,1 6 0 0,2 5 0 15,0 1 0-15,0 4 0 0,-5 3 0 0,3 1 0 16,0 0 0-16,-5 9 0 0,-1 6 0 0,-4 0 0 15,-4 5 0-15,-4 5 0 0,-3 0 0 0,-2-2 0 16,-2 2 0-16,-14 0 0 0,0-2 0 0,-5-3 0 16,-2-2 0-16,-4 2 0 0,0-6 0 0,-1 0 0 15,3-5 0-15,-5 0 0 16,9-5 0-16,-1 0 0 0,5-2 0 0,8-2 0 16,-3 0 0-16,8 0 0 0,4-7 0 0,0-12 0 15,16-5-765-15,14-7 179 0,-4 5 263 0,12-10-616 16,-3 4 449-16,-3 0 224 0</inkml:trace>
  <inkml:trace contextRef="#ctx0" brushRef="#br0" timeOffset="29851.44">3862 14960 2405 0,'8'-15'0'0,"-3"6"0"0,-1-1 0 0,-2 0 0 0,1 5 0 0,-3-2 0 0,0 0 0 0,0 1 0 0,0 3 0 0,-3 1 0 0,3-3 345 0,0 1-152 0,0-2 158 16,3 1-159-16,5 1-76 0,5-3-37 0,1 0 142 15,1 2-192-15,2-2-29 0,-1 0 0 0,-2 1 0 16,-1-1 0-16,-3 2 0 0,-4 2 0 0,0 0 0 15,0 2 0-15,-4-1 0 0,1 0 0 16,-1 2 0-16,-2 0 0 0,0 0 0 0,0-2 0 0,0 2 0 16,0-2 0-16,-7 0 0 15,2 1 0-15,2-2 0 0,1 2 0 0,-1 1 0 0,1-3 0 16,0 3 0-16,1 0 0 0,-1 0 0 16,2 0 0-16,-3 0 0 0,3 0 0 0,0 0 0 15,0 0 0-15,0 0 0 0,-2 4 0 0,2-1 0 16,0-2 0-16,-3 3 0 0,1-2 0 0,0 0 0 15,2 1 0-15,-3 0 0 0,2-1 0 0,1 2 0 16,-4-2 0-16,4 2 0 0,-1 5 0 0,-1 0 0 16,2 0 0-16,0 2 0 0,0 4 0 0,0 0 0 15,0 4 0-15,7 4 0 16,1-2 0-16,3 0 0 0,1 2 0 0,0 0 0 16,1 2 0-16,2-5 0 0,-3-1 0 0,1 0 0 15,0-1 0-15,-2-3 0 0,-2 0 0 0,0-4 0 16,-6 1 0-16,0-5 0 0,-1 1 0 15,0-2 0-15,-2-4-167 0,0 0-32 0,0-2 78 0,2 0-636 16,1 0 358-16,3-2 169 0,4-21-613 16</inkml:trace>
  <inkml:trace contextRef="#ctx0" brushRef="#br0" timeOffset="30076.08">4405 14616 3348 0,'4'-12'0'0,"-4"3"0"0,0 2 0 0,0 2 0 0,0 0 0 0,0 4 0 0,0-1 0 0,-7 2 0 0,2 3 0 0,-5 16 0 0,2 7 120 0,-4 12 343 0,-3 8-463 0,-2 15 0 16,-4 5 0-16,-3 5 0 0,-4 8 0 15,-8 18 0-15,-1-4 0 0,-5 10 0 16,-10 22 0-16,3 0 0 0,7-18 0 0,-16 38 0 16,9-6 0-16,1 5 0 0,3 0 0 0,2-3 0 15,8-13 0-15,-4 33 0 0,2-24 0 0,5-8 0 16,6-32 0-16,-1 5 0 0,6-26-64 0,6 5-177 15,0-16-905-15</inkml:trace>
  <inkml:trace contextRef="#ctx0" brushRef="#br0" timeOffset="31271.65">5478 13262 1569 0,'0'0'0'0,"0"0"0"0,0-2 0 0,0 0 0 0,0-3 0 0,0 0 0 0,0-2 0 0,1-2 0 0,1-2 0 0,5-4 0 0,-5 0 234 16,4-4-96-16,-1 1-40 0,-2-6 26 0,1 0-42 15,-3 0 0-15,1 3-1 0,-2-4 10 0,0 0-51 16,0 4 0-16,-5-4 34 0,-5 7 0 0,-1-1-34 16,-3 1 10-16,-4 4 35 15,0 2-45-15,-4 5 1 0,-3 5 42 0,-2 2 1 16,-1 0-34-16,-3 14-9 0,-1 9 33 0,-3 8-34 16,3 5 0-16,2 3 54 0,4 4-17 0,1 4-11 15,6-1-25-15,4-2 27 0,8-2 1 0,6-7-29 16,1 4 11-16,0-5-54 0,10-2 36 15,6-5-33-15,3-5 0 0,1-3 0 0,1-6 0 0,6-2-31 16,-3-5-16-16,-1-6 28 0,5 0 0 0,-3-2-153 16,5-13 91-16,-5-7 21 0,3-1 30 0,-8-2-89 15,-1 2 51-15,-2-2 3 16,-6 8-6-16,-3 0 152 0,-3 8-54 0,-3 1-13 16,0 5 356-16,0 1-180 0,-2 2-97 0,0 0-86 15,0 11-7-15,-2 10 0 0,-3 5 0 0,1 0 0 16,2-2 0-16,2 8 0 0,0-2 0 0,0-2 0 15,4 1 0-15,8-5 0 0,-1-3 0 0,8-1 0 16,-5-4 0-16,3-4 0 0,5 0 0 0,-4-6 0 16,-1-3 0-16,3-3 0 15,-2 0-790-15,2 0 352 0,2-7 200 0,-2-7-214 16,-2-2 196-16,5-7 113 0,-5-1 51 0,1-5-431 16,-4-2 242-16,0-3 120 0,-6 4 50 0,-1 1-132 15,-5 9 121-15,-2 0 41 0,-1 1 197 0,0 5-98 16,0 5-39-16,-4 0 10 0,-4 3 589 0,4 4-310 15,3 0-154-15,-1 1 290 0,2-1-105 16,0 0-144-16,10 0 28 0,3 2 193 0,4 0-168 0,3 0-83 16,1 0-33-16,6 0 118 15,-4 0-85-15,-1 4-42 0,0 1-9 0,-2 3-24 16,-5 1-10-16,-4 1 1 0,-5 4 34 0,-4 5-1 16,-2 4-33-16,-2 2 9 0,-15 0 114 0,-2 5-164 15,-3 0 0-15,1-1 0 0,3-2 0 0,4-3 0 16,1 2 0-16,5-5 0 0,3-1 0 0,3-4 0 15,2 0 0-15,0-1 0 0,4-4 0 0,10 0 0 16,5-4 0-16,4-1 0 0,2-6 0 0,0 0 0 16,4 0 0-16,-3 0 0 15,-5-1 0-15,3-4-292 0,-7 0-127 0,1 0 180 16,-8 1 104-16,3-2-312 0,-8 3 204 0,-2-5 101 16</inkml:trace>
  <inkml:trace contextRef="#ctx0" brushRef="#br0" timeOffset="31434.84">5803 13471 2739 0,'-25'1'0'0,"6"7"0"0,8-4 0 0,-1 2 0 0,7-5 0 0,5 1 0 0,0 5 0 0,5-5 0 0,20 4 0 0,5 0 0 0,2-2 533 16,13-3-251-16,-2 3-121 0,2-2-60 0,0-1-157 16,-3 2 48-16,-7-2 10 0,2 5 39 0,-6-1-583 15,-1 5 292-15,-8 2 145 0,-3-1-743 0,-3 6 377 16,-5 7 233-16</inkml:trace>
  <inkml:trace contextRef="#ctx0" brushRef="#br0" timeOffset="31884.35">5536 13983 3131 0,'-11'-3'0'0,"6"3"0"0,3 11 0 0,-1 4 0 0,-1 5 0 0,4 8 0 0,0 8 0 0,0 4 0 0,0 10 0 0,0 16 0 0,0-2 111 15,0 2-34-15,2 1 232 0,-2-7-124 0,0 15-80 16,0-5-92-16,0 1-13 0,-9 0 0 0,-3 0 0 16,1-14 0-16,-2 0 0 0,-2-9 0 0,5-13 0 15,-3-2 0-15,4-11 0 0,2-8 0 0,3-4 0 16,0-8 0-16,0-2 0 0,4-1 0 0,0-16 0 15,4-7 0-15,9-5 0 0,6-1 0 0,1 3 0 16,5-3 0-16,3 3 0 0,0 0 0 16,1 7 0-16,-1 4 0 0,0 6 0 15,0 5 0-15,-6 2 0 0,2 1 0 0,-4 2 0 16,-4 5 0-16,-2 9 0 0,-1 3 0 0,-8 3 0 16,-3 5 0-16,-2 4 0 0,0-2 0 0,-10 1 0 15,-8-1 0-15,-1-1 0 0,-4-2 0 0,-4 1 0 16,-1-6 0-16,0-1 0 0,-2-4 0 0,1-3 0 15,5-3 0-15,0-3 0 0,-1-3 0 0,7-2 0 16,2 0 0-16,5 0 0 0,3-10 0 0,6-6 0 16,2-9 0-16,10-6 0 15,12-5 0-15,8-3 0 0,6 1-1127 0,4-1 524 16,2-1 280-16</inkml:trace>
  <inkml:trace contextRef="#ctx0" brushRef="#br0" timeOffset="32150.64">5976 14684 2691 0,'7'-8'0'0,"1"5"0"0,-1-4 0 0,-2 2 0 0,1 2 0 0,3-3 0 0,4 0 0 0,0 3 0 0,4-1 0 0,0 2 0 0,2-1 509 0,0 3-234 0,1 0-117 15,-4 5-58-15,-2 4 61 0,0 8-124 0,-7 2-37 16,-1 5 0-16,-6 2 0 0,0 5 0 0,-6 0 0 16,-11 2 0-16,1 0 0 0,-5-1 0 0,4-2 0 15,-2-2 0-15,8-8 0 0,1 3 0 0,3-6 0 16,5 0 0-16,2-3 0 0,0-3 0 0,2-2 0 15,13 1 0-15,2-2 0 0,8-6 0 0,-1 1 0 16,5-3 0-16,-1 0 0 0,-1 0 0 0,3-3 0 16,-2-4 0-16,-4-1 0 15,-1 3-129-15,-6 0-114 0,-2-1 104 0,-5 2-319 16,0 2 208-16,-5-1 103 0,-2-2 53 0,-3 0-655 16</inkml:trace>
  <inkml:trace contextRef="#ctx0" brushRef="#br0" timeOffset="32305.2">5980 14832 3293 0,'-12'-3'0'0,"6"0"0"0,0 2 0 0,3-1 0 0,0-1 0 0,3 3 0 0,3-1 0 0,15 1 0 0,7 0 0 0,7 0 0 0,7 0 131 0,2 0 376 0,-3 0-507 16,12 4 0-16,-7-1 0 0,5 2 0 0,1-2 0 15,1 1 0-15,1-1-263 0,2-1 63 0,2 2 121 16</inkml:trace>
  <inkml:trace contextRef="#ctx0" brushRef="#br0" timeOffset="32445.46">7245 15138 2189 0,'0'-7'0'0,"0"5"0"0,0 0 0 15,0 2 0-15,0 0 0 0,0 0 0 0,0-2 0 0,0 2 0 0,0 0 0 0,0 0 0 0</inkml:trace>
  <inkml:trace contextRef="#ctx0" brushRef="#br0" timeOffset="37603.41">1870 12706 429 0,'0'0'0'0,"0"0"0"0,-2 0 0 0,0 0 0 0,1 0 0 0,-2 0 0 0,0 0 0 0,1 0 0 0,0 0 0 0,2 0 0 0,0 0-3 0,0 0 31 0,0 0-1 16,0 0-65-16,0 0 62 15,0 0-1-15,0 0 7 0,0 0-63 0,0 0 53 16,0 0 0-16,0 0-12 0,0 0 11 0,0 2 5 16,0 7-17-16,0-1 18 0,0 3-13 0,0 3 4 15,-3 1-5-15,3-2 29 0,0 3-24 0,0 1 0 16,0 1 1-16,0 6 0 0,0-5 3 0,0 7 2 16,0 1-65-16,0 3 59 0,0 3-1 0,0 3-33 15,0 6 30-15,0-4 5 16,3 13-9-16,-1-4-3 0,0 2 1 0,-2 1 5 0,3 3-9 15,1 0 14-15,-2 2-9 0,0 2 2 16,1 7 22-16,1-4-22 0,-1-5 4 0,-1 11-4 16,3-6 40-16,0-6-38 0,-1 12 5 0,1-4 9 15,-1-4-7-15,1 14-4 0,2-4 2 0,-2 1-10 16,1-2 9-16,-3-3 0 0,1-8 5 0,1 10-15 16,-3-15 9-16,-2 6 0 0,3 2-1 0,0-2 8 15,-1-2-6-15,0 2-5 0,0-1 57 0,-1-2-52 16,2 3-1-16,-1-3 32 0,1 0-24 0,-3-2-1 15,2 2-3-15,3 10 0 0,-3-2 1 16,1 2 5-16,-1-4 0 0,1 15-30 16,-1-9 25-16,0 4 0 0,-1-9-27 0,2-6 22 15,-3 1 8-15,0-5-11 0,0-5-44 0,2-7 43 16,-2-1 3-16,0-5-55 0,3-7 55 0,-3-1-7 16,0-1 3-16,0-6-40 0,0 3 38 0,0-3-3 15,2-4 4-15,1 3-43 0,-3-4 39 16,0 0-4-16,0-5-39 0,0-1 37 0,0 1 4 0,0-4-6 15,0-2-58-15,0-1-6 0,0-1 63 0,0 2-162 16,0-2 72-16,0 0 31 16,2 0 1-16</inkml:trace>
  <inkml:trace contextRef="#ctx0" brushRef="#br0" timeOffset="47652.71">3914 12665 744 0,'0'0'-1'0,"0"0"0"0,0 0 1 0,0 0 0 0,0 0 0 0,0 0 0 0,0 0 0 0,0 0 0 0,0 0 0 0,0 0 0 0,0 0 37 0,0 0 0 15,0 0 15-15,0 0-14 0,0 0 9 0,0 0-19 16,0 0 11-16,0 0-1 0,0 0 0 16,0 0-64-16,0 0 9 0,0 0 51 0,0 1-3 15,-3 7-54-15,1 0-8 0,0 3 58 0,-1-3-56 0,1 3 51 16,-2 4-13-16,3-5-21 16,-4 6 24-16,4-2 4 0,-1 2-6 0,-1-1-8 15,3 1 9-15,-2-1 1 0,2-1 0 0,0 0-20 16,0 1 24-16,0 0-4 0,0-1-2 0,0 3-33 15,-3-1 31-15,3 4 2 0,0-3-7 0,0 2 6 16,0-3-4-16,0 4-7 0,0-3 9 0,0 1 0 16,0-1 1-16,0 2 7 0,0-2-8 0,0 1 0 15,0 0-1-15,0 0 20 0,0 1-18 0,0-3 0 16,-4 4 9-16,4-2-8 0,-2 1-1 0,2 0 3 16,0 0-13-16,0-1 11 15,0-1 0-15,0 2-38 0,0-2 36 0,0-2 1 16,0 1-1-16,0-2-33 0,2-1 30 0,0 0 1 15,0 2-3-15,1 1 7 0,-3-2-6 0,2 3-2 16,1 0 20-16,-1 2-18 0,-2 0-2 0,0 0 2 16,0 1 61-16,0 2-57 0,0-3-1 0,0 2 55 15,0 0-53-15,0 0 9 0,0-3-6 16,0 3-11-16,0-2 12 0,0 0 4 16,0-2-3-16,0 2-55 0,0-2 54 0,0 1-2 15,0 2-48-15,0-4 45 0,0 0 0 0,0 3-2 16,1-2-17-16,-1 2 11 0,2 0 5 0,-2-2-23 15,0 1 21-15,0 3-6 0,0-3 5 0,0 2 22 16,0 2-23-16,0-4 1 0,0 4 0 0,3-1 32 16,-3-3-31-16,0 2 3 0,1 2 0 0,-1-4 0 15,2 1-1-15,0 3 3 0,-2 3-12 0,2-1 10 16,-1-3 0-16,1 2 3 0,-2 0-3 16,2 1 1-16,-2 0-1 0,2 2-23 15,-2 0 22-15,0-1-2 0,0 0 1 0,3-3 2 16,-3 1-2-16,0 0-2 0,0 0 3 0,0 4-2 15,0-1 1-15,0-4 0 0,0 1 33 0,0 2-32 16,0-3 0-16,0-1 16 0,0 0-15 0,0-1 2 16,0 1 0-16,0 0 28 0,0-3-26 0,0 3-2 15,0 3 0-15,0-3 45 0,0 5-40 0,0-1-2 16,0-5 47-16,0 7-44 16,0-7 3-16,0 4 1 0,0-1 11 0,0 3-13 15,0-5 3-15,0 0-2 0,0-2-27 0,0 1 27 16,0 2 1-16,0-5-36 0,2 4 31 0,-2-2 3 15,3 2-1-15,-1-1-48 0,-1 0 42 0,1 1 2 16,-2 1-9-16,2-4-18 0,0 3 21 0,0 1 3 16,-2-1 14-16,2 1-16 0,-2-2-2 0,2 1 15 15,-2 1-10-15,1-2-2 0,-1-2 2 16,0 3 12-16,2 0-11 0,-2 0-2 0,0-3 5 16,2 3-20-16,-2-4 18 0,2 2-2 15,-2-1 2-15,0 0-17 0,0 0 15 0,3-1 0 16,-3 4-20-16,0-3 18 0,0 1-2 0,0 0 2 15,0-2 6-15,0 0-6 0,0 0-2 0,0-2-3 16,0-3 3-16,0 1 1 0,0-3 2 0,0 0-12 16,0-1 10-16,0-1 0 0,0 3 0 0,0-2-12 15,0-1 13-15,0-1-2 0,0-1-7 0,0-1 7 16,0-1-2-16,1 0-7 0,-1 1 7 0,1-4 0 16,-1 3 1-16,3-2-13 15,-1 2 12-15,-2-3 0 0,1 1 0 0,-1 0-35 16,2 0 33-16,0 0 0 0,-2 0 0 0,2 0-13 15,-2 1 11-15,2-1-1 0,-2 1-1 0,0-2 1 16,0 1 1-16,2 0 2 0,-2-1 3 0,0 2-7 16,0-3 2-16,0 0 11 0,0 0-11 0,0 0 1 15,0 0-1-15,0 0-54 0,0 0 0 16,0 0 52-16,0 0 0 0,2 0-408 16,3 0 186-16,7-12 89 0</inkml:trace>
  <inkml:trace contextRef="#ctx0" brushRef="#br1" timeOffset="56217.84">7522 13144 1812 0,'0'0'-1'0,"0"-4"0"0,0-2 0 0,0 1 1 0,0-3 0 0,0 1 0 0,0-3-9 0,0 1 1 0,0-4 2 0,0 0 0 0,0-1 129 0,0-1-29 0,0-1-12 15,0 1-40-15,0-4 51 16,0 0 0-16,0-2-48 0,-3 1 12 0,-1-1 26 16,1-4-36-16,-3 7-1 0,0-7 10 0,-2-1-10 15,-1 5 12-15,-2-6-12 0,-1 6-66 0,0 4 33 16,-4 0 0-16,2 2-19 0,-2 3 32 0,-1 5-29 16,-3 6 43-16,-1-2-41 0,-1 3-12 0,-3 8 45 15,1 11-11-15,-4 7-12 0,2 5 16 0,0 7-11 16,0 5 51-16,2 8-1 0,5-1-34 0,5 6 4 15,5-4 140-15,0 0-62 0,9-5-37 0,0-1 21 16,0-11 22-16,0 1-41 16,9-6 0-16,3-6-37 0,-1-5-12 0,5 0-28 15,0-6 0-15,1-3 0 0,3-3 0 0,1-5 0 16,-3-2 0-16,0 0 0 0,5-4 0 0,-2-11 0 16,2-6 0-16,-3-5 0 0,2-9 0 0,-1 1 0 15,-4-10-28-15,1 5-5 0,-3-1-2 0,-3 10-64 16,-1-4 48-16,-5 13-13 0,-1-3 59 0,-3 14 52 15,2-1-1-15,-3 4-58 0,-1 5 246 0,0 1-234 16,0 1 0-16,0 0 0 0,0 10 0 16,0 6 0-16,0 8 0 0,0-2 0 15,0 9 0-15,0-3 0 0,5 1 0 0,4-1 0 16,0-4 0-16,3-3 0 0,-1-1 0 0,3-1 0 16,-2-2 0-16,3 0 0 0,-1-4 0 0,-2-3 0 15,2 3 0-15,0-2 0 0,-1-3 0 0,-1-1-88 16,-1-1-89-16,3-2-716 0,1-3 430 0,3-1 208 15,4 0 103-15,-2-10-276 16,1-6 191-16,-1-9 83 0</inkml:trace>
  <inkml:trace contextRef="#ctx0" brushRef="#br1" timeOffset="56444.1">7834 13087 2243 0,'-2'-5'-4'0,"2"3"1"0,0 0 2 0,0 2 0 0,0-1 1 0,0 1 0 0,5 0 0 0,8 0 0 0,1 0 0 0,5 0 0 0,2 7 144 16,-1 0 312-16,1 3-195 0,0-1-114 0,-2 2-51 15,-4 0 107-15,-2 4-79 0,-4-1-39 0,-1 3 33 16,-6 0-55-16,-2 0-63 16,0 6 0-16,-10 0 0 0,-5-1 0 0,-4 3 0 15,-4-2 0-15,0-3 0 0,-2-3 0 0,0-2 0 16,7-5 0-16,-3-3 0 0,5-1 0 0,4-2 0 16,3-2-522-16,2-2 176 0,6 0 113 0,1 0-431 15,0-4 310-15,10-13 154 0,11-3 78 0,4-7-449 16,2 0 252-16,6-8 143 0,-4-1 65 15</inkml:trace>
  <inkml:trace contextRef="#ctx0" brushRef="#br1" timeOffset="56594.51">8110 13065 2575 0,'13'-19'0'0,"-5"8"-3"0,-2 0 1 0,-3 5 1 0,-1 4 1 0,-2 0-1 0,0 2 1 0,-2 2 0 0,-7 11 0 0,1 4 0 0,-7 8 213 0,5-3-85 0,0 0 529 16,7-1-306-16,-2 2-337 0,3 0-14 0,2-2 0 15,0 1 0-15,4 0 0 0,12-1 0 0,-2-2 0 16,3-1 0-16,8 1 0 0,-5-2-275 0,6 0 157 15,-5-4 81-15,2 2-868 16,-5-4 439-16,5 6 146 0,-4-1 138 0</inkml:trace>
  <inkml:trace contextRef="#ctx0" brushRef="#br1" timeOffset="57189.18">7500 14116 2386 0,'0'-9'0'0,"0"3"0"0,0 2 0 0,0 3 0 0,-6 0 0 0,4-2 0 0,2 3 0 0,0 0 0 0,-3 0 0 0,3 0 0 0,0 11 194 16,0 2 116-16,0 7-133 0,5 2-67 0,3 3-33 16,-2 6 116-16,1-1-64 0,0 6-48 0,-1-2 77 15,1 3-57-15,-6 1-86 0,1 9-15 0,-2-10 0 16,0 12 0-16,0-3 0 0,0-3 0 0,-2-8 0 16,-3 5 0-16,0-6 0 0,1 1 0 0,-3-4 0 15,4-9 0-15,-1-1 0 0,2-5 0 0,-2-5 0 16,4-3 0-16,-1-4 0 0,1-2 0 0,-1-2 0 15,1 0 0-15,0 0 0 0,0 0 0 0,0-2 0 16,0-5 0-16,1-3 0 16,4 0 0-16,6 0 0 0,3-2 0 0,2 3 0 15,2-1 0-15,1 3 0 0,2 3 0 0,-3 1 0 16,0 3 0-16,1 0 0 0,-2 0 0 0,1 3 0 16,-5 6 0-16,1 4 0 0,-5 2 0 0,0 2 0 15,-1 2 0-15,-6 0 0 0,3 1 0 0,-5 0 0 16,0 2 0-16,0-3 0 0,-3 0 0 0,-7-3 0 15,-1-2 0-15,0-2 0 0,-2-2 0 16,-2-3 0-16,1-1 0 0,-2-4 0 0,2-2 0 16,1 0 0-16,-5 0 0 0,6-2 0 15,-3-6 0-15,4-3 0 0,2-1 0 0,2-3 0 16,-2-1 0-16,8 1 0 0,0 2 0 0,1 0 0 16,0 0 0-16,0 4-265 0,2-1 95 0,10 0-773 15,4 0 450-15,0 1 224 0,9-2 113 0,-5 2-505 16,10-6 313-16,-6 2 153 0</inkml:trace>
  <inkml:trace contextRef="#ctx0" brushRef="#br1" timeOffset="57368.66">7808 14786 1407 0,'17'-7'0'16,"1"0"0"-16,-2 1 0 0,3 0 0 0,0 3 0 0,-1-3 0 0,7 3 0 0,-2 0 0 0,-3 3 0 0,2 0 0 0,1 0 442 0,-1 0-199 0,-3 10-100 0,0 1-49 0,-4 0 253 16,-4 5-141-16,-1-1-86 0,-6 2-39 15,-3 3 211-15,-1 5-124 0,-5-1-62 0,-11-2 176 0,1 3-282 16,-7-4 0-16,-3-1 0 0,4-2 0 15,-2-3 0-15,4-4 0 0,1-1 0 16,0-3 0-16,4-4 0 0,4-1 0 0,-1-2-18 16,7 0-290-16,2 0 167 0,2-8-909 0,7-11 503 15,20-7 251-15</inkml:trace>
  <inkml:trace contextRef="#ctx0" brushRef="#br1" timeOffset="57543.02">8344 14626 3852 0,'4'-12'0'0,"-3"5"0"0,-1 4 0 0,0 3 0 0,-11 0 0 0,-4 0 0 0,-2 15 0 0,0 5 0 0,2 4 0 0,-2 7 0 0,4 9 79 16,5-6-79-16,4 12 0 0,4-12 0 0,0 6 0 15,12 2 0-15,9-9 0 0,3-4 0 0,10 0 0 16,3-4 0-16,3-5 0 0,3-3 0 0,0-3 0 16,-5-7-504-16,10-2 111 0,-4-2 49 0,1-3-711 15</inkml:trace>
  <inkml:trace contextRef="#ctx0" brushRef="#br1" timeOffset="58574.37">4965 12411 1288 0,'0'0'0'0,"0"-2"0"0,0 1 0 0,0 1 0 0,0 0 0 0,0-3 0 0,0 3 0 0,0 0 0 0,0 0 0 0,0 0 0 0,0 0 156 16,0 0-61-16,0 0-1 0,0 0 69 0,0 0-60 15,0 0-29-15,0 3 10 0,0 3 16 0,0 3-27 16,0 0-1-16,0 2 4 0,0 3 0 0,0 0-21 15,2 2-11-15,-1 1 68 0,3-1-33 16,-3 3-1-16,2 2 50 0,-1-1-31 0,3 6-11 16,-3-3-42-16,-2 2 92 0,0 1-46 0,2 0-1 15,-2-2-34-15,0 8 89 0,0-1-51 0,0 0 1 16,0 3-41-16,0 3-53 0,0 0 0 0,0 6 0 16,0 0 0-16,-2 0 0 0,2 0 0 0,0 3 0 15,-2-5 0-15,2 9 0 0,-3-1 0 0,1 2 0 16,0 1 0-16,-2 3 0 0,0 5 0 15,-1 9 0-15,-1-1 0 0,1 0 0 0,-1-2 0 16,0-5 0-16,3-5 0 0,-2 3 0 16,5-2 0-16,-2-5 0 0,-1 2 0 0,3 1 0 15,0 1 0-15,0 1 0 0,0-1 0 0,0 0 0 16,0 1 0-16,-2-3 0 0,2 0 0 0,-2 1 0 16,1 1 0-16,-1 3 0 0,-2 4 0 0,4-1 0 15,-3-5 0-15,0 0 0 0,1 4 0 0,1-1 0 16,1-4 0-16,-3 0 0 0,1 0 0 15,2 7 0-15,0-10 0 0,0 4 0 0,0 2 0 16,0-4 0-16,0-1 0 0,0-1 0 16,0-7 0-16,-2-1 0 0,-1 0 0 0,-1-7 0 15,2 9 0-15,-1-11 0 0,1 0 0 0,1-3 0 16,-4-2 0-16,5-9 0 0,-2 0 0 0,1-5 0 16,1-6 0-16,-3-1 0 0,3-4 0 0,0-2 0 15,-2-3 0-15,2-1 0 0,0 0 0 0,0 0 0 16,0 0 0-16,0 0 0 0,0-10 0 0,2-8-62 15</inkml:trace>
  <inkml:trace contextRef="#ctx0" brushRef="#br1" timeOffset="59411.87">8909 12252 1652 0,'0'-3'0'0,"0"1"0"0,0-1 0 0,-2 1 0 0,2 0 0 0,0 2 0 0,0 0 0 0,0 0 0 0,0 12 0 15,0 2 0-15,2 4 182 0,-2 1-72 0,1 6-35 0,-1 2-1 16,0 3 173-16,0 2-95 0,0 2-61 15,0 0-26-15,0 3 168 0,0 1-97 0,0 5-48 16,0-7 189-16,0 7-123 0,0 0-58 0,0-1-28 16,0 5 163-16,-3 1-231 0,-1 4 0 0,-1 3 0 15,-1 9 0-15,1-4 0 0,-3 1 0 0,0 3 0 16,3-7 0-16,-2 13 0 0,1-6 0 0,1-2 0 16,0 1 0-16,1 3 0 0,3-6 0 0,-1 12 0 15,-2-7 0-15,2 3 0 0,0 1 0 0,-4-2 0 16,2-4 0-16,1 20 0 0,-3-9 0 0,3 2 0 15,-1-3 0-15,3 0 0 0,1-13 0 16,0 2 0-16,0 0 0 0,0 4 0 16,0-14 0-16,0 13 0 0,1-11 0 0,1 3 0 15,0 0 0-15,-1 1 0 0,1-3 0 0,0 2 0 16,-2-1 0-16,0 1 0 0,0 8 0 0,0 1 0 16,-5 0 0-16,0-1 0 0,-4-11 0 0,0 16 0 15,2-11 0-15,2-9 0 16,0 3 0-16,-1-10 0 0,1 7 0 0,1-3 0 0,0-3 0 0,3-3 0 15,-1-7 0-15,0 0 0 16,1-5 0-16,-2-5 0 0,1 0 0 0,-1-6 0 16,0-4 0-16,1-3 0 0,0-4 0 0,1-2 0 15,1-1 0-15,-2-1 0 0,2-3 0 0,-2 0 0 16,2 0 0-16,0 0 0 0,0 0 0 0,-2 0 0 16,2-7-103-16,0-7-121 0,2-5 98 0</inkml:trace>
  <inkml:trace contextRef="#ctx0" brushRef="#br1" timeOffset="65858.75">1431 16024 249 0,'-11'0'0'0,"1"-1"0"0,-1-3 0 0,6 2 0 0,0-2 0 0,3 3 0 0,0 1 0 0,2 0 0 0,0-3 0 0,-1 3 0 0,1 0 67 15,0 0 0-15,0 0 68 0,0 0-58 0,0 0-1 16,0 0-50-16,0 0 77 0,0 0 1 0,0 0-62 16,0 0 20-16,0 0-22 0,0 0-1 0,0 0 1 15,0 0 161-15,0 0-60 0,1-2 8 0,1 1-91 16,1-3 204-16,4-1-94 0,-5 1-45 0,6-1 36 16,-1 1-19-16,-1 1-65 15,1-1 0-15,3 0-75 0,-2-1 75 0,1 1 19 16,5 1-19-16,0-1 17 0,1-2-17 0,-2 3 0 15,2-1 13-15,0 0 6 0,2-2-19 0,-2 3 0 16,3-3-11-16,1 3 11 0,-1-1-2 0,2-2 29 16,5 0-28-16,0 2-27 0,1-1-47 0,3 1 0 15,-4-2 0-15,-3 2 0 0,8-2 0 0,-4 4 0 16,1-1 0-16,1-2 0 0,4-1 0 0,1 2 0 16,6-1 0-16,5-1 0 0,3 0 0 0,8 0 0 15,5-1 0-15,10 0 0 16,1 2 0-16,-2-1 0 0,1 2 0 0,4 0 0 15,5 3 0-15,1-2 0 0,11 3 0 0,-3 0 0 16,0 0 0-16,-10 4 0 0,6 4 0 0,10 3 0 16,-1 0 0-16,0-2 0 0,9 1 0 0,-2-1 0 15,-12-1 0-15,29-3 0 0,-6 0 0 0,17-2 0 16,3-3 0-16,0 0 0 0,-7 0 0 16,34 0 0-16,-10 0 0 0,-12 0 0 15,-7 6 0-15,-4 5 0 0,-19 2 0 0,9 4 0 16,-11 4 0-16,-8-1 0 0,-7 5 0 0,-3-3 0 15,-14-3 0-15,5 1 0 0,-1-2 0 0,-9-6 0 16,-3 2 0-16,-10-7 0 16,4 3 0-16,-3-3 0 0,-3 1 0 0,-2-4 0 0,-7-1 0 0,-6 1 0 15,-2-4 0-15,0 2 0 0,-8-2 0 0,1 0 0 16,-8 0 0-16,-2 0 0 0,-1-2 0 0,-2-5 0 16,-1 3 0-16,-2-1 0 0,-2-3 0 15,-1 0 0-15,0 3 0 0,3-4 0 16,-7 2 0-16,2-1 0 0,-2 0 0 0,0 0 0 15,-1 3 0-15,0-2 0 0,-4 4 0 0,2 1 0 16,-2 0 0-16,0 2 0 0,0 2 0 0,-19 23-1243 16</inkml:trace>
  <inkml:trace contextRef="#ctx0" brushRef="#br1" timeOffset="76872.42">5478 16517 861 0,'0'0'0'0,"1"0"0"0,1 0 0 0,-2 0 0 0,2 0 0 0,0 0 0 0,-2 0 0 0,0 0 0 0,0 0 0 0,0 0 0 0,0 0 42 0,0 0 91 16,0 0-50-16,0 0-1 0,0 0-40 0,0 0 128 15,0 0-65-15,0 0-20 0,3 0 33 0,-3 0-37 16,0 0-1-16,0 0-38 0,0 0 82 0,0 0-31 16,0 0-10-16,0 0 16 0,0 0-29 0,0 0 1 15,0 0-29-15,2 0 94 0,0 0-51 0,1 0-1 16,-2 0-42-16,1 0 87 0,1 0-44 0,-1-3 11 15,1 3 16-15,-1-1-34 16,1 1-1-16,-1 0-35 0,3-2 12 0,-5 2-1 16,4-2-11-16,0 2 47 0,2-2 1 0,1 0-48 15,2 1 0-15,-2-4 5 0,2 1-47 0,0 2 0 16,1-3 0-16,-1 4 0 0,0-3 0 0,0 1 0 16,2 2 0-16,-1-1 0 0,-3 0 0 0,1 2 0 15,2 0 0-15,-3 0 0 0,3 0 0 0,0 0 0 16,0 0 0-16,1 0 0 0,3 0 0 0,1 0 0 15,0 0 0-15,2 0 0 16,-1-1 0-16,1-1 0 0,2 2 0 0,-1-3 0 0,-4 2 0 0,0 1 0 16,1-1 0-16,-3 1 0 15,4 0 0-15,-3 0 0 0,2 0 0 0,1 0 0 16,2 0 0-16,2 0 0 0,-1 0 0 0,2 0 0 16,1-4 0-16,-1 4 0 0,0 0 0 0,3-1 0 15,-4 1 0-15,0-2 0 0,0 2 0 0,0-1 0 16,-2 1 0-16,1-3 0 0,-1 3 0 0,3 0 0 15,-1 0 0-15,7 0 0 0,-5 0 0 16,6 0 0-16,-6 0 0 0,5 0 0 16,1 0 0-16,-1 0 0 0,1 0 0 0,0 0 0 15,2 0 0-15,0 0 0 0,0 0 0 0,-3 0 0 16,1 0 0-16,0 0 0 0,-8 3 0 0,7-2 0 16,-2-1 0-16,-5 2 0 0,7-1 0 0,-4 3 0 15,0-3 0-15,4 0 0 0,-1 2 0 16,-2-1 0-16,2 1 0 0,3-3 0 15,-7 2 0-15,9-1 0 0,-3-1 0 0,2 3 0 16,0-3 0-16,3 1 0 0,3-1 0 0,0 3 0 0,-1-3 0 0,3 0 0 16,1 1 0-16,-3 1 0 15,0 1 0-15,-3-3 0 0,5 0 0 0,-7 1 0 16,1-1 0-16,-2 0 0 0,-6 0 0 0,6 0 0 16,-4 0 0-16,-2 1 0 0,-1-1 0 0,-1 0 0 15,3 0 0-15,1 0 0 0,-1 0 0 0,-4 0 0 16,4 0 0-16,1 0 0 0,-4 0 0 0,6 0 0 15,-8 0 0-15,8 0 0 0,-3 0 0 0,-1-1 0 16,6-3 0-16,-9 1 0 16,-1 0 0-16,1-1 0 0,-3 3 0 0,0-1 0 15,-4 0 0-15,0 1 0 0,-5-1 0 0,3-1 0 16,-1 2 0-16,-4 0 0 0,3 1 0 0,1-4 0 16,-3 3 0-16,2 1 0 0,-3-2 0 0,2 1 0 15,0-2 0-15,-1 1 0 0,2 0 0 0,-3-1 0 16,0 1 0-16,0-1 0 0,-2-1 0 0,0 2 0 15,-1-3 0-15,0 4 0 0,-1-1 0 0,-1-2 0 16,0 2 0-16,1 1 0 0,-1 0 0 0,-2-2 0 16,0 1 0-16,0 0 0 15,0 0 0-15,-5 2 0 0</inkml:trace>
  <inkml:trace contextRef="#ctx0" brushRef="#br1" timeOffset="78502.98">16253 13314 1803 0,'-4'0'0'0,"1"0"0"0,-2 4 0 0,3 0 0 0,-1 0 0 0,1-2 0 0,0-1 0 0,0 2 0 0,2-2 0 0,0-1 0 0,0 0 254 0,0 0-101 0,0 0-50 0,0 1 192 16,0-1-127-16,0 3-58 0,0-1 0 0,4 0 123 15,1 0-90-15,4 0-32 0,-2 1 121 0,2 0-90 16,0-2-68-16,1 3-74 16,1-2 0-16,-2 2 0 0,3-2 0 0,-3-1 0 15,0 2 0-15,1-2 0 0,-1-1 0 0,1 2 0 16,0-2 0-16,-3 0 0 0,2 0 0 0,0 0 0 16,-1 0 0-16,0 0 0 0,-1 0 0 0,0 0 0 15,3 0 0-15,-1 0 0 0,0 0 0 0,5 0 0 16,-1 0 0-16,4 0 0 15,-2 0 0-15,4 0 0 0,-1 0 0 0,3 0 0 0,2 0 0 16,0 0 0-16,2 0 0 0,2 0 0 0,-5 0 0 0,8 0 0 16,-5 0 0-16,0 0 0 15,0 0 0-15,0 0 0 0,-4 0 0 0,7 0 0 16,-2 0 0-16,1 0 0 0,-4 0 0 0,2 0 0 16,-3 2 0-16,7 0 0 0,-3 0 0 0,-2 0 0 15,2-1 0-15,-1-1 0 0,-1 2 0 0,7 2 0 16,-3-2 0-16,2 0 0 0,0 1 0 0,4 1 0 15,-1 0 0-15,1 0 0 16,2 0 0-16,-1-1 0 0,9 1 0 0,-3 0 0 16,-6 0 0-16,5-1 0 0,0 3 0 0,-1-2 0 15,-2-1 0-15,1 2 0 0,0-2 0 0,-1 1 0 16,-1-1 0-16,1 3 0 0,2-2 0 0,-4 0 0 16,1 2 0-16,-1-1 0 0,2 0 0 0,5 1 0 15,-10-1 0-15,6 1 0 0,-3 2 0 0,3 0 0 16,-3-1 0-16,7-2 0 0,-5 1 0 0,4-2 0 15,1-3 0-15,7 2 0 0,0-3 0 0,1 0 0 16,1 0 0-16,2 0 0 16,-9 0 0-16,11 0 0 0,-7 0 0 0,-4 0 0 15,-3 0 0-15,3 0 0 0,-7 0 0 0,6 0 0 16,-1 2 0-16,-1 2 0 0,2-1 0 0,3-1 0 16,2 2 0-16,5-4 0 0,0 0 0 0,-1 0 0 15,2 0 0-15,1 0 0 0,-2-2 0 0,1-4 0 16,0 1 0-16,-3 0 0 0,-2 2 0 0,0-1 0 15,-6 2 0-15,8 0 0 0,-6 2 0 0,-4 0 0 16,-5 0 0-16,-1 0 0 16,2 0 0-16,-5 0 0 0,-2 2 0 0,0 0 0 15,-5 2 0-15,0-1 0 0,5 0 0 0,-4 0 0 16,1 0 0-16,-1-2 0 0,2-1 0 0,1 0 0 16,1 0 0-16,2 0 0 0,-2 0 0 0,-1 0 0 15,-3 0 0-15,-3-1 0 0,0-2 0 0,-5 2 0 16,-2-5 0-16,-5 4 0 0,-1-2 0 0,-3 0 0 15,-2-1 0-15,-1 1 0 0,0-2 0 16,-3-1 0-16,1-1 0 0,2-2 0 16,-1 0 0-16,-3-2 0 0,0-1 0 0,0 3 0 15,0-2 0-15,-3 3 0 0,-12 1 0 0</inkml:trace>
  <inkml:trace contextRef="#ctx0" brushRef="#br1" timeOffset="83061.67">5941 12414 50 0,'0'0'0'0,"0"0"0"0,0 0 0 0,0 0 0 0,0 0 0 0,-3 0 0 0,1 0 0 0,2 0 0 0,-2 0 0 0,0-3 0 0,1 3 4 0,-1-2 1 0,2 2-1 0,-3 0-10 16,3 0 11-16,-2-1-1 0,1 1 20 0,-2 0-19 16,3-3-1-16,-1 3 1 0,0 0 32 0,-2-1-32 15,1 1 1-15,0 0 16 0,0-2-16 0,1 2 4 16,-1 0 1-16,2 0 13 0,0 0-13 16,-2 0-2-16,2 0 5 0,0 0-15 15,0 0 13-15,0 0-2 0,0 0-46 0,0 0 44 16,0 0 0-16,0 0 2 0,-2 0-42 0,2 6 38 0,-1 1-5 15,-1 5-18-15,-3-3 18 0,5 2 3 16,-4 1-6-16,2-2-1 0,2 3 1 0,-3-5 3 16,3 6-4-16,-2-3 2 0,0 3 0 0,0 0 1 15,1 2 0-15,-1-2 0 0,0 3 0 0,0-1 0 16,1 4 0-16,-2-2 0 0,-1 3 0 0,3-1 0 16,1 5 0-16,-5-3 0 0,5 4 0 0,-3 3-5 15,1-2 5-15,2 0 0 0,-2 1 0 0,0-2-15 16,0 4 14-16,1-1 0 15,1-3-16-15,0 3 16 0,-2-3-2 0,0 4 0 16,2-2 8-16,-1 1-7 0,-2 4-2 0,2 0 12 16,1 4-10-16,-4 0-1 0,1 1 1 0,1 5 8 15,0-2-8-15,1-1 1 0,-1 1 1 0,-2-4 4 16,2 11-5-16,1-6 0 0,-1 1 3 0,-1 1-1 16,0-3 0-16,1-3-2 0,2 1 8 0,-3 1-7 15,3-1 0-15,-5-1 12 0,3 7-11 0,1-6 0 16,-3 11 0-16,1-3 22 15,1 1-22-15,2-2 2 0,-4 5-1 0,3 2 9 16,-2-2-8-16,1-2 1 0,2-1-1 0,0 1 10 16,0 2-9-16,0-6 3 0,0 12 18 0,0-3-19 15,0 8-1-15,0-1 14 0,0 1-13 0,0-7 3 16,0 5-3-16,0-3-12 0,0-7 12 0,0 1 2 16,0-4-2-16,0-8-1 0,0 6 2 0,0-3-1 15,0-1-6-15,0 2 6 0,0-8 1 16,0 7-2-16,0 2-3 0,0-9 2 15,0 2 1-15,0 3-12 0,0-1 12 0,0-1-1 16,0 0 1-16,0-1-5 0,0 0 4 0,0 9 0 16,0-8 2-16,0 7-21 0,0-4 18 0,0-7-2 15,0 3-18-15,0-3 19 0,0-2-1 0,2 0 1 16,1-3-59-16,-2 0 56 0,1-4-1 0,0-3-32 16,-2 1 28-16,0-1 3 0,0-3-7 0,0 0-27 15,0-1-6-15,0-3 35 0,0-2-11 0,0 3-30 16,2-1-8-16</inkml:trace>
  <inkml:trace contextRef="#ctx0" brushRef="#br1" timeOffset="89055.1">26182 9776 1318 0,'0'-5'0'0,"-1"1"0"0,-3 2 0 16,4 0 0-16,-2 0 0 0,2 1-2 0,0-1 0 0,0-2 0 0,0 0 1 0,0 2 0 0,6-1 220 0,9-2-93 0,2 4-41 0,1-1 95 0,7 0-67 0,-1 2-35 15,-1 0 11-15,7 0 89 0,-2 0-66 16,0 4-35-16,-1 5 1 0,-1 3 16 0,-7-3 12 16,3 4-62-16,-3 2 60 0,-5 2-30 15,0 0 0-15,-2 0-29 0,-5 3 52 0,-5-1-12 16,1 2-41-16,-1 0 52 0,-2-1 0 0,0 3-53 15,-5-3 11-15,-7 5 95 0,-3-2-68 0,-1-1-81 16,-6-2 0-16,2 1 0 0,0-4 0 0,-7 3 0 16,4-2 0-16,-1-3 0 0,6-6 0 15,-3 2 0-15,1-3 0 0,3-2 0 0,7-5 0 0,0-1 0 16,3 0-101-16,2 0-17 0,2 0 70 0,3-7-599 16,3-10 301-16,13-4 150 0,12-5 76 15,4-4-532-15,7-4 293 0,5-2 163 16</inkml:trace>
  <inkml:trace contextRef="#ctx0" brushRef="#br1" timeOffset="89260.67">26761 9657 2679 0,'2'-15'0'0,"0"2"0"0,-2-1 0 0,-2 5 0 0,-9 2 0 0,-5 1 0 0,2 3 0 0,-3 2 0 0,0 1 0 0,-2 0 0 0,-4 13 347 0,5 4-151 0,-3 6-77 0,2 3 353 15,4 4-354-15,2 2-118 0,2-1 0 0,7 1 0 16,4-1 0-16,0-3 0 0,0 0 0 0,11-2 0 15,6-1 0-15,4-3 0 0,1 1 0 0,1-1 0 16,2-1 0-16,-1 0 0 0,-1-3 0 0,2 2 0 16,2-2 0-16,-2-1 0 0,1-2 0 0,4-3 0 15,-2 0 0-15,6-3-590 0,2-3 134 16,6-4 206-16</inkml:trace>
  <inkml:trace contextRef="#ctx0" brushRef="#br1" timeOffset="89542.11">27509 9589 3712 0,'-4'-2'0'0,"0"0"0"0,2 0 0 0,0 0 0 0,1 0 0 0,1 2 0 0,0 0 0 0,0 0 0 0,0 6 0 0,9 5 0 0,0 3 219 0,4 0-219 0,-1 6 0 16,6 0 0-16,-3-3 0 0,4 5 0 16,-2-1 0-16,2 0 0 0,-2-3 0 0,-4 0 0 0,3-2 0 15,-4 1 0-15,-1 0 0 0,-2-4 0 0,-2-3 0 16,-2-1 0-16,0-1 0 16,-1-3-415-16,2-1-72 0,0-2 223 0,0-2-543 15,5 0 382-15</inkml:trace>
  <inkml:trace contextRef="#ctx0" brushRef="#br1" timeOffset="89884.7">28029 9482 3383 0,'0'-4'0'0,"0"2"0"0,0-2 0 0,0 3 0 0,0-4 0 0,-2 4 0 0,0-1 0 0,-1 2 0 0,-1 0 0 0,-1 2 0 0,3 11 284 0,-7 6-120 0,2 3-64 16,-5 7-100-16,1 2 0 0,-1 3 0 0,-8 10 0 15,4-3 0-15,-5 1 0 0,-5 6 0 0,-1 7 0 16,1-8 0-16,-6 18 0 0,2-7 0 0,3 4 0 16,2-2 0-16,4-9 0 0,0 6 0 0,3-1 0 15,0-6 0-15,6-1 0 0,0-4 0 0,3-2 0 16,1-6 0-16,1 0 0 0,-1-1 0 16,1-4 0-16,0-5 0 0,0-2 0 15,2-4 0-15,-3-3 0 0,1-1 0 0,-1-2 0 16,0-4 0-16,-2-1 0 0,3-1 0 0,1-1 0 15,-3-3 0-15,1 1 0 0,4-1 0 0,-4 0 0 16,5-1 0-16,-3-1 0 0,2-1 0 0,2-2 0 16,-1 2 0-16,2-2 0 0,0 0 0 0,1 0 0 15,0 0 0-15,0 0 0 0,0 0 0 0,1 0-518 16</inkml:trace>
  <inkml:trace contextRef="#ctx0" brushRef="#br1" timeOffset="90529.34">28606 9557 2243 0,'0'-2'0'0,"0"0"0"0,2 0-3 0,5 0-1 0,8 1 1 0,2 1 1 0,6 0 1 0,7 0 1 0,0 0 0 0,3 0 0 0,1 0 95 0,2 0 24 0,-3 3-26 16,-1 3-12-16,0-2-12 0,-4 1-25 0,-8 1 1 16,2 0-1-16,-5 1 53 0,-3 2-52 0,-5 1-1 15,-4 1 0-15,-3 3 95 0,-2 1-36 16,-4 5-12-16,-14 1-46 0,1 1 275 0,-6 3-138 16,-2 1-181-16,3 0-1 0,0 1 0 15,1-1 0-15,4-2 0 0,5-3 0 0,3 2 0 16,5-2 0-16,1 0 0 0,3-1 0 0,0 0 0 15,1-3 0-15,14 4 0 0,-1-9 0 0,8 6 0 16,1-5 0-16,5 0 0 0,0-4 0 0,6-3 0 16,-2-1 0-16,-1-3 0 0,2-2 0 0,-3 0 0 15,-5 0-12-15,-1 0-259 0,-1 0 100 0,-5 0-471 16,-1 0 298-16,-6 0 150 0,-2-2 74 16,0 1-268-16</inkml:trace>
  <inkml:trace contextRef="#ctx0" brushRef="#br1" timeOffset="90710.59">28778 9876 3611 0,'-24'-9'0'0,"5"5"0"0,3 2 0 0,0-3 0 0,6 3 0 0,6 0 0 0,0 2 0 0,4 0 0 0,0 0 0 0,13 0 0 0,15 0 320 15,11 0-320-15,9 0 0 0,2 4 0 0,3 1 0 16,9 1 0-16,8 1 0 0,-6 2 0 0,2 3-369 15,2-1 197-15,2 2 106 0,4 2-553 0</inkml:trace>
  <inkml:trace contextRef="#ctx0" brushRef="#br1" timeOffset="91523.29">30189 9720 2197 0,'-7'-9'-3'16,"2"-1"1"-16,2 3 2 0,1-5 0 0,2 2 0 0,0 0 0 0,0 1 0 0,2 0 0 0,11 1 0 0,7-2 0 0,5 5 130 0,5-1 269 0,2 2-177 0,6 3-88 0,-1 1-34 0,9 0 264 16,-14 0-160-16,5 9-79 0,-4 6-64 0,-3 2-61 15,-2 1 0-15,-5 5 0 0,-2 2 0 0,-6 1 0 16,-2 2 0-16,-3 0 0 16,-4-2 0-16,1 6 0 0,-5-2 0 0,-2-2 0 15,0-1 0-15,-4 1 0 0,-7-6 0 0,-4 5 0 16,-3-6 0-16,-2-3 0 0,-4-3 0 0,-4-3 0 15,3-4 0-15,-5-3 0 0,0-3 0 0,-3-2 0 16,3 0 0-16,2 0 0 0,4-2 0 0,-1-8 0 16,5 1 0-16,3-1 0 0,1 1 0 0,9 2 0 15,0 0 0-15,6-3-58 0,1 2-281 16,1-1 147-16,18-3-564 0,11 1 356 16,5-2 166-16</inkml:trace>
  <inkml:trace contextRef="#ctx0" brushRef="#br1" timeOffset="91600.5">30985 9630 449 0,'0'-9'0'0</inkml:trace>
  <inkml:trace contextRef="#ctx0" brushRef="#br1" timeOffset="91736.86">30878 9600 3931 0,'-30'0'0'0,"0"0"0"0,-1 10 0 0,1 4 0 0,-2 7 0 0,5 5 0 0,3 3 0 0,2 3 0 0,10 3 0 0,-1 6 0 0,12-5 0 0,1 9 0 0,1-3 0 16,17-1 0-16,7-2 0 0,3 1 0 0,6-5 0 15,4-1 0-15,7-4 0 0,0-4 0 0,5-3 0 16,-3-3 0-16,-4-6 0 0,11-1 0 0,-5-5 0 16,3-1-429-16,0-3 86 0</inkml:trace>
  <inkml:trace contextRef="#ctx0" brushRef="#br1" timeOffset="95423.12">26423 9317 318 0,'0'0'0'0,"2"0"0"0,2 0 0 0,-3 0 0 0,3 0 0 0,-2 0 0 0,0 0 0 0,4 0 0 0,-2 0 0 0,-2 0 0 0,1 0 12 0,-1 0 1 16,2 0 32-16,-3 0-30 0,0 0-1 0,2 0 5 15,-3 0-22-15,2 0 18 0,-2 0-1 0,2 0-37 16,-2 0 36-16,0 0 3 0,0 0-3 0,3 0-21 15,-3 0 19-15,0 0 1 0,0 0-2 16,0 0-20-16,0 0 19 0,0 0-3 16,0 0 14-16,0 0-15 0,0 0 3 0,0 0 0 15,0 0 40-15,0 0-39 0,0 0 0 0,0 0-37 16,0 0 37-16,0 0 4 0,0 0-3 0,0 0-5 16,0 0 4-16,0 0 1 0,0 0-1 0,0 0-40 15,0 0 39-15,0 0-4 0,1 0-14 0,-1 0 11 16,2 0 3-16,-2 0-6 0,0 0-13 0,0 0 15 15,0 0 2-15,0 0 23 0,0 1-23 0,0-1 1 16,0 0 0-16,0 4 29 0,0-2-29 0,0 0 0 16,0 0 0-16,0 3 45 0,0-1-42 0,0 2 3 15,0-1 3-15,0 1-3 16,0 0-1-16,0 3 7 0,2 1-13 0,2-1 10 16,-3 2-3-16,4 2-31 0,0 3 31 0,-2 3 0 15,1 0-1-15,0 8-9 0,-2-1 8 0,2 3-3 16,0 1 3-16,-1 5 25 0,1 7-25 0,1 1-4 15,-3 2 35-15,2 7-30 0,0 3-1 0,-2 5 5 16,1 11 28-16,1 1-28 0,-1 1-1 0,0 2-18 16,-1 2 24-16,-2 1-5 0,3 6 4 0,-1 7-45 15,-2-6 40-15,0 2-1 16,0-14 1-16,0 5-83 0,-5-3 36 0,0-3-1 16,4-6-75-16,-1-10 52 0,-2 1 16 0,3 3 1 15,-1-4-113-15,0 8 64 0</inkml:trace>
  <inkml:trace contextRef="#ctx0" brushRef="#br1" timeOffset="96553.92">27631 10652 230 0,'-6'-4'0'0,"1"0"0"0,-3 1 0 0,2 1 0 0,2-2 0 0,-1 2 0 0,-1-2 0 0,2 0 0 0,-1 1 0 0,3 0 0 0,0 2 206 0,0-1-1 0,2 0-78 15,0 2-29-15,0-2 4 16,0 2-53-16,0 0 1 0,0 0 0 0,0-2 40 16,0 2-28-16,0 0-12 0,0 0 0 0,0 0 28 15,0-2-29-15,0 2 1 0,0-1 13 0,0-1-13 16,4 2 0-16,1-2 0 0,1 2-41 0,0-2 41 15,-2 2 12-15,3 0-42 0,-1 0 30 0,0 0-3 16,1 0 3-16,0 0-3 0,4 0 11 0,3-2-18 16,1 0 57-16,2 2-51 15,2-1 0-15,6-2 2 0,2 3-1 0,6 0 2 16,6 0-1-16,-1 0 6 0,7 0-41 0,3 0 40 16,2 6 9-16,5 3-25 0,10 2 11 0,-2 1-2 15,2 1 2-15,7-2-54 0,4 2 63 0,1-1-19 16,3-3-31-16,11 1-4 0,-7-3 38 0,6-1-6 15,-13-2-47-15,6 1 48 0,-3-1-1 0,-11-3-2 16,-15-1 0-16,4 0-2 0,-17 0 4 0,1 0 40 16,-10 0-3-16,-8 0-40 0,-2 0 0 0,-6 0 89 15,-8 0-25-15,-1 0-11 16,-2-1-28-16,-3-3 4 0,1 1-61 0,-3-2 0 16,0 0 0-16,0 0 0 0,0 1 0 0,0 2 0 15,0 1-260-15,0 1-74 0,-7 0 161 0,-10 27 93 16</inkml:trace>
  <inkml:trace contextRef="#ctx0" brushRef="#br1" timeOffset="100484.89">27834 9203 595 0,'0'0'0'0,"0"0"0"0,0 0 0 0,0 0 0 0,0 0 0 0,0 0 0 0,0 4 0 0,0 6 0 0,1-1 0 0,1 4 0 0,0 5 21 0,-1 6 23 0,-1 5-21 15,0 4 0-15,0 8 43 16,0-4 6-16,-1 14-44 0,-4-2 0 0,-2 4 19 16,-3 10-17-16,2 1 0 0,-3 6 37 0</inkml:trace>
  <inkml:trace contextRef="#ctx0" brushRef="#br1" timeOffset="100578.81">27712 10990 427 0,'0'114'0'0,"0"-13"0"0,0-1 0 0,0-6 0 0,0-15 0 0,0 4 0 0,0-4 0 0,0-3 0 0,0-2 0 0,2 0 0 0</inkml:trace>
  <inkml:trace contextRef="#ctx0" brushRef="#br1" timeOffset="101535.89">28851 10686 685 0,'-5'-10'0'0,"2"7"0"0,0-2 0 0,1 4 0 0,2-1 0 0,-3 0 0 0,3 0 0 0,0 2 0 0,0-3 0 0,0 3 0 0,0 0 55 0,0 0-12 0,0 0 39 0,0 0 0 15,0 0-38-15,0 0-1 0,0 0 28 0,0 0-27 16,0 0-1-16,0 3 33 0,0-1 1 0,0 2-34 16,3-3 12-16,-1 2 26 0,1-1 0 0,0-2-37 15,2 1-1-15,1-1 64 0,0 0-22 0,1 0-10 16,1 0 10-16,2 0-1 0,2 0-40 0,-2 0-1 15,-2-1 47-15,6-4-12 0,-2 4-35 16,1-3 43-16,-2-1 0 0,2 2-43 16,-1 0 12-16,4 0 21 0,-2 2 0 0,6-1-33 15,1 0 41-15,4 1-40 0,-1-1 10 0,9 2-10 16,9 0-54-16,6 0 54 0,20 0-1 0,16 8 1 16,-3 1-29-16,34 9-11 0,13 5 39 0,-4 1 1 15,4 2-96-15,2 3 35 0,-15-3 9 0,20 6-29 16,-34-10 31-16,4 5-22 0,-4-5 91 0,-10-3-8 15,-9-2-33-15,-2-2-17 16,-6-2 130-16,-10-4-54 0,-11-1-29 0,-3-3 12 16,-9-2 31-16,-4-3-8 0,-5 0-53 0,-6 0 8 15,-8 0-42-15,-6 0 0 0,-3-3 0 0,-6-2 0 16,1-3 0-16,-3 3 0 0,-1-3 0 0,0 5 0 16,-1-3 0-16,-15 4 0 0,-12 6-1180 0</inkml:trace>
  <inkml:trace contextRef="#ctx0" brushRef="#br1" timeOffset="104633.6">28918 9131 250 0,'0'0'0'0,"0"0"0"0,0 0 0 0,0 0 0 0,0 0 0 0,0 0 0 0,0 0 0 0,0 0 0 0,0 0 0 0,0 0 0 0,0 0-13 0,0 0 20 0,0 0-1 0,0 0-1 16,0 0 34-16,0 0 0 0,0 0-29 0,0 0 49 16,0 0-47-16,3 0-1 0,-1 0 0 0,0 0 20 15,-2 0-13-15,2 0-4 0,-1 0 5 0,-1 0-16 16,2 6 18-16,-2 0-5 0,0 4-23 0,0 1 22 16,0 1 1-16,0 2-1 0,0-1-21 0,0 2 20 15,0 3-2-15,0-3-6 0,0 0 4 16,0 1 2-16,0-1-3 0,0 1 19 15,0-1-14-15,0 0-3 0,0 0 2 0,0-1 23 16,0 4-22-16,0-1-1 0,0 1 45 0,0 4-43 16,0-3 4-16,0 4-4 0,0-2 12 0,-2 2-10 15,1-3 8-15,-1 3-39 0,2-3 32 0,-2 1 0 16</inkml:trace>
  <inkml:trace contextRef="#ctx0" brushRef="#br1" timeOffset="104874.93">28933 9828 1061 0,'3'18'0'0,"-1"-1"0"0,0 0 0 0,2-2 0 0,0 2 0 0,-4-3 0 0,3 2 0 0,-1-3 0 0,0 2 0 0,0 0 0 0,-2 0 7 16,0 0 0-16,0 0 16 0,0-2-14 0,0 4-1 15,0-2 18-15,0 2-17 0,0-1 0 0,0 2 1 16,0 0 1-16,0-1-1 0,0 3 2 0,0-4-18 16,0 5 15-16,0 0 1 0,0-2 0 0,0 3-25 15,0 1 26-15,0 3-4 0,0-2 2 0,0 4-35 16,0 2 33-16,0 1-3 15,0 0-26-15,0 0-4 0,0-2 30 0,0 3-6 16,0-1-37-16,0 1 37 0,0-2 2 0,0-1-17 16,0-3 16-16,0 1-7 0,0-5 6 0,0 1-48 15,1-3 2-15,1 0 35 0</inkml:trace>
  <inkml:trace contextRef="#ctx0" brushRef="#br1" timeOffset="104907.02">28968 10873 423 0,'0'13'0'0,"2"1"35"0,4-2 1 0,1-1-36 0</inkml:trace>
  <inkml:trace contextRef="#ctx0" brushRef="#br1" timeOffset="105692.71">26203 10984 880 0,'0'-6'-1'0,"0"3"-1"0,0-1 0 0,0 2-1 0,0 0 0 0,0 2 1 0,0 0 0 0,0-2 1 0,0 2 0 0,0 0 1 0,0 0 122 16,0 0-37-16,0 0 0 0,0 0-27 0,0 0 29 0</inkml:trace>
  <inkml:trace contextRef="#ctx0" brushRef="#br1" timeOffset="105949.1">26650 10836 2792 0,'42'-2'0'0,"-1"-2"0"0,5 2 0 0,-2 0 0 0,3 1 0 0,2 1 0 0,2 0 0 0,3 0 0 0,0 0 0 0,10 0 0 0,0 0 26 0,-6 0 6 16,14 3-7-16,-6 0-35 0,3 4 0 0,-1-2 31 16,1 3-32-16,-11-2 4 0,2 1 24 0,-1-2 1 15,-5 1-44-15,-7-1 41 0,-11 1-1 0,2-1 26 16,-6-2-27-16,-2-1-6 0,-9 2 5 0,2-4 51 16,-2 1-50-16,-3-1 4 0,-8 0-4 0,0 0 35 15,3 0 0-15,-7 0-26 0,0 0 35 16,-1 0 11-16,-3 0-46 0,3 0 9 15,-2 0-36-15,-1 0 4 0</inkml:trace>
  <inkml:trace contextRef="#ctx0" brushRef="#br1" timeOffset="105981.82">28170 10900 446 0,'0'0'-1'0,"0"0"1"0</inkml:trace>
  <inkml:trace contextRef="#ctx0" brushRef="#br1" timeOffset="114513.31">16343 10101 1358 0,'-8'-11'0'0,"4"9"0"0,4 2 0 0,0 0 0 0,0 0 0 0,0 0 0 0,0 0 0 0,0 0 0 0,0 0 0 0,0 0 0 0,0 0 127 15,0 0-76-15,0 0 216 0,0 0-108 0,0 0-54 16,0 0 185-16,0 0-107 0,0 0-72 0,0 0 259 15,0 0-159-15,0 0-79 0,0 0-41 0,0 0 282 16,0 0-270-16,0 0-103 0,0 0 0 0,0 0 0 16,0 0 0-16,0 0 0 0,0 0 0 0,0 0 0 15,0 0 0-15,0 2 0 0,0 0 0 0,0-1 0 16,0 4 0-16,0-2 0 16,0 2 0-16,2-4 0 0,-2 5 0 0,2-2 0 15,0-3 0-15,-2 4 0 0,3-4 0 0,-1 1 0 16,-2 0 0-16,1-1 0 0,-1 2 0 0,0-3 0 15,2 1 0-15,-2-1 0 0,0 0 0 0,2 0 0 16,-2 2 0-16,2-2 0 0,0 0 0 0,-1 2 0 16,1 0 0-16,4-1 0 0,-1 2 0 15,2 0 0-15,0-1 0 0,0 0 0 0,2 2 0 0,1-2 0 16,-2 0 0-16,1 1 0 16,4-1 0-16,-5 0 0 0,3 2 0 0,0-2 0 15,0 1 0-15,2-1 0 0,-1 3 0 0,3-4 0 16,-2 1 0-16,2 2 0 0,0 0 0 0,2-2 0 15,-2 1 0-15,2 1 0 0,0 0 0 0,-1-2 0 16,2 1 0-16,1-1 0 0,-1 0 0 0,1 0 0 16,1-2 0-16,1 2 0 0,0-1 0 0,1 2 0 15,4-3 0-15,-1 2 0 0,-2-2 0 0,7 0 0 16,-2 0 0-16,2 0 0 16,0 1 0-16,2-1 0 0,-8 3 0 0,10-3 0 15,-4 0 0-15,-4 3 0 0,0 1 0 0,2 0 0 16,2-3 0-16,2-1 0 0,2 0 0 0,1 0 0 15,0 0 0-15,1 0 0 0,-1 0 0 0,1 0 0 16,1 0 0-16,0 0 0 0,-2 0 0 0,1 0 0 16,-3 0 0-16,1 0 0 0,0 0 0 0,-2 0 0 15,1 0 0-15,-1 0 0 16,2 0 0-16,0 0 0 0,2 0 0 0,0 0 0 16,1 0 0-16,6 0 0 0,-8 0 0 0,15 0 0 15,-8 0 0-15,2 0 0 0,-3 0 0 0,-5 0 0 16,6 0 0-16,2 0 0 0,-2 0 0 0,-2 0 0 15,1 0 0-15,-2 0 0 0,-3 0 0 0,11 0 0 16,-6 0 0-16,4-1 0 0,2-1 0 0,-2 2 0 16,-4-2 0-16,12 0 0 15,-5 0 0-15,-2-1 0 0,3-1 0 0,-2-1 0 0,2 2 0 0,-3-3 0 16,2 3 0-16,0-1 0 0,1 0 0 0,2-1 0 16,-1 3 0-16,1-2 0 15,1 0 0-15,-2 1 0 0,3-2 0 0,-1 2 0 16,2-1 0-16,-1 0 0 0,3 0 0 0,10-1 0 15,-4-1 0-15,-7 2 0 0,1-2 0 0,-2 1 0 16,-1-1 0-16,-2 3 0 0,-3-3 0 0,-4 3 0 16,6-1 0-16,-3 2 0 0,3-2 0 15,0 3 0-15,-1-2 0 0,1 1 0 16,-1 1 0-16,1-1 0 0,-4 0 0 0,1-1 0 16,2 2 0-16,-5-1 0 0,11 0 0 0,-6 0 0 15,6-2 0-15,7 3 0 0,-12-2 0 0,7 0 0 16,-1-1 0-16,-3 2 0 0,0 1 0 0,-5-1 0 15,3-1 0-15,-1 3 0 0,1 0 0 0,0 0 0 16,1 0 0-16,3 0 0 0,0 0 0 0,-2 0 0 16,-3 0 0-16,-1 0 0 0,-1 0 0 0,1 0 0 15,1 0 0-15,0 0 0 16,3 0 0-16,1 0 0 0,10 0 0 0,-4 0 0 16,0-1 0-16,-8-1 0 0,5 0 0 0,1-1 0 15,-1-3 0-15,-1 3 0 0,1-1 0 0,-6-1 0 16,6 2 0-16,9 1 0 0,-8-2 0 15,4 1 0-15,-9 1 0 0,3-2 0 0,1 0 0 0,-3 2 0 16,2-3 0-16,-1 4 0 0,-4-2 0 0,1 1 0 16,-1 0 0-16,-5 0 0 0,0 0 0 0,-11 0 0 15,1 0 0-15,-10 0 0 16,1 2 0-16,-3 0 0 0,-5 0 0 0,-2 0 0 16,-3 0 0-16,-2 0 0 0,1 0 0 0,-3 0 0 15,-3 0 0-15,1 0 0 0,-3 0 0 0,1 0 0 16,-3-1 0-16,0 1 0 0,1 0 0 0,-2-2 0 15,-1 2 0-15,0-2 0 0,2 0 0 0,-1 0 0 16,0-1 0-16,-1-3 0 0,1 1 0 0,0-5 0 16,0 0 0-16,-2-1 0 0,0 1 0 15,0-1 0-15,-11 2 0 0,-15 2 0 0,-27 7 0 0,-50 9 0 16</inkml:trace>
  <inkml:trace contextRef="#ctx0" brushRef="#br1" timeOffset="118980.78">16795 6710 1955 0,'0'-2'0'0,"0"0"0"0,0 0 0 0,0 0 0 0,2 0 0 0,5-3 0 0,3 1 0 0,3 1 0 0,1-1 0 0,0-1 0 0,4 2 100 0,-2-1 293 16,2 3-172-16,-4-2-73 0,0 3-55 0,-2 0 252 15,0 0-148-15,1 0-74 0,-4 0-36 0,3 0 182 16,-1 3-269-16,-1-2 0 16,-1 3 0-16,2-1 0 0,-2 0 0 0,3-1 0 15,-3 2 0-15,3-3 0 0,0-1 0 0,-1 2 0 16,3-2 0-16,0 2 0 0,2-2 0 0,0 0 0 16,2 0 0-16,0 0 0 0,1 0 0 0,2 0 0 15,-3 0 0-15,3 0 0 0,-3 0 0 0,2 0 0 16,1 0 0-16,-1 0 0 0,-1 0 0 0,2 0 0 15,-1 0 0-15,6 0 0 0,-1 0 0 16,3 0 0-16,2 0 0 0,0 0 0 0,2-2 0 16,4 0 0-16,-3 1 0 0,1-1 0 15,0 2 0-15,-1 0 0 0,4 0 0 0,-2 0 0 16,-1 0 0-16,2 0 0 0,-1 0 0 16,3 0 0-16,0 0 0 0,5 0 0 0,-2 0 0 0,-1 0 0 15,6 0 0-15,0 0 0 0,-3 0 0 0,1 0 0 16,-4 0 0-16,9 0 0 0,-4-2 0 0,0 0 0 15,2-2 0-15,0 0 0 0,2 2 0 0,4-2 0 16,1 1 0-16,2-1 0 0,1 2 0 0,-1-1 0 16,3 0 0-16,8 2 0 15,-5-1 0-15,0-1 0 0,5 3 0 0,5 0 0 16,1 0 0-16,0 0 0 0,1 0 0 0,-3 0 0 16,0 0 0-16,-2 0 0 0,-9 0 0 0,11 5 0 15,-4-4 0-15,-3 3 0 0,-2 2 0 0,-9-2 0 16,5 0 0-16,-1 3 0 0,-4-3 0 0,4 2 0 15,-2-3 0-15,10 5 0 0,-6-7 0 0,13 5 0 16,-3-2 0-16,0-3 0 0,2 2 0 16,0 0 0-16,-7-3 0 0,17 4 0 15,-8-2 0-15,6-2 0 0,-4 4 0 0,-1-2 0 16,-10 0 0-16,12-2 0 0,-9 2 0 0,-2-2 0 16,-1 0 0-16,2 0 0 0,-4 0 0 0,11 0 0 15,-8 0 0-15,-1 0 0 0,3 0 0 0,-4-4 0 16,-6 0 0-16,10-3 0 0,-3 5 0 0,0-3 0 15,0 2 0-15,-11-1 0 0,0 2 0 0,-3-1 0 16,-6 0 0-16,-7 2 0 16,0-1 0-16,-3 2 0 0,-6 0 0 0,2 0 0 0,-4 0 0 0,-6 0 0 15,3 0 0-15,-2 0 0 16,-4 0 0-16,0 0 0 0,-2 2 0 0,-2-1 0 16,-4-1 0-16,-1 0 0 0,-2 3 0 0,-2-3 0 15,-1 0 0-15,-1 0 0 0,-2 0 0 0,0 0 0 16,0 0 0-16,0 0 0 0,0 0 0 0,0 0 0 15,-2 0 0-15,-10 0 0 16,-2 0 0-16,-9 0 0 0,-5 0 0 0,-15 0 0 16,-13 0 0-16,-14 11-736 0</inkml:trace>
  <inkml:trace contextRef="#ctx1" brushRef="#br1">27695 16561 0,'0'0'16,"0"0"0,0 0-16,0 0 15,115-539 1,-115 511-16,0 28 15,0 0-15,0 0 16,0 0 0,0-14-16,0 0 15,13-43 1,2 15-16,-15 13 16,29-43-1,-15 45-15</inkml:trace>
  <inkml:trace contextRef="#ctx1" brushRef="#br1" timeOffset="997.45">26647 18292 0,'28'-241'0,"29"56"16,-43 1 0,1 170-16,27 14 15,-28 0-15,14 0 16,-13 0 0,-2-42-1,-13-1-15</inkml:trace>
  <inkml:trace contextRef="#ctx0" brushRef="#br1" timeOffset="127519.59">16947 6395 1857 0,'-3'0'0'0,"-1"0"0"0,4 0 0 0,-2 0 0 0,2 0 0 0,0-2 0 16,0 2 0-16,0 0 0 0,0 0 0 0,0 0 0 0,0 0 117 0,0 0-70 0,0 0 44 0,0 0 1 0,0 0-45 0,0 0 26 16,-1 0-14-16,1 0-12 0,0 0 0 0,0 0 49 15,0 0 0-15,0 0-49 0,0 0 12 0,0 0 49 16,0 0-31-16,0 0 0 0,0 0 6 0,0 0 0 16,0 0-24-16,0 0-12 0,0 0 65 0,0 0-32 15,0 0-1-15,0 0 8 0,0 0 12 0,0 0-51 16,0 0-1-16,0 0-25 15,0 0 25-15,0 0-46 0,0 0-1 0,0 0 0 16,0 0 0-16,0 0 0 0,0 0 0 0,0 0 0 16,0 0 0-16,0 0 0 0,0 0 0 0,0 2 0 15,0-1 0-15,0 1 0 0,0-2 0 0,0 5 0 16,0-5 0-16,0 3 0 0,0-1 0 0,-2-1 0 16,2 3 0-16,-2-2 0 0,0 1 0 0,2 2 0 15,-2-4 0-15,2 3 0 0,0-2 0 0,0 0 0 16,0 1 0-16,-1 0 0 15,1-3 0-15,0 1 0 0,0 1 0 0,0-2 0 16,0 2 0-16,0-2 0 0,0 2 0 0,0-2 0 16,0 0 0-16,0 0 0 0,0 0 0 0,0 0 0 15,0 0 0-15,0 2 0 0,0-2 0 0,0 2 0 16,0-2 0-16,0 1 0 0,1 3 0 0,1-2 0 16,2 1 0-16,3-2 0 0,-2 3 0 0,6-2 0 15,-1 2 0-15,1-3 0 0,4 1 0 0,2 2 0 16,2-2 0-16,6 2 0 15,-4-3 0-15,8 4 0 0,1-4 0 0,2 3 0 16,2-1 0-16,4 4 0 0,4-2 0 0,-4 1 0 16,9 1 0-16,-4-1 0 0,6 1 0 0,0 1 0 15,2-1 0-15,0-1 0 0,-3-1 0 0,3 1 0 16,-6-2 0-16,2 0 0 0,-6-1 0 0,-5-1 0 16,0-2 0-16,-8 2 0 0,-6 1 0 0,-1-3 0 15,-6 0 0-15,-3 1 0 16,-5-1 0-16,-2 0 0 0,-3 0 0 0,0 0 0 15,0 0 0-15,-2 0 0 0,0 0 0 0,0 0 0 16,0 0 0-16,0 0 0 0,0 0 0 0,0 0 0 16,0 0 0-16,0-1 0 0,2-6 0 0,-2 0 0 15,0-1 0-15,2 1 0 0,-2 1 0 0,0 2 0 16,0 1 0-16,0 1 0 0,-2 4-59 0</inkml:trace>
  <inkml:trace contextRef="#ctx1" brushRef="#br0" timeOffset="8141.01">27667 17895 0,'28'-411'16,"-28"411"-16,0-142 15,0 58 1,0-2-16</inkml:trace>
  <inkml:trace contextRef="#ctx0" brushRef="#br0" timeOffset="134419.79">17037 5940 1550 0,'-7'-12'-2'0,"2"2"1"0,1 0-1 0,0-1 2 0,1-1 0 0,3 4 0 0,0-2 0 0,0 0 0 0,0 3 0 0,0-1 0 0,0 4 53 0,0 1 43 0,-1-1-43 16,1 2-1-16,0 0 69 0,0 2-69 0,0 0 1 16,0 0 0-16,0 0-8 0,0 0 8 0,0 0 13 15,0 0-14-15,0 0 61 0,0 0 1 0,0 0-62 16,0 0 59-16,0 0 12 0,0 0-71 16,0 0 62-16,0 0-61 0,0 0 0 15,0 0-1-15,0 0 69 0,0 0-13 0,0 0-55 16,0 0-1-16,0 0 14 0,0 0-14 0,0 0 14 15,0 0-13-15,0 0-43 0,0 0 1 0,0 0 41 16,0 0-48-16,0 0 62 0,0 0-13 0,0 0-20 16,0 0-44-16,0 0 10 0,0 0 1 0,0 0-19 15,0 0 50-15,0 0-31 0,0 0 0 0,0 0 0 16,0 0 0-16,0 0 0 0,0 0 0 0,0 0 0 16,0 0 0-16,0 0 0 15,0 0 0-15,0 0 0 0,0 0 0 0,0 0 0 16,1 0 0-16,6 0 0 0,-2 0 0 0,3-1 0 15,-3 1 0-15,3-3 0 0,-2 1 0 0,1 2 0 16,-2 0 0-16,3-1 0 0,-2 1 0 16,0-2 0-16,-1 2 0 0,1 0 0 0,1 0 0 0,1 0 0 15,1 0 0-15,0 0 0 0,5 0 0 0,-3 0 0 16,3 0 0-16,-2 0 0 0,5 0 0 0,-4 0 0 16,2 3 0-16,0-1 0 15,-2 2 0-15,3 0 0 0,-5 0 0 0,1 1 0 16,2-1 0-16,-1-1 0 0,2 3 0 0,-4 0 0 15,3-2 0-15,-3 1 0 0,2-1 0 0,-1 3 0 16,0-2 0-16,0 0 0 0,-1 1 0 0,0-1 0 16,1 3 0-16,-1-3 0 15,-2 2 0-15,1-2 0 0,1 1 0 0,-2 1 0 0,3-2 0 0,-3 1 0 16,0 0 0-16,1-1 0 0,-1 3 0 0,2-3 0 16,-1 1 0-16,-1 1 0 15,0 0 0-15,3 0 0 0,-1-2 0 0,0 4 0 16,3-2 0-16,-3 0 0 0,2 0 0 0,0 1 0 15,0-1 0-15,1 3 0 0,-2-2 0 0,2 1 0 16,-1 0 0-16,-1 1 0 0,6-1 0 0,-6 1 0 16,6 1 0-16,-1-2 0 0,-2 2 0 15,2-2 0-15,-1 3 0 0,2-3 0 0,0 3 0 0,-1-3 0 16,0 3 0-16,2-1 0 0,-2 0 0 0,0 2 0 16,0-1 0-16,-1 0 0 15,2-1 0-15,-4 3 0 0,2-1 0 0,0-1 0 16,1 1 0-16,-2-1 0 0,2 2 0 0,-4-1 0 15,4 0 0-15,-2 0 0 0,0 2 0 0,0-2 0 16,1 2 0-16,-2 0 0 0,2 1 0 0,-2 0 0 16,2-2 0-16,-2 4 0 0,4-1 0 0,-2-2 0 15,1 2 0-15,-2-2 0 0,2 0 0 16,4 4 0-16,-6-6 0 0,6 4 0 0,-7-4 0 0,7 4 0 16,-2-2 0-16,0 0 0 15,-2-3 0-15,3 6 0 0,-1-2 0 0,0-1 0 16,-1 0 0-16,3 0 0 0,-4 0 0 0,6 1 0 15,-2-1 0-15,0-2 0 0,-1 2 0 0,2 0 0 16,-1 0 0-16,3 0 0 0,-1 1 0 16,0-2 0-16,-1 1 0 0,0-2 0 0,1 1 0 0,3 2 0 15,-3-2 0-15,1 1 0 0,-1-2 0 0,0 0 0 16,1 4 0-16,-2-2 0 0,-1 2 0 16,2-1 0-16,0-2 0 0,-5 1 0 15,8 2 0-15,-3-2 0 0,-1 2 0 0,1-2 0 16,1 1 0-16,3-2 0 0,-1 2 0 0,1-1 0 15,-2-3 0-15,3 4 0 0,-1-4 0 0,3 3 0 16,-4-2 0-16,2 0 0 0,1 3 0 0,-1-3 0 16,-2 0 0-16,3 2 0 0,-2 1 0 15,1 0 0-15,0 1 0 0,1 0 0 0,-3 2 0 0,4 0 0 16,-2-1 0-16,4 1 0 0,2 3 0 16,0-1 0-16,1 0 0 0,-5-3 0 15,11 7 0-15,-6-4 0 0,1-2 0 0,-1 3 0 16,1-2 0-16,-4 2 0 0,8 0 0 0,-3-2 0 15,0 3 0-15,1-2 0 0,-1-1 0 0,-3 1 0 16,10 4 0-16,-5-5 0 0,3 2 0 0,-1 1 0 16,-2-1 0-16,-4-2 0 0,9 6 0 15,-1-5 0-15,1 1 0 0,-1 1 0 0,1 0 0 0,-4-6 0 16,9 7 0-16,-7-3 0 16,0 0 0-16,1 3 0 0,1-1 0 0,-7-2 0 15,8 6 0-15,-5-4 0 0,-1 2 0 0,0 2 0 16,2-1 0-16,0 0 0 0,0-1 0 0,2 2 0 15,0 1 0-15,0-1 0 0,3 0 0 0,0-1 0 16,5 0 0-16,-2-1 0 0,0 0 0 0,-2 2 0 16,1 2 0-16,-2-4 0 0,-1 4 0 0,0-1 0 15,0 0 0-15,-1 2 0 0,-2-2 0 16,-1 0 0-16,3 0 0 0,-3-1 0 16,3-1 0-16,-3-2 0 0,-4 1 0 0,-3-3 0 15,5 3 0-15,-9-6 0 0,5-1 0 0,-3 1 0 16,-4-2 0-16,-1-2 0 0,0-2 0 0,-3 0 0 15,1-1 0-15,-7-3 0 0,1-2 0 0,-1 1 0 16,-4-2 0-16,-5-2 0 0,3-1 0 0,-6 1 0 16,-1-2 0-16,-1-2 0 0,-2 0 0 0,-1 0 0 15,1 0 0-15,-2 0 0 0,0 0 0 0,0-6 0 16,0-5 0-16,0 0 0 16,-9-3 0-16,-4 1 0 0,-2 2 0 0,-12-1 0 15,-8 9 0-15</inkml:trace>
  <inkml:trace contextRef="#ctx0" brushRef="#br0" timeOffset="135396.31">15582 2268 2450 0,'-12'-5'0'0,"0"2"0"0,1 3 0 0,-3 0 0 0,3 0 0 0,4 0 0 0,0 0 0 0,0 0 0 0,4 0 0 0,3 0 0 0,0 4 366 0,3 0-162 0,20 1 289 16,5-5-215-16,13 0-138 0,3 0-140 0,8 0 0 15,1 0 0-15,5-3 0 0,-1 0 0 0,-1-4 0 16,1 4 0-16,-4-1 0 0,2 0 0 0,-4 1 0 15,-6-1 0-15,6 0 0 0,-8 3 0 0,-8-1 0 16,-1-1 0-16,-8 2 0 0,-1 0 0 0,-4 1 0 16,-7 0 0-16,-2 0 0 0,-4 0-368 15,-3 0 89-15,-3 0-587 0,0 0 417 0,-2-3 204 16,0-2 100-16,-2-5-217 0,-13-3 160 0</inkml:trace>
  <inkml:trace contextRef="#ctx0" brushRef="#br0" timeOffset="135777.09">16221 2080 2721 0,'-28'0'0'0,"5"-3"0"0,2 3 0 0,7-2 0 0,0 2 0 0,7 0 0 0,3-2 0 0,4 2 0 0,0-2 0 0,17 1 0 0,12-2 326 16,3 1-143-16,10 1-69 0,-1-1-36 15,3 2 392-15,-10 0-431 0,5 0-39 0,-4 3 0 16,-3 9 0-16,-3 0 0 0,-5 2 0 16,-11 4 0-16,1 6 0 0,-11 2 0 0,-3 4 0 15,-1 6 0-15,-19-5 0 0,-8 11-3 0,-4-3-538 16,-3-1 221-16,-1-5 146 0,-1 2 35 0,5-7-196 15,-10 5 152-15,13-12 70 0,-6-1 35 0,5 1-477 16,3-6 256-16,4 0 118 0,-3 0-259 0,8-3 199 16,0-3 100-16,-1 3 49 0,2-1-4 0,2 2 96 15,0 2 0-15,0 0 303 0,2 2-195 0,-1 0-75 16,4 2-37-16,0 1 679 16,2 0-320-16,-1 9-192 0,2-2 11 0,1 4 345 15,3 3-238-15,-2 4-109 0,1 5 506 0,3-2-318 16,1 0-246-16,0-7-114 0,0 6 0 0,0-5 0 15,5-1 0-15,9-6 0 0,2-2 0 0,2-7 0 16,3-1 0-16,-3-5 0 0,8-2 0 0,-1-6 0 16,-1-5 0-16,3 0 0 0,-5-1 0 15,2-14 0-15,-1-6-413 0,-1-3 83 0,-1-5 107 16,-2-1 90-16,-4-4-506 0,-2-5 288 16,-2-11 159-16</inkml:trace>
  <inkml:trace contextRef="#ctx0" brushRef="#br0" timeOffset="135917.01">16076 2557 3473 0,'-32'-11'0'0,"10"4"0"15,-3 5 0-15,5-2 0 0,6-2 0 0,2 4 0 0,4-3 0 0,5 4 0 0,3-2 0 0,0 3 0 0,0-4 458 0,0 4-458 0,9 0 0 16,2 0 0-16,4 4 0 0,-2 6 0 0,2 1 0 16,0 3 0-16,2 2-59 0,1 5-337 0,0-1 219 15,3 3-474-15</inkml:trace>
  <inkml:trace contextRef="#ctx0" brushRef="#br0" timeOffset="136526.66">16792 2238 2409 0,'-15'0'0'0,"1"0"0"0,4 0 0 0,0 0 0 0,2 0 0 0,3 0 0 0,-1 0 0 0,4 0 0 0,1 0 0 0,-1 0 0 0,2 0 280 16,-2 0-110-16,2 0-69 0,0 0 61 0,0 0-60 16,0 0-31-16,0 0 0 0,5 0-270 0,3 0 115 15,-1 3 62-15,-1-3-387 0,0 0 225 0,-1 0 112 16,-3 1 67-16,2-1-306 0,-2 4 57 0,-2 2 120 16</inkml:trace>
  <inkml:trace contextRef="#ctx0" brushRef="#br0" timeOffset="137809.21">13695 2728 1857 0,'-2'-16'0'0,"2"5"0"0,0-3 0 0,0-2 0 0,0-4 0 0,0 1 0 0,0-1 0 16,2-1 0-16,2-3 0 0,-3 0 0 0,1-3 195 0,0 3-77 0,-2 0-28 15,0-6-7-15,0 2 0 0,0 1-42 0,-4 1 1 0,-5-1 44 16,-1 4 11-16,-6-4-55 0,-3 6-1 15,-2 3 31-15,-3 4 0 0,-4 7-31 0,-4 7 11 16,-6 0 39-16,-3 15 0 0,-6 18-49 0,0 9 42 16,-4 8 0-16,1 10-32 0,0 5 27 0,6 1 1 15,2 9-39-15,8-3 1 0,4 4 90 0,14-12-35 16,4 10-93-16,12-19-4 0,0-4 0 0,6-8 0 16,11-13 0-16,7-2 0 0,4-8 0 0,3-6 0 15,0-8 0-15,5-6 0 0,5 0 0 0,-9-6 0 16,8-15 0-16,-6-5 0 15,-2-6 0-15,-4-4 0 0,-8 0 0 0,4-14 0 16,-3 3 0-16,-4-4 0 0,-2 0 0 0,-2 1 0 16,-5 10 0-16,0-1 0 0,-3 7 0 0,-3 13 0 15,0 6 0-15,-2 3 0 0,0 6 0 0,0 3 0 16,0 3 0-16,0 5 0 0,0 15 0 0,0 6 0 16,0 2 0-16,0 5 0 0,0 2 0 0,2 1 0 15,3-1 0-15,5-1 0 16,1-1 0-16,2-7 0 0,2-4 0 0,0-5 0 15,0 1 0-15,2-10 0 0,-4-1 0 0,2-5 0 16,-1-2 0-16,-2 0 0 0,0-10 0 0,-3-13 0 16,0-1 0-16,2-4 0 0,-6-3 0 0,2 4 0 15,-3-2 0-15,0 7 0 0,-1 1 0 0,-1 8 0 16,0 0 0-16,0 5 0 0,-2 4 0 0,2 3 0 16,2 1 0-16,3 0 0 0,2 4 0 0,5 7 0 15,2 0 0-15,5 4 0 0,0-1 0 0,5 2 0 16,-3-5 0-16,1 3 0 15,1-2 0-15,-7-2 0 0,3 1 0 0,-4 1 0 16,0-1 0-16,-3-1 0 0,-5-1 0 0,-2-3 0 16,0-1 0-16,-3-1 0 0,0-1-280 0,-2-3-124 15,0 0 182-15,0 0 90 0,0-9-300 0,3-14 200 16,1-5 96-16,1-4 47 0,1-2-271 0,-1-2 159 16,1 3 69-16,-1-1 51 0,-1 6 4 0,-2 7-1 15,0-1 37-15,-3 5 119 0,1 8-69 16,-2 0-21-16,0 3 1 0,0 2 539 0,0 3-284 0,0-3-143 15,0 4 865-15,0 0-468 16,0 4-228-16,-2 8-115 0,-3 5-84 0,-5 5-71 16,-1 7 0-16,-2 8 0 0,0 3 0 0,-6 5 0 15,-3 11 0-15,4-5 0 0,-8 16 0 0,4-5 0 16,-3 4 0-16,1-1 0 0,-1 4 0 0,2-9 0 16,-4 12 0-16,2-3 0 0,4-4 0 0,3 1 0 15,1-6 0-15,6-7 0 0,-1-1 0 16,3-4 0-16,2-4 0 0,1-10 0 15,0-2 0-15,0-8 0 0,3-1 0 0,-3-6 0 16,1 0 0-16,-3-5 0 0,0-1 0 0,3-4 0 16,-2-2 0-16,-2 1 0 0,0-2 0 0,2-1 0 15,2-1 0-15,-1 3 0 0,0-4 0 0,2 1 0 16,0-1 0-16,1 3 0 0,1 2 0 0,-2-1 0 16,1 4 0-16,-1 0 0 0,0 2 0 0,2 0 0 15,0 2 0-15,2 3 0 0,0-1-194 16,2-3-231-16</inkml:trace>
  <inkml:trace contextRef="#ctx0" brushRef="#br0" timeOffset="138746.81">14747 2188 1747 0,'-14'-19'0'0,"3"7"0"0,4 1 0 0,1 2 0 0,0-1 0 0,4 4 0 0,2 5 0 0,-2-1 0 0,2 2 0 0,0 0 0 0,0 17 212 0,6 11-90 15,0 11 248-15,-2 7-164 0,-1 7-82 0,-1 3-42 16,-2 4 243-16,0 12-146 0,-3-6-70 16,-9 0 138-16,-1 5-104 0,-3-3-78 15,0-8-65-15,-7 16 0 0,5-10 0 16,1-16 0-16,-1-1 0 0,2-14 0 0,3-7 0 0,0-3 0 16,5-10 0-16,1-5 0 0,2-7 0 15,-4-3 0-15,6-1 0 0,3-20 0 0,0-6 0 16,3-3 0-16,18-5 0 0,2 3 0 0,-1 3 0 15,13-3 0-15,-8 11 0 0,3 2 0 0,6 5 0 16,-4 7 0-16,-6 5 0 0,9 2 0 0,-10 0 0 16,0 14 0-16,-4 6 0 0,-5 3 0 0,-4-2 0 15,-1 10 0-15,-8-2 0 0,-1 0 0 0,-2 1 0 16,0-2 0-16,-13 1 0 0,-4-5 0 16,-3-2 0-16,-3-1 0 0,-3-4 0 0,-1-2 0 0,-3-4 0 15,4-5 0-15,-4 1 0 16,3-7 0-16,-3 0 0 0,3 0 0 0,2 0 0 15,-1-7 0-15,9-4 0 0,0-5 0 0,5 1 0 16,3-1 0-16,9-3 0 0,0-5-132 0,2 3-353 16,19-2 222-16,4 3-715 0,5-1 469 0,5 1 223 15,10-3 128-15</inkml:trace>
  <inkml:trace contextRef="#ctx0" brushRef="#br0" timeOffset="139017.16">14966 2907 2425 0,'11'-8'0'0,"1"3"0"0,-5 1 0 0,1-2 0 0,-1 3 0 0,3-3 0 0,1 0 0 0,3 1 0 0,6-3 0 0,4 1 0 16,1 2 285-16,-1 0-122 0,2 4 84 0,-3 1-93 0,0 0-61 0,-1 0-1 16,-5 12 76-16,0 7-64 15,-12 4-21-15,1 6-10 0,-6 12-29 0,0-4-44 0,-13 5 0 0,-8 0 0 16,-2 2 0-16,-3-1 0 0,-2 0 0 0,0-3 0 16,2 0 0-16,5-12 0 15,2 6 0-15,6-7 0 0,6-4 0 0,3-3 0 16,4-3 0-16,0-2 0 0,6-1 0 0,15-5 0 15,2-3 0-15,4-5 0 0,3-1 0 0,0 0 0 16,2 0 0-16,-2-3 0 0,0-7 0 0,-2 2 0 16,-5-1 0-16,-1 0 0 0,-1 1 0 0,-6 0-308 15,0 6-197-15,-8-4 232 0,0-2-625 0,-6-2 428 16,-1-2 204-16,0-8 118 0</inkml:trace>
  <inkml:trace contextRef="#ctx0" brushRef="#br0" timeOffset="139163.67">15083 3161 3931 0,'-30'-2'0'0,"2"0"0"0,-1 0 0 0,10 0 0 0,5 0 0 0,2 2 0 0,4-2 0 0,5 2 0 0,3-3 0 0,2 3 0 0,22 0 0 0,10-2 0 0,3 0 0 0,14-1 0 15,-1 2 0-15,-2 1 0 0,3 0 0 0,-1 0 0 16,3 0 0-16,0 8 0 0,3 1 0 0,-2 0 0 16,1 3 0-16,9 2-517 0,-8-1 193 15</inkml:trace>
  <inkml:trace contextRef="#ctx0" brushRef="#br0" timeOffset="142554.54">17304 6015 178 0,'8'-11'-1'0,"-1"2"1"0,1-1-1 0,1-2 1 0,0 4-1 0,1-2 1 0,1 1 0 0,-2-3 0 15,0 3 0-15,2 0 0 0,-4-2 10 0,2 4 3 0,1-3-3 0,-3 0 51 0,0 2-48 16,1 1 0-16,-2 1-1 0,0-1 63 0,-1 1-5 16,-1 0-52-16,-1 0 0 15,-1 3 55-15,0 1-52 0,0 1 17 0,-2-2 68 16,0 1-32-16,0 2 1 0,0 0-23 0,0 0 108 15,0 0-52-15,0 0 0 0,0 0 18 0,0 0 1 16,0 0-58-16,0 0 5 0,0 0 36 0,0 0-51 16,0 0 1-16,0 0 0 0,0 0 0 15,0 0 14-15,0 0-15 0,0 0 17 0,-2 0-17 0,0 2 0 16,-1 1 44-16,-1-2 15 0,0 1-59 0,-1 0 0 16,1-1 29-16,0 2-29 15,-2 0 0-15,2-1 15 0,-1 2-39 0,1-1 24 16,-1 2 1-16,1-4-42 0,0 3 1 0,0 0 55 15,0 0-15-15,1-2-52 0,-1 1 43 0,1-1 6 16,-1 3-16-16,2-4 31 0,-3 0-21 0,4 2-13 16,-3-1-53-16,2-1 58 0,-1 2 3 0,-1-3 9 15,2 4-60-15,-2-3 47 0,1 1 2 0,-1 1-85 16,0 2 39-16,-2-4 2 0,2 3 37 0,1-2-45 16,-1 1 0-16,2 0 24 0,-1-1 11 0,1 0-21 15,0-1 17-15,0 1-12 16,-2 0 13-16,2 0-9 0,-2-1-2 0,2 2-12 15,-3 0 0-15,1 1 0 0,-1-2 0 0,-3 1 0 16,0 2 0-16,3-3 0 0,-6 5 0 0,1-1 0 16,1-1 0-16,0 0 0 0,-3 1 0 0,5 0 0 15,-6 4 0-15,3-5 0 0,1 4 0 0,-2-1 0 16,-1 1 0-16,1 0 0 0,-2 1 0 0,1 1 0 16,0 1 0-16,-2-1 0 15,1 0 0-15,-2 2 0 0,0 0 0 0,-2 1 0 16,2-1 0-16,-2-1 0 0,-1 4 0 0,0-3 0 15,1 2 0-15,-4 0 0 0,1 0 0 0,2 0 0 16,1-2 0-16,1 2 0 0,-4-2 0 0,6 1 0 16,-2-1 0-16,2 2 0 0,0-4 0 0,-1 1 0 15,4 1 0-15,0-3 0 0,0 0 0 0,1 2 0 16,2-3 0-16,-1-2 0 0,1 3 0 0,1-1 0 16,0-1 0-16,1 1 0 15,-1-2 0-15,-1 3 0 0,2-1 0 0,-1-1 0 0,0 1 0 16,-4 0 0-16,2 3 0 0,2-3 0 15,-5 0 0-15,5 1 0 0,-2-1 0 0,0 0 0 16,-3 1 0-16,3 0 0 0,0-2 0 0,0 0 0 16,0-1 0-16,0 3 0 0,1-2 0 0,-1 1 0 15,0 2 0-15,0-2 0 0,-1 1 0 0,1 0 0 16,-1-3 0-16,-1 3 0 0,1-1 0 0,1-2 0 16,-1 1 0-16,1 0 0 0,2-1 0 15,0 1 0-15,-2-3 0 0,2 2 0 16,0 2 0-16,1-4 0 0,-2 2 0 0,1-1 0 15,1-1 0-15,-1 2 0 0,-1-1 0 0,2-2 0 16,-1 2 0-16,-2 2 0 0,2-2 0 0,-3 0 0 16,1 0 0-16,-2 3 0 0,-1-3 0 0,1 4 0 15,-1 0 0-15,-1-1 0 0,2-2 0 0,-1 4 0 16,2-1 0-16,-1-3 0 0,1 3 0 0,1-1 0 16,-2 1 0-16,1-1 0 15,0 1 0-15,0-4 0 0,-1 4 0 0,1 0 0 16,0-1 0-16,-1 0 0 0,1 0 0 0,0 1 0 15,-1-3 0-15,1 3 0 0,0-1 0 0,0-1 0 16,1 0 0-16,0 1 0 0,-1-2 0 0,3 3 0 16,-2-3 0-16,2 0 0 0,-4-1 0 0,4 2 0 15,-2-2 0-15,-1 2 0 0,5-3 0 0,-5 2 0 16,3-2 0-16,-1 3 0 0,1-1 0 0,-2-1 0 16,1 0 0-16,0 1 0 15,-1 0 0-15,2 0 0 0,-1-1 0 0,0 1 0 16,1 0 0-16,0-1 0 0,-1 1 0 0,-2 1 0 15,3 0 0-15,-2-3 0 0,2 3 0 0,-2-3 0 16,0 2 0-16,0 1 0 0,1 0 0 0,2-2 0 16,-3-1 0-16,2 3 0 0,-1-3 0 0,1 5 0 15,-3-3 0-15,3 1 0 0,-3-1 0 0,3 1 0 16,-4 1 0-16,1 0 0 0,1 1 0 0,-2-1 0 16,1 1 0-16,-1 1 0 15,0 0 0-15,1-2 0 0,-3 5 0 0,2-3 0 16,-2 2 0-16,0 0 0 0,-1 1 0 0,1-1 0 15,1 2 0-15,0-2 0 0,-1 0 0 0,-1 0 0 16,2 0 0-16,-2 0 0 0,1 1 0 0,0-1 0 16,0 2 0-16,-2 2 0 0,1-2 0 0,0 0 0 15,-2 2 0-15,4-3 0 0,-4 6 0 0,0-4 0 16,-2 5 0-16,2-3 0 0,1 0 0 0,-2 2 0 16,-2-1 0-16,4-1 0 0,-4 2 0 0,2 0 0 15,1-1 0-15,-2 0 0 16,0 1 0-16,1-1 0 0,-1 1 0 0,-2 1 0 15,3-1 0-15,-1 2 0 0,-1-1 0 0,4-3 0 16,-4 9 0-16,0-6 0 0,2 4 0 0,0-2 0 16,-1 1 0-16,2 1 0 0,0-1 0 0,-1 3 0 15,0-3 0-15,2 0 0 0,-2-2 0 0,4 1 0 16,-2 2 0-16,1-5 0 0,2 0 0 0,-2-1 0 16,3 1 0-16,-2-2 0 0,1 2 0 15,2-4 0-15,-1 3 0 0,-3-2 0 16,3 2 0-16,-1-1 0 0,1-1 0 0,-2 2 0 15,2 0 0-15,-2 0 0 0,1-1 0 0,-1 3 0 16,0 2 0-16,2-4 0 0,1-1 0 0,0 1 0 16,0 0 0-16,0 2 0 0,1-4 0 0,-1-2 0 15,3 5 0-15,0-2 0 0,-1-2 0 0,0 1 0 16,1 0 0-16,0-2 0 0,1 0 0 16,-2 2 0-16,1-3 0 0,1 4 0 15,1-3 0-15,-3-1 0 0,2 3 0 0,2 0 0 16,-1-2 0-16,-1 2 0 0,3-2 0 0,-1 0 0 15,1 0 0-15,-2 0 0 0,3-3 0 0,-2 0 0 16,1 2 0-16,1-1 0 0,-2-1 0 0,3 0 0 16,-1-2 0-16,-2 0 0 0,2 2 0 0,0-2 0 15,0 3 0-15,0-4 0 0,-2-2 0 0,4 1 0 16,-2-1 0-16,1-1 0 0,-1 2 0 0,0-2 0 16,2 0 0-16,-2-2 0 15,0 1 0-15,1 0 0 0,1 0 0 0,-2 0 0 16,0-2 0-16,2 1 0 0,-2 1 0 0,2-4 0 15,-2 2 0-15,0-3 0 0,2 3 0 0,0-3 0 16,0 0 0-16,-1 1 0 0,1-1 0 0,0 0 0 16,0 0 0-16,0 0 0 0,0 0 0 0,0 0 0 15,-3 0 0-15,3 0 0 0,-2-1 0 0,2-5 0 16,0-4 0-16,0-1 0 16,0-1 0-16,0 2 0 0,8-4 0 0,3 1 0 0,2 0 0 15,2 2 0-15,2 2-1153 0,6 7 514 16</inkml:trace>
  <inkml:trace contextRef="#ctx0" brushRef="#br0" timeOffset="144654.26">14463 9094 148 0,'-12'-12'0'0,"1"1"-1"0,1 1 1 0,-2 3-1 0,3-1 1 0,-1 1 0 0,0-1 0 0,1 1-1 0,0-3 1 0,1 3 0 0,-1 1 5 0,2 0 6 0,1 1-7 15,0 1 1-15,0-1-1 0,1 3 45 0,-1-2-1 16,3 1-39-16,-1 2-1 0,0-1 78 0,-2-2-4 16,2 2-67-16,3 0 61 15,-3 1 11-15,0-1-67 0,2 2 29 0,1 0 133 16,-3 0-59-16,2 0-42 0,-1 5 78 0,0 7-53 15,-1-1 29-15,2 4-78 0,-1 2 98 0,-1 5-48 16,-1 3-1-16,-1-1-49 0,0 6 145 0,0 0-79 16,1 2-1-16,-1 2 44 0,-1 1-55 0,2-3 0 15,0 3-40-15,-1-2 31 0,3 1-1 16,-3-1-44-16,6-2 94 0,-3 1-48 0,1 1 15 0,2-3-61 16,0-1 100-16,0 1-50 15,0 0-6-15,2-2-101 0,0-3 0 0,7 7 0 16,-2-4 0-16,1 0 0 0,-1 0 0 0,3 2 0 15,-1-1 0-15,1 0 0 0,-3 0 0 0,2-2 0 16,3 4 0-16,-3-3 0 0,4 0 0 0,-1 0 0 16,0 0 0-16,2 1 0 0,1-3 0 0,0 2 0 15,0-5 0-15,4 2 0 0,-1 0 0 0,1-2 0 16,0-1 0-16,1 1 0 0,1-3 0 16,0 3 0-16,-1-2 0 0,1-1 0 15,0 3 0-15,-2-6 0 0,3 5 0 0,-1-2 0 16,-1-2 0-16,0 1 0 0,0-1 0 0,-1-2 0 15,5 4 0-15,-3-3 0 0,1 0 0 0,1-1 0 16,0 2 0-16,-3-6 0 0,6 6 0 0,-3-5 0 16,2 0 0-16,1-2 0 0,2 3 0 0,-2-6 0 15,4 2 0-15,0 0 0 0,0-3 0 16,0 1 0-16,2-1 0 0,-2 1 0 16,0-1 0-16,-2-1 0 0,2 1 0 0,-1-1 0 15,1-1 0-15,0 5 0 0,2-2 0 0,-2-3 0 16,2 3 0-16,0-3 0 0,-2 3 0 0,0-2 0 15,2 1 0-15,0-2 0 0,-1-1 0 0,1-1 0 16,0 1 0-16,0 2 0 0,-2-3 0 0,0 0 0 16,0-1 0-16,-1 0 0 0,-1-1 0 0,2-1 0 15,0 3 0-15,0-2 0 0,-2 2 0 0,2-3 0 16,-1 1 0-16,-5-1 0 16,8 0 0-16,-4 0 0 0,-2 0 0 0,4 0 0 15,-2 0 0-15,2 0 0 0,2 0 0 0,-4-1 0 16,4-3 0-16,-2-2 0 0,2 3 0 0,-5-3 0 15,5-3 0-15,-2 4 0 0,0-2 0 0,-2 1 0 16,2-1 0-16,0-2 0 0,0-2 0 0,0 1 0 16,4-1 0-16,-2-1 0 0,2-1 0 0,-1-2 0 15,8-2 0-15,-2 0 0 0,-2 0 0 0,0 1 0 16,1-1 0-16,-6 2 0 0,9-7 0 0,-5 6 0 16,-6 1 0-16,9-6 0 15,-9 6 0-15,5-2 0 0,0-2 0 0,4 1 0 16,-9 1 0-16,6 0 0 0,1-4 0 0,-3 5 0 15,8-5 0-15,-3 0 0 0,0 0 0 0,0 1 0 16,-4 1 0-16,1-2 0 0,5 0 0 0,-4 1 0 16,-7 2 0-16,7-2 0 0,-4 2 0 0,7-5 0 15,-3 3 0-15,-2 0 0 16,3 0 0-16,0-1 0 0,-2 5 0 0,5-5 0 0,-6 0 0 0,1 1 0 16,2 1 0-16,-4-2 0 15,-2 2 0-15,5-3 0 0,-2-1 0 0,-1 3 0 16,2-1 0-16,-2 0 0 0,-2 0 0 0,6-1 0 15,-3 1 0-15,1 1 0 0,1-3 0 0,1 2 0 16,-2 0 0-16,7-4 0 0,-4 2 0 0,-1 0 0 16,0-1 0-16,-1 1 0 0,-2 1 0 0,6-4 0 15,-6 3 0-15,2 0 0 0,1-2 0 0,-3 0 0 16,-1 3 0-16,6-5 0 16,-1 3 0-16,2 1 0 0,0-1 0 0,-2-1 0 15,-4 5 0-15,8-5 0 0,-6 3 0 0,0-1 0 16,2 1 0-16,-3-1 0 0,-1 4 0 0,7-3 0 15,-1-1 0-15,-4 3 0 0,4-1 0 0,-2 0 0 16,-4 3 0-16,10-5 0 0,-7 2 0 0,-6 4 0 16,2-1 0-16,-2 1 0 0,-2-2 0 0,0 2 0 15,-4 1 0-15,1-2 0 0,0-1 0 0,-1 3 0 16,5-3 0-16,-3 2 0 0,2-2 0 0,0 0 0 16,0 0 0-16,2 1 0 15,2-3 0-15,3 0 0 0,0 3 0 0,-2-1 0 16,-3 2 0-16,5-4 0 0,-5 4 0 0,2 1 0 15,-2-1 0-15,0-2 0 0,-2 2 0 0,2 0 0 16,-2-1 0-16,0 2 0 0,2-1 0 0,-2 0 0 16,0-1 0-16,0-1 0 0,0 2 0 0,0-2 0 15,0-2 0-15,0 3 0 16,2-3 0-16,-4 0 0 0,1 1 0 0,-1-1 0 0,-2 2 0 16,-2-1 0-16,1 1 0 0,-1 1 0 15,1-2 0-15,-2 2 0 0,-2 0 0 0,2 2 0 16,-2-1 0-16,-1 2 0 0,3-2 0 0,-2 0 0 15,2 2 0-15,-3-2 0 0,3 2 0 0,-2 0 0 16,2-4 0-16,0 1 0 0,2 1 0 0,-1-3 0 16,3 4 0-16,-2-3 0 0,2 1 0 0,-3-2 0 15,3 4 0-15,-3-3 0 0,1 2 0 0,-5 4 0 16,5-5 0-16,-3 0 0 0,0 3 0 0,-1-1 0 16,2 0 0-16,0 3 0 15,0-4 0-15,4 2 0 0,-4 2 0 0,1 0 0 16,-2 0 0-16,-1 2 0 0,4-3 0 0,-6 3 0 15,1 0 0-15,1 1 0 0,2-3 0 0,-5 4 0 16,5-5 0-16,-2 4 0 0,0-1 0 0,0-1 0 16,2 1 0-16,-6 1 0 0,4-1 0 0,-4 0 0 15,-1 1 0-15,0 1 0 0,-3 2 0 0,-3-1 0 16,2 1 0-16,-1 1 0 16,-3 0 0-16,0 1 0 0,-1 0 0 0,-1 0 0 15,-1 2 0-15,-1-2 0 0,1 3 0 0,-2-1 0 16,1 1 0-16,-1 1 0 0,-1-1 0 0,0-1 0 15,0 2 0-15,-1-1 0 0,1 0 0 0,0 2 0 16,0 0 0-16,0-2 0 0,-2 2 0 0,0 0 0 16,0 0 0-16,2 0 0 15,-2 0 0-15,0 0 0 0,0 0 0 0,0 0 0 0,0 0 0 0,-4 0 0 16,-11 13 0-16,-9 14 0 16,-19 12 0-16,-24 21-322 0</inkml:trace>
  <inkml:trace contextRef="#ctx0" brushRef="#br0" timeOffset="146051.31">17191 2759 3437 0,'-26'0'0'0,"9"0"0"0,10 11 0 0,3-7 0 0,4 0 0 0,0-1 0 0,1 3 0 0,15 1 0 0,7 1 0 0,5-2 0 15,11 2 211-15,0-4 72 0,12 2-283 16,-1-2 0-16,5-2 0 0,9-1 0 0,-11 1 0 0,5-2 0 0,0 0 0 15,1 0 0-15,-3 0 0 0,-2 0 0 16,-3 0 0-16,-10 3 0 0,3-2 0 0,-7-1 0 16,-5 2 0-16,-9-2 0 0,-5 0 0 15,-6 0 0-15,-5 0 0 16,-3 0 0-16,-2 0 0 0,-2-2 0 0,0-2 0 0,0-3 0 16,-9 2 0-16,-3-1 0 0,3 5 0 0,0-2 0 15,-2 3-29-15,4 0-547 0,5 13 269 0</inkml:trace>
  <inkml:trace contextRef="#ctx0" brushRef="#br0" timeOffset="148589.53">19089 2383 2218 0,'0'-7'0'0,"3"-2"0"0,1-5 0 0,1 0 0 15,1 0 0-15,2-5 0 0,-2 1 0 0,3-3 0 0,-4 0 0 0,3-2 0 0,-2 1 80 0,-1-1 1 0,-1 2-2 0,-2 1 0 0,0-1-27 0,-2 5 44 16,0-4-28-16,0 4 1 0,-4 1-27 0,-7 0 52 16,-3 0 10-16,-2-2-62 0,-1 2 41 0,-3 2 0 15,-1-1-42-15,-2 5 1 0,2 2 64 0,-6 2-37 16,0 4 0-16,-1 1-28 0,-2 0 51 0,-2 15-1 15,0 6-38-15,-4 12 4 0,0 5-57 0,-1 13 0 16,5 5 0-16,2 6 0 0,9-3 0 16,2 13 0-16,10-8 0 0,5-13 0 15,4 5 0-15,0-9 0 0,8-11 0 0,8 2 0 16,5-8 0-16,4-8 0 0,3-4 0 0,4-6 0 0,0-6 0 16,4-6 0-16,5 0 0 0,-4-12 0 15,1-9 0-15,-2-11 0 0,-1-1 0 0,-3-4 0 0,0-5 0 16,-6-1 0-16,-1-2 0 0,-5 1 0 15,-4 4 0-15,-5-3 0 16,-4 8 0-16,-3 10 0 0,-2 0 0 0,-2 9 0 0,0 6 0 0,0 2 0 16,0 4 0-16,-6 4 0 0,-1 0 0 0,-3 21 0 15,3 1 0-15,1 7 0 16,0 4 0-16,1 4 0 0,3 0 0 0,0 0 0 16,2 1 0-16,0-4 0 0,0-2 0 0,2 0 0 15,7-4 0-15,-1-4 0 0,0-3 0 0,1 0 0 16,-2-3 0-16,1-3 0 0,-2-3 0 0,-3-6 0 15,1-1 0-15,0-4 0 0,3-1 0 0,1-1 0 16,1-18 0-16,4-2 0 0,3-5 0 16,-2-4 0-16,7 0 0 0,0-1 0 0,5-5 0 15,-4 9 0-15,5-1 0 0,1 2 0 16,0 4 0-16,-1 0 0 0,-1 9 0 0,-4 2 0 16,1 4 0-16,-2 4 0 0,-5 2 0 0,0 1 0 15,-4 0 0-15,-2 0 0 0,1 11 0 0,-3 0 0 16,-5 2 0-16,-1 2 0 0,0 4 0 0,-2-1 0 15,0 6 0-15,-7-2 0 0,-4 2 0 0,-1 1 0 16,1 0 0-16,2-5 0 16,2 2 0-16,0-2 0 0,3 0 0 0,4-4 0 0,0 0 0 0,0-3 0 15,0-2 0-15,6-2 0 16,4-1 0-16,3-2 0 0,2-5 0 0,0-1 0 16,4 0 0-16,-1 0 0 0,1-1 0 0,0-7 0 15,0 1 0-15,0-3 0 0,-5 3 0 0,2 1 0 16,-5-1 0-16,1-1 0 0,-3 1-144 0,-2-3-8 15,-1-1-846-15,-1-3 478 0,-3-1 239 16,1 0 119-16</inkml:trace>
  <inkml:trace contextRef="#ctx0" brushRef="#br0" timeOffset="148739.97">19554 2545 3057 0,'-35'1'0'0,"5"4"0"0,5-5 0 0,4 0 0 0,5 0 0 0,4 0 0 0,5 0 0 0,3 0 0 0,4-3 0 0,0 0 0 0,4-1 189 0,13-2-74 16,5 2 98-16,1 0-85 0,1 3-44 15,1 0 61-15,5-3-145 0,-4 3 0 0,0 1-152 0,0 0-19 16,-1 0 106-16,-4 0 65 0,7 0-790 0,-6 5 415 16,3-5 90-16,-1 0 141 0</inkml:trace>
  <inkml:trace contextRef="#ctx0" brushRef="#br0" timeOffset="149163.74">20089 1587 3071 0,'0'-17'0'0,"0"11"0"0,0 2 0 0,0 3 0 0,0-1 0 0,0 2 0 0,0 0 0 0,2 13 0 0,0 13 0 0,1 13 0 0,-3 11 526 0,0 11-242 16,0 7-234-16,0 3-50 0,0-8 0 0,-5 17 0 16,0-8 0-16,-1-5 0 0,1 1 0 0,-1-5 0 15,0-8 0-15,0-1 0 0,1-2 0 0,-1-15 0 16,3-3 0-16,-1-13 0 0,1-3 0 0,0-6 0 15,1-7 0-15,2-1 0 0,-2-4 0 0,2-4 0 16,0-13 0-16,2-6 0 0,8 2 0 16,6-4 0-16,2 2 0 0,5 1 0 0,0 1 0 0,5 6 0 15,3 0 0-15,-3 5 0 16,2 5 0-16,-2 3 0 0,-5 2 0 0,7 0 0 16,-12 6 0-16,1 6 0 0,-1 6 0 0,-6 0 0 15,-4 3 0-15,-5 6 0 0,-3 0 0 16,0-4 0-16,-9 4 0 0,-10 0 0 0,-3-3 0 0,-4 0 0 15,-2-6 0-15,-1-3 0 0,1-2 0 16,2-2 0-16,1-7 0 0,1 1 0 0,2-5 0 0,2 0 0 16,2 0 0-16,4 0 0 15,5-1 0-15,2-7 0 0,5-4 0 0,2-2 0 16,2-2 0-16,13-2-12 0,11-3-129 0,6-3-1020 16,2 4 559-16,3-2 280 0,3 1-462 0,-4 0 371 15</inkml:trace>
  <inkml:trace contextRef="#ctx0" brushRef="#br0" timeOffset="149309.14">20426 2444 2457 0,'15'-9'0'0,"-6"6"0"16,0-1 0-16,-2 2 0 0,-2 1 0 0,-1 1 0 0,1 0 0 0,1 0 0 0,1 0 0 0,1 5 0 0,3 4 232 0,0 1 572 0,3 1-370 15,0 2-430-15,4 0-4 0,-2 1 0 0,1-2 0 16,3 2 0-16,-4-3 0 0,3 0 0 0,-3-2 0 16,0 0 0-16,0-6 0 0,0 1-367 0,-2-4 206 15,2 0 97-15,0 0-930 0,2-7 445 0,1-11 253 16,1-5-334-16</inkml:trace>
  <inkml:trace contextRef="#ctx0" brushRef="#br0" timeOffset="149575.91">20971 2226 2816 0,'1'-20'-1'0,"1"7"1"16,0 2 0-16,-2 2 0 0,0 3 0 0,0 2 0 0,0 1 0 0,0 0 0 0,0 3 0 0,0 0 0 0,0 0 224 0,0 10-91 0,-5 11 541 0,-3 3-589 0,-4 12-85 0,0-2 0 15,-9 16 0-15,-2 8 0 0,-1-2 0 0,-2 3 0 16,-4 3 0-16,3-3 0 0,-8 16 0 0,1-6 0 15,2 2 0-15,0 2 0 0,4-2 0 0,5-11 0 16,-3 12 0-16,8-17 0 0,0 0 0 16,1-1 0-16,4-7 0 0,2-6 0 0,1-1 0 0,1-4 0 15,2-9 0-15,1-6 0 16,0-3 0-16,2-6 0 0,1-3 0 0,-3-1 0 16,3-5 0-16,-1 2 0 0,-2-5 0 0,0 0 0 15,1 0 0-15,-1 0 0 0,2 0-352 0,1-8 40 16,3-7 135-16,0-6 58 0,2-5-652 0,12-7 365 15,9-6 181-15</inkml:trace>
  <inkml:trace contextRef="#ctx0" brushRef="#br0" timeOffset="149916.84">21445 1906 2121 0,'-3'-8'0'0,"1"5"0"0,2 0 0 0,0 0 0 0,2-3 0 0,10 3 0 0,0-3 0 0,4 2 0 0,-2 1 0 0,4-1 0 0,-2 1 243 0,0 2-100 0,-2 0-52 16,-5-2 313-16,3 1-182 0,-1 1-81 0,0 1-55 15,1 0 245-15,1-3-182 0,4 2-149 0,6-3 0 16,4-2 0-16,11-2 0 0,3-2 0 0,4-6 0 15,2 4 0-15,4-3 0 0,-2 0 0 0,-2 4 0 16,-2-2 0-16,-10 6 0 0,4 2 0 0,-7-1 0 16,-9 4 0-16,2 0 0 0,-6 1-49 15,-8 1-220-15,1 0 78 0,-7 0-523 16,-3 0 326-16,0 0 179 0,-2 3 84 0,-2 0-230 16,-10 2 157-16,1-1 78 0,0-3-347 0,-2-1 218 15</inkml:trace>
  <inkml:trace contextRef="#ctx0" brushRef="#br0" timeOffset="150142.38">22107 1553 2343 0,'-7'-14'0'0,"0"8"0"0,2-2 0 0,-1 2 0 0,5-1 0 0,-1 3 0 0,2 0 0 0,0 1 0 0,5 1 0 0,14 0 0 0,3 0 195 0,6 2-82 0,4 0 466 0,0 0-270 16,0 4-134-16,3 5 42 0,0 2-217 0,-3 0 0 15,0 4 0-15,-4 3 0 0,-4-1 0 0,-5-1 0 16,2 7 0-16,-10-5 0 0,-4 5 0 0,-7 5 0 15,0-4 0-15,-12 5 0 0,-17 3 0 0,-1-6 0 16,-7 0 0-16,0-2 0 0,-7 1 0 0,8-4 0 16,-17 3 0-16,7 1-155 0,-3-3 43 15,2 1-566-15,-2 1 319 0,1 2 149 16,2 0-571-16,5 3 370 0,13-3 186 0</inkml:trace>
  <inkml:trace contextRef="#ctx0" brushRef="#br0" timeOffset="150341.12">21835 2303 2953 0,'1'7'0'0,"1"6"0"0,-2 1 0 0,0-3 0 0,-2 5 0 0,-9 5 0 0,0 3 0 0,-4 5 0 0,-1 3 0 0,0 5 0 0,1 2 462 0,4 1-211 0,0 2-106 0,4-3-25 16,4 6-120-16,3-9 0 0,1 6 0 0,11-9 0 16,5 0 0-16,6 1 0 0,1-5 0 0,4-5 0 15,1-5 0-15,1-3 0 0,-3-4 0 0,-2-7 0 16,5-1 0-16,-4-4 0 0,-1 0 0 15,-4 0 0-15,-3-1 0 0,1-9-826 0,-1-7 297 0,-2-4 245 16</inkml:trace>
  <inkml:trace contextRef="#ctx0" brushRef="#br0" timeOffset="150493.07">21955 2173 3818 0,'-16'-13'0'0,"9"8"0"0,0 1 0 0,1-1 0 0,3 4 0 0,1-2 0 0,2 3 0 0,0 0 0 0,0 0 0 0,7 6 0 0,4 3 113 0,1 3-113 0,1 1 0 16,-2 0 0-16,0 4 0 0,0 2 0 0,-2-1-599 16,2 1 159-16,-4 2 240 0,0 2-542 15</inkml:trace>
  <inkml:trace contextRef="#ctx0" brushRef="#br0" timeOffset="153477.81">12693 4113 172 0,'0'0'0'15,"0"0"0"-15,0 0 0 0,2 0 0 0,2 0 0 0,-2 0 0 0,-1 0 0 0,2 0 0 0,-1 0 0 0,0 0 0 0,-2 0 5 0,0 0 1 0,0 0-1 16,0 1 110-16,0-1-52 0,0 0 0 0,0 0-47 0,0 0 73 0,0 0-1 16,0 0-60-16,0 0-5 15,0 0 220-15,0 0-85 0,0 0-57 0,0 0 164 16,0 0-90-16,0 0-66 0,0 0 110 0,0 0-80 16,0 0-42-16,0 0 15 0,0 0 93 0,0 0-74 15,0 0-37-15,0 0 0 0,0 0 86 16,0 0-48-16,0 0-13 0,0 0 2 0,0 0-1 0,0 0-62 15,0 0-1-15,0 0 54 0,0 0-15 16,0 0-38-16,0 0 6 0,0 0-64 16,0 0 0-16,0 0 0 0,0 0 0 0,0 0 0 15,0 0 0-15,0 0 0 0,0 0 0 0,0 0 0 16,0 0 0-16,0 0 0 0,0 0 0 0,0 3 0 16,0-3 0-16,0 0 0 0,0 0 0 0,0 0 0 15,0 0 0-15,0 0 0 16,0 0 0-16,0 0 0 0,0 0 0 0,0 0 0 15,0 0 0-15,0 0 0 0,0 0 0 0,0 0 0 16,0 0 0-16,0 0 0 0,0 0 0 0,0 0 0 16,0 0 0-16,0 0 0 0,0 0 0 0,0 0 0 15,0 0 0-15,0 0 0 0,0 0 0 0,0 0 0 16,0 0 0-16,0 0 0 0,0 0 0 0,0 1 0 16,0-1 0-16,0 0 0 0,0 0 0 0,0 0 0 15,0 0 0-15,0 0 0 0,0 0 0 0,0 0 0 16,0 0 0-16,0 0 0 0,0 0 0 0,0 0 0 15,0 0 0-15,0 0 0 0,0 0 0 0,2 0 0 16,0 0 0-16,-1 0 0 16,1 0 0-16,2 0 0 0,-1 0 0 0,1 0 0 15,0 0 0-15,-1 0 0 0,4-1 0 0,-2-2 0 16,1 0 0-16,1-1 0 0,1 0 0 0,0 3 0 16,-3-3 0-16,2 2 0 0,1-1 0 0,0 2 0 15,-3-1 0-15,1 0 0 0,-1 2 0 0,2 0 0 16,0 0 0-16,-2-1 0 0,-1 1 0 0,1 0 0 15,1 0 0-15,0 0 0 0,0-3 0 0,-1 1 0 16,2 2 0-16,1-1 0 16,2-1 0-16,-1 0 0 0,0 0 0 0,3 0 0 0,-5 2 0 15,4-1 0-15,-1-2 0 0,1 3 0 16,-2 0 0-16,5 0 0 0,-3 0 0 0,0 0 0 16,-1 0 0-16,4 0 0 0,0 0 0 0,-1 0 0 15,2 0 0-15,0 0 0 0,2 0 0 0,-2 0 0 16,2 0 0-16,1 0 0 0,1 0 0 0,-2 0 0 15,4 0 0-15,-2 0 0 0,1 0 0 16,1 3 0-16,0-2 0 0,-3 1 0 16,3 0 0-16,0 0 0 0,1 0 0 0,1-2 0 15,1 0 0-15,1 0 0 0,3 0 0 0,-1 0 0 16,5 0 0-16,-1 0 0 0,3-2 0 0,0-2 0 16,1 1 0-16,1-3 0 0,-1 0 0 0,1 0 0 15,-1 4 0-15,4-4 0 0,-4 3 0 0,1-1 0 16,-2 1 0-16,1 1 0 0,-1-1 0 0,4-1 0 15,0-2 0-15,6 1 0 0,0-2 0 0,4 0 0 16,3-1 0-16,4-1 0 16,5 0 0-16,9-1 0 0,-5 1 0 0,-2 2 0 15,-9-1 0-15,5 2 0 0,-4 2 0 0,-3 3 0 0,-2-1 0 16,-4 2 0-16,-4 0 0 0,-3 0 0 16,1 0 0-16,-1 2 0 0,-1 2 0 0,0-1 0 15,-2 2 0-15,-1-2 0 0,-2 1 0 0,-2-2 0 16,0-1 0-16,0-1 0 0,0 0 0 0,0 0 0 15,2 0 0-15,-2 0 0 0,0-1 0 16,-3-3 0-16,-6-2 0 0,2 0 0 16,-2 1 0-16,-1 1 0 0,-1-2 0 0,-2 1 0 15,-2 1 0-15,-2-1 0 0,1 0 0 0,-5 3 0 16,0-2 0-16,-1 1 0 0,-2 1 0 0,-3-2 0 16,1 2 0-16,-2 1 0 0,1-1 0 0,-1 0 0 15,0 0 0-15,-2 0 0 0,0 1 0 0,0-2 0 16,0 1 0-16,0 1 0 15,0-2 0-15,-2 1 0 0,-7 2 0 0,-4 0 0 0,-4 0 0 16,-4 14 0-16,-3 6 0 0,-4 7 0 16,-12 18 0-16</inkml:trace>
  <inkml:trace contextRef="#ctx1" brushRef="#br0" timeOffset="29169.57">28306 17016 0,'0'-15'15,"0"15"1,0 0-16,0-14 15,0-28-15,0-72 16</inkml:trace>
  <inkml:trace contextRef="#ctx0" brushRef="#br0" timeOffset="154660.65">17736 3854 1367 0,'-15'0'-1'0,"0"-3"-3"0,1 2 2 0,2-3-1 16,4 0 2-16,1-1-1 0,3 0 2 0,0 3-1 0,4-3 1 0,0 4 0 0,0-2 279 0,0 1-110 0,0 1-40 0,0 1 120 0,2 0-95 15,4 0-48-15,0 0 1 16,-1 0 171-16,2 0-87 0,1 0-74 0,4 0 1 16,0 0 196-16,4 0-127 0,0 0-64 0,7 0-66 15,7 0-57-15,2 0 0 0,7-6 0 0,3 0 0 16,3-1 0-16,6 1 0 0,2 1 0 0,6-1 0 16,5 4 0-16,-1 2 0 0,0 0 0 0,-5 0 0 15,19 0 0-15,-4 0 0 0,3 8 0 0,14-3 0 16,-6-2 0-16,-5 4 0 0,22-4 0 0,-7 2 0 15,0-2 0-15,6 1 0 0,3-4 0 16,-11 1 0-16,23-1 0 0,-16 0 0 16,3 0 0-16,0 0 0 0,-1 0 0 0,-13-1 0 15,13-3 0-15,-24 1 0 0,8-3 0 0,-8 1 0 16,-2 0 0-16,-1-1 0 0,-7-1 0 0,-12 4 0 16,0-5 0-16,-4 3 0 0,-6-1 0 0,-7 2 0 15,-2-2 0-15,-8 2 0 0,-6 3 0 0,-1-3 0 16,-6 2 0-16,-2 1 0 0,-4-2 0 0,0 3 0 15,-4-1 0-15,0 1 0 0,-1 0 0 0,0-3 0 16,-2 3 0-16,-1 0 0 16,1-2 0-16,0 2 0 0,1-1 0 0,-1 1 0 15,-2-3 0-15,1 2 0 0,-1 1 0 0,0-3 0 16,2 1 0-16,-2 2 0 0,0-1 0 0,0 1 0 16,0 0 0-16,0 1 0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53:05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4004 6863 2833 0,'-5'-4'0'0,"3"1"0"0,2 1 0 0,-3 1 0 0,3-1 0 0,0 2 0 0,0 0 0 0,0 0 0 0,0 0 0 0,0 0 0 0,0 0 136 0,0 0-49 0,0 8-26 0,3 4 127 16,2 7-66-16,0 9-47 0,0 5 162 0,0 7-100 16,-2 5-82-16,1 5-55 0,1 5 0 15,-2 11 0-15,0-5 0 0,1 0 0 0,1 1 0 16,0 1 0-16,0-7 0 0,0 10 0 0,1-12 0 16,-2 4 0-16,-1-1 0 0,1-4 0 0,-1-9 0 15,2 7 0-15,-1-13 0 0,0-3 0 16,-1-3 0-16,-1-4 0 0,0-5 0 0,-1-2 0 15,1-5 0-15,0-3 0 0,0-1 0 16,-2-4 0-16,0-3 0 0,0-2 0 0,0-1 0 16,0-2 0-16,0 0 0 0,0 0 0 0,0-2-164 15,3-12 63-15,0-13-699 0,9-10 382 0,3-10 191 16</inkml:trace>
  <inkml:trace contextRef="#ctx0" brushRef="#br0" timeOffset="262.71">4244 7161 3888 0,'-10'-4'0'0,"5"3"0"0,2 1 0 0,1-3 0 0,2 3 0 0,0 0 0 0,0 0 0 0,0 0 0 0,0-1 0 0,13-2 0 0,10 0 43 0,4-3-43 0,6 0 0 0,12-3 0 15,-5-2 0-15,4-1 0 0,4 1 0 0,-5 2 0 16,-3-1 0-1,2 1 0-15,-4-2 0 0,0 4 0 0,-1 0 0 0,-4 2 0 16,-6-1 0-16,3 3 0 0,-8-1 0 0,-2 2 0 16,-1 0 0-16,-3 0 0 0,-5 0 0 0,-1 0-10 15,-1 1-197-15,-3-1 85 0,0-1-522 0,0 2 303 16,-3-5 143-16,1-3 85 0,-1-5-603 0</inkml:trace>
  <inkml:trace contextRef="#ctx0" brushRef="#br0" timeOffset="487.37">4795 6733 3260 0,'-8'3'0'0,"-1"2"0"0,4 0 0 0,2-4 0 0,1 4 0 0,2-1 0 0,0 0 0 0,3 4 0 0,13-1 0 0,4 6 0 0,1-4 385 0,7 1-178 0,1 1-128 16,2-1-79-16,1-3 0 0,-2 3 0 0,2-1 0 15,-4 1 0-15,-4 1 0 0,-5-1-8 0,0 1 1 16,-4 0-188-16,-5 2 111 0,-5 2 61 15,-2 1-157-15,-3 0 51 0,0 5 65 16,-15 1-43-16,-3 4-165 0,-2 1 116 0,-4-1 60 16,2 2 29-16,1-2-482 0,-1 3 246 0,-1-1 138 15,3 5 64-15,-3-1-260 0</inkml:trace>
  <inkml:trace contextRef="#ctx0" brushRef="#br0" timeOffset="935.22">4853 7690 2446 0,'0'6'0'0,"2"-3"0"0,-2-3 0 0,0 0 0 0,0 0 0 0,0 0 0 0,0 0 0 0,0-5 0 0,1-7 0 0,1 0 0 0,1-5 132 0,-1-3 41 15,0 0-67-15,0 0-35 0,1-3 1 0,-3 0 19 0,0 1-17 16,0-1-10-16,0 1-26 0,-7 1 37 16,0 2 0-16,-2 3-38 0,-3 2 10 15,3 3 111-15,-5 3-60 0,0 5-30 0,-4 1 38 0,1 2-106 16,-4 0 0-16,-4 17 0 15,0 5 0-15,-3 10 0 0,4 4 0 0,1 5 0 16,6-3 0-16,0 11 0 0,9-6 0 0,3 0 0 16,5-8 0-16,0 0 0 0,2-4 0 0,9-3 0 0,6-3 0 15,0-4 0-15,-2-8 0 0,5-2 0 16,0-2 0-16,0-3 0 16,3-6 0-16,2 0 0 0,0-1 0 0,-3-13 0 0,0-6 0 0,-1-3 0 15,2-7 0-15,-6-2 0 0,1-1 0 0,-4-2 0 16,-3 6 0-16,-2 4 0 15,-4 3 0-15,-2 3 0 0,-1 9 0 0,-2 1 0 16,0 3 0-16,0 4 0 0,0 0 0 0,0 2 0 16,0 0 0-16,0 0 0 0,0 4 0 0,0 10 0 0,0 0 0 15,0 3 0-15,0 2 0 0,6 1 0 0,4 2 0 16,-1-2 0-16,1 0 0 0,1-2 0 0,2 0 0 16,0-3 0-16,-2-1 0 0,2-3-378 15,2-4-9-15,-3 0 175 0,1-4 87 0,4-3-313 16,4 0 205-16,0-10 98 15,7-16 49-15</inkml:trace>
  <inkml:trace contextRef="#ctx0" brushRef="#br0" timeOffset="1165.57">5756 7036 3931 0,'2'-1'0'0,"-2"1"0"0,0 0 0 0,0 0 0 0,-10 7 0 0,0 4 0 0,1 4 0 0,1 6 0 0,-5 7 0 0,0 2 0 0,1 6 0 0,-2 5 0 0,-1 3 0 0,-1 2 0 16,-1-1 0-16,-1 3 0 0,0-3 0 0,-1-2 0 16,-2 0 0-16,2-3 0 0,-3 4 0 0,6-9 0 0,-1-2 0 15,2-4 0-15,5-6-177 0,-1-6-270 16,2-1 213-16,2-5-440 0,1-5 319 0,-1-3 159 0,-1-3 79 16,3-2-423-16,1-14 256 0,4-13 123 15,0-8 63-15</inkml:trace>
  <inkml:trace contextRef="#ctx0" brushRef="#br0" timeOffset="1342.09">5414 7265 3049 0,'-1'-9'0'0,"1"0"0"0,-3 5 0 0,1 2 0 0,0 2 0 0,2 0 0 0,0 0 0 0,0 0 0 0,0 0 0 0,4 6 0 0,9 3 127 0,2 0 520 0,2 7-539 0,4 1-108 16,-1 2 0-16,2 0 0 0,-1 4 0 0,2 2 0 15,-2 0 0-15,-1 2 0 0,-1 0 0 16,0 0 0-16,-2-2 0 0,1 1 0 15,-1-1 0-15,-4-5 0 0,2 0-10 0,0 1-111 0,0-9 73 16,0-2-873-16,3-5 442 0,1-5 221 16,4 0-614-16</inkml:trace>
  <inkml:trace contextRef="#ctx0" brushRef="#br0" timeOffset="1555.67">6063 7014 3493 0,'-9'-4'0'0,"5"3"0"0,4-1 0 0,0 2 0 0,0 0 0 0,4 0 0 0,11-3 0 0,8 2 0 0,6-1 0 0,9 1 0 0,6-5 297 15,2 0-156-15,5 1-141 0,-2-4 0 0,2 3 0 16,-5-1 0-16,0 2 0 0,-2 0 0 0,-8-1 0 16,0 2 0-16,-4 2-167 0,-8-2 55 0,-1 3 75 0,-4-1 36 15,-6-2-718-15,-4 2 242 16,-5-2 225-16,-2-2-428 0,-2-7 322 0</inkml:trace>
  <inkml:trace contextRef="#ctx0" brushRef="#br0" timeOffset="1762.24">6584 6667 2654 0,'2'0'0'0,"9"0"0"0,4 0 0 0,1-2 0 0,7 0 0 0,2 2 0 0,3 0 0 0,0 0 0 0,-4 0 0 0,12 0 0 0,-12 5 436 0,4 3-200 0,-5 4-100 0,-3-5-50 15,-2 4-45-15,-3 0-5 0,-1 3 0 0,-6-2-122 16,-2 2 60-16,-4 1 32 0,-2 3-375 16,-3 4 198-16,-15-1 104 0,-1 0 52 0,-4 0-578 0,-4 2 288 15,-5-1 84-15,-4 1 97 0,-4-2-385 16,-1-2 237-16,0-1 118 0,7-9 58 0,8-1-256 0</inkml:trace>
  <inkml:trace contextRef="#ctx0" brushRef="#br0" timeOffset="2119.77">6524 7031 2038 0,'0'-2'0'0,"-2"0"0"0,2 0 0 0,0 2 0 0,0 0 0 0,0 0 0 0,2 10 0 16,-1 3 0-16,3 6 0 0,-2 5 0 0,0 6 104 0,1 2 581 0,-3 10-328 0,0-9-161 0,0 14 355 0,-5-2-551 15,-2 0 0-15,-1-6 0 0,-2 9 0 0,5-14 0 16,-2 5 0-16,-1-3 0 16,0-4 0-16,3-10 0 0,-1 1 0 0,3-4 0 0,-1-8 0 0,0-2 0 15,2-4 0-15,2-2 0 0,-3-3 0 16,-2 0 0-16,3 0 0 0,2-10 0 0,0-5 0 15,0-4 0-15,2-3 0 0,8-1 0 16,5 1 0-16,3 1 0 0,-1 0 0 0,4 9 0 0,6-4 0 16,-1 5 0-16,1 3 0 0,0 5 0 0,0 1 0 15,-4 2 0-15,4 0 0 0,-6 5 0 0,-1 9 0 16,-2-2 0-16,-4 6 0 0,-1 0 0 16,-6 1 0-16,-2 1 0 0,-3 0 0 0,-2 1 0 15,0-3 0-15,-7 1 0 0,-13 3 0 0,0-4 0 16,-5 0 0-16,-5 2 0 0,-3-6 0 15,1-2 0-15,-2-3 0 0,2-2 0 0,4-3 0 16,9-4 0-16,-1 0 0 0,4 0 0 0,6-2 0 16,3-6 0-16,3-2 0 0,4-7-675 0,0-2 151 15,16-10 248-15,9 0 120 0,2-4-715 0</inkml:trace>
  <inkml:trace contextRef="#ctx0" brushRef="#br0" timeOffset="2462.12">7262 6644 3279 0,'0'-6'0'0,"0"-1"0"0,0 3 0 0,0 0 0 0,0 1 0 0,0 1 0 0,0 0 0 0,0 2 0 0,0 0 0 0,2 0 0 0,3 0 356 0,2 0-160 0,2 4-96 0,0 7-100 15,2 8 0-15,-1 5 0 0,-1 8 0 16,0 9 0-16,-5 0 0 0,-1 14 0 0,-1 9 0 16,-2 0 0-16,0 7 0 0,0 5 0 0,-7 6 0 15,1 3 0-15,-1 9 0 0,5-17 0 0,-1 18 0 16,3-19 0-16,0 6 0 0,0-3 0 0,0-8 0 16,1-3 0-16,1-16 0 15,0 1 0-15,3-15 0 0,-5-5 0 0,2-10 0 16,-2-4 0-16,0-8 0 0,0-4 0 0,0-2 0 15,0-4 0-15,-2-1 0 0,-5 0 0 0,-3-1 0 16,3-6 0-16,-2 0-50 0,-3-4-73 0</inkml:trace>
  <inkml:trace contextRef="#ctx0" brushRef="#br0" timeOffset="21943.25">8052 6865 3477 0,'-2'0'0'0,"0"0"0"0,2 0 0 0,-2 0 0 0,2 0 0 0,0 0 0 0,0 0 0 0,0 0 0 0,4 0 0 0,9 3 0 0,-1-3 116 16,3 2 209-16,0-2-312 0,4 0-13 0,1 0 0 15,1 0 0-15,2 0 0 0,-2 0 0 0,0 0 0 16,-1 0 0-16,-2 0 0 16,1 0 0-16,-2 0 0 0,-2 0 0 0,1 0 0 0,-3 0 0 0,-1 0 0 15,-4 3-125-15,3 3 51 0,-5 0-658 0,2 3 351 16,-5 3 171-16,-1 2 85 15,-2 7-539-15,0 2 312 0</inkml:trace>
  <inkml:trace contextRef="#ctx0" brushRef="#br0" timeOffset="22144.18">8094 7336 3931 0,'-23'15'0'0,"4"1"0"0,4-3 0 0,6-3 0 0,-1-5 0 0,7-1 0 0,1-2 0 0,2 0 0 0,0-2 0 0,17 0 0 0,8 0 0 15,8 0 0-15,3 0 0 0,10 0 0 0,-5-2 0 16,-8-2 0-16,6 1 0 0,-3-1 0 0,0 2 0 16,-1-2 0-16,-3 2 0 0,-4 0 0 0,-1 1 0 15,-6-1 0-15,0 2 0 0,-5-2 0 0,-4 2 0 16,-5-3 0-16,-1 3 0 0,-3 0-406 0,-1-1 128 16,-2 1-908-16</inkml:trace>
  <inkml:trace contextRef="#ctx0" brushRef="#br0" timeOffset="23995.64">9344 6509 1579 0,'0'-3'0'0,"-2"-4"0"0,1 4 0 0,1-2 0 0,-2 3 0 16,0-1 0-16,2 0 0 0,-2 1 0 0,2 0 0 0,0 0 0 0,-2 0 112 0,2 2-35 0,0 0 113 0,0 0-80 0,0 0-33 0,0 0 0 16,0 0 21-16,0 0-28 0,0 0 11 0,0 0-38 15,0 0 37-15,0 0-37 0,0 0 0 16,0 0 0-16,0 0-11 0,0 0 11 15,0 0 0-15,0 0 36 0,0 0-36 0,0 2 0 16,0 2 11-16,0-2 30 0,0 1 1 0,0 1-42 16,0 0 34-16,0 1 0 0,0 0-24 0,0 2-9 15,0-2 48-15,0 3-49 0,2 0 0 0,-2-1 0 16,0 0 33-16,0 1-33 0,0-1 0 0,0-1-18 16,0 2-25-16,0-3 0 0,0 0 0 0,0 0 0 15,0-2 0-15,0 1 0 0,0-1 0 0,0 0 0 16,0 0 0-16,0 0 0 15,0-2 0-15,0 1 0 0,0 0 0 0,0 0 0 16,0 0 0-16,0 1 0 0,0-1 0 0,0 2 0 16,0-2 0-16,0 2 0 0,0-2 0 0,0 1 0 15,0-1 0-15,2 2 0 0,-2-2 0 0,0 2 0 16,0-2 0-16,0 2 0 0,2-3 0 0,-2 3 0 16,0 0 0-16,0-1 0 0,0 1 0 0,0 2 0 15,2 0 0-15,-2-2 0 0,0 1 0 0,0 2 0 16,1 1 0-16,-1-2 0 15,0 1 0-15,2 1 0 0,-2-3 0 0,2 2 0 16,-2 1 0-16,0 0 0 0,3-1 0 0,-3 2 0 16,0 0 0-16,2-1 0 0,-2 2 0 15,0 2 0-15,0-3 0 0,0 3 0 0,0-2 0 0,0 1 0 16,0 0 0-16,0 3 0 0,0-2 0 0,0 0 0 16,0 3 0-16,0-1 0 0,0-1 0 0,0 2 0 15,1 2 0-15,-1 0 0 0,0-1 0 0,2 1 0 16,-2 2 0-16,0 0 0 15,2 1 0-15,-2 1 0 0,0 0 0 0,3-2 0 16,-3 2 0-16,0-2 0 0,0 1 0 0,0 0 0 16,1-1 0-16,-1-1 0 0,0 0 0 0,2-1 0 15,-2-1 0-15,0-1 0 0,1 2 0 0,-1-2 0 16,0 3 0-16,0-3 0 0,0 1 0 0,0 1 0 16,0 2 0-16,0-2 0 0,0 0 0 0,0-1 0 15,0 3 0-15,0-2 0 16,0 2 0-16,0 0 0 0,0-3 0 0,0 4 0 15,0-2 0-15,0 1 0 0,0-2 0 0,0 2 0 16,0-1 0-16,0-1 0 0,0 1 0 0,0-2 0 16,0 1 0-16,0 1 0 0,0-2 0 0,0 1 0 15,0 0 0-15,0 0 0 0,0 0 0 0,0 1 0 16,2-1 0-16,-2 2 0 0,2 0 0 0,-2-1 0 16,2-1 0-16,-2 3 0 0,0-2 0 0,0 1 0 15,2-2 0-15,-2 1 0 16,0-3 0-16,0 0 0 0,0-3 0 0,0-1 0 15,0-2 0-15,0-3 0 0,0 1 0 0,0-6 0 16,0 1 0-16,0-2 0 0,0 1 0 0,0-1 0 16,0 0 0-16,0 0 0 0,0 0 0 0,0 0 0 15,0-4 0-15,1-9 0 0,11-5-492 0</inkml:trace>
  <inkml:trace contextRef="#ctx0" brushRef="#br0" timeOffset="24626.73">10126 6817 2578 0,'-10'-5'0'0,"-1"0"0"0,0 2 0 0,-1 1 0 0,1 2 0 0,1 0 0 0,-4 0 0 0,1 11 0 0,-1 9 0 0,-2 6 0 0,-1 6 105 16,2 9-33-16,-2 4 178 0,4 5-110 0,-2 5-50 15,5-1 186-15,5-1-118 0,1-4-59 0,4-6-20 0,0 8 5 16,0-16-84-16,6 5 0 0,5-2 0 15,2-5 0-15,2-1 0 0,2-2 0 0,2-4 0 16,-1 1 0-16,2-5 0 0,0-2 0 0,-1-2-360 16,6-1 69-16,-7-8 146 0,8 0-598 0,-1-7 351 15,1-2 177-15,3 0 77 16,-1-8-449-16,-1-12 273 0</inkml:trace>
  <inkml:trace contextRef="#ctx0" brushRef="#br0" timeOffset="25277.1">10638 7161 1861 0,'5'-21'0'0,"-3"-1"0"0,-2-3 0 0,0 0 0 0,-2 2 0 0,-5-1 0 0,-2-3 0 0,2 0 0 0,-2 1 0 0,-3 3 0 0,5 4 80 0,-4 1 203 0,-3 5-127 16,3 4-58-16,-4 1 95 0,2 4-76 0,-2 4-39 0,-2 0 11 16,0 0 171-16,-3 16-110 0,2 2-55 15,1 4-28-15,-1 9 109 0,2 2-57 16,2 7-45-16,0 1-39 0,5 0-35 0,2 3 0 15,1-2 0-15,5-5 0 0,1 2 0 0,0-4 0 16,0-1 0-16,5-5 0 0,4-6 0 0,3-4 0 16,-1-1 0-16,2-6 0 0,0-1 0 0,-2-3 0 15,0-3 0-15,5-5 0 0,-5 0 0 0,4 0 0 16,-2-9 0-16,2-7 0 16,0-9 0-16,-1-2 0 0,0-2 0 0,-2-4 0 0,3-9 0 0,-4 2-103 15,-3 6 21-15,1 1 2 16,-5 1 20-16,-1 11 20 0,-1-1 0 15,0 8-1-15,-2 2 107 0,0 4-48 0,0 5-30 16,0 0 365-16,0 1-332 0,0 2-21 0,0 0 0 0,-2 13 0 16,-2 6 0-16,3 4 0 0,-1 0 0 0,2 5 0 15,0-4 0-15,0 6 0 0,0-2 0 0,5-3 0 16,2-7 0-16,5 5 0 0,-1-4 0 0,1 0 0 16,1-5 0-16,-2 1 0 0,2-1 0 15,-2-5 0-15,3 1 0 0,-1-5-128 0,-2-3-248 16,2-2 168-16,2 0-511 15,1 0 339-15,-2-10 160 0,2-9 95 0,-4-2-346 16,-1-6 215-16,-3-1 108 0,-2 0 54 0,-2 3-111 0,-3 3 87 16,1-1 40-16,-2 4 82 0,0 2 1 15,0 7-45-15,0-1-10 0,0 4 508 0,0 2-249 0,0 1-125 16,2 0 623-16,8 1-354 0,-3 2-65 16,6 1-130-16,-1 0 270 0,3 0-194 0,0 7-98 0,1 3-47 15,0 3 262-15,-1 2-239 16,2 6-112-16,-8-4 0 0,2 4 0 15,-3 3 0-15,-4-1 0 0,-2 3 0 0,-2 0 0 0,-2-1 0 16,-12-2 0-16,-2 0 0 0,-5-2 0 16,-4-2 0-16,0-2 0 0,0-2 0 0,-3-3 0 0,3-2 0 15,8-4 0-15,-1-2 0 0,8-3 0 16,0-1-86-16,5 0-362 0,5 0 205 0,0-1 87 0,13-14-322 16,15-9 219-16,2-7 110 0</inkml:trace>
  <inkml:trace contextRef="#ctx0" brushRef="#br0" timeOffset="25327.27">11125 7114 401 0</inkml:trace>
  <inkml:trace contextRef="#ctx0" brushRef="#br0" timeOffset="25453.31">11132 7095 3931 0,'-2'-4'0'16,"-7"2"0"-16,2 2 0 0,-4 0 0 0,1 0 0 0,1 0 0 0,2 12 0 0,0-2 0 0,4 6 0 0,-1 0 0 0,4 3 0 0,0 2 0 0,0 2 0 0,0-1 0 15,5-1 0-15,7 4 0 0,-3-8 0 0,5 3 0 0,-1-3 0 16,0-2 0-16,2-2 0 0,-2-2-70 0,1-3-283 15,0-1 180-15,0-3-33 0,0-4-228 16,4 0 196-16</inkml:trace>
  <inkml:trace contextRef="#ctx0" brushRef="#br0" timeOffset="25851.95">11645 7320 3107 0,'-3'-2'0'0,"-3"-2"0"0,3-2 0 0,-1 1 0 0,2 0 0 0,2 1 0 0,-3-2 0 0,3 3 0 0,0-1 0 0,0 2 0 0,0 1 150 0,0-2 33 16,0 3-71-16,0 0-36 0,3 0 0 0,-1 4 107 0,2 7-139 15,-3 0-44-15,1 5 0 0,-2 2 0 16,0 1 0-16,0 2 0 0,0-2 0 0,-7 3 0 15,-3-3 0-15,1 2 0 0,0-2 0 0,-3-3 0 16,1-1 0-16,2-1 0 0,-1-5-247 0,1 0 116 16,1-4 35-16,1 1-689 0</inkml:trace>
  <inkml:trace contextRef="#ctx0" brushRef="#br0" timeOffset="26435.3">12107 7020 2568 0,'0'-16'-3'0,"0"0"1"0,0-1 1 0,0-2 1 0,2-4 0 0,0 0 0 0,0 0 0 0,0-1 0 0,-2-1 0 0,0-2 0 0,0 8 118 0,0-5-45 0,0 3 12 0,-8 9 0 16,-4 2-45-16,-4 5 0 15,-4 5 121-15,-6 0-65 0,-6 17-28 0,0 10-1 16,2 5 17-16,-2 9-1 0,7-1-33 0,3 5-10 15,7 2 239-15,5-2-279 0,6 1 0 16,4-3 0-16,0-9 0 0,2 1 0 0,10-3 0 0,3-4 0 16,2-5 0-16,-1-6 0 0,2-2 0 0,2-7 0 15,-1-1 0-15,0-4 0 0,1-3 0 0,-1 0 0 16,6-13 0-16,-5-5 0 0,1-7 0 0,-2-3 0 16,1-4 0-16,-1-4 0 0,0-7-10 15,-4 4-119-15,-4 7 45 0,1-2-28 16,-7 12 35-16,0-1-9 0,-3 10 239 0,0 2-96 15,-2 3-49-15,0 4 0 0,0 4 264 0,0 0-272 16,-7 6 0-16,0 14 0 0,-1 2 0 0,4 5 0 16,0 3 0-16,4 2 0 0,0 0 0 0,0 3 0 15,0-7 0-15,2-1 0 0,4-8 0 0,3 1 0 16,2-3 0-16,1-5 0 0,-1-3 0 0,2-2 0 16,1-6 0-16,-2-1 0 0,2 0 0 15,-1-1 0-15,-1-13-223 0,2-1-48 16,-1-4 114-16,1 1-88 0,-4-2 107 0,0 2 49 15,-2 0 0-15,-3 6-35 0,1 1 42 0,-4 3-10 16,-1 2 362-16,1 4-155 0,-2 1-77 0,0-1-39 16,2 2 577-16,0 0-315 0,0 3-64 0,4 6-143 15,3 4-54-15,0-3 0 0,3 3 0 0,1 1 0 16,1-1 0-16,2-2 0 0,-2 2 0 0,4-4 0 16,-4 1 0-16,4-3 0 15,-1-3 0-15,-2 1-320 0,2-5 60 0,-2 0 132 16,2 0-887-16,-3-3 477 0,4-10 253 0,-4-6 123 15</inkml:trace>
  <inkml:trace contextRef="#ctx0" brushRef="#br0" timeOffset="26609.73">12733 6960 3045 0,'0'-14'0'0,"0"3"0"0,0 2 0 0,0 3 0 0,0 2 0 0,0 2 0 0,0 1 0 0,0 1 0 0,0 0 0 0,0 9 0 0,0 12 223 0,-10 4-82 0,0 14 381 0,-8 2-522 15,0 6 0-15,-8 14 0 0,1-4 0 16,-1-2 0-16,-6 13 0 0,-2-1 0 0,0 1 0 15,-3 2 0-15,-1 4 0 0,-3 1 0 0,0-4 0 16,3 1 0-16,4-9 0 0,10-13 0 0,-1-1 0 16,8-14 0-16,2-3-132 0,6-9-402 0,-1-4 247 15</inkml:trace>
  <inkml:trace contextRef="#ctx0" brushRef="#br0" timeOffset="26827.27">12917 7394 3931 0,'0'-4'0'0,"0"2"0"0,0 2 0 0,0 0 0 0,0 0 0 0,-2 0 0 0,0 0 0 0,-2 0 0 0,-1 6 0 0,-2 3 0 0,1 4 0 0,-4 2 0 0,-1 2 0 0,2 3 0 0,-3-2 0 16,0 4 0-16,1-3-175 0,2-3 69 0,6-3-861 15,-1-1 476-15,2-4 239 0,2-3 116 0,0-3-403 16</inkml:trace>
  <inkml:trace contextRef="#ctx0" brushRef="#br0" timeOffset="27168.76">13265 7089 3099 0,'-2'0'0'0,"0"0"0"0,0 0 0 0,0 4 0 0,-2 7 0 0,2 3 0 0,0 6 0 0,2 3 0 0,0 2 0 0,0 6 0 0,0-1 596 0,0 2-360 16,10-4-236-16,1-2 0 0,6-3 0 0,0-2 0 15,4-7 0-15,-1-2 0 0,6-3 0 0,-5-7 0 16,9-2 0-16,-5 0 0 0,-1-4 0 0,2-11 0 16,-1-3 0-16,-2-7 0 0,-3-1 0 15,1-2 0-15,-4-5 0 0,-3 1 0 16,0-8 0-16,-5-1 0 0,-1-3 0 0,-5-1 0 15,-1 2 0-15,-2 8 0 0,0-1 0 0,-7 5 0 16,-8 7 0-16,-4 3 0 0,-4 7 0 0,-3 4 0 16,-1 6 0-16,-5 2 0 0,3 2 0 0,1 2 0 15,2 9 0-15,5 3 0 0,-4 2 0 0,11-1 0 16,-2 4 0-16,3 0 0 0,4 2 0 0,1-1 0 16,2 3 0-16,3-1 0 0,3-1-202 0,0 1-185 15,0 1 175-15,0 0 78 16</inkml:trace>
  <inkml:trace contextRef="#ctx0" brushRef="#br0" timeOffset="27902.86">13956 6586 2327 0,'-9'-9'-3'0,"5"7"3"0,4 2 0 0,0 0 0 0,0 0 0 0,5 2 0 0,8 7 0 0,4 5 0 0,4 0 0 0,1 3 0 0,6 4 222 0,6 6-90 15,-2 0-45-15,-5 1 12 0,6 6 162 0,-6 0-109 16,-5 2-55-16,-5 1 80 0,-3 1-67 0,-11 0-23 15,-1 11 34-15,-2-4-59 0,-11 5-62 0,-8-2 0 16,-8-1 0-16,-1 2 0 0,-4-3 0 0,-1-3 0 16,-1-3 0-16,0-4 0 0,2-4 0 0,8-7 0 15,-3-1 0-15,7-8 0 0,3-2 0 0,6-5-206 16,1-4-79-16,6-2 104 16,4-3-569-16,0 0 353 0,12-1 176 0,18-16 88 15</inkml:trace>
  <inkml:trace contextRef="#ctx0" brushRef="#br0" timeOffset="28119.31">15109 6616 3509 0,'0'0'-4'0,"0"0"2"0,0 0 1 0,0 0 1 0,0 2 0 0,-10 9 0 0,1 2 0 0,-8 6 0 0,4 4 0 0,-4 4 0 0,-1 3 156 0,-3 8 117 0,1 0-273 16,-1 1 0-16,0 3 0 0,-4-1 0 0,3 3 0 15,-2 0 0-15,-3-1 0 0,3 3 0 0,-3-5 0 16,5-1 0-16,-1-7 0 0,-1 7 0 0,-1-7 0 16,7-7 0-16,-3 1 0 0,2-6-390 0,4-7 168 15,-2-1-230-15,4-3 206 0</inkml:trace>
  <inkml:trace contextRef="#ctx0" brushRef="#br0" timeOffset="28147.38">14566 7425 411 0,'-3'-13'-1'0,"-1"-13"1"0</inkml:trace>
  <inkml:trace contextRef="#ctx0" brushRef="#br0" timeOffset="28353.78">14600 6734 3178 0,'0'-5'0'16,"2"3"0"-16,-2 2 0 0,2 0 0 0,-1 0 0 0,5 0 0 0,4 0 0 0,8 0 0 0,5 11 0 0,7 0 0 0,5 8 700 0,-1 2-647 0,10 7-53 0,-1 2 0 16,1 2 0-16,0 3 0 0,1 3 0 15,0 0 0-15,0-1 0 0,-3-1 0 0,-5-3 0 16,-3-2 0-16,-7-6 0 0,-6-3 0 0,-1-1 0 15,-7-7 0-15,-6-2 0 0,1-3 0 0,-6-5 0 16,-2-3-129-16,0-1-129 0,-2 0-367 0,-9 0 289 16,1-5 146-16,1-8 72 0</inkml:trace>
  <inkml:trace contextRef="#ctx0" brushRef="#br0" timeOffset="28689.02">16099 6545 400 0,'-25'-17'0'0</inkml:trace>
  <inkml:trace contextRef="#ctx0" brushRef="#br0" timeOffset="28823.15">16011 6513 2706 0,'-21'0'0'0,"1"0"0"0,1 9 0 0,-1 7 0 0,2 3 0 0,-1 10 0 0,3 5 0 0,0 7 0 16,3 4 0-16,5 2 0 0,3 4 85 0,5-2 238 0,0-6-131 0,1 10-82 0,17-7 118 0,5-3-94 16,2-3-47-16,5-4-21 0,0-7-160 15,7 3 52-15,-4-5 41 0,-2-8-466 0,0-1 253 16,0-1 128-16,-8-5 72 0,5-2-373 0,-5-5 126 15,4-5 124-15,-3 0-40 0,0-8-466 0</inkml:trace>
  <inkml:trace contextRef="#ctx0" brushRef="#br0" timeOffset="29210.68">16450 6274 2463 0,'0'-9'0'0,"0"7"0"0,0 2 0 0,0 0 0 0,0 15 0 0,0 4 0 0,0 9 0 0,0 6 0 16,4 10 0-16,4 0 0 0,-3 5 114 0,3 5 217 0,-3-1-145 16,-1 1-73-16,-1-3-37 0,-1-2 69 0,0-8-43 0,-2 8-36 15,0-11 49-15,0-1-38 0,-2-2 1 0,-3-9-13 0,-3-2-65 16,3-7 0-16,1-8 0 0,1-2 0 16,-2-2 0-16,1-5 0 0,3 0 0 15,1-9 0-15,0-6 0 0,0-6 0 0,11 1 0 16,2 4 0-16,10-5 0 0,0 2 0 0,2 6 0 15,2 1 0-15,1 7 0 0,-5 2 0 0,5 2 0 16,-3 1 0-16,-7 1 0 0,5 15 0 0,-7 3 0 16,-4 0 0-16,-3 8 0 0,-4 1 0 0,-3-1 0 15,-2 2 0-15,0-1 0 0,-2-4 0 16,-10 4 0-16,-6-7 0 0,0-3 0 0,-3-3 0 16,-3-1 0-16,4-6 0 0,-9-2 0 15,5-2 0-15,1-4 0 0,0 0 0 0,1 0 0 16,1 0 0-16,4-4 0 0,1-7 0 0,5-1 0 15,2-4 0-15,6-2 0 0,3-2-171 0,0-3-358 16,15 1 245-16,7-2-833 0</inkml:trace>
  <inkml:trace contextRef="#ctx0" brushRef="#br0" timeOffset="29444.39">16916 6859 3650 0,'12'5'0'0,"-2"1"0"0,-1-3 0 0,3 3 0 0,-1-2 0 0,2 1 0 0,2 1 0 0,0 3 0 0,2 2 0 0,0 1 0 0,-2 3 204 0,4 1-127 16,-6 1-77-16,-2 0 0 0,-3 2 0 16,-3 2 0-16,-3-1 0 0,-2-3 0 0,0 1 0 15,-7 2 0-15,-10-2 0 0,-3-4 0 0,0-5 0 16,-6 1 0-16,-2-6 0 0,1-3 0 16,-2-1 0-16,0 0 0 0,6 0 0 0,0 0 0 15,6-6 0-15,4-4 0 0,6-2 0 0,5-1 0 16,2-6-512-16,7-1 85 0,20-6 193 0,3-3-641 15,3 3 418-15,-4-1 198 0</inkml:trace>
  <inkml:trace contextRef="#ctx0" brushRef="#br0" timeOffset="29605.44">17209 6797 2390 0,'16'-12'0'0,"-2"4"0"0,-5 3 0 0,-4 3 0 0,-1 0 0 0,-2 2 0 0,-2 0 0 0,0 0 0 0,-9 9 0 0,-1 6 0 0,-1 6 130 0,2 1 636 15,-1 3-363-15,5 3-182 0,1 2-200 0,4-5-21 16,0 9 0-16,0-8 0 0,6 0 0 0,7-2 0 15,2-1 0-15,0-6 0 0,7 1 0 0,-2-4 0 16,3-3 0-16,2-4 0 0,-4-3-20 0,1-2-30 16,0 1-26-16,7-3-981 0,-5 0 508 0</inkml:trace>
  <inkml:trace contextRef="#ctx0" brushRef="#br0" timeOffset="29789.56">17644 6990 3406 0,'2'0'0'0,"2"0"0"0,-3 0 0 0,1 0 0 0,0 0 0 16,0 0 0-16,0 4 0 0,2 2 0 0,0 3 0 0,3 0 0 0,-3 4 153 0,0 1 219 0,-1-2-372 15,-1 3 0-15,-2-2 0 0,0 3 0 0,0-3 0 0,-9 0 0 0,-2-2 0 16,-1 0 0-16,1-1 0 16,-4-2-102-16,2-3-133 0,-3-2 130 0,2-1 71 15,1 0-852-15,-1-2 423 0,5 0 211 0</inkml:trace>
  <inkml:trace contextRef="#ctx0" brushRef="#br0" timeOffset="30353.37">18067 6370 3041 0,'-10'-7'0'0,"5"3"0"0,1 2 0 0,2-2 0 0,0 1 0 0,0 2 0 0,2 1 0 0,0 0 0 0,0 0 0 0,4 0 0 0,7 10 302 0,5 9-136 16,-4 3-64-16,0 6 218 0,1 10-320 15,-8 2 0-15,-1-3 0 0,-2 13 0 0,-2-3 0 0,0 1 0 16,0-3 0-16,-6-3 0 0,1-4 0 0,-2 9 0 16,-1-13 0-16,0 4 0 0,-1-3 0 15,2-2 0-15,-2-8 0 0,2 1 0 0,2-9 0 16,1-7 0-16,0-2 0 0,3-3 0 0,-1-3 0 16,0-2 0-16,0-2 0 0,2-8 0 15,0-8 0-15,0 0 0 0,2-3 0 0,5-2 0 16,4 5 0-16,1-1 0 0,1 1 0 15,1 4 0-15,0 0 0 0,1 3 0 0,2 3 0 0,0 3 0 16,0 2 0-16,2 2 0 0,-3 1 0 0,3 0 0 16,1 6 0-16,-4 5 0 0,-1 2 0 0,0 2 0 15,-4 4 0-15,1-1 0 0,-7 1 0 0,1 0 0 16,-4 0 0-16,-2 0 0 0,0 1 0 0,-4 1 0 16,-9-2 0-16,-4-2 0 15,-4-1 0-15,1-1 0 0,-8-1 0 0,1-2 0 16,-3-1 0-16,2-4 0 0,5-3 0 0,1-2 0 15,3-2 0-15,3 0 0 0,6 0 0 0,4-4 0 16,4-9 0-16,2-4-668 0,4-8 153 16,17 3 238-16,1-4 120 0,4 1-798 0</inkml:trace>
  <inkml:trace contextRef="#ctx0" brushRef="#br0" timeOffset="30513.02">18399 6878 3500 0,'12'-3'0'16,"-1"3"0"-16,-4 0 0 0,1 0 0 0,-1 4 0 0,1 5 0 0,1 1 0 0,3-1 0 0,0 6 0 0,6-2 0 0,0 4 147 0,1-1-54 0,-2 1 98 0,0-1-191 0,2-1 0 0,-3 0 0 16,0-1 0-16,-2-2 0 0,0-1 0 15,-3-1 0-15,-2-3-97 0,1-1-24 0,-4-2-958 16,-1-3 467-16,1-1 299 16,-3 0 71-16</inkml:trace>
  <inkml:trace contextRef="#ctx0" brushRef="#br0" timeOffset="30747.23">18855 6743 3534 0,'4'-2'0'0,"1"1"0"0,-2 1 0 16,-1 0 0-16,-2 0 0 0,0 0 0 0,0 0 0 0,0 6 0 0,0 5 0 0,-5 4 0 0,-7 8 292 0,-1 3-187 0,-6 9-105 16,0-1 0-16,-9 12 0 0,-2 9 0 0,-3-1 0 0,-4 5 0 15,-2 5 0-15,-4 2 0 0,-3 1 0 0,2 0 0 16,-2-3 0-16,5-1 0 0,11-11 0 0,-4 3 0 15,6-4 0-15,4-7 0 0,7-9 0 0,2-4 0 16,6-10 0-16,1-2 0 0,2-8 0 0,0-1 0 16,5-5-6-16,1-3-424 0,0-2 186 0,0 0 108 15,0 0-667-15,0-6 383 0,0-9 191 0</inkml:trace>
  <inkml:trace contextRef="#ctx0" brushRef="#br0" timeOffset="30979.29">18944 7138 3931 0,'-6'-4'0'0,"6"4"0"0,0 0 0 0,-2 0 0 0,1 0 0 0,-1 0 0 0,2 6 0 0,-2 3 0 0,0 3 0 0,2 1 0 0,0 2 0 0,-2 3 0 0,1 1 0 0,-2 0 0 16,-1 0 0-16,-1 0 0 0,-3-3 0 0,1 2 0 15,-3-6 0-15,1 0 0 0,-2-2 0 0,3-5-314 16,-1 0-53-16,1-2 74 0,3-3-282 16,1 0 268-16,3 0 134 0</inkml:trace>
  <inkml:trace contextRef="#ctx0" brushRef="#br0" timeOffset="31312.22">19326 6854 3558 0,'-12'-7'0'0,"8"5"0"0,0 2 0 0,-1 0 0 0,-3 0 0 0,-1 0 0 0,1 8 0 0,1 7 0 0,1 2 0 0,2 7 0 0,4 6 133 0,0 3 107 0,0 2-240 16,0 3 0-16,10-2 0 0,6-6 0 0,4-1 0 16,2-2 0-16,4-8 0 0,0-3 0 0,4-5 0 15,-1-7 0-15,3-4 0 0,-4 0 0 0,4-8 0 16,-2-8 0-16,-2-9 0 0,-3-2 0 0,-2-3 0 15,-5 1 0-15,-3-5 0 0,-6-2 0 0,-1-2 0 16,-7-4 0-16,-1 1 0 0,-1 3 0 0,-14 0 0 16,-8 5 0-16,0 8 0 0,-12-1-36 0,-2 11 72 15,-4 5-36-15,-3 8 0 16,-3 2 0-16,5 2 0 0,-6 15 0 0,18-2 0 16,0 6 0-16,9-1 0 0,8-1 0 0,1 4 0 15,9 3 0-15,3-2-69 0,0 1-57 0,0-3 57 16,7 1-663-16,5-3 337 0,6 4 183 15,3-5-282-15</inkml:trace>
  <inkml:trace contextRef="#ctx0" brushRef="#br0" timeOffset="31540.25">19866 6567 3346 0,'2'-4'0'0,"7"2"0"0,5 2 0 0,0 0 0 0,5 0 0 16,2 9 0-16,1 3 0 0,3 6 0 0,-1 3 0 0,8 10 0 0,-5-1 585 0,-1 4-585 0,-6-1 0 0,-4 0 0 0,-4 2 0 0,-3 1 0 15,-7 1 0-15,-2 7 0 0,-5-6 0 0,-13-1 0 16,-11 7 0-16,-2-4 0 0,-7-2 0 16,-4-2 0-16,-2-5 0 0,-6-1 0 0,6-5 0 15,5-3 0-15,7-9-130 0,2-2-290 0</inkml:trace>
  <inkml:trace contextRef="#ctx0" brushRef="#br0" timeOffset="31560.3">19703 7313 369 0,'-7'-2'0'15</inkml:trace>
  <inkml:trace contextRef="#ctx0" brushRef="#br0" timeOffset="31960.79">20571 6011 2358 0,'0'-20'0'0,"0"8"0"0,0 8 0 0,0-1 0 0,0 0 0 0,0-1 0 0,0 4 0 0,0 0 0 0,0 2 0 0,0 0 0 0,1 0 501 0,5 2-236 0,-1 11-114 0,2 3 109 16,0 7-112-16,0 2-55 0,-1 3 62 0,-1 4-155 15,0 4 0-15,-2 6 0 0,-3 0 0 0,0 3 0 16,0 4 0-16,-1 6 0 0,-11 12 0 0,3 0 0 15,-2 7 0-15,-1-1 0 0,5-7 0 16,-3 16 0-16,4-6 0 0,4-5 0 0,2 0 0 16,0 3 0-16,0-9 0 0,2 10 0 0,3-11 0 0,2 0 0 15,0-2 0-15,-1-13 0 0,-3-2 0 16,1 7 0-16,-1-9 0 0,-2-1 0 16,1-7 0-16,-2 1 0 0,0-3 0 0,0-6 0 15,0-7 0-15,0-1 0 0,0-4 0 16,-2-6 0-16,-2-3 0 0,2-3 0 0,0-1 0 0,-1-4 0 15,-1 0 0-15,0 0-14 0,-1 0-129 0,-1 0 57 16,0-3-742-16,1-5 395 0</inkml:trace>
  <inkml:trace contextRef="#ctx0" brushRef="#br0" timeOffset="33437.82">1563 9835 3448 0,'0'0'0'0,"0"0"0"0,0 0 0 0,4 0 6 0,11 0 2 0,7 0 3 0,6 0-1 0,2 0-2 0,1 0 0 0,6-6-3 0,-3-1 218 0,-1 1-89 16,-1 1-64-16,-2-3-70 0,-7 4 0 0,2 0 0 16,-4 1 0-16,-2-1 0 0,-1 2 0 0,-3 0 0 15,-2 2 0-15,-1 0 0 0,-2 0 0 0,0 0 0 16,0 0-197-16,0 0-178 0,0 0 198 0,3 0 10 15</inkml:trace>
  <inkml:trace contextRef="#ctx0" brushRef="#br0" timeOffset="33658.75">1713 10222 3931 0,'-28'2'0'0,"12"7"0"0,4 1 0 0,2-7 0 0,7-1 0 0,1-2 0 0,2 2 0 0,0-2 0 0,3 0 0 0,19 0 0 0,4 0 0 0,11-6 0 16,-3-3 0-16,10-2 0 0,-10 1 0 0,4 1 0 16,-3-2 0-16,-2 5 0 0,-1 0 0 15,-2 0 0-15,-2 3 0 0,-1 1 0 0,-7 0 0 0,0 0 0 16,-2 2 0-16,-2 0 0 0,-4 0 0 16,-3 4 0-16,1 6 0 0,-2 1-430 0,-1 4-238 15,0 3 317-15</inkml:trace>
  <inkml:trace contextRef="#ctx0" brushRef="#br0" timeOffset="38159.65">2025 9525 2291 0,'-5'-6'-5'0,"0"2"-1"0,2-1 0 0,-2 0 2 0,1 0 1 0,3 2 1 0,-1-1 1 0,0 1 0 0,-1 2 1 0,3-1 0 0,0 2 165 0,10 0 91 15,5 0-106-15,5 0-41 0,5 0-12 16,0 3 274-16,3 6-163 0,0 2-81 0,2 0 58 0,0 2-185 15,-2 1 0-15,0 1 0 0,-2 0 0 16,-3 0 0-16,-4-2 0 16,-2 2 0-16,-6-2 0 0,-1 2 0 0,-8 0 0 0,-2 2 0 15,-2 0 0-15,-19 5 0 0,-4-3 0 0,-9 5 0 16,1-1 0-16,-2 3 0 0,0-3 0 0,-5 7-68 16,2 0-125-16,6 0 81 0,2 3-768 0,5 3 416 15,5 0 198-15</inkml:trace>
  <inkml:trace contextRef="#ctx0" brushRef="#br0" timeOffset="38695.18">2155 10436 1108 0,'0'-11'0'0,"0"1"0"0,2-4 0 0,3 2 0 0,0-1 0 0,1-2 0 0,-1 0 0 0,-2-1 0 0,1 4 0 0,-2 0 0 0,-1-4 80 16,-1 6-1-16,0-2 108 0,0 2-72 0,-5 2-36 15,-5-2 90-15,-5 3-69 0,2-1-28 0,-4 2 0 16,-2 1 227-16,0-1-127 0,-4 3-54 16,-4 1-43-16,1 0 219 0,0 2-126 0,1 0-62 0,-5 9 144 15,4 6-93-15,-1 4-62 0,-3 4 0 16,0 7-54-16,7 1-41 0,-5 2 0 0,11 0 0 0,-1 3 0 15,4 1 0-15,7 0 0 0,1-4 0 16,6-1 0-16,0-5 0 16,0 2 0-16,10-5 0 0,2-5 0 0,6-1 0 0,-3-3 0 15,6-4 0-15,4-5 0 0,0-5 0 0,1-1 0 16,2-1 0-16,0-18 0 0,2-6 0 16,0-8 0-16,-3-5 0 0,-4-2 0 0,-1-3 0 0,-6 8 0 15,-2-12 0-15,-3 13-2 0,-6-2-71 0,-3 8 1 16,0 6 29-16,-2 4 181 0,0 3-86 0,0 5-52 15,-4 5 0-15,1 3 0 0,-4 2 0 16,-1 0 0-16,3 12 0 0,2 11 0 0,1 2 0 16,2 2 0-16,0 4 0 0,3 0 0 15,12 4 0-15,-1-1 0 0,4 0 0 0,4-2 0 16,-1-4 0-16,2-1 0 0,4-6 0 0,-1-3 0 16,0-6 0-16,1 1 0 0,-1-8 0 0,-6-3 0 15,10-2 0-15,-13 0 0 0,9 0 0 0,-2-11 0 16,-1-4-457-16,1-8-47 0,6-9 235 15,0-3 114-15,9-14-733 0</inkml:trace>
  <inkml:trace contextRef="#ctx0" brushRef="#br0" timeOffset="38895.25">2976 9943 3931 0,'0'-3'0'0,"0"1"0"0,0 0 0 0,0 2 0 0,-10 0 0 0,2 7 0 0,-4 5 0 0,2 3 0 0,0 7 0 0,-2 3 0 0,-2 4 0 0,-2 7 0 15,2-3 0-15,-2 8 0 0,2-9 0 0,2 5 0 0,-1-1 0 16,-1 0 0-16,-2-3 0 0,4 1 0 0,-3-4 0 16,0-2 0-16,-5-1 0 0,5-3 0 15,-2-7 0-15,2 1 0 0,-1-6-240 0,6-6-660 0,1-3 428 16,-2-3 215-16,1 0 96 0,5-14-229 0,3-14 174 16,0-11 87-16</inkml:trace>
  <inkml:trace contextRef="#ctx0" brushRef="#br0" timeOffset="39069.93">2585 10028 3586 0,'0'-30'0'0,"0"4"0"0,-2 7 0 0,2 2 0 0,0 6 0 0,0 4 0 0,0 2 0 0,0 4 0 0,7 1 0 0,12 0 0 0,2 13 151 0,2 7 43 15,7 7-194-15,-4 5 0 0,3 4 0 0,-1 3 0 0,-1 2 0 16,-1 2 0-16,-2 1 0 0,-1-1 0 16,2-4 0-16,0-3 0 0,-5-6 0 0,3 0 0 0,-3-2 0 15,-1-3 0-15,-6-6 0 0,4-1 0 16,-2-6 0-16,-2-3-325 0,3-5-300 0,-2-4 291 15,2 0 142-15,0-14-364 0</inkml:trace>
  <inkml:trace contextRef="#ctx0" brushRef="#br0" timeOffset="39291.9">3229 9784 3931 0,'-5'-2'0'0,"2"1"0"0,-3-1 0 0,4-1 0 0,2 2 0 0,0-1 0 0,6-2 0 0,11 0 0 0,15 2 0 0,6-1 0 0,5-1 0 0,1-2 0 0,5 2 0 16,2 3 0-16,0 1 0 0,1 0 0 0,-2 0 0 0,-2 0 0 16,-4 0 0-16,-3 0 0 15,-3 0 0-15,-1 0 0 0,-5 0 0 0,-9 0 0 16,0 0 0-16,-4 0 0 0,-8 0 0 0,-4-2 0 16,-1 2 0-16,-5-3 0 0,2 2 0 0,-3-3-5 0,0-3-528 15,-3-6 244-15,-4-1-857 0</inkml:trace>
  <inkml:trace contextRef="#ctx0" brushRef="#br0" timeOffset="39502.18">3824 9437 3619 0,'0'-5'0'0,"5"2"0"0,-1-2 0 0,5-1 0 0,3 0 0 0,1-1 0 0,1 1 0 0,5 2 0 0,5 2 0 0,1 1 0 0,0 1 312 0,-5 0-312 0,6 3 0 15,-4 9 0-15,0 0 0 0,-4 6 0 0,0 1 0 0,-3-3 0 16,-3 9 0-16,-7-1 0 0,-1 3 0 15,-4 1 0-15,0 2 0 0,-11 1 0 0,-5 0 0 16,-5-4 0-16,-5 2-217 16,-7 3-78-16,1-2 134 0,-7-2-608 0,-3-2 369 15,1 1 178-15,-2-4-185 0,3 0 182 0,7-7 92 16,6-5 34-16,1-6-349 0</inkml:trace>
  <inkml:trace contextRef="#ctx0" brushRef="#br0" timeOffset="39877.07">3659 9943 2333 0,'0'-7'-1'0,"0"2"0"0,0 0 1 0,0 4 0 0,0-1 0 0,0 0 0 0,0 2 0 0,0 0 0 0,0 0 0 0,0 10 0 0,0 4 177 16,0 5-57-16,0 7 253 0,0 1-165 0,0 5-84 0,0 1-41 16,0 2 380-16,0 0-411 0,0 2-52 0,0-1 0 15,2-4 0-15,1 1 0 0,-1 0 0 16,-2-7 0-16,0 4 0 0,0-8 0 0,0-1 0 16,-7-3 0-16,0-6 0 0,1-2 0 0,-3-5 0 15,1-1 0-15,-1-4 0 0,1 0 0 0,2 0 0 16,-3 0 0-16,6-5 0 0,1-7 0 0,2 0 0 15,0-2 0-15,2 1 0 0,10-1 0 0,6 2 0 16,4 1 0-16,3 3 0 16,1 4 0-16,1 2 0 0,-2 2 0 0,6 0 0 15,-2 10 0-15,-5 6 0 0,-1 5 0 0,0 4 0 16,-4 2 0-16,-3 2 0 0,-4 2 0 0,-4-1 0 16,-5 3 0-16,-3-7 0 0,0 10 0 0,-3-6 0 15,-10-4 0-15,-4-5 0 0,-3-4 0 0,-2-4 0 16,-7 0 0-16,3-5 0 0,-4-3 0 0,2-5 0 15,0 0 0-15,6 0 0 0,-5-7 0 16,9-9 0-16,1 0 0 0,6-7 0 16,5 5 0-16,4-5 0 0,2 2 0 0,0 1 0 0,11-3 0 15,10 6 0-15,5 0-504 0,4 4 186 16,3 2 144-16</inkml:trace>
  <inkml:trace contextRef="#ctx0" brushRef="#br0" timeOffset="40134.65">4529 10118 3931 0,'-2'-3'0'0,"2"1"0"0,0 0 0 0,0-1 0 0,2 2 0 0,8 1 0 0,3 0 0 0,4 0 0 0,-3 0 0 0,5 0 0 0,3 0 0 0,-1 1 0 16,6 6 0-16,-4 1 0 0,2-3 0 0,2 0 0 0,1 2 0 16,-5-1 0-16,9 2 0 0,-4-4 0 0,0-1 0 15,2-1 0-15,-2 0 0 16,-2-2 0-16,4 0-116 0,-7 0-77 0,-3 4-1142 0</inkml:trace>
  <inkml:trace contextRef="#ctx0" brushRef="#br0" timeOffset="40283.18">4623 10538 3931 0,'-1'-1'0'0,"1"-1"0"0,0 0 0 0,0-2 0 0,6 1 0 0,11-3 0 0,2 3 0 0,4-6 0 0,3 5 0 0,4 0 0 0,5 3 0 0,4-2 0 0,-1 1 0 0,-3 0 0 16,-2 2 0-16,4 0 0 0,-4 0 0 0,1 9 0 15,-3 10-88-15</inkml:trace>
  <inkml:trace contextRef="#ctx0" brushRef="#br0" timeOffset="41886.3">6454 9497 2119 0,'-10'-10'0'0,"7"8"0"0,-1 0 0 0,1-3 0 0,-1 1 0 0,-2 2 0 0,2-2 0 0,0 1 0 0,0 1 0 0,1 1 0 0,0-1 209 0,-1 2-84 0,-2 0-31 0,1 0-11 15,-4 0 127-15,0 11-85 0,2 5-41 0,-7 7-1 16,3 1 100-16,-2 5-75 0,1 2-34 15,-2 4 158-15,1-2-95 0,3 3-72 16,0-1-65-16,-2 3 0 0,1 3 0 0,-1 3 0 16,1 1 0-16,0 5 0 0,-1 5 0 0,1 10 0 15,2-1 0-15,2 4 0 0,0 3 0 0,2 2 0 16,3 5 0-16,2-2 0 0,0 5 0 0,2 0 0 16,7-2 0-16,5-2 0 15,2-2 0-15,3-2 0 0,1-1 0 0,-1-3 0 0,4 3 0 0,0 2 0 16,-1-2 0-16,-1 1 0 15,1-5 0-15,-3-1 0 0,2-3 0 0,-1 0 0 16,-6-6 0-16,5 9 0 0,-7-7 0 0,3-9 0 16,-1 0 0-16,-2-9 0 0,2-3 0 0,-1-2 0 15,2-6 0-15,0-5 0 0,2-4 0 0,1-3-225 16,2 2-40-16,2-5 112 0,1 2-959 0</inkml:trace>
  <inkml:trace contextRef="#ctx0" brushRef="#br0" timeOffset="42611.75">12115 9329 2583 0,'0'-5'0'0,"0"0"0"0,0 3 0 0,0-2 0 0,0 2 0 0,1 1 0 0,4 1 0 0,2 0 0 0,2 0 0 0,5 7 0 0,-1 5 171 0,4 7-64 0,0 4-34 15,0 3 199-15,3 9-105 0,3 4-67 16,0 3-30-16,-2 2 127 0,4 3-78 0,-2 2-47 16,1 4-72-16,1 8 0 0,-5 0 0 0,1 1 0 15,-2 9 0-15,-4 2 0 0,0 4 0 0,-4 0 0 16,-2 3 0-16,-1-2 0 0,-4 2 0 16,-2 1 0-16,-2 5 0 0,0 10 0 0,-6-9 0 0,-5-14 0 15,-4 9 0-15,-4 1 0 0,-2 0 0 0,-5 7 0 16,0-9 0-16,1-12 0 0,-3 4 0 0,0-2 0 15,0-13 0-15,-4 8 0 16,5-17 0-16,-1 2 0 0,0-6 0 0,1-5 0 16,6-10 0-16,0-3 0 0,0-3 0 0,6-8-620 15,0-2 136-15</inkml:trace>
  <inkml:trace contextRef="#ctx0" brushRef="#br0" timeOffset="43278.55">6952 8879 3049 0,'-4'0'4'0,"0"0"1"0,2 0-1 0,2 0 1 0,0 2-1 15,2 2 0-15,11-1 0 0,10-1-1 0,4-2 0 0,2 0-1 0,4 0 223 0,6 0-83 0,7 0 84 0,2-5-94 0,-4-5-46 16,2-1-53-16,-3 1-33 0,-8 3 0 0,5 0 0 16,-4-1 0-16,-4 1 0 0,-5 1 0 0,-6 0 0 15,0 4 0-15,-2-2-69 0,-3 3 29 0,-5-1 40 16,-2 2-697-16,-2-2 339 0,-1 2 95 16,-3 0-475-16,-1 0 349 0,1 0 175 15,-1-2-157-15</inkml:trace>
  <inkml:trace contextRef="#ctx0" brushRef="#br0" timeOffset="43490.71">7547 8529 2399 0,'-4'0'0'0,"4"0"0"0,0 3 0 0,0-3 0 0,0 0 0 0,2 0 0 16,10 0 0-16,5 0 0 0,2 0 0 0,3 0 0 0,-2 5 267 0,3 1-114 0,1 5-57 0,-5-2 231 0,2 5-143 15,-3-1-63-15,0 4 66 0,-6 1-74 0,0 3-36 16,-6 4-96-16,-4-1 29 15,-2 5 6-15,-2 1-16 0,-12 5 0 0,-4 2 0 16,-3-1 0-16,0 2 0 0,2-6-261 0,-9 7 63 16,4-3 112-16,-1-1-727 0,2 0 387 0,-4 3 193 15,2-6 86-15,-6 11-471 0</inkml:trace>
  <inkml:trace contextRef="#ctx0" brushRef="#br0" timeOffset="43693.1">7329 9375 2376 0,'4'1'0'0,"0"4"0"0,-1 2 0 0,-1 4 0 0,-2 3 0 0,0 6 0 0,0 4 0 0,0 4 0 0,0 5 0 15,0 6 0-15,0 0 167 0,0-3-54 0,0 1 328 0,0 4-201 0,2-6-100 0,6-4-27 16,2-2-37-16,0-6 10 0,7-1-46 0,-2-7-206 16,4-2 103-16,0-6 51 0,-1-3-376 0,3-4 224 15,-1 0 96-15,-2-2 55 0,3-11-618 16,-3-5 307-16,-1-3 95 0,-2-6 84 0,0 0-393 0,-7-6 249 15</inkml:trace>
  <inkml:trace contextRef="#ctx0" brushRef="#br0" timeOffset="43828.36">7492 9125 2882 0,'-9'-11'0'0,"2"3"0"16,2 2 0-16,0 5 0 0,1-1 0 0,2 2 0 0,1 0 0 0,1 0 0 0,0 0 0 0,0 5 0 0,0 7 89 0,3 1-1 0,6 3-188 0,0 1 79 15,5 4 26-15,2-2-1 0,2 2-602 0,3-3 319 16,2 1 159-16</inkml:trace>
  <inkml:trace contextRef="#ctx0" brushRef="#br0" timeOffset="44067.85">8659 8763 3728 0,'-11'-14'0'0,"11"12"0"0,0 2 0 0,0-2 0 16,0 1 0-16,0-1 0 0,7 0 0 0,12-1 0 0,8 0 0 0,0 0 0 0,11 1 203 0,0 0-203 0,8 0 0 0,-4 1 0 0,1-2 0 16,1 3 0-16,-3-1 0 0,-7 1 0 0,3-2 0 15,-3-1-83-15,-4 2 18 0,0-3-682 0,-4 0 303 16,-1-3 219-16,1-3-5 15,-8-1-243-15,-2-4 216 0</inkml:trace>
  <inkml:trace contextRef="#ctx0" brushRef="#br0" timeOffset="44237.95">9179 8466 3202 0,'-9'-4'0'0,"4"3"0"0,0-2 0 0,1 2 0 0,4-2 0 0,-1 3 0 0,1 0 0 0,0-1 0 0,8 1 0 0,10 0 0 0,7 0 142 0,-1 0 362 0,3 8-421 16,-2 1-83-16,-2 0 0 0,2 2 0 0,-3 0 0 15,-5 5 0-15,-3-1 0 0,-7 1 0 16,-4 5 0-16,-3 3 0 0,0 3 0 0,-14 1-16 16,-11 7-99-16,-1-3-403 0,-6 4 161 0,-4 2 171 15,-4 1-7-15</inkml:trace>
  <inkml:trace contextRef="#ctx0" brushRef="#br0" timeOffset="44502.89">9004 9082 3332 0,'9'10'0'0,"0"3"0"0,0-4 0 0,-2-2 0 0,-1 3 0 0,2-1 0 0,-1 2 0 0,-2 2 0 0,5 2 0 0,-4 4 0 0,0 1 459 0,1 7-319 0,-2-1-140 15,2 3 0-15,-4 3 0 0,5-1 0 0,-3 5 0 16,2 0 0-16,1 1 0 16,2 6 0-16,-3-9 0 0,0 2 0 0,2 1 0 0,-4-1 0 0,-2-2 0 15,-1 0 0-15,0-2 0 0,-2-4 0 16,0-2 0-16,-5 2 0 0,-6-5 0 15,-1-4 0-15,-1 0 0 0,-4-2 0 0,0-4 0 16,-2-2 0-16,-5 0 0 0,-1-3 0 0,0-1 0 16,-6-3 0-16,1 2 0 0,0-5 0 0,-2-1 0 15,4 0 0-15,2 0 0 0,1-12-334 0,6-17-162 16,4-14 233-16</inkml:trace>
  <inkml:trace contextRef="#ctx0" brushRef="#br0" timeOffset="44638.21">8992 8979 3333 0,'7'-3'0'0,"0"2"0"0,0-3 0 0,-2 0 0 0,-1 2 0 0,1 0 0 0,2 0 0 0,2 1 0 0,0 1 0 0,3 0 0 0,2 0 106 0,-1 3-22 16,8 10-840-16,-3 6 399 0,5 4 198 0</inkml:trace>
  <inkml:trace contextRef="#ctx0" brushRef="#br0" timeOffset="45054.02">10700 8700 2779 0,'-25'0'0'0,"7"0"0"0,9 0 0 0,6 0 0 0,1 0 0 0,2 0 0 0,0 0 0 0,2 0 0 0,10 0 0 0,15 0 0 0,7 0 206 0,8 0 312 0,8 0-238 0,-1 0-132 15,3-1-148-15,-1-5 0 0,0 2 0 0,-1 0 0 16,-3 1 0-16,-4 1-5 0,-5 0-7 0,-5 0 26 16,-6 0-676-16,-3 2 347 0,-10 0 178 15,-3 0 90-15,-7 0-877 0,-3-2 441 0,-1-3 211 16,-9-4-202-16</inkml:trace>
  <inkml:trace contextRef="#ctx0" brushRef="#br0" timeOffset="45209.25">11114 8507 1844 0,'-5'-13'0'0,"5"6"0"0,0-3 0 0,1 3 0 0,16-1 0 0,7 0 0 0,3 3 0 0,5 2 0 0,1 0 0 0,1 3 0 0,2 0 121 0,-3 0-40 0,-1 6 278 16,-7 6-148-16,5-1-90 0,-13 4 95 0,0 1-86 15,-4 3-45-15,-7 4 11 16,-4 4-139-16,-2 2 42 0,-4 3 0 0,-17 6 43 15,-2-5-487-15,3-3 254 0,-10 6 111 0,7-8-709 16,-7 0 387-16,-3 3 114 0</inkml:trace>
  <inkml:trace contextRef="#ctx0" brushRef="#br0" timeOffset="45638.35">11005 8895 2691 0,'3'0'0'0,"2"0"0"0,0 0 0 0,-1 2 0 0,1 8 0 0,1 3 0 0,-2 6 0 0,2 5 0 0,-1 5 0 0,1 3 0 0,-1 7 205 0,-1-3-72 0,-2 10 445 0,0-3-268 16,-2 1-296-16,0 2-14 0,0-5 0 0,-2-2 0 16,-4 2 0-16,1-1 0 0,-1-7 0 0,-2 0 0 15,3-13 0-15,-3 0 0 0,1-4 0 0,2-9 0 16,-4-1 0-16,2-4 0 0,-2-2 0 0,2 0 0 16,0-8 0-16,2-9 0 0,5-6 0 0,0-2 0 15,0-4-18-15,10-1-45 16,8-2 2-16,3 2-10 0,9-4 67 0,0 8-17 15,2 1 39-15,-2 9-12 0,2 1-14 16,0 3-7-16,-4 8 78 0,-8 1-37 0,3 3-12 0,-5 0-31 16,-4 0-10-16,-2 10 13 0,-5 1 4 0,-3 2-3 15,-2 1 99-15,-2 2-47 0,0-1-6 0,-6-1 24 16,-6 0-57-16,-2-2 0 0,-2-3 0 0,0-2 0 16,-1-1 0-16,0-4 0 0,0-2 0 0,4 0 0 15,4 0 0-15,-1 0 0 0,3 0 0 16,3-2 0-16,0-1 0 0,4 2 0 15,0 1 0-15,0 0 0 0,0 0 0 0,11 1 0 16,7 13 0-16,0-1 0 0,5 4 0 0,1 1 0 16,1 0 0-16,0 2 0 0,4 1 0 0,-3 1 0 15,4-5 0-15,0 2 0 0,0 0 0 0,0-2 0 16,0 0 0-16,2-2 0 0,-2 2-513 0</inkml:trace>
  <inkml:trace contextRef="#ctx0" brushRef="#br0" timeOffset="46878.41">7531 10556 2221 0,'-3'-13'0'0,"1"-1"0"0,2-2 0 0,-2-1 0 0,2-1 0 0,0-3 0 0,0 0 0 0,0 0 0 0,0 0 0 0,0 1 0 0,0-1 84 0,0 2-42 0,-2 0 0 16,-5 3 33-16,0 0-33 0,-1 3 0 0,-7 4 11 15,2 0 37-15,-4 5 0 0,2 2-48 0,-5 0 118 16,-3 2-59-16,6 2-18 0,-6 15-12 0,3 1 68 16,3 6-48-16,2 3-1 0,2 12 38 0,7-3-32 15,2 11-12-15,4 0-41 16,0 1-21-16,0 0-22 0,6-1 0 0,3-5 0 15,6 4 0-15,-3-11 0 0,2 0 0 0,0-6 0 16,1-2 0-16,-2-9 0 0,-1-2 0 0,-2-3 0 16,0-6 0-16,-2-2 0 0,-1-4 0 0,0-1 0 15,1 0 0-15,2-11 0 0,-2-11 0 0,4-5 0 16,-1-5 0-16,2-1 0 0,1-11 0 0,-2 13 0 16,-1-6 0-16,-2 8 0 0,-4 8 0 0,1 2 0 15,-2 10 0-15,-3 2 0 0,1 1 0 16,1 4 0-16,-3 2 0 0,2 2 0 15,-1 13 0-15,1 8 0 16,0 1 0-16,3 2 0 0,-1-1 0 0,4 6 0 0,1-3 0 0,0-1 0 16,-2-6 0-16,4-1 0 0,-2-1 0 0,0-2 0 15,0-7 0-15,1-1 0 0,-3-2 0 0,1-3 0 16,-3-3 0-16,2 2 0 0,-4-3 0 0,2 0 0 16,-3 0 0-16,2-3 0 0,0-3 0 0,-1-6 0 15,3 2 0-15,2-1 0 16,0-1 0-16,-1-3 0 0,4 5 0 0,-3-1 0 15,5 1 0-15,0 3 0 0,0-1 0 0,6 4 0 16,-3 2 0-16,2 1 0 0,1 1 0 0,-3 0 0 16,2 3 0-16,-4 7 0 0,2 1 0 0,-5 2 0 15,-2 2 0-15,-4 1 0 0,2 0 0 0,-5-2 0 16,-2 2 0-16,0-1 0 0,0-2 0 0,-7 0 0 16,-4-3 0-16,-2 1 0 0,-1-3 0 0,-2-3 0 15,-1 1 0-15,3-3 0 0,-4-1 0 0,6 0 0 16,1-2 0-16,2 0 0 15,2 0-194-15,2-4-194 0,5-8 173 0,0-9-632 16,10-2 393-16,10-1 211 0,3-1 100 0,3 3-254 16,1-2 178-16,1-1 88 0,-1 4-228 0,-3 0 167 15,0 3 97-15,-8 4 41 0,0 0 150 0,-4 3-90 16,-7 1-10-16,1 2-39 0,-4 5 522 0,-1-1-260 16,-1 1-131-16,0 1 867 0,0 2-462 15,-9 0-175-15,-2 0-138 0,-1 5 564 16,-2 10-351-16,2 4-386 0,2 0-7 0,-2 7 0 15,7 0 0-15,2 0 0 0,3 1 0 0,0-7 0 16,3 11 0-16,11-9 0 0,7 0 0 0,3-1 0 16,4-2 0-16,4-2 0 0,3-4 0 15,8 0 0-15,-3-3 0 0,1-3-315 0,2 1-338 0,-4-2 271 16</inkml:trace>
  <inkml:trace contextRef="#ctx0" brushRef="#br0" timeOffset="48028.01">9282 10607 1660 0,'5'-14'0'0,"-1"7"0"0,5-4 0 0,-4-2 0 0,2-5 0 0,0 2 0 0,-2-4 0 0,1-1 0 0,-5 1 0 0,3-1 0 0,-2-3 96 0,-2 3 88 0,0-1-72 0,0 1-35 15,-9 3 82-15,-2-1-59 0,-3 4-19 0,2 2-10 16,-8 3 92-16,3 2-60 0,-5 7-31 0,-2 1 0 16,-1 0 79-16,-2 15-60 0,-3 11 0 0,2 5-8 15,4 4 1 1,0 5-32-16,3 5-10 0,6 2 51 0,5 2 1 0,7-1-53 15,3-3 115-15,0-7-153 0,1-1-3 0,11-2 0 16,5-6 0-16,2-6 0 0,-1-2 0 0,0-8 0 16,4-4 0-16,-2-3 0 0,1-6 0 0,0 0 0 15,4-2 0-15,-4-15 0 0,-1-5 0 0,1-7 0 16,-2 0 0-16,-3-6 0 0,-1 0 0 0,0-1 0 16,-4 3 0-16,-2 1-38 0,-2 9 35 15,-4 2-9-15,1 10-12 0,-1 1 6 16,-2 5 113-16,-1 3-95 0,0 1 0 0,2 1 0 15,-1 5 0-15,3 11 0 0,1 5 0 0,6 2 0 16,-2 1 0-16,2 1 0 0,2 1 0 0,0-6 0 16,4 5 0-16,-4-8 0 0,4 0 0 0,0-4 0 15,2-1 0-15,-3-5 0 0,3-2 0 0,-1-1 0 16,-2-4 0-16,0 0-751 0,0 0 205 0,0 0 242 16,-2-9 137-16,-3-7-516 0,1-4 321 15,-3-2 160-15,-4-1-76 0,-1 3 108 0,-1 1 69 16,-1 0 30-16,-2 2-27 15,0 7 29-15,0 1-1 0,0 3 18 0,0 1 536 16,0 3-280-16,0 2 547 0,0 0-387 0,0 0-200 16,3 0 30-16,6 7 395 0,2 3-274 0,3 1-137 15,1 3-68-15,0 1 13 0,2-1-30 0,5 7-10 16,-2-6-42-16,1 0-679 0,4-2 340 0,-2-2 170 16,1-5 95-16,5-1-399 0,-4-2 230 15</inkml:trace>
  <inkml:trace contextRef="#ctx0" brushRef="#br0" timeOffset="48254.94">10171 10340 3625 0,'-4'-8'0'0,"1"5"0"0,-1 2 0 0,0-2 0 16,2 3 0-16,-1 0 0 0,1 0 0 0,-3 3 0 0,0 9 0 0,-2 14 0 0,-2 4 306 0,-7 12-306 0,0 5 0 15,-7 14 0-15,-4 3 0 0,-1 6 0 0,-2 1 0 16,0 3 0-16,-2-3 0 0,0-3 0 15,2-1 0-15,4-11 0 0,-4 12 0 0,11-18 0 0,-2 3 0 16,7-6 0-16,2-11 0 0,3-1 0 0,0-4 0 16,1-9 0-16,2-2 0 0,-1-2-214 0,1-4-235 15,1-2 193-15,0-1 112 16,3-1-578-16,1-3 339 0,1-2 171 0</inkml:trace>
  <inkml:trace contextRef="#ctx0" brushRef="#br0" timeOffset="48688.46">11523 10203 2821 0,'-9'0'0'0,"2"0"0"0,5 0 0 0,-3 0 0 0,0 4 0 0,1 3 0 0,-3 4 0 0,3 3 0 0,-1 4 0 0,0 3 0 0,4 1 115 0,1 8 392 0,0 1-233 15,0 1-118-15,0 0-98 0,4-3-58 0,5-1 0 0,6-2 0 0,0-3 0 16,4-2 0-16,-2-6 0 0,7-2 0 16,-2-3 0-16,3-4 0 15,1-6 0-15,1 0 0 0,1-3 0 0,2-8 0 0,-2-6 0 16,2-2 0-16,-1-4 0 0,-1-1 0 0,-3-6 0 15,-2 3 0-15,-2-4 0 0,-4-1 0 0,-6-1 0 16,-3-1 0-16,-6 0 0 0,-2-4 0 0,-2 5 0 16,-16-1 0-16,-3 4 0 0,-6 5 0 0,-3 3 0 15,-2 5 0-15,-2 7 0 0,3 4 0 0,1 5 0 16,1 1 0-16,8 0 0 0,0 0 0 0,5 7 0 16,5 3 0-16,1-1 0 0,6 6 0 15,1 2 0-15,3 2 0 0,0 5 0 16,0-1 0-16,1 5 0 0,7 1-583 0,-2 6-29 15,0 8 291-15</inkml:trace>
  <inkml:trace contextRef="#ctx0" brushRef="#br0" timeOffset="49430.24">7432 11481 2118 0,'-2'-5'0'0,"2"2"0"0,0 2 0 0,-1 1 0 0,-1 0 0 0,2 8 0 0,0 13 0 0,0 4 0 0,0 6 0 0,0 10 0 0,0 1 141 0,0 1-50 16,5 0 91-16,4 2-70 0,0-9-25 0,0 3-11 15,2-3-16-15,-5-4-19 0,1-4 0 0,-3-6 0 16,1-1 37-16,-3-4-10 0,0-5-27 0,-2-3 0 16,0-3 41-16,0-3 1 0,0-1-32 0,0-2 180 15,0 0-95-15,0 0-48 0,0 0-46 0,0 0-42 16,0 0 0-16,0 0 0 0,4 0 0 16,6 0 0-16,4-2 0 0,7 0 0 15,2 2 0-15,5 0 0 0,2 0 0 0,-1 0 0 16,-4 4 0-16,2 5 0 0,-8 2 0 0,-1 4 0 15,-1 1 0-15,-6-2 0 0,-4 5 0 0,-4 2 0 16,-3 4 0-16,0-5 0 0,-13 5 0 0,-8-2 0 16,-7 0 0-16,-2 0 0 0,-10 2 0 0,10-11 0 15,-6 1 0-15,1-4 0 0,3-3 0 0,9-6 0 16,-1-2 0-16,2 0 0 16,4 0 0-16,10 0 0 0,-2-10 0 0,8-1 0 0,2-4 0 0,10-2 0 15,18-6-137-15,9 0-554 16,11 2 325-16,2-1 152 0,6 1-801 0</inkml:trace>
  <inkml:trace contextRef="#ctx0" brushRef="#br0" timeOffset="49654.97">8007 12030 2947 0,'6'0'0'0,"-3"2"0"0,-1-2 0 0,0 0 0 0,3 0 0 0,-2 0 0 0,5 0 0 0,2 3 0 0,7 3 0 0,-2 2 0 0,5 2 122 0,1 2 303 0,-5 0-192 16,3 3-96-16,-3 1-70 0,-3-1-67 0,-5 2 0 15,-2 1 0-15,-3 0 0 0,-3-1 0 0,-3 2 0 16,-13 2 0-16,-5-5 0 0,-6 1 0 0,1-2 0 16,-4 1 0-16,-1-7 0 0,10 0 0 15,-2-3 0-15,4-3 0 0,8-3-81 0,2 0-18 16,2 0-738-16,7-2 403 0,2-14 196 16,21-6-282-16,9-3 239 0,5-5 121 0,3-6 48 15</inkml:trace>
  <inkml:trace contextRef="#ctx0" brushRef="#br0" timeOffset="49796.85">8360 11989 3241 0,'16'-11'0'0,"-9"1"0"0,-2 3 0 0,-3 0 0 0,-2 6 0 0,0-1 0 0,-7 2 0 0,-8 0 0 0,-4 11 0 0,0 9 0 0,-1 3 147 0,-1 7 325 0,3 2-401 15,2 2-71-15,5 1 0 0,8 0 0 0,3 1 0 16,0-4 0-16,9 0 0 0,12-2 0 0,11-1 0 16,0-4 0-16,16-1 0 0,3-5 0 15,13-3 0-15,-2-7 0 0,6-3-1170 16</inkml:trace>
  <inkml:trace contextRef="#ctx0" brushRef="#br0" timeOffset="50368.98">9542 11429 2006 0,'-14'-26'0'0,"5"7"0"0,4 10 0 0,1 1 0 0,2 5 0 0,0 1 0 0,2 0 0 0,0 2 0 15,0 2 0-15,2 20 0 0,11 10 96 0,-1 7 93 0,1 10-74 0,2 14-37 0,-4-1 1 0,-4-5 159 16,-1 19-103-16,-3-10-47 0,-1-1 54 0,-2-5-50 16,0-8 10-16,0 3-61 0,-9-6 70 0,2-5-35 15,-2-11 0-15,1-7-1 0,0-9 10 16,1-2-43-16,2-7-1 0,-4-5-17 0,4-3-24 15,-1 0 0-15,1-6 0 0,3-8 0 0,2-1 0 16,0-3 0-16,2 0 0 0,11-2 0 0,6 4 0 16,7-3 0-16,4 6 0 0,2 2 0 0,2 4 0 15,0 3 0-15,-8 4 0 0,8 0 0 0,-8 2 0 16,-9 9 0-16,2 6 0 0,-8 2 0 16,-3-1 0-16,-6 5 0 0,-2 0 0 15,0 2 0-15,-12-3 0 0,-6-2 0 0,-3-1 0 16,-6 0 0-16,-1-4 0 0,0-2 0 0,-2-3 0 15,1-3 0-15,9-5 0 0,-1 0 0 0,0-2 0 16,7 0 0-16,5 0 0 0,1 0 0 0,2-2 0 16,6-7 0-16,0-6 0 0,21-8 0 0,11-3-1102 15,7-5 445-15,2 0 298 0</inkml:trace>
  <inkml:trace contextRef="#ctx0" brushRef="#br0" timeOffset="50514.92">10031 12021 3080 0,'9'0'0'0,"-2"0"0"0,-2 2 0 0,0-2 0 0,-3 3 0 0,0 1 0 0,-1 1 0 0,3 1 0 0,1 0 0 0,3 4 0 0,4 0 144 0,-3 3 235 0,3 1-158 16,2-1-114-16,1 0-107 0,0 2-309 0,2-2 125 15,2-1 112-15,-3-3 67 0,3-1-819 0,0-3 433 16,-2-5 216-16,0 0-363 16,-2 0 156-16</inkml:trace>
  <inkml:trace contextRef="#ctx0" brushRef="#br0" timeOffset="50796.78">10404 11874 2524 0,'2'-8'0'0,"2"3"0"0,-3-1 0 0,-1 4 0 0,0 1 0 0,0-2 0 0,0 3 0 0,0 0 0 0,0 0 0 0,0 4 0 0,0 14 651 0,0 8-310 0,-9 7-150 0,-6 9-75 16,-2 5-8-16,-9 9-108 0,1-5 0 16,-7 14 0-16,-1-1 0 0,-3 4 0 15,1 3 0-15,-5 12 0 0,11-17 0 0,-1 3 0 16,5-4 0-16,4-6 0 0,5-10 0 0,2 1 0 15,5-6 0-15,-1 1 0 0,4-9 0 0,1-3 0 16,1-2 0-16,-1-9 0 0,3-2 0 16,-5-4 0-16,4-3 0 0,-3-4 0 0,3-1 0 0,-3-1 0 15,1-1 0-15,-4-2 0 0,2-1 0 0,0 1 0 16,1-3 0-16,1 2 0 0,-2 1 0 0,5-4 0 16,-1 2 0-16,1-1 0 15,2-1 0-15,0 4-119 0,5-4-149 0,13 0 117 16</inkml:trace>
  <inkml:trace contextRef="#ctx0" brushRef="#br0" timeOffset="51251.88">11730 11443 3046 0,'-7'-5'0'0,"-1"4"0"0,-1-1 0 0,-2 0 0 0,-3 2 0 0,-1 0 0 0,-6 10 0 0,0 11 0 0,-2 7 0 0,2 4 0 0,2 8 329 0,6 0-134 15,2 13 166-15,6-6-361 0,5-3 0 0,0 1 0 16,14-3 0-16,2-12 0 0,9-1 0 0,3-6 0 16,2-7 0-16,4-5 0 0,2-9 0 0,-3-2 0 15,7-8 0-15,-4-15 0 0,-4-5 0 0,-4-6 0 16,-3-3 0-16,-7 1 0 0,-1-11 0 0,-8 5 0 16,-5-2 0-16,-2-1 0 15,-2 2 0-15,0 3 0 0,-15-7 0 0,-4 10 0 16,3 9 0-16,-11 0 0 0,1 6 0 0,-6 6 0 15,0 6 0-15,-3 8 0 0,1 2 0 0,0 0 0 16,1 12 0-16,4 7 0 0,5 1 0 0,1 5 0 16,4-1 0-16,4 2 0 0,4 2 0 0,3-2 0 15,2 3 0-15,6 1 0 0,0 0 0 0,0 2-136 16</inkml:trace>
  <inkml:trace contextRef="#ctx0" brushRef="#br0" timeOffset="51413.35">12199 12030 400 0,'-12'-15'0'0,"10"14"0"0,2 1 0 0,-2 0 0 0,0 0 980 0,-1 0-471 0,3 0-235 0,0 1-107 0</inkml:trace>
  <inkml:trace contextRef="#ctx0" brushRef="#br0" timeOffset="54067.08">3741 14239 3315 0,'-14'-2'0'0,"7"2"0"0,4 0 0 0,-2 0 0 0,2 0 0 0,3 0 0 0,0 0 0 0,0 0 0 0,0 0 0 0,0 0 0 0,11 0 290 0,3 0-121 0,3-3-12 0,3 2-157 16,5-3 0-16,-2 2 0 0,7-1 0 0,-2-2 0 16,0 2 0-16,1-2 0 0,1 1 0 0,-7 0 0 15,10-2 0-15,-7 3 0 0,-3-2 0 16,0 4 0-16,-3-1 0 0,-2-1 0 16,0 3 0-16,-4 0 0 0,-5 0 0 0,3 0 0 0,-3 0 0 15,-2 0 0-15,-1 0 0 0,-3 0 0 0,1 0 0 16,-3 0-431-16,3 0-63 0,1 0 212 0,-3 0 123 15,0 5-764-15</inkml:trace>
  <inkml:trace contextRef="#ctx0" brushRef="#br0" timeOffset="54350.34">3919 14563 3918 0,'-22'0'0'0,"9"0"0"16,1 5 0-16,3-4 0 0,5 1 0 0,1 0 0 0,3-2 0 0,0 2 0 0,0 0 0 0,14 2 0 0,8-3 13 0,2 0-13 0,5 4 0 0,1-3 0 16,2 0 0-16,0-1 0 15,-1 1 0-15,1 0 0 0,0-2 0 16,0 0 0-16,-6 0 0 0,6 0 0 0,-11 0 0 0,2 0 0 0,-4-2 0 16,-4-1 0-16,-5-1 0 0,-3-1 0 0,-2 3 0 0,-4-1 0 15,2 2 0 16,-3-1 0-31,0 2 0 0,0 0 0 32,0 0-366-32,0 0 129 0,-3 3 97 0,0 11 37 0</inkml:trace>
  <inkml:trace contextRef="#ctx0" brushRef="#br0" timeOffset="55542.52">5348 13468 2090 0,'-4'-11'0'0,"-2"4"0"0,3 2 0 0,-1-1 0 0,1 0 0 0,-2 2 0 15,2 2 0-15,1 0 0 0,0 1 0 0,-2-1 0 0,2 0 235 0,0 2-101 0,-1 0-45 0,-1 0-1 0,-2 0 42 0,-1 0-43 0,-3 4 10 0,0 7 106 0,-4 4-80 16,-3 6-40 0,-2 1 0-16,-1 4 195 0,-3 5-107 0,-4 6-131 0,1 1-40 0,2 3 0 15,-4 4 0-15,3 2 0 16,3-1 0-16,1 5 0 0,4-1 0 0,2 4 0 0,6 1 0 16,0 10 0-16,7-7 0 15,0 18 0-15,2-3 0 0,0 2 0 0,0 1 0 0,2 0 0 0,8 1 0 16,-2-1 0-16,7 2 0 15,0 1 0-15,4-2 0 0,2-5 0 0,-3-8 0 0,9 7 0 16,-4-14 0-16,4 2 0 0,-8-12 0 0,4 3 0 0,0-1 0 16,-3-6 0-16,-3-3 0 15,-4-9 0-15,2-1 0 0,-6-5 0 0,2-6 0 16,-4-4 0-16,-4-5 0 0,2-3 0 0,-2-2 0 16,-2-2 0-16,2-1 0 0,0-2 0 0,3 1 0 15,3-1 0-15,3 2-970 0,6 3 405 0</inkml:trace>
  <inkml:trace contextRef="#ctx0" brushRef="#br0" timeOffset="56647.35">17216 12933 2296 0,'0'-1'-1'0,"0"-1"-2"0,0 0 1 0,0-1 1 0,0 2 1 0,0-1 0 0,0 2 0 0,0 0 0 0,0 0 0 0,0 0 0 0,0 0 89 16,0 0 115-16,5 2-71 16,7 4-50-16,-1 1 73 0,4 1-57 0,0 1-29 0,0 2 10 0,2 1 71 15,-2 1-55-15,2 3-28 16,0 4 104-16,-2 0-66 0,-2-1-22 0,4 7-33 16,-3-2-51-16,2 3 0 0,0-1 0 0,2 1 0 15,1 1 0-15,-3 0 0 0,5 0 0 0,-3 2 0 16,2 0 0-16,-3 4 0 0,1-2 0 0,-2 3 0 15,2 5 0-15,-4-1 0 0,-2 1 0 0,2 1 0 16,-5-4 0-16,2 13 0 0,-3-5 0 16,0-3 0-16,-3 6 0 0,0-1 0 0,1-6 0 0,-2 10 0 15,0-6 0-15,-2 0 0 16,2 4 0-16,-1-2 0 0,-1-6 0 0,0 11 0 16,-2-6 0-16,0 4 0 0,0 0 0 0,-2-2 0 15,-11 4 0-15,-4-2 0 0,-6 9 0 0,-3 0 0 16,-3-4 0-16,-2 4 0 0,3-7 0 0,-10 10 0 15,6-7 0-15,6-10 0 0,-3 4 0 0,6-6 0 16,2-8 0-16,2 2 0 0,0-8 0 0,4 0 0 16,0-4 0-16,3-5 0 15,2-4 0-15,0 0 0 0,3-5 0 0,1-3 0 16,-2 1 0-16,-1-3 0 0,2-2-345 0,-5-2 97 16,3-2 104-16,-2 0-876 0</inkml:trace>
  <inkml:trace contextRef="#ctx0" brushRef="#br0" timeOffset="60640.86">7800 10240 292 0,'0'0'0'0,"-1"-3"0"0,-1 1 0 0,0 0 0 0,2 0 0 0,-2 0 0 0,2 1 0 0,0-2 0 0,-2 2 0 0,2-1 0 0,0 2-19 15,0 0 0-15,0 0 27 0,0 0 1 0,0 0-46 16,0 0 42-16,0 0 0 0,0 0-25 0,0 0 23 16,0 0 0-16,0 0 1 0,0 0-16 0,0 0 14 15,0 0-5-15,0 2 4 0,0 2-7 16,0-1 6-16,0 1-1 0,0 0 1 0,0 1 0 0,0-1 0 15,0 2 0-15,0-2 5 0,0 5-5 16,0-2 0-16,0 2 18 0,0 4-17 16,0-3 1-16,0 2-1 0,0 2 11 0,0 0-10 15,0 1 1-15,0 2-1 0,2 1 13 0,0 1-11 16,2 4 0-16,1 1-4 0,0 0 5 0,-2 3-2 0,1 1 3 16,0 2-6-16,-1 0 3 0,3 0 1 15,-5 2 23-15,1-2-23 0,3 0 0 0,-3-6 1 16,0 8 38-16,0-4-38 0,-1-1 3 0,1 1 26 15,0 1-25-15,1-5 1 0,1 7 2 0,0-2 9 16,-1 3-9-16,3 0-2 0,0 2 4 16,0-1-1-16,1 3 1 0,-2 1-2 15,4 5-27-15,-6-7 26 0,3 3 3 0,-3-1-4 16,1 1-15-16,-1 0 13 0,-2 1 1 0,1 4 17 16,-1-3-14-16,-1 9-5 0,2-2 2 0,-2 4 46 15,0 5-44-15,0 8 0 0,0-11 5 0,2 17-3 16,1-7-1-16,-1-11 3 0,3 6-17 0,2 0 18 15,1 1 0-15,-1-6 1 0,3 0-39 16,0 0 34-16,-2-2 1 0,2-1-38 16,-1-7 38-16,0 10-7 0,0-7 3 0,-2-3-43 15,-2 0 0-15,-1-3 35 16,-2-1-99-16,0 0 45 0,-2-1-1 0,0 1 42 16,0 2-72-16</inkml:trace>
  <inkml:trace contextRef="#ctx0" brushRef="#br0" timeOffset="62360.96">5876 13786 2147 0,'-8'-13'0'0,"3"4"0"0,0 4 0 0,0-1 0 0,1 4 0 0,1-2 0 0,3 2 0 0,-2 0 0 0,0 0 0 0,2 0 0 0,0 2 283 0,0 0-120 15,0 4-61-15,4 5 158 0,3 4-109 16,0 6-44-16,4 4-38 0,-4 3 165 0,0 6-97 0,1 7-47 16,-2 5 0-16,-1 4 8 0,-3 14-98 15,0 3 0-15,-1 10 0 0,1 17 0 0,-2-6 0 16,0-11 0-16,2 11 0 0,3-4 0 0,0 1 0 16,1-6 0-16,3-1 0 0,2-18 0 0,0 1 0 15,2-5 0-15,0-9 0 0,-1-8 0 0,-1-6 0 16,-4-6 0-16,-1-5 0 0,0-2 0 0,-3-8 0 15,-2-6 0-15,-1 0 0 16,0-1-153-16,0-3-116 0,-8 0 113 0,0 0 58 16,-1-8-622-16,3-3 339 0,-1-4 160 0,4-5 94 15,3-5-305-15</inkml:trace>
  <inkml:trace contextRef="#ctx0" brushRef="#br0" timeOffset="63032.9">6762 14006 2030 0,'0'-20'0'0,"0"4"0"0,0-1 0 0,0-2 0 0,0-1 0 16,0-1 0-16,0-2 0 0,-4-2 0 0,4-4 0 0,-2-1 0 0,0-3 131 0,0 0-34 0,-1 0 53 15,-2-3-54-15,-2 4-27 0,-4 4 15 0,2 7-32 0,-2 1-10 16,-3 2 0-16,2 7 157 0,-6 4-79 16,2 4-39-16,-5 3 11 0,-2 0 185 0,1 10-117 15,-1 10-59-15,2 7-30 0,-3 9-34 0,7 0-37 16,-2 12 0-16,7-1 0 0,2 2 0 0,2 0 0 16,5-2 0-16,3-6 0 0,0 6 0 0,0-11 0 15,3 0 0-15,7-3 0 0,1-6 0 0,0-5 0 16,3-3 0-16,0-2 0 0,-1-7 0 15,-1-4 0-15,4-3 0 0,-4-3 0 16,3 0 0-16,2-14 0 0,-1-6 0 0,-2-7 0 16,1-2 0-16,-2-4 0 0,-1 0-28 0,-1-2-64 15,-2-1-101-15,-1 1 75 0,-1 2 39 0,-1 6-12 16,-2 2 81-16,0 5 0 0,-3 7-32 0,2 4 365 16,-3 1-183-16,0 5-101 0,0 0-35 0,0 3 153 15,0 0-157-15,1 5 0 0,1 7 0 0,1 6 0 16,3 0 0-16,0 3 0 0,3 4 0 0,1-3 0 15,1 2 0-15,-1-4 0 0,2-2 0 0,2 1 0 16,-3-3 0-16,3-2 0 16,-2-4 0-16,-3-1 0 0,2-2 0 0,-2-2 0 15,-4-2 0-15,2-2 0 0,-1-1 0 0,0 0 0 16,1-1 0-16,2-9 0 0,-3-5-689 0,2-2 257 16,0-4 195-16,0 1 87 0,-3-1-456 0,0 0 282 15,-1 2 141-15,-2 3-44 0,0 5 93 0,0 1 36 16,-2 3 10-16,0 3 464 0,0 2-208 15,3 1-105-15,-3 1 700 0,2 0-413 16,0 1-191-16,6 8-49 0,0 1 417 0,-1 1-211 16,0 3-137-16,2 0-83 0,3 1-35 0,-3 5-61 15,0-4 0-15,3 3 0 0,-2-2 0 0,0-1 0 16,0-1 0-16,1-1-432 0,0-3 16 0,3-1 228 16,-1-4-836-16,0-1 477 0,2-5 254 0,0 0 126 15</inkml:trace>
  <inkml:trace contextRef="#ctx0" brushRef="#br0" timeOffset="63254.4">7282 13764 2704 0,'0'-6'0'0,"0"1"0"0,0 4 0 0,0 0 0 0,0-2 0 0,0 3 0 0,0 0 0 0,0 4 0 0,0 8 0 16,0 3 0-16,-2 7 792 0,-6 2-366 0,-2 6-417 0,-6 10-9 0,2-1 0 15,-4 4 0-15,-1 5 0 0,-4 4 0 0,-6 10 0 16,5-4 0-16,-3 2 0 0,4-2 0 15,4-10 0-15,1-5 0 0,4 2 0 16,3-8 0-16,1-3 0 0,4-9 0 0,3-3 0 16,2-3 0-16,-2-3 0 0,1-6 0 0,2-1 0 15,0-3-321-15,0-2 71 0,0-3-701 0,2-1 461 16,8 0 226-16</inkml:trace>
  <inkml:trace contextRef="#ctx0" brushRef="#br0" timeOffset="63568.68">7808 13748 3527 0,'-13'0'0'0,"8"4"0"0,-1 8 0 0,0 3 0 0,-2 1 0 0,5 5 0 0,1 3 0 0,2 1 0 0,0 0 0 0,2-1 0 0,13 2 404 0,3 0-404 0,7-3 0 0,3-5 0 16,4-3 0-16,3-5 0 0,1-5 0 15,3-5 0-15,-2 0 0 0,0-5 0 16,2-15 0-16,-7 0 0 0,-5-2 0 0,-1-2 0 16,-5-3 0-16,-5-1 0 0,-7 2 0 0,-4 0 0 15,-3-3 0-15,-2-1 0 0,-2-2 0 0,-11 2 0 16,-6 0 0-16,-2 4 0 0,-3 4 0 0,-3 3 0 16,-3 5 0-16,-2 7 0 0,0 5 0 0,1 2 0 15,-3 0 0-15,3 14 0 0,1 4 0 0,1 6-327 16,2 5 120-16,0 6 66 0,4 0-391 0,2 1 237 15,0 14 133-15</inkml:trace>
  <inkml:trace contextRef="#ctx0" brushRef="#br0" timeOffset="64090.91">6621 14631 2972 0,'0'-17'0'0,"-5"10"0"0,3 4 0 0,2-4 0 16,-2 5 0-16,2 0 0 0,0 1 0 0,0 1 0 0,2 0 0 0,5 0 0 0,8 15 102 0,-2 5 106 0,0 5-85 0,1 5-32 0,-5 3-11 0,0 3-20 16,-1 7-22-16,-6-1 0 15,0-8 0-15,-2 3-19 0,0-3-10 0,0-3 29 0,-7-2 77 16,0-10-115-16,-1-1 0 0,3-6 0 0,-4-4 0 16,1-5 0-16,1-1 0 0,1-2 0 15,3 0 0-15,-1-4 0 0,4-9 0 0,0 0 0 0,0 0 0 16,4-2 0-16,7 2 0 0,4-1 0 0,2 2 0 15,8 2 0-15,-7 5 0 16,8 1 0-16,0 2 0 0,-5 2 0 0,8 2 0 16,-6 9 0-16,-4 6 0 0,-1 1 0 0,-3 4 0 15,-6-4 0-15,-1 10 0 0,-7-3 0 0,-1 1 0 16,0-1 0-16,-5-3 0 0,-8-4 0 0,-6 4 0 16,0-8 0-16,-1-1 0 0,-1-5 0 0,0-1 0 15,-2-3 0-15,4-2 0 0,-3-2 0 16,3 0 0-16,3 0 0 0,0-2 0 0,6-9 0 15,0-3 0-15,6-1 0 0,4-1 0 16,0-4 0-16,2 2-18 0,7 0-1088 0,14-3 539 16</inkml:trace>
  <inkml:trace contextRef="#ctx0" brushRef="#br0" timeOffset="64250.38">7156 14852 3931 0,'7'0'0'0,"-2"6"0"0,-3 2 0 0,1-3 0 0,-1 5 0 0,4-1 0 0,2 1 0 0,1-1 0 0,2 2 0 0,3 1 0 0,0 1 0 0,-1-2 0 0,2 2 0 0,0-1 0 16,2-1 0-16,-2-1 0 0,0 0-70 0,-2-4 47 15,1 2-528-15,-1-5 295 0,0 1 147 0,2-4-1006 16</inkml:trace>
  <inkml:trace contextRef="#ctx0" brushRef="#br0" timeOffset="64470.02">7577 14719 3931 0,'0'-5'0'0,"0"0"0"0,-2 4 0 0,-1 0 0 0,1 1 0 0,-2 0 0 0,1 1 0 0,0 14 0 0,0 4 0 0,-1 9 0 0,-4 4 0 0,-1 11 0 0,-3 3 0 16,0 8 0-16,-6 2 0 0,-4 11 0 0,-2-1 0 16,-4 0 0-16,-3 5 0 0,-4 3 0 0,-2 3 0 15,-8 9 0-15,1-10 0 0,0 2 0 0,9-15 0 16,1-1 0-16,9-11 0 0,4 0 0 15,7-15 0-15,3-4 0 0,6-10 0 16,0 0 0-16,5-11 0 0,0-4-1025 0,0-4 478 16,8-3 255-16</inkml:trace>
  <inkml:trace contextRef="#ctx0" brushRef="#br0" timeOffset="64819.35">8105 14852 3931 0,'-20'0'0'0,"4"14"0"0,2 2 0 0,0-1 0 0,3 4 0 0,3 6 0 0,6 0 0 0,2 2 0 0,0-2 0 0,2 1 0 0,12-2 0 0,5 5 0 0,3-5 0 0,2-3 0 15,3-4 0-15,1-7 0 0,2-5 0 0,-2-5 0 16,2 0 0-16,-3-11 0 0,-3-10 0 0,-2-3 0 15,-3-5 0-15,-4 1 0 16,-6-2 0-16,-4 0-119 0,-4-2 48 16,-1 0 243-16,-1-1-154 0,-13 0-18 0,-2 1 0 15,-5 7 0-15,-4 1 0 0,-3 8 0 0,-3 7 0 0,-4 4 0 16,1 5 0-16,-1 0 0 0,3 12 0 0,2 6 0 16,6 3 0-16,2 0 0 0,11-2 0 0,0 3 0 15,5 1 0-15,6-1 0 0,0-1 0 0,0 0 0 16,6-4 0-16,9-2-876 15,2-5 364-15,3-1 238 0,9-4-593 0</inkml:trace>
  <inkml:trace contextRef="#ctx0" brushRef="#br0" timeOffset="65386.5">8873 13670 2221 0,'0'-6'0'0,"0"2"0"0,0 2 0 0,0-2 0 0,0 2 0 0,0-2 0 0,0 3 0 0,0-1 0 0,2 0 0 0,0 0 0 16,1 1 231-16,1 1-98 0,-1 0-48 15,0 0-16-15,-1 0 239 0,2 0-137 0,-2 0-67 0,1 1 188 0,-1 6-128 16,0 3-55-16,0 4-65 15,1-1-44-15,0 3 0 0,-2 1 0 0,4 4 0 16,-3 5 0-16,-1-3 0 0,1 2 0 0,0 1 0 16,0 0 0-16,-2 2 0 0,0 4 0 0,0-2 0 15,0 1 0-15,0 5 0 0,-2-1 0 0,-2 3 0 16,1-1 0-16,-2 0 0 0,0 1 0 0,1 1 0 16,2-1 0-16,0-2 0 0,2 3 0 0,-3-4 0 15,3 2 0-15,0-2 0 0,0 0 0 0,-2 1 0 16,2 2 0-16,0 0 0 15,-2-3 0-15,0 6 0 0,0 3 0 0,1-9 0 16,1 2 0-16,-2-3 0 0,-1-3 0 0,3-1 0 16,-1-9 0-16,1 3 0 0,0-3 0 0,0 0 0 15,0 0 0-15,0 0 0 0,0 4 0 0,0-3 0 16,0 9 0-16,-3-1 0 0,2-1 0 0,-1 4 0 16,0 0 0-16,0 3 0 0,0 7 0 0,0-8 0 15,2 0 0-15,0-4 0 0,0 1 0 0,0-8 0 16,0-1 0-16,0-1 0 0,0-4 0 15,0-3 0-15,0-4 0 0,0 0 0 16,2-4 0-16,0 1 0 0,-2-2 0 0,2-1 0 16,-2-2 0-16,0 0 0 0,0-1 0 0,0 0 0 15,0-2 0-15,0 0 0 0,0 0 0 0,0 1 0 16,0-1-259-16,0 0 89 0,-4 0 71 0</inkml:trace>
  <inkml:trace contextRef="#ctx0" brushRef="#br0" timeOffset="66050.03">9414 15187 2773 0,'0'-5'0'0,"0"2"0"0,0 3 0 0,0 0 0 0,5 0 0 0,0 0 0 0,2 0 0 0,0 0 0 0,1 5 0 0,0 1 0 0,-3 4 355 0,2 0-160 16,-5 3 321-16,1 3-424 0,-3 9-92 0,0 5 0 16,-19 12 0-16,-8 8 0 0,-5 4 0 0,-5 8 0 15,-5 5 0-15,-4 9 0 0,-13 15 0 16,3-1-714-16</inkml:trace>
  <inkml:trace contextRef="#ctx0" brushRef="#br0" timeOffset="67257.48">9597 9996 868 0,'-2'0'0'0,"-1"0"0"0,-1 2 0 0,4-2 0 0,-1 2 0 0,1 0 0 0,-2-2 0 0,2 2 0 0,0 1 0 0,0 3 0 0,0 0 12 0,0 1 1 0,0 4 28 16,0 1 10-16,0 1-58 0,2 4 44 16,1 2 0-16,6 7-41 15,-4 0 0-15,0 6 45 0,3 8-8 0,2-1-70 0,-5 6 32 16,3 2-12-16,-1 4-17 0,0 3 27 15,0 11-4-15,-4-6 18 0,3 3-45 0,-1 2 41 16,0 2 8-16,2-9-18 0,0 13-30 0,3-6 31 16,-2-4 9-16,4 1-35 0,1-1 32 0,-1-6-6 15,2 12 5-15,-1-6-39 0,1 4 38 0,-1-2-3 16,1-4-29-16,2 17 29 0,-2-3 0 0,0 3-2 16,0 3-30-16,-3 5 28 0,-2 0 1 0,-4 0-4 15,0 1-22-15,-2-1 21 0,-1 8 3 0,-2-4 31 16,0-12-34-16,0 6 1 15,0-2 1-15,0-4 50 0,0-4-48 0,0-2 2 16,-2-9 36-16,2 10-34 0,-1-9-1 0,1-9 5 16,0 6-49-16,0-5 2 0,0-3 44 0,0-1-1 15,1-2-70-15,3-1 32 16</inkml:trace>
  <inkml:trace contextRef="#ctx0" brushRef="#br0" timeOffset="69054.83">10146 13708 1714 0,'-7'-20'0'0,"0"7"0"0,1 4 0 0,3-3 0 0,-4 3 0 0,3-2 0 15,1 3 0-15,1 3 0 0,0-1 0 0,0 3 0 0,2 0 119 0,0 1 181 0,0 2-120 0,0 0-75 0,4 2-32 0,3 11 74 16,3 6-54-16,-1 6-26 0,-1 3 212 0,0 6-124 16,-4 9-58-16,-1 0-28 15,-1 4 233-15,-2 3-131 0,0 7-111 0,0 12-60 0,-5-1 0 0,-5 9 0 16,2 16 0-16,-1-3 0 0,2-10 0 16,-1 23 0-16,4-7 0 0,0 4 0 15,4-1 0-15,0 1 0 0,0-14 0 0,0 4 0 16,4-7 0-16,3-4 0 0,3-8 0 0,-2-5 0 15,-1-11 0-15,3 1 0 0,-3-10 0 0,-3-9 0 16,0-4 0-16,-3-5 0 0,1-6 0 0,-2-1 0 16,0-6 0-16,0-5 0 0,0 0 0 15,0-7 0-15,0 1 0 0,-2-2 0 0,1-2 0 0,-1 0 0 16,0 0 0-16,0 0 0 0,2 0 0 16,-2 0 0-16,2 0 0 0,0 0 0 15,0 0 0-15,0 0 0 0,0 0 0 0,0-2 0 16,9-15 0-16,7-8-1155 0,4-14 539 0</inkml:trace>
  <inkml:trace contextRef="#ctx0" brushRef="#br0" timeOffset="70640.08">13265 10263 1199 0,'0'0'0'0,"0"0"0"0,0 0 0 0,0 0 0 0,2 0 0 0,-1 0 0 0,1 0 0 0,-2 0 0 0,2 2 0 0,-2-2 0 0,0 0 114 15,0 0-42-15,2 0 1 0,-2 0-31 16,2 0 90-16,0 0-45 0,1 0 10 0,1-2 27 0,-1 0-41 0,2-4-1 16,-3 1-40-16,0-1 83 0,1-1-46 15,-1-1-1-15,0 1-3 0,0-3 0 16,-2 3-34-16,0-4 11 0,0 3 12 0,0-4-22 15,0 1 0-15,0 0-1 0,0-1 1 0,-4 1 10 16,-3-1-10-16,-1-2 32 0,-1 1 0 0,-1 1-33 16,-1 0 1-16,0 3 50 0,-2-1-10 0,-3 5-40 15,2 3 40-15,-3-1 0 0,0 3-41 0,-4 0 11 16,-3 14 23-16,-1 4-33 0,1 6-1 0,-6 9 1 16,4-1-12-16,3 2-30 0,-2 9 0 0,7-4 0 15,3 2 0-15,6-5 0 16,1 3 0-16,5-1 0 0,3-3 0 0,0 1 0 15,0-6 0-15,9-3 0 0,3-3 0 0,0-5 0 16,3-2 0-16,2-4 0 0,3-3 0 0,1-6 0 16,4-4 0-16,-2 0 0 0,4-10 0 0,-1-9 0 15,3-12 0-15,-3 1 0 0,-5 3 0 0,1-5 0 16,-1 0 0-16,-4 3 0 0,-4 0 0 0,-4 6-35 16,-1 3-18-16,-4 6 1 0,-2 3 192 0,0 3-140 15,-2 3 0-15,0 1 0 16,0 3 0-16,0 1 0 0,0 0 0 0,0 10 0 15,0 2 0-15,0 6 0 0,0 2 0 0,0 2 0 16,1-1 0-16,7 1 0 0,1-2 0 0,3 2 0 16,-1-6 0-16,2 1 0 0,0-4 0 0,-2-3 0 15,3-1 0-15,-3-3 0 0,-2-2 0 0,1-2 0 16,-1-1 0-16,0 1-188 0,-1-2-192 0,3 0 170 16,-2 0 84-16,3 0-577 0,-1-2 336 0,2-9 163 15,0-4 81-15,0-4-196 16,1-5 138-16,-5 3 60 0,0-4-248 0,-3 5 164 15,-2-1 82-15,0 0 41 0,-2 9 57 0,-1-6 12 16,1 9-29-16,-2 0 496 0,2 1-248 0,0 1-124 16,0 3-72-16,3-2 614 0,7 5-316 0,-1-1-54 15,4 2-112-15,4 0 151 0,0 0-115 0,-1 9-73 16,1 2 311-16,0 5-187 0,-2 0-94 0,-2 1-47 16,-4 2 169-16,-4 0-257 0,-1 2 0 15,-4-1 0-15,-2 1 0 0,0-1 0 16,-11-2 0-16,-2 0 0 0,-8-1 0 0,-2-4 0 15,0 1 0-15,-4-5 0 0,2-4 0 0,-6 1 0 16,10-2 0-16,-2-4 0 0,6 0 0 0,7 0 0 16,-1 0 0-16,6 0 0 0,5-4 0 0,0-7-693 15,16-4 218-15,15-5 216 0,-2 2 99 0,17-6-641 16,-3 0 380-16,3-3 190 0,0-3-236 0</inkml:trace>
  <inkml:trace contextRef="#ctx0" brushRef="#br0" timeOffset="70801.52">13941 10315 2517 0,'16'-16'0'0,"-7"6"0"0,0-1 0 0,-6 1 0 0,-1 5 0 0,-2 0 0 0,0 4 0 0,-2-1 0 0,-5 2 0 0,-7 0 0 0,4 8 430 0,-6 10-194 0,3 6 512 0,1 3-748 16,1 5 0-16,4 0 0 0,4 5 0 0,3-3 0 15,0 3 0-15,0-4 0 0,10 1 0 0,6-4 0 16,2-3 0-16,3-1 0 0,2-6 0 0,-1-1 0 16,-1-4 0-16,5 2 0 15,-7-8 0-15,1 3 0 0,1 0-939 0,-1 0 337 16,-2-1 269-16,1 4 151 0</inkml:trace>
  <inkml:trace contextRef="#ctx0" brushRef="#br0" timeOffset="71245.89">13402 11049 2638 0,'0'-16'0'0,"-2"8"0"0,2 7 0 0,0-3 0 0,0 2 0 0,0 0 0 0,0 2 0 0,0 0 0 0,0 0 0 16,2 8 0-16,3 11 327 0,5 6 120 0,-1 11-203 0,-3 4-101 0,1 7-11 15,1 3-132-15,-2 3 0 0,-3 0 0 0,3-3 0 16,-3-3 0-16,-1-8 0 0,0-1 0 0,0-2 0 16,-2-6 0-16,0-10 0 15,0-1 0-15,0-7 0 0,0-3 0 0,-8-3 0 16,1-5 0-16,-2-1 0 0,-3 0 0 0,3-7 0 15,2-8 0-15,3 0 0 0,0-3 0 0,4 4 0 16,0-2 0-16,0 4 0 0,2 1 0 0,7 1 0 16,6 4 0-16,2 5 0 0,4-2 0 0,1 3 0 15,1 3 0-15,-4 7 0 0,5 8 0 0,-7-1 0 16,-1 3 0-16,-5 0 0 0,-4 0 0 16,-4 3 0-16,-3-4 0 0,0 4 0 0,-1-4 0 0,-14 2 0 15,-6-6 0-15,2-2 0 16,-11 0 0-16,3-1 0 0,0-7 0 0,1 0 0 15,3-2 0-15,-2-3 0 0,5 0 0 0,1 0 0 16,4 0 0-16,6-8 0 0,1 1 0 0,6-4 0 16,2-3-157-16,0 1-435 0,19-4 274 0,5 2 139 15,10-4-794-15,-2 4 455 0,10-6 243 0</inkml:trace>
  <inkml:trace contextRef="#ctx0" brushRef="#br0" timeOffset="71439.1">13710 11578 2264 0,'22'-10'0'0,"-1"6"0"0,-2 2 0 0,0 1 0 0,-3 1 0 0,0 0 0 0,0 0 0 16,-1 0 0-16,0 8 0 0,1 6 0 0,-2-1 183 0,0 2-71 0,-3 4 371 0,0-2-220 0,-1 4-101 0,-5-3 76 16,-1 0-98-16,-2 0-54 0,-2-1-86 0,0-2 0 15,-9 0 0-15,-12-2 0 0,-2-2 0 0,-3-2 0 16,-4-1 0-16,0-1 0 0,-4 2 0 0,0-2 0 16,0-2 0-16,4 0 0 15,8-5-279-15,3 0 25 0,10 0 78 0,-1 0 85 16,10-2-615-16,0-6 332 0,19-8 166 0,16-4-262 15,5-2 204-15</inkml:trace>
  <inkml:trace contextRef="#ctx0" brushRef="#br0" timeOffset="71597.53">14113 11546 2850 0,'12'-10'0'0,"-3"4"0"0,-5 0 0 0,-2 3 0 0,-2 1 0 0,-4 1 0 0,-10 1 0 0,-2 0 0 0,-3 5 0 0,1 10 0 0,2 1 240 0,3 6-99 0,4-2 559 16,1 9-700-16,8-1 0 0,0 1 0 0,0 0 0 0,10 3 0 15,6-2 0-15,11 4 0 0,-1-4 0 0,4-3 0 16,-3-8 0-16,10 8-2 0,-7-7-501 0,11 3 267 16,-2-2 139-16</inkml:trace>
  <inkml:trace contextRef="#ctx0" brushRef="#br0" timeOffset="72318.82">10894 13606 1813 0,'-11'-15'0'0,"0"6"0"0,2 3 0 0,0 2 0 0,0 0 0 0,2 2 0 15,0 2 0-15,0 0 0 0,2 10 0 0,1 9 0 0,4 7 127 0,0 5 137 0,0 11-111 16,6-1-55-16,9 4 88 0,3-1-71 0,0-5-27 0,8 8-10 0,-1-9 143 16,3-6-89-16,-3-6-45 0,5-2-1 15,2-6 17-15,3-6-61 0,-3-6 1 0,2-6-47 16,1 0 1-16,3-12 45 0,-10-8 11 0,6-13 31 15,-6 0 1-15,-4-5-47 0,-5-2-38 0,-4-4 0 16,-8 7 0-16,-3-13 0 0,-4 5 0 0,-2 1 0 16,-12-1 0-16,-9 3 0 0,-2 9 0 0,-12-6 0 15,0 13 0-15,-5 6 0 0,-1 8 0 16,-2 7 0-16,3 3 0 0,-8 2 0 16,6 9 0-16,12 7 0 0,-1 4 0 0,3 3 0 15,7 3 0-15,5 6 0 0,4 8 0 0,5 0-307 16,7 4 48-16,2 3 92 0,0 1-368 0,2 6 252 15,7-3 121-15,6 14-697 0</inkml:trace>
  <inkml:trace contextRef="#ctx0" brushRef="#br0" timeOffset="72745.92">11061 14927 2961 0,'-5'-1'0'0,"-6"-1"0"0,1-1 0 0,-1 3 0 0,-2 0 0 0,-1 0 0 0,0 3 0 0,-5 9 0 0,0 4 0 0,4 1 0 0,-2 11 122 0,4 2 217 0,2 11-149 15,5 0-74-15,4 5 87 0,2-4-203 16,0 11 0-16,12-3 0 0,6-5 0 0,5-4 0 16,3-5 0-16,0-8 0 0,5-4 0 0,2-7 0 15,1-6 0-15,2-9 0 0,-3-2 0 0,1-2 0 16,3-22 0-16,-7-4 0 0,-1-7 0 16,-5-8 0-1,-6 1 0-15,-7 4 0 0,-2-13 0 0,-8 9 0 0,-1-3 0 0,-1-1 0 16,-16 1 0-16,-4-2 0 0,-3 3 0 0,-5 8 0 15,-1 1 0-15,3 15 0 0,-5 1 0 0,-3 5 0 16,4 11 0-16,2 3 0 0,2 0 0 16,4 11 0-16,4 9 0 0,6 5 0 0,1 6 0 0,7 9 0 15,5 4-409-15,0 3-189 0,0 6 278 0</inkml:trace>
  <inkml:trace contextRef="#ctx0" brushRef="#br0" timeOffset="73428.39">12806 13459 1015 0,'0'-7'0'0,"-1"1"0"0,1-1 0 0,0-2 0 0,-2 3 0 0,2-6 0 0,-2 1 0 15,2-2 0-15,0 0 0 0,0-3 0 0,-2 4 110 0,0-6-34 0,0 3 0 0,-2-1 13 0,0-2-1 0,-1 2-35 16,-1-1-12-16,-1 2 74 0,-3 1-36 0,1 2-1 16,-2 1-36-16,-3 3 134 0,0 3-72 15,-5 2-31-15,-4 3 46 0,-1 0-39 0,-2 16 0 16,-3 8 54-16,-4 10-51 0,3 5-1 15,0 6-40-15,1 6 74 0,5 1-38 0,5 1 11 0,6-2-47 16,4-3 121-16,5-3-61 0,4-10-30 0,0 0 0 16,2-10 12-16,12 2-10 0,0-9-32 0,4-4-71 15,2-4 35-15,-1-4 1 0,4-6 45 16,4 0-89-16,-3-9 40 0,3-9-1 16,-4-6-151-16,4-10 91 0,-6 6 24 0,2-12 26 15,-11 7-154-15,4-3 80 0,-7 1 8 0,0 4 31 16,-5 8 66-16,-2 2 4 0,-1 7-67 0,2 3 279 15,-3 4-121-15,0 3-63 0,0 2-20 0,0 2 175 16,0 0-109-16,0 13-101 0,0 6 0 0,0 3 0 16,0 5 0-16,0 1 0 0,0-2 0 0,6 2 0 15,1 0 0-15,4-8 0 0,3 7 0 0,-4-10 0 16,6-1 0-16,-1-2 0 0,0-3 0 16,-2-1-43-16,2-2-13 0,0-3-742 15,-2-2 378-15,2 0 189 0,0-1-226 0,0-2 197 16,0 0 115-16,4 0 51 0</inkml:trace>
  <inkml:trace contextRef="#ctx0" brushRef="#br0" timeOffset="73778.78">13041 13609 2179 0,'0'-11'0'0,"0"4"0"0,0 1 0 0,0 0 0 0,0 1 0 0,0 1 0 0,4 0 0 0,5 3 0 0,2-1 0 0,3 2 0 0,0 0 97 0,0 0 254 0,1 5-159 0,0 4-76 15,-4 5-37-15,0 1 189 0,-5 0-113 0,-4-1-46 16,-2 5-17-16,0 0 0 0,-6 2-51 0,-9-4 1 15,-6-2 3-15,-3 0 7 0,-2-3-31 0,-2 3-21 16,0-9 0-16,0 2 0 0,10-4 0 0,-2-4-284 16,8 0 129-16,3 0 49 0,2 0 65 0,7-9-714 15,2-10 357-15,16-4 167 0,14-5-474 16,4-2 331-16,5-2 167 0,2 0 82 16,1 2-171-16,-10 6 143 0,3-3 82 0,-5 5 41 15,-8 3 30-15,-7 10 0 0,-5 2 0 0,-5 1 87 16,-3 2-85-16,-3 1 0 0,-1 3-44 0,0 0 649 15,0 9-302-15,-10 5-176 0,-4 7 934 0,5-1-511 16,0 5-255-16,3 0-128 0,4 1 539 0,2-3-656 16,0 6-52-16,8-4 0 0,6-3 0 0,7-1 0 15,2 0 0-15,2-5 0 0,4-2 0 0,-1-3 0 16,2-1-19-16,-2-1-422 16,-5-2 252-16,2 2 110 0,-5 2-1035 0,-5 5 536 15</inkml:trace>
  <inkml:trace contextRef="#ctx0" brushRef="#br0" timeOffset="74394.25">12731 14128 2763 0,'-4'-5'0'0,"4"5"0"0,0 0 0 16,0 7 0-16,0 8 0 0,0 9 0 0,0 8 0 0,0 6 0 0,0 10 0 0,2 15 0 0,0-2 123 0,0 5 408 0,-1-2-245 0,2-8-111 0,-3 16-122 16,0-10-53-16,0-10 0 15,0 4 0-15,0-5 0 0,0-11 0 0,0-4 0 16,-6-9 0-16,0-4 0 0,3-10 0 0,-1-5 0 16,-1-2 0-16,-3-6 0 0,-2 0 0 0,5-7 0 15,3-9 0-15,0-2 0 0,2 0 0 0,0-1 0 16,2 2 0-16,9 3 0 0,4 0 0 0,4 3 0 15,2 3 0-15,5 3 0 0,0 5 0 0,-1 0 0 16,3 0 0-16,-2 13 0 0,-5-1 0 0,5 10 0 16,-9-2 0-16,-2 3 0 0,-9-4 0 0,-1 3 0 15,-3 1 0-15,-2-5 0 16,-2 1 0-16,-13-2 0 0,-6-2 0 0,-3-3 0 16,-3-1 0-16,0-5 0 0,-3 0 0 0,-2-5 0 15,4-1 0-15,0 0 0 0,7 0 0 0,-2 0 0 16,3-7 0-16,4-7 0 0,5-1 0 0,8 0 0 15,3-2 0-15,0-4-100 0,9 1-526 0,12 1 292 16,2 0 146-16,4 3-775 0,5 1 466 0,-2-2 228 16,2 2-211-16,1 2 222 0,2-3 129 0,-3 4 42 15,-2-2 87-15,-3 3 0 0,2 0 0 16,-3-1 0-16,-1 3 282 0,-4 3-193 16,1 1-60-16,0 1-36 0,-1 3 272 0,-2 1-154 15,0 0-26-15,-2 1 686 0,-1 8-364 0,0 2-182 16,-3 3 165-16,-4 1-173 0,-1 1-89 0,-6 0-32 15,-2 3 180-15,0 0-117 0,-10 1-59 0,-8-2-29 16,-7 1 166-16,0-1-237 0,-1-4 0 0,-2 0 0 16,0-3 0-16,0-2 0 0,7-2 0 0,2-5 0 15,3-2 0-15,6 0 0 0,2 0-633 0,6 0 304 16,2-2 109-16,4-11 108 16,21-3-826-16,8-5 449 0</inkml:trace>
  <inkml:trace contextRef="#ctx0" brushRef="#br0" timeOffset="74565.57">13391 14781 2922 0,'3'-13'0'0,"-1"5"0"0,-2 3 0 0,0 4 0 0,-5-2 0 0,-13 3 0 0,-5 6 0 0,3 12 0 0,-1 5 0 16,5 5 0-16,1 1 233 0,5 2 429 0,7 1-548 0,3-2-114 0,0 0 0 0,7-1 0 16,9-5 0-16,7-1 0 0,4-4 0 0,3-6 0 15,2-5 0-15,3-3 0 0,-1-5-52 0,1 0-275 16,-2 0 184-16,-1 0 93 0,-5-6-947 0,-4 0 468 15,4 0 248-15</inkml:trace>
  <inkml:trace contextRef="#ctx0" brushRef="#br0" timeOffset="75056.64">13897 13170 2364 0,'-11'-38'0'0,"4"16"0"0,1 9 0 0,2 3 0 0,0 1 0 0,3 2 0 0,-1 2 0 0,0 4 0 0,2-2 0 0,0 3 0 0,0 0 420 0,0 0-189 0,0 9-85 0,4 4-57 16,3 4 138-16,1 1-93 0,3 7-46 0,-2-1 0 15,-2 1 36-15,2 9-104 0,-2-1-20 0,0 3 0 16,-1 5 0-16,-2 1 0 0,-2-3 0 0,0 14 0 15,0-3 0-15,0 12 0 0,-2-2 0 0,0 2 0 16,0-8 0-16,0 16 0 0,0-8 0 0,0 0 0 16,0-9 0-16,0 14 0 0,0-12 0 0,0 14 0 15,0-7 0-15,0-9 0 0,0 5 0 16,0 3 0-16,0-5 0 0,0 2 0 16,0-5 0-16,0 4 0 0,-4 8 0 0,0-15 0 15,0 6 0-15,0-1 0 16,0-4 0-16,3-2 0 0,-1-3 0 0,-2-2 0 0,2-7 0 0,2 1 0 15,-2-2 0-15,2-5 0 0,0 1 0 0,0-4 0 16,0-3 0-16,0 5 0 0,0-4 0 0,0-5 0 16,0 1 0-16,-1-3 0 15,1-1 0-15,0-2 0 0,-2-3 0 0,2-2 0 0,-2-2 0 0,2-1 0 16,-2 0 0-16,0-5 0 16,2 2 0-16,0-3 0 0,-1-2-125 0,1 0-51 15,0 0 72-15,-3 0-249 0,1 0 155 0,2-8 78 16,0-11-616-16,0-4 337 0,0-5 184 0</inkml:trace>
  <inkml:trace contextRef="#ctx0" brushRef="#br0" timeOffset="75222.73">14399 15234 3931 0,'0'0'0'0,"0"0"0"0,0 5 0 0,0 1 0 0,0-2 0 0,-2 2 0 0,-4 3 0 0,-1 3 0 0,0-2 0 0,-5 4 0 0,-1 6 0 0,-2 3 0 0,-2 6 0 0,0 0 0 16,-3 8 0-16,-3 3 0 0,-3 7 0 0,-12 11-57 16,-9 13-22-16</inkml:trace>
  <inkml:trace contextRef="#ctx0" brushRef="#br0" timeOffset="76772.33">11743 9961 293 0,'0'1'0'0,"0"1"0"0,0 2 0 0,0 2 0 0,0-2 0 0,0 1 0 0,0 1 0 0,0 1 0 0,0-1 0 0,0-1 0 0,0 3 14 0,0 0 0 0,0-3 10 16,0 4-7-16,0 0-3 0,0 3-1 0,0-1 33 15,0 6-1-15,0 0-29 0,0 3 26 0,0 0-25 16,0 6 1-16,0-2 1 0,0 2 28 0,0 3 7 15,0 1-27-15,0 2-17 0,0 1 13 0,0 3 6 16,0 6-36-16,0-9 0 0,2 9 35 0,-2 3-8 16,1-3-35-16,-1 3-4 0,0-2 36 15,0-1-7-15,0-4-8 0,0 9 8 16,0-11 3-16,0 3-9 0,0 0 3 0,0-1-2 16,0 0 7-16,0 2 9 0,0 0-11 0,0 0-1 15,0-1 0-15,0 1 31 0,0-4 3 0,-3 9-28 16,1-6-1-16,-2-4 2 0,3 5-2 0,-1-2 4 15,2-3-28-15,-2 3-4 0,2-2 28 16,0-1-1-16,0-1-29 0,0 2 27 0,0-1 1 0,0 1-33 16,0 0-5-16,2-1 33 15,0-1 1-15,-1 2-32 0,1-2-7 0,0 1 32 16,0-1-1-16,0 0 0 0,-2 0-3 0,1-2 3 16,-1 2 43-16,0 3-43 15,0-1 2-15,0 5-1 0,0-5 26 0,0 0-24 0,0 1 3 0,0 0-11 16,0-1 12-16,0-1-2 0,0-5 5 0,2 3-32 15,-2-3 28-15,3 3-1 0,-1 0-27 0,0-3 25 16,0-1-3-16,-2-4 4 0,1 8-51 0,-1-2 48 16,0 1-5-16,0 2 3 0,0-3-47 0,0-4-2 15,0 1 41-15,0-3-114 16,0-4 51-16,0 0 29 0,0 1-12 0,0-4-44 16,0-2 30-16,0-7 1 0</inkml:trace>
  <inkml:trace contextRef="#ctx0" brushRef="#br0" timeOffset="78145.67">14933 13429 1332 0,'-10'-19'0'0,"4"6"0"0,-1 0 0 0,1 4 1 0,-1-2 0 0,3 3 0 0,0 0 1 0,0 1-1 0,2 0 0 0,1 5 0 0,-1-1 67 0,2 2 204 15,0-1-121-15,0 2-55 0,0 0-28 0,0 0 114 16,0 3-70-16,3 11-26 0,1 2-9 0,2 9 172 0,-4 5-103 15,2 8-53-15,-2 5 224 0,-1 3-128 0,-1 9-79 16,0 11-36-16,0-2 91 0,0 4-62 0,0 1-70 16,0-3-33-16,0 17 0 15,0-5 0-15,0 12 0 0,0-5 0 0,0-10 0 16,2 10 0-16,2-3 0 0,1-6 0 0,4 2 0 16,-2-5 0-16,0 1 0 0,0-16 0 0,1 2 0 15,0 0 0-15,-1-8 0 0,-1-1 0 0,-1-3 0 16,-3-10 0-16,0 0 0 0,1-2 0 0,-2-4 0 15,-1-6 0-15,0-3 0 0,0-4 0 0,0-5 0 16,0-2 0-16,0-5 0 0,0-2 0 0,-1 1 0 16,-2-4 0-16,3-2 0 15,-2 0 0-15,0 0 0 0,0 0 0 0,2-6 0 0,0-11-501 16,0-6 87-16,0-15 187 0,6-5 94 16,8-15-635-16,0-3 365 0</inkml:trace>
  <inkml:trace contextRef="#ctx0" brushRef="#br0" timeOffset="78857.32">15622 13519 1381 0,'-4'-17'0'0,"2"2"0"0,2-1 0 0,0-5 0 0,0-2 0 16,0-1 0-16,0-2 0 0,0 0 0 0,0-3 0 0,0 3 0 0,0-8 113 0,0 2-37 0,0 0 55 0,0 0-46 16,-7-2 0-16,0 3-33 0,-4 2 83 0,2 8-46 15,-2 0 0-15,-4 7-45 0,0 4 141 0,-2 4-59 16,-4 6-45-16,-1 0 0 0,-2 11 41 0,-5 14-38 16,1 10 1-16,3 2 123 0,1 10-86 0,6 1-38 15,0 6 191-15,6 0-114 0,6-3-124 0,4-6-37 16,2 9 0-16,0-9 0 0,2-10 0 0,5 3 0 15,4-5 0-15,-1-11 0 0,1 2 0 0,0-5 0 16,1-6 0-16,-1-3 0 0,-2-5 0 16,1-5 0-16,1 0 0 0,0 0 0 15,1-15 0-15,-1-7 0 0,3-5 0 0,-4-2 0 16,1-4 0-16,1-2 0 0,-3-1-63 0,0 0-20 16,0 4-35-16,-4 10 29 0,-1-1 9 0,-1 10 189 15,-1 0-75-15,0 6-37 0,-2 3 0 0,0 2 130 16,2 2-66-16,-2 0-49 0,2 2 84 0,-1 9-96 15,1 4 0-15,5 4 0 0,-4 0 0 0,3 2 0 16,1-2 0-16,-1 3 0 0,4-2 0 0,-5-1 0 16,2-1 0-16,1-2 0 0,-3-1 0 0,2-4 0 15,-2-2 0-15,-1 1-175 16,1-3-222-16,1-1 162 0,-1-2 97 0,1-1-268 16,0 0 183-16,1-3 81 0,2 0-447 0,-1 0 274 15,0-7 138-15,-1-9 68 0,-2-3-220 0,1 1 135 16,-1-3 81-16,-2 0-35 0,-1 2 53 0,0 5 28 15,0-1-1-15,-1 2 243 0,1 4-122 0,0 1-47 16,4 0 348-16,1 0-198 0,3 3-108 0,3 1-26 16,2 2 199-16,0 0-40 15,4 2-85-15,-3 0 57 0,2 0 179 0,-4 6-150 16,0 5-71-16,-5 1 216 0,-2 2-143 0,-3 3-72 16,-4 2-25-16,0 0 237 0,0 3-142 0,-13 1-70 15,-1-3 39-15,-4 1-56 0,-1-6-16 0,-3 5-11 16,1-7-193-16,2-1 82 0,-1-2 42 0,1-3 1 15,4-4-188-15,3 0 110 0,2-1 59 0,2-2-649 16,5 0 332-16,3 0 91 0,0-5 102 16,3-9-446-16,14-5 274 0,9-7 137 15</inkml:trace>
  <inkml:trace contextRef="#ctx0" brushRef="#br0" timeOffset="79032.98">15920 13373 2624 0,'6'-9'0'0,"-1"1"0"0,-3 0 0 0,0 7 0 0,-2-3 0 0,0 2 0 0,0 2 0 0,-7 0 0 0,-1 6 0 0,1 6 0 0,-1 8 201 0,1 2-86 0,3 4 452 0,2 2-264 16,2 2-182-16,0 3-121 16,0-4 0-16,4 1 0 0,11-3 0 0,0-1 0 0,4-5 0 15,3-2 0-15,-1-6 0 0,7 2 0 0,-1-6 0 16,-1-2 0-16,0-1 0 0,-6 0-256 16,3-3 99-16,0 1 89 0,-3 0-922 0,1 0 475 0,0 0 237 15</inkml:trace>
  <inkml:trace contextRef="#ctx0" brushRef="#br0" timeOffset="79804.17">16788 13219 1586 0,'0'0'0'0,"0"0"0"0,0 0 0 0,-2-1 0 0,2-8 0 0,0 0 0 0,0-3 0 0,-2-2 0 0,2-1 0 0,-1-2 0 0,1-3 83 0,-2 2 38 0,-2-1-40 0,2 0 1 16,-3 1 47-16,0 0-44 16,0 2 11-16,-2-1-53 0,-3 4 75 0,-1-2-38 0,0 4 1 15,0 1 46-15,-3 1-31 0,-1 4-11 16,0 3-42-16,0 2 84 0,-2 0-42 0,-1 2 11 15,-3 17-54-15,2 3 36 0,-1 6-1 0,-1 8-34 16,3 3 28-16,7-2-18 0,-1 10-11 0,3 0 1 16,6-3 78-16,3-1-40 0,0-7-45 0,5 1-36 15,11-3 0-15,2-7 0 0,1-2 0 0,4-4 0 16,0-6 0-16,-5-5 0 0,5-3-179 0,-5-5 33 16,-1-2 83-16,-1 0 19 0,-2-2-133 0,-1-13 60 15,-1-6 51-15,-3 1-15 16,-2-5 5-16,2 1 5 0,-4-2 29 0,-1 5 70 15,-1-2-30-15,-1 4 0 0,0 8-40 0,-2 0 267 16,0 4-127-16,0 2-47 0,0 4-34 0,0 1 421 16,0 0-209-16,2 6-207 0,0 9-22 0,3 3 0 15,5 3 0-15,-1 2 0 0,2-1 0 0,3 1 0 16,0 0 0-16,2-3 0 0,5 5 0 0,-3-7 0 16,-1 3 0-16,3-5 0 0,-6-2-110 0,-1-1-39 15,1-2 8-15,-4-3-747 0,-1-2 423 16,1-1 211-16,-3-5-487 0</inkml:trace>
  <inkml:trace contextRef="#ctx0" brushRef="#br0" timeOffset="79964.14">17043 13268 2556 0,'0'0'0'0,"1"0"0"0,2 1 0 0,-3 2 0 0,2 0 0 0,0 1 0 0,0 0 0 0,0 3 0 0,1 3 0 0,1 1 0 0,1 0 98 0,1 4-44 0,-3 0-12 0,4 1 11 15,-2-2-11-15,1-1-467 0,1 1 233 0,-2-3 117 16,6-1-592-16,-2-3 347 0,-2-4 167 0</inkml:trace>
  <inkml:trace contextRef="#ctx0" brushRef="#br0" timeOffset="80168.7">17322 13206 2940 0,'0'-6'0'0,"0"-1"0"0,0 1 0 0,0 1 0 0,0 1 0 0,0 0 0 0,0 2 0 0,0 0 0 0,0 0 0 0,0 2 0 0,0 0 427 0,-5 4-198 0,-4 9-93 0,-2 8 63 16,-6 1-199-16,-3 10 0 0,2 0 0 0,-6 10 0 15,-1 3 0-15,-1 3 0 0,-4 7 0 0,2 1 0 16,0-3 0-16,-6 14 0 0,0-3 0 0,0 3 0 16,-3 1 0-16,0 1 0 0,-1 3-88 0,-4 10-246 15,3-4 165-15,-4-2-1114 16</inkml:trace>
  <inkml:trace contextRef="#ctx0" brushRef="#br0" timeOffset="81316.86">15509 14305 1506 0,'-11'-1'0'0,"1"1"0"0,1 0 0 0,1 4 0 0,4 7 0 0,1 3 0 0,-3 8 0 0,6 6 0 0,0 3 0 0,0 2 0 0,0 6 84 0,0 5 169 0,2-3-107 0,2 1-52 15,-2-1 93-15,-1 2-74 0,-1-7-25 0,0 3-11 16,0-1 44-16,0-3-40 0,-9-3 1 0,2-2 59 16,-3-10-40-16,1 1-10 0,2-6-50 0,1-6 86 15,3-3-43-15,-2-3 0 0,3-2-33 0,0-1 43 16,2 0-26-16,0-10 0 0,6-4-115 0,9-5 44 16,6 0 10-16,3 0 34 0,2 4-159 15,3-3 79-15,1 6 40 0,-2 3-88 16,-5 3 48-16,3 4 28 0,-2 2-13 0,-3 0-32 15,-4 6 14-15,-4 10 1 0,-4 0-6 0,-3 4 152 16,-4 4-56-16,-2 3-29 0,-6 0 145 0,-11-1-62 16,-2 2-49-16,-3-3 1 0,-2-1 48 0,-3-1-103 15,1-5 0-15,5-4 0 0,-6 1 0 0,8-8 0 16,-2-2 0-16,2-1 0 0,4-2 0 0,4-2 0 16,1 0 0-16,4 0 0 0,3-2-244 0,3-7 72 15,0-4-343-15,2-4 201 16,17-6 141-16,7-5 67 0,2 2-655 0,3-2 360 15,0 0 181-15,-2 5-287 0</inkml:trace>
  <inkml:trace contextRef="#ctx0" brushRef="#br0" timeOffset="81673.39">15761 14871 1320 0,'9'-5'0'0,"2"3"0"16,-1 0 0-16,-1 1 0 0,-2 1 0 0,4 0 0 0,-4 0 0 0,2 0 0 0,-2 3 0 0,3 4 0 0,-1 4 99 0,0 1 232 0,0 3-146 15,-4 2-71-15,-1 2 182 0,-2-1-128 0,-2 3-53 16,0 3-42-16,-8-3 178 0,-5 2-104 0,-4-4-54 15,-4-3-25-15,2-1 91 0,-6 2-63 0,2-3-28 16,-2-5-108-16,6-2 40 0,1-1 1 0,2-2 50 16,4-3-190-16,2-1 90 0,4 0 44 0,4 0-602 15,2-1 309-15,2-14 91 0,15-4 13 0,8-2-465 16,5-7 310-16,2 2 154 0,2-4 76 16,-4 5-269-16,0-5 179 0,2 4 100 0,0 3 41 15,-8 3 68-15,-7 3 0 0,0 0 0 16,-8 7 0-16,-2 1 0 0,-5 4 0 0,0 1 273 15,-2 2-178-15,0 2-78 0,-4 0-24 0,-5 2 810 16,-2 11-328-16,-4 8-217 0,2-1 458 0,3 1-328 16,1 7-178-16,3-2-85 0,3 0 296 0,3 1-264 15,0-3-157-15,2-3 0 0,7 4 0 0,6-7 0 16,2-1 0-16,4-1 0 0,-2-5 0 0,6 1 0 16,0-4 0-16,-1-1-594 15,1-3 256-15,-5 0 187 0,3 0-72 0,2-2-651 16,-3-1 417-16</inkml:trace>
  <inkml:trace contextRef="#ctx0" brushRef="#br0" timeOffset="82163.73">16655 14381 2263 0,'-5'-9'0'0,"-2"2"0"0,3 3 0 0,1 0 0 0,-1 0 0 0,2 2 0 0,2 1 0 0,-1 1 0 0,1 0 0 0,0 5 0 0,0 12 121 16,0 5 69-16,0 9-79 0,0 8-36 0,0 2 1 15,0 5 108-15,0 0-71 16,0 5-26-16,0-2-10 0,0 2 72 0,0-3-53 0,0-1-28 0,-2-2 87 15,-2-9-47-15,-1 2-50 0,-2-7-58 0,2-6 0 16,1-3 0-16,-1-4 0 0,1-10 0 0,0 0 0 16,3-6 0-16,-4-2 0 0,3 0 0 0,0 0 0 15,2-10 0-15,0-2 0 0,0-5 0 0,4 1 0 16,8 0 0-16,1 0 0 0,4 2 0 16,1 1 0-16,7-1 0 0,-2 7 0 15,-4 5 0-15,4 0 0 0,-2 2 0 0,-3 0 0 16,-2 0-32-16,-2 10-56 0,-3 3 103 0,-4-1-28 15,-3 3-25-15,-4 3-14 0,0-2 100 0,0 1-34 16,-13 0-1-16,-3 1 120 0,-6-2-133 0,0-1 0 16,-1-1 0-16,5-7 0 0,-5 2 0 0,4-4 0 15,2 0 0-15,5-3 0 0,2-2 0 0,0 0 0 16,7 0 0-16,0 0 0 0,3-7-27 0,0-7-52 16,14-4-516-16,7-6 239 0,6-4 158 15,-1 2-743-15,8-8 455 0</inkml:trace>
  <inkml:trace contextRef="#ctx0" brushRef="#br0" timeOffset="82306.33">16931 14814 2755 0,'2'-3'0'0,"0"2"0"0,-2 1 0 0,0 0 0 0,0 0 0 0,0 0 0 0,2 5 0 0,-1 5 0 0,1-1 0 0,4 2 0 0,1 2 323 0,1 2-131 0,-1-2-80 16,2 2 116-16,1 0-93 0,-1-1-48 15,0-1-537-15,0-4 256 0,2 2 112 0,-4-3 62 16,2-1-843-16,3-1 451 0,-5-4 116 0</inkml:trace>
  <inkml:trace contextRef="#ctx0" brushRef="#br0" timeOffset="82501.63">17223 14723 2765 0,'0'-3'0'0,"0"2"0"0,0 0 0 0,-2 1 0 0,-3 0 0 0,-2 5 0 0,-1 11 0 0,0 5 0 0,-1 8 0 0,-2 2 0 0,-4 10 123 0,0-1 437 0,-1 0-250 15,-2 11-139-15,-3-3-169 0,-2 3-2 0,-5 6 0 16,2-8 0-16,-8 15 0 0,1-6 0 0,-3 2 0 16,3-1 0-16,1-3-79 0,7-12-185 0,4 1 147 15,5-12-390-15,0 1 156 0,7-11 168 16,2-1-16-16</inkml:trace>
  <inkml:trace contextRef="#ctx0" brushRef="#br0" timeOffset="83146.67">17537 13195 1578 0,'-6'-16'0'16,"1"7"0"-16,-1 0 0 0,1 2 0 0,1-1 0 0,-2 2 0 0,2 2 0 0,0 0 0 0,3 2 0 0,-1 1 0 0,2-1 106 0,0 2-33 0,0 0 0 0,0 2 70 15,0 6-41-15,2 5-36 0,1 2 117 0,3 3-71 0,-2 5-36 0,0-1 10 16,-2 8 126-16,0 1-86 0,-2 2-43 0,0 4 207 16,0 9-124-16,0-8-54 15,-2 12-40-15,-2-2 200 0,-2 6-272 0,4-2 0 16,0 2 0-16,2 1 0 0,0-1 0 0,0 4 0 15,0-5 0-15,0 3 0 0,2 8 0 0,0-8 0 16,-2 16 0-16,0-7 0 0,0 5 0 0,-2-2 0 16,-7 0 0-16,0-8 0 0,-5 11 0 15,3-5 0-15,2-1 0 0,-3 5 0 0,1-1 0 0,4-5 0 16,-1 12 0-16,0-13 0 16,3 0 0-16,0-11 0 0,1 2 0 0,0-2 0 15,1-2 0-15,2-2 0 0,1-4 0 0,-2-8 0 16,2-1 0-16,-2-6 0 0,0 2 0 0,0-9 0 15,-1 1 0-15,-1-2 0 0,-1 0 0 0,-1-3 0 16,0-1 0-16,0 0 0 0,-1 0 0 0,2-2 0 16,-3-2 0-16,4-1 0 0,-2-1 0 0,3-4 0 15,-1 1 0-15,2-2 0 0,-2 0 0 16,3-3 0-16,-1 1 0 0,-2-2-709 0,1 4 260 16,0 4 204-16</inkml:trace>
  <inkml:trace contextRef="#ctx0" brushRef="#br0" timeOffset="85363.83">6084 15940 2039 0,'-6'-6'0'0,"2"-1"0"0,1 2 0 0,1-4 0 0,2 6 0 0,0-3 0 0,0 1 0 0,0 1 0 0,0 0 0 0,0 0 0 0,0 3 118 0,0-2-1 0,0 2 66 16,0-1-61-16,0-1 15 0,0 2 175 0,0 0-125 0,0-2-63 16,4 3 0-16,3-4 106 0,2 3-69 0,1 1-84 15,1-2-77-15,5 0 0 0,-2 0 0 0,5-2 0 16,2 1 0-16,3-1 0 16,0 0 0-16,4 0 0 0,-1 0 0 0,6 3 0 15,2-2 0-15,10 2 0 0,2-1 0 0,16 0 0 16,2 0 0-16,6 1 0 0,6-1 0 0,4 0 0 15,14 0 0-15,-3 0 0 0,-1 0 0 0,8 1 0 16,-7 1 0-16,21 0 0 0,-14 0 0 0,3 0 0 16,0 0 0-16,1 0 0 0,-11 0 0 0,13 0 0 15,-15 0 0-15,-4 0 0 16,-12 0 0-16,6 0 0 0,1 0 0 0,-8-3 0 16,-3-3 0-16,-14-3 0 0,1-1 0 0,-6 2 0 15,-12-2 0-15,-4 2 0 0,-5-1 0 0,-9 3 0 16,-4-1 0-16,-5 4 0 0,-3-3 0 0,-6 1 0 15,-1-1 0-15,0 0 0 0,-2 2 0 0,0-1 0 16,-5 1 0-16,-10-1 0 0,-4 4 0 0,-4 1 0 16,-3 0 0-16,-3 10 0 0,-8 6-55 0,2 1-676 15,-5 6 335-15</inkml:trace>
  <inkml:trace contextRef="#ctx0" brushRef="#br0" timeOffset="86827.89">6524 13718 923 0,'0'0'0'0,"0"-2"0"0,0 0 0 0,0 2 0 0,0-1 0 0,0 1 0 0,0 0 0 0,0-2 0 0,0 2 0 0,0 0 0 0,0 0-15 0,0-3 56 0,0 3 0 0,0-1 56 16,0-1-10-16,0 0-43 0,0 2 0 0,0-2 35 15,0 2-32-15,0-1 10 0,0 1 11 0,0 0-20 16,0 0 3-16,0 0-2 0,0-2-41 0,0 2 13 16,1-2 30-16,3 0-2 0,3 0-46 0,-2 0 0 15,-1 0 37-15,1-1-29 16,1 1 24-16,-1-1 4 0,0 2-13 0,0-1-44 16,1 0 47-16,-3 0 13 0,3 2-17 0,-1 0-45 15,1 0 45-15,1 0 4 0,1 0-62 0,-1 0 2 16,-1 2 54-16,3 3-9 0,-1 2-42 0,4 0 0 15,-4-1 32-15,2-1-58 0,3 3 63 0,1-1-10 16,1 2 8-16,-1-1-25 0,5 2 22 0,1-1-5 16,1 3 5-16,2-1-2 0,1-1 0 15,1 4 0-15,2 1 15 0,-2 1-15 16,2 2 0-16,1 0 1 0,0 3 40 0,2 2-37 16,0 2 0-16,4 2 56 0,-2 3-55 0,3 0 4 15,5 1-4-15,-1 2 67 0,2 0-61 0,1 2 5 16,2 2-6-16,6 5 43 0,-3-3-39 0,2 3 7 15,-4-7-30-15,11 10 28 0,-3-2-3 0,-1 3-57 16,1-1 55-16,0 1 0 0,-9-5 4 0,9 9-75 16,-7-5 56-16,-2-2-8 0,-5-6 7 0,3 3-32 15,-6-4 25-15,1-5 4 16,-1 0 49-16,-6-11-2 0,2 3-43 0,-4-6 2 0,-2-4 28 16,-3-2-26-16,-3-1 1 0,0-5-15 15,-3-3 16-15,-4 1 6 0,-4-3 8 0,-2 0-83 16,-2 0 72-16,-2 0-2 0,-1 0-1 0,0-3-100 15,-2-3 41-15,0 0-1 0,0 1-335 0,-2 1 181 16</inkml:trace>
  <inkml:trace contextRef="#ctx0" brushRef="#br0" timeOffset="86845.43">8406 14997 544 0</inkml:trace>
  <inkml:trace contextRef="#ctx0" brushRef="#br0" timeOffset="87283.21">8333 13609 1381 0,'-5'-7'0'0,"3"1"0"0,1 2 0 0,-3 1 0 0,2 1 0 0,-2-2 0 0,2 3 0 0,-3-2 0 16,1 3 0-16,-4 0 0 0,-1 0 88 0,-2 12 59 0,-8 6-47 0,1 7-1 15,-9 9-47-15,-2 3 140 0,-12 10-76 0,0-1 0 0,-5 8 4 0,-7 4-33 16,-13 11-1-16,6-5-21 16,-23 21 91-16,-3 6-53 0,2-2 1 0,-6 3 28 15,-2-2-40-15,9-9 12 0,-19 21-52 0,13-15 43 16,16-9-43-16,0 0 0 0,9-7 0 0,16-12 30 15,1-4-30-15,9-10 0 0,7-2-43 0,5-6 43 16,4-8-11-16,9-8-41 0,0-5 0 0,5-4 0 16,6-3 0-16,-1-6 0 0,3 0 0 0,0-3 0 15,0 0 0-15,0 0-16 16,0 0-76-16,0 0 43 0,0 0 35 0,0 0-473 16,0 0 237-16,0 0 84 0,5 0-739 0,6 1 427 15,-1 7 212-15</inkml:trace>
  <inkml:trace contextRef="#ctx0" brushRef="#br0" timeOffset="88221.12">18638 13798 3150 0,'-8'-3'0'0,"8"2"0"0,0 1 0 0,0 0 0 0,0 0 0 0,0 0 0 15,4 0 0-15,13 0 0 0,3 0 0 0,5 0 0 0,9 0 163 0,3 0-52 0,10 0 236 0,-2-3-187 0,2 1-160 0,0-3 0 16,2 0 0-16,-8 0 0 0,12-1 0 0,-10 0 0 15,-7 3 0-15,2 0 0 0,-5 0 0 0,-4 3-570 16,1 0 241-16,-12 0 180 0,1 0-4 0,-6 15-889 16</inkml:trace>
  <inkml:trace contextRef="#ctx0" brushRef="#br0" timeOffset="88388.1">18829 14304 3294 0,'-18'1'0'0,"10"8"0"0,6 2 0 0,2-3 0 0,0-2 0 0,0-1 0 0,15 1 0 0,10-3 0 0,5-3 0 0,4 0 0 0,10 0 359 16,4 0-160-16,0 0-120 0,-6-2-79 0,10 1-197 15,-5-1 54-15,-4-1 91 0,3 2 46 0,-5-1-756 16,-4 2 411-16,-1 0 190 0,0 0 101 0,-10-2-876 16</inkml:trace>
  <inkml:trace contextRef="#ctx0" brushRef="#br0" timeOffset="88662.4">20146 13471 3499 0,'-6'-12'0'0,"-1"6"0"0,-1 3 0 0,1 1 0 0,-3 2 0 0,-2 0 0 0,0 0 0 0,-1 13 0 0,-1 8 0 0,-2 12 0 0,4 3 432 0,-1 17-432 0,4 9 0 0,3 0 0 15,4 4 0-15,2-1 0 0,0-6 0 0,0 12 0 16,2-8 0-16,6 0 0 0,1-5 0 16,-2-5 0-16,5-1 0 0,1-1 0 15,0-4 0-15,1-12 0 0,0 1 0 0,0-7 0 16,-1-8 0-16,4-2 0 0,-1-5-26 0,3-7-62 16,4-5-734-16,4-2 393 0,5-2 186 0,5-20-502 15,0-6 355-15,2-8 175 0</inkml:trace>
  <inkml:trace contextRef="#ctx0" brushRef="#br0" timeOffset="88966.9">20655 14019 2957 0,'4'-19'0'0,"-2"8"0"0,-2-1 0 0,0 7 0 0,0 1 0 0,-2 2 0 0,-5 2 0 0,-3 0 0 0,2 8 0 0,3 7 0 0,1 2 143 0,2 7-53 0,2 0 564 16,0 4-567-16,2 3-87 0,9 1 0 0,6-3 0 15,3 1 0-15,5-4 0 0,3-1 0 0,2-5 0 16,4-5 0-16,7-5 0 0,-6-6 0 0,4-4 0 15,4 0 0-15,-11-9 0 0,1-10 0 0,-1-4 0 16,-3-1 0-16,-5-2 0 0,-5-3 0 16,-2 0 0-16,-5-3 0 0,-7-1 0 15,-3-2 0-15,-2-1 0 0,0-3 0 0,-7 8 0 16,-11-4 0-16,-1 6 0 0,-5 2 0 0,0 4 0 16,-4 5 0-16,-4 5 0 0,2 3 0 0,-4 6 0 15,0 3 0-15,4 1 0 0,0 0 0 16,5 0 0-16,-5 9 0 0,6 4 0 0,-1 4 0 0,3 2 0 15,1-1 0-15,4 2 0 0,1 5 0 16,0 0 0-16,1 0-128 0,5 4-46 0,-2 4 73 0</inkml:trace>
  <inkml:trace contextRef="#ctx0" brushRef="#br0" timeOffset="89863.29">10926 13576 1357 0,'0'-36'-1'0,"0"17"1"0,0 8 0 0,2 3 0 0,0 7 0 0,0 0 0 0,3-3 0 0,4 4 0 0,1 0 0 0,1 0 0 0,5 0 105 0,0 5 0 15,5 4 49-15,2 2-34 0,4 6-14 0,6 4-49 16,3 3 51-16,3 6 1 0,12 9-52 0,-5-1 15 15,18 15 17-15,10 2-32 0,3 2 1 0,5 6 22 16,7 5-23-16,10 9 15 16,18 12-14-16,-5-1-52 0,5-1 0 0,1-4 52 15,1-5 0-15,-15-8-44 0,26 9 29 0,-14-8-18 16,-4-4-60-16,-4-3-12 0,-14-13 71 0,-6-4-3 16,16 2-38-16,-20-9-1 0,-17-11 21 0,0-1 31 15,-15-4-24-15,-6-6 15 0,-5-4-11 0,-8-2 72 16,-8-4 5-16,-6-3-65 0,-8-3 1 0,-6-2 56 15,-1 0-46-15,-2 0-3 0,-2-6-35 0,0-3 37 16,-4-4 9-16,-7 2-499 0,-2-3 227 0,-4 3 119 16,-4-2 45-16,-3 2-690 15,0-1 336-15,-4 4 169 0</inkml:trace>
  <inkml:trace contextRef="#ctx0" brushRef="#br0" timeOffset="90309.35">13309 13322 1979 0,'-1'-17'-7'0,"-3"10"3"0,2 3 2 0,-1 0 0 0,-3 3 2 0,0-1 0 0,-2 0 0 0,-3 2 0 0,-4 0 0 0,-7 9 0 0,-8 11 196 0,-8 7-70 15,-11 9 223-15,-24 20-154 0,0 4-69 0,-12 10-36 16,-20 18 102-16,-2-2-69 0,9-7 15 0,-33 28-83 16,9-4 248-16,-21 22-229 0,2-6-74 0,0 2 0 15,17-15 0-15,-28 26 0 0,19-11 0 0,22-20 0 16,-1 0 0-16,27-22 0 0,14-11 0 0,2-3 0 15,17-10 0-15,11-12 0 0,5-5 0 0,8-6 0 16,6-10 0-16,6-4 0 16,4-4 0-16,5-5 0 0,4-4 0 0,1-4 0 15,2-1 0-15,0 0 0 0,0 0 0 0,0 0 0 16,0 0 0-16,0 0 0 0,0-1 0 0,0-4 0 16,-2-3 0-16,-2 0 0 0,1 1 0 0,1-2 0 15,-2 4 0-15,1 1 0 0,1 1 0 0,-2 1 0 16,1 2 0-16,-2 3-473 0,1 22-201 0</inkml:trace>
  <inkml:trace contextRef="#ctx0" brushRef="#br0" timeOffset="91406.86">21615 14259 2963 0,'0'-2'0'0,"0"2"0"0,0 0 0 0,0 0 0 0,0 0 0 0,4 4 0 0,-1 4 0 0,3 1 0 0,-3 0 0 0,2 2 0 0,-3 3 111 0,0 1 157 16,-2 3-114-16,0 0-49 0,-4 2-38 0,-10 3 7 15,0-3-36-15,-4 1 1 0,-3 0-1 0,3-3-240 16,-7-1 116-16,4-4 61 0,3-2-517 0,-1-1 280 16,0 0 147-16,6-4-14 0,2 1-353 0,3-4 199 15</inkml:trace>
  <inkml:trace contextRef="#ctx0" brushRef="#br0" timeOffset="91974.81">22380 13701 2961 0,'-9'-1'0'0,"4"-1"0"0,-1 0 0 0,-1 0 0 0,2 2 0 0,-4 0 0 0,4 0 0 0,-1 0 0 0,1 0 0 15,0 0 0-15,-4 4 657 0,2 5-344 0,0 2-313 0,-1 4 0 0,-2 5 0 16,1 6 0-16,0-1 0 0,2 4 0 0,-1 6 0 15,4-3 0-15,0 2 0 0,4 4 0 0,0-3 0 16,0 1 0-16,2 0 0 16,9-2 0-16,5-2 0 0,3-3 0 0,3-2 0 15,4-2 0-15,2-5 0 0,1-3 0 0,3-4 0 16,-1-3 0-16,1-5 0 0,0-3 0 0,0-2 0 16,0 0 0-16,-2-2 0 0,-2-7 0 0,1-8 0 15,-1-2 0-15,-4-1 0 0,0-3 0 0,-3-1 0 16,-2-3 0-16,-2 1 0 0,-4 1 0 0,-5-3 0 15,-3 6 0-15,-1-10 0 0,-3 4 0 0,-1 2 0 16,0-5 0-16,-7 2 0 0,-7 2 0 16,-4 1 0-16,-4-2 0 0,-9-2 0 15,3 4 0-15,1 5 0 0,-5-3 0 0,-3 6 0 16,2 3 0-16,-3 2 0 0,-1 4 0 0,-1 3 0 16,-2 2 0-16,3 4 0 0,1 0 0 0,4 0 0 15,10 0 0-15,-3 8 0 0,7 1 0 0,2-1 0 16,7 1 0-16,2 0 0 0,2 3 0 0,1-2 0 15,4 2 0-15,0 4 0 0,0-2 0 16,0 3-166-16,5 5-261 0,8 1 195 0,3 2 88 16,0 1-692-16</inkml:trace>
  <inkml:trace contextRef="#ctx0" brushRef="#br0" timeOffset="92156.6">23191 14329 3931 0,'0'4'0'0,"0"7"0"0,0 2 0 0,0-2 0 0,0-2 0 0,0 3 0 0,0-3 0 0,-2 3 0 0,-2-1 0 0,0-1 0 0,-4-1 0 16,1 3 0-16,-4 2 0 0,-3 1 0 0,-2 0 0 16,-5 5 0-16,-2 0 0 0,-7 7 0 0,-9 11-172 15</inkml:trace>
  <inkml:trace contextRef="#ctx0" brushRef="#br0" timeOffset="93512.9">24017 13085 2201 0,'-5'-7'0'0,"3"1"0"0,0 3 0 0,-1-1 0 0,3 1 0 0,-2 2 0 0,2-1 0 0,0 2 0 0,0 0 0 0,0 0 0 0,0 0 92 0,0 7 250 16,0 7-144-16,2 7-86 0,1 5 236 0,1 4-157 16,-1 13-77-16,1 5-40 0,-2 9 185 0,0 13-259 15,-1 1 0-15,1 17 0 0,-2-1 0 0,0 3 0 16,0-7 0-16,2 18 0 0,0-10 0 0,0 0 0 16,4 0 0-16,-2-2 0 0,-1-10 0 0,3 4 0 15,-1-6 0-15,-1-4 0 0,1-3 0 0,-4-7 0 16,3-6 0-16,-2 0 0 0,0 0 0 0,-2-6 0 15,0-4 0-15,0-7 0 0,0-3 0 0,0-7 0 16,-2-6 0-16,0-5 0 16,-3-2 0-16,4-7 0 0,-1-3 0 0,0-2 0 15,2-2 0-15,0-3 0 0,0 0 0 0,0 0-117 16,0 0-195-16,0-6 133 0,2-18 75 0,15-15-1116 16</inkml:trace>
  <inkml:trace contextRef="#ctx0" brushRef="#br0" timeOffset="94395.05">25000 13227 1974 0,'0'0'0'0,"0"-2"0"0,0-2 0 0,0-2 0 0,0 0 0 0,0-3 0 0,0 0 0 0,0-3 0 0,0-1 0 0,0-2 0 0,5 0 98 0,-1-3-35 0,-2 0 0 15,-1-4 60-15,1 1-44 0,0-1 0 0,-2-1 52 16,0-4-52-16,0 4-1 0,0 1-42 0,-4 0 45 16,-3 4-23-16,-2 1 10 15,-3 1-33-15,-2 3 90 0,2 6-44 0,-5 1-24 0,-4 4 106 0,-2 2-55 16,-2 4-41-16,-7 17 0 15,0 7-6-15,2 8 0 0,-5 15-25 0,10-1 24 0,-8 22-60 16,6-3 0-16,2 6 0 0,4-1 0 16,3-2 0-16,6-11 0 0,5 1 0 0,1-4 0 15,6-8 0-15,0-10 0 0,0-2 0 0,2-10 0 16,7-4 0-16,3-7 0 0,1-4 0 0,0-7 0 16,4-5 0-16,-1-1 0 0,9-5 0 0,0-21 0 15,-1-4 0-15,3-8 0 0,-1-4 0 0,0 1 0 16,-4-3-14-16,1-1-96 0,-5-1 29 0,0 4 26 15,-6 12 13-15,0-5 7 0,-4 4-1 16,-3 11 1-16,-3 2 219 0,0 7-110 16,0 1-64-16,-2 4 130 0,0 5-140 0,0-1 0 15,0 2 0-15,0 0 0 0,0 7 0 0,0 14 0 16,1 3 0-16,2 6 0 0,3 4 0 0,1 0 0 16,2 0 0-16,2-4 0 0,1 0 0 0,2-6 0 15,-2-7 0-15,2 0 0 0,1-6 0 0,-1-5 0 16,0-4 0-16,-3-2 0 0,0 0 0 0,0-2 0 15,0-9 0-15,1-6 0 0,-3-2 0 0,2-4 0 16,1 1 0-16,-1 1 0 16,-2 2 0-16,3-1 0 0,1 3 0 0,-2 1 0 15,1 2 0-15,0 5 0 0,2 1 0 0,-3 4 0 16,2 3 0-16,2 1 0 0,0 0 0 0,2 0 0 16,-1 11 0-16,5 4 0 0,-5-2 0 0,-2 6 0 15,-1-1 0-15,-3 3 0 0,-4 0 0 0,-5-1 0 16,-1 3 0-16,0-2 0 0,-5 1 0 0,-10-3 0 15,-4-4 0-15,-3 4 0 16,-1-5 0-16,-1-2 0 0,0-2 0 0,-1-3 0 16,4-3 0-16,1-2 0 0,1-2 0 0,8 0 0 15,-1 0 0-15,5 0 0 0,3 0-642 0,4-10 156 16,1-5 225-16,21-5 113 0,6-9-764 0,6-1 438 16,-4 2 210-16</inkml:trace>
  <inkml:trace contextRef="#ctx0" brushRef="#br0" timeOffset="94549.62">25510 13298 3155 0,'12'-11'0'0,"-3"-1"0"0,-5 5 0 0,-1 1 0 0,-1 4 0 0,-2 0 0 0,0 2 0 0,-2 0 0 0,-7 0 0 0,0 11 0 0,-1 3 645 0,-1 6-514 0,0 5-131 15,3 1 0-15,2 4 0 0,5 0 0 0,1 1 0 16,0-4 0-16,1 3 0 0,13-3 0 0,2-3 0 16,5-3 0-16,4-3 0 0,3-3 0 0,1-1 0 15,6-9-80-15,4-1-156 0,8-4 20 0,2 0-1037 16</inkml:trace>
  <inkml:trace contextRef="#ctx0" brushRef="#br0" timeOffset="95456.2">26651 13095 1922 0,'0'-10'0'0,"0"7"0"0,0-1 0 0,0-2 0 0,0-1 0 0,3-1 0 0,-1-1 0 0,0-4 0 0,4-1 0 0,-1-2 0 0,1-9 74 0,0 3 1 16,2-2-31-16,0-3 23 0,-2 2 1 0,-4-3-33 0,-1 4 0 0,1 3-24 15,-2-1 9-15,0 0 15 0,-5 0 0 16,-9 6 36-16,1-1 0 0,-4 7-36 0,-3 1 154 0,-5 3-81 15,-1 6-36-15,-4 0 0 16,0 8 134-16,-7 14-84 0,10 3-34 0,-11 13 12 16,8 5-31-16,0 13 0 0,7 0-31 0,9 7 75 15,5-9-29-15,6 17-81 0,3-18-3 0,0 3 0 16,1-7 0-16,14-6 0 0,-2-11 0 0,6-2 0 16,2-5 0-16,-1-9 0 0,-1-4 0 0,7-6 0 15,-3-6 0-15,5 0 0 16,-2-13 0-16,6-14-16 0,-4-3-24 0,-2-4-98 15,-3 4 33-15,2-11 48 0,-9 8-97 0,2-2 59 16,-6 5 30-16,-1 2-1 0,-4 7 181 0,-4 2-72 16,1 8-38-16,-2 4 398 0,-2 1-233 0,0 5-170 15,0-1 0-15,0 2 0 0,1 3 0 0,1 12 0 16,6 7 0-16,0 0 0 0,3 6 0 0,3-5 0 16,0 4 0-16,1-2 0 0,4-3 0 0,0-4 0 15,-1-2 0-15,2-5 0 0,2-4 0 0,-2-2 0 16,1-5 0-16,-2 0 0 0,-1 0 0 0,5-3-643 15,-4-10 242-15,-1-3 183 0,2-7 91 16,-5 0-511-16,0-6 307 0,-2 4 147 16,-4-3-80-16,1 6 114 0,-5 0 57 0,-2 8 20 15,0 0 61-15,-2 7 1 0,0 2-25 0,-1 1 635 16,0 2-318-16,0 2-166 0,3 0-72 0,-1 8 687 16,0 5-365-16,2 1-78 0,0 1-126 0,1 3 222 15,0 2-178-15,0 1-193 0,5-1-143 0,-2 0 30 16,2-3 68-16,4-1 43 0,-3-3-409 0,8-2 217 15,-1-3 108-15,3-4-877 16,3-4 472-16</inkml:trace>
  <inkml:trace contextRef="#ctx0" brushRef="#br0" timeOffset="95664.62">27582 12950 3619 0,'2'-7'0'0,"-2"1"0"0,0 2 0 0,0 1 0 0,0 1 0 0,0 2 0 0,0 0 0 0,0 0 0 0,0 2 0 0,-2 8 0 0,-2 5 312 16,-5 9-312-16,-5 2 0 0,-2 9 0 0,-4 3 0 16,-3 3 0-16,-6 6 0 0,-4 8 0 0,5-8 0 15,-13 13 0-15,2-8 0 0,-2 3 0 0,2-3 0 16,-3-1 0-16,7-7 0 0,0 4 0 0,4-5 0 16,2-2 0-16,5-3 0 0,0-1 0 15,2-4 0-15,-3 8-907 0,0-4 323 0</inkml:trace>
  <inkml:trace contextRef="#ctx0" brushRef="#br0" timeOffset="96370.74">25062 14070 1810 0,'-12'-22'0'16,"4"8"0"-16,-1 2 0 0,4 2 0 0,1-1 0 0,0 6 0 0,0 1 0 0,2 3 0 0,0-1 0 0,2 2 0 0,0 3 88 0,0 17 124 0,5 5-87 0,6 11-44 16,-2 4 80-16,-2 5-62 0,0 4-21 0,0 1-9 15,-5 3 38-15,0-4-34 0,-2-2 0 0,0-8-20 16,0 2-16-16,-6-9 1 0,0-3 0 0,-2-7 87 16,3-1-44-16,0-7 10 0,-1-4-54 0,4-3 105 15,-2-2-52-15,4-4-26 16,-3-1 16-16,3 0-1 0,0 0-79 0,0 0 0 15,4-8 0-15,8 2 0 0,2-3 0 0,4 2 0 16,-1 2 0-16,4 3 0 0,-2 0 0 0,1 2 0 16,-2 0 0-16,2 2 0 0,-5 9 0 0,0 4 0 15,-5 2 0-15,-2-2 0 0,-4 7 0 0,-2-1 0 16,-2 2 0-16,0 0 0 0,-4-5 0 0,-7 1 0 16,-8 0 0-16,5-4 0 0,-9 0 0 0,2-2 0 15,3-6 0-15,-2 1 0 0,-1-4 0 0,5-3 0 16,-1-1 0-16,2 0 0 0,4 0 0 0,1 0 0 15,-1-1 0-15,6-7 0 16,-2-5 0-16,4-1 0 0,1-4 0 0,2-7 0 16,0 2 0-16,0-4-713 0,5-2 247 0,9 4 214 15,2 0 107-15,7 0-679 0,4 3 392 0</inkml:trace>
  <inkml:trace contextRef="#ctx0" brushRef="#br0" timeOffset="96731.76">25520 14471 2909 0,'13'8'0'0,"-2"1"0"0,-2 3 0 0,-1-1 0 0,-4 2 0 0,1 2 0 0,-1 2 0 0,0 2 0 0,-2 3 0 0,0 0 0 0,-1 3 368 0,-1 1-169 0,0-2-81 15,0 1 219-15,-7 0-337 0,-4-3 0 0,-1-5 0 16,-3 4 0-16,0-6 0 0,-3 0 0 0,1-4 0 16,-2-1 0-16,-2-3 0 15,3-1 0-15,-3-4 0 0,3-2 0 0,2 0 0 0,4 0-87 0,1 0-109 16,4 0 99-16,2-6-42 0,5-7-550 0,0-6 326 15,10-5 153-15,17-7-517 16,5-1 345-16,3-1 172 0,4-1 86 0,3 0-249 16,-2 1 183-16,1 3 99 0,-1 0 38 0,-5 3 53 15,-6 4 0-15,-1 1 0 0,-11 7 210 0,1 2-143 16,-9 3-52-16,-3 3-26 0,-4 4 296 0,2 1-161 16,-4-1-90-16,0 3 936 0,-12 3-466 0,-4 11-233 15,-1 7-116-15,-2 2 640 0,2 5-368 0,2-2-342 16,2 4-85-16,6 3 0 0,3-3 0 0,4 2 0 15,0-1 0-15,4-1 0 0,13 0 0 0,12-1 0 16,-1-1 0-16,8-8 0 16,-2-3 0-16,12 3-452 0,0-3 193 0,7-5 112 15</inkml:trace>
  <inkml:trace contextRef="#ctx0" brushRef="#br0" timeOffset="97440.74">26754 13989 2100 0,'0'-9'0'0,"-2"8"0"0,2-1 0 0,0 2 0 0,0 0 0 0,0 9 0 0,0 6 0 0,0 9 0 0,0 2 0 0,0 9 0 0,0 7 84 0,0-2 173 0,0 11-114 0,0-1-53 16,-2-1 46-16,-4-1-50 0,-2-3-24 0,1-8 9 16,-3 3 30-16,-1-4-32 0,0-4 0 0,1-5-32 15,-1-6 85-15,2-6-33 0,1-3-10 0,3-4 179 16,-1-4-180-16,4-3-78 0,1-1 0 0,1 0 0 16,0 0 0-16,0-5 0 0,9-5 0 0,10-1 0 15,4 0 0-15,5 1 0 0,4 3 0 0,3 0 0 16,-2 6 0-16,2 0 0 15,-2 1 0-15,-6 0 0 0,5 12 0 0,-9 3 0 16,-6 4 0-16,1 2 0 0,-7-3 0 0,-1 5 0 16,-6-3 0-16,-2 0 0 0,-2 1 0 0,0-5 0 15,-16 4 0-15,0-4 0 0,-9 2 0 0,-3-2 0 16,-1-5 0-16,-1 0 0 0,6-5 0 0,-10 0 0 16,6-3 0-16,8-3 0 0,-5 0 0 0,5 0 0 15,5 0 0-15,0-2 0 0,7-7 0 0,2-5 0 16,6-2-686-16,2-8 154 0,18-5 239 15,15-6 132-15</inkml:trace>
  <inkml:trace contextRef="#ctx0" brushRef="#br0" timeOffset="97578.43">27092 14560 3182 0,'16'0'0'0,"-2"0"0"0,-5 8 0 0,-1 1 0 0,3 2 0 0,-2-1 0 0,1 3 0 0,5-1 0 0,-2 2 0 0,1-3 0 15,-1 6 143-15,4-4 376 0,-6 0-432 0,3-2-87 0,0 1 0 16,-2-3 0-16,2 1-88 15,-5-4 34-15,5 0-916 0,1-3 504 0,-3-1 251 16,4-2 126-16</inkml:trace>
  <inkml:trace contextRef="#ctx0" brushRef="#br0" timeOffset="97795.08">27501 14476 2992 0,'0'-5'0'0,"0"2"0"0,0 1 0 0,0 0 0 0,0 2 0 0,0 0 0 0,-5 0 0 0,-1 12 0 0,-5 8 0 0,1 6 0 0,-7 8 388 0,1 5-176 0,-8 6 127 16,-2 9-339-16,5-9 0 0,-7 9 0 0,-2 5 0 16,0-2 0-16,-1 0 0 0,-3 3 0 0,2-4 0 15,4-9 0-15,0 7 0 0,1-5 0 0,4 0 0 16,6-6 0-16,1-9 0 0,1 3 0 0,2-5 0 16,4-3 0-16,-4-4-266 0,6-5-239 0,0 1 224 15,0-5 127-15,-2 0-722 0,2-6 420 0</inkml:trace>
  <inkml:trace contextRef="#ctx0" brushRef="#br0" timeOffset="98211.38">27912 12909 2292 0,'0'-4'0'0,"0"4"0"0,4 0 0 0,2 0 0 0,0 7 0 0,1 3 0 0,2 7 0 0,2 4 0 0,-1 7 0 0,-1 8 0 0,0 15 376 0,1 11-169 0,-8 10-85 0,-2 20 295 16,0-3-189-16,0-3-87 0,-7 25-56 0,-5-10-22 0,1-1-63 16,0-4 0-16,-1-4 0 0,3-10 0 15,-4 18 0-15,2-14 0 0,1-11 0 0,-1 2 0 16,0-3 0-16,2-12 0 0,-2 7 0 0,1-16 0 16,2 1 0-16,3-7 0 0,-1-9 0 0,5-8 0 15,-2-5 0-15,1-5 0 0,2-7 0 0,0-6 0 16,0-1-269-16,0-4-138 15,0-2 189-15,0 0 90 0,0 0-419 0,0-8 255 16,0-7 118-16,0-7 73 0,0-4-429 0</inkml:trace>
  <inkml:trace contextRef="#ctx0" brushRef="#br0" timeOffset="98489.1">28438 13090 3332 0,'12'-6'0'0,"8"4"0"0,0 2 0 0,3 0 0 0,4 0 0 0,5 18 0 0,2 4 0 0,3 15 0 0,4 16 0 0,5 18 0 0,-11-2 306 0,3 29-140 0,-8-2-64 0,-6 1-77 16,-8-1-25-16,-6-6 0 0,-7-15 0 0,-1 7 0 15,-2 2 0-15,-7-3 0 0,-13-3 0 16,-6-2 0-16,-4-2 0 0,-4-5 0 15,-2-6 0-15,-1-6 0 0,-2-7 0 16,-3-3 0-16,2-10 0 0,-12 6 0 0,5-9 0 0,-6-2 0 16,9-5 0-16,-7-1 0 0,11-4-971 0,-7-1 410 15,17-2 261-15</inkml:trace>
  <inkml:trace contextRef="#ctx0" brushRef="#br0" timeOffset="98644.4">29181 14941 358 0,'0'-2'0'0,"17"4"0"0,3 15 0 0,-17-12 0 0,-3-5 631 0,0 6-334 0,-7 9-166 0</inkml:trace>
  <inkml:trace contextRef="#ctx0" brushRef="#br0" timeOffset="101171.57">7395 16323 2028 0,'0'-10'0'0,"0"9"0"0,0 1 0 0,0 0 0 0,0 0 0 0,5 0 0 0,5 0 0 0,2 5 0 0,2 5 0 0,3 5 0 0,5 4 150 0,3 7 132 15,1 6-118-15,0 5-58 0,-1 5 0 0,0 6 37 16,-4 7-36-16,1 9-11 0,-5-4-49 0,-4 3 50 16,-1 1-49-16,-4-7 11 0,-3 13-55 0,-2-9 0 15,1 1 43-15,-3-9 0 0,-1 4-137 0,0-11 81 16,0-5 21-16,0-3-318 0,0-8 144 0,-1-9 92 16,-3-6 9-16,2-4-419 15,1-6 227-15,-2-4 74 0,2-1 67 0,1-1-143 16,0-19 104-16</inkml:trace>
  <inkml:trace contextRef="#ctx0" brushRef="#br0" timeOffset="101344.46">7779 16638 2653 0,'-12'-20'0'0,"5"7"0"0,3 6 0 0,-2-3 0 0,5 1 0 0,0-1 0 0,1 1 0 0,4-1 0 0,18 1 0 0,6 0 0 0,4-3 356 0,10 1-154 0,-3 1-78 16,2 4-38-16,-2 1-71 0,9 0-13 0,-3 2 46 15,-4 3-1-15,0 0-588 0,0 0 294 0,-8 0 159 16,3 0-714-16,-3 3 324 0,-6-2 229 0,-4-1 20 16</inkml:trace>
  <inkml:trace contextRef="#ctx0" brushRef="#br0" timeOffset="101904.48">8310 16322 2027 0,'-7'-12'0'0,"0"3"0"0,4-1 0 0,1 0 0 0,2 5 0 0,0-4 0 0,10 3 0 0,8 2 0 0,8 3 0 0,2-1 0 0,-1 2 119 0,5 0-36 16,-2 5 110-16,0 8-79 0,-1-1-34 0,-3 3 0 0,-5 2-118 16,-5 4 41-16,-5-1 13 0,-4 9-230 0,-5-2 130 15,-2 4 65-15,-5 0 32 0,-12 1-308 0,-4 2 124 16,-1-5 35-16,-1 2-115 16,-3-2 63-16,0-2 75 0,0-3 0 0,-3 1-238 0,3-2 152 0,1-3 77 15,5-1 38-15,5-6-114 16,5-6 93-16,0 2 58 0,0-4 47 0,4-1 0 15,2-3 0-15,-1-1 0 0,1 0 250 0,3 0-171 16,-4 0-63-16,-1 0 595 0,1 0-273 0,1-1-166 16,-3-4 0-16,0-3 188 0,0 1-157 0,-2-2-79 15,0 2-39-15,-3-1 290 0,3 3-153 0,-3-1-94 16,-2 4 37-16,0 2-59 0,-2 0-31 0,-2 6 1 16,-2 12-106-16,1 7 33 15,-1 10-1-15,3 1 89 0,2 6 1 0,5-1-47 16,5-3 13-16,3 8 55 0,2-9-113 0,0 0 0 15,2-3 0-15,11-4 0 0,1-7 0 0,4 0 0 16,-3-10 0-16,2-1 0 0,1-5 0 0,2-7 0 16,-1 0 0-16,1-1 0 0,-1-17 0 0,-3-3-5 15,0-5-120-15,-3-5 66 0,-2-1-9 0,0-1-67 16,-3-3 30-16,-3 0 38 0,0 3-19 0,-2 0 64 16,-1 7-54-16,-2 2 30 0,0 3 165 15,0 8-73-15,0 2-41 0,0 1-6 16,0 8 416-16,0 0-205 0,0 0-210 0,0 2 0 15,0 2 0-15,0 12 0 0,0 2 0 0,0 7 0 16,2 0 0-16,3-1 0 0,1 5 0 0,6-1 0 16,0-4 0-16,1 5 0 0,1-3 0 0,1-4 0 15,-2-2 0-15,4-3 0 0,0 1-357 0,-1-3-18 16,2 0 164-16,2-3-433 0,-3-1 299 0,4 0 149 16,1-2 64-16,2-3-421 0,-3-3 254 0</inkml:trace>
  <inkml:trace contextRef="#ctx0" brushRef="#br0" timeOffset="102125.83">9153 16540 3412 0,'0'-10'-6'0,"0"5"2"0,0 4 1 0,0 0 2 0,0-2 1 0,-4 3 0 0,-1 0 0 0,-4 8 0 0,-3 7 0 0,-6 12 0 0,-3 5 201 16,-7 11-83-16,1 3 96 0,-1 1-214 0,-1-2 0 15,3 2 0-15,-1-2 0 0,0 0 0 0,1-2 0 16,-1-1 0-16,1-4-11 0,1-2-60 0,5-9 70 16,3-1-687-16,4-7 345 0,1-2 63 0,5-8-180 15,3 0 206-15,1-5 94 0,3-4 62 0,0-3-464 16</inkml:trace>
  <inkml:trace contextRef="#ctx0" brushRef="#br0" timeOffset="102276.74">8751 16757 2188 0,'4'-37'0'0,"-1"14"0"0,5 0 0 0,-2 8 0 0,-1 7 0 0,4 2 0 0,3 5 0 0,1 1 0 16,6 0 0-16,1 13 0 0,3 4 79 0,2 6 439 0,5 5-242 0,-2 2-115 0,2 2 165 0,0 4-140 15,-2-2-71-15,-1-4-33 0,6 6-408 0,-3-7 181 16,-1-1 95-16,3-3-725 0,2-3 410 0,-3-5 217 16,9 0 46-16,-1-5-791 0</inkml:trace>
  <inkml:trace contextRef="#ctx0" brushRef="#br0" timeOffset="102472.85">9434 16493 2986 0,'-12'-19'0'0,"9"17"0"0,3-1 0 0,0 2 0 0,0 0 0 0,0-3 0 0,5 3 0 0,14-1 0 0,4 1 0 0,7-2 0 0,14 1 327 0,4 0-130 16,7 2-81-16,2 0-36 0,-1 0-343 0,1 0 155 0,1 0 75 15,-2-1-515-15,-2-1 291 0,-1 0 150 16,-6 0 76-16,-2 1-280 0,-7-2 48 0,-1 2 124 0,-3-1-75 16,-4-4-296-16</inkml:trace>
  <inkml:trace contextRef="#ctx0" brushRef="#br0" timeOffset="102999.88">10273 16054 2050 0,'-5'-11'-1'0,"5"6"-2"0,0-1 1 0,0 3-1 0,2-2 2 0,8 4-1 0,7 1 2 0,2 0-1 0,5 0 1 0,1 9 0 0,-3 4 104 0,-1 2 63 0,5 4-67 16,-8 0-27-16,0 2-1 0,-6 1-81 0,-5 2 0 15,-5 1 64-15,-2 5-75 0,-10 1 32 0,-14 5 0 16,-4 0 32-16,-9-1-183 0,-4 1 95 0,-12 6 37 16,1-4-31-16,-4-3-333 15,-1 0 146-15,-1-3 104 0,10-6-275 0,-3-1 181 16,15-10 86-16,10-6 42 0,-1-1-117 0,13-4 80 15,2-4 29-15,5 0 36 0,5 0 15 0,2 0-1 16,0-2 1-16,2 0 75 0,5-1-48 0,3 1 10 16,-1 2-37-16,2 0 305 0,-4 0-152 0,3 5-77 15,-2 8 12-15,-3 6 480 0,1 4-197 0,-3 1-148 16,0 5 258-16,-3 1-185 0,0 1-109 0,0-1-50 16,0 2 126-16,-5 1-88 0,2-4-43 0,1-7-88 15,-2 2 44-15,4-4 1 16,0-8-1-16,0-2-66 0,0-2 33 0,0-6 12 15,0-1 21-15,0-1-151 0,0 0 76 0,2-11 38 16,2-4 81-16,4-1-45 0,1-1-75 0,2-1 53 16,1 2 68-16,1 1-34 0,1 2-8 15,2 2 30-15,3 3 3 0,-1 5-51 0,7 0 29 0,-3 3-106 16,2 0 50-16,-3 10 10 0,6 7 48 0,-5 1-112 16,-3 5 42-16,-2-1-1 15,-4 3-130-15,-3-2 82 0,-7 4 15 0,-1-6 0 16,-2 2 1-16,0-2 1 0,-12-4 4 0,-4-1 122 15,-7-1-45-15,-2-3-10 0,0-5-40 0,-3-1 41 16,-4-2 6-16,0-4-21 0,4 0-13 0,-1 0-88 16,5-10 44-16,5-1 22 0,2-5-283 0,4-3 131 15,5-5 79-15,8-3 17 0,0-4-521 0,14-5 276 16</inkml:trace>
  <inkml:trace contextRef="#ctx0" brushRef="#br0" timeOffset="103294.82">10737 16039 2595 0,'0'-20'0'0,"0"13"0"0,0 2 0 0,0 2 0 0,0 0 0 0,0 1 0 0,2 2 0 0,5 0 0 0,2 3 0 0,3 14 0 0,2 11 109 0,2 5 305 0,-2 13-191 0,-4 3-90 16,-2 5-46-16,-6 14 283 0,-2-10-370 0,0 23 0 15,-7 8 0-15,-2-2 0 0,-4 2 0 0,3-13 0 16,3 11 0-16,0-4 0 0,1-5 0 0,5-4 0 16,1-5 0-16,0-13 0 0,0 3 0 0,0-10 0 15,1-14 0-15,3-1 0 0,0-10 0 0,1-1 0 16,-3-6 0-16,0-2 0 0,-2-2-208 16,0-1-181-16,0-2 173 0,-8 4 87 15,-2-2 34-15,-6 2-508 0,1 1 281 0,-2-1-475 16</inkml:trace>
  <inkml:trace contextRef="#ctx0" brushRef="#br0" timeOffset="103740.74">11411 16509 2375 0,'-14'-25'0'0,"9"18"0"0,5 5 0 0,0 1 0 0,0 1 0 0,0-2 0 15,2-1 0-15,9 2 0 0,8 0 0 0,7-3 0 0,14 1 401 0,1-3-179 0,8 1-91 0,2 0-44 0,1-3 24 16,2 2-40-16,-3 2 0 0,-2 1-495 16,-4 2 233-16,-9 1 116 0,1 0 69 0,-7 10-801 0,-3 10 352 15,-10 5 231-15</inkml:trace>
  <inkml:trace contextRef="#ctx0" brushRef="#br0" timeOffset="103884.04">11509 16923 2666 0,'-39'14'0'0,"14"-4"0"0,4-3 0 0,4-2 0 0,7-1 0 0,5-4 0 0,3 0 0 0,2 0 0 0,7 0 0 0,24 0 0 0,10 0 110 0,8 0 190 0,11 0-134 0,4 0-63 15,0 0-398-15,3 0 168 0,3 0 84 0,-11 2 53 16,17 7-863-16,-9 3 440 0</inkml:trace>
  <inkml:trace contextRef="#ctx0" brushRef="#br0" timeOffset="104874.62">12959 15739 1507 0,'-2'-23'0'16,"0"12"0"-16,0 6 0 0,2 3 0 0,0-1 0 0,0 3 0 0,0 0 0 0,0 6 0 0,7 15 0 0,3 6 0 0,0 4 406 0,2 13-186 0,-1 4-90 0,1 14-43 15,-5 5 371-15,-1 7-208 0,-1 5-94 0,-3 15-61 16,0-2 382-16,-2 8-332 0,0 6-145 16,0 5 0-16,0 2 0 0,0 2 0 0,0-2 0 15,0-1 0-15,0-3 0 0,2-5 0 0,6-19 0 16,1 2 0-16,4-5 0 0,1-4 0 0,-4-10 0 15,2-14 0-15,-1-7 0 0,-2-4 0 0,0-10 0 16,-2-7 0-16,0-4 0 0,-5-7-115 0,2-2-177 16,-3-5 125-16,1-1 63 0,0-3-199 0,-2-1 131 15,0 1 54-15,0 0-577 0,2 3 327 0</inkml:trace>
  <inkml:trace contextRef="#ctx0" brushRef="#br0" timeOffset="105737.87">18668 15590 1802 0,'3'-41'0'0,"3"11"0"0,-2 13 0 0,0 6 0 0,1 2 0 0,-3 0 0 0,2 4 0 0,0 3 0 0,-1 2 0 0,7 0 0 0,-1 10 318 0,4 15-137 0,3 7-57 15,-2 17-45-15,3 12 202 0,-4 7-118 0,-1 22-59 16,-6 8-30-16,-5 12 514 0,-1 26-371 16,0-5-217-16,-11 10 0 0,-6 11 0 15,-4 2 0-15,3-4 0 0,2 1 0 0,5-7 0 16,4-10 0-16,4-26 0 0,0-10 0 0,3 13 0 15,0-33 0-15,3 2 0 0,2-15 0 0,2-13 0 16,1-8 0-16,1-1 0 0,-1-5 0 0,-1-4 0 16,-1-2-879-16,-5 0 409 0,-1 2 202 0,0 7 117 15</inkml:trace>
  <inkml:trace contextRef="#ctx0" brushRef="#br0" timeOffset="106331.43">14239 16229 1549 0,'-13'-24'0'0,"2"3"0"0,1 5 0 0,1 2 0 0,2 3 0 0,1 2 0 0,4 3 0 0,-2 0 0 0,4 4 0 0,0 2 0 0,0 0 115 16,2 8-36-16,8 10 190 0,3 11-119 0,2 8-53 15,-4 7 331-15,2 2-192 0,-1 9-96 0,-1 7-38 16,-2 13 302-16,1-1-181 0,-5 6-89 0,1 12-129 16,-3-6-5-16,1-10 0 0,-2 17 0 0,2-7 0 15,-2-12 0-15,2 4 0 0,0-6 0 16,-3-14 0-16,3-1 0 0,0-3 0 16,-3-16 0-16,1-3 0 0,-2-10 0 0,0-5 0 15,0-4 0-15,0-8 0 0,0 0-4 0,0-6-468 16,0-2 205-16,0 0 101 0,0 0 66 0,-2-2-94 15,2-9 76-15,0-10 36 0,0-5 1 0,12-5-502 16,10-14 276-16</inkml:trace>
  <inkml:trace contextRef="#ctx0" brushRef="#br0" timeOffset="106778.2">15096 16630 1594 0,'0'-25'0'0,"0"3"0"0,0-7 0 0,0-1 0 15,0 0 0-15,0-2 0 0,0-6 0 0,0 1 0 0,0-8 0 0,0 4 0 0,0 1 74 0,0 5-7 0,0-5-23 0,-6 4-1 0,-1 5-34 0,-5 1-1 0,1 14 47 0,-3-1-12 16,-4 8 94-16,1 3-46 16,-7 6-1-16,0 0 67 0,-3 15-46 0,-5 12-39 15,2 5-1-15,0 5 101 0,2 6-64 0,1 4-32 16,6 4 10-16,3-2 199 0,6 0-121 0,5 0-60 15,5-6 50-15,2-7-56 0,0-1-80 0,9-5-18 16,5-5 0-16,5-7 0 0,1-4 0 0,5-10-40 16,-2-4-27-16,7 0 49 0,-4-9 31 0,2-15-220 15,-4-4 119-15,3-7 10 0,-10 5-138 16,3-10 73-16,-3 2 61 0,-2-1-23 0,-3 7 65 16,-1-1-9-16,-6 8-5 0,0 0 10 15,-3 10 66-15,-1 0-33 0,-1 8 1 0,0 1 318 16,0 4-171-16,0 1-52 0,0 1-49 0,0 1 194 15,0 14-106-15,0 3-19 0,0 0-31 0,4 9 44 16,1-3-118-16,3 2 0 0,-1 1 0 0,3-1 0 16,-1-5 0-16,2 4 0 0,-1-6 0 0,-1 2 0 15,4-5 0-15,-3 0-421 0,1-3 52 0,-2-2 180 16,1-3 28-16,-1 2-546 16,0-7 332-16,0 1 166 0,0-4-362 0,2 0 269 15</inkml:trace>
  <inkml:trace contextRef="#ctx0" brushRef="#br0" timeOffset="107002.72">15306 16409 1962 0,'2'-5'0'0,"2"2"0"0,-1-4 0 0,3 4 0 0,0-1 0 0,5 0 0 0,0 0 0 0,3 2 0 0,2 0 0 0,3 2 0 0,-1 0 146 0,-2 0-57 0,3 0 189 0,-4 4-117 16,-2 3-59-16,-5 0 18 0,-1 2-44 0,-3 1 0 15,-3 1-32-15,-1-1-35 0,0 4 0 0,-14-1 45 16,-5 2-10-16,-4-3 20 0,-1-1-20 0,0 0-1 15,-1-1-63-15,4-4 43 0,-1 1-12 0,1-2 33 16,7-2-365-16,2-2 171 0,3-1 56 0,3 2-431 16,4-2 232-16,2 0 130 0,0 0 31 15,15-9-380-15,6-1 234 0,7-5 107 16,0-1 69-16,1-8-140 0</inkml:trace>
  <inkml:trace contextRef="#ctx0" brushRef="#br0" timeOffset="107150.12">15550 16346 2291 0,'13'-15'0'0,"-5"7"0"0,-2 1 0 0,-2 3 0 0,-3-1 0 0,-1 4 0 0,0 1 0 0,-3 0 0 0,-6 0 0 0,-3 7 0 0,-1 7 117 0,1 1 297 16,1 1-186-16,4 3-92 0,3 2 518 0,2 0-563 16,2 1-91-16,0 5 0 0,4-5 0 0,11 1 0 15,6 1 0-15,3-3 0 0,5-3 0 0,8 1 0 16,0-4 0-16,4-1-454 0,1-3 24 0,-1-2 169 16,14 1 137-16</inkml:trace>
  <inkml:trace contextRef="#ctx0" brushRef="#br0" timeOffset="108147.01">17019 16227 1638 0,'0'-3'0'0,"2"-6"0"0,0-1 0 0,0-5 0 16,1-2 0-16,3-2 0 0,-1-1 0 0,-1-3 0 0,2 1 0 0,0-5 0 0,-3 6 113 0,1-1-36 0,-2 0 0 15,-2-2 12-15,0 6-36 0,0 0-12 0,0-1 58 16,-9 3-28-16,-5 1-1 0,1 4-28 0,-6 2 90 16,-1 5-50-16,-8 2 0 0,-2 2 44 0,-7 11-42 15,0 10 0-15,2 11-32 0,-1 6 39 0,6 5-1 16,4 1-48-16,6 4-1 0,4-1 60 0,7-6-20 15,5 9-10-15,4-11 120 0,0-2-75 0,6-2-37 16,8-5-63-16,2-6-16 0,9-2 0 0,-4-7 0 16,6-8 0-16,-1-7-19 0,1 0 15 15,3-5 12-15,2-20-191 0,-4-2 106 16,-3-4 26-16,-4-4 36 0,0-3-35 0,-7 5 30 16,2-9-72-16,-5 8-176 0,-3-1 95 0,-2 4 65 15,-3 9 33-15,-1 2 128 0,-2 5-43 0,0 8-26 16,0 1 344-16,0 5-175 0,0 1-67 0,0 3-54 15,0 15 86-15,0 6-53 0,4 0 9 0,3 3 0 16,3 2 47-16,1 2-92 0,3-3-29 0,0 0-57 16,1-2-22-16,2-1 60 0,-1-4 25 0,-2-6-272 15,3-1 115 1,-2-3 82-16,-2-1-699 0,0-5 363 0,-3-3 182 0,0 0 80 16,2-2-417-16,-1 0 258 0</inkml:trace>
  <inkml:trace contextRef="#ctx0" brushRef="#br0" timeOffset="108278.87">17353 16220 2058 0,'0'-8'0'0,"0"7"0"15,0-1 0-15,0 2 0 0,0 0 0 0,0 0 0 0,0 0 0 0,2 0 0 0,6 6 0 0,-1 3 0 0,4 0 389 0,1 4-178 0,0 0-85 0,2 3-255 16,-1-1 85-16,0-1 43 0,2 2 11 0,0-4-578 16,0 0 305-16,0-4 152 0,2 2 76 0,-2-8-408 15</inkml:trace>
  <inkml:trace contextRef="#ctx0" brushRef="#br0" timeOffset="108443.52">17733 16088 2537 0,'5'-13'0'0,"-3"5"0"0,2 0 0 0,-3 1 0 0,-1 4 0 0,0 1 0 0,0 0 0 0,0 2 0 0,0 2 0 0,-1 15 0 0,-14 8 165 16,-6 12-62-16,-5 6 311 0,-10 10-186 0,0 0-94 15,3-3-35-15,-15 19-123 0,7-3 33 0,-1 2 0 16,1 2-625-16,0-3 329 0,-2 0 175 0,-6 11 72 15,0-9-829-15</inkml:trace>
  <inkml:trace contextRef="#ctx0" brushRef="#br0" timeOffset="109817.54">15071 16801 1758 0,'-2'-8'0'0,"2"3"0"0,-2 4 0 0,2 0 0 0,0 1 0 0,0 0 0 0,2 11 0 0,2 11 0 0,4 4 0 0,-2 6 0 0,1 10 288 0,-4-2-123 0,1 3-62 0,-2 3-31 15,0 1 41-15,1-4-25 0,-3 10-10 0,0-8-71 16,0-2 35-16,0-9 0 16,-3 1 0-16,-3-9-75 0,1-1 32 0,-2-8 1 0,1-8 41 15,-2-1 38-15,1-6-37 0,-2-2 10 16,-1 0 207-16,2-8-108 0,5-7-55 0,-1-2-27 16,4-4 113-16,0 2-60 0,0-4-48 0,9 2-74 15,10 2 0-15,4 4 0 0,3 2 0 0,-4 3 0 16,12 5 0-16,-4 3 0 0,0 2 0 0,-2 4 0 15,-1 9 0-15,-6 4 0 0,-1 4 0 0,-5 1 0 16,-6-3 0-16,-3 3 0 16,-3 0 0-16,-3-1 0 0,0-4 0 0,-14 2 0 0,-7-4 0 15,6-4 0-15,-7-1 0 0,-1-2 0 16,1-5 0-16,1 1 0 0,-2-4 0 0,5 0 0 16,2 0 0-16,6 0 0 0,-1 0 0 0,2-2 0 15,4-1 0-15,5-7-47 0,0 0-781 0,2-5 383 16,19-4 206-16,2 2-628 0,4 1 413 0,-1 0 206 15</inkml:trace>
  <inkml:trace contextRef="#ctx0" brushRef="#br0" timeOffset="110143.53">15515 17240 1908 0,'14'-12'0'0,"-3"4"0"0,-1 1 0 0,-2-2 0 15,-3 2 0-15,-1 0 0 0,0-2 0 0,-2 3 0 0,2 1 0 0,0 2 0 0,1-2 226 0,-1 4-92 0,1-1-46 0,2-1 114 0,-2 3-70 0,2 0-50 16,2 0 217-16,1 0-128 15,-1 5-65-15,2 2-32 0,-1 2 74 0,1 4-59 0,0-2 1 0,-1 1-25 16,-1 1-23-16,1 2-1 16,-5 2-7-16,1 2-34 0,0 0 0 0,-2 0 0 15,-1-1 0-15,1 1 0 0,-2-2 0 0,-1-2 0 16,1-4 0-16,0-1 0 0,0-3 0 0,1-1 0 16,-3-4 0-16,0-2 0 0,0 4 0 0,0-4 0 15,0 0 0-15,0 0 0 16,0 0 0-16,0 0 0 0,0 0 0 0,0-4 0 0,0 3 0 0,0 0 0 15,0 1 0-15,0-2 0 16,0 2 0-16,0 0 0 0,0 0 0 0,0 0 0 0,0 0 0 0,0 0 0 16,0 0 0-16,0 0 0 15,0 0-193-15,0 0 58 0,0 4 36 16,0 3-413-16,0 2 235 0,0 1 117 0,0-1 59 0,0 2-578 16,0-2 308-16</inkml:trace>
  <inkml:trace contextRef="#ctx0" brushRef="#br0" timeOffset="110749.72">15745 17288 573 0,'0'0'0'0,"-1"-1"0"0,1-1 0 0,-2 0 0 0,2 2 0 0,0-2 0 0,0 0 0 0,0 2 0 0,0-2 0 0,0 2 0 0,2 0 49 15,1 0-9-15,1 0 64 0,1 0-30 0,-2 0-1 16,1 0-31-16,-1 0 73 0,1 2-42 0,-2 4 1 16,2 1 134-16,-3 3-83 15,3 1-42-15,-2 2 11 0,1 2 141 0,-3 2-97 16,0 2-47-16,0-1 101 0,0 3-64 0,0-1-48 16,0 3-1-16,-5-1-2 15,-4-1 0-15,-2 4-35 0,-1-8 10 0,-6 5-47 0,-3-2 37 0,0-4-1 16,-3-3 5-16,-2 0-4 0,3-4 10 0,-7-1-10 15,5-2-15-15,-1-4 15 0,6-2 0 0,-3 0-123 16,4 0 69-16,4-2 5 16,6-4 0-16,1-6-321 0,6 1 168 0,2-5 67 0,4-2 48 15,19-3-624-15,3 3 314 0,8-2 156 16,3 1-399-16</inkml:trace>
  <inkml:trace contextRef="#ctx0" brushRef="#br0" timeOffset="110946.29">16025 17241 2524 0,'2'-13'0'0,"-2"2"0"15,0-2 0-15,-9 1 0 0,0 3 0 0,-5 1 0 0,1 7 0 0,1-1 0 0,-6 2 0 0,-1 3 0 0,-1 17 181 0,1 4-69 0,3 6 424 16,-2 8-248-16,6 1-123 0,5-3-51 0,3 10-103 16,4-14-11-16,0 8 0 0,2-2 0 0,14-5 0 15,2 0 0-15,5-4 0 0,3-5 0 0,6 0 0 16,7-6 0-16,3-5-218 0,7-3 26 0,3-3 112 15,12-5-77-15,4-1-921 0</inkml:trace>
  <inkml:trace contextRef="#ctx0" brushRef="#br0" timeOffset="111626.26">17398 16687 2094 0,'-2'-18'0'0,"2"6"0"0,-1 6 0 0,1 5 0 0,0-1 0 0,0-1 0 0,0 3 0 15,0 6 0-15,0 19 0 0,0 6 0 0,-2 8 181 0,-2 12-75 0,-1 3-32 0,-2 12 91 0,0-6-61 16,0 1-31-16,1-6 106 0,-4 13-74 0,3-17-32 16,0 1 1-16,-1-5-76 0,0-14 44 0,1-7 11 15,1 2-11-15,-1-12 31 0,2-6-31 0,0-5 1 16,1-3 153-16,-3-2-66 0,3 0-49 0,3-13-78 15,1-4-3-15,0-7 0 0,1-1 0 0,14 1 0 16,4-2 0-16,2 3 0 0,3 2 0 0,2 4 0 16,2 4 0-16,1 5 0 15,1 7 0-15,-2 1 0 0,0 0 0 0,-5 9 0 16,-7 4 0-16,4 10 0 0,-8 0-49 0,-6-1 0 16,-4 4-19-16,-2-2 1 0,0 0 5 0,-9 2 143 15,-6-4-64-15,-4-5 1 0,-4 0-64 0,1-3 271 16,1-5-225-16,-7 0 0 0,7-6 0 0,-1 2 0 15,1-4 0-15,2-1 0 0,4 0 0 16,0 0 0-16,6 0 0 0,2-1-218 16,1-7-118-16,6-4 162 0,0-3 42 0,6-1-719 15,12-2 404-15,6 0 203 0,5 1 100 0,1 3-271 16,3-6 176-16</inkml:trace>
  <inkml:trace contextRef="#ctx0" brushRef="#br0" timeOffset="111754.62">17627 17288 2226 0,'17'-9'0'0,"-2"2"0"0,-2 2 0 0,-3 0 0 0,-1 1 0 0,3 4 0 0,-5-4 0 0,2 2 0 0,1 2 0 0,-1 0 0 0,2 0 322 0,-1 9-129 0,1-1-81 16,0 4-35-16,1 0 215 0,-3 3-125 0,2 0-63 16,1 2-321-16,-1-3 124 0,-2 1 67 0,3-4 35 15,-3 1-731-15,0-3 382 16,-1-2 202-16,3-5-716 0</inkml:trace>
  <inkml:trace contextRef="#ctx0" brushRef="#br0" timeOffset="111996.87">18033 17156 2195 0,'2'-12'0'0,"0"3"0"0,0 1 0 0,0-2 0 0,-1 7 0 0,1-1 0 0,0 2 0 0,-2 0 0 0,0 2 0 0,0 0 0 0,0 4 592 0,0 13-274 0,-11 7-128 16,-8 11 195-16,-2 1-171 0,-1 4-177 0,-4 3-37 16,-1 2 0-16,1 3 0 0,-1-4 0 0,1 4 0 15,0-2 0-15,0 2 0 0,2-1 0 0,3 1 0 16,0-4 0-16,4-1 0 0,2-8 0 0,2 1 0 15,0-6 0-15,3-6 0 0,3-3 0 0,0-4 0 16,1-5 0-16,0-2 0 0,0-2 0 0,3-2 0 16,-1-2 0-16,2-3-531 0,0-1 185 0,2 0 152 15,0 0 75-15,0 0-643 16</inkml:trace>
  <inkml:trace contextRef="#ctx0" brushRef="#br0" timeOffset="113134.42">18145 15801 1681 0,'0'-6'0'0,"-1"2"0"0,1-1 0 0,0 0 0 0,0 4 0 0,0 0 0 0,0-2 0 0,1 3 0 0,5 0 0 0,4 0 0 0,-1 4 125 0,0 10-47 0,1 7 0 16,-4 4 130-16,-3 10-83 0,-1 8-42 0,-2-3 278 15,0 14-165-15,0-2-77 0,0 1-39 0,-2 3 197 16,-1 0-118-16,-1 6-48 16,2 8-40-16,0-1 71 0,2 6-105 0,0 3-37 15,0 2 0-15,0 4 0 0,6 10 0 0,-1-5 0 16,3-3 0-16,-1 4 0 0,-1-1 0 0,-2-11 0 16,0 7 0-16,-3-7 0 0,1-4 0 0,-2-8 0 15,0-14 0-15,0-7 0 0,0-1 0 0,-3-7 0 16,-3-7 0-16,0-6 0 0,0-6 0 0,-1-2 0 15,1-4 0-15,1-3 0 0,1-2 0 0,-2-3 0 16,4 1 0-16,-2-5 0 0,4 1 0 16,-1-1 0-16,1 0 0 0,0 0-118 15,0 0-15-15,0 2 51 0,0 1 34 0,0 5-712 16,0 2 358-16,0 2 181 0,-2 8-631 0</inkml:trace>
  <inkml:trace contextRef="#ctx0" brushRef="#br0" timeOffset="115612.89">20505 10501 2784 0,'0'0'0'0,"0"-1"0"0,0 0 0 0,-2 1 0 0,2 0 0 0,0 0 0 0,0 0 0 0,2 0 0 0,7 8 0 0,5 8 0 0,0 4 160 0,7 10-62 16,-1 7-31-16,5 8 131 0,-2 10-72 16,5 14-50-16,-3 1 305 0,0 5-340 0,0 4-41 15,3 12 0-15,-5-10 0 0,5 17 0 0,-2-7 0 0,1-7 0 16,-4-14 0-16,4 5 0 16,-2-15 0-16,5 11 0 0,-8-19 0 0,0 0 0 15,1-6 0-15,-6-11 0 0,-4-6 0 0,3-5 0 0,-5-3 0 16,-4-8 0-16,-2-4 0 0,-3-3 0 0,1-2-124 15,-1-2-48-15,-2-2 68 16,0 0 34-16,0 0-101 0,-5 0 68 0,-2 0 24 16,-4-7-341-16,2-5 191 0,-1-3 97 0,-1-7 48 15,2-6-631-15,2-12 344 0</inkml:trace>
  <inkml:trace contextRef="#ctx0" brushRef="#br0" timeOffset="115828.13">20725 10485 3213 0,'-16'-3'-3'0,"7"1"1"0,-2 2 1 0,-1 0 0 0,1 7 1 0,0 6-1 0,-1 2 1 15,1 3 0-15,-4 9 0 0,2 3 0 0,-1 8 148 0,-2-1-56 0,3-1-18 0,-4 6-217 0,8-7 89 0,-3 1 46 16,5-7 0-16,3-6-210 0,1-3 137 15,3-6 55-15,0-6-701 0,0-1 379 16,0-7 61-16</inkml:trace>
  <inkml:trace contextRef="#ctx0" brushRef="#br0" timeOffset="115965.69">20574 10501 3931 0,'0'-7'0'0,"-2"0"0"0,2 5 0 0,-1-1 0 0,-1 3 0 0,2 0 0 0,0 8 0 0,7 9 0 15,10 0 0-15,5 3 0 0,5 3 0 0,1 3 0 0,9 3 0 0,0-2 0 0,0 2 0 16,6 1 0-16,2 2-276 0,4 2-150 0,9 6 227 0</inkml:trace>
  <inkml:trace contextRef="#ctx0" brushRef="#br0" timeOffset="116647.13">21105 12104 2024 0,'-9'-6'0'0,"6"4"0"0,1 0 0 0,2 2 0 0,-4 0 0 0,2 0 0 0,-1 0 0 0,-2 10 0 0,0 4 0 0,-1 9 0 0,-1 0 124 0,-3 3-44 0,-1 2-39 16,-2 1-5-16,0 2 10 0,-2-5-9 0,-2 0 100 16,2-3-51-16,3-4-24 0,0-2 0 0,1-4 64 15,1-1-49-15,4-5 0 16,1-1 221-16,3-4-131 0,2-1-65 0,0 1-24 0,0 0 91 0,2-2-67 15,10 0-102-15,4 0 0 16,5 0 0-16,2 0 0 0,2-4 0 0,0-7-43 16,1 1-24-16,1-1 52 0,-7 2 35 0,2-1-248 15,-2 3 123-15,-8 1 16 0,-1 2 1 0,-3 3-4 16,-4-1 31-16,-2 2-32 0,0 0 207 0,-2 0-89 16,0 6-31-16,-9 7 411 0,-5 5-207 0,-2 3-82 15,2 0-107-15,3-2-9 0,-1-1 0 0,5 1 0 16,1-6 0-16,5 0 0 0,-1-1 0 0,2-4 0 15,0 0 0-15,0-3 0 16,3-3 0-16,6 2 0 0,5-4 0 0,-3 0 0 16,5 0 0-16,-4 0 0 0,1-5 0 0,1-1 0 15,-2-2 0-15,0 1 0 0,-3-1 0 0,1 3-105 16,0 0 25-16,-3-1-593 0,0 4 318 0,2 0 150 16,0 2-701-16,-4 0 434 0</inkml:trace>
  <inkml:trace contextRef="#ctx0" brushRef="#br0" timeOffset="116774.9">21139 12736 2037 0,'-9'4'0'0,"2"-2"0"0,-2-2 0 0,2 0 0 0,4 0 0 0,1 0 0 0,2 0 0 0,0 0 0 16,0 0 0-16,0 0 0 0,5-2-144 0,5-4 90 0,-1 2 45 0</inkml:trace>
  <inkml:trace contextRef="#ctx0" brushRef="#br0" timeOffset="117994.62">21330 12153 2078 0,'0'0'0'0,"0"-3"0"0,0 1 0 16,0 2 0-16,0 0 0 0,0 0 0 0,0 0 0 0,0 0 0 0,0 0 0 0,0 0 0 0,0 0 125 0,0 5 138 0,-2 6-114 0,-8 2-55 0,1 6-21 15,-7 5 62-15,0 2-49 0,-7 6-25 0,-2 2 121 16,-1 4-72-16,-3-1-28 16,-4 5-9-16,-3 0 180 0,3 2-108 0,-5 0-123 15,1-3-22-15,0-1 0 0,2-2 0 0,5-4 0 16,8-9 0-16,-1 3 0 0,11-11 0 0,0-3 0 16,3-2 0-16,5-3-21 0,0-5-47 0,4-2-322 15,0-2 202-15,2 0 48 0,11-2 68 0,10-16-728 16,5-6 382-16,2-5 191 15,0-2 95-15,-2 5-465 0,1-5 285 0,-4 2 137 16,-2 5-39-16,-4-1 107 0,-6 8 37 0,-1-2 70 16,-3 4 0-16,-4 6 153 0,-1 1-112 0,-2 2-39 15,-1 3 256-15,-1 1-156 0,0 1-64 0,0 1 675 16,0 0-360-16,2 0-54 0,0 0-133 0,5 6 391 16,-4 6-264-16,4 5-129 0,-1 3-63 0,-1 3 362 15,4 4-235-15,-6-4-228 0,3 7 0 0,-3-2 0 16,3-1 0-16,-3-1 0 0,1 1 0 0,-1-9 0 15,-1 5 0-15,-1-4 0 16,1-4 0-16,-2-1 0 0,0-6 0 0,0 0-352 16,0-4-45-16,0-1 193 0,0-3-3 0,0 0-469 15,2-3 320-15,2-17 150 0</inkml:trace>
  <inkml:trace contextRef="#ctx0" brushRef="#br0" timeOffset="118157.98">21331 12312 3722 0,'0'-8'0'0,"0"-2"0"0,-1 3 0 0,-1 2 0 0,-1 0 0 0,3 0 0 0,0 2 0 0,0-4 0 0,3 4 0 0,8-4 0 0,3 1 209 0,4 0-209 0,1 1 0 15,-1-1 0-15,3 3 0 0,2-1 0 0,-1 2 0 16,-1 0 0-16,1 0 0 0,-2 2 0 0,0 0 0 16,-6 0-907-16,-2 6 469 0,-5 4 96 0,-5 4 166 15</inkml:trace>
  <inkml:trace contextRef="#ctx0" brushRef="#br0" timeOffset="118319.42">21382 12421 2605 0,'-22'6'0'0,"-3"1"0"0,2 2 0 0,4-5 0 0,8 0 0 0,2-1 0 0,4-3 0 0,3 0 0 0,2 0 0 0,0 0 0 0,13 0 241 0,9 0-102 0,-2 0-42 0,9 0-2 16,-1-1-29-16,0-2 0 0,0-4-29 0,-1 0-380 15,-4 3 199-15,0-1 86 0,0 1-230 0,-6 2 163 16,-4 0 80-16,-4 0 41 0,0 2-679 0,-4 0 305 15,-3 0 170-15</inkml:trace>
  <inkml:trace contextRef="#ctx0" brushRef="#br0" timeOffset="118544.13">21549 12427 2248 0,'-13'0'0'0,"-2"2"0"0,-1-1 0 0,4 3 0 16,1 0 0-16,-1-1 0 0,3 3 0 0,2 0 0 0,0 1 0 0,5 2 0 0,1 5 145 0,1 3-54 0,0 3 320 0,1 3-186 0,6 1-95 15,0-1-37-15,4 7 228 0,-4 0-141 0,3-2-93 16,-4-2-87-16,-1 0 0 15,-1-3 0-15,-1 0 0 0,-1-3 0 0,-2-1 0 16,0-2 0-16,0-4 0 0,0-4 0 0,-3 1 0 16,-5-5 0-16,1-1 0 0,-7 0 0 0,4-4 0 15,-1 2 0-15,-3-2 0 0,-1 0 0 0,0 0 0 16,2 0 0-16,-2-2 0 0,0-3-251 0,-1-5 94 16,4 1-433-16,-2-5 277 0,5 2 138 0,4-7 60 15,1-4-568-15,4-1 324 0,0-5 161 0</inkml:trace>
  <inkml:trace contextRef="#ctx0" brushRef="#br0" timeOffset="119220.59">21735 12242 2357 0,'-5'-2'0'0,"-4"1"0"0,4-1 0 0,1 2 0 0,1-2 0 0,3 2 0 0,0-2 0 0,0 1 0 0,2-2 0 0,15 1 0 0,3-3 134 0,3 1 4 15,0-2-51-15,-2 3-16 0,9-1-9 0,-5 0-100 0,-4 2 37 0,-1 2 1 16,-3 0 36-16,-6 0-90 0,3 2 41 0,-9 8 24 16,-3 3-16-16,-2 3 0 0,-2 6 41 0,-15 3-30 15,-1 0 128-15,-7 3-74 0,1-2 0 16,-1 1 238-16,3-3-122 0,-1-2-75 0,9-4-32 0,-2 0 123 15,5-3-173-15,3-1-19 16,5-6 0-16,3 2 0 0,0 0 0 0,0-2 0 16,3 2 0-16,11-1 0 0,2-4 0 15,2 2 0-15,3-1 0 0,-1-1 0 0,-1 1 0 0,0 2 0 16,-5-3 0-16,-1 5 0 0,-1-1 0 0,-5 3 0 16,-1-2 0-16,-4 5 0 15,-2 2 0-15,0 2 0 0,-6 3 0 0,-7 0 0 0,-2 3 0 0,-1-2 0 16,-2-5 0-16,-3 6 0 15,3-4 0-15,1-8 0 0,-1 4 0 0,-2-4 0 16,3-3 0-16,2-4 0 0,1-1 0 0,4-4 0 16,-1 0-227-16,2 0 40 0,-1-5 54 0,4-11-222 15,1-1 160-15,1 1 79 0,2-3 16 0,2 2 32 16,0 2-9-16,0 2 41 0,0 2 317 0,0 1-158 16,0 5-80-16,2-1 195 0,2 4-146 15,7 0-59-15,-1 1-20 0,3 1 428 16,-1 0-211-16,4 0-230 0,-2 1 0 0,2 5 0 0,0 2 0 15,0-3 0-15,-2 1-88 0,4-3-155 16,-2 1 149-16,0-4 60 0,1 0-999 0,-1 0 498 16,3-5 250-16</inkml:trace>
  <inkml:trace contextRef="#ctx0" brushRef="#br0" timeOffset="119366.13">22148 12434 2387 0,'0'-2'0'0,"0"0"0"0,-2 2 0 0,-1 0 0 0,-1 0 0 0,0 0 0 0,1 8 0 0,3 1 0 0,-2 4 0 0,2 0 0 16,0 3 182-16,0-1-73 0,0-4-412 0,0-1 179 0,0 0 75 0,2-5-747 15,3 2 380-15,1-7 189 0</inkml:trace>
  <inkml:trace contextRef="#ctx0" brushRef="#br0" timeOffset="119690.72">22316 12135 3281 0,'0'-2'0'0,"0"2"0"0,0 8 0 0,0 9 0 0,0 7 0 0,0 6 0 0,5 5 0 0,2 18 0 0,-1-3 0 0,1 14 0 0,0-7 118 0,0-4 82 0,-2 3-73 16,3-1-51-16,-5-3-19 0,4-3-21 0,-5-2 0 16,-1-6-36-16,-1-6-28 0,0 2 9 0,-5-8 28 15,-5-7 0-15,-1-4-188 16,0-4 107-16,-3-8 63 0,2 0-432 0,-2-6 175 15,3 0 127-15,-1 0-6 0,3-12-333 0,3-9 211 16,5-9 121-16,1-14-198 0,0-5 155 0,5-13 76 16,14-1 38-16,-1 10-393 0,7-3 221 0,0 8 105 15,1 4 53-15,1 6 25 0,-4 8 35 0,4 3 29 16,-1 2 410-16,-1 4-241 0,-2 6-102 0,-2 0 552 16,2 4-328-16,-2 1-137 0,6 1-84 0,-6 2 222 15,0 0-128-15,2 3-63 0,0 0-33 0,-1 0-157 16,-1 2 58-16,0 0 33 15,-3 2 1-15,-3 0-689 0</inkml:trace>
  <inkml:trace contextRef="#ctx0" brushRef="#br0" timeOffset="120079.27">22539 12582 1935 0,'0'6'0'0,"0"-1"0"0,0-1 0 0,9 0 0 0,3 1 0 0,1 3 0 0,-1 4 0 0,4-2 0 0,0 4 0 0,2 5 0 0,-7-3 91 0,-1 3-28 0,-5 2 9 0,-3-3-71 16,-2 4-1-16,0-2 36 0,-2-2 0 0,-7-3-27 16,-1-3 36-16,-3-1-9 0,6-7-140 0,-5-4 69 15,3 0 36-15,2 0 0 0,2-12-310 0,3-12 158 16,2-6 32-16,0-9 58 0,9-1-358 0,1-10 192 16,3 0 86-16,4-13-174 0,-4 3 139 0,1-6 70 15,-3 1 35-15,1-4 7 16,-3 8 36-16,0-1 28 0,-2 9 0 0,-2 14 39 15,-3 6-36-15,-1 9-39 0,1 8 700 0,0 5-334 16,-2 2-178-16,0 8-88 0,2 1 913 0,2 8-470 16,1 20-227-16,4 9 237 0,1 12-241 0,1 14-119 15,1 2-156-15,1 10-1 0,-1 2 0 0,2 4 0 16,2-3 0-16,4-1 0 0,2-5 0 0,0-8 0 16,1-12 0-16,2 1 0 15,1-4 0-15,-1-8 0 0,-7-11 0 0,1-6 0 0,-4-6 0 0,-3-9-620 16,-2-1 215-16,-2-6 181 15,-5-2 95-15,-1 0-456 0,-2-10 265 0,0-18 147 16,-5-8-400-16</inkml:trace>
  <inkml:trace contextRef="#ctx0" brushRef="#br0" timeOffset="120218.11">23035 11982 3931 0,'0'-6'0'0,"0"4"0"0,0 2 0 0,2 0 0 0,-1 0 0 0,5 0 0 0,4 8 0 0,-3-1 0 0,-1 0 0 0,1 5 0 0,0 1 0 0,0 1 0 0,-2 4 0 16,1 0 0-16,-1 3 0 0,-3 1 0 0,-2 7-803 16</inkml:trace>
  <inkml:trace contextRef="#ctx0" brushRef="#br0" timeOffset="120896.82">20937 8838 2093 0,'-4'0'0'0,"4"0"0"0,-2 0 0 0,2 0 0 0,0 0 0 0,4 0 0 0,7-2 0 0,10-6 0 0,-1-1 0 0,8-4 0 0,11-8 219 0,3-4-91 16,15-8 333-16,5-7-213 0,9-7-96 0,23-15-63 16,17-9 138-16,4-3-96 0,12-6-47 15,10-4 15-15,6-2-99 0,18-9 0 0,-31 22 0 16,13-6 0-16,-12 6 0 0,-7 8 0 0,-25 10 0 15,2 2 0-15,-7 8 0 0,-12 4 0 0,-12 9 0 16,-3 0 0-16,-12 6 0 0,-7 3 0 0,-10 4 0 16,-12 6 0-16,-9 4-6 0,-6 4-57 15,-5 0-10-15,-6 1 7 0,-2 0 16 16,-23 3-103-16,-5 1 57 0,-11 0 30 0,-5 4-6 16,-16 13-717-16,-8 9 376 0</inkml:trace>
  <inkml:trace contextRef="#ctx0" brushRef="#br0" timeOffset="121258.45">21454 8088 2166 0,'0'-2'0'0,"0"1"0"0,0-2 0 0,0 3 0 0,0 0 0 0,0 0 0 0,0 0 0 0,0 0 0 0,-2 14 0 0,-3 7 0 0,-4 5 280 0,-5 14-121 0,-7 2-61 0,-4 7 77 15,-5 12-73-15,-4-6-33 0,0 4 1 16,-5-4 136-16,-1 1-84 0,3-9-33 15,-2 2-9-15,5-6 164 0,9-10-173 0,2-1-71 16,11-11 0-16,4-6 0 0,2-2 0 0,6-4 0 16,3-5 0-16,19-4 0 0,18 0 0 0,12-16 0 15,17-15 0-15,18-8 0 0,3-2 0 0,26-14 0 16,1 4-267-16,-2 3 78 0</inkml:trace>
  <inkml:trace contextRef="#ctx0" brushRef="#br0" timeOffset="121798.82">23904 7217 2087 0,'0'-11'0'0,"0"7"0"16,0 0 0-16,0 1 0 0,-2 1 0 0,1-1 0 0,-1 3 0 0,-2 0 0 0,0 0 0 0,-6 0 0 0,-1 16 167 0,-3 4 21 0,-5 7-80 0,-6 6-35 0,0 1 1 16,0 0 7-16,4-6 0 0,-2 2-34 0,7-4 131 15,2-7-70-15,5 0-35 0,4-9 0 0,1 0 46 16,4-4-31-16,0-2-10 0,0-2-40 0,2-2 70 16,12 0-35-16,7-2 0 0,2-9-85 0,3-2 21 15,-1 2-1-15,1-1 3 16,-9 5-97-16,1 0 49 0,-9 4 46 0,3 1-111 15,-6 2 46-15,-3 0 39 0,-1 0-16 0,-2 10 115 0,-4 7-52 16,-10 2-2-16,-3 5-61 0,-3-2 185 16,4-1-89-16,-3 2-63 0,6-6 0 0,-1 1 0 15,5-2 0-15,6-8 0 0,-1 2 0 0,2-2 0 16,2-4 0-16,0 1 0 0,4-3 0 0,9-2 0 16,9 0 0-16,3 0-38 0,1-6-213 15,1-3 83-15,1-2 77 0,-1 3-694 16,-7 5 373-16,2-2 187 0</inkml:trace>
  <inkml:trace contextRef="#ctx0" brushRef="#br0" timeOffset="121933.29">23732 7964 2460 0,'-8'10'0'0,"4"1"0"0,2-3 0 0,2-5 0 0,0-1 0 0,0-2 0 0,2 0 0 0,14-5 0 0,7-11 0 0,12-4 0 0,2-6 155 0,13-9-61 0,1-2-29 16,0 2-575-16,11-12 269 0,-1-2 139 0</inkml:trace>
  <inkml:trace contextRef="#ctx0" brushRef="#br0" timeOffset="122535.15">24490 7018 2508 0,'-18'-4'0'0,"4"4"0"0,5 0 0 0,-2 0 0 0,-1 2 0 0,1 6 0 0,-2 1 0 0,2 3 0 15,2 0 0-15,-3 1 0 0,-1 3 94 0,2 2-29 0,1 2 1 0,1-3 11 16,4 1-10-16,3-3-30 0,0-3-129 0,2 0 64 0,0-3 33 16,7 1 8-16,10-5-213 0,7-1 118 15,4-2 59-15,3 0-211 0,-1-2 86 0,-4 0 73 16,6 0-32-16,-11 4-4 0,-3 0 33 0,-2 1-1 16,-7 1 43-16,-4-1 34 0,-3 6-35 0,-2 2 1 15,-5 0 130-15,-16 4-65 0,-5 3-33 0,-4 1-9 16,-2-2 283-16,2 1-140 0,2-1-43 15,9-6 182-15,-1-1-106 0,10-2-59 0,-1-2-16 16,7-1-44-16,4-1-8 0,0-1 1 0,4-1-1 16,12 0-99-16,9 0 45 15,3-2 27-15,4-2-205 0,0 1 115 0,0 1 42 16,-4-1 31-16,-5 4-291 0,-3-1 145 0,-6 3 32 16,-4-1 21-16,-3 1 15 0,-5 2 9 0,-2-1 41 15,0 3 145-15,-9-1-73 0,-5 1-36 0,-4-1-9 16,0-3 147-16,-2 1-80 0,5-2-21 0,5-3-26 15,0 1 63-15,0-2-37 0,5-2 24 0,3 0-159 16,0 0 69-16,2 0 0 0,0 0-250 16,0 0 134-16,0-4 58 0,4-3 38 0,0 0-280 15,0 0 146-15,-2 2 74 0,-2-1 27 0,0 0 13 16,0 1 1-16,0 1 32 0,-6 0 139 0,-5 2-69 16,2 1-45-16,-3-2 9 0,3 3 91 0,0 0-63 15,1 0-32-15,2 0 340 0,0 0-175 0,3 4-33 16,1 6-60-16,0 1 222 0,2 2-127 15,0 4-62-15,-2 2-22 16,2 3 101-16,-3 3-71 0,-3 3-35 0,0 4 88 0,-2-2-62 16,3 2-22-16,1 1-9 0,1-6-12 0,3 1-19 15,0-7 1-15,0-1-138 0,9-3 79 0,10-2 24 16,5-8 0-16,4-4-365 0,4-3 195 0,10-3 64 16,-6-11 63-16,11-9-598 0,-1-2 302 15,-1-6 150-15</inkml:trace>
  <inkml:trace contextRef="#ctx0" brushRef="#br0" timeOffset="122899.93">24941 7251 2261 0,'0'-8'0'0,"0"4"0"0,0 3 0 0,0-2 0 0,0 1 0 0,2-1 0 0,5 3 0 0,5 0 0 0,3 0 0 0,-1 5 0 0,4 7 68 0,-1 1 4 0,-2 2 1 0,0 1-27 16,-2 10-10-16,-6-2-93 0,-3 2 47 0,-4 6 23 15,0 0 0-15,-4 4-35 0,-12 5 24 0,-5-3 0 16,-4-3 33-16,-1 1 1 0,0-4-45 0,3-6 42 0,-3 2-31 16,0-3 17-16,3-5-14 0,1 0-35 15,5-8 22-15,0 0 4 0,1-3 32 0,4-3-116 16,-2-5 53-16,3-1 24 0,-1 0-4 0,3 0-199 16,0-7 90-16,2-4 57 0,-1-5-13 0,2-2 27 15,1-3-8-15,3-1-8 16,0 1 210-16,2 1-85 0,0 0-50 0,0 3 309 15,2 3-153-15,9 4-85 0,1 3-15 0,4 1 163 16,5 4-62-16,4 2-65 0,3 0-14 0,-1 6 235 16,6 3-146-16,1 4-68 0,7 4 53 0,-9-4-158 15,5 1 0-15,-1-1-62 0,2-2-44 0,-1-1 71 16,1-3 36-16,-3-2-740 0,1-5 352 16,-3 0 142-16,6 0 119 0,2-10-790 0</inkml:trace>
  <inkml:trace contextRef="#ctx0" brushRef="#br0" timeOffset="123061">25377 7283 2667 0,'0'-8'0'0,"2"4"0"0,10 1 0 0,7-1 0 0,3 0 0 0,-1 2 0 0,1 2 0 0,6 0 0 0,-4 0 0 0,6 0 0 0,-1 0 151 0,1 0-57 15,-2 5-263-15,-2-3 103 0,-6 3 60 16,3-1 17-16,-6 0-696 0,2-3 361 0,-13-1 180 15</inkml:trace>
  <inkml:trace contextRef="#ctx0" brushRef="#br0" timeOffset="123334.22">25618 7063 2270 0,'-8'-11'0'0,"2"5"0"0,0 2 0 0,5 0 0 0,-1 4 0 0,0 0 0 0,2 18 0 0,0 11 0 0,0 13 0 0,2 3 0 0,3 7 101 0,2 12 266 16,2-3-165-16,-2-13-83 0,0 9 251 15,3-3-158-15,-2 0-93 0,1-3-41 0,-4-2 15 0,1-7-93 16,-4-4 0-16,-2-2 0 0,0-4 0 0,0-9 0 16,-2 0 0-16,-8-7-107 0,0-4 11 0,-4-3 75 15,1-7 24-15,-4-2-136 0,-1 0 73 16,-3 0-48-16,-2-6-38 0,4-6 17 0,-3-4 52 16,3-3 14-16,0 1 73 0,4-3-24 15,4 2 1-15,0 0-32 0,3-1 123 0,4 3-41 16,4-2-33-16,0 4 37 0,0-2-27 0,6 0-1 15,11-4 4-15,4 1-622 0,7-4 285 0,6-5 142 16,11-6-664-16</inkml:trace>
  <inkml:trace contextRef="#ctx0" brushRef="#br0" timeOffset="123487.63">26201 7082 2201 0,'0'-6'0'0,"0"4"0"0,-3 0 0 0,-3 0 0 0,-4 0 0 0,-1 2 0 0,-7 0 0 0,1 6 0 0,-8 9 0 0,-3 6 0 0,-6 5 253 0,-1 2-109 0,2-2-45 0,-6 8-465 16,5-4 201-16,10-6 100 0,4 1 51 0,8-6-627 15,3 0 332-15</inkml:trace>
  <inkml:trace contextRef="#ctx0" brushRef="#br0" timeOffset="123651.08">25974 7307 3085 0,'12'6'0'0,"2"9"0"0,0 3 0 0,-5 4 0 0,0 1 0 0,-3 11 0 0,2 4 0 0,-5 3 0 0,-1 2 0 0,0 1 0 0,-2-5 224 16,0 12 106-16,0-8-146 0,0-8-76 0,-5 4-108 0,-2-6-39 0,2-7 10 15,1-1 28-15,0-6-637 0,1-6 338 16,1-2 167-16,-2-5 85 0,3-5-816 0,-6-1 429 16,2 0 129-16,1-8 135 0</inkml:trace>
  <inkml:trace contextRef="#ctx0" brushRef="#br0" timeOffset="123772.4">26028 7525 2160 0,'13'-26'0'0,"6"3"0"0,6 3 0 0,3 4 0 0,2 3 0 0,2 4 0 0,2 3 0 0,1 1 0 0,1 1 0 0,2 2 0 0,-2 0 131 0,-2 0-48 0,-4 2-23 16,-2 0-1-16,-6 0-574 0,-1-2 284 0,-4 2 129 16,-4-4-282-16,-2-3 195 0</inkml:trace>
  <inkml:trace contextRef="#ctx0" brushRef="#br0" timeOffset="124417.62">26481 7086 2002 0,'-7'-5'0'0,"-1"2"0"0,2 3 0 0,-1 0 0 0,-2 15 0 0,-1 10 0 0,1 14 0 0,0 8 0 0,-4 5 0 0,3 12 0 0,-1-4 93 16,1 0 566-16,1-7-311 0,2 5-147 0,-3-3 313 0,2-3-400 16,3-3-114-16,3-5 0 15,0-9 0-15,2-1 0 0,0-4 0 0,0-8 0 0,0-2 0 16,0-8 0-16,0-4 0 0,2-5-203 0,-2 2-17 15,2-5 128-15,0 0 32 0,0-8-182 16,-2-8 9-16,0-3 103 0,0-8-14 0,0-2 55 16,0-2 26-16,0-3 0 0,0 2-9 0,-2 4 9 15,0 7 27-15,0-1 122 0,2 2-61 0,0 9-30 16,0 0-9-16,0 4 252 0,2 1-126 0,3 4-71 16,5 2 10-16,3 0 97 0,-1 0-34 0,4 6-53 15,-3 5 83-15,1 3-55 16,-1 2-21-16,0 1 1 0,-4 2 62 0,0 1-52 15,-1 0 0-15,-2 0 115 0,-2-3-194 0,-1 1 0 16,1-2 0-16,-3-2 0 0,2 2 0 0,-1-3 0 0,-2 0 0 16,5-3 0-16,-3 1 0 15,0 2 0-15,2-4 0 0,-2 1 0 0,1-1 0 16,0-2 0-16,0 2 0 0,-2-2 0 0,2-3 0 16,-1-1 0-16,-2-1-6 0,0 0-331 0,0-2 146 15,0 0-216-15,0 0 186 0,-5 0 92 16,1 0 47-16,-6 0-88 0,2 0 58 0,-1-2 43 15,0-3-1-15,1-5-29 0,0 0 31 0,3 3 0 16,0 0-8-16,-1-1 9 0,0 1 31 0,2 5 72 16,-1-2-35-16,1 1-1 0,2 3-45 0,-2 0 274 0,3 0-133 15,-1 0-44-15,-2 3-40 16,0 3 170-16,2 1-90 0,-2 1-13 0,-2 0 9 0,1 3-15 16,-4-4 0-16,-1 2-11 15,-1 1-37-15,-2-2 11 0,-4 0 0 0,-2 2-1 0,-3-1 0 16,3-1 10-16,-9 1-9 0,3-1 38 0,1 1-38 15,3-3-18-15,-1 0 15 0,5 3 77 0,1-3-42 16,8-1 0-16,0 1 136 0,2-1-85 16,6 4-41-16,0-5 9 0,0 7-52 0,15 1-35 15,10-2 0-15,12 6 0 0,6-4 0 0,14-1 0 16,13 0 0-16,5-4 0 0,5-5 0 16,20 0 0-16,-9-2 0 0,-9 0 0 0,25 0 0 15,-13 0 0-15,-2 0 0 0,-2 6-762 0</inkml:trace>
  <inkml:trace contextRef="#ctx0" brushRef="#br0" timeOffset="124558.36">28175 8216 3857 0,'0'-4'0'0,"2"2"0"0,6 0 0 0,-3 1 0 0,-3-2 0 0,0 3 0 0,-2-1 0 0,0-1 0 0,0 0 0 0,0 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55:39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9689 8851 1828 0,'-9'0'0'0,"6"0"0"0,-3 0 0 0,5 0 0 0,-1 0 0 0,0 0 0 0,2 0 0 0,0 0 0 0,0 0 0 0,0 0 0 0,0 0 363 0,0 0-158 0,0 0-78 0,0 2-27 16,0-2 155-16,2 1-103 0,1 3-52 0,3-2 176 15,-1 2-114-15,4 0-45 0,-4-3-11 0,3 2 34 16,-1 2-140-16,-2-1 0 0,3-3 0 0,0 4 0 16,-1-2 0-16,0-1 0 0,1 1 0 0,1-1 0 15,1 1 0-15,0-2 0 16,2 1 0-16,-1 1 0 0,1-3 0 0,1 1 0 16,-1-1 0-16,1 0 0 0,2 3 0 0,-2-3 0 15,1 1 0-15,0-1 0 0,-1 2 0 0,2-2 0 16,0 0 0-16,-1 2 0 0,0 0 0 0,2-2 0 15,0 1 0-15,1-1 0 0,2 2 0 0,1-2 0 16,0 0 0-16,0 2 0 0,8 0 0 0,0-2 0 16,4 0 0-16,4 0 0 15,6 0 0-15,-3 0 0 0,5 0 0 0,-2 0 0 16,10 0 0-16,1 0 0 0,0 0 0 0,3 0 0 16,-2 0 0-16,5 0 0 0,-3-2 0 0,2 2 0 15,1 0 0-15,-3 0 0 0,1 0 0 0,1 0 0 16,8 0 0-16,-4 0 0 0,1 4 0 0,3 2 0 15,3-1 0-15,-5 0 0 0,15 1 0 0,-9-2 0 16,-1 2 0-16,3-1 0 0,-5 1 0 0,-6-3 0 16,8 1 0-16,-4 1 0 15,-3-2 0-15,0 1 0 0,-9 0 0 0,6-3 0 16,-3 3 0-16,0 0 0 0,0 2 0 0,-3-3 0 16,-10 3 0-16,10-1 0 0,-6-1 0 0,-4-2 0 15,-9 0 0-15,-1-2 0 0,-4 0 0 0,1 0 0 16,-9 0 0-16,-3 0 0 0,-1 0 0 0,-6-2 0 15,-1-1 0-15,-3-2 0 0,-3 4 0 0,-2-1 0 16,0 0 0-16,-1 0 0 0,-1 0 0 0,0 2 0 16,0 0 0-16,0 0 0 0,0 0 0 0,0 0 0 15,0 0 0-15,0 0 0 16,0 0 0-16,0 0 0 0,0 0 0 0,0 0 0 16,0 0 0-16,0 0 0 0,0 0 0 0,-1 0 0 15,-7 0 0-15,-5 0 0 0,-5 9 0 0,-14 12 0 16,-16 13 0-16</inkml:trace>
  <inkml:trace contextRef="#ctx0" brushRef="#br0" timeOffset="3389.16">17881 5690 2888 0,'-19'0'0'0,"-2"3"0"0,5 4 0 0,0 0 0 0,7-1 0 0,4-4 0 0,3-1 0 0,2 1 0 0,0 3 0 0,14 2 0 0,13-3 140 0,14-2-53 0,4 0-1 0,8-2 214 16,13 0-129-16,1 0-64 15,-8 0 45-15,17-2-152 0,-6-3 0 0,-2 0 0 16,-3-3 0-16,-3 3 0 0,-11-1 0 0,1-1 0 16,-4 5 0-16,-5-4 0 0,-10 2 0 15,-1 1 0-15,-7 0-33 0,-4 0-98 0,-3-1 79 0,-3 2-518 16,-4-3 269-16,1-1 94 0</inkml:trace>
  <inkml:trace contextRef="#ctx0" brushRef="#br0" timeOffset="3572.25">18781 5393 3491 0,'-16'2'0'0,"9"0"0"0,0 3 0 0,3-4 0 0,4 0 0 0,0 4 0 0,4-2 0 0,17 2 0 0,6 1 0 0,1 0 0 0,2 2 180 16,2-1-69-16,-2 2 38 0,-5 1-149 0,5 3 0 15,-6 0 0-15,-3 2 0 16,-8-1 0-16,-2 2 0 0,-4 3 0 0,-6 5 0 16,-1 3 0-16,-12 1 0 0,-14 6 0 0,1-4 0 15,-12 12 0-15,1-8 0 0,1 5 0 0,-2 0-30 16</inkml:trace>
  <inkml:trace contextRef="#ctx0" brushRef="#br0" timeOffset="4002.72">18579 6270 3732 0,'0'0'0'0,"0"0"0"0,-2 0 0 0,2 0 0 0,0 0 0 0,0-2 0 0,-1-1 0 0,1-5 0 0,0-3 0 0,-2 1 0 0,0 0 92 0,0-5-10 0,-2 0-74 16,-1 1 9-16,0-1-17 0,-6 0 0 0,2 1 0 15,-3 0 0-15,2 0 0 0,-5 4 0 0,0 2 0 16,-2 2 0-16,-2 5 0 0,-2 1 0 0,-3 0 0 15,0 9 0-15,-3 10 0 0,-3 7 0 16,6 2 0-16,-6 8 0 0,5 2 0 16,7-1 0-16,0 3 0 0,9 1 0 0,6-5 0 15,3 1 0-15,0-1 0 0,0-5 0 0,11-1 0 16,4-5 0-16,1-7 0 0,7 0 0 0,0-8 0 16,4-1 0-16,-2-8 0 0,1-1 0 0,-3 0 0 15,7-15 0-15,-1-8 0 0,-1-6 0 0,-4-3 0 16,-2-4 0-16,-4 4 0 0,0-11 0 0,-6 13 0 15,-3 0 0-15,-4 8 0 0,-1 1 0 16,-2 9 0-16,-2 1 0 0,0 4 0 16,0 3 0-16,0 2 0 0,0 2 0 0,-2 0 0 15,-2 13 0-15,1 5 0 0,1 6 0 0,2-2 0 16,0 0 0-16,0 9 0 0,0-5 0 0,2 0 0 16,5-1 0-16,1-3 0 0,1-1 0 0,0 2 0 15,3-3 0-15,-3-2 0 0,2 0 0 0,1-2 0 16,1-4 0-16</inkml:trace>
  <inkml:trace contextRef="#ctx0" brushRef="#br0" timeOffset="4032.36">18728 6650 418 0,'24'0'0'0,"3"0"-1"0,7-10 55 0</inkml:trace>
  <inkml:trace contextRef="#ctx0" brushRef="#br0" timeOffset="4422.22">19349 6005 3915 0,'0'-3'0'0,"0"0"0"0,-2 0 0 0,-1 2 0 0,-3-1 0 0,1 0 0 0,1 2 0 0,-2 0 0 0,-1 0 0 16,-1 14 0-16,-1 7 16 0,-1-2-16 0,-3 11 0 0,0 0 0 0,-4 3 0 0,0 0 0 16,-3 7 0-16,3-9 0 0,-10 11 0 0,4-8 0 15,-2 4 0-15,-2-3 0 0,3-2 0 16,3-7 0-16,-1 1 0 0,5-8 0 0,0 0 0 16,4-8-136-16,4-3-639 0,-1-3 357 0,4-5 193 15,1 0 92-15,5-4-405 0,0-20 249 0,0-12 123 16,1-9 53-16,11-6-335 0,-3-11 203 0,0 12 102 15,-1-1-29-15,-4 11 87 16,-2-1 40-16,0 6 45 0,0 14 292 0,-2 1-187 16,0 2-73-16,0 7 384 0,0 4-239 0,0 4-104 15,0 0-57-15,0 1 1057 0,0 2-516 0,2 0-257 16,9 2-120-16,2 7 530 0,5 6-710 0,2 4 0 16,1 2 0-16,2 1 0 0,0 5 0 0,2-2 0 15,-1 4 0-15,0-2 0 0,1-2 0 0,1 2 0 16,-1-2 0-16,1-1 0 15,-1 2 0-15,-2-7 0 0,0 2 0 0,-4-6 0 0,3-2 0 0,-1-2 0 16,-2-2-321-16,1-7 19 16,3-2-661-16,0 0 451 0</inkml:trace>
  <inkml:trace contextRef="#ctx0" brushRef="#br0" timeOffset="4654.5">19584 5868 3911 0,'-10'-11'0'0,"3"4"0"0,3-1 0 0,3 1 0 0,1-1 0 0,0 2 0 0,1-1 0 0,15 0 0 15,10-1 0-15,0 2 0 0,10 2 20 0,7-1-20 0,0 3 0 0,-1-2 0 16,10 2 0-16,-3 0 0 0,2 0 0 16,-4 1 0-16,0 1 0 0,-10 0 0 0,4-1 0 15,-2 1 0-15,-7 0 0 0,-2-3 0 0,-9 2 0 16,4-2-92-16,-8 0-67 0,-2-2-333 0,-6 0 201 15,-2 0 125-15,-6-1-519 0,1-2 311 0,-2-3 172 16</inkml:trace>
  <inkml:trace contextRef="#ctx0" brushRef="#br0" timeOffset="4887.92">20043 5497 3376 0,'-2'0'0'0,"2"0"0"0,0 0 0 0,0 0 0 0,9-2 0 0,8-2 0 0,7-2 0 0,4 3 0 0,2 0 0 0,4 2 0 0,0 1 334 0,1 0-152 16,-2 0-143-16,-1 4-39 0,0 3 0 0,-4 7 0 0,-8-4 0 16,5 8 0-16,-10-3 0 0,0 1 0 15,-6 3 0-15,-4 2 0 0,-5 1 0 0,0 3 0 16,-9-1 0-16,-5 1 0 0,-7 0 0 0,-2 0 0 16,-2 1 0-16,-10 3 0 0,1-1 0 15,-1-2 0-15,-4 2 0 0,-2 0 0 0,2-3-383 0,-4 3-108 16,6-5 225-16,7-4 110 0,-2 1-382 0</inkml:trace>
  <inkml:trace contextRef="#ctx0" brushRef="#br0" timeOffset="5339.73">19930 5953 3146 0,'-6'0'0'0,"3"0"0"0,1-3 0 0,0 2 0 0,0 1 0 0,0 0 0 0,2 0 0 0,0 0 0 0,0 4 0 0,0 11 0 0,0 6 628 0,0 4-471 15,2 2-157-15,-2 7 0 0,0 1 0 0,0 9 0 16,0-10 0-16,-6 5 0 0,0-1 0 16,1-1 0-16,-2-1 0 0,1-3 0 0,-2-1 0 15,2-5 0-15,1-7 0 0,0 1 0 0,-1-6 0 16,2-5 0-16,0-2 0 0,4-5 0 0,-2-1 0 16,0-2 0-16,2 0 0 0,0-5 0 0,0-8 0 15,0 1 0-15,2-3 0 0,6-2 0 0,3 0 0 16,7-2 0-16,0 3 0 0,3 2 0 15,2-1 0-15,-2 6 0 0,8-5 0 0,-3 9 0 16,0 0 0-16,1 1 0 0,-2 4 0 0,-4 0 0 16,0 0 0-16,2 5 0 0,-6 4 0 15,2 4 0-15,-5 2 0 0,-2 2 0 0,-3 1 0 16,-3 0 0-16,-3 3 0 0,-1 5 0 0,-2-6 0 16,0 7 0-16,-13-4 0 0,-2 1 0 0,-5-3 0 15,-1 0 0-15,-4-3 0 0,-3-1 0 0,-2-3 0 16,0-5 0-16,-2-2 0 0,0-3 0 0,4-4 0 15,-4 0 0-15,8 0 0 0,3-2 0 0,2-9 0 16,5-2 0-16,3-1 0 16,2-1 0-16,4 3 0 0,3-2 0 0,2 1 0 15,0 1 0-15,0-1 0 0,4 2 0 0,5 3 0 16,5-1 0-16,-2 6-540 0,6-1-50 0,0 2 265 16</inkml:trace>
  <inkml:trace contextRef="#ctx0" brushRef="#br0" timeOffset="5518.71">20647 6620 392 0,'-4'0'-1'0,"3"0"104"0,-3 0-52 0,-2 0-26 0,1 0 1 0</inkml:trace>
  <inkml:trace contextRef="#ctx0" brushRef="#br0" timeOffset="13201.68">18082 7045 1359 0,'-9'-3'0'0,"1"1"0"0,0 0 0 0,1 2 0 0,-1-2 0 0,1 1 0 0,1-1 0 0,-2 0 0 0,3 0 0 0,1 0 0 0,1 0 71 0,1 2 217 0,2 0-123 16,-2-1-60-16,2 1 78 0,0 0-59 0,0 0-46 15,0 0 1-15,0 0 169 0,0 0-103 0,0 0-50 16,0 0 10-16,0 0 110 0,0 0-85 0,0 0-44 15,0 0 150-15,0 0-85 0,2 0-83 0,3 0-68 16,3 0 0-16,1 0 0 0,1 0 0 0,-1 0 0 16,0 0 0-16,5 0 0 0,-3 0 0 0,1 0 0 15,-3 0 0-15,2 0 0 0,2 1 0 0,0 1 0 16,0 0 0-16,0 0 0 0,0 0 0 0,1 0 0 16,-1-1 0-16,2-1 0 15,-2 2 0-15,1 0 0 0,-2-2 0 0,-1 2 0 16,3 1 0-16,-1-2 0 0,0 1 0 0,0 1 0 15,2-2 0-15,0 0 0 0,1-1 0 0,2 0 0 16,1 0 0-16,1 0 0 0,1 0 0 0,2 0 0 16,-1 0 0-16,0 0 0 0,3 0 0 0,-2 0 0 15,-3 0 0-15,3-1 0 0,-1 1 0 0,1 0 0 16,6 0 0-16,-4 0 0 0,1 0 0 0,-3 0 0 16,7 0 0-16,-3 0 0 15,1 0 0-15,0 4 0 0,2-1 0 0,0-1 0 16,2 2 0-16,0-2 0 0,2 1 0 0,0 1 0 15,1 0 0-15,-1 0 0 0,0-2 0 0,1 0 0 16,-1 5 0-16,2-4 0 0,0 2 0 0,-1-4 0 16,1 3 0-16,1-2 0 0,-1 0 0 0,2-1 0 15,-1 2 0-15,1-3 0 0,1 0 0 0,5 0 0 16,-3 0 0-16,0 0 0 0,4 0 0 0,-7-3 0 16,11 0 0-16,-3-1 0 0,0 2 0 0,-3 1 0 15,-2-4 0-15,-3 4 0 16,1 1 0-16,-1 0 0 0,-1 0 0 0,1 0 0 15,3 0 0-15,-3 0 0 0,5 0 0 0,-2-2 0 16,2 0 0-16,1 0 0 0,-1-2 0 0,-6 3 0 16,3-2 0-16,-2-4 0 0,-5 3 0 0,-3 1 0 15,-3 1 0-15,-2 0 0 0,-6 0 0 0,-1 0 0 16,-4 0 0-16,-2 2 0 0,-3 0 0 0,-1 0 0 16,-1 0 0-16,-2 0 0 0,-2 0 0 0,-1 0 0 15,0-1 0-15,0 1 0 16,-1 0 0-16,-1 0 0 0,0 0 0 0,0 0 0 15,0 0 0-15,0 0 0 0,0 0 0 0,0 0 0 16,0 0 0-16,0 0 0 0,0 0 0 0,0-3 0 16,0 3 0-16,0-1 0 0,0 1 0 0,-5 0 0 15,-7 0 0-15,-8 0 0 0,-8 11 0 16,-6 11 0-16</inkml:trace>
  <inkml:trace contextRef="#ctx0" brushRef="#br0" timeOffset="18103.12">20925 6233 3193 0,'0'0'0'0,"-2"0"0"0,0 0 0 0,1 0 0 0,-3 3 0 0,0 3 0 0,2 2 0 0,-1 3 0 0,1 0 0 16,-2 1 0-16,3-1 314 0,-1 2-143 0,2-4-66 0,0 1-33 0,0-3 4 15,0 1-76-15,0-3 0 16,0-2 0-16,0 0 0 0,0-3 0 0,0 3 0 16,0-3 0-16,0 0 0 0,0 0 0 0,0 0 0 15,0 0 0-15,0 0 0 0,0-3 0 0,0 0 0 16,0 2 0-16,0-1 0 0,0 2 0 0,0 0 0 15,-5 0 0-15,1 0 0 0,1 0 0 0,-1 6 0 16,1 0 0-16,-1 0 0 0,2-1 0 0,0 0 0 16,0-1 0-16,2 0 0 0,0 1 0 0,0-4 0 15,0-1 0-15,0 2 0 0,0-2 0 0,0 0 0 16,2 0 0-16,4 0-228 16,1 0-12-16,2-2 106 0,5-2-782 0,0-2 439 15</inkml:trace>
  <inkml:trace contextRef="#ctx0" brushRef="#br0" timeOffset="18424.91">21420 5835 3659 0,'-7'-4'0'0,"6"4"0"15,1-2 0-15,0 2 0 0,0 0 0 0,0 0 0 0,0 0 0 0,0 0 0 0,8 0 0 0,8 0 0 0,7 0 133 0,2 0 6 0,2 0-139 0,3-2 0 0,5 2 0 16,-2-1 0-16,1-2 0 0,0 1 0 16,1 1 0-16,1-1 0 0,-2 1 0 0,-2-2 0 15,-1 1 0-15,-1-1 0 0,-3 1 0 0,3-2 0 16,-4-2 0-16,-1 2 0 0,0-1 0 0,-2-1 0 15,-2 0 0-15,6 0-10 0,-6 2-766 0,1-5 369 16,-1 2 184-16,-2 0 92 0,-3-2-328 0,-2 1 215 16,-5-2 102-16</inkml:trace>
  <inkml:trace contextRef="#ctx0" brushRef="#br0" timeOffset="18652.3">22040 5591 2492 0,'-4'-2'0'0,"1"-1"0"0,3 1 0 0,0-1 0 0,0 1 0 0,3 0 0 0,8 0 0 0,2 2 0 0,2 0 0 0,3 0 0 0,1 0 118 0,2 9 604 0,1 1-347 0,-3-2-168 16,2 4-190-16,-2 0-17 15,0 1 0-15,0 2 0 0,-5 1 0 0,1-4 0 0,-3 4 0 0,-3-1 0 16,-4 0 0-16,-3 0 0 16,-2-3 0-16,0 4 0 0,0-3 0 0,-11 0 0 15,-8 2 0-15,1-1-134 0,-10 4-273 0,-2-1 184 16,-6 6-356-16,-1 1 270 0,-3 2 136 0,-1 3 57 15,2 3-444-15,-3 1 261 0,4 1 130 16,1 4-289-16</inkml:trace>
  <inkml:trace contextRef="#ctx0" brushRef="#br0" timeOffset="19040.58">21769 6552 1723 0,'4'-7'0'0,"1"-3"0"0,2-3 0 0,0-3 0 16,0-1 0-16,0-1 0 0,2 0 0 0,1-3 0 0,1-2 0 0,0 5 0 0,1-3 173 0,-3 0-68 0,0 1 122 0,0 3-95 0,-4-2-37 15,0 4-10-15,-3 2 122 0,-2 0-89 16,0 3-40-16,0 1 0 0,-9 3 220 0,-6 0-135 16,-3 5-62-16,-7 1-31 0,-2 0 140 0,-1 0-142 15,-6 9-68-15,4 6 0 0,-1 2 0 0,0 1 0 16,3 5 0-16,0 0 0 15,3 2 0-15,5 4 0 0,1 0 0 0,5 1 0 0,2 2 0 16,3-2 0-16,3 5 0 0,4 0 0 0,2-2 0 16,0 0 0-16,0-1 0 0,6-4 0 15,5 1 0-15,6-2 0 0,1-6 0 0,5 3 0 16,2-6 0-16,1-3 0 0,4 0 0 0,0-4 0 16,2-3 0-16,2-4 0 0,-2-2 0 0,1-2 0 15,-1 0 0-15,-2 0 0 0,-1-2 0 16,-7-3 0-16,0-4 0 0,-1 2 0 0,0-1 0 0,-3-1 0 15,0 1 0-15,-4 1 0 0,2-1 0 16,-2 5-179-16,2-1-33 0,0 2 89 16</inkml:trace>
  <inkml:trace contextRef="#ctx0" brushRef="#br0" timeOffset="19209.03">22413 6854 3931 0,'-2'-1'0'0,"2"-1"0"0,0-2 0 0,0 0 0 0,0 0 0 0,0 3 0 0,0-2 0 0,0 2 0 0,0 0 0 0,0-2 0 0,0 1 0 0,0 0 0 15,0 0 0-15,0 2 0 0,0-2 0 0,0 2 0 16,0 0 0-16,0 0-616 0</inkml:trace>
  <inkml:trace contextRef="#ctx0" brushRef="#br0" timeOffset="26052.6">25020 6406 3235 0,'0'0'0'0,"0"0"0"0,0 0 0 0,0 0 0 0,0 0 0 0,0 2 0 0,1 1 0 0,2 1 0 0,3 2 0 0,-1-1 0 0,2 1 175 0,2 1-69 0,3 1 45 15,-1-1-57-15,1 1-20 0,-1 1-129 0,2-1 46 16,-1-1 22-16,-1 1 0 0,1-3-511 0,-2 0 275 16,3-2 126-16,1-1-862 0,-1-2 466 0</inkml:trace>
  <inkml:trace contextRef="#ctx0" brushRef="#br0" timeOffset="26395.36">25516 6263 2517 0,'6'0'0'0,"1"0"0"0,-3 4 0 0,-2-1 0 0,1 1 0 0,-3 1 0 0,0 1 0 0,0 4 0 0,-3 3 0 0,-10 4 0 0,-6 4 97 0,-6 1-31 15,-8 6-22-15,4-1 1 0,-12 4-9 0,2-1-94 16,-3 2 47-16,-3-2 24 0,-2 1-1 0,-3-5 78 16,-3-2-54-16,1-4 0 0,3-2 0 0,0-4 179 15,5-4-89-15,9-3-36 0,5-1 246 0,9-4-150 16,6-2-167-16,3 0-19 0,7 0 0 0,3 0 0 15,2 0 0-15,6 0 0 0,20-2 0 0,12-5 0 16,4 0 0-16,10-5 0 16,13-1 0-16,-2 2 0 0,5-3 0 0,1 3 0 15,-2 0 0-15,-10 2 0 0,5-1 0 0,-10 4 0 16,-5 3 0-16,-11 0 0 0,1 0 0 0,-7 3 0 16,-7 0 0-16,-4 0 0 0,-5 0 0 0,-4 0 0 15,-2 0 0-15,-6 4 0 0,1-2-207 0,-3 1 53 16,0-1 38-16,0 0-579 15,-11-2 320-15,-2 0 175 0,0 0-609 0</inkml:trace>
  <inkml:trace contextRef="#ctx0" brushRef="#br0" timeOffset="26639.55">25315 6050 3428 0,'-9'-5'0'0,"5"5"0"0,-1 0 0 0,4 0 0 0,-3 0 0 0,0 9 0 0,3 7 0 0,-1 0 0 0,2 7 0 0,0 6 0 0,0 5 337 0,0 5-171 0,0 9-166 16,3 1 0-16,5 2 0 0,-2 3 0 0,1 3 0 15,-3-1 0-15,2 0 0 0,-5-3 0 0,1 0 0 16,-2-7 0-16,0-1 0 16,0-7 0-16,0-1 0 0,-2 0 0 0,-5-2 0 0,-3-5 0 0,1-3-282 15,0-6 24-15,-2 0 104 0,1-6-396 0,1-4 257 16,0-6 129-16,0-5 63 0,0 0-519 0,4-10 297 15</inkml:trace>
  <inkml:trace contextRef="#ctx0" brushRef="#br0" timeOffset="26780.56">25242 6686 2444 0,'-12'-2'0'0,"1"2"0"0,-2 0 0 0,-3 7 0 0,1 4 0 0,-3 5 0 0,-1 2 0 0,1 2 0 0,-3-1 0 0,2 4 0 0,1 0 117 0,0-3 212 0,2 3-147 0,4-6-72 16,1 3-38-16,2-3-399 0,1-3 177 0,6-3 93 15,2-2-715-15,0-4 403 0,2-2 202 16</inkml:trace>
  <inkml:trace contextRef="#ctx0" brushRef="#br0" timeOffset="26935.87">25303 6717 2946 0,'12'-1'0'0,"1"1"0"0,-3 0 0 0,1 0 0 0,0 0 0 0,4 0 0 0,0 2 0 0,4 5 0 0,0 2 0 0,-2-2 0 0,3 4 221 0,-3-1-97 15,0 0 333-15,0 1-274 0,-2-2-183 0,-2 3 0 0,2-3 0 16,-4 0-30-16,1-1-1 16,-6 0-811-16,3-3 439 0,-6 1 220 0,-1-1 118 15,-2 4-926-15</inkml:trace>
  <inkml:trace contextRef="#ctx0" brushRef="#br0" timeOffset="27768.52">25302 6924 2709 0,'-3'8'0'0,"1"3"0"0,2-2 0 0,0 3 0 0,0 1 0 0,0 0 0 0,2 4 0 0,1 0 0 0,3-1 0 0,-3 5 0 0,1-1 184 0,-2 0-16 0,0 3-66 16,-1-6-32-16,-1 4 8 0,0-1-301 0,0-2 130 16,0-3 64-16,0-6-278 0,0 0 171 0,-1-4 95 15,1-2 35-15,0-3-128 0,0 0-15 0,0 0 75 16,0-7-109-16,0-9-7 0,7-4 82 0,0-3 36 15,1-3-31-15,1 1 34 0,-1 0-10 16,2-7 43-16,-3 5 40 0,-3 5 0 16,-1 1-40-16,-1 4 193 0,-2 5-105 0,0 1-40 15,0 6-22-15,0 2 327 0,-7 0-143 0,-7 3-87 16,-2 3-8-16,-5 9 139 0,1 4-92 0,-1 1-46 16,-2 1 116-16,1 1-79 0,2-4-32 0,-4 6-8 15,6-6-51-15,0-2 11 0,10-4-1 0,-2 1-130 16,6-7 74-16,0 1 24 0,3-4-1 0,1 0-206 15,1 0 118-15,19-7 26 16,6-12 44-16,8-9-164 0,2-4 87 0,11-9-12 16,1-2-147-16,3-7 108 0,1-2 44 0,4-7 36 15,8-10-32-15,-5 5 30 0,-1-2-1 0,-9 10 85 16,-2 5-37-16,4-10 9 0,-18 19-28 0,-1 3 236 16,-11 13-118-16,-6 5-53 0,-6 8-40 0,-3 1 349 15,-3 7-167-15,0 3-46 0,-3 0 100 0,0 2-76 16,-10 2-47-16,-5 14-36 0,-2 2 108 15,-1 3-69-15,-3 7-33 0,-6 4 0 16,9-4-26-16,-3 5-9 0,4-2 1 0,5-4 34 16,7-4-34-16,2 2-1 0,3-5 9 0,0 0-85 15,0-8 37-15,8 1 1 0,4-2-73 0,6-1 39 16,-2-3 40-16,3-1-18 0,-4 0-7 0,0 1 0 16,0-1-1-16,-5 3 158 0,2 1-61 0,-4 1-40 15,-2 2 0-15,-1 2 208 0,-3 2-243 0,0 2 0 16,-2-1 0-16,0 4 0 0,0-1 0 0,-7 0 0 15,-4 4 0-15,2-6 0 16,1 1 0-16,-2-1 0 0,0 0 0 0,0-3 0 16,-2 1 0-16,0-1 0 0,-2-2 0 0,-2 0 0 15,-2-3 0-15,-3 2 0 0,-2-3 0 0,1-5 0 16,-2 3 0-16,-4-6 0 0,5-2 0 0,2 0 0 16,0 0 0-16,3-8 0 0,3-5 0 0,0-2 0 15,7-2 0-15,1-2 0 16,5 3-1-16,2-2-53 0,0 3 4 0,0 3 16 0,4 0-15 0,1 6 106 15,3-1-51-15,3 4-9 16,-1 0-33-16,1 1 200 0,-1 2-164 0,1 0 0 16,3 0 0-16,2 0 0 0,0 5 0 0,1 2 0 15,4 2 0-15,2 3 0 0,3-3 0 0,-4 2 0 16,7 2 0-16,-1-1 0 0,0-1 0 0,0 0 0 31,4-2 0-31,0 1 0 0,-2 1 0 0,1-4 0 0,2 1 0 0,-1-2 0 0,-2-2 0 0,-4-1 0 16,8 1 0-16,-8-4-582 0,2 0 86 0,2 0 229 15,2 0 116-15</inkml:trace>
  <inkml:trace contextRef="#ctx0" brushRef="#br0" timeOffset="27931.99">27131 6977 347 0,'-9'-20'0'0,"9"20"1421"0,2 0-710 0</inkml:trace>
  <inkml:trace contextRef="#ctx0" brushRef="#br0" timeOffset="30681.29">29048 8917 843 0,'-8'0'0'0,"-3"0"0"0,4 0 0 0,0-2 0 0,-2-2 0 0,2 0 0 0,-2-2 0 0,2 0 0 0,0 1 0 0,1 2 0 0,-2-2 138 16,3 2-31-16,-1 1-12 0,3 0-43 0,-1-1 152 16,4 2-77-16,-3-1-24 0,3 2 138 0,-1 0-95 15,1 0-47-15,0 0 0 0,0 0 13 0,0 0 12 16,0 0-72-16,0 0 0 0,0 2 94 0,1 2-47 16,4 2 0-16,0-2 88 0,2-1-74 15,3 3 0-15,0-3-61 0,2 1 120 0,4-2-60 0,-2 2 13 16,4-1-6-16,0-2-119 15,1 1 0-15,0-2 0 0,-1 0 0 0,0 0 0 16,0 0 0-16,-1 0 0 0,1 0 0 0,-5 0 0 16,4-2 0-16,-1 1 0 0,-1-3 0 0,2-1 0 15,0 4 0-15,0-2 0 0,2 1 0 0,0 1 0 16,3-1 0-16,1 0 0 0,3 0 0 0,1 2 0 16,1 0 0-16,2-1 0 0,-1 1 0 0,4 0 0 15,-2 0 0-15,1 0 0 0,1 0 0 16,-1 0 0-16,1 0 0 0,1 0 0 0,-4 0 0 0,3 1 0 15,0 3 0-15,-2-1 0 16,3 2 0-16,-2-2 0 0,2 0 0 0,1-2 0 16,4 3 0-16,-2-4 0 0,8 2 0 0,-2-2 0 15,2 0 0-15,3 0 0 0,1 2 0 0,-6-2 0 16,13 2 0-16,-7-2 0 0,1 1 0 0,-3 1 0 16,1 0 0-16,-6 0 0 0,9 0 0 0,-6 1 0 15,2 0 0-15,1-2 0 0,0 1 0 0,-4 0 0 16,9-2 0-16,-3 0 0 0,0 0 0 15,5 0 0-15,0 0 0 0,2 0 0 16,-1 0 0-16,0 0 0 0,0 0 0 0,-1-2 0 16,-4 2 0-16,-9 0 0 0,8 0 0 0,-8 0 0 15,0 0 0-15,-1 0 0 0,2 0 0 0,-4 0 0 16,9 0 0-16,-4 2 0 0,2 0 0 0,1 2 0 16,3-3 0-16,-1 1 0 0,-2 2 0 0,1-2 0 15,-1 0 0-15,-2 2 0 0,-5-2 0 0,4 1 0 16,-11-1 0-16,6 0 0 0,-3 0 0 15,0 1 0-15,1 0 0 0,0-3 0 16,4 0 0-16,1 0 0 0,-7 0 0 0,6 0 0 16,-4 0 0-16,-4 0 0 0,-1 0 0 0,-2 0 0 15,-7 0 0-15,-1 0 0 0,-2 0 0 0,-8 0 0 16,-1 0 0-16,-1 0 0 0,-5 0 0 0,1 0 0 16,-4 0 0-16,0 0 0 0,-2 0 0 0,0-3 0 15,0 3 0-15,0 0 0 0,0 0 0 0,0 0 0 16,0-1 0-16,0-1 0 15,0 0 0-15,0 0 0 0,0 0 0 0,0 0 0 16,-2-1 0-16,0-1 0 0,0 0 0 0,0 0 0 16,0 1 0-16,1-3 0 0,-1 2 0 0,0 0 0 15</inkml:trace>
  <inkml:trace contextRef="#ctx0" brushRef="#br0" timeOffset="34601.67">21040 8680 1884 0,'-17'-8'0'0,"2"7"0"0,2 1 0 0,-1 0 0 0,4-2 0 0,-1 0 0 0,2 0 0 15,6 0 0-15,-1 0 0 0,2 2 0 0,2 0 102 0,0 0 175 0,0 0-101 0,0 0-70 0,0 0 1 16,4 0 10-16,1 0-33 0,2 0-1 0,-2 0-21 16,1 0 145-16,-1 0-79 0,1 0-39 0,-1 0 149 15,0 0-94-15,0 0-35 0,1 0-91 16,-1 0-18-16,2 0 0 0,0 0 0 0,0 0 0 15,0 0 0-15,-1 0 0 0,1 0 0 0,0 2 0 16,0 0 0-16,-2 0 0 0,3 2 0 0,-3-3 0 16,1 1 0-16,0 2 0 0,-1 0 0 0,3-3 0 15,-3 3 0-15,5-2 0 16,-3 1 0-16,4-2 0 0,1 1 0 0,1 0 0 0,2-2 0 0,0 0 0 16,2 0 0-16,2 0 0 0,0 0 0 15,0 0 0-15,-1 0 0 0,1 0 0 16,-1 0 0-16,2 0 0 0,-4 0 0 0,3 0 0 15,0 0 0-15,-1 0 0 0,3 2 0 0,6-1 0 16,-2 1 0-16,5-2 0 0,0 0 0 0,5 0 0 16,6 0 0-16,0 0 0 0,5 0 0 0,5 0 0 15,-3 0 0-15,5 0 0 16,0 0 0-16,1-2 0 0,0-1 0 0,3 1 0 0,1-1 0 0,6-2 0 16,-4 3 0-16,4-1 0 15,0 1 0-15,-6 0 0 0,13 0 0 0,-5 0 0 16,2 0 0-16,1-1 0 0,2-1 0 0,5 0 0 15,16-1 0-15,-5-1 0 0,2 0 0 0,1-1 0 16,2-1 0-16,-9 4 0 0,20-3 0 0,-9 2 0 16,-2-1 0-16,-13 2 0 0,6 0 0 0,-1 0 0 15,-3 1 0-15,0 1 0 0,11-4 0 0,-17 4 0 16,1-2 0-16,2-2 0 16,-3 3 0-16,-2-1 0 0,-5-1 0 0,-1 2 0 0,-1 0 0 0,-10-1 0 15,3 2 0-15,-6-1 0 16,-9 1 0-16,-5 1 0 0,2-2 0 0,-6 3 0 15,-1-2 0-15,-5 2 0 0,-2 0 0 0,-4 0 0 16,-3 0 0-16,-3 0 0 0,-6 0 0 0,1 0 0 16,-4 0 0-16,-3 0 0 0,-1 0 0 0,-3 0 0 15,1 0 0-15,-2 0 0 0,0-2 0 0,0 0 0 16,0 1 0-16,0-4 0 0,-5 0 0 16,-14 2 0-16,-15 1 0 0,-23 2-151 0</inkml:trace>
  <inkml:trace contextRef="#ctx0" brushRef="#br0" timeOffset="46301.49">14543 10092 2956 0,'-14'-7'0'0,"7"4"0"0,-2 2 0 0,6 1 0 0,-1-2 0 0,2 2 0 0,2 0 0 0,0 0 0 0,0 0 0 0,6 0 0 0,13-1 241 0,5-2-102 0,4 1 302 16,6 0-287-16,2 0-154 0,7-1 0 0,-10-1 0 16,13-1 0-16,-9 1 0 0,8-2 0 0,-3 2 0 15,-3 1 0-15,-3-1 0 0,3-2 0 0,1 2 0 0,-3 1 0 16,-3-1 0-16,-4 0 0 0,-2-3 0 15,-5 5 0-15,-1-2 0 0,-3 2-153 0,-6-2-301 16,-1 0 173-16,-5 2-257 0,-1-3 251 16,-5-1 115-16,-1-5-557 0,-3-4 346 0</inkml:trace>
  <inkml:trace contextRef="#ctx0" brushRef="#br0" timeOffset="46496.82">15105 9773 2538 0,'-17'-10'0'0,"7"5"0"0,-1 1 0 0,4 2 0 0,4 0 0 0,3 2 0 0,0 0 0 0,0 0 0 0,12 0 0 0,11 0 0 0,2 0 73 15,3 4 390-15,-3 2-204 0,6 1-115 0,-5 2-54 16,2 1 251-16,-9-1-318 0,2 3-23 0,-4-1 0 16,-4 4 0-16,-4 0 0 0,-5 4 0 0,-2 3 0 15,-2 2-30-15,-4 5-13 0,-8 3-213 16,-9 2 147-16,0 1 73 0,-2 1-33 0,3 0-681 16,1-7 347-16,-1 6 188 0,-1-2 89 0,0-1-462 0,1-1 276 15,0 0 137-15,-2-1-230 0,2 0 188 16</inkml:trace>
  <inkml:trace contextRef="#ctx0" brushRef="#br0" timeOffset="46938.56">14979 10508 1401 0,'-13'21'0'0,"2"0"0"0,1 0 0 0,5-6 0 0,-1-2 0 0,5-2 0 0,1-2 0 0,0-3 0 0,0 0 0 0,0-2 0 0,5-2 117 0,2-2 264 0,2 0-177 16,0 0-83-16,-2 0-42 0,2-2 190 0,-1-8-115 16,-4 3-50-16,1-6 129 0,-1 0-98 0,-2 0-49 15,-2-1-25-15,0-2 67 0,0 0-50 0,0 0 0 16,-4-1-40-16,-3-1 26 0,-3 2-26 15,-1-1 8-15,-2 2-9 0,-1 2 1 0,2 2-1 16,-4 2-33-16,2 4-4 0,-2 3 0 0,2 2 0 16,-4 0 0-16,2 4 0 0,-3 13 0 15,1 6 0-15,0 5 0 0,1 5 0 0,2 3 0 0,6-2 0 16,3 2 0-16,2 2 0 0,4-3 0 0,0-3 0 16,2-2 0-16,8-2 0 0,5-2 0 15,0-5 0-15,0-6 0 0,4 1 0 0,-1-8 0 16,3-2 0-16,0-2 0 0,-1-4 0 0,1 0 0 15,0-2 0-15,-1-11 0 0,-3-6 0 0,-2-1 0 16,0-7 0-16,-2-3 0 0,-1 0 0 0,-3-2 0 16,-2 4 0-16,-1 8 0 15,-2 1 0-15,-2 5 0 0,0 3 0 0,0 5 0 0,0 3 0 16,-2 1 0-16,0 2 0 0,0 0 0 0,0 0 0 16,2 9 0-16,-1 2 0 15,-1 5 0-15,2 1 0 0,2 0 0 0,-1 3 0 0,1 1 0 16,3-1 0-16,-2-1 0 0,2 0 0 15,0-2 0-15,4-2 0 0,-2-2 0 0,0-1-327 16,3-5 126-16,-1-2 81 0,1-5-586 0,4 0 338 16,4 0 166-16,1-12 82 15,5-15-415-15,2-3 249 0,3-11 115 0</inkml:trace>
  <inkml:trace contextRef="#ctx0" brushRef="#br0" timeOffset="47110.03">15591 10315 2441 0,'12'-19'0'0,"-1"1"0"0,-3 7 0 0,-5 2 0 0,-1 6 0 0,0 2 0 0,-2-1 0 0,0 2 0 0,0 0 0 0,0 6 0 0,-6 10 845 0,-5 7-404 0,2 1-237 16,-4 6-204-16,-2 2 0 0,0 2 0 0,0 1 0 16,-2 7 0-16,2-7 0 15,1-1 0-15,0 2 0 0,-2-2 0 0,2-2 0 16,0-1 0-16,3-6 0 0,2-4-118 0,1-2 6 16,1-6-914-16,1-4 495 0,2-5 247 0,1-4 123 15,1 0-528-15</inkml:trace>
  <inkml:trace contextRef="#ctx0" brushRef="#br0" timeOffset="47271.06">15381 10306 3931 0,'0'-7'0'0,"0"1"0"0,0 3 0 0,0 3 0 0,3 0 0 0,0 3 0 0,5 10 0 0,3 0 0 0,4 8 0 0,1 1 0 0,0 2 0 0,2 3 0 0,1 0 0 16,0 0 0-16,1 0 0 15,1-1 0-15,0-2 0 0,1-1 0 0,1-2 0 0,0-2 0 16,0-2 0-16,-2-2-518 0,-1-6 99 15,-2 0 223-15,1-5-23 0,2-4-761 0</inkml:trace>
  <inkml:trace contextRef="#ctx0" brushRef="#br0" timeOffset="47484.91">15807 10115 3833 0,'-12'-7'0'0,"6"6"0"0,3 0 0 0,3-2 0 0,0 1 0 0,0 2 0 0,0 0 0 0,3-1 0 0,14 1 0 0,7 0 0 0,4-2 98 0,4 2-98 0,9-2 0 16,-5-1 0-16,13 0 0 16,-6 1 0-16,1-1 0 0,-3-1 0 0,1 1 0 15,-7 0 0-15,3 1 0 0,-3 0 0 0,-1 0-73 16,-6 1 52-16,-5-1-966 0,0-1 479 0,-7 0 236 16,-2 0-179-16,-5-3 207 0,-6-2 104 0,-3-3 42 15</inkml:trace>
  <inkml:trace contextRef="#ctx0" brushRef="#br0" timeOffset="47677.47">16296 9828 2589 0,'-13'-10'0'0,"3"4"0"0,3 2 0 0,3 3 0 0,-1-1 0 0,5 2 0 0,0 0 0 0,2 0 0 0,10 0 0 0,7 0 0 0,4 0 477 16,1 3-220-16,-1 5-101 0,5 0-64 16,-2 3 200-16,-1-2-224 0,-2 4-68 0,-7 1 0 15,2-2 0-15,-6 6 0 0,-3 0 0 0,-2 3 0 0,-5 3-46 16,-2 1-2-16,-7 1-174 0,-7 2 125 0,-7-2 67 15,-1 1 33-15,-6 0-616 0,-3-4 291 0,0 0 119 16,-8 2 88-16,2-3-347 0,0 1 213 16,-3-4 105-16,0 3-377 0</inkml:trace>
  <inkml:trace contextRef="#ctx0" brushRef="#br0" timeOffset="48052.44">16071 10275 3678 0,'3'-2'0'0,"-1"-1"0"0,0 1 0 0,-2 2 0 0,0 0 0 0,0 0 0 0,0 0 0 0,0 0 0 16,0 7 0-16,2 8 0 0,0 7 139 0,1 4-25 0,1 6-114 15,-1 3 0-15,0 9 0 0,1-1 0 0,-2 0 0 16,2 2 0-16,-1-3 0 0,-1-7 0 0,0 1 0 0,0-3 0 16,-2-2 0-16,0-10 0 0,0-3 0 15,0-4 0-15,0-5 0 0,0-3 0 0,-4-5 0 0,-1-1 0 16,-1-1 0-16,2-13 0 0,4-6 0 15,0-3 0-15,0-2 0 0,6 0 0 16,7-2 0-16,4 3 0 0,3 1 0 0,5 4 0 16,1 2 0-16,4 6 0 0,2 4 0 0,0 5 0 15,0 2 0-15,0 0 0 0,-4 4 0 0,-2 11 0 0,-5 0 0 16,-1 9 0-16,-6-2 0 0,-5 6 0 16,-3-3 0-16,-6 1 0 0,0-1 0 0,-6 3 0 15,-8-5 0-15,-6-3 0 0,-2-3 0 0,-5-2 0 16,-1-5 0-16,-2-1 0 15,-2-6 0-15,-2 0 0 0,1-3 0 0,1 0 0 0,0 0 0 16,4-4 0-16,1-7 0 0,9-1-292 0,1-1-193 16,7-1 224-16</inkml:trace>
  <inkml:trace contextRef="#ctx0" brushRef="#br0" timeOffset="49041.49">17430 10336 2897 0,'-11'0'0'0,"3"0"0"0,4 4 0 0,1 2 0 16,3-5 0-16,-2 3 0 0,2 0 0 0,0-1 0 0,0 1 0 0,0 0 0 0,5 0 345 0,7 2-154 0,-1-3 92 0,0 3-127 0,1-2-97 0,-1 0-59 15,-2-1-6-15,1-1-30 0,-5 1 46 0,1 0-209 16,-3-2 118-16,-1-1 59 0,0 0 30 0,-2 0-534 15,0 0 189-15,0 0 169 16,0 0-74-16,0 0-342 0,0 0 273 0,0-4 136 16</inkml:trace>
  <inkml:trace contextRef="#ctx0" brushRef="#br0" timeOffset="49452">17873 10066 3931 0,'-6'-3'0'0,"6"2"0"0,-1-1 0 0,1 2 0 0,0 0 0 0,0-2 0 0,0 2 0 0,5-1 0 0,12-3 0 0,6 2 0 0,3-3 0 15,4 1 0-15,2-2 0 0,11 0 0 0,-2 1 0 16,7-3 0-16,-4-2 0 0,4 3 0 0,-9-1 0 16,12-1 0-16,-15 4 0 0,3-3 0 0,-4 2 0 15,-5 3 0-15,-7-1-239 0,-2 2-34 16,-4-2 130-16,-7 2-754 0,1 0 429 0,-8 0 215 0,-3-3 98 15,0-3-394-15,-5-5 255 16,-13-1 128-16,0-2-86 0,-3-2 112 0,0 3 65 16,-5-2 48-16,2 3 160 0,5 3-105 0,0 2-34 15,4 1 1-15,4 3 601 0,3 1-312 0,3 2-162 16,3 0-80-16,2 0 535 0,0 2-274 0,7 0-92 16,10 0 378-16,3 0-275 0,5 0-138 0,2 6-69 15,-1-1 353-15,-1 1-460 0,5 3 0 0,-4-1 0 16,-2 1 0-16,-3-1 0 0,0 2 0 0,-5 1 0 15,0 0 0-15,-4 0 0 0,-2 2 0 0,-4 3 0 16,-4-2 0-16,-2 1 0 16,0 4 0-16,-2 2 0 0,-12 1 0 0,0 3 0 15,-2 0-64-15,-2 4-427 0,-7 4 231 0,2 5-693 16,-1 2 458-16</inkml:trace>
  <inkml:trace contextRef="#ctx0" brushRef="#br0" timeOffset="49735.21">18469 10515 2911 0,'2'0'-3'0,"0"0"0"0,-2 0 1 0,0-8 0 0,0-5 2 0,0 1-1 0,0-3 1 0,-2 0 0 0,-2-1 0 0,-2-1 0 0,2-1 115 0,-3 2 208 0,-2-1-142 16,-1 2-71-16,-1 2 53 0,-2 1-53 0,-3 2-81 16,0 4-29-16,-5 4 0 0,-3 2 0 0,-1 0 0 15,-1 9 0-15,-2 8 0 0,-4 8 0 0,2 0 0 16,4 6 0-16,1 3 0 0,8-3 0 0,-1 11 0 15,9-1 0-15,4-1 0 16,5-1 0-16,0 3 0 0,5-10 0 0,9 3 0 16,7-5 0-16,3-2 0 0,4-3 0 0,2-4 0 15,0-7 0-15,2-3 0 0,0-2 0 0,0-4 0 16,0-5 0-16,2 0 0 0,0 0 0 0,2 0 0 16,5-4 0-16,2-6 0 15,4-1 0-15,11-2-1254 0,-5 4 490 0</inkml:trace>
  <inkml:trace contextRef="#ctx0" brushRef="#br0" timeOffset="49874.43">19220 10789 3931 0,'0'0'0'0,"0"0"0"0,0 0 0 0,0 0 0 0,0 0 0 0,-2 0 0 0,2 0 0 0,0 0 0 0,0 0 0 0,0 0 0 0,0 0 0 0,0 0 0 0,0-2 0 0,4 0 0 15,1 0 0-15,2 0 0 0,2 0-22 0,2 1-208 16</inkml:trace>
  <inkml:trace contextRef="#ctx0" brushRef="#br0" timeOffset="53096.64">14373 13485 2783 0,'0'0'0'0,"0"0"0"0,0 0 0 0,0-3 0 0,0-4 0 0,0 1 0 0,4-2 0 0,-1 0 0 0,3 3 0 0,-3 2 0 0,1-2 418 0,-2 2-187 0,0 1-87 16,0 0-43-16,0-1 153 0,2 3-254 15,-2 0 0-15,1 0 0 0,1 0 0 0,0 0 0 16,1-1 0-16,2 1 0 0,-2-2 0 15,-1 2 0-15,1-2 0 0,1 2 0 0,-1-1 0 16,1-1 0-16,0 0 0 0,-2 0 0 0,1 0 0 16,0 0 0-16,-1 0 0 0,3 0 0 0,0 1 0 15,0-1 0-15,0 0 0 0,2-2 0 0,1 0 0 16,1 2 0-16,1-2 0 0,3 1 0 0,-1-1 0 16,0 0 0-16,2 1 0 0,-2-1 0 0,1 0 0 15,0 0 0-15,3 1 0 0,-4-1 0 16,3 2 0-16,0 0 0 0,2 0 0 15,1 1 0-15,1-2 0 0,4 3 0 0,1 0 0 16,4 0 0-16,4 0 0 0,1 0 0 0,8 0 0 16,3 0 0-16,2 0 0 0,-1 0 0 0,-4 0 0 15,12 0 0-15,-8 0 0 0,-2-1 0 0,1-1 0 16,-4 0 0-16,-1 0 0 0,9-2 0 0,-6 1 0 16,4 2 0-16,-2 0 0 0,3 1 0 0,2-3 0 15,1 3 0-15,-1-1 0 0,4-1 0 16,2 0 0-16,-2 0 0 0,9-2 0 15,-13 0 0-15,6-1 0 0,-1 1 0 0,1 0 0 16,-6 1 0-16,0-1 0 0,-4 0 0 0,-1 3 0 16,-4-3 0-16,0 2 0 0,-6-1 0 0,7 2 0 15,-10 0 0-15,6-2 0 0,-4 1 0 0,4 1 0 16,-1-2 0-16,6 0 0 0,-5-1 0 0,-6 2 0 16,1-1 0-16,-4-1 0 0,-4 4 0 15,1-5 0-15,-7 2 0 0,-1-1 0 0,-4 3 0 0,-4-1 0 16,-2-1 0-16,-1 1 0 15,-2 1 0-15,-2-1 0 0,-3 0 0 0,3 1 0 16,-2-1 0-16,0 0 0 0,0 0 0 0,-2 0 0 16,1 1 0-16,-1-5 0 0,0 3 0 0,0 0 0 15,0-3 0-15,0 2 0 0,0-1 0 0,0-3 0 16,0 3 0-16,0-1 0 0,0 2 0 0,-7 2 0 16,-12 2 0-16</inkml:trace>
  <inkml:trace contextRef="#ctx0" brushRef="#br0" timeOffset="55961.2">17941 13179 1093 0,'-4'0'0'0,"0"0"0"0,2 0 0 0,0 0 0 0,1 0 0 0,-1-1 0 0,-2 1 0 0,2-2 0 0,1 0 0 0,-3 0 0 0,2 0 65 0,2 0 207 0,-2 2-110 0,-1-2-55 16,3 2 0-16,0 0 57 0,0-1-43 0,0 1-13 15,0 0 204-15,0 0-130 0,0 0-66 0,0 0 1 16,0 0 184-16,0 0-132 0,0 0-58 0,3 0 252 16,1 0-302-16,3 0-61 0,4 0 0 15,3 0 0-15,-1 0 0 0,2 0 0 16,1 0 0-16,2 0 0 0,0-3 0 0,1 0 0 15,2-1 0-15,-1-1 0 0,1-1 0 0,0-1 0 16,-1 4 0-16,-1-2 0 16,2 3 0-16,-1-3 0 0,1 2 0 0,2 2 0 0,-3-2 0 0,6 2 0 15,1-1 0-15,1 0 0 0,2 0 0 16,2 2 0-16,2-2 0 0,1 2 0 0,1-2 0 0,2 2 0 16,-4-2 0-16,1 1 0 15,-3 0 0-15,-2-2 0 0,-1 1 0 0,-9 0 0 16,1 0 0-16,-6 2 0 0,-2-1 0 0,-2-2 0 15,-3 1 0-15,-2 1 0 0,-3-1 0 0,-1 0 0 16,2-1 0-16,-3-5 0 0,1 0 0 0,0 1 0 16,0-2 0-16,0-1 0 0,1 3 0 0,-3 0 0 15,0 4 0-15,0 1 0 0,0 0 0 0,0 2 0 16,0 12 0-16,-7 23-494 0</inkml:trace>
  <inkml:trace contextRef="#ctx0" brushRef="#br0" timeOffset="59281.54">21096 13241 1653 0,'-3'-3'0'0,"1"0"0"0,-2 0 0 0,2 1 0 0,1-1 0 0,-1 1 0 0,-1-2 0 0,3 1 0 0,-2 0 0 0,2 0 0 0,0 3 104 0,0 0 144 16,0-3-97-16,0 3-36 0,0 0-13 15,0 0 58-15,0 0-53 0,0 0 0 0,0 0-54 0,0 0 166 16,0 0-90-16,5 0-38 0,0 0 51 0,-1 3-44 16,3-3-1-16,-1 3-30 15,2-3 166-15,-1 0-178 0,0 0-55 0,-1 0 0 16,-1 0 0-16,2 0 0 0,-2 0 0 0,1 0 0 15,-3 0 0-15,3 0 0 0,-1 0 0 0,2 0 0 16,0 0 0-16,0 4 0 0,0-2 0 0,2 0 0 16,-2 0 0-16,0 0 0 15,1-1 0-15,2-1 0 0,-3 2 0 0,2-2 0 0,0 2 0 0,1-2 0 16,-1 0 0-16,0 0 0 16,3 0 0-16,-3 1 0 0,0-1 0 0,3 0 0 15,-1 2 0-15,0 1 0 0,1-1 0 0,1-1 0 16,0 1 0-16,0 0 0 0,3 0 0 0,-2-1 0 15,4 2 0-15,0-1 0 0,3-2 0 0,0 0 0 16,1 0 0-16,0 0 0 0,1 0 0 0,-1 0 0 16,1 0 0-16,-2 0 0 15,2 0 0-15,-2 0 0 0,2 0 0 0,0 0 0 0,0 0 0 0,-1 0 0 16,0 0 0-16,1 0 0 0,4 0 0 16,-4 0 0-16,-2 0 0 0,8 0 0 15,-5 0 0-15,1 0 0 0,0 0 0 0,0 0 0 16,0 0 0-16,3 0 0 0,-4 0 0 0,3 0 0 15,-2 0 0-15,2 0 0 0,-4 0 0 0,5 0 0 16,-2 0 0-16,2 0 0 0,3 0 0 0,0 0 0 16,0-2 0-16,0 2 0 0,1 0 0 0,-2-3 0 15,2 2 0-15,-2-1 0 0,-3 2 0 0,5-2 0 16,-4 0 0-16,-1 1 0 0,0 1 0 0,1 0 0 16,-5 0 0-16,7 0 0 15,-4 0 0-15,2 0 0 0,-1 0 0 0,0 0 0 16,0 0 0-16,5 0 0 0,-2 0 0 0,0 0 0 15,0 0 0-15,-2 0 0 0,-2 0 0 0,5 0 0 16,-3 0 0-16,0 0 0 0,0 0 0 0,1-2 0 16,-6 2 0-16,12-3 0 0,-8 3 0 0,3-2 0 15,0 1 0-15,0-1 0 0,-3 0 0 0,5 1 0 16,-4-1 0-16,2 2 0 16,0 0 0-16,0-2 0 0,0 2 0 0,2 0 0 15,0-2 0-15,0 2 0 0,0-2 0 0,0 1 0 16,-6-2 0-16,10 0 0 0,-6 3 0 0,0 0 0 15,-2-3 0-15,2 2 0 0,0-1 0 0,-1-1 0 16,1 2 0-16,-2 1 0 0,2-2 0 0,2 2 0 16,-1-2 0-16,3 0 0 0,0 2 0 0,-2 0 0 15,4 0 0-15,-3 0 0 0,0 0 0 16,-1 0 0-16,-2 0 0 0,-3 0 0 0,0 0 0 16,-4 0 0-16,1 0 0 0,1 0 0 0,-3 0 0 15,1 0 0-15,3 0 0 0,-5 0 0 0,1 0 0 16,1 0 0-16,3 0 0 0,0 0 0 15,-1 0 0-15,-1 0 0 0,2 0 0 0,-3 0 0 16,0 0 0-16,-1-1 0 0,-3-1 0 0,1 0 0 16,-3-1 0-16,0 2 0 0,-4-3 0 0,0 3 0 15,1-3 0-15,-5 0 0 0,-1 2 0 0,-1-2 0 16,-1 2 0-16,-1-2 0 0,1 3 0 16,-5-3 0-16,4 1 0 0,-1-1 0 15,-2-2 0-15,1 2 0 0,-1-4 0 0,0 1 0 16,0 0 0-16,-1-1 0 0,-1 0 0 0,0 1 0 15,0-1 0-15,-3 1 0 0,-16 2 0 0,-7 2 0 16,-19 3 0-16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2:57:06.5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7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3:00:34.102"/>
    </inkml:context>
  </inkml:definitions>
  <inkml:trace contextRef="#ctx0" brushRef="#br0">8289 7179 2082 0,'-2'-7'0'0,"-2"-3"0"0,4 4 0 0,-3-1 0 0,3-1 0 0,-2 3 0 0,0 2 0 0,0-1 0 0,2 2 0 0,0 0 0 0,-1 1 124 0,1-2 133 0,0 3-103 0,0 0-51 16,0 0-1-16,0 0 0 0,0 0 12 0,0 0-63 16,0 0 0-16,0 0 60 0,0 0 0 0,0 0-60 15,0 0 90-15,0 0-51 0,0 0-1 0,0 0-38 16,1 0 96-16,1 0-147 0,2 0 0 15,-1 0 0-15,3 0 0 0,-2 0 0 0,1 0 0 16,1-3 0-16,0 3 0 0,-1 0 0 0,1 0 0 16,1-1 0-16,0 1 0 0,1 0 0 0,-3 0 0 15,2 0 0-15,1 0 0 0,2 0 0 0,-2 0 0 16,4 0 0-16,-3 0 0 0,4 0 0 0,0 0 0 16,0 0 0-16,3 0 0 0,-4 0 0 0,6 0 0 15,-4 0 0-15,4 0 0 0,-2 0 0 16,1 0 0-16,0 0 0 0,0 0 0 15,-2 0 0-15,0 0 0 0,0 0 0 0,-2 0 0 16,2 0 0-16,-3 0 0 0,4 0 0 0,0 0 0 16,0 0 0-16,1 0 0 0,2 0 0 0,2 0 0 15,4 0 0-15,-1 0 0 0,4 0 0 0,-1 0 0 16,6 0 0-16,-2 0 0 0,6 0 0 0,0 0 0 16,-1-1 0-16,-1-1 0 0,-1 2 0 0,-2 0 0 15,0 0 0-15,-2 0 0 0,0 0 0 0,-1 0 0 16,0 3 0-16,3 1 0 15,-2 0 0-15,2 0 0 0,0 0 0 0,3-1 0 16,-3-1 0-16,3 1 0 0,-1-1 0 0,3 1 0 16,-1-3 0-16,-1 0 0 0,1 0 0 0,-1 0 0 15,0 0 0-15,-3 0 0 0,2 0 0 0,-5 0 0 16,0 0 0-16,1 0 0 0,0 0 0 0,-3 0 0 16,3 0 0-16,-1 0 0 0,-3 0 0 15,6 0 0-15,-4 0 0 0,4 0 0 0,0 0 0 0,3 0 0 16,-3 0 0-16,3 0 0 15,-1 0 0-15,-1 0 0 0,-1 0 0 0,0 0 0 16,-4 0 0-16,4 0 0 0,-3 0 0 0,-1 0 0 16,-1 0 0-16,0 0 0 0,-5 0 0 0,5 0 0 15,-6 0 0-15,1 0 0 0,0 3 0 0,-1 0 0 16,1 1 0-16,-1-3 0 0,0 1 0 0,-1 0 0 16,3-1 0-16,-6-1 0 0,0 2 0 0,0 1 0 15,-4-3 0-15,1 1 0 0,-4-1 0 0,0 0 0 16,-2 0 0-16,-1 0 0 15,-1 0 0-15,-3 0 0 0,1 2 0 0,-2-2 0 16,-1 0 0-16,1 0 0 0,-2 0 0 0,3 0 0 16,-3 0 0-16,0 0 0 0,0 0 0 0,0 0 0 15,0 0 0-15,0 0 0 0,0 0 0 0,0 0 0 16,0 0 0-16,0 0 0 0,0 0 0 0,0 0 0 16,0 0 0-16,0 0 0 0,0 0 0 0,0 0 0 15,-5 0-94-15</inkml:trace>
  <inkml:trace contextRef="#ctx0" brushRef="#br0" timeOffset="3457.18">11653 7009 595 0,'-6'0'0'0,"3"0"0"0,-1 1 0 0,2-1 0 0,2 0 0 0,-2 2 0 0,2-2 0 0,-2 0 0 0,2 0 0 0,0 0 0 0,-1 0 67 0,-1 0 49 0,0 0-35 0,2 0 12 15,-5 0 0-15,4 0 1 0,-1 0-45 0,0 0 0 16,0 0 96-16,-2 0-35 0,3 0-13 0,-5 0-48 15,3 0 112-15,-3 0-56 0,0 0 0 0,-2 4-44 16,3 0 143-16,-2 0-78 0,-2 1-39 0,4-1 133 16,-2-1-86-16,3-1-30 0,0 0 174 0,3 0-114 15,-1 1-58-15,2-3 0 0,0 0 16 0,0 0-24 16,0 0-12-16,0 0-60 0,0 0-26 16,0 0 0-16,0 0 0 0,0 0 0 15,0 0 0-15,0 0 0 0,0 0 0 0,0 0 0 16,0 0 0-16,0 1 0 0,0-1 0 0,0 0 0 15,0 2 0-15,0-2 0 0,0 0 0 0,0 0 0 16,0 0 0-16,0 0 0 0,0 0 0 0,0 0 0 16,0 0 0-16,0 0 0 0,0 0 0 0,0 0 0 15,0 0 0-15,0 0 0 0,0 0 0 0,0 0 0 16,0 0 0-16,0 0 0 0,2 0 0 0,-1 3 0 16,1-3 0-16,4 1 0 15,-3-1 0-15,3 1 0 0,-3-1 0 0,4 0 0 16,-2 3 0-16,1-3 0 0,-3 0 0 0,3 1 0 15,-1-1 0-15,0 0 0 0,0 2 0 0,1-2 0 16,-1 0 0-16,1 2 0 0,0-2 0 0,1 0 0 16,-1 2 0-16,1-2 0 0,0 0 0 0,4 0 0 15,-4 0 0-15,2 0 0 0,1 0 0 0,-3 0 0 16,2 0 0-16,0 0 0 0,2 0 0 0,-1 0 0 16,-1 0 0-16,5 0 0 15,-3 0 0-15,1 0 0 0,-1 0 0 0,0 0 0 16,1 0 0-16,0 0 0 0,2 0 0 0,-1-2 0 15,0 0 0-15,0 0 0 0,-2 2 0 0,5-1 0 16,-4-2 0-16,-1 2 0 0,3 0 0 0,-1-2 0 16,-3 3 0-16,3-2 0 0,-2 2 0 0,0 0 0 15,0 0 0-15,3 0 0 0,1 0 0 16,0 0 0-16,0 0 0 0,0 0 0 0,-2-1 0 0,1 1 0 16,2 0 0-16,0-3 0 15,0 3 0-15,-2 0 0 0,0 0 0 0,1 0 0 16,0 0 0-16,0 0 0 0,0-2 0 0,0 2 0 15,0 0 0-15,0 0 0 0,0-2 0 0,0 0 0 16,1 1 0-16,-4 1 0 0,2-2 0 0,-1 0 0 16,-4 0 0-16,1 0 0 0,-1 2 0 0,-2 0 0 15,1 0 0-15,-4 0 0 0,2 0 0 16,-3 0 0-16,-1 0 0 0,0 0 0 0,2 0 0 0,-3 0 0 16,1 0 0-16,-2 0 0 15,0 0 0-15,2 0 0 0,-2 0 0 0,0 0 0 16,0 0 0-16,0 0 0 0,0 0 0 0,0 0 0 15,0 0 0-15,0 0 0 0,0 0 0 0,0 0 0 16,0 0 0-16,0 0 0 0,0-2 0 0,0 1 0 16,0 1 0-16,0-3 0 15,0 3 0-15,0 0 0 0,0 6 0 0,0 20 0 0</inkml:trace>
  <inkml:trace contextRef="#ctx0" brushRef="#br0" timeOffset="6208.98">13268 7085 2100 0,'-5'0'0'0,"-1"0"0"0,2 0 0 15,2 0 0-15,0 0 0 0,0-1 0 0,2 1 0 0,0-2 0 0,-1 2 0 0,1 0 0 0,0 0 131 0,0 0-14 0,0 0-61 0,0 0 203 0,0 0-102 0,0 0-50 16,0 0 81-16,0 0-73 0,0 0 0 0,0 0-59 0,0 0 160 16,0 0-79-16,0 0-28 0,1 0-41 0,5 0-68 15,0 0 0-15,2 0 0 16,-3 0 0-16,4 0 0 0,1 0 0 0,-1 0 0 16,2 0 0-16,1 0 0 0,-3 0 0 0,2-1 0 15,1 1 0-15,-3-3 0 0,0 3 0 0,3-2 0 16,-1 2 0-16,0 0 0 0,-1 0 0 0,5 0 0 15,-5 0 0-15,4 0 0 0,-1 0 0 0,6 0 0 16,0 0 0-16,1 0 0 0,5 0 0 0,0 0 0 16,-3 2 0-16,8 1 0 0,-4-2 0 15,2 2 0-15,-3 1 0 0,-4-2 0 0,3 2 0 0,0 2 0 16,2-3 0-16,-1 3 0 0,3-2 0 16,1 0 0-16,-1 3 0 0,4-3 0 15,0 0 0-15,-1-1 0 0,3-1 0 0,4 1 0 16,-1-1 0-16,7 1 0 0,-5-2 0 0,2 1 0 15,1-2 0-15,-1 3 0 0,-6-2 0 0,13 2 0 16,-5-3 0-16,0 1 0 0,0-1 0 0,2 0 0 16,-7 0 0-16,9 0 0 0,-2 0 0 0,0 0 0 15,0 0 0-15,2 0 0 0,-6 0 0 16,12-1 0-16,-6-2 0 0,3 2 0 16,1-2 0-16,0 1 0 0,-1 1 0 0,1-2 0 15,0 1 0-15,0-1 0 0,3 1 0 0,-1-1 0 16,5-1 0-16,-2-1 0 0,12-3 0 0,-6 3 0 15,-1 0 0-15,-10 0 0 0,6 0 0 0,-2 2 0 16,-2-4 0-16,-2 6 0 0,-1 0 0 0,-2-1 0 16,-4 2 0-16,7 0 0 0,-3 0 0 0,3 0 0 15,-1 0 0-15,-1 0 0 0,4 0 0 16,-3 0 0-16,5 0 0 0,0 0 0 16,-1 0 0-16,0-1 0 0,1-2 0 0,0-1 0 15,-1 2 0-15,-6 0 0 0,-1 0 0 0,-6 2 0 16,9 0 0-16,-8 0 0 0,-1 0 0 0,0 0 0 15,0 0 0-15,-4 0 0 0,10 0 0 0,-2 0 0 16,1 0 0-16,0 0 0 0,3 0 0 0,-6 0 0 16,10 0 0-16,-8-1 0 0,0-1 0 0,-2 0 0 15,1 0 0-15,-7 0 0 0,8 0 0 0,-3 2 0 16,-1 0 0-16,0 0 0 16,4 0 0-16,2 0 0 0,2 0 0 0,0 0 0 15,3 0 0-15,-1-1 0 0,0 1 0 0,1-3 0 16,-3 3 0-16,0-1 0 0,0 1 0 0,-4-1 0 15,-4-2 0-15,-3 3 0 0,3 0 0 0,-5 0 0 16,0 0 0-16,-6 0 0 0,0 0 0 0,-8 0 0 16,2 0 0-16,-3 0 0 0,0 0 0 15,-4 0 0-15,0 0 0 0,-1 0 0 0,0-2 0 0,-1 1 0 16,0-2 0-16,-2 1 0 16,1 0 0-16,-2 0 0 0,-1 1 0 0,1-1 0 15,-3-2 0-15,-2 2 0 0,1 0 0 0,-2-2 0 16,0 1 0-16,-3 1 0 0,-1-2 0 0,0 2 0 15,0 1 0-15,-2-1 0 0,1-1 0 0,-1 3 0 16,0-1 0-16,0-1 0 0,0 1 0 0,0-2 0 16,-5 1 0-16,-8 2 0 0,-8 0 0 0,-7 0 0 15,-13 9 0-15,-12 14 0 0,-28 18-230 16</inkml:trace>
  <inkml:trace contextRef="#ctx0" brushRef="#br0" timeOffset="56476.43">12003 7059 1637 0,'0'-3'0'0,"0"-1"0"16,0 0 0-16,-2 2 0 0,2 1 0 0,0-2 0 0,0 3 0 0,0 0 0 0,0 0 0 0,0 0 0 0,0 0 62 0,0 0 156 0,0 0-84 0,0 0-42 15,0 0 0-15,0 0 145 0,0 0-82 0,0 0-58 16,0 0 186-16,0 0-116 0,-2 0-59 0,2 0 0 16,0 0 238-16,0 0-154 0,0 0-189 0,0 0-3 15,0 0 0-15,0 0 0 0,4 0 0 0,5 0 0 16,0 0 0-16,3 0 0 0,-1 0 0 0,0 0 0 15,2 0 0-15,0 0 0 0,-1 0 0 16,1 0 0-16,-3 0 0 0,2-2 0 16,-3 0 0-16,5 0 0 0,-5 1 0 0,2 1 0 15,-1-2 0-15,3 2 0 0,-4 0 0 0,5 0 0 16,0 0 0-16,0 0 0 0,-3 0 0 0,2 0 0 16,2 0 0-16,-2 2 0 0,-1 1 0 0,1 1 0 15,0-1 0-15,0 0 0 0,0 1 0 0,0 0 0 16,0-1 0-16,3 1 0 0,-4 0 0 0,2-1 0 15,1-1 0-15,0 2 0 0,0-2 0 16,-3 1 0-16,4-2 0 0,-1 1 0 0,0-2 0 16,0 1 0-16,0-1 0 0,2 0 0 15,0 0 0-15,0 0 0 0,0 0 0 0,2 0 0 16,-3 0 0-16,3 0 0 0,-2 0 0 0,2 0 0 16,-2 0 0-16,1 0 0 0,0 0 0 0,-2 0 0 15,3 0 0-15,-1 0 0 0,0 0 0 0,1 0 0 16,-1 0 0-16,1 0 0 0,-1-1 0 0,2-1 0 15,-1 1 0-15,-1-2 0 0,1 1 0 0,0 0 0 16,-1 0 0-16,0 0 0 16,0-1 0-16,-1 1 0 0,0-2 0 0,-2 2 0 15,0 0 0-15,0 1 0 0,-2-2 0 0,1 2 0 16,-1 0 0-16,0-2 0 0,2 3 0 0,-3 0 0 16,4-2 0-16,-1 2 0 0,2 0 0 0,0 0 0 15,0 0 0-15,2 0 0 0,-1 0 0 0,1 0 0 16,0 0 0-16,0-1 0 0,-2 1 0 0,1 0 0 15,-2 0 0-15,0 0 0 0,1 0 0 0,-2 0 0 16,0 0 0-16,0 0 0 16,0 0 0-16,-2 0 0 0,1 0 0 0,0 0 0 15,0 0 0-15,1 0 0 0,0-3 0 0,0 3 0 16,2 0 0-16,-2 0 0 0,2-2 0 0,-2 2 0 16,2-2 0-16,-1 0 0 0,0 1 0 0,0 1 0 15,1-2 0-15,0 0 0 0,0 2 0 0,1 0 0 16,-2-2 0-16,3 2 0 0,-3-2 0 0,2 2 0 15,-2-2 0-15,3 2 0 0,-1-1 0 0,2-2 0 16,-1 2 0-16,-3-1 0 0,3 0 0 0,1 0 0 16,-2 0 0-16,-1 2 0 0,1-2 0 15,-2 2 0-15,-2-1 0 0,2 1 0 16,-3 0 0-16,-2 0 0 0,0 0 0 0,-2 0 0 16,-1 0 0-16,0 0 0 0,-3 0 0 0,1-2 0 15,-1 2 0-15,-3 0 0 0,0 0 0 0,0 0 0 16,0 0 0-16,0 0 0 0,-2 0 0 0,2 0 0 15,-2 0 0-15,0 0 0 0,0 0 0 0,0 0 0 16,0 0 0-16,0 0 0 16,0 0 0-16,0 0 0 0,0 0 0 0,0 0 0 15,0 0 0-15,0 0 0 0,0 0 0 0,0 0 0 16,0 0 0-16,0 2 0 0,-6 13 0 0,-12 14 0 16,-16 17 0-16</inkml:trace>
  <inkml:trace contextRef="#ctx0" brushRef="#br0" timeOffset="97345.01">22535 5168 2349 0,'0'0'0'0,"0"0"0"0,0-2 0 0,0 2 0 0,0 0 0 0,0 0 0 0,0 0 0 0,0 0 0 0,0 0 0 0,0 0 0 0,0 0 87 16,2 0 101-16,4 0-77 0,3 0-33 0,3 0 1 15,0 0 138-15,4 0-85 0,-2 0-32 0,2 0-11 16,0-2 88-16,2 2-65 0,-2 0-33 0,1 0 38 15,0 0-101-15,0 0-16 0,-2 0 0 16,2 0 0-16,-1 0 0 0,2 0 0 0,-1 0 0 0,-1 0 0 16,4 0 0-16,-2 0 0 15,3 0 0-15,0 0 0 0,2 0 0 0,4 0 0 16,1 0 0-16,-3 0 0 0,3 0 0 0,-2 0 0 16,-1 0 0-16,5 0 0 0,-3 0 0 0,2 0 0 15,-1 0 0-15,2 0 0 0,0-2 0 0,2 0 0 16,3 1 0-16,2-1 0 0,-2 0 0 0,3-1 0 15,1 0 0-15,7 2 0 0,-4-3 0 0,-1 2 0 16,1 0 0-16,-6 1 0 16,3 1 0-16,0 0 0 0,1 0 0 0,0 0 0 15,2 0 0-15,-5 0 0 0,7 0 0 0,-3 0 0 16,1 3 0-16,1-1 0 0,1 0 0 0,-5-2 0 16,8 2 0-16,-5-2 0 0,-7 0 0 0,2 1 0 15,1-1 0-15,-4 0 0 0,0 0 0 0,-2 0 0 16,0 0 0-16,0 0 0 0,0 0 0 0,0 0 0 15,0 0 0-15,-2 0 0 0,2 3 0 0,1-3 0 16,3 0 0-16,1 0 0 0,5 0 0 0,-7 0 0 16,5 0 0-16,3 0 0 15,-1-3 0-15,-7 2 0 0,10-1 0 0,-5 0 0 16,-5 0 0-16,3 0 0 0,-3 1 0 0,1-2 0 16,-4 1 0-16,0 2 0 0,-2 0 0 0,-2 0 0 15,-2 0 0-15,-5 0 0 0,-1 0 0 0,1 0 0 16,-3 0 0-16,-5 0 0 0,0 0 0 0,-4 0 0 15,-1 0 0-15,-1 0 0 0,-1 0 0 0,-2 0 0 16,0 0 0-16,-3 0 0 0,1 0 0 0,-2 0 0 16,0 0 0-16,0 0 0 15,0 0 0-15,0 0 0 0,0 0 0 0,0 0 0 16,0 0 0-16,0 0 0 0,0 0 0 0</inkml:trace>
  <inkml:trace contextRef="#ctx0" brushRef="#br0" timeOffset="97361.06">25527 5148 460 0</inkml:trace>
  <inkml:trace contextRef="#ctx0" brushRef="#br0" timeOffset="112074.4">5053 10376 2193 0,'-6'0'0'0,"-1"0"0"0,3 0 0 0,0 0 0 0,0 0 0 0,3 0 0 0,-1 0 0 0,0 0 0 0,2 0 0 0,0 0 0 0,0 0 95 0,0 0 288 0,0 0-174 15,0 0-80-15,0 0-41 0,0 0 235 0,0 0-138 16,0 0-57-16,0 0-45 0,0 0 32 0,0 2-115 16,0-1 0-16,0 1 0 0,0 0 0 0,0 0 0 15,0-1 0-15,2 3 0 0,0-1 0 0,1-2 0 16,1 3 0-16,5-2 0 0,-5 2 0 0,2-3 0 16,1 1 0-16,-2 2 0 0,3-2 0 15,-3 2 0-15,0-2 0 0,0 1 0 16,5 0 0-16,-5 0 0 0,0-1 0 0,2 2 0 15,0-2 0-15,1 0 0 0,0 0 0 0,-1 0 0 16,0-1 0-16,1 2 0 0,2-1 0 0,-3-1 0 16,3 1 0-16,-3-1 0 0,2 1 0 0,-2 1 0 15,1-2 0-15,0 1 0 16,-1 0 0-16,0-1 0 0,3-1 0 0,-2 0 0 0,2 0 0 0,0 0 0 16,2 0 0-16,-1 0 0 15,0 0 0-15,5 0 0 0,-4 0 0 0,2 0 0 16,-2 0 0-16,0 0 0 0,3 0 0 0,-2 0 0 15,-1 0 0-15,0 0 0 0,4 0 0 0,-4 3 0 16,3 0 0-16,0-1 0 0,0 2 0 0,0-1 0 16,3-2 0-16,1-1 0 0,-1 1 0 0,3-1 0 15,0 2 0-15,2-2 0 0,0 3 0 0,-1-2 0 16,-2 0 0-16,3 2 0 0,-1 1 0 0,-2-2 0 16,3 2 0-16,-2 0 0 0,2-1 0 0,0 3 0 15,0-2 0-15,2-1 0 16,0 1 0-16,-2-2 0 0,9 1 0 0,-5-3 0 15,1 2 0-15,2-2 0 0,-2 2 0 0,-1-2 0 16,3 0 0-16,-2 0 0 0,0 0 0 0,-1 0 0 16,0 0 0-16,-2 2 0 0,5-2 0 0,-4 2 0 15,3 2 0-15,-1-2 0 0,0-1 0 0,-4 1 0 16,6 1 0-16,0-2 0 0,-1-1 0 0,3 2 0 16,-2-1 0-16,2 2 0 0,-1-3 0 0,1 2 0 15,-2-2 0-15,0 2 0 16,-4 0 0-16,0-1 0 0,6 1 0 0,-3 0 0 15,0 0 0-15,-2-2 0 0,1 2 0 0,-3 0 0 16,8-2 0-16,-6 2 0 0,1-2 0 0,1 0 0 16,1 0 0-16,0 0 0 0,2 0 0 0,0 0 0 15,-2 0 0-15,1 0 0 0,0 0 0 0,-6 0 0 16,10 0 0-16,-8 0 0 0,3 0 0 0,0 0 0 16,0 0 0-16,2 0 0 15,0 0 0-15,3 0 0 0,0 0 0 0,2 0 0 16,-2-2 0-16,2 0 0 0,0-4 0 0,1 3 0 15,-2-1 0-15,-1-1 0 0,2 4 0 0,-6-2 0 16,1 0 0-16,0 1 0 0,-2 1 0 0,-2 1 0 16,2 0 0-16,-2 0 0 0,2 0 0 0,0 0 0 15,0 0 0-15,2 0 0 0,-2 0 0 0,1 0 0 16,0 0 0-16,3 0 0 0,2 0 0 16,-3 0 0-16,5 0 0 0,-5 0 0 15,2 0 0-15,-1 0 0 0,0 0 0 0,-1 0 0 16,1 0 0-16,0 0 0 0,-1 0 0 0,3 0 0 15,2 0 0-15,-2 0 0 0,1 0 0 0,6 0 0 16,-1 0 0-16,1-2 0 0,0-1 0 0,-1 2 0 16,-5-3 0-16,2 0 0 0,8 1 0 0,-7 1 0 15,2-2 0-15,-3 2 0 0,-2 1 0 0,9-1 0 16,-3 0 0-16,-1 0 0 0,4 2 0 0,2-3 0 16,-6 3 0-16,13-1 0 15,-9-1 0-15,6 1 0 0,-3-2 0 0,4 1 0 16,2-1 0-16,0-1 0 0,0-2 0 0,4 2 0 15,6 0 0-15,-7 1 0 0,-5 1 0 16,2-2 0-16,2 2 0 0,-6 1 0 0,6-3 0 0,-2 2 0 16,1 0 0-16,1 1 0 0,8-2 0 0,-3 1 0 15,0 1 0-15,0-1 0 16,-7 1 0-16,14-1 0 0,-7-1 0 0,0 3 0 16,0-1 0-16,0 1 0 0,-4 0 0 0,12 0 0 15,-10 0 0-15,-7 0 0 0,5 0 0 0,-2 0 0 16,0 0 0-16,1 0 0 0,-1 0 0 0,1 0 0 15,6 1 0-15,-4-1 0 0,-7 0 0 0,4 0 0 16,-1 0 0-16,-6 0 0 0,-4 0 0 0,-8 0 0 16,0 0 0-16,-2 0 0 0,-5 0 0 0,-3 3 0 15,-4-3 0-15,0 2 0 0,-4-1 0 16,-2-1 0-16,-4 2 0 0,-2-2 0 16,0 0 0-16,-4 0 0 0,0 0 0 0,-2 0 0 15,-1 0 0-15,-2 0 0 0,0 0 0 0,-1 0 0 16,1 0 0-16,0 0 0 0,-2 0 0 0,0 0 0 15,0 0 0-15,0 0 0 0,0 0 0 0,0 0 0 16,0 0 0-16,0-2 0 0,0 1 0 0,0-1 0 16,0-2 0-16,0 0 0 0,-9 2 0 0,-2 0 0 15,-10 2 0-15</inkml:trace>
  <inkml:trace contextRef="#ctx0" brushRef="#br0" timeOffset="135738.81">22060 8739 1693 0,'0'-5'0'0,"0"2"0"0,0 1 0 0,1-2 0 0,1 3 0 0,0-2 0 0,1 2 0 0,-3-4 0 0,2 4 0 0,-2-1 0 0,1 2 156 16,1-2-58-16,0 0-28 0,0 0 53 0,0 2-46 15,1-2 0-15,-1 2-36 0,2-2 92 0,-1 0-45 16,1 2 10-16,1-1 35 0,-2-1-45 0,-1 0-1 16,2 2-45-16,-1-2 57 0,-1 1-18 0,2-2-10 15,0 1-29-15,-3 0 50 16,3 0 1-16,2 1-51 0,-2-1 76 0,0-2-44 0,1 0 1 15,1 3-34-15,-1-3 29 0,2 2-41 16,0-2-29-16,-2 1 0 0,1 1 0 0,-1-2 0 16,2 2 0-16,0-2 0 0,-2 2 0 0,1-2 0 15,1 3 0-15,0-1 0 0,0-2 0 0,0 2 0 16,-1 0 0-16,4 0 0 0,-5 0 0 0,2-1 0 16,1 2 0-16,0 0 0 0,-3-1 0 0,3 2 0 15,-3 0 0-15,0-2 0 0,4 2 0 16,-4 0 0-16,1 0 0 0,-1 0 0 0,1 0 0 0,0 0 0 15,-1 0 0-15,1 0 0 0,-1 0 0 0,1 0 0 16,-1 2 0-16,2 1 0 16,-2-2 0-16,1 2 0 0,-1-1 0 0,1 2 0 15,0-2 0-15,-2 2 0 0,-1-2 0 0,3 2 0 16,-3-3 0-16,1 3 0 0,0 0 0 0,-1 0 0 16,2 0 0-16,-2-1 0 0,1 3 0 0,0-3 0 15,-1 1 0-15,1 0 0 0,0 1 0 0,-1-1 0 16,2 2 0-16,0-1 0 0,-1-1 0 0,0 2 0 15,-1-1 0-15,1 1 0 16,-2 0 0-16,1-1 0 0,2 3 0 0,-3-3 0 16,0 1 0-16,-1-3 0 0,1 3 0 0,0-2 0 15,0 0 0-15,-2 0 0 0,2-2 0 0,-2 0 0 16,0-1 0-16,0-1 0 0,0 0 0 0,0 0 0 16,0 0 0-16,0 0 0 0,0 0 0 0,0 0 0 15,0 0 0-15,0 0 0 0,0 0 0 0,0 0 0 16,0 0 0-16,0 0 0 0,0-1 0 0,0-1 0 15,0-4 0-15,0 2 0 0,0 0 0 0,0-3 0 16,-2 1 0-16,0 1 0 16,-2 0 0-16,1-3 0 0,-2 3 0 0,0-4 0 15,-1 2 0-15,1 1 0 0,-1-1 0 0,1 1 0 16,-3 0 0-16,2 1 0 0,-1 1 0 0,1-1 0 16,-2 1 0-16,3-1 0 0,-2 1 0 0,1-2 0 15,-1 2 0-15,-1 1 0 0,2-3 0 0,-3 2 0 16,2 0 0-16,-3 0 0 0,1 0 0 15,-2 1 0-15,2 1 0 0,-3-1 0 16,1 0 0-16,-1 1 0 0,1 1 0 0,-1 1 0 16,3 0 0-16,-4 0 0 0,3 0 0 0,-1 0 0 15,2 0 0-15,-3 0 0 0,3 3 0 0,0 0 0 16,0 0 0-16,-3 2 0 0,5-1 0 0,-2-2 0 16,-1 4 0-16,1-2 0 0,-1-1 0 0,0 1 0 15,3 2 0-15,-2-2 0 0,2 2 0 0,-2-3 0 16,2 1 0-16,0 0 0 0,1-1 0 0,0-1 0 15,1 2 0-15,1-2 0 0,0-1 0 0,3 1 0 16,-1 0 0-16,0-2 0 16,2 0 0-16,0 0 0 0,0 0 0 0,0 0 0 15,0 0 0-15,0 0 0 0,0 0 0 0,0 0 0 16,0 0 0-16,0 0 0 0,0 0 0 0,0 0 0 16,2 0 0-16,3-2 0 0,1 0 0 0,2-1 0 15,-1 1 0-15,2-2 0 0,0 1 0 0,3-1 0 16,-1 2 0-16,0 0 0 0,3-1 0 0,-3 1 0 15,1 0 0-15,2 0 0 16,-2 2 0-16,1 0 0 0,-1 0 0 0,2 0 0 16,-3 0 0-16,3 0 0 0,-2 0 0 0,-1 0 0 15,3 0 0-15,-3 2 0 0,1 0 0 0,-1 1 0 16,0 1 0-16,1-2 0 0,-1 0 0 0,-2 1 0 16,1-1 0-16,-3 0 0 0,0 0 0 0,-1 0 0 15,-1 1 0-15,2-1 0 0,-4 2 0 0,1-1 0 16,0 0 0-16,-1-1 0 0,-1 1 0 0,2 1 0 15,-1 0 0-15,2 0 0 16,-3-1 0-16,1 3 0 0,1-2 0 0,-2 2 0 16,1-3 0-16,-1 3 0 0,0-1 0 0,0 1 0 15,0 0 0-15,-1-3 0 0,1 3 0 0,0-2 0 16,1 2 0-16,-1-3 0 0,-2 1 0 0,2 0 0 16,-2-2 0-16,1 2 0 15,-1-3 0-15,2 3 0 0,0-2 0 0,-2 0 0 0,0-2 0 0,2 2 0 16,-2 0 0-16,0-2 0 0,0 0 0 0,0 0 0 15,0 0 0-15,0 0 0 16,0 0 0-16,0 0 0 0,0 0 0 0,0 0 0 16,0 0 0-16,0 0 0 0,0 0 0 0,0 0 0 15,0 0 0-15,0 0 0 0,0-2 0 0,0-4 0 16,2-2 0-16,-2 3 0 0,1-3 0 0,-1 1 0 16,2 1 0-16,0-1-56 0,-2 3-639 0</inkml:trace>
  <inkml:trace contextRef="#ctx0" brushRef="#br0" timeOffset="137623.31">9916 7884 2359 0,'-2'-23'-8'0,"2"8"5"0,0 2 1 0,0-1 2 0,3-2 0 0,10 1 0 0,3 2 0 0,0 3 0 0,5 4 0 0,6 3 0 0,1 1 142 0,0 2-46 0,4 4 184 16,0 13-116-16,0 6-46 0,3 6 114 0,-5 1-91 0,-5 8-47 15,-2 2 1-15,-5 0 91 0,-4 0-149 16,-3 13-37-16,-7-4 0 0,-3-1 0 0,-1 3 0 16,0-2 0-16,-11-8 0 0,-6 10 0 0,-3-10 0 15,-3-1 0-15,-2-7 0 0,1-5 0 0,-5-1 0 16,1-5 0-16,1-5 0 0,-3-1 0 0,2-7 0 16,-1-6 0-16,5-3 0 0,-5 0 0 0,5-3 0 15,2-16 0-15,1-7 0 16,5-4 0-16,2-6 0 0,7-1 0 0,3-3 0 0,4 1 0 15,0 3 0-15,0 2 0 0,2 6 0 16,9-2 0-16,-1 11 0 0,1 1 0 0,1 4 0 16,1 4 0-16,1 4 0 0,2 1 0 0,2 3 0 15,4 2 0-15,3 0 0 0,2 13 0 0,3 1 0 16,9 6 0-16,-2 1 0 0,8 6 0 0,9 4 0 16,-11-6 0-16,6 3 0 0,1 0 0 0,-4-1 0 15,0-3 0-15,-7 3 0 0,-2-5 0 0,-5-3 0 16,0 1 0-16,-4-1 0 0,-5 0 0 0,-7-8 0 15,0 4 0-15,-7-5 0 16,0-3 0-16,-2 0 0 0,-6-3 0 0,1-2 0 16,0 0 0-16,-2-2 0 0,0 0 0 0,0 0 0 15,0 0 0-15,0 0 0 0,0 0 0 16,0-4 0-16,0-3 0 0,-4 1 0 0,3 1 0 0,-3 1 0 16,1-1 0-16,1 2 0 0,-1 1 0 0,1 2 0 15,0 0 0-15</inkml:trace>
  <inkml:trace contextRef="#ctx0" brushRef="#br0" timeOffset="143233.01">23642 6783 759 0,'0'0'0'0,"0"0"0"0,0-1 0 0,0 1 0 0,0 0 0 0,0-3 0 0,0 3 0 0,0 0 0 0,0 0 0 0,0 0 0 0,0 0 27 0,0 0 0 0,0 0 41 16,0 0-39-16,0 0 0 0,0 0 8 0,0 0 96 15,0 0-47-15,0 0-1 0,0 0 35 0,0 0-38 16,0 0 11-16,0 0-49 0,0 0 16 0,0 0-15 16,0 0-1-16,0 0-45 0,0 0 10 0,0 0 36 15,0 0-1-15,0 0-125 16,0 0 60-16,0 0 32 0,0 0-13 0,0 0-37 15,0 0 33-15,0 0-9 0,0 0-42 0,0 0 35 16,0 3-1-16,0-3-6 16,0 0 74-16,0 1-13 0,0-1-31 0,0 2 45 0,0-2-1 0,0 3-30 15,0-3-9-15,0 1 44 0,0-1-38 0,0 0 13 16,0 0-6-16,0 0-13 0,0 1 10 0,0-1 5 16,0 0 11-16,0 0-14 15,0 0 3-15,0 0-12 0,0 0 72 0,0 0-31 16,0 0-1-16,0 0 77 0,0 0-43 0,0 0-23 15,0 0-1-15,0 0 58 0,0 0-38 0,0 0 15 16,0 0-39-16,0 0-60 0,0 0 49 0,-3 2 0 16,3-2-53-16,-4 3 64 0,2-1-11 0,1-1 1 15,-1-1-47-15,0 2-11 0,0 0 55 0,0 0-30 16,2 0-10-16,-1-1 16 0,-3 4 13 0,2-4-48 16,0 3 43-16,0 0-3 0,1 1 2 0,-3-1-30 15,1 1 1-15,0 3 26 16,-1-2-25-16,0 1 29 0,-1 1-5 0,1-2-3 15,-1 2 6-15,-2-1-7 0,2-1 2 0,-1 2 26 16,1 0-26-16,1-1-3 0,-1-1 2 0,-2 2 22 16,2-1-20-16,1-1 6 0,-1 2 0 15,1-3-36-15,-1 2 30 0,-2 0 5 0,2 4-39 0,-1-2 4 16,-1 0 27-16,0 1 1 0,-1 1-44 0,2-2 41 16,-1 2-6-16,1-1-23 15,-5 3 21-15,7-2 4 0,-3 1-8 0,1-1-43 16,1 0 41-16,-2 0 7 0,2 3-8 0,1-4-28 15,-1 2 28-15,1 2 3 0,0-6-16 0,1 3 15 16,-4 1-4-16,4-1 3 0,-3 1 47 0,1 0-47 16,-1-2 0-16,-2 3 45 0,1-1 1 0,1-1-42 15,-3 0 5-15,2 0 25 0,-3 2-21 16,1 1-3-16,0-3 10 0,-1 2 13 0,1 0-14 0,1 1-6 16,-2-2 12-16,3 1-6 0,-2 1 1 0,2-1-10 15,0-2-37-15,2 3 42 16,-3-3-6-16,5 0-24 0,-3 2-9 0,1-2 35 15,-2 2-6-15,0-1-19 0,2 1 17 0,-3 0 6 16,0 0-10-16,3-1 13 0,-2 1-12 0,-1 0 3 16,1 0-4-16,-1 0 0 0,0 0 0 0,1 2 0 15,0-1 0-15,-1 0 0 0,-1 2 0 16,1-4 0-16,1 3 0 0,-3 1 0 0,3-3 0 0,-1 3 0 16,-2-4 0-16,3 1 0 0,-2 2 0 15,2-2 0-15,-3 0 0 0,2 1 0 16,1-3 0-16,0 1 0 0,-1 3 0 0,0-3 0 15,1 1 0-15,0 1 0 0,-2-2 0 0,2 3 0 16,0-1-40-16,0 0 32 0,-2 4 4 0,2-3-12 16,-2-1 8-16,2 4-4 0,-2-2 4 0,0-2 43 15,2 1-43-15,-2 2-2 0,1-3 22 0,-1 4-18 16,0-2-1-16,-2 1 5 0,4 0 28 0,-2 2-24 16,2-2-6-16,-3-2 10 0,3 3-10 0,-1-2 4 15,1-1-3-15,1 2-30 16,-2-2 28-16,3-2 0 0,-2 1 0 0,-2 2-12 15,2-1 11-15,-2 0-2 0,2 0 8 0,-2-2-7 16,0 2 1-16,0-1 15 0,2-1-14 0,-1 2 1 16,0-3-1-16,1 1 7 0,0-1-6 0,0-1 3 15,0 3-1-15,2-1-43 0,-3-1 41 0,3 0 2 16,-1-1-1-16,0 2-10 0,-1-1 8 0,1-1-2 16,-2 1 20-16,3 1-20 0,-3-2 1 15,1 2-2-15,0 0 11 0,0 2-10 16,0-2-1-16,0 3 18 0,0-4-16 0,-4 5 2 15,4-2-2-15,-2 0-17 0,2 0 18 0,-3 0-2 16,2 1 0-16,-1-1-35 0,-1-1 32 0,1 2 2 16,2-2-5-16,-2 2 4 0,-1-1-3 0,3-3 51 15,1 2-48-15,-3-1 0 0,3-3 0 0,0 2 16 16,1-2-11-16,1 1-1 0,-1-1 7 0,-2-1-51 16,3 2 47-16,-1-1-2 15,-2 1-33-15,1 0 0 0,-1 0 30 0,-1-1 1 16,-1 1 2-16,1 0-3 0,0 1-6 0,-1-1 52 15,2-2-49-15,-1 3 0 0,0-1-3 0,1 2 83 16,1-2-35-16,1-2-1 0,0 1-30 0,-2-1 7 16,4 1 3-16,-1-1-11 0,-2 0 18 0,3 1-35 15,-1 1 30-15,-1-4-6 0,0 3-36 0,-2 1 33 16,1-1 3-16,1-1 3 16,-1 2-7-16,1-1 2 0,-3 1-5 0,0 1 42 15,3-2-2-15,-2 4-36 0,-2-4-5 0,4 0 39 16,0 1-27-16,-3 1-5 0,3-1 34 0,0-1-30 15,2-1 9-15,-3 0-4 0,2-1-35 0,3-1 1 16,-3 1 34-16,2-3-67 0,0 3 28 0,1-3-5 16,1 0 34-16,-2-2-135 0,2-2 60 0,0 2 31 15,0-3-19-15,0 0-167 0,0 0 101 0,0 0 33 16,0 0-176-16,0 0 110 0,0-4 56 0,9-12 17 16,7-6-551-16</inkml:trace>
  <inkml:trace contextRef="#ctx0" brushRef="#br0" timeOffset="145857.84">22127 6017 204 0,'-4'0'0'0,"3"-2"0"0,-1 1 0 0,2-4 0 0,0 0 0 0,0 1 0 0,0-1 0 0,0 1 0 0,0-1 0 0,0 3 0 0,0-3 10 0,2 4 33 0,-2-4-31 15,0 3 0-15,0 1 2 0,0-1 88 0,0 0-41 16,0 2-1-16,0 0 33 0,-4 0-34 0,-2 0 8 15,3 0-40-15,-1 0 36 0,2 0 0 0,-1 0-13 16,1 0-44-16,-1 0 47 0,1 2-14 16,2 0 8-16,0-1-46 0,0 1 0 0,0-2 37 0,-2 2 3 15,2-2-7-15,0 3-8 0,0-2 8 0,-1 1 36 16,-1-2-37-16,-2 3 3 0,2-2-4 16,-1 0 68-16,1 2-32 0,-2-1 6 15,1 2-36-15,1-3 59 0,-1 2-11 0,1 0-32 16,2-1-63-16,0 2 55 0,0-1 0 0,0 1 28 15,0-2-28-15,0 2 0 0,0-1 0 0,0 1-9 16,0 0 9-16,0-1 11 0,2 0-11 0,3 0 17 16,-4 1-24-16,5 0 5 0,-2-1-7 15,-1-1 19-15,1 3-11 0,1-2-1 0,2 3-2 0,-2-3 3 16,2 1 3-16,1 0-21 0,-1 0 15 0,-1-2 2 16,2 2-2-16,-1-1 10 15,0-1-10-15,2 1 11 0,-2 0-13 0,-2-3-6 16,1 3 7-16,2-1 1 0,-3 0-28 0,1 0 27 15,-1-1 0-15,3 2-1 0,-3-3-59 0,2 2 0 16,-2-2 63-16,0 0-56 0,1 0-4 0,-1 0 48 16,0 1-16-16,0-1-38 0,-1 0 47 0,0 0-2 15,-1 0-11-15,1 0-5 0,-2 0 4 0,1 0 8 16,1 0-22-16,-1 0 19 0,0 0-3 0,-1 0 3 16,2 0 3-16,-2 0-3 0,1 0 4 0,-1 0-41 15,2 0-2-15,-2 0 36 16,1 0-1-16,-1 0-31 0,3 0 1 0,-3 0 27 15,-1 0-4-15,1 0-8 0,0 0 7 0,0 0 2 16,0 2-4-16,-1-2 21 0,1 2-26 0,0-2 6 16,0 2 57-16,2 0-55 0,-3 0 7 0,4 0 52 15,-1 1-54-15,1 0 6 0,1 1-5 16,1-1 14-16,-2 1-8 0,4-3 2 16,-2 3-4-16,-2 0-13 0,1-1-2 0,2 1 0 0,-3 1 0 15,3-3 0-15,-3 2 0 0,2 0 0 16,2 1 0-16,-2 0 0 0,0-1 0 0,0 2 0 15,4-2 0-15,-4 1 0 0,4 1 0 0,-1-1 0 16,-3-1 0-16,4 2 0 0,-4-1 0 0,3-1 0 16,-1 3 0-16,-1-3 0 0,0 2 0 0,-1-1 0 15,2 1 0-15,-1-1 0 0,0-1 0 0,3 3 0 16,-2-2 0-16,3 0 0 0,-3-1 0 0,4 0 0 16,-2-1 0-16,0 1 0 15,0 0 0-15,3 0 0 0,-3 0 0 0,-4-2 0 16,5 5 0-16,-3-3 0 0,-2 1 0 0,4-1 0 15,-4 0 0-15,0 1 0 0,0 1 0 0,3-2 0 16,-2 2 0-16,-1-1 0 0,3 0 0 0,-3 0 0 16,4 0 0-16,-2 0 0 0,3 0 0 0,-1 0 0 15,1 0 0-15,-3-2 0 16,2 2 0-16,-2-1 0 0,1-1 0 0,1 3 0 0,1 0 0 16,-5-2 0-16,2 3 0 0,0-1 0 15,2 0 0-15,-2 0 0 0,0-1 0 0,3 1 0 16,-3-1 0-16,0-1 0 0,4 1 0 0,-2 1 0 15,2-2 0-15,1-1 0 0,-1 0 0 0,0 4 0 16,-2-3 0-16,1 0 0 0,-3-1 0 0,0 1 0 16,0 2 0-16,0-2 0 0,0 2 0 0,-2-1 0 15,-2 0 0-15,4 1 0 0,-2 0 0 0,2-1 0 16,-2 1 0-16,2 0 0 0,1 2 0 16,0-5 0-16,1 4 0 0,-1-2 0 15,2 1 0-15,0-3 0 0,-1 2 0 0,1-1 0 16,-1-1 0-16,-4 1 0 0,5 0 0 0,-5 0 0 15,2-1 0-15,-2-1 0 0,2 2 0 0,-2 0 0 16,0 0 0-16,-1-2 0 0,1 2 0 0,0-1 0 16,0 1 0-16,0 0 0 0,0 0 0 0,2-1 0 15,-2 1 0-15,4 0 0 0,-1 0 0 0,-1-1 0 16,0 1 0-16,3-1 0 0,-5 0 0 0,2 0 0 16,1 1 0-16,-2-2 0 15,-1 1 0-15,0 2 0 0,-1-4 0 0,-1 3 0 16,2-2 0-16,-4 2 0 0,3 0 0 0,-1-2 0 15,-1 1 0-15,1-1 0 0,0 1 0 0,-1-1 0 16,1 1 0-16,-1-2 0 0,-1 1 0 0,-1 1 0 16,2-2 0-16,-2-1 0 0,-1 0 0 0,1 3 0 15,-2-3 0-15,0 0 0 0,0 0 0 0,0 0 0 16,0 0 0-16,0 0 0 0,0 0 0 0,0 0 0 16,0 0 0-16,0 0 0 15,0 0 0-15,0 0 0 0,0 0 0 0,-2 0 0 16,-1 0 0-16,-1 0 0 0,-1 0 0 0,-1-3 0 15,1 2 0-15,-4-2 0 0,2 1 0 0,0 1 0 16,-2-4 0-16,-1 4 0 0,-1-3 0 0,0 2 0 16,1 1 0-16,-3-3 0 0,1 2 0 0,1-2 0 15,0 2 0-15,0-2 0 0,1 1 0 16,-2-1 0-16,0 2 0 0,1-2 0 0,0 0 0 16,-1 0 0-16,1 1 0 0,-2-1 0 15,2 1 0-15,0-1 0 0,-1-2 0 0,1 1 0 16,2 1 0-16,-5-4 0 0,5 2 0 0,-2 0 0 15,-1 1 0-15,1-1 0 0,1 1 0 0,-1-1 0 16,0-1 0-16,-1 3 0 0,3-1 0 0,-2-1 0 16,1 0 0-16,0 0 0 0,-1 1 0 0,-1-1 0 15,1 1 0-15,0 0 0 0,-1-2 0 0,-1 1 0 16,1-1 0-16,1 2 0 0,-1-1 0 0,0-1 0 16,1 1 0-16,0-2 0 15,-3 3 0-15,3-2 0 0,0-2 0 0,-2 2 0 16,4 0 0-16,-5-1 0 0,3 1 0 0,2 1 0 15,-3-2 0-15,1 3 0 0,1-1 0 0,-1-2 0 16,0 3 0-16,1-1 0 0,-1 0 0 0,2 1 0 16,-1 0 0-16,1-3 0 0,0 3 0 0,0-2 0 15,-1 0 0-15,1-1 0 0,1 3 0 0,-3-3 0 16,1 1 0-16,1 0 0 0,-1 1 0 0,1-1 0 16,0 1 0-16,-3-3 0 15,1 4 0-15,0 0 0 0,-1-1 0 0,3 1 0 16,-2 1 0-16,0-1 0 0,1 1 0 0,1-2 0 15,-1 2 0-15,3-2 0 0,-2 3 0 0,2-1 0 16,-3-1 0-16,2-1 0 0,1 2 0 0,-2-1 0 16,-1-1 0-16,1 0 0 0,0 3 0 0,-1-2 0 15,-1 0 0-15,0 1 0 0,-3-1 0 0,1 3 0 16,0-3 0-16,0 2 0 0,-1 2 0 16,3-2 0-16,-5 0 0 0,2 1 0 15,3 0 0-15,-1-2 0 0,2 3 0 0,0-4 0 16,0 1 0-16,1 0 0 0,0-1 0 0,2-1 0 15,-3 1 0-15,3-1 0 0,-3-2 0 0,2 0 0 16,1 0 0-16,0-1 0 0,-1 1 0 0,3 3 0 16,-3-3 0-16,0 1 0 0,3 1 0 0,-4-2 0 15,2 3 0-15,0-1 0 0,0 2 0 0,1-2 0 16,-2 3 0-16,3-1 0 0,-1 2 0 0,-1-1 0 16,2 0 0-16,-2 2 0 15,3-3 0-15,1 2 0 0,-1 0 0 0,2 2 0 16,-1-2 0-16,3 2 0 0,-2 0 0 0,0 0 0 15,2 0 0-15,0 0 0 0,0 0 0 0,0 0 0 16,0 0 0-16,0 0 0 0,0 0 0 0,0 0 0 16,0 0 0-16,0 0-5 0,0 0-239 0,0 0 99 15,0 0 51-15,0 4-507 0,0 2 283 0,2-1 137 16,3 1 67-16,3 3-503 16,0-1 286-16,1 3 131 0</inkml:trace>
  <inkml:trace contextRef="#ctx0" brushRef="#br0" timeOffset="146787.04">22441 6199 1039 0,'0'-6'-2'0,"0"1"1"0,0 1 0 16,0-2 0-16,0 3 1 0,0-4-1 0,0 5 1 0,0-3 0 0,0 1 0 0,0 1 0 0,0 1 102 0,0 0-1 0,0 0 63 16,0 0-47-16,0 1-42 0,0 1 0 0,0 0 124 15,0 0-77-15,0 0-38 0,0 0 11 0,0 0 37 16,0 0-43-16,0 0 0 0,0 0 123 0,0 0-82 15,0 0-32-15,0 0-10 0,0 0 58 0,0 0-51 16,0 0 1-16,0 0 6 0,0 0-45 0,0 3-11 16,0 1 0-16,-1 1 37 0,-1 1 1 15,-3-2-39-15,3 4 13 0,1-2 10 0,-3-1-68 0,2 2 0 16,-1 0 0-16,1 2 0 0,-2 0 0 0,2 0 0 16,0 0 0-16,1 1 0 15,-1 1 0-15,0 0 0 0,-1-1 0 0,1 4 0 16,1-2 0-16,1 0 0 0,-2 1 0 0,0-2 0 15,0 2 0-15,-2 0 0 0,3-1 0 0,-1 1 0 16,-2-1 0-16,2-2 0 0,1 1 0 0,-3 0 0 16,1-1 0-16,1 1 0 0,2-1 0 0,-2-1 0 15,2-1 0-15,0-1 0 0,0 0 0 0,-1 0 0 16,1-2 0-16,0 1 0 0,0-3 0 16,0-1 0-16,0 2 0 0,0-2 0 15,0 0 0-15,-2-2 0 0,2 1 0 0,0-1 0 16,0 0 0-16,0 0 0 0,0 0 0 0,0 0 0 15,0 0 0-15,0 0 0 0,0 0 0 0,0 0 0 16,0 0 0-16,0 0 0 0,0 0 0 0,0 0 0 16,0 0 0-16,0 0 0 0,0 0 0 0,0 0 0 15,0 0 0-15,0 0 0 0,0 0 0 0,0 0 0 16,-2 0 0-16,0 0 0 0,0 0 0 16,1 0 0-16,-3 0 0 0,2 0 0 15,-2 0 0-15,-1 0 0 0,0-1 0 0,0-1 0 16,-1 0 0-16,1 0 0 0,0 0 0 0,-4 0 0 15,2 0 0-15,-2 1 0 0,0-1 0 0,-3-2 0 16,3 1 0-16,0-3 0 0,-5 2 0 0,3-1 0 16,-1 0 0-16,1 2 0 0,4-1 0 0,-5-2 0 15,1 3 0-15,2-1 0 16,-1 0 0-16,1 1 0 0,0 0 0 0,0 0 0 16,-1 0 0-16,2 0 0 0,1 1 0 0,-3 0 0 15,5-2 0-15,-3 3 0 0,1-2 0 0,2 0 0 16,-2 1 0-16,2 0 0 0,-1-2 0 0,3 3 0 15,-3-1 0-15,4-2 0 0,-1 2 0 0,1 0 0 16,-3 0 0-16,5 0 0 0,-1 2 0 0,1 0 0 16,0-1 0-16,0 1 0 0,0 0 0 0,0 0 0 15,0 0 0-15,0 0 0 0,0 0 0 0,0 0 0 16,0 0 0-16,0 0 0 16,0 0 0-16,0 0 0 0,0 0 0 0,0 0 0 15,0 0 0-15,0 0 0 0,0 0 0 0,0 0 0 16,0 0 0-16,0 0 0 0,0 0 0 0,1 0 0 15,1 0-136-15,5 0-151 0,0 3 120 0</inkml:trace>
  <inkml:trace contextRef="#ctx0" brushRef="#br0" timeOffset="151095.07">22051 6035 605 0,'0'0'-1'0,"-2"0"1"0,2 0 0 0,-4 0 0 0,4 0 0 0,-2 0 0 0,2 0 0 0,0 0 0 0,0 0 0 0,0 0 0 0,0 0 26 0,0 0-47 16,0 0 43-16,0 0 0 0,0 0 0 0,0 0-50 16,0 0-1-16,0 0 49 0,0 0-5 0,0 0 33 15,-2 0-33-15,1 0 0 0,-1 0 22 0,0 0-18 16,-1 0-9-16,1 0 4 0,-1 0 38 0,1 0 1 15,-2 0-28-15,2 0 38 0,1 0 0 0,1 0-39 16,-2 0 9-16,2 3-8 0,-2-3 8 16,2 1 1-16,0-1 1 0,0 2-3 0,0 0 0 15,0 0-3-15,0 2-31 0,0-1 39 16,0 1-9-16,0 2 1 0,0 0-33 0,-2-1 0 16,2 1 26-16,-2 0-41 0,1-1 39 0,-1 2 2 15,2-1-5-15,-2 1-30 0,2-1-1 0,0 2 36 16,0-2-10-16,0 2-37 0,0-3 32 0,0 0 7 15,0 2-57-15,0 1 55 0,0-3-8 0,0 3 4 16,0 0-12-16,0-2 10 0,2 1-6 0,-2 1 40 16,2 1-36-16,-2-2 1 0,1 1 0 0,-1-1 32 15,2 1-29-15,-2 0 5 32,0-3-5-32,0 3 11 0,2-1-5 0,-2 0-5 0,0 2 9 0,0-2-1 0,2 0-6 0,-2 1 4 15,0-1-40-15,0 1 36 0,2 1-1 0,-2-1-47 16,0 0 46-16,0 1-3 0,1 0 1 0,-1 1-30 15,0-3 1 1,0 1 21 0,0 2 4-16,0-4-27 15,0 2 25-15,0 1-6 0,0-1 5 0,0-1 0 0,0 1-1 0,0-1-4 0,0-1 58 0,0 2-52 0,0-1 0 0,0 0 37 16,0 0 1-16,2-1-31 0,-2 3-4 0,0-2 23 16,2-2-18-16,-2 3 5 0,2 0-6 0,-2-1-11 15,2 0 12-15,-2 1 3 0,0 1-2 0,2 1-1 16,-2 0 1-16,0-2-3 0,0 2 8 0,0-1-7 15,0 0 3-15,0 1-10 0,0-1 8 0,0 4-2 16,1-3 1-16,-1 1-34 0,0-1 35 0,0 2-1 16,0 0-1-16,0-2-9 0,0 3 8 0,0-4-1 15,0 0 18-15,0 1-17 16,0 1-1-16,0-2 2 0,0 0-2 0</inkml:trace>
  <inkml:trace contextRef="#ctx0" brushRef="#br0" timeOffset="152099.9">22038 6821 2287 0,'2'7'-2'0,"-1"0"2"0,1 1-1 0,0 2 1 0,0 0 0 0,0 0 0 0,0 2 0 0,-2 1 0 0,0-2 0 0,0 0 0 0,0 4 61 16,0-1-33-16,0-2 1 0,0 1-44 0,0 1 41 0,0-1 7 16,0 0-37-16,0 0 28 0,0 0 1 0,0 0-1 15,0 1-53-15,0-3 5 0,0 4 43 16,0-2-7-16,0-1-44 0,0 3-9 0,0-2 53 16,0 2-46-16,0-2 41 0,0-1-10 0,0 4 7 15,0-3 33-15,0 0-33 0,0-2-1 0,0 4 21 16,0-4-18-16,0 3-1 0,0-3 4 0,1 0-7 15,1 1 10-15,0 1-5 0,0-3 8 0,0 3-46 16,-1-3 41-16,1 2-2 0,-2-1-38 0,2 2 36 16,-2 1-3-16,0-3 2 15,0 1-10-15,0 1 9 0,0 1-6 0,0-2 49 16,0 0-44-16,0 1 0 0,0 1 1 0,0 0 42 16,0-4 0-16,0 5-39 0,0-3 5 0,0 1 17 15,0-1-14-15,0 4-2 0,0-3-10 0,0 2 8 16,0-2 6-16,0 2-37 0,0-1 33 0,0 0 1 15,0-1-3-15,0 2-2 0,0-1-1 0,0 1 1 16,0 0-2-16,0 1 41 0,0 0-39 16,0 1 0-16,0 0 0 0,0-1 18 0,0 1-16 15,0-2 9-15,0 2-30 0,0 0 25 16,0 1-3-16,0-4 6 0,0 2-38 0,0 0 2 16,0-1 30-16,0 1-43 0,0-2 0 0,0 1 32 15,0 0 6-15,0 0-38 0,3 0 34 0,-3 0-8 16,2-1 40-16,-2 2-36 0,1-1 1 0,1-2-2 15,-2 2 23-15,2 0-20 0,-2-1-1 0,2-2 2 16,0 2 51-16,-2-3-44 0,2 2-6 16,-1 2 8-16,-1-1-6 0,2-1 7 15,-2-1-6-15,2 4-19 0,-2-1 19 0,2 0 1 16,-2 0-2-16,0 0-21 0,0-2 20 0,2 2-1 16,-1 0-20-16,-1-2 18 0,0 2 1 0,2-1-4 15,-2-1-2-15,0-1 5 0,2 3 1 0,-2-1-5 16,0 1 4-16,3 1 0 0,-3-4 1 0,0 5 13 15,0-2-13-15,0 0 0 0,2 0 0 0,-2 0 4 16,0 2-3-16,0-2 1 0,0 0 7 0,0 0-7 16,0 0-1-16,0 2 1 0,0-2-5 15,0-1 6-15,0 2-2 0,0 1-9 16,0-2 8-16,0 0 1 0,-2 2-1 0,-3 0 16 16,3 0-17-16,1 0 1 0,-1-1 0 0,0 1 30 15,0 0-28-15,0 0-1 0,1-2 27 0,1 2-25 16,-2-2 1-16,2 0-1 0,-2 0-8 0,2 0 10 15,0 1 2-15,-2-2-22 0,2-1 20 0,0 0 1 16,0 1 0-16,0-1-41 0,-2 0-6 0,2 0 42 16,0 0-9-16,0-2-4 15,0 0 6-15,-2 3 3 0,2-3 5 0,0 0-5 16,-1-2-3-16,1 1 18 0,0 0-15 0,-2-1 0 16,2 0 3-16,0 1 1 0,-3-2-1 0,3 0-1 15,0 2 6-15,0 0-10 0,0-1 1 0,-2-2 3 16,2 4 1-16,0-3-8 0,0 0 7 0,0-1-1 15,0-2-6-15,0 2 6 0,0-2-2 0,0 1-11 16,0-3 11-16,0 1 0 0,0-1 0 16,0 2 6-16,0-3-6 0,0 3 0 15,0 0-1-15,0-3 18 0,0 4-16 0,0-2-1 16,0 4 33-16,0-1-30 0,0-1 1 0,0 1-1 16,0-1-5-16,0-1 6 0,0 1 3 0,0 0-15 15,0-1 13-15,0 0-1 0,0 0 1 0,0-1-39 16,0 0 36-16,0-1 1 0,0 1-3 0,0 1-5 15,0-1 5-15,0-1 1 0,0 3-2 0,0-3 1 16,0-1-3-16,0 2 1 16,0-3 2-16,0 1-1 0,0 0 1 0,0-1-109 15,0-1 49-15,0 0 26 0,0 0-1 0,0 0-298 16,0 0 151-16,0 0 63 0,0 0 34 0,0-6-427 16</inkml:trace>
  <inkml:trace contextRef="#ctx0" brushRef="#br0" timeOffset="174851.92">23638 6752 2478 0,'0'0'0'0,"-3"0"0"0,1 0 0 0,1 0 0 0,1 0 0 0,-2 0 0 0,2 1 0 0,0-1 0 0,0 6 0 0,0-5 0 0,0 6 127 0,0-2-43 0,0 2 0 0,0 2-14 16,2 0 1-16,-1 1-20 16,1 0-10-16,1-1-79 0,-2 3 40 0,2 1 0 15,-3-1 39-15,0 0-266 0,0 1 128 0,0 2 59 16,0 2-649-16,0-1 306 0,0 2 177 0,0 0-240 16</inkml:trace>
  <inkml:trace contextRef="#ctx0" brushRef="#br0" timeOffset="174990.6">23672 7124 2294 0,'0'7'0'0,"0"3"0"0,0-2 0 0,-2 2 0 0,-3-1 0 0,4 0 0 0,-3-1 0 0,2 2 0 0,2 2 0 0,0-1 0 0,0 1 135 16,0 3-48-16,0 0 1 0,0 4-37 0,0 0-515 16,0 5 252-16,2 0 127 0</inkml:trace>
  <inkml:trace contextRef="#ctx0" brushRef="#br0" timeOffset="175135.73">23632 7654 2152 0,'-6'10'-2'0,"1"1"0"0,-1-4 0 0,1 1 1 0,0 1 1 0,2-1-1 0,3 2 1 0,-2 1 0 0,2-1 0 0,0 3 0 0,0 1 68 0,0 1-125 0,0 3 49 0,0-2 0 15,0 3 59-15,0 0-570 0,2 1 279 0,-1 0 140 16</inkml:trace>
  <inkml:trace contextRef="#ctx0" brushRef="#br0" timeOffset="175408.51">23585 8074 2008 0,'-5'14'-1'0,"-2"-1"0"0,2-1 1 0,-1-1 0 0,1 0 0 0,-1-1 0 0,1-1 0 0,0 2 0 0,2 2 0 0,1-1 0 0,0 2 102 16,2 0 170-16,-2 1-116 0,2 2-58 0,0 0-358 15,0 0 160-15,0 1 65 0,0 0 38 16,0 0-603-16,2-2 318 0,0 4 159 0,-2-4 89 0,0 3-339 15,0 0 85-15,0 0 129 0,0-2-52 16,-4-2 105-16,-1 2 40 0,-1-2 66 0,1 0 0 0,-1-2 0 16,0 0 0-16,1 2 365 15,1-4-232-15,-1 3-82 0,1-3-45 0,-1 2 554 16,2-2-222-16,1 1-95 0,0 3-106 0,0 0 122 16,0 1-110-16,2-1-54 0,0 3-81 0,0-2 36 15,0 1-11-15,0 2 1 0,0 0-431 0,2 2 216 16,2-1 106-16,-1 3-577 0,2-1 327 15,-1 0 80-15,-2-2 111 0,-1-4-148 0</inkml:trace>
  <inkml:trace contextRef="#ctx0" brushRef="#br0" timeOffset="175513.34">23493 9005 1530 0,'-3'16'-1'0,"-6"0"-1"0,4 1 1 0,-2-3 0 0,-1 1 1 0,3 2 0 0,-3-2 0 0,6-1 0 16,-2 0 0-16,0-2 0 0,4 1 210 0,0 0-85 0,0-1-44 0,0-2 19 0,0 4-31 0,0-3 10 15,4 0-40-15,2 1-429 0,4-1 214 0,-1-1 107 16,-2 2-623-16</inkml:trace>
  <inkml:trace contextRef="#ctx0" brushRef="#br0" timeOffset="175946.19">23463 9480 1981 0,'-9'13'0'0,"1"0"0"0,2-6 0 0,1 1 0 0,1 0 0 0,1-3 0 0,1 1 0 0,2-3 0 15,0 3 0-15,0 0 0 0,0 0 81 0,0 1-85 0,0 1 17 0,0 1-1 0,0 5 26 0,0-3-295 16,0 1 147-16,0 0 84 0,0 1 27 0,0 0-370 15,0-2 192-15,-2 3 95 0,2-5-274 0,0 0 149 16,0 1 89-16,0-3 10 16,0 3 35-16,0-5 0 0,0 0 35 0,0 1 48 15,0 2-19-15,0-2 0 0,0 1-29 0,-2-1 124 16,2-3-63-16,-3 3-40 0,1-2 10 0,1 2 425 16,-1-3-173-16,0 1-123 0,0 2 1 0,2 0 286 15,-2-1-190-15,2 1-91 0,0 0-151 0,0-1 31 16,0 1 9-16,0-1-390 0,0 1 206 0,0 0 103 15,0-1 50-15,0 1-399 0,2 0 175 0,-2-1 117 16,0 0-16-16,0 2-9 16,0 2 53-16,0-2 26 0,0-1 110 0,-5 1-37 15,1 0-44-15,0-1 27 0,3 0 270 0,-3-1-167 16,1-1-75-16,0 0 394 0,3 0-207 0,0-1-44 16,0 0-71-16,0-2 177 0,0 1-104 0,0-2-67 15,0 3-28-15,0-2 32 0,0-1-31 0,0 2 1 16,0-2 38-16,0 2-39 0,0-2 0 0,1 2-122 15,1 0 46-15,-2 0-1 0,0 1 57 16,0-1-168-16,0 2 79 0,0-2 39 16,0-1 1-16,0 1-430 0,0 0 214 0,3-2 67 15,-1 0 67-15</inkml:trace>
  <inkml:trace contextRef="#ctx0" brushRef="#br0" timeOffset="176938.34">22107 9561 1147 0,'-4'-10'0'0,"-1"4"0"0,2 1 0 0,-1-2 0 0,3-1 0 0,-1 2 0 0,0 0 0 0,0-1 0 0,2 4 0 0,0 0 0 0,0 2 89 0,0-1 165 0,0 2-107 15,0 0-54-15,2 0 175 0,5 0-103 0,2 8-68 16,0 0-29-16,-2 0 100 0,5 2-64 0,-3-1-32 15,2 2 10-15,3-1-84 0,0 1 1 16,2 0 41-16,-2 2-432 0,2-2 217 16,-2 3 117-16,4-1 44 0,-4-3-820 0</inkml:trace>
  <inkml:trace contextRef="#ctx0" brushRef="#br0" timeOffset="177088.76">22426 9701 2439 0,'2'9'0'0,"1"-2"0"0,1 0 0 0,1-3 0 0,0 1 0 0,1 1 0 0,1 0 0 0,3-1 0 0,-1 3 0 0,4-1 0 0,0 1-15 0,2 0 28 0,2-1 0 15,2 0 27-15,0 3-560 0,2-1 275 0,2 2 143 16,-5-3-390-16</inkml:trace>
  <inkml:trace contextRef="#ctx0" brushRef="#br0" timeOffset="177234.92">22796 9918 1822 0,'4'1'0'0,"-1"1"0"0,2 0 0 0,0-2 0 0,1 0 0 0,1 2 0 0,0-2 0 0,5 1 0 0,-1 4 0 0,3-2 0 0,0 1 107 0,2 0-38 0,2 1-337 16,1-1 154-16,-1 0 77 0,2 2-529 0,-1 1 284 16,-3 1 142-16,0-1 71 0</inkml:trace>
  <inkml:trace contextRef="#ctx0" brushRef="#br0" timeOffset="177362.3">23111 10037 1521 0,'9'0'-1'0,"-4"3"0"0,0-3 1 0,1 2 0 0,-1-1 0 15,0-1 0-15,0 3 0 0,-1 0 0 0,3-1 0 0,1 2 0 0,2 1 166 0,-1 1-62 0,-2-1-22 0,7 3-119 0,-2-2 39 16,1 1 0-16,5-1-177 0,-3-1 107 0,1-1 64 16,5 0 18-16,-4-4-532 0</inkml:trace>
  <inkml:trace contextRef="#ctx0" brushRef="#br0" timeOffset="177484.64">23414 10117 2004 0,'-2'1'-1'0,"0"-1"1"0,-1 2 0 0,1-2 0 0,0 0 0 0,2 0 0 0,0 0 0 0,0 0 0 0,0 0 0 0,0 3 0 0,2-3 141 16,1 1-111-16,5 1 10 0,2 0 9 0,1-1-10 16,0 2-588-16,2-2 292 0</inkml:trace>
  <inkml:trace contextRef="#ctx0" brushRef="#br0" timeOffset="178113.49">23150 9740 1472 0,'-2'0'0'0,"-3"-1"0"0,0-1 0 0,-3 0 0 0,3 0 0 0,0 1 0 0,-4-1 0 0,4 2 0 0,-1 0 0 0,3 0 0 0,1 0 78 16,0 0 286-16,2 0-154 0,0 0-90 0,0 0 85 16,0 2-84-16,0 1-41 0,4 1-1 0,5-3 235 15,3 4-142-15,-3-2-68 0,4-1-33 0,0 2 251 16,0-2-142-16,2 2-141 0,0-1-39 0,2 1 0 16,0 0 0-16,0 0 0 0,-1 0 0 0,4 1 0 15,-3-1 0-15,1 0 0 0,-2-1 0 0,-2 3 0 16,2-4 0-16,-4 0 0 0,-1 0 0 0,1-1 0 15,-4-1 0-15,-1 0 0 0,-2 0 0 16,-2 0 0-16,-1 0 0 0,0 0 0 0,0 0 0 16,-2-1 0-16,0-3-23 0,0-2-205 15,-4 1 100-15,-4-1-474 0,-1-1 282 0,-1 3 141 16,-1 0 71-16,-2 2-577 0,-4 0 329 0,2 2 159 16,-2 0 79-16,-1 0-206 0,-2 0 142 0</inkml:trace>
  <inkml:trace contextRef="#ctx0" brushRef="#br0" timeOffset="178569.15">23181 9767 1860 0,'-5'-4'0'0,"0"2"0"0,0-3 0 0,1 1 0 0,3 0 0 0,-1 1 0 0,-2-2 0 0,4 4 0 0,-2-1 0 0,2 0 0 0,0 0 282 0,0 1-123 0,0 1-60 0,0 0-30 16,0 0 249-16,0 0-131 0,0 0-79 0,0 0 105 16,0 0-88-16,0 0-43 0,0 0 0 0,0 0 42 15,0 5-48-15,0-2 0 0,0 5-38 0,0-2-5 16,0 1-33-16,0 1 0 15,0-1 0-15,0 3 0 0,0-3 0 0,0 3 0 0,0-1 0 16,0 1 0-16,-2-1 0 0,1 0 0 16,-1 1 0-16,0 0 0 0,-1 1 0 0,3-2 0 15,-3 1 0-15,1 1 0 0,0 1 0 0,-2 0 0 16,2-3 0-16,-1 4 0 0,-1 1 0 0,1-1 0 16,-1-2 0-16,2 2 0 0,-3-4 0 0,2 3 0 15,1-1 0-15,-2-1 0 0,3-1 0 0,-1-3 0 16,0-1 0-16,0 1 0 0,0-3 0 0,0-1 0 15,2 0 0-15,-1 0 0 0,1 1 0 16,-2-3 0-16,2 0 0 0,0 0 0 16,0 0 0-16,-2 1 0 0,2-1 0 0,0 0 0 15,0 0 0-15,-3 2 0 0,3-2 0 0,0 1 0 16,-2 2 0-16,2-2 0 0,0 1 0 0,-1 0 0 16,1 0 0-16,0 2 0 0,0-4 0 0,0 2 0 15,0 0 0-15,0-2 0 0,0 0 0 0,0 1 0 16,0-1 0-16,0 0 0 15,0 0 0-15,0 0 0 0,0 0 0 0,0 0 0 0,0 0 0 16,0 0 0-16,0 0 0 0,0 0 0 16,1 0 0-16,6-1-231 0,4-6-268 0,3-1 235 15</inkml:trace>
  <inkml:trace contextRef="#ctx0" brushRef="#br0" timeOffset="179306.87">23382 10007 1137 0,'0'0'0'0,"0"0"0"0,0 0 0 0,0 0 0 0,0 0 0 0,0 0 0 0,0 0 0 0,0 0 0 0,0 0 0 0,0 0 0 0,0 0 94 15,0 4-28-15,0 0 1 0,0 0-20 0,0 2 64 16,0 1-37-16,0 1 0 0,0 1 0 0,0 0-1 16,0 1-25-16,0 3-11 0,0-6-24 0,0 5 0 15,0-4 25-15,-2 1-42 0,2-2 10 0,0 1 32 16,0-3 0-16,0-2-77 15,0 1 27-15,0 0-1 0,0-4 15 0,0 2 26 16,0-2-34-16,0 0 1 0,0 0 0 0,0 0 18 16,0 0-9-16,0 0 7 0,-2 0 83 0,2 0-38 15,0 0 10-15,0 0-16 0,0 0 15 0,0 0-39 16,0 0 15-16,0 0-22 0,0 0 23 0,0 0-10 16,0 0 23-16,0 0-85 0,0 0 31 0,0 0 0 15,0 2 13-15,0-2 13 0,0 2-4 0,0-2 1 16,0 0-40-16,0 0 0 0,0 0 31 0,0 0 4 15,0 0-101-15,0 0 46 0,0 0 19 16,0 0-352-16,0 0 171 0,0 0 94 16,0 0 27-16</inkml:trace>
  <inkml:trace contextRef="#ctx0" brushRef="#br0" timeOffset="182669.78">23288 7298 2215 0,'0'0'-4'15,"0"0"0"-15,0-2 2 0,0 2 0 0,0-2 1 0,0 2 1 0,7 0 0 0,2 0 0 0,0 0 0 0,0 0 0 0,1 2 113 0,1 3 184 0,-2 2-125 16,3 2-63-16,-1 0-32 0,-2 1 176 0,3 0-109 16,-1 1-49-16,-1 0-1 0,2 1 7 0,-1-1-1 15,3 1-42-15,-3-3 22 0,2 0-44 0,0-1-36 16,0-1 0-16,1 2 0 16,-1-6 0-16,2 1 0 0,0-2 0 0,-3 0-25 0,0-2-36 0,-1 0 52 15,-4 0-307-15,2 0 160 16,-4 0 43-16,-3 0 52 0,0 0-381 0,0 0 195 15,-2 0 87-15,0-2-113 0,0 2 112 0,0 0 56 16,-2 0 1-16,-9 13-475 0</inkml:trace>
  <inkml:trace contextRef="#ctx0" brushRef="#br0" timeOffset="183391.81">23238 7699 1483 0,'-6'-5'0'0,"2"1"0"0,0 0 0 0,-1-1 0 0,1 1 0 0,1 2 0 0,1-1 0 0,2 1 0 0,-2 0 0 0,2 2 0 0,0-1 175 0,0-2-66 16,2 3-32-16,5 0 96 0,2 0-70 0,0 0-29 16,1 0 0-16,1 0 87 0,1 3-58 0,-3 5-19 15,-2 2 60-15,3 2-50 0,-2 2 0 0,-4 3-49 16,3-2 43-16,-4 3 11 0,1 1-55 0,-2 2 60 16,0-1-30-16,-2 1 0 15,0 2-29-15,0-3 47 0,0 3-12 0,-6 1-35 16,-1-5 45-16,-2 4-45 0,-1-4-1 0,-1 1-30 15,0-3-14-15,-3 0 0 0,1-2 0 0,0-3 0 16,2-1 0-16,0-6 0 0,-5 2 0 0,5-5 0 16,-2-2 0-16,2 0 0 0,-3 0 0 0,3-2 0 15,0-9 0-15,-1-5 0 0,5-1 0 0,0-3 0 16,1 2 0-16,1-1 0 0,5 0 0 0,0 2 0 16,0 3 0-16,0 0 0 0,0 3 0 0,2-1 0 15,3 5 0-15,3 0 0 0,-1 4 0 0,3-3 0 16,1 5 0-16,0 1 0 15,1 0 0-15,0 0 0 0,4 4 0 0,-3 6 0 16,-1 0 0-16,4 2 0 0,-2 2 0 0,2-2 0 16,-2-1 0-16,2 3 0 0,-1-3 0 0,-3-1 0 15,0-1 0-15,-3-4 0 0,1 3 0 0,-2-2 0 16,-3-3 0-16,-2-1 0 0,0-1 0 0,-2-1 0 16,1 0 0-16,-2 0 0 0,0 0 0 0,0 0 0 15,3 0 0-15,-1 0 0 16,1 0-91-16,8 0-1070 0,7-1 546 0</inkml:trace>
  <inkml:trace contextRef="#ctx0" brushRef="#br0" timeOffset="186612.97">23670 6841 852 0,'0'0'-1'0,"0"0"1"0,0 0 0 0,0-2-1 0,0 1 1 0,0-2 0 0,0 3 0 0,0 0 0 16,0 0 0-16,0 0 0 0,0 0 60 0,0 0-14 0,0 0 0 15,0 0 0-15,0 0 68 0,0 0-23 0,0 0-11 16,0 0-40-16,0 0 6 0,0 0 0 0,0 0 0 15,0 0 15-15,0 0-15 0,2 4-1 0,0-2-48 16,-2 0 49-16,1 2 0 0,-1-2 11 0,2 2-11 16,-2-3-1-16,2 4 1 0,-2-4-4 0,2 3-50 15,0 2 49-15,-2-3-1 0,2 3 33 0,-2 0-33 16,1-1-1-16,-1 1 1 16,0 1 11-16,2 1-11 0,-2-1 3 0,0 1-51 15,0 1 49-15,0 1-1 0,0-1 12 0,0 1-47 16,0-2 0-16,0 3 28 0,0 1 4 0,0-4-24 15,0 3 24-15,0-1-15 0,0-1-12 0,0 0 14 16,0 0 5-16,0-1-8 0,0 0 19 0,0 1-13 16,0-1 1-16,0-1 18 0,0 3-18 0,0-3 2 15,0 2 6-15,0 1 3 0,0-1-9 0,0 1 0 16,0 0 0-16,0-2 0 0,2 2 6 0,-2 2-6 16,0-3-16-16,0 2 15 0,0-2-1 0,0 0 0 15,0 1 6-15,0-1-6 16,0 1 0-16,0-3-25 0,0 3 25 0,0-2-1 15,0-1 8-15,0-1-18 0,0 2 10 0,0 1-1 16,0 0 4-16,0-2 3 0,-2 1-7 0,2 1 0 16,-2-1 8-16,1 0-7 0,1 2-1 0,-2-2 7 15,2 1-12-15,-2 1 5 0,2-1 1 0,-2 0-21 16,2 0 20-16,0 1 4 0,-2-1-30 0,0 1 0 16,2-1 0-16,-1 0 0 0,-1 1 0 0,0 2 0 15,-1-3 0-15,1 0 0 16,1 0 0-16,-1 1 0 0,0-1 0 0,0 1 0 15,0-3 0-15,0 2 0 0,2-1 0 0,-1 1 0 16,1-2 0-16,-2 2 0 0,0 0 0 0,2-2 0 16,-2 3 0-16,0-3 0 0,1 3 0 0,-1-1 0 15,-1-2 0-15,2 3 0 0,-2 0 0 0,1-2 0 16,1 2 0-16,1-3 0 0,-2 3 0 0,0 0 0 16,0-3 0-16,0 2 0 0,2-1 0 0,-1 0 0 15,1-1 0-15,-2 0 0 16,2 2 0-16,-2-5 0 0,2 4 0 0,-2-1 0 15,2-1 0-15,-2 2 0 0,2-1 0 0,-2 0 0 16,2 1 0-16,-1-1 0 0,1 1 0 0,-2 0 0 16,2-1 0-16,-2 1 0 0,2-1 0 0,0 1 0 15,-3-1 0-15,3 0 0 0,0 1 0 0,0 0 0 16,0 1 0-16,-2-1 0 0,2 1 0 0,-1-1 0 16,1 0 0-16,0 2 0 15,-2-2 0-15,0 1 0 0,0 3 0 0,0-3 0 16,-1 2 0-16,3-2 0 0,-2 2 0 0,0-1 0 15,0 4 0-15,0-3 0 0,1 0 0 0,-1 0 0 16,0 0 0-16,2 1 0 0,-2 1 0 0,-1-3 0 16,1 2 0-16,1-1 0 0,-1 1 0 0,0 0 0 15,0 0 0-15,0 0 0 0,1-1 0 0,-3 2 0 16,2-2 0-16,0 4 0 0,0-1 0 0,1-1 0 16,-1-1 0-16,-3 1 0 0,5-1 0 0,-2 2 0 15,1-2 0-15,-1-1 0 16,0 3 0-16,0-3 0 0,0 1 0 0,1 0 0 15,-1 0 0-15,0 0 0 0,0-1 0 0,0-2 0 16,2 2 0-16,-2-2 0 0,1 5 0 0,-1-3 0 16,0 3 0-16,-1-4 0 0,1 2 0 0,-1 1 0 15,1-1 0-15,0 0 0 0,0 1 0 0,0 0 0 16,1-1 0-16,-3 1 0 0,2 0 0 16,0-2 0-16,2 3 0 0,-1-3 0 15,-1-2 0-15,0 5 0 0,0-4 0 0,2 2 0 16,-3-1 0-16,1 1 0 0,1-4 0 0,-1 7 0 15,0-5 0-15,0 3 0 0,0-2 0 0,-1 2 0 16,1-1 0-16,0 3 0 0,0-2 0 0,0 2 0 16,1-2 0-16,-1 0 0 0,0 0 0 0,-1 3 0 15,0-4 0-15,3 2 0 0,-2 1 0 0,2-2 0 16,-2 2 0-16,0-2 0 0,0 0 0 0,0 2 0 16,1-2 0-16,-1 3 0 15,0-1 0-15,0-1 0 0,-1 1 0 0,1 0 0 16,0-1 0-16,0 2 0 0,-1-1 0 0,1-1 0 15,1-1 0-15,-1 0 0 0,0 0 0 0,0 0 0 16,2-1 0-16,-2 1 0 0,2-2 0 0,-1 2 0 16,1-1 0-16,-2-2 0 0,0 0 0 0,0 2 0 15,2 2 0-15,-4-3 0 0,3 3 0 0,-1-3 0 16,0 1 0-16,-1 2 0 0,1-2 0 0,1-1 0 16,-1 0 0-16,0 0 0 15,0 1 0-15,2-2 0 0,-2-1 0 0,2 2 0 16,-2 0 0-16,1-1 0 0,1 0 0 0,-2-1 0 15,2 3 0-15,-2-3 0 0,0 1 0 0,2 0 0 16,-2-1 0-16,1 0 0 0,1 0 0 0,-2 1 0 16,2-3 0-16,-2 1 0 0,2 1 0 0,-3-1 0 15,1 0 0-15,2-1 0 0,-1 1 0 0,1-3 0 16,-3 4 0-16,3-3 0 0,-1 1 0 0,1 1 0 16,-2 0 0-16,2 0 0 0,-2-1 0 0,2 0 0 15,-2 1 0-15,2-1 0 16,-1 1 0-16,1-3 0 0,-2 3 0 0,2-1 0 15,-2 1 0-15,2-3 0 0,0 3 0 0,-2-2 0 16,2-1 0-16,0 3 0 0,0-3 0 0,0 1 0 16,0-1 0-16,-2 1 0 0,2 0 0 0,0-2 0 15,0 4 0-15,-1-3 0 0,1 1 0 0,0 0 0 16,0-1 0-16,-2 3 0 0,2-3 0 0,0 0 0 16,0 2 0-16,0 0 0 0,0-1 0 0,0-1 0 15,0 2 0-15,0-1 0 16,0-1 0-16,-2 1 0 0,2 2 0 0,0-3 0 15,0 1 0-15,-2 0 0 0,2 1 0 0,-3-1 0 16,3 0 0-16,-2-1 0 0,2 3 0 0,-1-3 0 16,1 3 0-16,0-3 0 0,0 1 0 0,0 2 0 15,0-3 0-15,0 1 0 0,0-1 0 0,0 1 0 16,0 0 0-16,0 0 0 0,0-3 0 0,0 2 0 16,0 1 0-16,0 0 0 0,0 0 0 0,0-1 0 15,0 1 0-15,0 2 0 16,0-2 0-16,0-1 0 0,0 1 0 0,0 0 0 15,0-1 0-15,0-1 0 0,0 1 0 0,0-2 0 16,0 0 0-16,0 0 0 0,0-1 0 0,0 0 0 16,0-2 0-16,0 2 0 0,0-2 0 0,0 0 0 15,0 0 0-15,0 0 0 0,0 0 0 0,0 0 0 16,0 0 0-16,0 0 0 0,0 0 0 0,0-6 0 16,0-11-57-16,8-16-1028 0</inkml:trace>
  <inkml:trace contextRef="#ctx0" brushRef="#br0" timeOffset="188561.77">23662 6851 560 0,'0'0'0'0,"0"-2"0"0,0 0 0 0,0-2 0 0,0 0 0 0,0 0 0 0,0 2 0 0,0-5 0 0,2 3 0 0,-2 0 0 0,1 1 76 0,-1 1 0 15,0 1-44-15,0-2 49 0,0 1 0 0,0 2-34 16,0 0-10-16,0 0 80 0,0 0-36 0,0 0-1 15,-1 0-35-15,-1 5 81 0,-2-2-47 0,2 3 1 16,-1-1 46-16,-1 2-40 0,0-1 0 0,1 0-31 16,0 2 56-16,-1-1-34 0,1 1 0 15,-1-1-29-15,0 1-4 0,1-1 12 0,-1 1-12 0,0 1-26 16,1-2 26-16,-2-1 1 0,2 2-1 0,-1-1-42 16,0-1-12-16,1-1 54 15,1 3-51-15,-2-5 0 0,1 4 24 0,-1-3 28 16,-1 2-49-16,3 0 1 0,-1 0 15 0,-1 2-15 15,1-2 23-15,1 1 8 0,-2 0-9 0,2 0-41 16,-1 1 41-16,1-2 2 0,0 1-2 0,-1-1-5 16,1 2 4-16,-1-3 2 15,1 1 9-15,0-3-11 0,0 3-2 0,-1 0 6 0,1-3 8 0,-2 3-12 16,2-1-2-16,-1 1 2 16,-2 0-27-16,2-3 33 0,1 4-5 0,-2 0-58 15,0-1 56-15,3-1-1 0,-3 0 2 0,0 1-16 16,1 0 12-16,-1 0-8 0,-1-1 21 0,2 1-14 15,-3-1-3-15,3 2-4 0,-1 0 29 0,0-1-24 16,-1-1 1-16,-1 1-19 0,2 0 22 0,0 0 0 16,1 0-2-16,-3 3-51 0,3-4 49 0,-3 2 0 15,0 1 3-15,0-1-38 0,-1 1 0 16,1 2 26-16,-2-3 4 0,3-1-31 0,-3 4 30 0,3-3-12 16,-2 2-4-16,-1 0 6 15,2-2 5-15,-1 3 32 0,1-2-32 0,1 0 0 16,-2 0 0-16,2 2 10 0,-2-1-9 0,3 0 2 15,-1 0-1-15,-2 1-39 0,2 1 39 0,-1-1 1 16,1 0-47-16,-1 1 43 0,1-2 1 0,-2 2-4 16,2-1-3-16,0 3 0 0,-3-2 5 0,3-1 17 15,0 1-19-15,-2-1-4 0,3 2 3 16,-3-3 23-16,3 1-22 0,-1 1 1 0,-2-3-1 16,2 1 10-16,0 2-9 0,-3-1 7 15,3-1-5-15,-2 2 2 0,2-3-2 0,0 3 2 16,-1-1 8-16,1 1-9 0,-2 0-1 0,2-1 20 15,-1 2-20-15,1 0 1 0,1 1 1 0,-1-1 37 16,-2 0-36-16,2 0 2 0,-1-1 3 0,1 2-7 16,-1-2 7-16,1 0-3 0,-1 1-11 0,0-1 12 15,1-1 1-15,-1 3-1 0,1-6-3 0,-4 4 3 16,4 0-1-16,-2 1-9 0,1-3 7 0,-1 3 1 16,-1-1-2-16,0 0 32 15,-1 0-30-15,1 1 0 0,-1 0 4 0,2 0 47 16,0 1-46-16,-4-2-2 0,4 0 5 0,2-1 42 15,-3 4 3-15,0-3-45 0,1-2 17 0,1 2-14 16,-1-2 7-16,2 1-40 0,-2 2 36 0,2-4-2 16,-2 1 3-16,3 0-40 0,-2 0 36 0,1 0 3 15,0 2-7-15,0-4-36 0,1 2-6 0,1-1 41 16,-1-2-51-16,0 2 48 0,1 0-10 0,-2-1 8 16,1 1-42-16,1-1 38 0,-1 2-5 0,1-1-20 15,-1 0 22-15,0 1 0 16,1 0-2-16,-4 1 14 0,4-1-13 0,-3 2 0 15,1-1 0-15,-1 2 9 0,1-3-9 0,-2 2 1 16,2 0 55-16,-1-4-54 0,-1 7 2 0,2-5-1 16,-4 0 37-16,4 3 0 0,0-3-28 0,1 1 40 15,-3-1-38-15,0 2-3 0,2-1 7 0,-3 1-31 16,3 0 28-16,0 0 4 0,-4 1-5 0,4-1-18 16,-1 2 17-16,-1-2 0 15,2 1 11-15,-2-3-12 0,0 4 0 0,1-3-5 16,-1 1 8-16,2-1-6 0,-3-1 3 0,2 0-24 15,1 3 23-15,-3-3 0 0,0 0 0 0,1 2-31 16,1-1 30-16,-1 1 1 0,0-2-2 0,-1 3-25 16,0-1 24-16,1 1-4 0,0-2 7 0,0 3-8 15,0-1 3-15,0-1-5 0,-1 0 45 0,0 2-39 16,3-1-1-16,-1-3-5 0,-1 5 6 0,0-3 3 16,0 0-3-16,2-4 5 15,-1 3-4-15,3-1 7 0,-3 1-39 0,-2 1-1 16,4-4 32-16,-1 2-3 0,0-1-37 0,-1 0 34 15,-1 1 2-15,0-1-5 0,2 1 7 0,-1 1-8 16,1-3 4-16,0 0 11 0,-2 1-11 0,3-1-2 16,1 1 1-16,-1 0-4 0,-1-1 4 0,3 1 1 15,-2-1 0-15,1 1-30 0,-4-1 0 0,4 0 29 16,-3 2-15-16,1 1 12 0,-1 2 1 16,1-3-5-16,-2 0 34 0,2 1-31 15,-1 0-4-15,1-2 39 0,-1 2-35 0,0-1 1 16,1-1 0-16,1-1 49 0,-2 2 5 0,3 1-48 15,-3-2 5-15,3 1-2 0,-4 0 7 0,2 0-6 16,-1 3-35-16,-1 0 35 0,2 0 0 0,-4 0-4 16,2-1 2-16,0 3 1 0,1-3-3 0,-2 1 29 15,1-1-30-15,1 1 2 0,3-3-6 0,-3 1 41 16,1 0-32-16,0-1-1 0,0-2 5 0,1 3-29 16,-1-4 29-16,1 0-3 15,0 3-36-15,-2-2-1 0,2-2 33 0,1 3-23 16,-3-2 19-16,1 2 3 0,1-4-8 0,-1 2 18 15,0 2-16-15,1-5 3 0,1 3-5 0,-1-2 32 16,2 0-31-16,1-1 4 0,-3 2 1 0,2-4 34 16,2 3-28-16,-2-1-5 0,0-1 12 0,2 1-9 15,-1-2 4-15,-1 2-9 0,-1 0 6 16,1 1-1-16,0-2 1 0,1 1 30 0,-1 0 0 16,2 0-29-16,-2-1 1 0,2-1 3 15,-2 1-1-15,2-2-2 0,0 3 3 0,0-3-12 16,0 0 13-16,0 0-3 0,0 1-78 0,0-1 37 15,0 0-2-15,0 0-153 0,0 0 85 0,0 0 46 16,0 0 8-16,0 0-387 0,2-1 197 0,5-7 98 16,9-7 48-16,3-5-580 0</inkml:trace>
  <inkml:trace contextRef="#ctx0" brushRef="#br0" timeOffset="189580.51">23408 7339 994 0,'0'0'0'0,"0"0"0"0,-1 0 0 0,1 0 0 0,-2 0 0 0,0 0 0 0,0 0 0 0,0 0 0 0,-1 0 0 0,3 0 0 0,-2 0 93 0,0 0-50 15,2 0 1-15,0 0 0 0,0 0 0 0,0 2-1 16,0 0 12-16,0-2 61 0,0 0-36 0,0 2 1 15,0-2-38-15,0 0 1 0,0 1 11 0,0-1-11 16,0 0 54-16,0 3-27 0,2-1 0 0,-2-1-16 16,2 3-11-16,-2-1 0 0,1 3-1 0,-1 0 160 15,2 0-80-15,0-1-29 16,0 3-10-16,2 1-41 0,3 1 1 0,-2-3 0 0,2 2 114 0,0-2-46 16,0 1-40-16,1 2 0 15,2-1 77-15,-1-1-53 0,-2 0 0 0,0-1-41 16,5 2-62-16,-5-1-1 0,3-1 52 0,0 1-103 15,-1-2 52-15,0-2 10 0,4 1 41 16,-2-3 0-16,3-1-29 0,1-1 24 0,2 0-53 0,-1 0 56 16,2 0-55-16,0-1 0 0,1-6-24 15,2-2-679-15,-3 0 290 0</inkml:trace>
  <inkml:trace contextRef="#ctx0" brushRef="#br0" timeOffset="191543.15">23688 6864 358 0,'0'0'-1'0,"0"0"1"0,0 0 0 0,0 0 0 0,0 0-1 0,0 0 1 0,0 0 0 0,0 0 0 0,0 0 0 0,0 0 0 0,0 0 49 0,0 0-1 0,0 0-30 16,0 0 0-16,0 0 63 0,0-1 6 16,0-2-61-16,0 2 0 0,0-2 1 0,0 0-1 0,0 1 0 15,0 0 66-15,0 0-8 16,0 0-23-16,0 2-26 0,0 0 200 0,0 0-95 16,0 0-35-16,0 0-12 0,0 0-1 0,0 0-46 15,0 0 0-15,0 6 0 0,0-1 11 0,0 4-11 16,-2 4 0-16,2-3 38 0,0 1-1 0,-1 3-37 15,-1 1 39-15,0 0-40 0,2 2 1 0,-2-3 0 16,0 3-26-16,2 1 26 0,-2-2 11 0,2 1-11 16,-1 0-29-16,1 0 0 0,0-2 29 0,0 2-54 15,-2 0 3-15,2-2 45 0,-2 1-11 0,-1 0-43 16,1-2 43-16,1 4 2 0,-3-1-4 16,0 0 0-16,2-2-8 0,-1 2 7 15,1-1-18-15,0-1 18 0,2 1 4 0,-2-1-47 16,2-2 40-16,0 1 1 0,0-1 0 0,0 3-26 15,0-3-6-15,0-2 28 0,0 2 2 0,0 0-26 16,-1 1 20-16,1-3 1 0,0 2 0 0,0 1-9 16,-2-2 8-16,2 1-11 0,-3-1 15 15,3 1-3-15,-1 0-3 0,-2 0-1 0,3 0 1 0,-2-1 0 16,1 1-1-16,1-2-17 16,-2 2 17-16,2 0 0 0,-2-1-1 0,2 2-55 15,-2-2 53-15,0 1 0 0,2 2-1 0,-3-2-22 16,1 0 19-16,0 0-2 0,0 0 3 0,0-1 4 15,1 1-5-15,1 1-2 0,-2-4 2 0,0 2-2 16,2-3 2-16,-3 2 2 0,3-1-2 0,0 3 3 16,-2-4-2-16,2 1-6 0,-1 1 6 0,1-2 4 15,-2 4-3-15,0-3 0 0,0 0 0 16,0 1-6-16,-1-3 4 0,3 4 2 0,-4-1-1 16,2 1 0-16,0 1 4 0,-1-2-5 15,1 0 1-15,0 1 7 0,-3 1-7 0,4-2 2 16,-1 3-2-16,0-3-4 0,0-2 5 0,0 1 1 15,1 5-1-15,1-7-1 0,-2 1 1 0,2 5-38 16,-2-5 6-16,0 1 28 0,2-1-2 0,-2 3-1 16,0-3 0-16,1 0 0 0,-1 1 1 0,0-1 18 15,-1 3-21-15,0-1 1 0,1 0-2 16,0 0 43-16,0 1-40 0,0-1 4 16,-1 0-17-16,3-2 15 0,-2 3 3 0,2-1-2 15,-2-2-27-15,2 1 27 0,0-1 0 0,-2 0 0 16,2-1-2-16,0-1 1 0,0 3-7 0,0-3-32 15,-2 3 32-15,2-1 4 0,-1-2-7 0,-1 3 4 16,0 0-1-16,-1-1 3 0,1 0-1 0,1-1 1 16,-3 1 0-16,2 0 51 0,0 1-47 0,0 0-1 15,-2-1 2-15,3 0 47 0,-1 1-45 16,0-1-1-16,1 0 4 16,-1 0 10-16,0 1-10 0,0-2-2 0,-1 1 4 0,3 0-3 15,-2 1 8-15,2-1-8 0,-1 3 6 0,-1-3-5 16,0 3 5-16,2-3-4 0,-2 0 4 0,0 5-4 15,2-4 17-15,-1 2-16 0,-1-1-24 16,0 1 22-16,0-2-25 0,0 3 23 0,0-3 3 0,1 1-3 16,-1 2 10-16,0-1-21 0,-4-1 13 0,4 2-5 15,0 0 2-15,-2-2-17 0,2 1 16 0,1 1 0 16,-1-4 46-16,-2 3 4 16,2-2-46-16,1 0 7 0,-1-1-16 0,0 1 0 15,0-1 0-15,-1 1 0 0,1 1 0 0,2-1 0 16,-1 1 0-16,-1 0 0 0,2-2 0 0,-2 5 0 15,2-5 0-15,-2 0 0 0,0 5 0 0,2-5 0 16,-1 2 0-16,1-2 0 0,-2 0 0 0,2 3 0 16,-2-3 0-16,2 1 0 0,-2-1 0 0,0-1 0 15,2 1 0-15,-2 0 0 0,1 1 0 0,1-1 0 16,-2 0 0-16,0 3 0 16,-1-5 0-16,3 3 0 0,-2 1 0 0,1-1 0 15,-1-1 0-15,0 1 0 0,2-3 0 0,-2 1 0 16,2 2 0-16,-2-3 0 0,0 4 0 0,2-4 0 15,-1 3 0-15,1-3 0 0,-2 2 0 0,0 1 0 16,2-3 0-16,-2 4 0 0,0-3 0 16,1 4 0-16,1-3 0 0,-2 0 0 0,0 0 0 0,2 2 0 15,-3-1 0-15,3 0 0 0,-2-1 0 16,2 0 0-16,0 0 0 0,-1 1 0 0,1-1 0 16,-3-1 0-16,3 2 0 0,-1-3 0 15,1 1 0-15,-2 2 0 0,2-4 0 0,-2 3 0 16,2 1 0-16,-2 0 0 0,1 1 0 0,-1-2 0 15,0 1 0-15,2 1 0 0,-2-2 0 0,0 0 0 16,2 3 0-16,0-2 0 0,-1-1 0 0,1 0 0 16,0 0 0-16,0 1 0 0,0-3 0 0,-2 0 0 15,2 4 0-15,0-2 0 16,-2 0 0-16,2 0 0 0,-2 1 0 0,2 1 0 16,-3-4 0-16,1 3 0 0,2 1 0 0,-1-1 0 15,-1-1 0-15,0 2 0 0,2-1 0 0,-2-1 0 16,2 0 0-16,0-1 0 0,0 0 0 0,0-1 0 15,0-2 0-15,0 3 0 0,0-2 0 0,0-1 0 16,0 1 0-16,0 0 0 0,0 0 0 0,0-1-6 16,0 0-10-16,0 1 5 0,0 2-10 0,-2-1 42 15,2 0-2-15,-1 3-29 0,-1-2 0 0,2 1 44 16,-2 0-39-16,0-1-3 16,2-1 10-16,0 1-9 0,0-3 15 0,0 3 2 15,0-4-10-15,0 2 0 0,0-3 0 0,0 1 0 16,0 0 0-16,0-3 0 0,0 4 0 0,0-4-14 15,0 2-24-15,0 0 32 0,0-1 2 16,0 0 8-16,0 0-9 0,0 0-1 0,0 1 19 0,0-1-18 16,0-1 1-16,0 2-1 15,0-1 19-15,0-1-15 0,0 1-1 0,0 0-11 0,0 0 12 16,0 1 1-16,0-2-1 0,0 1 4 16,-3-1-4-16,3 2-1 0,0-2-56 0,-1 1 24 15,1 0 1-15,-1 0 22 0,1-1-59 0,0 2 27 16,-2-3-3-16,0 2 26 0,-1-2-99 0,1 0 42 15,1 0 27-15,-3 0-443 0,0 0 215 0,1 0 122 16,-3 0 57-16</inkml:trace>
  <inkml:trace contextRef="#ctx0" brushRef="#br0" timeOffset="198558.25">23814 8126 2835 0,'2'-4'0'0,"3"2"0"0,2 1 0 0,2-1 0 0,-2 2 0 0,0 0 0 0,5 3 0 0,-5 10 0 0,1 8 0 0,-2 3 0 0,-4 8 87 0,-2 7 102 0,0 8-79 16,0 3-34-16,-8 0-1 0,-1 5 182 0,-6 9-109 15,3-14-43-15,-1 7-56 0,-2 3-49 0,2-3 0 16,1-3 0-16,0 0 0 0,2-11 0 0,0 9 0 16,3-18 0-16,2 4 0 0,1-6 0 0,0-10 0 15,3-3 0-15,1-6 0 0,0-3 0 0,0-6 0 16,0-3 0-16,0-1 0 0,0 0 0 0,1-18 0 15,10-7 0-15,5-3 0 0,0-4 0 0,3 1 0 16,-2-4 0-16,2 6 0 16,-3 2 0-16,-2 8 0 0,-3 5 0 0,-1 4 0 15,-3 3 0-15,1 3 0 0,-3 4 0 0,2 0 0 16,2 6 0-16,-4 14 0 0,0 6 0 0,-1 4 0 16,0 4 0-16,-3 2 0 0,1 0 0 0,1 0 0 15,1-11 0-15,-2 9 0 0,3-11 0 0,0-1 0 16,3-5 0-16,0-2 0 0,-1-5 0 15,1-3 0-15,0-3 0 0,1-4 0 16,0 0 0-16,0 0 0 0,3 0 0 0,-1-6 0 16,2-5-335-16,6-4-11 0</inkml:trace>
  <inkml:trace contextRef="#ctx0" brushRef="#br0" timeOffset="205456.18">11727 7102 795 0,'-2'-6'0'0,"-2"1"0"0,-2-2 0 0,0 1 0 0,-3 0 0 0,0 1 0 0,1-1 0 0,-5 1 0 0,2 0 0 0,1-1 0 0,1 1 82 0,0 0-40 0,-1 1 11 0,2-2 110 15,1 2-53-15,2 3-1 0,1-1 85 0,-1 0-69 16,2 0-21-16,1 0-14 0,-2 2 45 0,3 0-39 16,-3 0-1-16,2 0 139 0,-2 4-75 0,3 0-59 15,-1 1 0-15,0-1 173 0,0 0-109 0,2 1-55 16,0-3 15-16,0 3 83 0,0-4-76 0,0-1-38 16,0 2-49-16,0-2-44 15,0 0 0-15,0 0 0 0,0 0 0 0,0 0 0 16,0 0 0-16,0 0 0 0,0 0 0 0,0 0 0 15,0 0 0-15,0 0 0 0,2 0 0 0,5 3 0 16,-1-3 0-16,3 1 0 0,1 0 0 0,1-1 0 16,0 3 0-16,4-3 0 0,0 0 0 0,2 0 0 15,0 0 0-15,2 0 0 0,0 0 0 0,1 0 0 16,-1 0 0-16,0 0 0 0,-1-3 0 0,0 3 0 16,0 0 0-16,-1-1 0 0,1 1 0 0,0 0 0 15,1-1 0-15,-3 1 0 0,5-3 0 0,-1 1 0 16,1 1 0-16,6-4 0 15,-3 1 0-15,1 1 0 0,-3-1 0 0,1 0 0 16,1 0 0-16,-1 1 0 0,-3 1 0 0,3 0 0 16,-4 0 0-16,1 2 0 0,1 0 0 0,-2 0 0 15,1 0 0-15,1 0 0 0,0 0 0 0,-1 2 0 16,3 2 0-16,3-1 0 0,-1 1 0 0,-1-2 0 16,2 0 0-16,4-2 0 0,-2 0 0 0,2 0 0 15,1 0 0-15,-1 0 0 16,0 0 0-16,-6 0 0 0,6 0 0 0,-5-2 0 15,-1 0 0-15,-2 2 0 0,1 0 0 0,0 0 0 16,-3 0 0-16,3 0 0 0,-2 0 0 0,1 0 0 16,2 0 0-16,-3 0 0 0,2 2 0 0,3 0 0 15,-2 0 0-15,3 0 0 0,-3 0 0 0,-1-1 0 16,5-1 0-16,-2 2 0 0,-2-2 0 0,3 0 0 16,-1 2 0-16,-1-2 0 0,1 0 0 0,-4 2 0 15,1-2 0-15,0 0 0 0,-3 3 0 0,1-3 0 16,-2 0 0-16,-1 0 0 15,1 1 0-15,0-1 0 0,0 0 0 0,0 0 0 16,1 0 0-16,1 0 0 0,0 0 0 0,-1 0 0 16,2 0 0-16,-1 0 0 0,2 0 0 0,-1 0 0 15,-1 0 0-15,0 2 0 0,1 1 0 0,-1-2 0 16,2 0 0-16,3 2 0 0,-2-3 0 0,0 1 0 16,1-1 0-16,5 0 0 0,0 0 0 0,0 0 0 15,2 0 0-15,2 0 0 16,0-1 0-16,-1-4 0 0,1-1 0 0,2-3 0 15,2 4 0-15,-3-2 0 0,3 1 0 0,-1-2 0 16,0 2 0-16,-2 2 0 0,2-1 0 0,-1 1 0 16,-2 3 0-16,-1-1 0 0,-1 0 0 0,-2 2 0 15,2 0 0-15,0 0 0 0,0 0 0 0,0 0 0 16,0 0 0-16,3 0 0 0,0 0 0 0,6 0 0 16,-5 0 0-16,9 0 0 0,-4 0 0 0,2 0 0 15,1 0 0-15,-3 0 0 0,-4 0 0 0,3 0 0 16,-1 0 0-16,-1 0 0 15,-3 0 0-15,4 0 0 0,-4 0 0 0,3 0 0 16,-1 2 0-16,0 1 0 0,3 0 0 0,5-3 0 16,-6 1 0-16,10-1 0 0,1 0 0 0,-4 0 0 15,3 0 0-15,0 0 0 0,2 0 0 0,-3 0 0 16,5 0 0-16,-2 0 0 0,2-1 0 0,-3-3 0 16,4 2 0-16,3-1 0 0,-2-2 0 0,-2 4 0 15,0-4 0-15,-2 3 0 0,-1-2 0 16,0 3 0-16,1-1 0 0,-3 1 0 15,1-2 0-15,1 2 0 0,3-2 0 0,0 2 0 16,-3 1 0-16,1-2 0 0,0 2 0 0,-10 0 0 16,13 0 0-16,-7 0 0 0,2-2 0 0,-2 2 0 15,2-1 0-15,-6 1 0 0,11-2 0 0,-1-1 0 16,-2 2 0-16,-2-1 0 0,2 0 0 0,-9 0 0 16,11-1 0-16,-6 2 0 0,0 0 0 0,-2-1 0 15,2-1 0-15,-8 3 0 0,9 0 0 0,-4 0 0 16,2 0 0-16,-3 0 0 15,0 0 0-15,-5 0 0 0,3 0 0 0,-2 0 0 16,5 0 0-16,-5 0 0 0,2 0 0 0,-1 0 0 16,7 0 0-16,-2 0 0 0,0 0 0 0,0-1 0 15,2-1 0-15,-10 0 0 0,5 0 0 0,-3 0 0 16,-3 0 0-16,-2 0 0 0,-6 2 0 0,-4-2 0 16,1 2 0-16,-5 0 0 0,-1 0 0 0,-4 0 0 15,-1 0 0-15,-5 0 0 0,0 0 0 16,-3 0 0-16,-2 0 0 0,-1 0 0 15,-1 0 0-15,0 0 0 0,-2 0 0 0,0 0 0 16,0 0 0-16,0-1 0 0,0-3 0 0,0 1 0 16,0-2 0-16,0 2 0 0,-7 1 0 0,-11 2 0 15,-12 0 0-15,-14 11 0 0,-36 21-270 0</inkml:trace>
  <inkml:trace contextRef="#ctx0" brushRef="#br0" timeOffset="206775.48">15000 3902 1401 0,'0'-15'0'0,"0"0"0"15,0 2 0-15,0 2 0 0,0 0 0 0,0 1 0 0,0 2 0 0,0 1 0 0,0 0 0 0,0 2 0 0,0 1 122 0,0 3-70 0,0-1 200 16,0 0-100-16,0 2-50 0,0 0 96 0,0 0-60 15,0 0-50-15,4 5 1 0,-1 5 97 0,-1 3-67 16,0 5-33-16,0 2 130 0,-2 7-89 0,0 0-37 16,0 0-1-16,0 5 23 0,0 4-1 15,-2 0-46-15,-4 9-13 0,1-2 32 0,1 0-84 0,1 3 0 16,-3-1 0-16,3-3 0 0,-2 9 0 0,0-5 0 16,-1 3 0-16,1-2 0 15,-3 4 0-15,0 2 0 0,3-1 0 0,-3 0 0 0,1 0 0 16,-1-5 0-16,4-1 0 0,1-6 0 15,-3 7 0-15,2-12 0 0,3 4 0 0,-3-6 0 16,2 0 0-16,0-8 0 0,-2 5 0 0,2-2 0 16,-2-4 0-16,3-3 0 0,-3-2 0 15,2-2 0-15,0-2 0 0,0-6 0 0,2 1 0 0,-1-5 0 16,1-1 0-16,0-4 0 0,0 2 0 0,0-2 0 16,0 0 0-16,0 0 0 15,0-2 0-15,0-11 0 0,0-5 0 0,1-3 0 16,9-2 0-16,-3-3 0 0,3-2 0 0,1 0 0 15,1-1 0-15,-1 2 0 0,1-2 0 0,2-1 0 16,-1 1 0-16,2 1 0 0,0-1 0 0,0 0 0 16,2 1 0-16,-2 2 0 0,-2 4 0 0,1-1 0 15,-2 4 0-15,1 0 0 0,-1 5 0 16,-3-2 0-16,-2 5 0 0,3 0 0 16,-2 3 0-16,-3 3 0 0,2-1 0 0,-1 2 0 0,0 1 0 15,0 1 0-15,-1 0 0 0,1 2 0 16,-1 0 0-16,2 0 0 0,-2 0 0 0,1 5 0 15,-3 5 0-15,3-1 0 0,-3 4 0 0,1 0 0 16,-1 3 0-16,-1-2 0 0,1 1 0 0,-1 2 0 16,0 2 0-16,0-2 0 0,-1 2 0 0,1 0 0 15,0-1 0-15,0 1 0 0,2 0 0 0,-3-2 0 16,1 1 0-16,0 2 0 0,3-4 0 0,-4 1 0 16,3 1 0-16,-2-2 0 0,0-1 0 15,3 2 0-15,-1 0 0 0,-1 0 0 16,3-2 0-16,0 2 0 0,2 0 0 0,-1-1 0 15,2 1 0-15,1 1 0 0,-1-2 0 0,2-1 0 16,-1 0 0-16,1-1 0 0,-2-3 0 0,-1-6 0 16,0 2 0-16,-1-2 0 0,-2-3 0 0,1 0 0 15,-2-1 0-15,0-1 0 0,0 0 0 0,-2 0 0 16,1 0 0-16,-1 0 0 0,2 0 0 0,-3 0 0 16,3 0 0-16,1 0 0 0,2 0 0 0,-2 0 0 15,4 0 0-15,3 0 0 0,-1 0 0 16,0 2 0-16,3 5 0 0,-3 5 0 15,1 0-774-15</inkml:trace>
  <inkml:trace contextRef="#ctx1" brushRef="#br0">11131 14136 0,'0'0'0,"0"0"16,0 0-16,0 0 16,0 0-1,0 0-15,0 0 16,0 0-1,0 0-15,0 0 16,0 0 0,0 0-16,0 0 15,0 0 1,0 0-16,0 0 16,0 0-16,0 0 15,0 0 1,0 0-16,0 0 15,0 0 1</inkml:trace>
  <inkml:trace contextRef="#ctx0" brushRef="#br0" timeOffset="208186.79">8195 7339 1659 0,'-5'-4'0'0,"-1"-2"0"0,1 3 0 0,-2-3 0 0,0 3-1 0,2-3 1 0,1 2 0 0,-2 3 0 0,5-4 0 0,-4 2 0 0,5-1 106 0,-2 1-1 0,2 0 165 16,0 0-91-16,0-1-67 0,0 1 210 0,0-4-131 15,5 1-66-15,2 1 0 0,2-1 38 0,4-1-60 16,1 1 1-16,1 0 139 0,1 1-118 0,4 1-125 16,-4 0 0-16,5 0 0 0,-1 3 0 0,1-1 0 15,3 0 0-15,-2 1 0 0,-1-2 0 0,4 1 0 16,-2 1 0-16,0-3 0 0,-3 2 0 0,1 0 0 16,0-1 0-16,-3 1 0 15,1-1 0-15,-3 2 0 0,0 1 0 0,-2 0 0 16,4 0 0-16,-4 0 0 0,4 0 0 0,-2 0 0 15,1 0 0-15,4 0 0 0,-4 0 0 0,2 0 0 16,2 0 0-16,-1 0 0 0,-1 0 0 0,1 0 0 16,1 1 0-16,-2 2 0 0,2 1 0 0,-3-1 0 15,3-1 0-15,1 2 0 0,3-1 0 0,-1 1 0 16,3-2 0-16,-1 1 0 0,4 0 0 0,0-2 0 16,4-1 0-16,0 0 0 0,1 0 0 0,2 0 0 15,-1-1 0-15,1-2 0 16,0-2 0-16,-1-1 0 0,-1 1 0 0,-3 1 0 15,0 1 0-15,0-2 0 0,-2 4 0 0,4-3 0 16,-2 2 0-16,-1 1 0 0,1-2 0 16,2 3 0-16,-1-2 0 0,-1 2 0 0,2-2 0 0,-1 2 0 15,1-1 0-15,1-1 0 0,1-2 0 0,0 0 0 16,2 1 0-16,-3-2 0 16,1 1 0-16,-1-2 0 0,-1 1 0 0,0 2 0 15,0 1 0-15,-3 0 0 0,0 1 0 0,-1-1 0 16,0 0 0-16,0 2 0 0,2 0 0 0,-2 0 0 15,2 0 0-15,1 0 0 0,2 0 0 0,-1 0 0 16,-1 0 0-16,-1 2 0 0,0 0 0 0,-2-1 0 16,0-1 0-16,1 2 0 0,-1-2 0 0,0 0 0 15,2 0 0-15,-2 0 0 0,2 0 0 0,1 0 0 16,3-5 0-16,-3-2 0 0,1-3 0 0,0 0 0 16,-2-1 0-16,-4 0 0 15,0 1 0-15,-7 1 0 0,2-1 0 0,-7 3 0 16,0-3 0-16,-7 5 0 0,-2-2 0 0,-1-1 0 15,-4 2 0-15,-1 0 0 0,-1 2 0 0,0-1 0 16,0 1 0-16,-1 1 0 0,-16 3 0 0,-11 0 0 16,-18 16 0-16</inkml:trace>
  <inkml:trace contextRef="#ctx0" brushRef="#br0" timeOffset="209564.16">10111 4670 1023 0,'1'-11'0'0,"3"0"0"0,4-1 0 0,0-1 0 0,-1 0 0 0,0 1 0 0,1-4 0 0,-2 1 0 0,1 1 0 0,0-2 0 0,0 1 105 16,-2 0 77-16,1 0-70 0,-3 0-1 0,1 2-58 0,0-2 92 0,1 2-45 15,-2 0 12-15,1-3-58 0,-3 4 99 16,1-2-50-16,-2 1 0 0,0 0 24 0,0 2-23 16,0-3-13-16,0 1-38 0,-5 2 38 0,-3 0 0 15,-2 0-38-15,3-1 70 0,-5 3-13 0,0 0-57 16,-1 1 0-16,-3 1-3 0,0 3 3 0,0 0 13 15,-3 2-13-15,-1 1-15 0,-1 1 15 0,-3 0 0 16,2 0 51-16,-6 7-51 0,-1 2 0 0,1 1-3 16,-4 3-50-16,-5 4 0 0,7-1 0 0,-10 5 0 15,4 0 0-15,8-3 0 0,-6 6 0 0,2-2 0 16,4-2 0-16,1 3 0 0,6-3 0 0,1 1 0 16,4 1 0-16,2 1 0 15,3-2 0-15,0 3 0 0,3-1 0 0,3 2 0 16,-1-1 0-16,1 0 0 0,2-3 0 0,1 5 0 15,2-3 0-15,0-1 0 0,0-2 0 0,0 2 0 16,0-1 0-16,0-5 0 0,0 1 0 0,2 0 0 16,6-5 0-16,2 4 0 0,0-3 0 0,4 1 0 15,-1-3 0-15,4 2 0 0,4-2 0 0,1 0 0 16,-3 0 0-16,9 3 0 16,-1-4 0-16,-2 1 0 0,2-1 0 0,-1 1 0 15,2 1 0-15,-1 0 0 0,0-1 0 0,-3 0 0 16,-1-1 0-16,-5 3 0 0,5-2 0 0,-5 0 0 15,1 2 0-15,-4 0 0 0,0 2 0 0,-2 1 0 16,1-2 0-16,-3 1 0 0,-2 0 0 0,1 2 0 16,-5-2 0-16,1 0 0 0,-1 0 0 0,-3 0 0 15,2-2 0-15,-3 1 0 0,-1-3 0 0,0 3 0 16,0-6 0-16,0 3 0 0,-5 2 0 0,-5-5 0 16,-2 2 0-16,-2-3 0 15,0 3 0-15,-4-1 0 0,-1-2 0 0,-1-1 0 16,1 0 0-16,-2-1 0 0,1 1 0 0,1-3 0 15,-4 2 0-15,3-4 0 0,-3 2 0 0,1-3 0 16,1 1 0-16,-7-1 0 0,2 0 0 0,-1 0 0 16,-1 0 0-16,4 0 0 0,-5 0 0 0,6 0 0 15,0 0 0-15,0 0 0 16,4 0 0-16,-3 0 0 0,1-1 0 0,3-3 0 0,-1-1 0 16,0 0 0-16,0-1 0 0,0 1 0 15,3-1 0-15,0 2 0 0,0-1 0 0,0-1 0 16,2 1 0-16,3 0 0 0,-5 0 0 0,5 0 0 15,-2 1 0-15,2-2 0 0,-1 1 0 0,1 0 0 16,-1-4 0-16,1 2 0 0,2-2 0 0,-3 2 0 16,3-6 0-16,0 4 0 0,-1 0 0 0,3-1 0 15,0 3 0-15,-1-3 0 0,4 1 0 0,-5 2 0 16,3-1 0-16,1 1 0 0,1-1 0 0,0 2 0 16,2 1 0-16,-4-1 0 15,4 0 0-15,0 1 0 0,1 0 0 0,-1-1 0 16,0 0 0-16,0-1 0 0,1 1 0 0,-1-2 0 15,0 3 0-15,-2-2 0 0,2 1 0 0,-1 2 0 16,-2-2 0-16,1 2 0 0,-1 3 0 0,-4 1 0 16,-10 0 0-16,-11 21 0 0</inkml:trace>
  <inkml:trace contextRef="#ctx0" brushRef="#br0" timeOffset="-211542.99">4148 15560 1505 0,'-12'0'0'0,"1"0"0"0,3 0 0 0,-3 3 0 0,2 0 0 0,0 0 0 0,0 2 0 0,0-2 0 0,4-1 0 0,-1 1 0 0,1-2 205 0,0-1-82 0,5 1-31 16,0-1-11-16,0 0 224 16,0 0-133-16,0 0-65 0,0 0-34 0,0 0 210 15,0 0-126-15,0 0-58 0,0 3 55 0,0-1-57 16,0 2-28-16,0 2 93 0,0-3-66 0,0 0-27 16,8 4-1-16,-3-4-54 0,2 1-14 0,3 0 0 15,-2-1 0-15,0 0 0 0,1-2 0 0,2-1 0 16,-4 0 0-16,0 0 0 0,0 0 0 0,2 0 0 15,-2 0 0-15,-2 0 0 0,2 0 0 0,0 0 0 16,2 0 0-16,0 0 0 16,-2 0 0-16,5 0 0 0,-1 0 0 0,-1 0 0 15,3-1 0-15,-1-2 0 0,2 0 0 0,2-4 0 16,-5 3 0-16,3-1 0 0,-1 0 0 0,2 0 0 16,-3 1 0-16,-1-2 0 0,2 2 0 0,0 0 0 15,0 0 0-15,0 1 0 0,3-1 0 0,-4 2 0 16,5-1 0-16,-2-1 0 0,3 0 0 15,-1 0 0-15,1 1 0 0,2-3 0 0,-3 1 0 0,1 1 0 16,-1-2 0-16,1 2 0 0,-5-1 0 0,4 0 0 16,-4 1 0-16,4 2 0 15,-5-3 0-15,1 2 0 0,2 1 0 0,0-4 0 16,2 3 0-16,1-3 0 0,1 0 0 0,0 2 0 16,1-5 0-16,-1 2 0 0,4-2 0 0,-2 0 0 15,0 2 0-15,-1-1 0 0,1 1 0 0,-1 2 0 16,-1-1 0-16,2 1 0 0,-1-2 0 0,2 3 0 15,-2-1 0-15,0 2 0 16,0-1 0-16,0-1 0 0,-2 2 0 0,2-1 0 0,-1 0 0 0,-1 3 0 16,1-1 0-16,-1 0 0 15,1 0 0-15,0 0 0 0,1 2 0 0,0 0 0 16,0 0 0-16,6 0 0 0,-1 0 0 0,-2 0 0 16,1 0 0-16,0-1 0 0,-1-1 0 0,1 2 0 15,-1-3 0-15,1 2 0 0,-2 1 0 0,0-2 0 16,0 2 0-16,-1-2 0 0,-1 2 0 0,1 0 0 15,-1 0 0-15,4 0 0 0,-4 0 0 0,2 0 0 16,3 0 0-16,-4 0 0 0,1 0 0 0,0 0 0 16,1 0 0-16,3 0 0 15,-1 0 0-15,-1 0 0 0,1 0 0 0,-1 0 0 16,-3 2 0-16,7 1 0 0,-4 0 0 0,-3-1 0 16,5 1 0-16,-3 1 0 0,0-1 0 15,2 1 0-15,0-3 0 0,0 5 0 0,-1-6 0 0,-2 5 0 16,6-3 0-16,-3 1 0 15,1-1 0-15,0 0 0 0,-1 1 0 0,-6-3 0 0,5 3 0 0,-1-2 0 16,3 3 0-16,-1-4 0 16,0 3 0-16,-4-2 0 0,6 0 0 0,-1-1 0 15,-2 3 0-15,3-1 0 0,-1-1 0 0,-2 2 0 16,5 1 0-16,-5-3 0 0,3 3 0 0,-4-2 0 16,2-1 0-16,-2 2 0 0,2 0 0 0,-2-1 0 15,1 1 0-15,3 0 0 0,-1 0 0 0,-7 0 0 16,7-2 0-16,-3-1 0 0,4 0 0 0,-1 0 0 15,3 0 0-15,-6 0 0 0,7 0 0 0,-1 0 0 16,-2 0 0-16,0 2 0 0,-1-2 0 0,-3 0 0 16,2 0 0-16,-3 0 0 15,-1 0 0-15,0 0 0 0,-3 0 0 0,1 0 0 16,-3 0 0-16,2 0 0 0,-2 0 0 0,1 0 0 16,-2 0 0-16,0 0 0 0,3 0 0 0,-4 0 0 15,2 0 0-15,-2 0 0 0,-1-2 0 0,-1 1 0 16,-1-4 0-16,-2 1 0 0,1 1 0 0,-2-1 0 15,-3 0 0-15,0-1 0 16,-1 2 0-16,0-1 0 0,0-2 0 0,-1 1 0 0,-2-2 0 0,1 3 0 16,0-1 0-16,-1 0 0 15,1 1 0-15,-2 1 0 0,0 0-344 0</inkml:trace>
  <inkml:trace contextRef="#ctx0" brushRef="#br0" timeOffset="-208959.42">9999 15345 1746 0,'-12'-21'0'0,"4"10"0"0,1 7 0 0,0-1 0 0,1 1 0 0,0-1 0 0,1 2 0 16,1-1 0-16,0 2 0 0,4 0 0 0,-2 1 114 0,2-1 302 0,0 0-185 0,0 2-91 16,0 0-46-16,0 0 131 0,6 0-94 15,3-2-42-15,3 2 1 0,1 0 196 0,1-1-119 0,2 1-48 0,-2 0-36 16,4 0-83-16,-1 0 0 0,1 0 0 16,1 0 0-16,3 0 0 0,5 0 0 0,-1 0 0 15,6 0 0-15,3 0 0 0,2 0 0 0,0 0 0 16,8 0 0-16,-1 0 0 0,-2-3 0 0,6 3 0 15,2 0 0-15,3 0 0 0,3 0 0 0,1 0 0 16,12 0 0-16,-1 3 0 16,3 0 0-16,2 2 0 0,6 1 0 0,13-2 0 15,-4 2 0-15,6-5 0 0,5 3 0 0,-5-4 0 16,23 2 0-16,-6 0 0 0,4-2 0 0,20 0 0 16,-11 0 0-16,-13 0 0 0,26 0 0 0,-12-2 0 15,3 0 0-15,0 1 0 0,-4-2 0 0,-15 0 0 16,9-1 0-16,10 2 0 0,-25-2 0 0,6 0 0 15,-6-1 0-15,-14 2 0 0,14-3 0 0,-11 1 0 16,-15 2 0-16,4-3 0 0,-8 5 0 16,-13-4 0-16,2 2 0 0,-5 1 0 15,-9-2 0-15,-2 2 0 0,-13 1 0 0,3-1 0 16,-8 0 0-16,-5 0 0 0,-5 2 0 0,-2 0 0 16,-5 0 0-16,-4-2 0 0,-2 2 0 0,-4 0 0 15,1 0 0-15,-2 0 0 0,0 0 0 0,0 0 0 16,0 0 0-16,0 0 0 0,-3 0 0 0,-11 0 0 15,-5 4 0-15,-13 16-60 0,-11 7-320 0</inkml:trace>
  <inkml:trace contextRef="#ctx0" brushRef="#br0" timeOffset="-191926.01">3611 17453 1461 0,'-5'-4'-6'0,"3"3"3"0,-1-1 2 0,1 0 1 0,2 2 0 0,0 0 0 0,0 0 0 0,0 0 0 0,0 0 0 0,0 0 0 0,0 0 67 0,0-2 1 0,5 0 191 0,2-2-95 15,-2 3-49-15,3-1 138 0,-3 0-101 16,2 2-43-16,-2 0 1 0,0 0 95 0,1 0-69 15,-1 0 17-15,-3 0 36 0,3 2-61 0,-2 1 0 16,1 1-61-16,1-2 110 0,1 0-177 0,3 0 0 16,2 0 0-16,4-2 0 15,-1 0 0-15,2 0 0 0,1 0 0 0,1 0 0 16,1 0 0-16,2 0 0 0,11 0 0 0,-23 0 0 16,12 0 0-16,0 0 0 0,-2 0 0 0,2 0 0 15,-2 0 0-15,1 0 0 0,0 0 0 0,0 0 0 16,-2 0 0-16,4 0 0 0,-4 0 0 15,0 1 0-15,0-1 0 0,0 0 0 0,-1 0 0 0,1 4 0 16,-2-4 0-16,2 0 0 0,-1 0 0 16,-1 0 0-16,2 0 0 0,1 0 0 15,0 0 0-15,2 0 0 0,1-4 0 0,3 3 0 16,-7-1 0-16,9-2 0 0,-6 2 0 0,3 2 0 16,-2-4 0-16,4 1 0 0,-6 1 0 0,1 0 0 15,2 0 0-15,0 0 0 0,-2 2 0 0,-2 0 0 16,1 0 0-16,1 0 0 0,-2 0 0 0,1 0 0 15,1 0 0-15,1 0 0 0,3 0 0 0,-4 0 0 16,1 0 0-16,0 0 0 0,3 0 0 0,-2 0 0 16,-1 0 0-16,0 0 0 0,-1 0 0 0,2 0 0 15,-1 0 0-15,0 0 0 16,-2 0 0-16,0 0 0 0,1 2 0 16,1 0 0-16,-3 2 0 0,2-2 0 0,-1-1 0 0,-1 3 0 15,2-2 0-15,-1 0 0 16,-1 0 0-16,0 1 0 0,0 1 0 0,2-2 0 0,-2 1 0 0,-1 0 0 15,5-1 0-15,1 1 0 16,-3 0 0-16,-2-2 0 0,2 2 0 0,0-2 0 0,0 4 0 0,0-4 0 16,1 0 0-16,-3 3 0 0,4-1 0 15,-2 0 0-15,1 1 0 0,1-2 0 16,-1 1 0-16,0 3 0 0,-1-2 0 0,3 0 0 16,0 0 0-16,-3-2 0 0,4 3 0 0,0-1 0 15,-4-1 0-15,3 1 0 0,2 0 0 0,0-3 0 16,3 3 0-16,0 0 0 0,0-2 0 0,-4 1 0 15,6-1 0-15,-2 3 0 0,0-4 0 0,-1 3 0 16,-3 0 0-16,1 0 0 0,2-1 0 0,1 1 0 16,0 1 0-16,-2-3 0 15,0 2 0-15,4 2 0 0,0-2 0 0,-1 0 0 16,0 0 0-16,3-3 0 0,-1 3 0 0,4-3 0 16,-1 2 0-16,1-2 0 0,0-1 0 0,3 2 0 15,-3-2 0-15,0 0 0 0,4 0 0 0,-3 0 0 16,4 0 0-16,-5 0 0 0,1 0 0 15,3 0 0-15,-2 2 0 0,4-2 0 0,0 0 0 0,-1 0 0 16,-2 0 0-16,5 2 0 0,-3-2 0 16,-5 0 0-16,6 0 0 0,1 0 0 0,-8 0 0 0,4 0 0 15,5 0 0-15,-5 0 0 16,1 0 0-16,-1 0 0 0,0 0 0 0,6 2 0 16,-3-2 0-16,1 2 0 0,0-2 0 0,-1 1 0 15,-2-1 0-15,6 2 0 0,1-2 0 0,0 0 0 16,3 0 0-16,0 0 0 0,2 0 0 0,2 0 0 15,13 0 0-15,-8-3 0 0,-6 1 0 0,5-2 0 16,-1 0 0-16,-1 3 0 0,-1-3 0 0,-1 2 0 16,0 0 0-16,-1 1 0 0,-1-1 0 15,5 2 0-15,-1 0 0 0,-1 0 0 16,-1 0 0-16,0 0 0 0,2 0 0 0,-4-2 0 16,2 2 0-16,0 0 0 0,-1 0 0 0,2 0 0 15,-2 0 0-15,-3 0 0 0,-1 0 0 0,-4 0 0 16,-10 0 0-16,5 0 0 0,-6 0 0 0,-2 0 0 15,-4 0 0-15,-5 0 0 16,-3 0 0-16,1 0 0 0,-8 0 0 0,2 0 0 0,-4 0 0 0,-2 0 0 16,-1 0 0-16,-4 0 0 15,0 0 0-15,-2 0 0 0,-1 0 0 0,1 0 0 16,-2 0 0-16,4 0 0 0,-4 0 0 0,0 0 0 16,0 0 0-16,0 0 0 0,0 0 0 0,0 0 0 15,0 0 0-15,0 0 0 0,0 0 0 0,0 0 0 16,0 0 0-16,2-2 0 0,-2 0 0 0,0-2 0 15,1 1 0-15,-1-1 0 0,0 0 0 0,0-3 0 16,-3 3 0-16,-4 2 0 0,-6 0 0 0,-8 2 0 16,0 0 0-16,-6 20 0 15,-10 25-662-15</inkml:trace>
  <inkml:trace contextRef="#ctx0" brushRef="#br0" timeOffset="-191043.94">29769 15349 1684 0,'-2'-13'0'0,"-4"11"0"0,4 2 0 0,-1 0 0 0,3 0 0 0,0 0 0 16,0 0 0-16,0 0 0 0,0 0 0 0,0 0 0 0,0 0 104 0,3 2 339 0,7-1-179 0,15 3-111 0,13-2-48 15,16 0 475-15,12-2-262 0,21 0-130 0,-9 0-96 0,34 0-92 16,-4-2 0-16,5-2 0 0,1-3 0 16,3-1 0-16,-1 0 0 0,16 3 0 15,-28-1 0-15,5 2 0 0,2 1 0 0,-4 0 0 16,1 2 0-16,-6 1 0 0,-11 0 0 0,-13 0 0 16,-2 6 0-16,-13-1 0 0,2 3 0 0,-10-2 0 15,-7 1 0-15,-11-1 0 0,-6-2 0 16,-12-1 0-16,1 1 0 0,-10-2 0 0,1-1 0 0,-7-1 0 15,-3 0 0-15,-1 0 0 0,0 0 0 0,0 0 0 16,0 0 0-16,-1 0 0 0,-14 0 0 0,-7 0 0 16,-16 0 0-16,-9 0-415 0,-20 0 115 15,-21 0 121-15,-9 5-904 0</inkml:trace>
  <inkml:trace contextRef="#ctx0" brushRef="#br0" timeOffset="-188677.96">12178 17237 2341 0,'0'0'0'0,"-3"-1"0"0,-1-2 0 0,1 2 0 0,-1-1 0 0,0 0 0 0,1 0 0 0,1 0 0 0,0 0 0 0,0 2 0 0,2 0 390 0,0 0-166 0,0 0-84 0,0 0 248 15,0 0-166-15,0 0-68 0,0 0-82 0,0 0-72 16,0 0 0-16,0 0 0 0,0 0 0 0,0 0 0 15,0 0 0-15,0 0 0 16,0 0 0-16,0 0 0 0,2 0 0 0,2 0 0 0,1 4 0 0,1 0 0 16,1-1 0-16,1 4 0 15,1-4 0-15,-2 3 0 0,7-3 0 0,-5 3 0 16,2-3 0-16,1 0 0 0,-1 0 0 0,0 2 0 16,3-2 0-16,-4-1 0 0,4 2 0 0,-1-2 0 15,0 0 0-15,0 0 0 0,2-1 0 0,2 1 0 16,-2 0 0-16,2-2 0 0,1 1 0 0,2 2 0 15,1-3 0-15,-3 2 0 0,3-1 0 0,-2-1 0 16,1 3 0-16,-1-3 0 16,2 0 0-16,-3 3 0 0,3-3 0 0,0 3 0 15,-1-3 0-15,1 0 0 0,0 0 0 0,1 0 0 16,-1 0 0-16,2 0 0 0,-1 0 0 0,-1 0 0 16,1 0 0-16,1 0 0 0,-3 0 0 0,1 0 0 15,0 0 0-15,1 0 0 0,1 0 0 0,0 0 0 16,-1 0 0-16,2 1 0 0,1-1 0 0,3 0 0 15,-2 0 0-15,1 0 0 0,3 0 0 16,2 0 0-16,1 0 0 0,3 0 0 16,-1 0 0-16,1 0 0 0,2 0 0 0,0 0 0 15,-3 0 0-15,1 0 0 0,1 0 0 0,-1 0 0 16,2 0 0-16,5 0 0 0,-10 0 0 0,13 0 0 16,-7 0 0-16,4 0 0 0,1 0 0 0,-1 0 0 15,-6 0 0-15,10 0 0 0,-6 0 0 0,1 0 0 16,-1 0 0-16,2 0 0 0,-5 0 0 0,7 0 0 15,-2 0 0-15,1 0 0 0,-2 0 0 0,4 0 0 16,2 2 0-16,2 0 0 0,-2 0 0 0,1 0 0 16,0-2 0-16,0 0 0 15,-6 1 0-15,11-1 0 0,-3 0 0 0,2 0 0 16,-1 0 0-16,3 0 0 0,3 0 0 0,6 0 0 16,-2 0 0-16,-9 0 0 0,5 0 0 0,2-1 0 15,-2-1 0-15,10-2 0 0,-6 1 0 0,2-3 0 16,5 2 0-16,-4-2 0 0,-6 2 0 0,12-3 0 15,-6 3 0-15,-2-1 0 0,3 0 0 0,-2 2 0 16,-4 0 0-16,15-4 0 16,-6 4 0-16,-1-1 0 0,-2 0 0 0,0 1 0 15,-6 0 0-15,14-1 0 0,-8 3 0 0,2-1 0 16,3 0 0-16,0 0 0 0,-9 0 0 0,14 2 0 16,-11 0 0-16,1 0 0 0,1 0 0 0,-7 0 0 15,14 0 0-15,-3 0 0 0,-1 2 0 0,-1 2 0 16,-1-2 0-16,-9 2 0 0,15-3 0 0,-6 2 0 15,-3 0 0-15,5-1 0 0,2 0 0 0,-7 0 0 16,12 0 0-16,-9 1 0 16,1 1 0-16,-3-4 0 0,1 4 0 0,-6-2 0 15,12 1 0-15,-3 2 0 0,-3-2 0 0,1 1 0 16,-3 0 0-16,-7-2 0 0,15 1 0 0,-10-1 0 16,1 0 0-16,0-1 0 0,3 2 0 0,-7-1 0 15,12-1 0-15,-18 2 0 0,6 0 0 16,-1 0 0-16,-5 0 0 0,2-1 0 15,-1 2 0-15,-3-1 0 0,5 0 0 0,0 0 0 0,-4 1 0 16,0-1 0-16,0-1 0 0,-3 3 0 16,-1-4 0-16,2 2 0 0,-2-3 0 0,0 3 0 15,-1-2 0-15,0 1 0 0,1-2 0 0,-1 0 0 16,-1 2 0-16,-7 0 0 0,8-1 0 0,-6 2 0 16,-7-2 0-16,8 3 0 0,-1 0 0 0,-6-1 0 15,8 1 0-15,0 1 0 0,-1-1 0 0,3 1 0 16,0-1 0-16,5-3 0 15,-1 5 0-15,1-2 0 0,-2 1 0 0,0-4 0 0,2 4 0 16,0-1 0-16,-1-2 0 0,3 3 0 0,0-1 0 0,0 2 0 16,9-1 0-16,-9-3 0 15,13 4 0-15,-13-1 0 0,7-3 0 0,5 2 0 16,-3 0 0-16,-5-2 0 0,14 2 0 0,-2-4 0 16,5 1 0-16,3 2 0 0,-2-3 0 0,-7 1 0 15,15 0 0-15,-9-1 0 0,4 4 0 0,0-3 0 16,12 0 0-16,-12 2 0 0,2-2 0 15,1 4 0-15,-1-4 0 0,3 1 0 0,-2 0 0 0,15 2 0 16,-7-3 0-16,-1 1 0 0,-13 1 0 0,8 0 0 16,-3-1 0-16,3 0 0 15,11 0 0-15,-4-1 0 0,-2 2 0 0,-11-1 0 16,7-2 0-16,1 0 0 0,7 3 0 0,-1-1 0 16,1 0 0-16,0 1 0 0,-9-3 0 0,23 2 0 15,-8 1 0-15,5-3 0 0,8 0 0 0,-2 0 0 16,-13 0 0-16,24 0 0 0,-11 0 0 0,18 0 0 15,-6 0 0-15,-20 0 0 16,14 0 0-16,-4 0 0 0,16 0 0 0,-8 0 0 16,-20 0 0-16,12 0 0 0,-2 0 0 0,0 0 0 15,19 3 0-15,-25-1 0 0,10-1 0 0,-3 2 0 16,-1-2 0-16,17 1 0 0,-23 0 0 0,8-2 0 16,-1 2 0-16,-2 1 0 0,0-3 0 0,4 1 0 15,-2-1 0-15,-6 1 0 0,-6 2 0 0,0-3 0 16,-13 2 0-16,18-1 0 0,-16 2 0 0,-14-2 0 15,2 0 0-15,-2 4 0 0,-13-3 0 0,2 1 0 16,-5 1 0-16,0 1 0 16,-6-3 0-16,0 2 0 0,-10-1 0 0,0 0 0 15,-6 1 0-15,-5-2 0 0,-5 0 0 0,-1 0 0 16,-5 0 0-16,-2-1 0 0,-4 1 0 0,-3-2 0 16,-3 0 0-16,0 0 0 0,-4 0 0 0,3 0 0 15,-4 0 0-15,0 0 0 0,1 0 0 0,1 0 0 16,-3-3 0-16,3-3 0 0,-2-2 0 0,1-1 0 15,-1 2 0-15,-1-1 0 0,-1 1 0 0,0-2 0 16,0 2 0-16,0-1 0 0,-10 5 0 0,-16 1 0 16,-18 2 0-16,-34 19 0 0</inkml:trace>
  <inkml:trace contextRef="#ctx0" brushRef="#br0" timeOffset="-177854.29">8165 7124 1720 0,'0'-6'0'0,"0"4"0"0,0-3 0 0,0 4 0 0,0-1 0 0,0 0 0 0,0 0 0 0,0 0 0 0,0 1 0 0,0-1 0 0,0 2 94 0,0-3 1 16,5 3 97-16,1-1-71 0,4-1-23 0,-3 0 54 0,2 0-51 15,1-1 0-15,-1 2-50 0,0 0 188 0,-3-1-81 16,2 1-61-16,1-2 131 0,-5 3-89 0,4 0-45 16,-2 0 1-16,1 0 61 15,2 0-156-15,-1 0 0 0,3 0 0 0,0 0 0 16,0 0 0-16,4 0 0 0,-3 3 0 0,3-2 0 15,1-1 0-15,2 2 0 0,4-2 0 0,-7 0 0 16,4 0 0-16,-2 0 0 0,0 0 0 0,-1 0 0 16,4 0 0-16,-3 0 0 0,1 0 0 0,-1 0 0 15,3 0 0-15,1 0 0 0,0 0 0 0,3 1 0 16,1 0 0-16,1 2 0 0,1-3 0 16,-1 2 0-16,-1 0 0 0,6-2 0 0,-2 2 0 0,-2-2 0 15,3 0 0-15,-1 1 0 16,-3-1 0-16,6 3 0 0,-2-1 0 0,-2-1 0 15,0 3 0-15,2-2 0 0,-1 1 0 0,1 2 0 16,0-3 0-16,2 4 0 0,0-3 0 0,1-1 0 16,1 2 0-16,0-1 0 0,1-1 0 0,2 0 0 15,-2-2 0-15,1 1 0 0,-1-1 0 0,3 0 0 16,0 0 0-16,-2 0 0 0,1 0 0 0,-2 0 0 16,1 0 0-16,1 0 0 0,0 0 0 15,0 0 0-15,0 0 0 0,-1 0 0 16,1-1 0-16,2 1 0 0,-4 0 0 0,3 0 0 15,-3 0 0-15,2 0 0 0,2 0 0 0,-2 0 0 16,0 0 0-16,-1-2 0 0,1 0 0 0,-2 0 0 16,1 1 0-16,-1-1 0 0,-1 0 0 0,-2-2 0 15,1 3 0-15,1-2 0 0,-2 0 0 16,-2 1 0-16,0 0 0 0,-2-1 0 0,1 2 0 0,-3-1 0 16,-3 2 0-16,1 0 0 15,-3 0 0-15,0 0 0 0,-5 0 0 0,-1 0 0 16,-2 0 0-16,-1 0 0 0,-1 0 0 0,0 0 0 15,-3 0 0-15,1 0 0 0,-3 0 0 0,1 0 0 16,0 0 0-16,0 0 0 0,0 0 0 0,-2 0 0 16,1 0 0-16,-3 0 0 0,2 0 0 0,-1 0 0 15,-2 0 0-15,-1 0 0 0,1 0 0 0,-2 0 0 16,0 0 0-16,0 0 0 0,0 0 0 0,0 0 0 16,0 0 0-16,0 0 0 15,0 0 0-15,0 0 0 0,-14 0 0 0,0 0 0 16,-11 3 0-16,-10 15 0 0,-14 10 0 0</inkml:trace>
  <inkml:trace contextRef="#ctx0" brushRef="#br0" timeOffset="-174780.22">11591 7217 2062 0,'0'-8'-6'0,"0"3"1"0,0-2 3 0,0-1 1 0,1 1 1 0,1-1 0 0,1 1 0 0,-1-3 0 0,0 2 0 0,0 0 0 0,-1 3 99 16,-1-2-1-16,0 2 75 0,0-1-67 0,0 4-1 15,0-3 208-15,0 4-131 0,0-1-66 0,0 0 262 16,0 0-170-16,0 2-103 0,0 0-105 0,0 0 0 15,0 0 0-15,0 0 0 0,2 0 0 0,2 0 0 16,-1 0 0-16,3 0 0 0,-1 0 0 0,4 0 0 16,-4 0 0-16,2 0 0 0,-1 4 0 15,4-1 0-15,-3 2 0 0,0-3 0 0,1 4 0 0,2-3 0 16,1 1 0-16,0 1 0 16,1-3 0-16,2 1 0 0,2 2 0 0,0-4 0 15,5 1 0-15,0 1 0 0,1-2 0 0,6 2 0 16,-2-2 0-16,4 1 0 0,1-2 0 0,2 2 0 15,3-1 0-15,2 1 0 0,0 1 0 0,-1 0 0 16,0-1 0-16,-1 0 0 0,2-1 0 0,-4 1 0 16,-1 0 0-16,-1 2 0 0,-3-4 0 0,-1 2 0 15,-6-1 0-15,1-1 0 0,-2 3 0 0,-5-3 0 16,-1 1 0-16,-6 2 0 0,1-3 0 0,-2 0 0 16,-5 0 0-16,1 2 0 15,-2-2 0-15,0 0 0 0,-2 0 0 0,0 0 0 16,0 0 0-16,0 0 0 0,0 0 0 0,0 0 0 15,0 0 0-15,0 0 0 0,0 0 0 0,0 0 0 16,0 0 0-16,0 0 0 0,0 0 0 0,0 0 0 16,0 0 0-16,0 0 0 0,0 0 0 0,0 0 0 15,0 0 0-15,0 11 0 0,0 9 0 16,-11 12 0-16</inkml:trace>
  <inkml:trace contextRef="#ctx0" brushRef="#br0" timeOffset="-171427.18">13366 7209 1522 0,'0'0'-3'0,"0"0"1"0,-2 0 1 0,2 0 1 0,0 0 0 0,0 0 0 0,0 0 0 0,0 0 0 0,0 0 0 0,0-2 0 0,0 1 119 0,0-1-67 16,0 0 1-16,0 0 48 0,0 0 1 0,0 2-50 16,0-1 14-16,0 1 21 0,0-2-34 0,0 2-1 15,0 0 1-15,0 0 65 0,0 0 13 0,0 0-78 16,2-2 52-16,2 2 0 0,1-3-52 15,3 2-1-15,0-3 96 0,-1 1-55 0,2-2 0 0,-1 2 14 16,-1-1-1-16,1 1-53 0,-3-2 12 0,1 4 89 16,0-3-51-16,-2 3-17 0,-1-2-86 0,1 2 0 15,0 1 0-15,1 0 0 16,1 0 0-16,2 0 0 0,1 0 0 0,0 0 0 16,7 0 0-16,0 0 0 0,1 0 0 0,0 0 0 15,2 0 0-15,2 0 0 0,-1 0 0 0,1 0 0 16,2 0 0-16,-2 1 0 0,-1 2 0 0,2-2 0 15,-1 3 0-15,-1-3 0 0,1 4 0 0,2-4 0 16,1 1 0-16,0 0 0 0,5 0 0 0,-1-2 0 16,0 1 0-16,2-1 0 0,0 0 0 0,2 0 0 15,2 0 0-15,0 0 0 0,-1-1 0 0,-1-5 0 16,-2 2 0-16,-3 1 0 16,3-1 0-16,-7 3 0 0,-1-2 0 0,0 2 0 15,-1-2 0-15,0 3 0 0,3 0 0 0,-1 0 0 16,1 0 0-16,3 0 0 0,-1 0 0 0,-2 0 0 15,8 0 0-15,-2 0 0 0,0 0 0 0,2 0 0 16,2 0 0-16,2 0 0 0,-1 0 0 0,-1-2 0 16,2 1 0-16,-1-2 0 0,1 1 0 0,-2 1 0 15,-2 1 0-15,4 0 0 16,-2 0 0-16,1 0 0 0,1 0 0 0,-1 0 0 16,1 0 0-16,2 0 0 0,-2 0 0 0,6 0 0 15,0-2 0-15,-2 0 0 0,8-1 0 0,1-3 0 16,2 0 0-16,-1-1 0 0,5-1 0 0,0 3 0 15,-3-1 0-15,-1 0 0 0,-2 1 0 0,-3 2 0 16,0-2 0-16,-7 3 0 0,8 0 0 0,-4 0 0 16,-2 2 0-16,1-2 0 0,1 2 0 15,-6 0 0-15,13 0 0 0,-4 0 0 16,1-1 0-16,1-1 0 0,-2 2 0 0,-5 0 0 16,10-2 0-16,-3 0 0 0,-2 0 0 0,3 0 0 15,2-2 0-15,0 2 0 0,1-3 0 0,2 4 0 16,-1-4 0-16,1 1 0 0,-3 3 0 0,-6-1 0 15,11-2 0-15,-7 2 0 0,2 0 0 16,-2 1 0-16,1-2 0 0,-1 2 0 0,4-3 0 16,-1 2 0-16,-1 0 0 0,0 0 0 0,-8 1 0 0,10-1 0 15,-7 2 0-15,0-3 0 0,-1 3 0 16,-2 0 0-16,-3 0 0 0,6-1 0 16,-2 1 0-16,-1 0 0 0,0-2 0 0,0 2 0 15,-6-1 0-15,3 1 0 0,0-3 0 0,-3 1 0 16,-1 1 0-16,-1 1 0 0,-1-3 0 0,-2 2 0 15,0 1 0-15,-2-2 0 0,-2 2 0 0,0-2 0 16,-5 2 0-16,4 0 0 0,-6-1 0 0,2 1 0 16,2 0 0-16,-2 0 0 0,-1 0 0 0,0 0 0 15,1 0 0-15,-4 0 0 16,1 0 0-16,-2 0 0 0,-4 0 0 0,0 0 0 16,-3 0 0-16,-2 0 0 0,-1 0 0 0,-2 0 0 15,-3 0 0-15,-1 0 0 0,0 0 0 0,0 0 0 16,-2 0 0-16,0 0 0 0,0 0 0 0,0-2 0 15,0-1 0-15,0 0 0 0,0-2 0 16,0-2 0-16,0 2 0 0,-8-4 0 0,-3 1 0 16,-10-1 0-16,-7 4 0 0,-15 4 0 0,-13 1 0 15</inkml:trace>
  <inkml:trace contextRef="#ctx0" brushRef="#br0" timeOffset="-133047.06">23603 6954 560 0,'0'0'0'16,"0"0"0"-16,0 0 0 0,0 0 0 0,0 0 0 0,0 0 0 0,0 0 0 0,2 0 0 0,5 0 0 0,-2 2 0 0,-1-1-48 0,1 2 39 0,-1-2-2 0,1 2-38 16,-1-2 0-16,-1 1 36 0,0 2 0 0,-1-3-50 15,0 6-5-15</inkml:trace>
  <inkml:trace contextRef="#ctx0" brushRef="#br0" timeOffset="-132300.12">22226 9607 729 0,'0'0'0'0,"0"0"0"0,0 0 0 0,0 0 0 0,0 0 0 0,0 0 0 0,0 0 0 0,0 0 0 0,0 0 0 0,0 0 0 0,0 0 84 0,0 0 1 0,0 0-41 0,0 0 72 15,0 0-41-15,0 0 0 0,0 3-18 0,1 0-13 16,1 1 1-16,0 0 10 15,0-1-48-15,0-1 37 0,1 2 1 0,1 0-1 16,0-1-101-16,2 4 45 0,-1-4 28 0,1 3-6 16,1-1-284-16,2 3 125 0,-2-3 85 0,4 3-354 15</inkml:trace>
  <inkml:trace contextRef="#ctx0" brushRef="#br0" timeOffset="-131691.39">23318 10063 1005 0,'0'0'0'0,"0"0"0"0,2 0 0 0,0 0 0 0,0 0 0 0,-2 0 0 0,1 0 0 0,1 0 0 0,1 0 0 0,-1 0 0 0,2 0 79 0,1-1 0 0,2-1-25 16,1 0-229-16,0 2 110 0,1-1 53 0</inkml:trace>
  <inkml:trace contextRef="#ctx0" brushRef="#br0" timeOffset="-129073.02">23681 6773 709 0,'0'0'0'0,"0"0"0"0,-2 0 0 0,2 0 0 0,0 0 0 0,0 0 0 0,-2 0 0 0,2-1 0 0,0 1 0 0,0 0 0 0,0 0-5 0,0 0-9 0,0 0 52 0,0 0 0 15,0 0-97-15,0 0 43 0,0 3 6 0,0 4 35 16,0-1-47-16,0-2 0 0</inkml:trace>
  <inkml:trace contextRef="#ctx0" brushRef="#br0" timeOffset="-128158.14">23366 10156 688 0,'0'0'0'0,"0"0"0"0,0 0 0 0,0 0 0 0,0 0 0 0,0 0 0 0,0 0 0 0,0 0 0 0,0 0 0 0,0 0 0 0,0 0 39 0,0 0 9 16,0 0-9-16,0 0 0 0,0 0-110 0,0-2 54 15,3 0 35-15,-1 0-9 0,3 0-173 0,1-3 91 16</inkml:trace>
  <inkml:trace contextRef="#ctx0" brushRef="#br0" timeOffset="-23361.18">8338 7221 1120 0,'0'-15'0'0,"0"6"0"0,0-2 0 0,0 4 0 0,-2 0 0 0,2-1 0 0,-1 3 0 0,-4-1 0 0,3 0 0 0,-1 2 0 0,1 2 63 0,-2 1 125 0,2-1-69 0,0 2-34 16,1 0 0-16,0 0 126 0,1 0-68 0,-3 0-52 16,3 0 119-16,0 0-80 0,0 0-39 0,0 0-1 15,0 3 168-15,0 2-110 0,3-2-48 0,-1 4 231 16,4-4-140-16,-1 0-71 0,2 2-22 0,0-2-39 15,1 1-59-15,-1-3 0 16,3 3 0-16,-2-1 0 0,2-2 0 0,3 1 0 16,-3-1 0-16,2-1 0 0,2 3 0 0,-1-3 0 15,2 0 0-15,0 0 0 0,2 0 0 16,0 0 0-16,2 0 0 0,0 0 0 0,-1 0 0 0,1 0 0 16,1 0 0-16,1 0 0 0,0 0 0 15,-1 0 0-15,3 0 0 0,2 0 0 0,-1 0 0 0,1 0 0 16,2 0 0-16,1 0 0 15,2 0 0-15,-1 0 0 0,1 0 0 0,0 0 0 16,2 0 0-16,-2 0 0 0,2 0 0 0,-2-3 0 16,2 2 0-16,-2-2 0 0,-2-2 0 0,0 3 0 15,-1-1 0-15,3 1 0 0,-2 0 0 0,-1 1 0 16,1-2 0-16,-3 1 0 0,0 2 0 0,7 0 0 16,-4 0 0-16,2 0 0 0,0 0 0 0,2 0 0 15,2 0 0-15,10 0 0 0,-5 0 0 0,3-1 0 16,2-1 0-16,-3 0 0 0,-5 1 0 0,4-2 0 15,-1 3 0-15,0 0 0 0,1 0 0 0,-2 0 0 16,2 0 0-16,-4 4 0 16,3 1 0-16,5 1 0 0,-3 1 0 0,-2-3 0 15,7 3 0-15,-3 0 0 0,-1 0 0 0,-1-3 0 16,2-1 0-16,-3 2 0 0,8-2 0 0,-2-3 0 16,0 0 0-16,0 2 0 0,-2-2 0 0,0 0 0 15,8 0 0-15,-5 0 0 0,0 0 0 16,0 0 0-16,-2 0 0 0,-5 0 0 15,8 0 0-15,-7 0 0 0,1 0 0 0,-1 0 0 0,-2 0 0 16,-2 0 0-16,6 1 0 0,-2 2 0 16,2-2 0-16,2 3 0 0,1 0 0 0,-7-1 0 15,12-1 0-15,-5 1 0 0,2-2 0 0,0 1 0 16,1-2 0-16,1 0 0 0,3 0 0 0,0 0 0 16,4 0 0-16,-1 0 0 0,0 0 0 0,-2 0 0 15,-1 0 0-15,-3 0 0 0,1 0 0 16,0 0 0-16,0 0 0 0,-6 0 0 15,8 0 0-15,-5 0 0 0,3 0 0 0,-1 0 0 16,1 4 0-16,-1-2 0 0,-2-2 0 0,1 0 0 16,-1 2 0-16,4 0 0 0,-5-2 0 0,3 0 0 15,-1 0 0-15,2 0 0 0,1 0 0 0,3 0 0 16,0 0 0-16,-2 0 0 0,-2 0 0 0,0 0 0 16,-2 0 0-16,2 2 0 0,-2-2 0 0,-1 0 0 15,3 1 0-15,2-1 0 0,9 0 0 0,-3 0 0 16,1 2 0-16,-5-2 0 15,5 0 0-15,11 0 0 0,-12 0 0 0,6 0 0 16,-6 0 0-16,-1-2 0 0,14 1 0 0,-6-1 0 16,-1 0 0-16,-3 0 0 0,0 0 0 0,-5 2 0 15,10-2 0-15,-5 0 0 0,0 2 0 0,4-2 0 16,3 1 0-16,-7 1 0 0,14-3 0 0,-7 2 0 16,0 0 0-16,3-4 0 0,-10 3 0 0,16-2 0 15,-4 0 0-15,1 1 0 0,-2 0 0 0,-3-2 0 16,-10 4 0-16,17-1 0 0,-8-2 0 0,-2 2 0 15,2 1 0-15,4-1 0 16,1 0 0-16,-3-1 0 0,-2 3 0 0,0-1 0 16,0-2 0-16,0 3 0 0,-7-1 0 0,16-1 0 15,0 1 0-15,-2-2 0 0,-1 1 0 0,2 0 0 16,-2 1 0-16,2-3 0 0,-1 2 0 0,4 1 0 16,-1-4 0-16,-1 2 0 0,-9 0 0 0,13-4 0 15,-8 4 0-15,-1-2 0 0,-1 4 0 0,4-3 0 16,-3 1 0-16,1-1 0 0,-5 0 0 0,-3 0 0 15,-1 0 0-15,-3 3 0 16,-7-1 0-16,3-1 0 0,1 2 0 0,-3-1 0 16,-2 0 0-16,-1 0 0 0,-9 2 0 0,4 0 0 15,-11 0 0-15,3 0 0 0,-4 0 0 0,-4 0 0 16,-4 0 0-16,2 0 0 0,-3 0 0 0,-7 0 0 16,1 0 0-16,-3 0 0 0,-1 0 0 0,-1 0 0 15,-2 0 0-15,-1 0 0 0,-1 0 0 0,-1 0 0 16,-2 0 0-16,-1 2 0 0,-1-2 0 0,1 2 0 15,-3-2 0-15,1 2 0 0,0-2 0 16,-2 1 0-16,-1-1 0 0,1 0 0 16,-1 3 0-16,1-3 0 0,0 0 0 0,-1 0 0 15,-2 0 0-15,1 2 0 0,0-2 0 0,0 0 0 16,0 0 0-16,-2 0 0 0,1 0 0 0,-1 0 0 16,0 0 0-16,0 0 0 0,0 0 0 0,0-2 0 15,-10-1 0-15,-17 3 0 0,-22 0 0 16,-15 22-838-16</inkml:trace>
  <inkml:trace contextRef="#ctx0" brushRef="#br0" timeOffset="-3187.79">8129 7053 2121 0,'0'-1'0'0,"-1"0"0"0,1-2 0 0,0 1 0 0,-2 1 0 0,2-2 0 0,0 3 0 0,-2 0 0 0,2 0 0 0,0 0 0 0,0 0 128 0,0 0-39 0,0 0 122 16,0 0-80-16,0 0-28 0,0 0-12 0,0 0 115 16,0 0-78-16,0 0-39 0,0 0 1 0,0 0 38 15,0 0-45-15,0 0 0 0,0 0-37 0,4 0 5 16,1 0-1-16,2 0 14 16,0 0-25-16,0 0-39 0,0 3 0 0,2 0 0 15,0 0 0-15,0-1 0 0,0 1 0 0,5-2 0 16,-7-1 0-16,6 0 0 0,-2 2 0 0,0-2 0 15,-2 0 0-15,5 0 0 0,-1 0 0 16,-4 0 0-16,6 0 0 0,-7 0 0 0,4 0 0 0,0 0 0 16,-1 0 0-16,3 0 0 0,-1 0 0 0,2 0 0 15,0 0 0-15,0 0 0 0,2 0 0 0,2 0 0 16,-1 0 0-16,3 0 0 16,2 0 0-16,0-2 0 0,-2 1 0 0,2-2 0 15,0 2 0-15,-1 0 0 0,1-2 0 0,0 1 0 16,-1 2 0-16,0 0 0 0,1 0 0 0,-2 0 0 15,2 0 0-15,0 0 0 0,-2 0 0 0,2 0 0 16,-1 0 0-16,3 0 0 0,3 0 0 0,0 0 0 16,3 0 0-16,-1 0 0 0,0 0 0 0,-4 0 0 15,8-1 0-15,-6-2 0 0,0 1 0 0,0 0 0 16,1 0 0-16,-1-1 0 0,2 1 0 16,2 0 0-16,0 0 0 0,6 2 0 15,-3-2 0-15,2 1 0 0,0-2 0 0,2 2 0 16,-2-1 0-16,6 0 0 0,-8 0 0 0,4 0 0 15,-2 0 0-15,2 1 0 0,-3-1 0 0,8-1 0 16,-9 0 0-16,10-1 0 0,-3 1 0 0,0-1 0 16,1 0 0-16,3 1 0 0,-7-1 0 0,12-1 0 15,-5 2 0-15,-2 0 0 0,-2 2 0 0,-7-1 0 16,5 1 0-16,-3-2 0 16,1 2 0-16,-1-2 0 0,0 2 0 15,7-3 0-15,-8 3 0 0,6-4 0 0,-5 2 0 0,0 1 0 16,-1-3 0-16,-1 3 0 0,-6 0 0 0,2-1 0 15,-10 2 0-15,1 1 0 0,-1 0 0 0,-5 0 0 16,-3 0 0-16,2 0 0 0,-4 0 0 16,-2 0 0-16,1 0 0 0,-1 0 0 0,-3 0 0 0,1 0 0 15,-2 0 0-15,0 0 0 0,0 0 0 0,-1 0 0 16,0 0 0-16,-2 0 0 0,-1 0 0 0,1 0 0 16,0 0 0-16,-2 0 0 15,0 0 0-15,0 0 0 0,0 0 0 0,0 0 0 16,0 0 0-16,0 0 0 0,0 0 0 0,0 0 0 15,0-2 0-15,-4 0 0 0,-1 0 0 0,-6 0 0 16,-3 2 0-16,-4 0 0 0,-7 15-211 0,-8 14-186 16,-15 16-467-16</inkml:trace>
  <inkml:trace contextRef="#ctx0" brushRef="#br0" timeOffset="-477.15">11707 6977 2572 0,'0'0'0'0,"0"0"0"0,0 0 0 0,0 0 0 0,0-3 0 0,0 1 0 0,0 2 0 0,0-1 0 0,0 1 0 0,0 0 0 0,0 0 108 16,0 0 1-16,0-3 38 0,0 3-35 0,0 0-13 16,0 0-49-16,0 0 197 0,0 0-99 0,0 0-48 15,0 0 12-15,0 0 15 0,0 0-127 0,0 0 0 16,0 0 0-16,0 0 0 0,0 0 0 0,0 0 0 15,0 0 0-15,0-1 0 0,0 1 0 0,0 0 0 16,0 0 0-16,0 0 0 0,0 0 0 0,0 0 0 16,0 0 0-16,0 0 0 0,0 0 0 0,0 0 0 15,0 0 0-15,0 0 0 0,0 0 0 16,0 0 0-16,0-2 0 0,0 2 0 16,0 0 0-16,0 0 0 0,0 0 0 0,0 0 0 15,0 0 0-15,0 0 0 0,0 0 0 0,2 0 0 16,0 0 0-16,3 0 0 0,0 0 0 0,2 0 0 15,-1 2 0-15,5 3 0 0,1 2 0 0,-2-1 0 16,8-1 0-16,0 0 0 0,7 1 0 0,3-3 0 16,2 0 0-16,5-1 0 0,3-2 0 0,11 0 0 15,-2 0 0-15,-2 0 0 0,0 0 0 16,0 0 0-16,-9 0 0 0,3 0 0 16,-2 0 0-16,0 0 0 0,-3 0 0 0,-4 0 0 15,-4 3 0-15,6 1 0 0,-7 0 0 0,-4 0 0 16,2-1 0-16,-2-1 0 0,-3 0 0 0,2 2 0 15,-4-3 0-15,0 1 0 0,-2 0 0 0,-2-2 0 16,-3 2 0-16,0-2 0 0,-2 0 0 0,2 0 0 16,-6 0 0-16,1 0 0 0,-2 0 0 0,0 0 0 15,-1 0 0-15,-1 0 0 0,0 0 0 0,0 0 0 16,0 0 0-16,0 0 0 16,2 0 0-16,-2 0 0 0,2-2 0 0,-2 0 0 15,2-3 0-15,0 1 0 0,-1 0 0 0,2 0 0 16,-1 3 0-16,4-1 0 0,1 2 0 0</inkml:trace>
  <inkml:trace contextRef="#ctx0" brushRef="#br0" timeOffset="4398.53">13148 7209 2274 0,'-11'-3'0'0,"-1"1"0"0,3 0 0 0,0 0 0 15,1 0 0-15,4 1 0 0,1-1 0 0,1 2 0 0,2 0 0 0,0 0 0 0,0 0 183 0,0 0-67 0,5 0 130 0,9 0-104 0,1 0-46 16,0 0-1-16,1 0 57 0,2 0-52 0,0 0 13 15,-1 0-63-15,0-2 190 16,-2 2-116-16,-2 0-124 0,2 0 0 0,-4 0 0 0,1 0 0 0,1 0 0 16,-2 0 0-16,3 0 0 15,-2 0 0-15,2 0 0 0,2 0 0 0,2 0 0 16,0 0 0-16,7-3 0 0,-1 2 0 0,-1-3 0 16,7-2 0-16,0 1 0 0,-2-1 0 0,1 2 0 15,2 1 0-15,0-1 0 0,1 3 0 0,-1-3 0 16,1 1 0-16,4 1 0 0,3 1 0 0,6-4 0 15,0 2 0-15,3-2 0 0,4-1 0 0,0 0 0 16,1-1 0-16,3-1 0 0,0 3 0 16,8-3 0-16,-11 4 0 0,5-1 0 15,1 2 0-15,-1-2 0 0,-1 3 0 16,-2 0 0-16,2 0 0 0,6 2 0 0,-8 0 0 0,13 0 0 0,-8-2 0 16,3 2 0-16,5 0 0 0,-2-1 0 15,-2-1 0-15,11 0 0 0,-4 0 0 0,1 0 0 16,1 0 0-16,0-2 0 0,4 3 0 15,0 1 0-15,0 0 0 0,-4 0 0 0,1 0 0 0,-1 1 0 16,1 7 0-16,-3-2 0 16,2 1 0-16,2 1 0 0,2-4 0 0,-3 5 0 15,1-2 0-15,1-3 0 0,5 1 0 0,0 0 0 16,13 0 0-16,-10 1 0 0,-9-4 0 0,3 2 0 16,2-3 0-16,-3 1 0 0,-2 0 0 0,0 0 0 15,0-1 0-15,0 1 0 0,-1 1 0 0,-5-2 0 16,0 1 0-16,1-2 0 0,-7 3 0 0,13-3 0 15,-8 1 0-15,-5 2 0 0,-12 0 0 16,-1-1 0-16,-9 1 0 0,-4 1 0 0,-7 0 0 0,-7-1 0 16,-1 1 0-16,-5 0 0 15,-4-1 0-15,-1 1 0 0,-3 1 0 0,-2-3 0 16,-3-1 0-16,-2-1 0 0,0 0 0 0,0 0 0 16,-2 0 0-16,0 0 0 0,0 0 0 0,0 0 0 15,0 0 0-15,-12 0 0 0,-8 0 0 0,-12 0 0 16,-13 6 0-16,-34 14 0 0,-16 12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3:04:36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13903 5581 2634 0,'0'-11'0'0,"0"-2"0"0,3-2 0 0,-2 1 0 16,-1 1 0-16,0 1 0 0,0-3 0 0,0 0 0 0,0-1 0 0,0-1 0 0,0 0 76 0,-1 1 13 0,-8 1-24 0,4 1 9 0,-4 1-34 16,-3 4 88-16,-1 1-44 0,-1 3 0 0,-6 3 3 0,-1 2 10 15,-7 0-58-15,2 9 1 0,-10 12 91 16,4 1-46-16,-1 8 0 0,4 2-36 0,-3 10-5 15,8-5-44-15,6 4 0 16,9-5 0-16,4 3 0 16,5-1 0-16,0-3 0 0,8-3 0 0,9-3 0 0,4-4 0 15,3-5 0-15,2-3 0 16,4-4 0-16,-2-4 0 0,2-5 0 0,0-4 0 0,0 0 0 0,0 0 0 0,0-11 0 16,0-8 0-16,0-6 0 0,-3-6 0 0,-1-1 0 15,-5 0 0-15,1-8 0 0,-6 10 0 0,-4-1 0 16,-2 1 0-16,-2 9 0 0,-5 1 0 0,-1 8 0 15,0-1 0-15,0 6 0 0,-2 2 0 0,0 3 0 16,0 1 0-16,0 1 0 0,-2 0 0 0,-2 0 0 16,-1 8 0-16,1 2 0 0,2 4 0 0,2 1 0 15,0-1 0-15,0 1 0 16,2 3 0-16,6-5 0 0,4 0 0 0,4-2 0 0,0-3 0 0,5-1 0 16,2-5 0-16,3-2 0 15,-6 0 0-15,7 0 0 0,-3-2 0 0,-1-9 0 16,-1-2 0-16,-5 1 0 0,4-9 0 0,-4-1 0 15,-4 0 0-15,0-2 0 0,-2-3 0 0,-3 5 0 16,-2-11 0-16,-3 6 0 0,-1-2 0 16,-2-1 0-16,0 4 0 0,0 5 0 0,-2-2 0 0,-7 5 0 15,-3 1 0-15,0 4 0 0,-4 2 0 16,-4 2 0-16,-1 4 0 0,-3 0 0 16,1 3 0-16,3 2 0 0,-7 0 0 0,6 2 0 15,0 8 0-15,0 0 0 0,1 2 0 0,6-1 0 16,0 1 0-16,7-3 0 0,-2 4 0 0,3 0 0 15,2-2 0-15,2 2 0 0,0 1 0 0,2-3 0 16,0 2 0-16,0-3 0 0,0 0 0 0,0 0 0 16,0-3 0-16,0 1 0 0,0-2 0 0,0-1 0 15,0 1 0-15,0-3 0 16,0 2 0-16,0 0 0 0,7-1 0 0,3 3-610 16,5-1 140-16,8 0 216 0,3-1 107 0,8 1 44 15</inkml:trace>
  <inkml:trace contextRef="#ctx0" brushRef="#br0" timeOffset="386.36">14777 5282 2550 0,'0'-15'0'0,"2"0"0"0,-1 0 0 0,-1 1 0 0,0 1 0 0,0-5 0 0,0 5 0 0,0 0 0 0,-1 4 0 0,-5 1 0 0,1 1 209 0,-4 1-85 0,0 2-42 16,-2 3 172-16,-1 1-97 0,-2 0-63 15,-2 0-28-15,2 9 182 0,-3 3-104 0,2 2-141 0,-1-1-3 16,2 5 0-16,0 0 0 0,5-1 0 0,2 1 0 16,1 2 0-16,5-4 0 15,1 3 0-15,0-2 0 0,0-2 0 0,7 2 0 0,4-1 0 16,4-2 0-16,5 1 0 0,-1-2 0 16,2 2 0-16,1-4 0 0,-3 0 0 0,2 3 0 15,-1-3 0-15,-2 3 0 0,-4-4 0 0,0 3 0 16,-3 1 0-16,-4-1 0 0,-3-2 0 0,-1 0 0 15,-3 3 0-15,0-2 0 0,0 1 0 0,-10-1 0 16,-3-2 0-16,-3-1 0 0,2-1 0 0,-4-3 0 16,0-3 0-16,1 0 0 0,-2-2 0 0,2 0 0 15,2 0 0-15,-2 0 0 0,2-2 0 0,0-2 0 16,0-2 0-16,0 3 0 16,0-1 0-16,0 2 0 0,2 0 0 0,0 1-27 15,2 1-155-15,-3 0-1139 0</inkml:trace>
  <inkml:trace contextRef="#ctx0" brushRef="#br0" timeOffset="1096.45">7744 5142 2934 0,'-22'-15'0'0,"8"13"0"0,7 2 0 0,6 0 0 0,1 0 0 0,0-2 0 0,0 0 0 0,7 1 0 0,14-5 0 0,11 3 0 0,8-4 254 0,8 2-107 0,5-3-54 0,2 1 281 16,11-1-245-16,-13 2-129 0,5 0 0 0,-1 1 0 15,-5 1 0-15,-3 2 0 0,-4 1 0 0,-7-2-63 16,-1 3 8-16,-5 0-245 0,-7 0 179 0,-1 0 75 16,-7 0 43-16,-4 0-892 0,-4 0 428 15,-5 0 214-15,-2 0 97 0,-2 0-416 0,-2-9 266 16</inkml:trace>
  <inkml:trace contextRef="#ctx0" brushRef="#br0" timeOffset="1265.91">8353 4892 2278 0,'-23'-15'0'0,"8"5"0"0,1 3 0 0,4-1 0 0,2 3 0 0,3-1 0 0,5 2 0 0,0 1 0 0,0 0 0 0,13 0 0 16,10 1 182-16,1 2-72 0,4 0 292 0,2 0-172 16,0 0-100-16,-6 8-45 0,1 3 125 0,-6 2-85 0,-3 2-259 15,-2 3 96-15,-5 0 33 16,-5 5 1-16,-4 5-356 0,0-1 200 0,-7 4 99 16,-11 3 60-16,-4 3-260 0,-2-1 58 0,-1 1 99 15,-1 1-68-15,-1 2-389 0,7-3 251 0,-5 8 141 16</inkml:trace>
  <inkml:trace contextRef="#ctx0" brushRef="#br0" timeOffset="1643.96">8209 5623 2594 0,'-3'7'0'0,"3"1"0"0,0-5 0 0,-1-1 0 0,-2-2 0 0,1 0 0 0,2-2 0 0,0-11 0 0,0-1 0 0,0-6 0 0,0-4 158 0,0-3-60 0,0 2 84 15,0-2-71-15,0 1-36 0,0 3 9 0,-9 1 14 16,2 1-30-16,-5 4 0 0,0 6-29 0,-4 3 45 15,0 6 9-15,-9 2-54 0,0 6 41 0,2 14-41 16,-6 13-18-16,10-5-21 0,-5 13 0 0,6-2 0 16,3 3 0-16,5-3 0 0,6-5 0 0,4 4 0 15,0-6 0-15,2-2 0 16,7-3 0-16,7-8 0 0,-2-1 0 0,7-5 0 16,-1-4 0-16,3-6 0 0,3-3 0 0,0 0-49 15,-2-5 21-15,-1-13-177 0,0-7 97 0,-2-4 17 16,-5 0 33-16,2-5-20 0,-5 2 0 0,-5 7 29 15,-1-1 10-15,-3 3 167 0,-1 11-84 0,-3-2-41 16,0 7 0-16,0 3 485 0,0 3-371 0,0-1-117 16,0 2 0-16,-3 2 0 0,1 10 0 0,0 3 0 15,2 4 0-15,0 7 0 16,0-5 0-16,0 6 0 0,2-3 0 0,3-1 0 16,4 3 0-16,2-4 0 0,-1-1-76 0,0-2-132 15,3-1-813-15,0-3 481 0,3-1 255 0,2-9 124 16</inkml:trace>
  <inkml:trace contextRef="#ctx0" brushRef="#br0" timeOffset="1806.14">8586 5617 3744 0,'2'0'0'15,"0"0"0"-15,-2 0 0 0,0 0 0 0,0 3 0 0,-2 1 0 0,-5 4 0 0,-2 1 0 0,5 4 0 0,-3 4 0 0,2 0 187 0,0 2-187 0,-4 0 0 0,6 2 0 0,-3-1 0 16,3-1 0-16,-1-2 0 0,0 0-109 0,1-8-170 15,1 2 154-15,1-4 82 0,-3-2-842 0,2-4 446 16,2-1 78-16</inkml:trace>
  <inkml:trace contextRef="#ctx0" brushRef="#br0" timeOffset="1976.64">8650 5114 3382 0,'2'-9'0'0,"1"8"0"0,10-3 0 0,1 1 0 0,0-1 0 0,7 0 0 0,4 0 0 0,1 1 0 0,3 0 0 0,4-2 0 0,3 4 303 0,1-2-136 0,6 1-88 0,-1 1-79 16,-1-2-112-16,-6 3 28 15,6 0 72-15,-6 0-690 0,2 0 372 0,-1-1 184 16,-2-1 94-16,-2-2-888 0</inkml:trace>
  <inkml:trace contextRef="#ctx0" brushRef="#br0" timeOffset="2150.79">9119 4781 2260 0,'-3'-10'0'0,"3"7"0"0,0-1 0 0,1-1 0 0,16-1 0 0,2 3 0 0,4 1 0 0,1 2 0 0,6 0 0 0,-3 0 0 0,-4 11 153 16,2 1 67-16,-2 3-90 0,-7 1-35 0,3 7-146 16,-6-3 46-16,-5 5 0 0,-3 2 45 0,-5 2-379 15,0 5 199-15,-15 4 86 0,-3-4 47 0,-7 2-565 16,-1-1 290-16,-2-2 54 0</inkml:trace>
  <inkml:trace contextRef="#ctx0" brushRef="#br0" timeOffset="2484.75">9004 5217 2034 0,'0'-7'0'0,"0"2"0"0,2 4 0 0,6-1 0 0,1 2 0 15,-1 0 0-15,-1 15 0 0,-1 8 0 0,-2 3 0 0,-2 6 0 0,0 9 254 0,-2-6-97 0,0 13 239 0,-2-7-177 0,-4-6-90 16,-4 3-45-16,3-3 18 0,0-4-36 0,1-9-1 15,-2 1-25-15,1-5-41 16,5-10 1-16,-2 0 49 0,3-4-98 0,-3-4 45 0,2 0-1 0,2-4 45 16,0-15-12-16,0-2 21 15,10-5-9-15,5 0-129 0,3 3 36 0,-1-1 37 16,3 5-7-16,1 6 64 0,8-2-40 0,-7 8 8 16,-2 4-1-16,3 3 27 0,0 0-20 0,-5 4-1 15,-1 10 6-15,-4 4-7 0,-1 7 0 0,-6-1 125 16,-5 5-59-16,-1 0-46 0,-1 1-33 0,-15 0 0 15,-2-2 0-15,-2 1 0 0,-4-4 0 0,1-6 0 16,-2 1 0-16,-3-6 0 0,1-5 0 0,2-1 0 16,4-4 0-16,0-2 0 0,5-2 0 0,3 0 0 15,6 0-143-15,0-10 21 16,7-3-707-16,0-3 385 0,17-5 207 0,9 2-608 16</inkml:trace>
  <inkml:trace contextRef="#ctx0" brushRef="#br0" timeOffset="2631.89">9491 5630 2818 0,'17'8'0'0,"-2"6"0"0,-10 0 0 0,-2-5 0 0,-3 8 0 0,0-2 0 0,-12 1 0 0,-2 4 0 0,0-3 0 0,-6 5 0 0,1-5 203 0,1-2-81 0,0 0 153 16,1-4-117-16,7-4-50 0,-5 1-490 0,4-4 211 16,4-2 105-16,0-2 53 0,2 0-759 0,3 0 415 15,2-8 194-15</inkml:trace>
  <inkml:trace contextRef="#ctx0" brushRef="#br0" timeOffset="2796.9">9576 5179 3230 0,'3'-9'0'0,"1"1"0"15,1 1 0-15,6 0 0 0,1 1 0 0,9-2 0 0,1 1 0 0,6 1 0 0,2 3 0 0,2-1 0 0,3 0 195 0,8 2 16 0,-9-1-86 0,4 2-42 0,-2 1-587 16,3 0 282-16,-4 0 125 0,-1 0 69 15,-4 0-841-15,-2 0 432 0,-8 0 214 0,1 0 107 0</inkml:trace>
  <inkml:trace contextRef="#ctx0" brushRef="#br0" timeOffset="2958.89">10008 4907 2311 0,'-6'-8'0'0,"6"2"0"0,0 4 0 0,6-5 0 0,6 0 0 0,8 3 0 0,6-2 0 0,2 5 0 0,-3 1 0 0,7 0 0 0,-2 0 397 0,-3 4-178 15,0 5-90-15,-6 0-169 0,-2 5 50 0,-5 1-10 16,-3 4 40-16,-4 2-439 0,-7 6 220 0,0 2 109 16,-10 2 65-16,-10 7-674 15,-3-2 341-15,-2 3 79 0</inkml:trace>
  <inkml:trace contextRef="#ctx0" brushRef="#br0" timeOffset="3201.73">10143 5518 2687 0,'1'0'0'0,"1"0"0"0,-2-3 0 0,0-8 0 0,0-4 0 0,-7 0 0 0,-4-2 0 0,-1 0 0 0,-1 2 0 0,-1 2 0 0,-4 5 74 0,-1 3 290 0,-4 3-163 0,1 2-71 16,-7 5-50-16,2 13 80 0,1 6-60 0,4 2-31 16,1 7-3-16,4 0-66 0,6 1 0 0,5 1 0 15,6-1 0-15,0 0 0 0,0-2 0 0,13-1 0 16,4-6 0-16,3-2 0 0,5-3 0 0,3-4 0 15,0-4 0-15,3-4 0 0,2-6 0 0,1-2-475 16,3-2 158-16,3-15 100 0,3-7 91 16,3-5-489-16,2-13 293 0,1 0 141 0</inkml:trace>
  <inkml:trace contextRef="#ctx0" brushRef="#br0" timeOffset="3392.39">10709 4806 3657 0,'-4'-8'0'0,"-3"5"0"0,2 3 0 0,-2 0 0 16,-4 3 0-16,3 12 0 0,2 12 0 0,2 8 0 0,1 4 0 0,3 11 0 0,0 4 274 0,0 7-274 0,0 9 0 0,2-6 0 15,3 2 0-15,1-4 0 0,0-8 0 0,-1 3 0 16,1-1 0-16,-1-5 0 0,1-1 0 0,-4-1 0 16,1-2 0-16,0-9 0 0,-3 0-729 0,0-7 347 15,0-11 43-15,0-5-488 0,0-3 394 0,-6-6 187 16</inkml:trace>
  <inkml:trace contextRef="#ctx0" brushRef="#br0" timeOffset="3540.88">10452 5302 2983 0,'-11'-23'0'0,"4"8"0"0,2 3 0 0,3 0 0 0,2 2 0 0,0 1 0 0,0 1 0 0,11 0 0 0,8 3 0 0,5 2 0 0,2 1 145 15,2 2 19-15,-1 0-62 0,-1 0-23 0,4 0-9 16,-3 5-432-16,-7 2 200 0,3 3 101 0,-6-1-759 15,-6 5 437-15</inkml:trace>
  <inkml:trace contextRef="#ctx0" brushRef="#br0" timeOffset="3674.74">10468 5380 2198 0,'-6'0'0'0,"1"4"0"0,0-4 0 0,5 0 0 0,0 0 0 0,0 0 0 0,5 0 0 0,8 0 0 0,4 0 0 0,-1 2 0 0,5-1 96 0,-1 1-352 0,0 2 147 15,-1 2 84-15,-5 2 26 0,0 3-780 0</inkml:trace>
  <inkml:trace contextRef="#ctx0" brushRef="#br0" timeOffset="3801.89">10452 5647 2018 0,'-3'2'0'0,"-3"-1"0"0,6-1 0 15,-2 0 0-15,2 0 0 0,0-1 0 0,4-7 0 0,10-1 0 0,2 0 0 0,5 0 0 0,-1-3 105 0,5 1-33 0,-6 1 9 0,7-1-508 0,-4 1 233 0</inkml:trace>
  <inkml:trace contextRef="#ctx0" brushRef="#br0" timeOffset="4018.88">10808 4771 3072 0,'0'0'0'0,"0"0"0"16,0 4 0-16,2 12 0 0,1 9 0 0,5 8 0 0,0 9 0 0,-1 12 0 0,-1 0 0 0,-1 20 0 0,0-5 322 15,2 4-142-15,-3 3-71 0,-3-4 87 0,1-6-144 0,0 13-52 0,-2-13-96 16,2-1-9-16,-2 5 71 0,0-5 36 0,0-10-562 16,0 1 293-16,0-7 153 0,0-13 75 0,0-11-754 15,0-11 378-15,0-2 179 0,0-12 104 0,0-10-352 16</inkml:trace>
  <inkml:trace contextRef="#ctx0" brushRef="#br0" timeOffset="4157.62">10873 5321 2759 0,'0'-30'0'0,"0"6"0"0,0 6 0 0,0 1 0 0,0 2 0 0,0 5 0 0,0 5 0 0,2-2 0 0,12 3 0 0,-1 2 0 0,4-1 124 0,1 3-7 0,3 0-40 0,4 0 0 15,-5 0-39-15,3 3-398 0,5 3 194 0,-3-1 101 16,-7 2 52-16,3 1-754 0,-7 3 390 0</inkml:trace>
  <inkml:trace contextRef="#ctx0" brushRef="#br0" timeOffset="4290.92">10973 5373 2373 0,'-13'1'0'0,"8"3"0"0,-1-2 0 0,3-2 0 0,2 0 0 0,-1 0 0 0,2 0 0 0,0 0 0 0,3 0 0 0,11 0 0 0,1 4 129 0,2-2-50 0,-1 4-441 16,2-3 199-16,-1 4 101 0,-2-2 49 0,-5 2-384 15,-1 2 205-15</inkml:trace>
  <inkml:trace contextRef="#ctx0" brushRef="#br0" timeOffset="4427.29">10928 5604 2156 0,'-5'5'0'0,"-2"1"0"0,5-4 0 0,1 1 0 0,-1-3 0 0,2 0 0 0,0 0 0 0,2 0 0 0,10 0 0 0,4 0 0 0,3 0 297 16,6 0-129-16,-7-5-66 0,6 1-322 0,7-5 124 15,-5-1 67-15,0 3-645 0,3-4 343 0,-1-1 172 16</inkml:trace>
  <inkml:trace contextRef="#ctx0" brushRef="#br0" timeOffset="4607.85">11366 4792 3116 0,'0'-1'0'0,"0"-4"0"16,1 4 0-16,10-2 0 0,-1 1 0 0,3-1 0 0,3 3 0 0,2 0 0 0,3 0 0 0,0 0 0 0,2 0 121 0,6 0 12 0,1 4-48 0,0 0-24 15,-6-1 10-15,7 5-604 0,-12-4 284 0,-1 2 144 16,-1 1 71-16,-9 1-804 0,-5 2 410 0</inkml:trace>
  <inkml:trace contextRef="#ctx0" brushRef="#br0" timeOffset="5649.11">11279 5127 2325 0,'-26'22'0'0,"11"-5"0"0,-1 1 0 0,9-10 0 0,4 2 0 0,3-2 0 0,0-5 0 0,3 1 0 0,16 0 0 0,6-2 0 0,2-2 364 0,8 0-168 0,6-3-79 0,0-4-35 16,3-2 0-16,-11 2-44 0,7-1 8 0,-3 3-182 16,-3 2 87-16,-4 3 43 0,-4 0-1 0,-5 0-272 15,0 10 154-15,-6 3 81 0,-3 3 4 0,-3-2-338 16,-6 2 183-16,-1 0 2 0,-2 0 77 15,0 0-33-15,-9-3 56 0,-6-3-70 16,0-3 63-16,-1-4 22 0,0-3 9 0,-1 0-74 0,-1 0 53 16,4-7 26-16,-2-6 0 0,2-2-187 15,-1-8 111-15,1 2-5 0,2-5 60 0,-2-1 37 16,1-2 48-16,1 7 0 0,2-1 95 0,-1 2-85 16,2 6-24-16,2 5 582 0,2 1-281 0,1 6-163 15,0-1-21-15,3 4 501 0,1 0-282 0,0 5-143 16,0 11-71-16,0 0 30 0,0 9-55 0,0-2 0 15,0 3-46-15,1 0 127 0,3 2-64 0,-2-4-21 16,1 5-262-16,-1-8 111 0,0 1 54 0,0 1-451 16,-2-5 253-16,0-5 136 0,0 2 12 0,0-5-459 15,-2-3 224-15,-3 0 133 16,-3-6 67-16,1-1-48 0,-7 0 62 0,3 0 26 16,0-1 0-16,-4-4 50 0,1 2 1 0,0 1-35 15,-4-1 275-15,6 3-133 0,-3 0-66 0,1 0 456 16,2 0-219-16,3 8-76 0,2 0-92 0,2-1 393 15,1 1-227-15,4 1-113 0,0 0-57 16,0-1 167-16,0-1-117 0,0 1-53 0,2-5-27 0,9 3-1 16,1-2-26-16,0-4 10 15,4 0-170-15,0 0 80 0,3 0 40 0,1 0-523 16,5-4 281-16,-6-3 115 0,8-3 75 0,-9 3-573 16,3-1 295-16,-2 1 148 0,-4 1 74 0,-4 3-93 15,-1-2 89-15,-5 4 38 0,-1-1 1 0,-3 2 219 16,-1 0-90-16,0 0-54 0,0 0 194 0,-10 0-115 15,-2 0-58-15,3 3 429 0,1 2-241 16,-2-2-26-16,5-1-88 0,1 2 248 0,1-4-152 16,1 2-76-16,2 2-29 0,0-3-196 0,0 1 75 15,2 0 36-15,5 0-369 0,5 0 203 16,-5 0 110-16,4 0 43 0,-3 0-374 0,-1 1 150 16,-3 1 111-16,0 0-44 0,-3 2 57 0,-1-1 43 15,0 3 0-15,-3-1 142 0,-8 2-55 0,-5 1-27 16,0-1-9-16,-5 2 293 0,2-1-156 0,1 2-77 15,0-3-40-15,2 1 466 0,6-3-165 16,-1 1-139-16,4-2 146 0,3 0-135 0,1 0-69 0,3 0-8 16,0-1-21-16,0 2-9 0,3-1-29 0,8 0-82 15,-2-3 41-15,5 3 0 16,-5-2 50-16,2 1-253 0,-1-2 122 0,-1 0 60 16,-2 1 31-16,-1-2-266 0,-4 0 85 0,2-2 85 15,-2 2-43-15,-2-2 49 0,0 0 12 0,0 0 0 16,0 0 191-16,0 0-74 0,0 0-41 0,0 0 208 15,0 0-105-15,-2 0-62 0,-2 0-5 0,-2 0 74 16,1 0-22-16,-1 0-39 0,-1 0 28 0,-3 4 23 16,3 1-17-16,-3 1-10 15,5-2-33-15,-1 3-8 0,0-4 1 0,2 2-23 16,3-2 32-16,1-1-10 0,0 0 1 0,0 2-50 16,0-2 25-16,9 1 0 0,3 0 23 0,2-1-144 15,4 3 61-15,-2-1 35 0,1-1 9 0,0 4-163 16,-4-1 77-16,-2 4 25 0,-2-3-379 0,0 3 207 15,-6 1 78-15,-3 1-101 0,0 0 101 0,-3 1 65 16,-17 3 28-16,-2-1 95 0,-7 0-34 0,-3 0 1 16,1 0-44-16,0-2 486 0,1 2-239 15,10-6-118-15,-1 2-60 0,11-3 392 16,-1-1-207-16,8-3 1 0,3 3 438 0,10-2-505 16,27-3-141-16,11-2 0 0,25 0 0 0,13-14 0 15,2-8 0-15,10-7 0 0,9-2 0 0,6-3 0 16,18 2 0-16</inkml:trace>
  <inkml:trace contextRef="#ctx0" brushRef="#br0" timeOffset="6861.39">15503 5023 2077 0,'-4'-6'0'0,"-1"-1"0"0,-1 1 0 0,1 4 0 0,0-1 0 0,-4 2 0 0,0 1 0 0,-3 0 0 0,-4 1 0 0,1 13 0 0,-6 2 43 0,0 7 158 0,-3 9-78 0,-2 5-41 15,2 6 1-15,1 6 198 0,4 2-125 0,4 1-56 16,6-1-29-16,6-4 195 0,3-4-112 15,0-9-44-15,14 3 24 0,7-5-84 0,9 0-50 16,0-3 0-16,2-5 0 0,0-3-10 16,7 1 7-16,-11-3-195 0,6 2 121 0,-4-4 59 15,-7-5 41-15,5 3-718 0,-8-3 278 0,-1-4 192 16,1-3 56-16,-4 0-437 0,-1-5 270 0,0 0 153 16</inkml:trace>
  <inkml:trace contextRef="#ctx0" brushRef="#br0" timeOffset="7087.35">15740 5189 2944 0,'-7'-12'0'0,"3"9"0"0,2-1 0 0,2-4 0 0,0 3 0 0,2-3 0 0,11 1 0 0,6 1 0 0,3-1 0 0,6-1 0 0,0 5 249 16,2-1-103-16,2 1-42 0,0 2-11 0,2 1 0 16,-1 0-51-16,0 0-1 0,1 0-162 0,0 1 91 15,-2 6 31-15</inkml:trace>
  <inkml:trace contextRef="#ctx0" brushRef="#br0" timeOffset="7241.64">16195 4948 2724 0,'-9'-5'0'0,"0"1"0"0,6 1 0 0,3-1 0 0,0 2 0 0,12 0 0 0,11 0 0 0,6 0 0 0,1 2 0 0,2 0 0 0,-4 0 175 16,2 4-67-16,-2 5-204 0,-3 1 70 0,-4 0 43 16,-3 3-9-16,-3 1-465 0</inkml:trace>
  <inkml:trace contextRef="#ctx0" brushRef="#br0" timeOffset="7286.76">16482 5040 416 0,'-2'24'0'0,"-13"3"0"0,-4-4 0 0,-4 5-57 0,-3-2 16 15</inkml:trace>
  <inkml:trace contextRef="#ctx0" brushRef="#br0" timeOffset="7644.16">16140 5397 1214 0,'-9'12'0'0,"-1"1"0"0,4-3 0 0,5-2 0 16,-1-2 0-16,2-3 0 0,0 0 0 0,0-3 0 0,0 0 0 0,0 0 0 0,0 0 367 0,2-3-163 0,-2-4-82 0,0-4-39 0,0 0 231 15,0-5-142-15,-4 1-65 0,-5 0 73 0,-3 1-69 16,-1 1-35-16,-1 2 35 0,-2 1-39 0,-1 5-1 15,-1 2-30-15,-1 3 20 0,0 0-20 0,0 10 11 16,-2 10-10-16,5 3 12 0,0 5-12 16,5 2-1-16,4 2 1 0,2 2 40 15,2-1-10-15,3-1-31 0,0-1-55 0,10-2 28 16,4-6-1-16,4-4-179 0,2 0 88 0,-1-10 53 16,2 1 17-16,-1-7-223 0,1-3 106 0,0 0 62 15,-3-3 7-15,-1-7-29 0,1-10 5 0,-5-1 28 16,-3-4-32-16,1 5 49 0,-6-3-20 0,0 2 13 15,-3 3 138-15,0 8-69 0,-2 1-32 0,0 1 382 16,0 4-179-16,0 4-103 0,0 0-17 16,0 2 129-16,-2 12-66 0,0 2-67 15,2 6-74-15,0-2 0 0,0 4 0 0,2 1 0 16,6-3 0-16,2-1 0 0,1 0 0 0,1-1 0 0,2-2-496 16,0-2 202-16,2-2 109 15,0-4-605-15,4 0 379 0,1-4 185 0,4-5 92 16,3-1-438-16</inkml:trace>
  <inkml:trace contextRef="#ctx0" brushRef="#br0" timeOffset="7809">16891 5252 3046 0,'6'-15'0'0,"-2"10"0"0,-2 1 0 0,-2 2 0 0,0 1 0 0,-6 1 0 0,-4 3 0 0,-1 10 0 0,1 8 0 0,-4-1 0 0,-1 5 147 15,0 5 350-15,-2-2-256 0,2 2-241 0,0 0 0 0,2 0 0 16,2-6 0-16,-3 7 0 0,1-7-153 15,1-1 40-15,-2-6 77 0,1 0-746 0,-2-4 421 16,0-3 145-16,1-7 121 0</inkml:trace>
  <inkml:trace contextRef="#ctx0" brushRef="#br0" timeOffset="7970.71">16577 5199 3676 0,'2'-7'0'0,"2"6"0"0,2-1 0 0,2 2 0 0,3 10 0 0,4 8 0 0,1 6 0 0,4 5 0 0,4 6 0 0,-4 3 0 0,3-1 255 0,-2 1-255 0,-1-4 0 16,6 5 0-16,-5-10 0 0,4 1 0 16,0-3 0-16,-3 0 0 0,-3-8 0 0,5 1-32 0,-7-5 29 15,5-5-804-15,3-5 338 0,3-5 240 0</inkml:trace>
  <inkml:trace contextRef="#ctx0" brushRef="#br0" timeOffset="8141.07">17103 5042 3030 0,'-7'-5'0'16,"7"3"0"-16,0-1 0 0,0 2 0 0,0 1 0 0,10 0 0 0,10 0 0 0,6 0 0 0,6 1 0 0,2 5 0 0,3 2 222 0,10 1-96 0,-6-1-42 0,3-1-1 16,-3 2-497-16,-7-3 227 0,3 2 124 0,-1-1 47 15,-4-2-286-15,-2 0 172 0,-2-4 85 0,2-1-814 0</inkml:trace>
  <inkml:trace contextRef="#ctx0" brushRef="#br0" timeOffset="8319.28">17653 4813 2316 0,'-2'-15'0'0,"2"8"0"0,0-2 0 0,0 1 0 0,6 0 0 0,8 2 0 0,2 3 0 15,3 1 0-15,2 2 0 0,-1 0 0 0,1 5 211 0,-5 9-86 0,2 3-42 0,-1 3 2 0,-10 0 0 16,-1 3-34-16,-4 7-10 0,-2 0-245 0,-8 8 123 15,-11-5 61-15,-1 2-238 0,-2-3 159 16,-9 5 65-16,1-3 37 0,0-2-730 0,-3-2 273 0</inkml:trace>
  <inkml:trace contextRef="#ctx0" brushRef="#br0" timeOffset="8617.12">17395 5262 2075 0,'-2'-2'0'0,"2"0"0"0,0 2 0 0,0 0 0 0,2 0 0 0,1 8 0 0,1 7 0 0,-1 7 0 0,-1 4 0 0,-2 5 0 0,0 1 155 0,0 1-57 15,-3 1 390-15,-6 0-223 0,1-4-102 0,-4 0-66 16,5-6 62-16,0-2-59 0,-1-6-30 0,2-5-73 16,2-2 10-16,3-3 33 0,-1-4-100 15,2-2 50-15,0-2 0 0,2-15 51 0,15-5-36 16,5-1-11-16,2 1 47 0,5 1-22 0,10 0-176 16,-5 9 46-16,9 0 57 0,-7 9 22 0,-1 0 26 15,-1 3-18-15,-6 3 14 0,-7 7 106 0,4 12-49 16,-12 0-22-16,-8 1 196 0,-3 3-97 15,-2-2-54-15,-2 2-62 0,-14-1-8 0,-7-1 0 16,-2-5 0-16,-3-5 0 0,-2 1 0 0,4-10 0 16,-8 0 0-16,4-5 0 0,4 0 0 15,0 0 0-15,5-3 0 0,0-8-127 0,6-5-167 16,3-2 116-16,9 0 87 0,3 1-731 0,0-9 390 16,17 10 186-16</inkml:trace>
  <inkml:trace contextRef="#ctx0" brushRef="#br0" timeOffset="8784.69">18145 5656 3207 0,'-12'2'0'0,"0"11"0"0,-1 1 0 0,-1-6 0 0,-4 2 0 0,1 2 0 0,2-1 0 0,2 1 0 0,2-3 0 0,2-1 0 0,1 4 154 0,2-3-15 0,0-1-50 0,1 1-16 0,1 0-815 16,1-4 390-16,1 0 196 0,2 1 97 0</inkml:trace>
  <inkml:trace contextRef="#ctx0" brushRef="#br0" timeOffset="8962.29">18227 5266 3277 0,'1'-2'0'0,"3"0"0"0,12 0 0 0,2 0 0 0,3-4 0 0,5 1 0 0,6-2 0 0,5-1 0 0,3-1 0 0,2 1 0 0,4 0 154 0,1 3 228 0,-2-2-264 16,-2 3-118-16,1-1 0 0,-9 4-87 0,1 0-92 16,-3-2 110-16,-3 1 53 0,-9 0-814 0,-1 2 435 15,-9 0 227-15</inkml:trace>
  <inkml:trace contextRef="#ctx0" brushRef="#br0" timeOffset="9108.91">18728 5003 2604 0,'-2'-5'0'0,"2"-1"0"0,0 3 0 0,9-2 0 0,8 1 0 0,10 1 0 0,-1 0 0 0,4 3 0 0,0 0 0 0,-2 0 0 0,-6 6 267 16,7 6-118-16,-10-2-56 0,-1 2-26 0,-2 3-1 0,-9 4-26 15,-3 0-191-15,-4 5 91 0,0 5 50 0,-15-1 24 16,-10 5-755-16,3-1 390 0</inkml:trace>
  <inkml:trace contextRef="#ctx0" brushRef="#br0" timeOffset="9336.27">18745 5455 2098 0,'7'4'0'0,"4"0"0"0,-2-4 0 0,-2 0 0 0,-2 0 0 0,-1 0 0 0,-2 0 0 0,0-2 0 0,-2-2 0 0,0-4 0 0,0 1 423 16,-11 0-192-16,-7 1-96 0,-6 2-48 0,-4 2 146 16,-2 2-101-16,-2 2-47 0,1 13 1 15,-8 10 71-15,5 1-58 0,6 1-20 0,-2 8 7 0,12-4-86 16,1 2 0-16,8 2 0 0,5-1 0 15,4 0 0-15,0-2 0 0,13-3 0 0,11-3 0 16,8-1 0-16,4-7 0 0,-1-9 0 16,16-3 0-16,0-6 0 0,1 0 0 0,5-12 0 0,-3-6-325 15,1-3 36-15</inkml:trace>
  <inkml:trace contextRef="#ctx0" brushRef="#br0" timeOffset="9566.14">19239 5118 3919 0,'2'-21'0'0,"5"8"0"0,8 3 0 0,0 0 0 0,4 3 0 0,1 3 0 0,3 3 0 0,2 1 0 0,3 0 0 0,2 15 0 0,-2 5 12 0,1 13-12 0,-6 4 0 15,-5 6 0-15,-6 6 0 0,-3 13 0 0,-9-12 0 16,0 16 0-16,-14-5 0 0,-9-6 0 0,-12 13 0 15,-1-6 0-15,-1 1 0 16,-9 3 0-16,-9 9 0 0,4-12 0 0,-25 20 0 16,1-6-1101-16</inkml:trace>
  <inkml:trace contextRef="#ctx0" brushRef="#br0" timeOffset="10835.89">16588 4792 1802 0,'-5'0'0'0,"1"0"0"0,1 0 0 0,1 0 0 0,0 0 0 0,2 0 0 0,0 0 0 0,0 0 0 0,0 0 0 0,7-1 0 0,11-5 226 0,4-5-98 0,10-4-44 15,6-5 1-15,3-5 98 0,6-5-71 0,1-2-25 16,13-6 45-16,-5 3-46 0,0-1 1 0,2-2-46 16,4 2-28-16,-5 6 11 0,12-3 17 0,-5 4-97 15,-4 4 48-15,-11 5 1 0,3-2 48 0,-8 5-61 16,4-4 25-16,-14 6 1 0,0-2-21 0,-6 2-30 15,-7 4 10-15,0-3 4 16,-7 3 144-16,2 2-50 0,-7 2-17 0,-2-2-38 16,-1 5 277-16,-3 0-121 0,0 2-57 0,1-2 72 15,-2 2-179-15,0 0 0 0,1 2 0 0,1 0 0 16,3 0 0-16,1 0 0 0,5 7 0 16,4 3 0-16,3 6 0 0,5 0 0 0,7 8 0 15,2 3 0-15,5 1 0 0,5 4 0 0,12 8 0 0,-8-9 0 16,14 13 0-16,-3-1 0 0,-1 0 0 0,2 0 0 15,2 2 0-15,-4 2 0 16,-1-4 0-16,-3 2 0 0,-5-4 0 0,-2 1 0 16,-6-3 0-16,-5 0-16 0,-4 0-580 0,-8-5 278 15,-4 1 138-15,-4-2 70 0</inkml:trace>
  <inkml:trace contextRef="#ctx0" brushRef="#br0" timeOffset="11426.73">20052 5386 2248 0,'-21'-13'0'0,"3"5"0"0,0 3 0 0,6-1 0 0,0 2 0 0,5 1 0 0,3 1 0 0,0 0 0 0,1 0 0 0,3 0 0 0,0 2 117 16,7 0 298-16,7 0-185 0,2 0-94 0,3 2 153 16,3 2-112-16,4-1-72 0,-1 1-32 0,1-2 6 15,3 1-17-15,1 0-62 0,0-3 0 0,2 1-252 16,1-1 91-16,1 0 102 15,-2 2 51-15,-5-2-904 0,4 4 452 0,-10 0 136 16,3 2-233-16</inkml:trace>
  <inkml:trace contextRef="#ctx0" brushRef="#br0" timeOffset="11644.6">20069 5665 3920 0,'-17'-3'-7'0,"4"3"6"0,7 0 1 0,4 0 0 0,0 0 0 0,2 0 0 0,0 0 0 0,0 0 0 0,2 0 0 0,10-2 0 0,6 0 19 0,5 0-19 0,1 0 0 15,3 0 0-15,-2 0 0 0,6 1 0 0,-2 1 0 16,-2 0 0-16,1 0 0 0,2 0 0 0,-3 0 0 16,5 0 0-16,-4 0-66 0,0 5-317 0,0-1 185 15,1 0-931-15,1 2 532 0,2-3 282 16</inkml:trace>
  <inkml:trace contextRef="#ctx0" brushRef="#br0" timeOffset="12027.7">21022 5328 2884 0,'-16'-10'0'0,"7"7"0"0,-3 0 0 0,1 0 0 0,2 1 0 0,-3 2 0 0,3 0 0 0,-2 0 0 0,1 14 0 0,-1 4 0 0,0 6 173 0,1 5-71 16,3 2 233-16,5 3-148 0,2 0-73 0,0 2 22 15,0 2-136-15,11-4 0 0,6-3 0 0,8 5 0 16,0-12 0-16,8 4 0 0,-3-8 0 16,11-3 0-16,2-5 0 0,1-7 0 0,1-5 0 15,0 0 0-15,-4-1 0 0,8-16 0 16,-2-6 0-16,-3-3 0 0,-1-6 0 0,-4-2 0 15,-7 2 0-15,1-10 0 0,-8 4 0 0,-8-4 0 16,-8-1 0-16,-7-4 0 0,-2-3 0 0,-2-10 0 16,-17 1 0-16,-8 1 0 0,-8 8 0 0,0 11 0 15,-8 8 0-15,-8 11 0 0,-2 9 0 0,-13 11 0 16,8 0 0-16,-4 18 0 0,10 6 0 0,-6 16 0 16,9 3 0-16,8 7 0 0,9 7 0 15,11 3 0-15,13-4-523 0,8 16 134 0,2-9 174 0,25 3 87 16,6-2-861-16,7 4 474 0</inkml:trace>
  <inkml:trace contextRef="#ctx0" brushRef="#br0" timeOffset="14159.13">23948 5723 2063 0,'0'0'0'0,"0"0"0"16,0 0 0-16,0 0 0 0,0 0 0 0,0-1 0 0,0-5 0 0,0-1 0 0,0-2 0 0,2-3 0 0,0-3 138 0,-1-2-49 0,3-1 3 0,-2 0-1 16,0-5-39-16,-1 1-10 0,1 0-44 0,-2 0 44 15,0-1-1-15,0 3-28 0,-5-1 11 0,-4 2 18 16,-3 2-1-16,-2 4 46 0,-2 2 0 16,1 6-34-16,-4 0-11 0,-6 5 33 0,5 0 1 0,-4 0-34 15,-1 15-1-15,1 4 107 0,0 3-58 16,-1 4 0-16,-1 10 12 0,5 2-30 0,3 0 0 15,2-3 14-15,3 10-86 0,10-9 0 0,1 2 0 16,2-2 0-16,0-5 0 0,9-1 0 16,6-5 0-16,2-4 0 0,-2-6 0 0,6-5 0 15,1 0 0-15,-2-8 0 0,3-2 0 16,4 0 0-16,-5-9 0 0,3-9 0 0,-3-3 0 16,-1-6 0-16,0-2 0 0,-5 1 0 0,0 2 0 0,-4 0 0 15,-3 7 0-15,-2-3 0 0,-2 12 0 16,-4-1 0-16,2 5 0 0,-1 3 0 0,-2 1 0 15,0 2 0-15,0 0 0 0,0 0 0 0,0 11 0 16,2 2 0-16,1 2 0 0,3 4 0 16,2 0 0-16,1 2 0 0,2-3 0 0,1 2 0 15,1-3 0-15,-1 0 0 0,4-2 0 0,-2-3 0 16,2-3 0-16,-5-4 0 0,1 0 0 0,-3-1-363 16,0-4 36-16,-2 0 143 0,1 0-131 0,-1 0 137 15,-1-10 68-15,-2-7-371 0,1-6 225 0,0-6 107 16,-3-9 53-16,0-5-405 15</inkml:trace>
  <inkml:trace contextRef="#ctx0" brushRef="#br0" timeOffset="14326.59">23929 5127 2685 0,'-41'-9'0'0,"4"5"0"0,2 4 0 0,3 0 0 0,10 0 0 0,1 4 0 0,7-1 0 0,5 5 0 0,4-3 0 0,5 1 0 15,0 6 318-15,14-4-139 0,11 2 220 0,9-1-169 0,9-2-110 0,2-1-120 16,5-1 0-16,4-3 0 15,-2-2 0-15,-3 0 0 0,1 0 0 0,-2 1 0 0,-4 1 0 16,2 0-569-16,-9 4 276 16,11-1 163-16,-6 3-50 0,2 3-790 0,-10-2 464 0</inkml:trace>
  <inkml:trace contextRef="#ctx0" brushRef="#br0" timeOffset="14562.23">24683 5384 2439 0,'0'0'0'0,"0"0"0"0,0 0 0 15,0 0 0-15,0 0 0 0,0 0 0 0,0 0 0 0,2 0 0 0,1 0 0 0,-1 0 0 0,0 0 512 0,-1 3-226 0,-1 9-127 0,0 3-59 0,0 6 188 16,-13-1-141-16,-4 7-147 0,-4 1 0 0,-7 8 0 16,0-3 0-16,-2-1 0 0,0 2 0 15,0 0 0-15,6-6 0 0,-8 8 0 0,6-7 0 16,1-4 0-16,2 1 0 0,3-5 0 0,8-8-301 15,3-2 59-15,4-1 119 0,1-6-776 0,1-2 430 16,3-2 214-16,0-2-255 0</inkml:trace>
  <inkml:trace contextRef="#ctx0" brushRef="#br0" timeOffset="15019.89">24127 5035 2586 0,'-14'-7'0'0,"7"4"0"0,5 3 0 0,0-2 0 0,2 2 0 0,0 0 0 0,0 0 0 0,2 0 0 0,12 0 0 16,5 0 0-16,10 6 131 0,-1 0 138 0,6 1-114 0,-1 3-57 0,3-1-29 0,-2 0 22 0,1 0-11 15,-3 3-39-15,-4-3 0 16,-7 1-82-16,-1 0 40 0,-2-1 12 0,-7 1-95 0,-3-3 62 16,-5 2 32-16,-3 2-1 0,0 0 66 0,-15 3-27 15,-11 2-70-15,-11 2 49 0,2-2 199 0,-4 1-97 16,0 0-124-16,3-1-141 0,-9 2 45 0,8-1 59 16,1 0 21-16,6 1-311 0,0 5 170 0,5 0 82 15,8 1-887-15,10 2 459 0,7-1 228 0</inkml:trace>
  <inkml:trace contextRef="#ctx0" brushRef="#br0" timeOffset="15293.67">24299 5448 3173 0,'-4'-4'-5'0,"2"2"3"0,2 0 0 0,0 2 2 0,0 0 0 0,0 0 0 0,6 0 0 0,8 6 0 0,7 5 0 16,2 2 0-16,4 6 123 0,1 2 405 0,2 3-412 0,4 7-116 0,-6-2 0 0,2 3 0 16,-5 0 0-16,2 0 0 0,-4-4 0 15,1 4 0-15,1-1 0 0,-3-3 0 0,0-1-164 16,-1-2 64-16,-4-7 81 0,2 0-900 0,0-3 444 15,-5-7 189-15,4-3 121 0</inkml:trace>
  <inkml:trace contextRef="#ctx0" brushRef="#br0" timeOffset="15499.42">24908 5316 3294 0,'-16'-11'0'0,"9"9"0"0,5 1 0 0,2 1 0 0,0 0 0 0,0 0 0 0,0 0 0 0,9 0 0 0,8 0 0 0,6 0 0 0,3 1 135 0,4 3-48 16,2 4 1-16,-1-2 104 0,4-1-66 0,-3 3-117 15,-2-1-374-15,0 0 168 0,-2-1 118 0,-2 1 60 16,-5-3-674-16,2 1 362 0,-2-4 106 0,-1-1-565 16,-4 0 375-16,-2 0 187 0</inkml:trace>
  <inkml:trace contextRef="#ctx0" brushRef="#br0" timeOffset="15990.94">25350 5191 2235 0,'-3'-12'0'0,"1"3"0"0,2 1 0 0,0 1 0 0,2 0 0 0,11 3 0 0,6 0 0 0,5 3 0 0,1-2 0 0,0 3 0 0,2 0 143 0,-3 0-51 16,-5 6 220-16,2 1-141 0,-4 4-65 0,-2 0-32 16,-4 3-2-16,-5 1 1 0,-4 5-23 0,-2 0-232 15,-4 2 111-15,-15 1 55 0,-3 1-370 16,-5 1 213-16,-3-3 117 0,-1-1 43 0,-3-3-584 0,-8 4 282 15,3-8 120-15,0-1 77 16,1-2-201-16,-7 1 145 0,10-6 66 0,4-3-24 0,8-3 45 0,3 0 1 16,8 0 35-16,1 0 109 0,6 0-49 15,0 0 0-15,5 0 368 0,0 0-209 16,0 0-114-16,7 0-43 0,2 0 517 0,-1 12-259 16,-3 0-52-16,3 3-90 0,-3 6 305 0,-3 3-200 0,-2 2-96 15,0 2 213-15,0-1-154 0,-2 0-77 16,-3-3-29-16,-5 4 33 0,4-7-40 15,-1-1-1-15,3-3-84 0,1-6-1 0,1-1 30 16,0-5-26-16,2 0-75 0,0-3 26 0,0-2 44 16,4 0 1-16,9 0-60 0,4 0 48 0,1-4-16 15,7 0 86-15,-1 0-74 0,3 4 29 16,-5 0 44-16,6 0-9 0,-4 3-41 16,-6 7 0-16,0 1 40 0,-1 6 1 0,-4 2-32 15,-5 0-12-15,-2 1 0 0,-4 2 0 0,-2-2 0 16,0 0 0-16,-10 1 0 0,-5-3 0 0,-6-3 0 15,5-5 0-15,-7-2 0 0,-5-2 0 0,5-5 0 0,-7-1 0 16,1 0 0-16,4 0 0 0,0-4 0 0,4-5 0 16,3-2 0-16,3-2 0 0,4-3 0 15,5 1 0-15,2 1 0 0,4 0-782 0,0 2 359 16,12 2 191-16,12 1 96 0,0 7-716 16</inkml:trace>
  <inkml:trace contextRef="#ctx0" brushRef="#br0" timeOffset="16191.99">25768 6041 3477 0,'-2'-2'0'0,"-4"2"0"0,6 0 0 15,0 0 0-15,-2 0 0 0,-2 0 0 0,1 0 0 0,-1 0 0 0,0 0 0 0,1 0 0 0,-3 6 130 0,0 1-46 0,0 0 156 0,-3 2-240 16,0-2 0-16,-1 1-1 0,1-1-122 0,-2-1 81 15,-1-2 40-15,-2 3-629 0,1-4 344 0,-1 0 158 16,0-3 84-16,2 0-824 0,3 0 416 0,-1-4 208 0</inkml:trace>
  <inkml:trace contextRef="#ctx0" brushRef="#br0" timeOffset="16405.23">25935 5504 2736 0,'0'-20'0'0,"0"1"0"0,0 7 0 0,9-1 0 0,3 2 0 0,-1 0 0 0,0 2 0 0,0 2 0 0,2 2 0 0,3 0 0 0,0 2 358 0,1 1-160 0,1 2-71 0,3 0 245 16,0 0-232-16,0 6-140 0,0 3 0 16,3-2 0-16,4 2 0 0,-2 0 0 15,3-1-408-15,3 1 156 0,0-1 146 0,0-5-324 0,0 3 155 16,-4-2 143-16,-8-2-105 0,0 4-533 0</inkml:trace>
  <inkml:trace contextRef="#ctx0" brushRef="#br0" timeOffset="16850.48">26368 5252 2707 0,'-5'-9'0'0,"3"6"0"0,0-2 0 0,2 0 0 0,0 1 0 0,0 1 0 0,0 0 0 0,4-2 0 0,6 3 0 0,6 0 0 0,1 2 254 0,3 0-98 0,0 0-63 0,2 0-26 15,-1 9 191-15,-1-1-109 0,2 1-55 0,-2 4 14 16,2 1-63-16,-7-1-45 0,1 2 0 0,-2 0 0 15,0 0-2-15,-7 0 4 0,-1 0-2 16,-5-2-188-16,-1 2 113 0,0-2 54 0,-3 3-255 0,-14-2 103 16,-5 1 83-16,-1 0-13 0,-7 2-94 0,0 1 67 15,-5-2 35-15,-3 5-474 0,-2 2 264 16,-2 3 133-16</inkml:trace>
  <inkml:trace contextRef="#ctx0" brushRef="#br0" timeOffset="17087.09">26398 5865 2745 0,'0'-10'-3'0,"0"5"1"0,0-7 2 0,0-3 0 0,0 3 0 0,-3-3 0 0,-4 1 0 0,-2 2 0 16,2-1 0-16,-4 6 0 0,-2 0 244 0,-4 5-92 0,-4 0 85 0,-1 2-98 0,-5 2-50 0,1 11-25 15,0 5 179-15,-1 6-220 0,5 0-23 0,2 3 0 16,3 3 0-16,9-2 0 0,4 5 0 0,4-8 0 15,0 8 0-15,0-6 0 0,10-1 0 0,7-2 0 16,5-1 0-16,4-4 0 0,1-4 0 0,4-4-41 16,3-2-111-16,5-4 34 15,3-3-534-15,-6 1 284 0</inkml:trace>
  <inkml:trace contextRef="#ctx0" brushRef="#br0" timeOffset="17522.73">23281 5228 2099 0,'-30'-2'0'0,"0"4"0"0,0 20 0 0,-2 10 0 0,-9 15 0 0,1 8 0 0,2 7 0 0,4 2 0 0,3 3 0 16,6 1 0-16,10 2 322 0,12-3-141 0,3-3-69 0,13-7-25 0,24 8-139 16,14-12 47-16,22-3 0 0,8-12-386 0,13-6 217 15,7-6 118-15,5-3 44 0,4-4-228 0,5-2 90 16,16-5 86-16</inkml:trace>
  <inkml:trace contextRef="#ctx0" brushRef="#br0" timeOffset="17777.08">26705 5409 2619 0,'14'-12'0'0,"3"8"0"0,15 4 0 0,4 2 0 0,-2 6 0 0,-2 3 0 0,-2 6 0 0,-4 5 0 0,1 3 0 0,-3 1 0 0,-4 6 126 0,3 7 76 0,-6 7-73 15,-4 1-49-15,-6 1 154 0,-7 3-97 0,0 3-50 16,-20 7-24-16,-10-12-48 0,-16 11-11 0,-2-10 35 16,-8-1-245-16,-4 0 122 0,-8-4 61 0,-5-3 41 15,-15-1-653-15,5-9 321 0,-4-6 90 0,-5-4 104 16,-1-6-564-16,8-4 314 0</inkml:trace>
  <inkml:trace contextRef="#ctx0" brushRef="#br0" timeOffset="18040.68">25257 4499 1998 0,'-2'-6'0'16,"-3"5"0"-16,2 1 0 0,-2 0 0 0,-3 10 0 0,-1 0 0 0,-8 8 0 0,-2 2 0 0,-7 9 0 0,-10 2 0 0,-1 5 231 0,-6 2-95 0,-4 5 55 0,9-8-76 15,-7 1-27-15,3 0-10 0,3-4-260 0,3-1 112 0,8-8 54 16,8-4-543-16,0-1 295 0,13-8 151 15,0-4 43-15,7-5-331 0</inkml:trace>
  <inkml:trace contextRef="#ctx0" brushRef="#br0" timeOffset="18186.54">25198 4436 2487 0,'10'-12'0'0,"1"5"0"0,-4 6 0 0,1 1 0 0,-2 0 0 0,1 2 0 0,3 16 0 0,7 2 0 0,1 3 0 0,5 8 0 0,2 6 88 16,3 0 584-16,0 4-322 0,4 3-154 15,2 1-58-15,7 5-138 0,-2-3 0 0,-1-6-423 0,10 9 100 16,0-5 181-16,4 0 91 0</inkml:trace>
  <inkml:trace contextRef="#ctx0" brushRef="#br0" timeOffset="18536.98">27466 5624 3162 0,'0'-4'0'0,"0"-1"0"0,0 4 0 0,3 1 0 0,3 0 0 0,1 0 0 0,7 0 0 0,-1 0 0 0,9 0 0 0,2 0 0 0,1 0 233 15,7 0-95-15,1 0 72 0,2 0-84 0,2 0-64 16,1 0-527-16,-1 0 237 0,1 1 135 0,0 5 67 15,-6 3-1014-15</inkml:trace>
  <inkml:trace contextRef="#ctx0" brushRef="#br0" timeOffset="18693.34">27569 5953 2822 0,'-12'-4'0'0,"10"3"0"0,2 1 0 0,0 0 0 0,2 0 0 0,15 0 0 0,10 0 0 0,6 0 0 0,6 1 0 0,2 0 0 0,10 4 99 0,6 0 38 0,9 1-55 16,-3 1 1-16,-1 1-45 0,5 0-758 0,3 2 380 16</inkml:trace>
  <inkml:trace contextRef="#ctx0" brushRef="#br0" timeOffset="18865.82">28470 5786 3200 0,'-10'-26'0'0,"8"14"0"0,2 7 0 0,2 0 0 0,8-2 0 0,8 2 0 0,6 1 0 0,6 2 0 0,4 0 0 0,1 2 0 0,8 0 156 0,4 0-50 16,3 10-39-16,0 1-631 0,-3 4 301 0,-4 1 151 0,-9 0 74 16,1 7-1005-16</inkml:trace>
  <inkml:trace contextRef="#ctx0" brushRef="#br0" timeOffset="19145.4">28420 6026 2480 0,'-4'-9'0'0,"4"7"0"0,0 1 0 0,2-2 0 0,14 1 0 0,8-2 0 0,8 4 0 0,8 0 0 0,7 0 0 0,1 4 0 0,-2 10 199 0,-12 2-72 0,-1 5-49 0,-8 0 0 15,-5 3-113-15,-13 1 36 0,-6-1 0 0,-1 3-3 16,-13-1 16-16,-17 2-1 0,-6-2 25 0,-5-3 136 15,-5-1-68-15,8-5-25 0,-2-2 182 0,5-4-112 16,13-3-57-16,10-5-28 0,-1 2-62 0,6-4-4 16,4-1 0-16,3 0 0 15,3 0 0-15,24 0 0 0,8 0 0 0,10-1 0 0,3-4 0 0,7 1 0 16,-2-5 0-16,1 4 0 0,-2 1 0 0,-11-1 0 16,2 1-367-16,-1-2-21 15,-7 1 129-15,-3 0 110 0,-4-2-501 0,-8-2 297 16,-2-4 162-16</inkml:trace>
  <inkml:trace contextRef="#ctx0" brushRef="#br0" timeOffset="19345.47">28448 5243 2899 0,'-5'-36'0'0,"5"15"0"0,0 14 0 0,7-2 0 0,13 1 0 0,5 1 0 0,5 1 0 0,13 3 0 0,2 1 0 0,5 2 0 0,1 0 522 0,18 0-246 0,-9 8-120 0,-8 0-84 16,4 2-66-16,-3 1-6 0,-10-1 0 0,6 1-362 16,-15-2 124-16,-3 1 138 0,-2 1 69 0,-11-3-835 15,-7-1 433-15,-1 1 115 0,-10 1 142 0</inkml:trace>
  <inkml:trace contextRef="#ctx0" brushRef="#br0" timeOffset="19477.77">28805 5195 1733 0,'-17'4'0'0,"2"2"0"0,4 9 0 0,5-5 0 0,4 1 0 0,2 3 0 0,0 2 0 0,0 5 0 0,0 5 0 0,0 1 0 0,0 1 69 15,2 2 141-15,0-1-86 0,0 4-34 0,0-3-422 16,-1-2 185-16,1-1 93 0,0 2 46 0</inkml:trace>
  <inkml:trace contextRef="#ctx0" brushRef="#br0" timeOffset="19631.62">29009 5270 2949 0,'0'0'0'0,"-1"5"0"0,1 11 0 0,0-4 0 0,0 6 0 0,0 0 0 0,0 6 0 0,0 2 0 0,0 3 0 0,0 6 0 0,-2 1 122 0,-3 6-31 16,3 8-183-16,-4-1 66 0,1 13 33 15,2-2 0-15</inkml:trace>
  <inkml:trace contextRef="#ctx0" brushRef="#br0" timeOffset="19778.97">29526 6668 381 0,'0'-22'0'0,"8"20"0"0,9 2 1002 0,-12 0-521 0,-3 0-268 0,-1 0-121 0,2 6-403 0,-3 16 137 0</inkml:trace>
  <inkml:trace contextRef="#ctx0" brushRef="#br0" timeOffset="20417.91">25617 7067 2968 0,'-11'-8'0'0,"5"6"3"0,6 2 1 0,0 0 0 0,0 0-1 0,0 0 0 0,0 0 0 0,16 4-1 0,5 3 0 0,14 1 0 0,8-2 249 0,8 1-109 16,15-1-51-16,-1-5 26 0,5-1-40 0,-3 0 0 15,-9 0-412-15,3 0 183 0,-1-1 95 16,-8-1 48-16,-4-2-326 0,-5 0 187 0,-6 3 104 0,-4-2-887 15,-6-4 446-15,-6 1 223 0</inkml:trace>
  <inkml:trace contextRef="#ctx0" brushRef="#br0" timeOffset="20954.95">26276 6807 2368 0,'-15'-15'0'0,"2"5"0"0,9 0 0 0,1 2 0 16,3 0 0-16,0-1 0 0,17 0 0 0,11 5 0 0,12 3 0 0,0-3 0 0,6 4 83 0,-5 0 243 0,-8 4-143 0,2 9-63 0,-5 1-52 0,-5 3 0 15,-5 4-29-15,-7 2-1 0,-8 3-330 0,-3 5 176 16,-2 0 72-16,-9 6-214 0,-10 2 149 0,-3 0 74 16,-5-2 37-16,7-3-672 0,-10 7 311 0,5-3 160 15,-1 0 80-15,4-3-277 0,-3 1 179 0,4-5 80 16,-3 0 53-16,4-5-65 0,0-3 74 16,6-5 39-16,-2-3 36 0,6-4 0 15,2-1 0-15,-2-4 0 0,5-3 311 0,-2-1-194 16,5-2-78-16,-4 0 241 0,1 0-81 0,2 0-104 15,-1 0 56-15,-1-5 441 0,-1-4-276 0,2-1-130 16,-3-1-78-16,1-3 217 0,-1 1-144 0,1 0-71 16,-3-3-21-16,-1 4-15 0,-1-1-11 0,0-2-60 15,-5 4-1-15,0 2 36 0,-1 4 1 0,-5 3-8 16,-3 2 8-16,-2 0-1 16,2 12 1-16,-2 7 8 0,3 5-9 0,1 4 11 15,5 2-10-15,0 4 26 0,7 0-17 0,6-1-13 16,5-1-34-16,0-1 44 0,2-5-2 0,12-2-145 15,7-5 66-15,3-4 34 0,3-3-3 0,0-7-72 16,4-5 40-16,-3 0 26 0,-2-2-23 0,-1-13 70 16,-2-2-41-16,-5-1 11 0,3-7-28 0,-7 2 58 15,-4 6-54-15,1 1 15 0,-5 1 60 16,-2 5-24-16,0 0-1 0,-2 5 145 16,0 3-146-16,-2 0-31 0,0 2 0 0,0 0 0 15,1 6 0-15,1 10 0 0,1 1 0 0,4 8 0 16,-2-2 0-16,0-1 0 0,7 6 0 0,1 0 0 15,0-7 0-15,2 2 0 0,3-6-162 0,1 1-21 16,5-3 91-16,2-7-687 0,4-3 371 0,7-5 184 16,-1 0 83-16,13-9-524 0,5-13 313 0</inkml:trace>
  <inkml:trace contextRef="#ctx0" brushRef="#br0" timeOffset="21113.05">27066 7215 2724 0,'1'-8'0'0,"3"5"0"0,-4 3 0 0,0 0 0 0,-5 0 0 0,-7 3 0 0,-1 8 0 0,-4 9 0 0,0 0 0 0,-4 5 0 0,-4 6 124 0,1 4 423 0,-1-2-254 0,0 1-127 16,2-4-99-16,1 2-57 0,-1 0-10 0,4-2 0 15,-1-4-110-15,3 1 21 0,0-9 73 16,2-1-786-16,2-2 421 0,1-5 209 16,3-5 106-16</inkml:trace>
  <inkml:trace contextRef="#ctx0" brushRef="#br0" timeOffset="21266.04">26736 7198 2747 0,'4'-8'0'0,"0"4"0"0,2 3 0 0,0 1 0 0,1 0 0 0,1 12 0 0,7 6 0 0,0 5 0 0,3 2 0 0,-1 3 0 0,0 5 197 0,0 0 319 0,-3 4-243 16,4-2-118-16,-3-1-427 16,2-2 155-16,-2 0 78 0,2-3 49 0,1-6-740 15,2 0 384-15,0-4 192 0,2-8 97 0,6-2-416 16</inkml:trace>
  <inkml:trace contextRef="#ctx0" brushRef="#br0" timeOffset="21446.1">27255 7096 3422 0,'-5'-11'0'0,"5"10"0"0,0-1 0 0,0 1 0 0,0-2 0 0,5-1 0 0,12 2 0 0,7 0 0 0,6 0 0 0,3 1 0 0,14 1 119 0,-1 0 67 0,1 0-73 0,0 0-38 15,-1 5-59-15,-6 4-430 0,8-4 192 0,-7 5 130 16,0 0-324-16,-6 0 227 0,0-2 114 0,-7-1 67 16,-2-2-991-16</inkml:trace>
  <inkml:trace contextRef="#ctx0" brushRef="#br0" timeOffset="21921.53">27854 6847 2297 0,'-4'-9'0'0,"1"4"0"0,3-4 0 0,0 6 0 0,0-3 0 0,11 4 0 0,6 1 0 0,6 1 0 0,1 0 0 0,0 5 0 0,1 6 122 0,-1 2-42 16,-4 2-6-16,2 4-9 0,-6-3-26 0,-3 6-323 0,-3-1 161 15,-6 1 82-15,-2 1 49 0,-2 2-408 0,-9 0 219 16,-5-3 110-16,-9-1-214 16,0-2 138-16,-5-2-29 0,-2-1 74 0,-1-2-42 15,-1-3 52-15,-2-1 27 0,4-1 0 0,7-3 98 16,0-1-31-16,6 1 0 0,8-2 289 0,0 0-164 15,2 1-83-15,5 3-52 0,2 1 378 0,0 2-180 16,0 4-39-16,0 4 171 0,2 4-141 0,0 0-62 16,0 7-44-16,-2 2 79 0,0 3-57 0,-4 4-29 15,-12 1 0-15,2-7 213 0,-7 9-126 0,1-13-58 16,3 4 133-16,-4-5-95 16,5-7-48-16,2-4 9 0,4-6-41 0,1-4-55 15,3-3 0-15,0-4 0 0,5 0 0 0,1-3 0 16,0-11 0-16,9-4 0 0,12-2 0 0,5 0 0 15,1-1 0-15,8 5 0 0,0 2 0 0,3 5 0 16,-1 5 0-16,-4 2 0 0,-9 2 0 0,-1 2 0 16,-1 9 0-16,-7 6 0 0,-4 0 0 0,-3 3 0 15,-6 1 0-15,-2-1 0 16,0 3 0-16,-10-1 0 0,-8-3 0 0,-3-3 0 16,-1-5 0-16,-7 2 0 0,5-5 0 0,0-4 0 15,2-2 0-15,1-2 0 0,-1 0 0 0,4 0 0 16,-1 0 0-16,7-8 0 0,1-1-177 0,4-7 81 15,7 0-715-15,0-10 391 0,2-3 190 0</inkml:trace>
  <inkml:trace contextRef="#ctx0" brushRef="#br0" timeOffset="22217.23">28783 7127 3163 0,'0'-25'0'0,"-2"14"0"0,-1 5 0 0,3 3 0 0,0-1 0 0,0 2 0 0,-3 2 0 15,3 0 0-15,0 0 0 0,0 10 0 0,3 18 90 0,5-1 227 0,-1 14-140 0,-2-6-60 0,2 12-50 0,1-4-67 0,-7 2 0 0,1-3 0 16,0-1 0-16,-2-5 0 0,0 3 0 0,0-2 0 16,0 2-593-16,-5 3 230 15,-10-3 200-15,5-7 35 0,-7 2-514 0,-3-4 301 0</inkml:trace>
  <inkml:trace contextRef="#ctx0" brushRef="#br0" timeOffset="22371.34">28434 7783 3591 0,'-11'-3'0'0,"4"1"0"0,-1 1 0 0,4-2 0 0,4-2 0 0,0-1 0 0,12 1 0 0,15 1 0 0,13 1 0 0,2-3 0 0,9 3 340 0,2 0-340 15,0-1 0-15,3 2 0 0,1 1 0 0,-1-2 0 16,1 2 0-16,-2 1 0 0,4 0 0 0,-3 0-849 16,1-2 391-16,-4 2 248 0,-1-2 67 0</inkml:trace>
  <inkml:trace contextRef="#ctx0" brushRef="#br0" timeOffset="22572.89">29309 7170 3417 0,'0'-17'0'0,"7"7"0"0,9 1 0 0,10-1 0 0,7-3 0 0,8 4 0 0,3 2 0 0,4-2 0 15,8 5 0-15,-1 3 0 0,-2-2 245 0,-2 3 11 0,-4 0-243 0,-4 0-13 16,2 0 0-16,-8 6-224 0,0 1-20 0,0 3 142 16,-2-3-863-16,-8 1 486 0,3 0 242 0,-13-3 121 0</inkml:trace>
  <inkml:trace contextRef="#ctx0" brushRef="#br0" timeOffset="22746.12">29957 6995 2693 0,'-14'-15'0'0,"8"6"0"0,3 2 0 0,3-1 0 0,0-2 0 0,7 3 0 0,16 2 0 0,9 3 0 0,5 2 0 16,-6 0 0-16,6 2 108 0,-1 9-35 0,-3 5 358 0,-3 3-187 0,-4 2-108 0,-3-1-49 16,-8 5-182-16,-7-1 66 0,-3 2 34 0,-5-4-399 0,0 9 211 15,-18-5 111-15,-9 6 55 16,-3-5-565-16,-2-3 248 0,1-3 56 16,-14 6-123-16,5-5 181 0,-5 2 91 0</inkml:trace>
  <inkml:trace contextRef="#ctx0" brushRef="#br0" timeOffset="22963.55">29932 7472 2322 0,'0'0'0'0,"0"-1"0"0,-3-9 0 0,-10-1 0 0,-4-1 0 0,-1 1 0 0,-9 0 0 0,-1 4 0 0,-1-1 0 0,-8 6 0 0,0 0 168 0,-2 2 381 0,-9 0-260 16,6 10-125-16,12 3-64 0,-6 5 239 0,7 5-339 15,5 1 0-15,5 2 0 0,8 6 0 0,5 1 0 16,6 2 0-16,0 1 0 0,10-2 0 0,14 4 0 15,6-6 0-15,6-6 0 0,7-5 0 0,6-7 0 16,4-1 0-16,2-7 0 0,-3-4 0 0,8-2 0 16,5 0 0-16,-3 0-402 0,-2-2 125 0,14-2 125 15</inkml:trace>
  <inkml:trace contextRef="#ctx0" brushRef="#br0" timeOffset="23101.6">30665 7780 3931 0,'-2'-11'0'0,"2"10"0"0,0-4 0 0,0 1 0 0,0 1 0 0,0 0 0 0,0 1 0 0,0-1 0 0,0 1 0 0,0 1 0 0,0 1 0 0,0 0 0 0</inkml:trace>
  <inkml:trace contextRef="#ctx0" brushRef="#br0" timeOffset="49602.02">3576 8318 2011 0,'-16'-18'0'0,"4"11"0"0,5 1 0 16,2 3 0-16,1-1 0 0,2 0 0 0,-1 0 0 0,0 1 0 0,2 1 0 0,1-1 0 0,-2 0 175 0,2 1-41 0,-3 0-15 0,3 1 226 0,0-1-141 16,0 2-70-16,0 0-1 0,0-3 96 0,0 3-91 15,0-1 0-15,0 0 33 0,0-4-171 16,9 0 0-16,0-1 0 0,1-2 0 0,4 1 0 16,2-3 0-16,-3 3 0 0,-1-1 0 0,-2 3 0 15,5 0 0-15,-5-2 0 0,0 2 0 0,3 2 0 16,-1-4 0-16,1 3 0 0,0 1 0 0,-1-1 0 15,5 0 0-15,-4 3 0 0,5-1 0 0,2 1 0 16,-5-2 0-16,5-1 0 0,-1 2 0 0,1 1 0 16,3-4 0-16,0 4 0 15,2-3 0-15,2 1 0 0,0-1 0 0,1-2 0 16,0 4 0-16,-3-1 0 0,6 0 0 0,-2 1 0 16,1 0 0-16,-2 2 0 0,-1 0 0 0,-5 0 0 15,8 0 0-15,-2 0 0 0,-1 0 0 0,3 0 0 16,0 0 0-16,3 0 0 0,2 0 0 0,-2 0 0 15,6 0 0-15,-2 0 0 0,2 2 0 0,0-2 0 16,7 0 0-16,-3 0 0 0,1 2 0 16,2-2 0-16,-1 0 0 0,-2 0 0 15,10 0 0-15,-6 0 0 0,0 0 0 0,0 0 0 16,1 0 0-16,-8 0 0 0,10 0 0 0,-3 0 0 16,-1 0 0-16,4 0 0 0,-2 0 0 0,-7 0 0 15,8 0 0-15,-12 0 0 0,8 0 0 0,-3 0 0 16,1 0 0-16,-2 0 0 0,10 0 0 0,-3 0 0 15,1 0 0-15,2 0 0 0,4 0 0 0,-5-2 0 16,1 2 0-16,1 0 0 0,-5 0 0 16,6-2 0-16,-2 2 0 0,3 0 0 15,1-1 0-15,1-1 0 0,3 0 0 0,-1-2 0 16,-2 1 0-16,0 0 0 0,-3 0 0 0,0-1 0 16,1 3 0-16,1-3 0 0,-3 2 0 0,4 1 0 15,-4-4 0-15,1 3 0 0,4 0 0 0,-1 1 0 16,1-2 0-16,-1 2 0 0,-2-1 0 0,3 0 0 15,-3-2 0-15,3 2 0 0,-1-2 0 0,-2 3 0 16,10-4 0-16,0-1 0 0,-5 3 0 0,1 0 0 16,-7-1 0-16,12-2 0 15,-5 2 0-15,2-1 0 0,1 1 0 0,2-1 0 16,-7 1 0-16,17 0 0 0,-11 0 0 0,-10 0 0 16,0 1 0-16,1 1 0 0,0 0 0 0,-2 0 0 15,0 0 0-15,2 0 0 0,9 0 0 0,-4-2 0 16,-5 3 0-16,1-2 0 0,2 2 0 0,-7-1 0 15,2 1 0-15,1-2 0 0,-4 3 0 16,7-1 0-16,-2-2 0 0,8 2 0 16,-1-1 0-16,-3 0 0 0,-6 0 0 0,5-2 0 15,-4 3 0-15,4-3 0 0,-2 2 0 0,8-2 0 16,-11 3 0-16,5-2 0 0,8 1 0 0,-6 1 0 16,-8-1 0-16,5-1 0 0,-4 2 0 0,-1 1 0 15,-3 0 0-15,0 0 0 0,-3 0 0 0,2 0 0 16,-9 0 0-16,10 0 0 0,-6 0 0 0,1 0 0 15,0-2 0-15,-3 0 0 0,-2 0 0 0,7 1 0 16,-2-1 0-16,1-1 0 16,-3 2 0-16,4-1 0 0,-5 1 0 0,10-5 0 15,-6 4 0-15,0-2 0 0,2 1 0 0,-2 0 0 16,-6 0 0-16,9 1 0 0,-7-2 0 0,-2 2 0 16,-3-4 0-16,2 3 0 0,-1-1 0 0,1 0 0 15,-5 0 0-15,1-2 0 0,-2 3 0 0,-6-1 0 16,1 0 0-16,-6 3 0 0,-3-2 0 0,-3 2 0 15,-2 0 0-15,-4-2 0 0,0 1 0 0,-4 0 0 16,-1 2 0-16,-1-2 0 0,-1 0 0 0,0-3 0 16,0 0 0-16,0-3 0 15,-2 1 0-15,0-5 0 0,0 0 0 0,-17 4 0 16,-15 0 0-16,-28 8 0 0</inkml:trace>
  <inkml:trace contextRef="#ctx0" brushRef="#br0" timeOffset="102202.48">3523 11087 2093 0,'-5'-1'0'0,"1"-2"0"0,1 1 0 0,-1 0 0 0,3 1 0 0,-1-1 0 0,0 0 0 0,2 1 0 0,0-1 0 0,0 2 0 0,0-3 189 0,0 3-72 0,0 0-36 15,0 0 135-15,0 0-85 0,0 0-33 0,0 0 57 16,0 0-56-16,0 0 1 0,4 0-55 0,1 0 144 16,2 5-61-16,4-2-48 0,-4 0 1 0,1 1 48 15,2 0-129-15,1 0 0 0,0-1 0 0,-3 2 0 16,2-1 0-16,0-1 0 0,-2-1 0 0,2 2 0 16,2-1 0-16,-2 1 0 0,0 0 0 0,2-1 0 15,-2 1 0-15,3 0 0 16,-1 0 0-16,1 0 0 0,0 0 0 0,-1-1 0 15,4 1 0-15,0 0 0 0,0-1 0 0,-2 2 0 16,6-3 0-16,-2 1 0 0,-3-1 0 0,5 0 0 16,-3-1 0-16,-1 2 0 0,1-1 0 0,0 1 0 15,0-1 0-15,-1 2 0 0,0-2 0 0,-1 0 0 16,0-1 0-16,-1 1 0 0,1 0 0 16,0 0 0-16,0 2 0 0,1-3 0 0,1 1 0 0,3 2 0 15,1 0 0-15,6-2 0 0,-7 0 0 16,9 2 0-16,-2-2 0 0,1-2 0 15,2 0 0-15,-1 0 0 0,3 0 0 0,-2 0 0 16,2 0 0-16,0 0 0 0,-1 0 0 0,1 0 0 16,0 0 0-16,3 0 0 0,-4 0 0 0,3 0 0 15,0 0 0-15,3 0 0 0,-2 0 0 0,-2 0 0 16,4 0 0-16,-3 0 0 0,-1 0 0 0,2 0 0 16,-4 0 0-16,4 0 0 0,-3 0 0 15,1 0 0-15,0 0 0 0,-1 0 0 0,1 0 0 0,1 0 0 16,-2 0 0-16,2 0 0 15,0 0 0-15,1 0 0 0,8 0 0 0,-12 0 0 16,6 0 0-16,0 0 0 0,0 0 0 0,0 0 0 16,1 0 0-16,0 0 0 0,-2 0 0 0,2 0 0 15,1 0 0-15,-1 0 0 0,-1 0 0 16,1-2 0-16,0 0 0 0,1 2 0 0,4-2 0 0,-9 0 0 16,6 0 0-16,-2 1 0 0,2 1 0 15,-6 0 0-15,6-3 0 0,-2 2 0 16,0-2 0-16,4 3 0 0,-1-2 0 0,-3 1 0 15,-4-1 0-15,6 0 0 0,4 0 0 0,-3 0 0 16,0 2 0-16,-6-2 0 0,3 1 0 0,-1-1 0 16,0 0 0-16,1 0 0 0,-3 0 0 0,-2 0 0 15,1-2 0-15,1 3 0 0,0-2 0 0,-2 2 0 16,-1-1 0-16,-1-2 0 0,1 3 0 16,0-1 0-16,0 2 0 0,1-3 0 0,-2 3 0 0,1 0 0 15,-2 0 0-15,0 0 0 16,0 0 0-16,0-2 0 0,-2 2 0 0,1-2 0 15,-1 1 0-15,-4-1 0 0,7 0 0 0,-3 0 0 16,-2-2 0-16,-4 1 0 0,2-1 0 0,-1 0 0 16,-2-2 0-16,0 2 0 0,-1 1 0 0,0-1 0 15,-4 0 0-15,3 1 0 0,-2 1 0 0,-2-2 0 16,0 2 0-16,-2 1 0 0,0-1 0 0,-4 0 0 16,1 0 0-16,-3-1 0 0,1 3 0 0,-3 0 0 15,-1 0 0-15,-1-1 0 16,-1 1 0-16,-1 0 0 0,1 0 0 0,-2 0 0 15,0 0 0-15,0-2 0 0,0 2 0 0,0-2 0 16,0 0 0-16,0-4 0 0,0 3 0 0,0 1 0 16,-8-1 0-16,-5 3 0 0,-19 1 0 0</inkml:trace>
  <inkml:trace contextRef="#ctx0" brushRef="#br0" timeOffset="105695.04">9155 10908 2054 0,'-4'0'0'0,"0"0"0"0,3 0 0 0,-3 0 0 0,2 0 0 0,0 0 0 0,0 0 0 0,1 0 0 0,1 0 0 0,-1 0 0 0,1 0 91 15,-4 0 0-15,4 0 88 0,0 0-52 0,0 0-46 0,0 0 22 16,0 0-1-16,-2 0-53 0,2 0 73 0,0 0-24 15,0 0-13-15,0 0-36 0,0 3 141 0,0-3-71 16,0 0-35-16,0 0 13 0,0 1 110 0,0-1-204 16,0 0-3-16,0 0 0 15,0 3 0-15,0-3 0 0,2 2 0 0,2-2 0 0,-3 1 0 16,0 1 0-16,1 1 0 0,2-3 0 0,0 1 0 16,-1 3 0-16,3-3 0 0,2 1 0 0,-2 0 0 15,2 0 0-15,2 2 0 16,0-2 0-16,1 0 0 0,-1 1 0 0,2-1 0 15,-1 0 0-15,2 0 0 0,-1 2 0 0,1-2 0 16,-1 2 0-16,-2-2 0 0,1 1 0 0,3 3 0 16,-1-3 0-16,-1 1 0 0,0 2 0 0,1-2 0 15,3-1 0-15,-4 1 0 0,6 2 0 0,-4-2 0 16,4-1 0-16,-4 1 0 0,4-2 0 0,-1 2 0 16,-1 0 0-16,2-3 0 15,-2 2 0-15,3 0 0 0,-3-1 0 0,5 2 0 16,-5-2 0-16,2 2 0 0,0-3 0 0,0 3 0 15,-1 0 0-15,-1-2 0 0,4-1 0 0,0 2 0 16,-5 0 0-16,4 0 0 0,1-3 0 0,-1 0 0 16,4 0 0-16,-3 0 0 0,3 0 0 0,-2 0 0 15,2 0 0-15,-1 0 0 0,-1 0 0 16,0 0 0-16,-1 0 0 0,-1 0 0 0,2 0 0 0,-3 0 0 16,1 3 0-16,-1-3 0 15,1 1 0-15,2-1 0 0,-1 0 0 0,1 3 0 16,4-3 0-16,0 0 0 0,-5 0 0 0,2 0 0 15,3 0 0-15,0 0 0 0,-3 0 0 0,0 0 0 16,1 0 0-16,0 0 0 0,-3 0 0 0,3 0 0 16,0 0 0-16,-2 0 0 0,4 0 0 15,-2 0 0-15,0 0 0 0,3 0 0 0,-1 0 0 0,0 0 0 16,2 0 0-16,-3 0 0 0,4 0 0 0,-1 0 0 16,1 0 0-16,-1 0 0 15,0 0 0-15,-3 0 0 0,5 0 0 0,-3 0 0 16,1 0 0-16,-4 0 0 0,2 0 0 0,-2-3 0 15,-1 2 0-15,7-2 0 0,-6 3 0 0,0-3 0 16,4 0 0-16,-5 2 0 0,7-1 0 0,-3 1 0 16,1-1 0-16,-2 2 0 0,1-3 0 0,-3 2 0 15,5 1 0-15,1-2 0 0,-3 2 0 0,3-2 0 16,0 2 0-16,-3-1 0 0,6 1 0 16,-4-2 0-16,0 0 0 0,1 2 0 15,-1-2 0-15,-3 0 0 0,5 2 0 0,-2-2 0 16,-3 2 0-16,4-2 0 0,-1 0 0 0,0 1 0 15,2-2 0-15,0 2 0 0,0-1 0 0,0 2 0 16,2-2 0-16,2 0 0 0,0 0 0 0,-1 0 0 16,2 0 0-16,1 0 0 0,-3 0 0 0,1 1 0 15,0-1 0-15,-1 0 0 0,1 0 0 0,-2 0 0 16,2 0 0-16,0 1 0 0,-3-2 0 0,4 2 0 16,-3-1 0-16,0 0 0 15,0 0 0-15,0 0 0 0,-2 2 0 0,0-2 0 16,-2 2 0-16,-1 0 0 0,-2 0 0 0,3-2 0 15,-3 2 0-15,-2 0 0 0,-2 0 0 0,2 0 0 16,2 0 0-16,0-2 0 0,-5 2 0 0,2 0 0 16,1 0 0-16,-2-2 0 0,-1 2 0 0,1-1 0 15,0 1 0-15,-3 0 0 0,1-2 0 16,-4 2 0-16,1 0 0 0,-2-2 0 0,0 2 0 0,-1-2 0 16,-3 2 0-16,1-2 0 15,-1 2 0-15,-1-2 0 0,2 1 0 0,-4-1 0 16,0 0 0-16,-1 0 0 0,0 0 0 0,-1-4 0 15,-1 2 0-15,0-1 0 0,-1-3 0 0,-1 4 0 16,0-2 0-16,-2 0 0 0,0-3 0 0,0 6 0 16,-4-2 0-16</inkml:trace>
  <inkml:trace contextRef="#ctx0" brushRef="#br0" timeOffset="108240.96">14738 11020 1990 0,'-7'-2'-1'0,"2"0"0"0,1 0 1 0,0 0 0 0,4 2 0 0,-1-2 0 0,1 2 0 0,-2 0 0 0,2 0 0 16,0 0 0-16,0 0 83 0,0 0 0 0,0 0 135 15,0 0-84-15,0 0-29 0,0 0-12 0,0 0 86 0,0 0-64 0,0 0-32 16,2 4 109-16,1 2-58 16,3-2-49-16,-1 3 1 0,3-1 75 0,-2 0-56 15,1 0-18-15,0 0-87 0,2 0 0 0,-2 1 0 16,-2-1 0-16,3-1 0 0,-3 3 0 0,3-2 0 15,0 2 0-15,-1-3 0 0,-2 1 0 0,5 1 0 16,-2-1 0-16,-1-1 0 0,2 1 0 0,3 0 0 16,-5-1 0-16,2-1 0 0,1 2 0 0,-1-3 0 15,1 4 0-15,1-4 0 16,0 2 0-16,0-1 0 0,3 2 0 0,-1 0 0 0,2-1 0 16,2 3 0-1,2-1 0-15,4 1 0 0,-2-1 0 0,2 1 0 0,5 1 0 0,-1-1 0 16,1-1 0-16,0 3 0 0,3-3 0 0,0 1 0 15,1 0 0-15,0-1 0 0,4 0 0 0,-3 2 0 16,5-5 0-16,-3 2 0 16,4 1 0-16,-2-1 0 0,0-1 0 0,6 1 0 0,-1 0 0 0,-5 0 0 15,8-1 0-15,-1-1 0 16,-3 2 0-16,0-2 0 0,4-3 0 0,-5 3 0 16,9-2 0-16,-5-1 0 0,2-1 0 0,-1 0 0 15,2 0 0-15,-6 0 0 0,14 0 0 0,-7 0 0 16,1 0 0-16,1 0 0 0,-4 0 0 0,-2 0 0 15,8 0 0-15,-5 0 0 0,0-1 0 0,0-1 0 16,-8 0 0-16,10 0 0 0,-2 2 0 0,2-1 0 16,-1 1 0-16,-1 0 0 0,-4 0 0 0,10 0 0 15,-4 0 0-15,-1 0 0 0,2 0 0 16,0 0 0-16,1 0 0 0,0 0 0 16,-1 0 0-16,5 0 0 0,-1 0 0 0,-1 0 0 15,-1 0 0-15,1 0 0 0,-2 0 0 0,-3 0 0 16,2 0 0-16,-2 0 0 0,-6 0 0 0,8 0 0 15,-5 0 0-15,2 0 0 0,-1 0 0 0,-2 0 0 16,-2 1 0-16,5 1 0 0,-12-2 0 0,11 0 0 16,-11 2 0-16,3-2 0 0,1 0 0 0,-1 0 0 15,-1 0 0-15,-3 0 0 0,0 0 0 0,-4 0 0 16,-4 0 0-16,6 0 0 16,-4 0 0-16,-3 0 0 0,-5 0 0 0,3 0 0 0,-2 0 0 15,-3 0 0-15,3 2 0 0,-4-2 0 0,-2 1 0 16,-2-1 0-16,-1 0 0 0,-3 0 0 0,3 0 0 15,-7 0 0-15,0 0 0 16,1 0 0-16,-4 0 0 0,0 0 0 0,-1 0 0 16,-1 0 0-16,0 0 0 0,0 0 0 0,0 0 0 15,0-1 0-15,0-3 0 0,-5-2 0 0,-4 2 0 16,-7 3 0-16,0-1 0 0,-10 2 0 0,-12 10 0 16,-15 21-79-16</inkml:trace>
  <inkml:trace contextRef="#ctx0" brushRef="#br0" timeOffset="142722.46">3524 13604 3107 0,'0'-2'0'0,"-1"0"0"0,1 0 0 0,0-1 0 0,0 0 0 0,0 2 0 0,0-1 0 0,0 0 0 0,0 2 0 0,0 0 0 0,0 0 99 16,0 0-1-16,0 0 45 0,0 0-47 0,4 0 12 16,1 5 82-16,-1-1-100 0,1 0-90 0,0 0 0 15,0-2 0-15,-2 1 0 0,2-3 0 0,-2 3 0 16,0-2 0-16,-1-1 0 0,2 2 0 15,1-2 0-15,0 3 0 0,-2-3 0 0,3 1 0 0,0-1 0 16,2 2 0-16,-1-1 0 0,2 2 0 0,2-2 0 16,0 1 0-16,1 0 0 15,3 0 0-15,0 0 0 0,2-2 0 0,-1 1 0 16,-1-1 0-16,3 0 0 0,-2 0 0 0,2 0 0 16,-1 0 0-16,1 0 0 0,0 0 0 0,-1 0 0 15,3 0 0-15,-2 0 0 0,4 0 0 0,-2 0 0 16,2 0 0-16,3 0 0 0,-2 0 0 0,5 0 0 15,-3 0 0-15,2-1 0 16,1-1 0-16,1 2 0 0,1-2 0 0,4 0 0 0,-2 0 0 0,-1 1 0 16,3-2 0-16,1 2 0 0,-3-2 0 15,4-2 0-15,5 1 0 16,-1 1 0-16,1-1 0 0,1 0 0 0,-5 2 0 0,10-2 0 16,-5 3 0-16,5-1 0 0,-2 2 0 0,-1 0 0 15,-5 0 0-15,9 0 0 0,-5-2 0 16,0 2 0-16,-2 0 0 0,0-2 0 0,-5 2 0 0,5-2 0 15,3 1 0-15,-11-2 0 16,5 0 0-16,7 1 0 0,-10 0 0 0,7-2 0 16,-1 1 0-16,-6 1 0 0,2 0 0 0,0 0 0 15,1 0 0-15,0 0 0 0,1 2 0 16,-1 0 0-16,5 0 0 0,-3 0 0 0,-1 0 0 0,8 0 0 16,0 0 0-16,5 0 0 0,-3 0 0 0,4 0 0 15,-2-2 0-15,1 0 0 0,-1-2 0 0,1 3 0 16,3-1 0-16,-1-1 0 0,1 2 0 0,1-1 0 15,11 0 0-15,-14 0 0 0,4 0 0 16,1 2 0-16,1 0 0 0,-1 0 0 0,8 0 0 0,-9 0 0 16,1-2 0-16,-1 1 0 0,13-2 0 0,-4 0 0 15,1-1 0-15,0-1 0 0,-1 1 0 0,-8 0 0 16,13-1 0-16,-7 0 0 16,0 4 0-16,4-1 0 0,0 0 0 0,-6 1 0 15,12-2 0-15,-8 3 0 0,2 0 0 0,-2 0 0 16,1 0 0-16,-5 0 0 0,11 0 0 0,-1 0 0 15,1 0 0-15,-2 0 0 0,3 0 0 0,-9 0 0 16,16-2 0-16,-7 1 0 0,3-1 0 16,3 0 0-16,1 0 0 0,-16 0 0 0,18 1 0 15,-9-2 0-15,1 3 0 0,-3-1 0 16,4 1 0-16,2-2 0 0,0 2 0 0,-2 0 0 16,0-1 0-16,2 1 0 0,0 0 0 0,1-3 0 15,12 0 0-15,-8 0 0 0,4-1 0 0,-13 1 0 16,6-1 0-16,3 1 0 0,-3 1 0 0,1-2 0 15,13 2 0-15,-9 0 0 16,-10 0 0-16,8-1 0 0,10 2 0 0,-10-1 0 0,6 0 0 16,7 1 0-16,1-1 0 0,-10 0 0 15,21-2 0-15,-9-2 0 0,3 3 0 16,5-3 0-16,1 0 0 0,-14 2 0 0,22-1 0 16,-9-1 0-16,4 1 0 0,3-1 0 0,-3 1 0 15,-13 0 0-15,22 0 0 0,-14-1 0 0,7 1 0 16,-3-1 0-16,-2 3 0 0,-10 2 0 0,20-3 0 15,-8 1 0-15,2 1 0 0,1-3 0 0,-2 2 0 16,-3-1 0-16,4 3 0 0,15-5 0 16,-20 4 0-16,4-1 0 0,0-1 0 0,1 2 0 0,14-2 0 0,-20 3 0 15,6-1 0-15,-5 0 0 0,5 2 0 16,-2 0 0-16,17-2 0 0,-21 2 0 16,8 0 0-16,1-3 0 0,2 3 0 0,19-1 0 15,-12 0 0-15,-2-2 0 0,0 0 0 0,0 0 0 16,-3 0 0-16,22-1 0 0,-17 0 0 0,1-1 0 15,3 3 0-15,5-2 0 0,-16 2 0 0,26-2 0 16,-14 1 0-16,13-2 0 16,1 2 0-16,-5 0 0 0,-14 1 0 0,30-2 0 15,-8 1 0-15,-1-3 0 0,-2 3 0 0,4-3 0 16,4 3 0-16,-4-1 0 0,-3 1 0 0,5-2 0 16,9 0 0-16,-4 0 0 0,-23 1 0 0,34 0 0 15,-8 0 0-15,-8 0 0 0,-2 3 0 0,1-1 0 16,6 0 0-16,-3 0 0 0,-6 1 0 0,-1-2 0 15,8 2 0-15,-7-2 0 0,-23 3 0 0,23 0 0 16,-18 0 0-16,1 0 0 0,-23 0 0 0,4 0 0 16,-17 0 0-16,15 0 0 15,-15 0 0-15,-6 3 0 0,-16-2 0 0,-2 3 0 16,-14 0 0-16,-1-1 0 0,-12 1 0 0,-3 0 0 16,-8-2 0-16,-6 2 0 0,-5-1 0 0,-6 0 0 15,0 0 0-15,-4-3 0 0,-5 2 0 0,0-2 0 16,-1 0 0-16,0 0 0 0,-1 0 0 0,0 0 0 15,0 0 0-15,-1 0 0 0,1 0 0 0,0-2 0 16,-1-4 0-16,3 1 0 0,-2-3 0 0,0 1 0 16,-2 2 0-16,0-3 0 15,0-1 0-15,0 2 0 0,-11 2 0 0,-15 2 0 16,-22 3 0-16</inkml:trace>
  <inkml:trace contextRef="#ctx0" brushRef="#br0" timeOffset="158677.04">3244 11160 2142 0,'0'0'0'0,"0"0"0"0,0 0 0 0,0 0 0 0,0 0 0 0,2 0 0 0,3 0 0 0,0-2 0 0,2 1 0 0,-2-1 0 0,3 2 124 0,0-2-41 0,-1 2 1 0,0 0 125 16,4 0-89-16,-1 0-39 0,-2 0 119 0,1 0-79 16,4 0-39-16,-5 0 10 15,4 2 90-15,0 0-70 0,1-1-35 0,4-1 0 16,-6 2 68-16,6-2-145 0,-2 0 0 0,3 0 0 15,1 0 0-15,-1 0 0 0,2 0 0 0,-3 0 0 16,4 0 0-16,-2 0 0 0,1 0 0 0,-2 0 0 16,0 0 0-16,-1 0 0 0,2 0 0 0,-1 0 0 15,-2 0 0-15,1 0 0 0,1 0 0 0,-3 0 0 16,5 0 0-16,-1 0 0 0,-1 0 0 0,2 0 0 16,0 0 0-16,0 0 0 15,1 0 0-15,1 0 0 0,5 0 0 0,-2 0 0 16,-5-2 0-16,8 1 0 0,-4-1 0 0,2 2 0 15,1-2 0-15,-1 0 0 0,-1 2 0 0,5-2 0 16,-3 0 0-16,-2 2 0 0,-1 0 0 0,2 0 0 16,-4 0 0-16,4 0 0 0,0 0 0 0,-2 0 0 15,3 0 0-15,1 0 0 0,0 0 0 0,2 0 0 16,0 2 0-16,2-2 0 0,0 0 0 16,4 0 0-16,-1 0 0 0,2 0 0 0,8 0 0 0,-5 0 0 15,3-2 0-15,-5-1 0 16,-2-1 0-16,9-2 0 0,-4 4 0 0,-3-1 0 15,3-1 0-15,0 2 0 0,-4 0 0 0,3 0 0 16,-2 2 0-16,7 0 0 0,-3 0 0 0,1 0 0 16,-2 0 0-16,8 0 0 0,-4 0 0 0,3 0 0 15,-1 0 0-15,1 0 0 0,0 0 0 0,4 0 0 16,-2 0 0-16,-1 0 0 0,2 0 0 16,-1 0 0-16,3 0 0 0,-1 0 0 15,-5 0 0-15,2 0 0 0,0 0 0 0,-2 0 0 16,-4 0 0-16,10 0 0 0,-3 0 0 0,-5 0 0 15,5 0 0-15,-2 0 0 0,3-1 0 0,0-2 0 16,-1 2 0-16,0-3 0 0,-2 0 0 0,1 1 0 16,-3 1 0-16,6-2 0 0,-4 0 0 0,-5 2 0 15,4 0 0-15,-4 0 0 0,-1 1 0 0,10-2 0 16,-6 1 0-16,0 2 0 0,0 0 0 0,-6-2 0 16,10 2 0-16,-5 0 0 0,3-1 0 15,-1-1 0-15,-1 0 0 0,-3 1 0 16,8-4 0-16,-3 1 0 0,2 1 0 0,-3-1 0 15,-2 1 0-15,-6-2 0 0,8 2 0 0,-8 1 0 16,-3-1 0-16,1 1 0 0,0 0 0 0,-4-2 0 16,1 2 0-16,-2 0 0 0,-2 1 0 0,-2-2 0 15,-4 2 0-15,-1-1 0 0,0 0 0 16,-2 0 0-16,-5 0 0 0,-1 0 0 0,-3 0 0 0,-2 0 0 16,-1 2 0-16,-4-2 0 15,-1 1 0-15,-2 1 0 0,-1-2 0 0,-1 0 0 16,0-2 0-16,0-2 0 0,0-1 0 0,-9 1 0 15,-5 1 0-15,0 1 0 0,-10 2 0 0,-3 2 0 16,-7 0-473-16</inkml:trace>
  <inkml:trace contextRef="#ctx0" brushRef="#br0" timeOffset="159883.13">3396 10746 2221 0,'0'0'0'0,"0"0"0"0,0 0 0 0,0 0 0 0,0 0 0 0,0 0 0 0,0 0 0 0,0 0 0 0,0 0 0 0,0 0 0 0,0 0 253 0,0 0-96 0,0 0-64 0,0 0-27 16,5 0 250-16,-2 1-138 15,4-1-69-15,-2 2 234 0,1 0-156 0,3 0-179 16,1-2-8-16,0 2 0 0,2 0 0 0,-1-2 0 15,1 1 0-15,4-1 0 0,-2 0 0 0,4 0 0 16,-1 0 0-16,-1 0 0 0,0 0 0 0,0 0 0 16,-1 0 0-16,0 0 0 0,-2 0 0 0,4 0 0 15,-5 0 0-15,4 3 0 0,-2-3 0 0,-1 1 0 16,2-1 0-16,3 0 0 0,-3 0 0 0,5 0 0 16,-1 0 0-16,1 0 0 15,1 0 0-15,-1 0 0 0,2 0 0 0,-2 0 0 16,0-1 0-16,2-2 0 0,-1 2 0 0,-1 1 0 15,3-2 0-15,1 2 0 0,0 0 0 0,0 0 0 16,3 0 0-16,0 0 0 0,6 0 0 0,-3 0 0 16,1 0 0-16,1 0 0 0,1 0 0 0,0 0 0 15,1-2 0-15,-1 2 0 0,0 0 0 0,-1 0 0 16,0 0 0-16,-1 0 0 0,1 0 0 0,-2 0 0 16,2 0 0-16,1 0 0 15,-1 0 0-15,-1 2 0 0,4 0 0 0,1-2 0 16,-1 0 0-16,4 0 0 0,5 0 0 0,-11 0 0 15,12 0 0-15,-4 0 0 0,2 0 0 0,-1-2 0 16,2 0 0-16,-4 2 0 0,7 0 0 0,-4 0 0 16,2 0 0-16,6 0 0 0,-8 0 0 0,-2 0 0 15,10 0 0-15,-4 0 0 0,0 0 0 0,0 2 0 16,2-2 0-16,1 0 0 0,-3 0 0 0,2 0 0 16,0 0 0-16,1 0 0 15,-8 0 0-15,7-2 0 0,-8 0 0 0,-4 0 0 16,-2 2 0-16,-3 0 0 0,-4-2 0 0,2 2 0 15,-7 0 0-15,0 0 0 0,-5 0 0 0,-1 0 0 16,1 0 0-16,-6 0 0 0,-1 0 0 0,-2 0 0 16,1-1 0-16,-3-2 0 0,1 2 0 0,-2-1 0 15,-2 0 0-15,1 0 0 0,-4-2 0 16,3 1 0-16,-2-1 0 0,0 2 0 0,-2-2 0 0,0 3 0 16,0-4 0-16,0 4 0 15,0 1 0-15,0 0-9 0</inkml:trace>
  <inkml:trace contextRef="#ctx0" brushRef="#br0" timeOffset="160586.41">7059 10729 1148 0,'-9'0'0'0,"1"0"0"0,0-3 0 0,1 2 0 0,-1-1 0 0,3 0 0 0,-2 0 0 0,0 1 0 0,2-1 0 0,-1-1 0 0,4 3 89 0,-3-1-24 0,3-1 223 0,0 2-124 16,1 0-63-16,-2-2-21 0,3 2 296 0,0 0-168 15,0 0-85-15,0 0-42 0,0 0 310 0,0 0-167 16,0 0-97-16,0 0 230 0,0 0-248 16,0 0-109-16,3 0 0 0,4 0 0 15,0 0 0-15,1 0 0 0,3 4 0 0,0-3 0 16,2 2 0-16,0-1 0 0,0 1 0 0,4-1 0 15,0 4 0-15,6-1 0 0,2 3 0 0,3-3 0 16,2 5 0-16,4-2 0 0,-1-1 0 0,5 2 0 16,-1-3 0-16,1 0 0 0,5 1 0 0,-9-3 0 15,11-3 0-15,-12 1 0 0,4-2 0 0,-4 0 0 16,-3 0 0-16,-7 0 0 0,-1 0 0 0,-2 0 0 16,-3 0 0-16,-6 0 0 15,-1 0 0-15,0 0 0 0,-6 0 0 0,0 0 0 16,0 0 0-16,-3 0 0 0,1 0 0 0,0 0 0 15,0 0 0-15,-2 0 0 0,0 0 0 0,0 0 0 16,0 0 0-16,0 0 0 0,0 0 0 0,0 0 0 16,0 0 0-16,0 0 0 0,0 0 0 0,0 0 0 15,0 0-103-15</inkml:trace>
  <inkml:trace contextRef="#ctx0" brushRef="#br0" timeOffset="162802.64">3562 13339 1197 0,'0'0'0'0,"0"-2"0"0,0-2 0 0,0 0 0 0,0 1 0 0,0-1 0 0,0 1 0 0,0 0 0 0,0-1 0 0,0 3 0 0,0-1 130 15,0-2-45-15,-2 2-1 0,2-1-33 0,-1 1 159 16,-2-2-79-16,1 0-27 0,1 1 148 0,-1-1-100 16,-1 0-51-16,1 3 0 0,0-4 107 0,2 1-66 15,0 3-52-15,0-1 1 0,0 0 98 16,0 0-69-16,0 0-34 0,0 0 124 0,0 2-85 15,0 0-53-15,0 0-72 0,0 0 0 0,0-1 0 16,0-3 0-16,0 4 0 0,0-2 0 16,0-1 0-16,4 0 0 0,1-2 0 0,1 0 0 0,-3 0 0 15,2-2 0-15,2 2 0 16,-3-1 0-16,1 0 0 0,-2 0 0 0,1 1 0 16,0-2 0-16,-1 4 0 0,-1 0 0 0,3-1 0 15,0 2 0-15,-2-2 0 0,3 0 0 16,0 2 0-16,1 1 0 0,-1-3 0 0,3 2 0 0,2 0 0 15,-4 0 0-15,1-2 0 0,-1 3 0 0,3-2 0 16,-3 2 0-16,-2-1 0 0,0 0 0 0,-2 0 0 16,2-1 0-16,-2 2 0 15,0-1 0-15,1 2 0 0,-2-2 0 0,1 2 0 16,-1 0 0-16,-1-2 0 0,1 2 0 0,2-1 0 16,-1 1 0-16,3-2 0 0,-3 0 0 0,2 2 0 15,-1-3 0-15,1 2 0 0,2 1 0 0,-1-2 0 16,-1 2 0-16,2-1 0 0,2 1 0 0,0 0 0 15,1 0 0-15,2 0 0 0,-1 0 0 16,0 0 0-16,1 0 0 0,4 0 0 0,-1 0 0 0,0 0 0 16,2 0 0-16,2 0 0 0,-2 0 0 15,3 0 0-15,0 0 0 0,2 0 0 0,3 0 0 0,-2 0 0 16,0 0 0-16,7 0 0 16,-2 0 0-16,1 0 0 0,-1 0 0 0,-1 0 0 15,4 0 0-15,-4 0 0 0,2 0 0 0,-1 0 0 16,-3 0 0-16,-3 0 0 0,4 0 0 0,-2 0 0 15,-3 0 0-15,-1 0 0 0,-1-3 0 0,-3 3 0 16,-1 0 0-16,0 0 0 0,-3-1 0 0,-1 1 0 16,0-2 0-16,-3 0 0 0,1 2 0 0,0-2 0 15,-2 0 0-15,-1-2 0 0,2 3 0 16,-2-5 0-16,2 2 0 0,-4 0 0 16,0 1 0-16,2-1 0 0,-5 1 0 0,4 1 0 15,-3-2 0-15,1 2 0 0,-3-1 0 16,0 3 0-16,0-1 0 0,0 1 0 0,0 0 0 15,0 0 0-15,0 0 0 0,-15 4 0 0,-3 11 0 16,-9 7 0-16</inkml:trace>
  <inkml:trace contextRef="#ctx0" brushRef="#br0" timeOffset="163935.67">5558 13386 1449 0,'-2'-9'0'0,"-2"-4"0"0,2 3 0 0,2 1 0 0,0-3 0 0,0 3 0 0,0-1 0 0,0 3 0 0,0-2 0 0,0 3 0 0,0 1 177 0,2 1-63 15,1 0-33-15,3 3 59 0,-1-2-45 0,2 1 12 16,5 2-58-16,1 0 153 0,-1 0-77 0,6 0-38 15,-1 0 157-15,1 0-86 0,3 2-60 0,-1 1 0 16,4-2 165-16,2-1-107 0,1 0-53 0,-8 0 12 16,9 0-45-16,-1 0-70 0,-3 0 0 15,3 0 0-15,-1 0 0 0,-2 0 0 0,6 0 0 16,-2-1 0-16,2-2 0 0,2 3 0 16,2-2 0-16,2 1 0 0,5-3 0 0,-1 0 0 15,3 0 0-15,0-3 0 0,2 2 0 0,-3 2 0 16,12-1 0-16,-9 1 0 0,5 0 0 0,-2 0 0 15,-1 1 0-15,-6 2 0 0,11 0 0 0,-8 0 0 16,3 0 0-16,1 0 0 0,2 0 0 0,1 0 0 16,2 0 0-16,11 0 0 0,3 0 0 15,2 0 0-15,3 0 0 0,0-2 0 16,6-1 0-16,1-3 0 0,-1-1 0 0,0-2 0 16,0 2 0-16,0 2 0 0,-6 1 0 0,-4 0 0 15,-5 3 0-15,-1 1 0 0,-7 0 0 0,3 0 0 16,-3 0 0-16,2 0 0 0,6 5 0 0,-12-1 0 15,7 0 0-15,-3-1 0 0,-1-1 0 0,0-2 0 16,-5 2 0-16,0-2 0 0,-6 0 0 0,-4 0 0 16,0 0 0-16,-5 0 0 0,-1 0 0 15,-5 0 0-15,-6 0 0 0,1 0 0 0,-4 0 0 16,-4 0 0-16,-1 0 0 0,-5 0 0 16,-2 0 0-16,0-2 0 0,-1 0 0 0,-2-1 0 15,-2 1 0-15,2-4 0 0,-2 2 0 0,-1-1 0 16,1-1 0-16,-2 2 0 0,0 1 0 0,0-1 0 15,0 2 0-15,0 0 0 0,-3 2 0 0,-13 0 0 16,-8 9-69-16,-9 20-887 0</inkml:trace>
  <inkml:trace contextRef="#ctx0" brushRef="#br0" timeOffset="175491.18">23249 9994 2128 0,'0'-2'0'0,"0"-1"0"0,0-3 0 0,0 1 0 0,0 1 0 0,2-2 0 0,0 2 0 0,-1-2 0 0,1-1 0 0,0 1 0 0,0-1 67 0,0 0 64 0,-1-5-46 0,1 3 11 15,1-2-56-15,-1-3 43 0,0 2-1 0,0-1-41 16,-1-1-1-16,1 3 42 0,-2-5-42 0,0 4 1 16,0-2-22-16,0 3 22 0,-5 2-1 0,-4-1 10 15,-1 1 14-15,-1 1-23 0,-3 2-1 0,-1 1-7 16,0 2 7-16,-2 1 10 15,-2 0-9-15,0 2 33 0,-1 0-33 0,-1 0-1 16,-3 4-26-16,5 4 10 0,-5 6 16 0,3 1 1 16,1 2-24-16,1 4 23 0,1 1 1 0,7 1 7 15,-1 8 48-15,3-1-96 0,4 2 0 0,3 2 0 16,2 2 0-16,0 2 0 0,0-3 0 0,6 1 0 16,4-2 0-16,2-4 0 0,2 0 0 15,-1-8 0-15,6 5 0 0,-3-7 0 16,0-4 0-16,2-1 0 0,-1-5 0 0,2-4 0 15,-2-2 0-15,2-4 0 0,-3 0 0 0,4-2 0 16,0-13 0-16,-1-7 0 0,0-7 0 0,1-8 0 16,-3-2 0-16,1-3 0 0,-2-2 0 0,-5 11 0 15,1 0 0-15,-8 8 0 0,3 0 0 0,-5 7 0 16,-1 5 0-16,1 3 0 0,-2 6 0 0,0 2 0 16,0 0 0-16,0 2 0 0,0 0 0 0,0 14 0 15,0 7 0-15,0 3 0 0,0 2 0 16,0 6 0-16,0 0 0 0,2-1 0 15,8 0 0-15,-1-3 0 0,4-3 0 0,1-1 0 16,0-3 0-16,2-6 0 0,-2 1 0 0,2-2 0 16,-4-3 0-16,1-4 0 0,1-1 0 0,-5-2 0 15,3-1 0-15,-2-3 0 0,2 0-416 0,0 0 163 16,0-3 96-16,6-10-486 0,0-6 301 0,5-6 151 16,3-4-551-16</inkml:trace>
  <inkml:trace contextRef="#ctx0" brushRef="#br0" timeOffset="175847.39">22725 9340 3192 0,'-4'-7'0'0,"4"6"0"0,0-2 0 0,4 2 0 0,14-1 0 0,9 2 0 0,6-2 0 0,9 0 0 0,17-1 0 0,-6 2 0 15,19 0 269-15,-8-1-114 0,-2 2-58 0,-9 0-99 0,4 0 41 0,-2 0 11 16,-4 0-10-16,-6 0-204 16,-10 0 103-16,0 3 50 0,-5 3-661 0,-8-4 366 0,-1 1 168 0,-9 0 89 15,-1-3-848-15,-6 0 428 0,-3 0 215 16</inkml:trace>
  <inkml:trace contextRef="#ctx0" brushRef="#br0" timeOffset="176064.61">23392 9054 2801 0,'-16'-14'0'0,"4"3"0"0,5 3 0 0,2 3 0 0,5 1 0 0,0 0 0 0,4 3 0 0,18-1 0 16,5 2 0-16,6 0 0 0,7 7 108 0,2 5 356 0,-5-1-202 0,9 5-117 0,-14 0-52 15,3 2-35-15,-3-1-58 0,-7 2 0 0,-7-3 0 16,-1 2 0-16,-8-1 0 0,-5 1 0 0,-4 2 0 16,0 3 0-16,-18-2 0 0,-9 6 0 0,-8-5 0 15,0 1 0-15,-4-3 0 16,0-3-146-16,5-1 1 0,-1-2 28 0,6 0 52 15,6-3-432-15,2-1 229 0,7 1 114 0,5-3-464 16,8 2 294-16,1 4 142 0,1-2 71 0,20 4-247 16</inkml:trace>
  <inkml:trace contextRef="#ctx0" brushRef="#br0" timeOffset="176604.77">24336 9410 3931 0,'-14'-13'0'0,"5"6"0"15,4-1 0-15,-1 1 0 0,5-1 0 0,1 2 0 0,0 3 0 0,1-3 0 0,20-2 0 0,15 1 0 0,7 3 0 0,19-1 0 0,3 1 0 0,-5-1 0 16,16 4 0-16,-7 1 0 0,-1 0 0 0,-3 0 0 16,-10 0 0-16,3 0 0 0,-6 0 0 0,-8 0 0 15,-10 0 0-15,0 0 0 0,-12 0 0 16,-1 0-613-16,-8 0 170 0,-1 0 202 0,-7 0 101 15,-2 0-213-15,-3 0 158 0,0-11 67 0,-3-8 50 16,-8-3-384-16,-2-5 211 0,-2 1 106 0,-3 0-315 16,3 5 224-16,1-2 124 0,-5 2 38 0,10 5 74 15,-2 2 0-15,5 4 0 0,2 2 269 0,2 2-174 16,2 3-67-16,0-1-33 0,8 4 616 0,11 0-279 16,5 0-86-16,4 0-118 0,3 7 293 0,4 5-191 15,-2 0-96-15,8 2 480 0,-7-1-277 16,3 2-154-16,-2 2-72 0,-3 0 86 15,-2 0-197-15,-5 0 0 0,-7-1 0 0,-3 4 0 16,-5-1 0-16,-3 2 0 0,-7 1 0 0,0 2 0 16,-15 0 0-16,-13 4 0 0,-4 1-514 0,-7-2 189 15,-7-2 173-15,-3 3-404 0,-5 0 249 0,-13-3 139 16,0-2-557-16,-4-6 343 0</inkml:trace>
  <inkml:trace contextRef="#ctx0" brushRef="#br0" timeOffset="176949.5">24826 9549 2626 0,'0'-1'0'0,"0"1"0"0,1 0 0 0,6 1 0 0,3 11 0 0,-1 6 0 0,2 3 0 0,0 5 0 0,1 6 0 0,-3 4 0 0,3 9 383 0,-3-2-171 0,-4 3-87 15,1 0 312-15,-2-2-289 0,-2 10-148 0,-1-5 0 16,-1-1 0-16,0 0 0 0,0-4 0 0,0-8 0 16,-7 0 0-16,-1-4 0 0,1-10 0 0,2-3 0 15,-1-10 0-15,0-1 0 0,0-3 0 16,1-5 0-16,-1 0 0 0,4-10 0 15,2-8 0-15,0-1 0 0,2-1 0 0,9-1 0 16,7 3 0-16,0 3 0 0,6 0 0 0,3 5 0 16,1 2 0-16,4 7 0 0,0 1 0 0,-2 0 0 15,0 3 0-15,-2 10 0 0,-1 6 0 0,-5 2 0 16,-5 2 0-16,-4 3 0 0,-7 1 0 0,-4-4 0 16,-2 4 0-16,0-3 0 0,-18-2 0 0,-4-1 0 15,-2-1 0-15,-6-5 0 16,-4-3 0-16,-8-3 0 0,3-5 0 0,0-4 0 15,5 0 0-15,-2 0 0 0,7-4 0 0,11-11 0 16,1 0 0-16,6-11 0 0,9 0 0 0,2-8-203 16,17-7 42-16,21-6 61 0,10 1-961 0</inkml:trace>
  <inkml:trace contextRef="#ctx0" brushRef="#br0" timeOffset="177173.69">26275 9462 3931 0,'-15'-15'0'0,"8"12"0"0,7-1 0 0,0 3 0 0,0-3 0 0,0 1 0 0,3-1 0 0,17 0 0 0,9-2 0 0,9 1 0 0,12 2 0 0,1 1 0 16,7-1 0-1,9 1 0-15,-4-1 0 0,-11 3 0 0,8-1 0 0,-4 1 0 0,-3 0 0 16,-2 0 0-16,-6 0-145 0,-10 0 24 0,1 0 79 15,-10 0-987-15,-3 1 501 0,-8-1 245 0,-2 0 122 16</inkml:trace>
  <inkml:trace contextRef="#ctx0" brushRef="#br0" timeOffset="177347.86">26913 9218 2958 0,'-4'-1'0'0,"4"1"0"0,3 0 0 0,13 0 0 0,10 0 0 0,4 0 0 0,4 4 0 0,2 5 0 0,0 3 0 0,1 0 0 0,5 5 275 0,-12-1-119 15,5 0-50-15,-5 3-38 0,-5-1 1 0,-4 3-32 16,-8 2 1-16,-8 0 0 0,-4 5-440 0,-1 0 215 16,-19 8 112-16,-11-4-575 0,-8 1 328 0,-11 7 175 15,5-8-29-15,-18 7-507 0,-1 1 323 0</inkml:trace>
  <inkml:trace contextRef="#ctx0" brushRef="#br0" timeOffset="177564.04">26926 9996 2163 0,'16'0'0'0,"-2"-4"0"0,-4-1 0 0,-2-8 0 0,-5 0 0 0,-3-1 0 0,0 1 0 0,-7 0 0 0,-10-2 0 0,-6 6 0 0,-5-1 77 15,-6 6 377-15,-7 3-213 0,-2 1-102 0,-3 1 225 16,2 15-164-16,-2 3-81 0,11-1-31 0,-5 10-2 16,16-3-86-16,1 5 0 0,9 2 0 0,6 3 0 15,6 2 0-15,2 5 0 16,2-2 0-16,15-1 0 0,5-2 0 0,8 0 0 15,6-4 0-15,3-3 0 0,5 0 0 0,2-3 0 16,4-5 0-16,0-2 0 0,12-1 0 0,-2-5-977 16</inkml:trace>
  <inkml:trace contextRef="#ctx0" brushRef="#br0" timeOffset="177697.28">27682 10507 3075 0,'-2'-7'0'0,"2"6"0"0,0-2 0 0,0 1 0 0,0 2 0 0,0-2 0 0,0 2 0 0,0-2 0 0,2 2 0 0,8 0 0 0,8 0-78 0</inkml:trace>
  <inkml:trace contextRef="#ctx0" brushRef="#br0" timeOffset="178080.62">28268 9460 3506 0,'-11'-10'0'0,"6"8"0"0,5 2 0 0,0 0 0 0,0-1 0 0,18-2 0 0,15 1 0 0,9-1 0 0,18-3 0 0,13-2 0 0,0 2 201 0,5 0-82 0,0 1-39 0,-2 2-273 0,-6-2 116 16,-9 4 68-16,10-1 19 0,-18 0-285 16,0 2 156-16,-3 0 80 0,-13 0-773 0,3 0 426 15,-7 0 70-15</inkml:trace>
  <inkml:trace contextRef="#ctx0" brushRef="#br0" timeOffset="178239.9">29011 9221 2667 0,'-12'-14'0'16,"5"9"0"-16,7-1 0 0,0 0 0 0,9-1 0 0,19 5 0 0,9 0 0 0,3 2 0 0,8 0 0 0,-1 4 0 0,0 7 183 0,-2 6-72 0,-5 4 192 0,-10-2-133 0,4 2-55 0,-10 7-43 15,-4-2-454-15,-8 3 211 16,-6 4 105-16,-6 3-297 0,0 2 211 0,-21 6 90 0,-8 1 51 16,-11 6-803-16</inkml:trace>
  <inkml:trace contextRef="#ctx0" brushRef="#br0" timeOffset="178619.55">28933 10057 2496 0,'-3'6'0'16,"1"-1"0"-16,2-5 0 0,0 0 0 0,0 0 0 0,2-8 0 0,4-6 0 0,2-6 0 0,1-2 0 0,-4-1 0 0,3-1 469 0,-4-2-214 0,-3 5-99 0,-1-4-63 0,0 3 24 0,0 2-39 16,-8 2 0-16,-7 4-102 0,-1 6 26 0,-10 4 1 15,-4 4 36-15,-8 4-103 16,-2 18 52-16,2 9 35 0,-1 3-9 0,3 8 48 15,6 4-23-15,6 1 0 0,6-3 29 0,8-2-68 16,7 5 0-16,3-11 0 0,0 1 0 0,8-5 0 16,13-5 0-16,0-5 0 15,9-4 0-15,2-8 0 0,1-4 0 0,5-6 0 0,-3 0 0 0,0-12 0 16,-2-7 0-16,-5-6 0 0,-1-2-30 0,-5-3-36 16,-2 4 9-16,-10 3-5 0,-2 2 7 15,-3 4-10-15,-3 6 300 0,-1 2-135 16,-1 3-100-16,0 4 0 0,0 2 0 0,-3 0 0 15,-3 8 0-15,2 12 0 0,1 5 0 0,3 3 0 16,0 4 0-16,0 0 0 0,11 1 0 0,2 0 0 16,6-4 0-16,1-1 0 0,2-3 0 0,3-3 0 15,3-6-46-15,1-3-233 0,2-4 125 0,3-5-488 16,7-1 307-16,2-3 148 0,8-3 74 0,10-15-475 16,19-14 274-16</inkml:trace>
  <inkml:trace contextRef="#ctx0" brushRef="#br0" timeOffset="178800.99">30117 9513 3569 0,'-16'-13'0'0,"9"10"0"0,4 1 0 0,1-3 0 0,0 4 0 0,2-1 0 0,0 0 0 0,10 0 0 0,12 1 0 15,11 1 0-15,15 0 362 0,6 0-362 0,17 0 0 0,-9 0 0 0,5 0 0 0,-4 0 0 16,-10 0 0-16,4 0 0 0,-3 3 0 0,-7 2-349 15,-3 4-6-15,-9-3 198 0,5 2-913 0,-9-6 521 16,-5 1 254-16</inkml:trace>
  <inkml:trace contextRef="#ctx0" brushRef="#br0" timeOffset="178959.02">30862 9332 2787 0,'-9'-19'0'0,"4"7"0"0,4 3 0 0,-1-1 0 0,2 3 0 0,0 0 0 0,8 3 0 0,16 2 0 0,-1 2 0 0,7 0 0 0,2 0 214 0,9 13 287 0,-11 0-231 0,5 6-115 15,-5 2-151-15,-5-1-64 0,-10 1 13 0,4 7 38 16,-14 0-261-16,-5 1 155 0,0 2 77 0,-24 5 39 16,-7-4-681-16,-11 2 285 0,-11 3 204 0,-2-6 103 15,-5-1-722-15</inkml:trace>
  <inkml:trace contextRef="#ctx0" brushRef="#br0" timeOffset="179285.79">30499 9732 2709 0,'0'0'0'0,"0"0"0"0,8 0 0 0,5 1 0 0,1 6 0 0,2 9 0 0,-2 3 0 0,-1 5 0 0,-3 8 0 0,-5 8 0 0,-3 2 443 0,-2 3-201 0,0 4-102 0,-9 1 257 16,-4-9-397-16,-4 9 0 0,1-9 0 15,-1-8 0-15,2 2 0 0,-1-5 0 0,7-7 0 0,-4-1 0 16,8-8 0-16,0-5 0 0,3-3 0 0,0-5 0 16,2-1 0-16,0-1 0 0,4-17 0 15,14-2 0-15,2-3 0 0,5 1-128 16,3-1-19-16,4 5 59 0,1 0 163 0,1 7-57 15,-2 6-29-15,-4 3 0 0,-5 2 220 0,0 0-126 16,-3 9-83-16,-5 6 0 0,-3 4 0 0,-5 2 0 16,-1 1 0-16,-6 4 0 0,0-1 0 0,-13-1 0 15,-4 0 0-15,-8 0 0 0,-3-4 0 0,-2-2 0 16,-2-3 0-16,-1-3 0 0,1-5 0 0,-1-2 0 16,1-5 0-16,4 0 0 15,5 0 0-15,3-2 0 0,6-10 0 0,4-7 0 16,7-7-31-16,3-9-430 0,22-18 211 0,18-2 106 15,24-22 52-15</inkml:trace>
  <inkml:trace contextRef="#ctx0" brushRef="#br0" timeOffset="179462.3">31596 9497 3931 0,'18'-14'0'0,"-6"9"0"0,-3 1 0 0,-1-2 0 0,2 1 0 0,0 2 0 0,6-1 0 16,3 2 0-16,11 0 0 0,13 2 0 0,1 0 0 0,9 0 0 0,2 4 0 0,11 3 0 0,-4 1 0 15,1 1 0-15,-6-2 0 0,3 3 0 0,8-1 0 16,-19-2 0-16,6 2-11 0,-6-2-26 0,-10-3-512 16,-1-3 271-16,-13-1 156 0,-3 0-971 0,-9-9 527 15,-11-16 263-15</inkml:trace>
  <inkml:trace contextRef="#ctx0" brushRef="#br0" timeOffset="179635.36">32399 9340 2824 0,'-15'-16'0'0,"7"7"0"0,5 4 0 0,3 1 0 0,0-1 0 0,11 4 0 0,16-2 0 0,3 3 0 0,11 3 0 0,-7 7 0 0,11 2 826 16,-4 3-545-16,-1 3-281 0,-1 3 0 0,-9-4 0 0,-2 3 0 16,-5 0 0-16,-9-3 0 0,-1 1 0 0,-8-1 0 15,-5 3 0-15,-2-4 0 0,-23 1 0 0,-13 2 0 16,-8-2-497-16,-14 3 146 0,1-3 165 16,-32 8 15-16,5-1-245 0,-5 4 189 0,6 4 94 15,27-4-702-15,19-7 388 0</inkml:trace>
  <inkml:trace contextRef="#ctx0" brushRef="#br0" timeOffset="179843.5">32424 10081 3444 0,'2'0'0'0,"0"0"0"16,-1 0 0-16,1-2 0 0,-2 1 0 0,0-8 0 0,-2 0 0 0,-10-2 0 0,-9-1 0 0,-7 0 0 0,-11-5 487 0,-5 7-487 0,-3 4 0 0,-7 4 0 0,-9 2 0 15,13 6 0-15,0 13 0 16,9 6 0-16,14 1 0 0,-2 11 0 0,13 0 0 15,11 2 0-15,5 10 0 0,0-7 0 0,5 1 0 16,16-1 0-16,4-4 0 0,10-3 0 0,4-5 0 16,4-1 0-16,5-1 0 0,6-6 0 0,-1-1 0 15,4-3 0-15,8-1 0 0,-2 0-1124 0</inkml:trace>
  <inkml:trace contextRef="#ctx0" brushRef="#br0" timeOffset="179970.19">32945 10639 3931 0,'0'-20'0'0,"2"19"0"0,8-1 0 0,-6 0 0 0,-2 0 0 0,-1 0 0 0,-1 0 0 0,0 1 0 0,0-1 0 0,0-2 0 0,-3-1 0 0,-11 1 0 0,-11 2 0 0</inkml:trace>
  <inkml:trace contextRef="#ctx0" brushRef="#br0" timeOffset="194508.16">22798 10879 1544 0,'-4'-17'0'0,"1"8"0"0,1 5 0 0,2-2 0 0,0 1 0 0,0 1 0 0,0-2 0 0,0 1 0 0,0 1 0 0,0 0 0 0,0 3 109 0,0-3 117 0,0 1-87 16,3 0-43-16,1 1-1 0,3 0 24 0,1 0-14 15,2 0-53-15,2 2 96 0,2-2-49 0,1 2 1 16,4 0-35-16,5 0 125 0,3 0-70 0,-2-1-33 0,7-1 114 15,3 0-74-15,0-2-24 16,8-2-13-16,-2-1 26 0,5 0-116 0,-2-1 0 16,9 0 0-16,2 1 0 0,9-1 0 0,0 3 0 15,8-1 0-15,8 2 0 0,14 1 0 0,-11 0 0 16,32 2 0-16,12-1 0 0,6 2 0 0,12 0 0 16,13 0 0-16,15 0 0 0,40 0 0 0,-8 0 0 15,6 6 0-15,12 1 0 0,-5 2 0 16,-2 1 0-16,-6-3 0 0,-17 2 0 0,-19 0 0 15,-28-4 0-15,-5 4 0 0,-31 1 0 16,-3-3 0-16,-24 2 0 0,-3 1 0 0,-17-2 0 16,-13-3 0-16,-6 1 0 0,-8-2 0 0,-13-2 0 15,-4-1 0-15,-6-1 0 0,-6 0 0 0,-4 0 0 16,-1 0 0-16,0-1 0 0,-2-5 0 0,0-4 0 16,-7 1 0-16,-9 2 0 0,-7-1 0 0,-18 6 0 15,-19 2-214-15</inkml:trace>
  <inkml:trace contextRef="#ctx0" brushRef="#br0" timeOffset="196431.57">24805 11086 2353 0,'-9'-7'0'0,"4"2"0"0,-1-1 0 0,5 2 0 0,-1 4 0 0,2-3 0 0,0 0 0 0,0 2 0 0,3 1 0 0,10 0 0 0,6 0 59 16,6 0 93-16,5 0-53 0,9 0-1 0,4 0 21 16,8 0 1-16,15 0-61 0,3 1 14 15,21 2 118-15,6 0-66 0,11-3-1 0,25 0 30 0,7 3-48 16,15-3-7-16,37 1-99 15,-9-1 0-15,17 3 0 0,17-3 0 0,4 2 0 16,15-2 0-16,29 0 0 0,-17 0 0 0,10 0 0 16,-11 0 0-16,11 0 0 0,-41-2 0 0,1-1 0 15,-18 2 0-15,-25 1 0 0,-41 0 0 0,1 0 0 16,-27 0 0-16,-3 0 0 0,-26 4 0 0,-8-1 0 16,-20 1 0-16,-12-1 0 0,-12-1 0 0,-7 1 0 15,-10-2 0-15,-4-1 0 0,-4 0 0 0,-1 0 0 16,0 0 0-16,-9 0 0 15,-8 0 0-15,-10 2 0 0,-10 8 0 0,-17 10 0 16,-15 14 0-16,-37 28-103 0</inkml:trace>
  <inkml:trace contextRef="#ctx0" brushRef="#br0" timeOffset="197682.73">26859 11457 1475 0,'-15'-4'0'0,"2"-1"0"0,3 1 0 0,-1 1 0 0,1-1 0 0,-1-2-3 0,4 1-1 0,-1 1 1 0,2 2 1 0,3 0 1 0,1 0 103 0,2 0 14 0,0 2 120 0,0 0-90 16,0 0-43-16,0 0 0 0,0 0-100 0,8 4 15 16,12 4 41-16,5-3 0 0,10 5 93 0,8-3-47 15,17 0 1-15,7-3 57 0,11 1-59 0,22-4 0 16,0-1-46-16,13 0 61 15,29 0-60-15,-2 0 14 0,38 0-7 0,-7-1-7 16,14-2 0-16,12-1-1 0,3 2-49 0,13 0 64 16,5 1-14-16,-9-2 0 0,-3 3-102 0,-7 0 50 15,-18 0-6-15,-36 0-108 0,5 0 65 0,-19 0 16 16,-32 0 0-16,-3 0-1 0,-21 0 48 0,-7 3-22 16,-6-2 80-16,-11 1-70 0,-12 0 5 0,-1-2-9 15,-11 0 56-15,-6 0 3 16,-5 0-48-16,-5 0 15 0,-3 0-28 0,-6 0-3 15,0 0 0-15,1 0 0 0,-3 0 0 0,0 0 0 16,0 0 0-16,-3 16-866 0,-19 17 219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3:08:18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17076 5046 2601 0,'-27'-2'-1'0,"6"2"0"0,4 0 0 0,4 0 0 0,4 2 1 0,3 0-1 0,4-2 0 0,2 1 1 0,0-1 0 0,0 0-1 0,8 0 386 0,16 0-179 16,6 0-85-16,10-1-41 0,3-5 162 15,-4 1-93-15,14-3-61 0,-6 4-26 0,0-1-58 16,-4 3-4-16,-7 1 0 0,3-2 0 0,-2 2 0 15,-1 1 0-15,-4 0 0 16,0 0 0-16,-6 0 0 0,-3 0 0 0,0 0 0 0,-5 0 0 0,-3 0 0 16,-5 0 0-16,-1 0-49 0,-1 0-246 0,-4 0 101 15,-3 0-632-15,1 0 395 0,0 0 196 0,-2 0 99 16,0 0-258-16,0-9 183 0</inkml:trace>
  <inkml:trace contextRef="#ctx0" brushRef="#br0" timeOffset="158.68">17616 4792 2461 0,'-9'-11'0'0,"2"5"0"0,4 1 0 0,1 1 0 0,0 2 0 0,2 0 0 0,0 0 0 0,2 2 0 0,12 0 0 0,2 0 0 0,3 0 292 0,2 0-118 0,-1 4 327 15,1 2-232-15,-2 1-117 0,0 1-70 16,0-1-82-16,-5 1 0 0,-2 2 0 0,-3 1-423 0,-3 2 214 16,-5 5 122-16,-1 5 63 0,0 5-762 15,-14 8 336-15,-7-1 224 0,-2 9 6 16</inkml:trace>
  <inkml:trace contextRef="#ctx0" brushRef="#br0" timeOffset="561.49">17487 5577 2481 0,'0'2'0'0,"0"-2"0"0,0 0 0 0,0-2 0 0,0-9 0 0,0-7 0 0,1-3 0 0,3-3 0 0,1-1 0 0,-3-1 0 0,0 5 148 0,-2-3-56 0,0 1 6 0,0 0-36 15,-9 1 1-15,-7 4-27 0,2 4 54 0,-5 0-18 16,-3 7-9-16,-3 3-26 0,-1 4 154 0,-2 0-77 16,-1 11-38-16,-1 11 58 0,-3 10-53 0,6 1-1 15,3 4-67-15,2-1-13 0,8-4 0 0,1 8 0 16,8-5 0-16,3-3 0 0,2-3 0 16,0-3 0-16,11-5 0 0,6-4 0 15,7-2 0-15,1-8 0 0,5-4 0 0,0-3 0 16,0 0 0-16,0-1 0 0,-4-8 0 0,-1-6 0 15,-5 0-103-15,-1-5-16 0,-3 2 10 16,-2 3 28-16,-5 0 235 0,-2 2-96 0,-2 3-47 0,-1 5-24 16,-2 1 215-16,-2 2-202 0,1 0 0 0,-1 2 0 15,2 0 0-15,-2 8 0 0,2 4 0 0,0 6 0 16,1-1 0-16,1 3 0 0,2-1 0 0,2 3 0 16,-1-1 0-16,2-2 0 0,3 0 0 0,-1-3 0 15,0 1 0-15,3-3 0 0,0-3-238 16,2-3-231-16,2-4 221 0,1-4 106 15,7 0-696-15,5-15 401 0,-1-10 200 0</inkml:trace>
  <inkml:trace contextRef="#ctx0" brushRef="#br0" timeOffset="726.7">18193 5271 3897 0,'11'-11'-1'0,"-2"3"0"0,-3 3 1 0,-4 3 0 0,0 2 0 0,-2 0 0 0,0 5 0 0,-7 11 0 0,0-1 0 0,-6 6 0 0,0 1 36 16,-4 6-36-16,-4 2 0 0,-5 8 0 0,2-3 0 15,0 1 0-15,1 0 0 0,4-6 0 0,-1 4 0 16,-1-2 0-16,2-3 0 0,-1 1 0 0,-1-2 0 16,0 0-27-16,4-11-1179 0,4-1 591 15,5-9 278-15</inkml:trace>
  <inkml:trace contextRef="#ctx0" brushRef="#br0" timeOffset="878.4">17950 5316 3931 0,'8'-13'0'0,"-1"2"0"0,3 4 0 0,-3 4 0 0,2 3 0 0,3 0 0 0,-1 6 0 0,4 13 0 0,0 2 0 0,2 1 0 0,-2 2 0 16,3 5 0-16,-2-1 0 0,1 2 0 0,0-2 0 0,2-2 0 15,-3 1 0-15,3-3 0 0,-2-5 0 0,4 3-257 16,0-6-142-16,-1-1 217 0,8-6-998 16</inkml:trace>
  <inkml:trace contextRef="#ctx0" brushRef="#br0" timeOffset="1053.09">18510 5100 3643 0,'-7'-1'0'16,"5"-1"0"-16,0 0 0 0,2 2 0 0,0 0 0 0,4 0 0 0,10 0 0 0,9 2 0 0,3 1 0 0,5 2 0 0,2 1 209 0,5 1-130 0,7-4-362 15,-11 1 133-15,5 0 92 0,-2-1 47 0,-1 4-322 16,-2-4 192-16,-1 3 84 0,-4-5-881 0,1 2 453 15</inkml:trace>
  <inkml:trace contextRef="#ctx0" brushRef="#br0" timeOffset="1552.96">19000 4907 2605 0,'0'-15'0'0,"0"0"0"0,9 2 0 0,5 1 0 0,1 3 0 0,7 0 0 0,1 3 0 0,1 4 0 0,2 1 0 0,-1 1 0 0,5 0 110 0,-5 0 199 0,-4 1-137 0,-1 9-69 15,-1-3-34-15,-7 4-118 0,-1 1 38 0,-6 3 22 16,-5 1-153-16,0 5 88 0,-10 2 44 0,-10 0 32 16,-5 2-498-16,-7 6 239 0,-1-3 133 0,-3 0-88 15,-4-1-410-15,5-7 275 16,-12 3 150-16,5-7-250 0,-1-3 196 0,-2-3 98 0,9-6 1 0,10-2 62 16,2-2 43-16,5 0 27 15,8 0 0-15,1 0 0 0,4-2 0 0,5-2 0 16,1 3 160-16,0 1-114 0,1 0-41 0,10 0 463 15,-2 13-243-15,0 5-41 0,0 7-90 0,-3 2 543 16,-2 8-302-16,-2 6-149 0,-2 0 327 0,0-3-230 16,0 8-129-16,-10-4-59 0,2-9 161 0,1 3-111 15,-2-6-54-15,1-5-37 0,-1-3-54 16,1-1 0-16,1-6 0 0,1-7 0 0,2-1 0 0,2-4 0 16,0 0 0-16,1-3 0 0,1 0 0 15,0-4 0-15,1-12-10 0,11 0 0 16,6-7-28-16,5 4 28 0,2 4-71 0,3-3 40 15,2 7 6-15,2 1 0 0,0 6 105 0,-4 2-36 16,-2 2 0-16,-5 0 19 0,0 10-23 0,-7 4 1 16,-2 2-23-16,-6 3-8 0,-5 1 0 0,-1 1 0 15,-1 4 0-15,-15-3 0 0,-2-1 0 16,-7-1 0-16,1-1 0 0,-5-4 0 16,-1-3 0-16,6-7 0 0,-10 1 0 0,6-5 0 15,2-1 0-15,5 0 0 0,0-4 0 0,5-10 0 16,2-3 0-16,7-6-724 0,5-4 262 0,2-4 213 15,6-3-375-15</inkml:trace>
  <inkml:trace contextRef="#ctx0" brushRef="#br0" timeOffset="2263.96">19586 5186 3007 0,'-15'-1'0'0,"6"1"0"0,7 0 0 0,2 0 0 0,0 1 0 15,0 5 0-15,11 1 0 0,10-4 0 0,5 0 0 0,11 2 0 0,5-4 212 0,7 1-78 0,0-2-250 0,-1 0 76 16,3 0 38-16,-1 0 1 0,-6 0-241 0,-8 0 148 0,3 0 61 0,-1 7 35 16,-8 3-921-16</inkml:trace>
  <inkml:trace contextRef="#ctx0" brushRef="#br0" timeOffset="2412.92">19613 5550 3805 0,'-48'3'0'0,"16"9"0"0,11-3 0 0,3-2 0 0,9-2 0 0,7-2 0 0,2-1 0 0,0-1 0 0,8 4 0 0,14-3 0 0,19-1 126 0,9-1-126 0,13 0 0 16,1 0 0-16,4 0 0 15,-8 0-208-15,16-1-167 0,-5-1 206 0,-4 2 102 16,2 0-506-16</inkml:trace>
  <inkml:trace contextRef="#ctx0" brushRef="#br0" timeOffset="2739.3">21215 4023 3418 0,'-27'-36'0'0,"5"17"0"0,7 12 0 0,3 3 0 0,5 3 0 0,0 1 0 0,-2 0 0 0,-2 0 0 0,4 20 0 0,0 10 0 0,0 13 130 15,0 25-51-15,4 20 225 0,3 7-304 0,0 29 0 16,0 8 0-16,1 16 0 0,8 8 0 0,-4 6 0 16,-1 0 0-16,-2 19 0 0,-2-38 0 15,0 9 0-15,0-1 0 0,-4-9 0 0,-2-9 0 16,0-26 0-16,2 4 0 0,3-20 0 0,1 10 0 15,0-26 0-15,0-4 0 0,0-13 0 0,0-2 0 16,0-17 0-16,0-6 0 0,0-12 0 0,0-10 0 16,0-6-451-16,0-5 183 0,0-12 106 0,0-34-486 15,0-21 306-15,3-29 152 16,13-32-627-16</inkml:trace>
  <inkml:trace contextRef="#ctx0" brushRef="#br0" timeOffset="2967.87">21721 4081 3438 0,'-14'-12'0'0,"8"10"0"0,6 1 0 0,0 1 0 0,0 0 0 0,11 0 0 0,16-2 0 0,10 0 0 0,9 0 0 0,16-2 0 0,7 0 196 15,9 1-84-15,16-3-38 0,-5 2-113 16,-3-1 37-16,-13 2 1 0,-6-1 46 0,0 0-377 0,-10 2 185 15,-16 2 91-15,-6 0 46 0,-10 0-223 0,-11 0 143 16,-4 0 59-16,-6 0-803 0,-4 3 398 16,-7-3 201-16,-16 0 99 0,-4 0-378 0</inkml:trace>
  <inkml:trace contextRef="#ctx0" brushRef="#br0" timeOffset="3134.73">22490 3764 1929 0,'12'-14'0'0,"2"7"0"0,7 2 0 0,-1 2 0 0,7 3 0 0,-1 0 0 0,2 4 0 0,1 7 0 0,-1 3 0 0,-2 1 0 0,-6 2 600 0,-2-1-282 0,-6 4-141 0,0-1-61 16,-8 5 30-16,-2-1-54 0,-2 4-29 0,-8 1 1 16,-13 4-360-16,-1-5 175 0,-12 6 75 0,2-3-545 15,-2-2 313-15,1-1 157 0,-1-4 60 16,4-5-350-16,-2 0 114 0,0-2 131 16,-2-3-334-16,1-3 232 0</inkml:trace>
  <inkml:trace contextRef="#ctx0" brushRef="#br0" timeOffset="3277.24">22270 4284 2273 0,'-23'9'0'0,"3"4"0"0,3 4 0 0,1 4 0 0,2-1 0 0,3 4 0 0,2 4 0 0,1 3 0 0,6 1 0 0,0 3 0 0,2 1 126 0,0-2 594 0,5 0-342 16,7-3-161-16,3 2-96 0,-1-5-25 0,0-2-96 15,2-3 0-15,-5-7 0 0,0 4 0 0,0-8 0 16,0-2 0-16,-3-4-655 0,2-3 335 0,-1-3 178 16,2 0 98-16,1-16-826 15,2-13 417-15,3-8 208 0</inkml:trace>
  <inkml:trace contextRef="#ctx0" brushRef="#br0" timeOffset="3405.9">22332 4231 3805 0,'-16'-10'0'0,"0"7"0"0,7-1 0 0,-3 3 0 0,7 1 0 0,-1 0 0 0,4 0 0 0,2 0 0 0,0 0 0 0,0 1 0 0,4 9 126 0,7 0-126 0,1-2 0 16,4 4-131-16,2-3-36 0,4 2 96 15,2-1 55-15,1-3-1052 0</inkml:trace>
  <inkml:trace contextRef="#ctx0" brushRef="#br0" timeOffset="3635.35">23667 3872 3931 0,'-16'-8'0'0,"9"5"0"0,5 1 0 0,-1 0 0 0,2 0 0 0,1 2 0 0,0 0 0 0,1-1 0 0,16 1 0 0,8 0 0 0,9 0 0 0,7 0 0 15,4 0 0-15,3 1 0 0,2 3-213 0,-8 0-124 0,13 2 182 16,-7 0 96 0,-6-3-538-16,-1 1 299 0,-4 1 148 0</inkml:trace>
  <inkml:trace contextRef="#ctx0" brushRef="#br0" timeOffset="3801.8">24306 3600 3268 0,'0'-6'0'16,"4"4"0"-16,9 1 0 0,0 1 0 0,3 0 0 0,2 0 0 0,3 11 0 0,2 3 0 0,-3 2 0 0,-1 1 0 0,-2 3 194 0,-6-1-71 0,2 9-167 0,-7-3 40 15,-6 3 0-15,0-1-608 0,-8 4 324 0,-17 1 171 16,-7 2 72-16,-1-4-686 0,-3-1 375 0,-3 0 187 15</inkml:trace>
  <inkml:trace contextRef="#ctx0" brushRef="#br0" timeOffset="4018.37">23940 4143 2925 0,'-2'5'0'0,"2"9"0"0,0-2 0 0,3 2 0 0,6 3 0 0,-2 2 0 0,2 3 0 0,3 6 0 0,-5 3 0 0,-1 1 0 0,-1 2 237 0,-1 2-100 16,-3 0-42-16,1 2 442 0,-2-1-537 0,0 1 0 0,0 1 0 15,-3-2 0-15,-4 1 0 0,-1-4 0 16,3 1 0-16,-4-6 0 0,4-2 0 0,-2-6 0 0,0-1 0 16,-4-4 0-16,1-8 0 0,-3-1-116 15,-4-3-72-15,-6-4 93 0,3 0-94 0,-9-9-145 16,3-10 149-16,-6-7 75 0,2-3-379 16,0-7 227-16,2-10 104 0,-1-14 66 15,10-7-514-15</inkml:trace>
  <inkml:trace contextRef="#ctx0" brushRef="#br0" timeOffset="4122.78">23686 4036 2648 0,'9'-12'0'0,"2"11"0"0,1 1 0 0,-3 0 0 0,3 0 0 0,-1 4 0 0,3 5 0 0,-1 1 0 0,2 2 0 0,5 3 0 0,-3-1 124 0,10 2-49 0,-2-1 0 16,5-1-40-16,9 0-843 0</inkml:trace>
  <inkml:trace contextRef="#ctx0" brushRef="#br0" timeOffset="4298.96">24821 3884 3432 0,'0'-8'0'0,"4"1"0"0,11 1 0 0,0 2 0 0,4-1 0 0,3 1 0 0,6 2 0 0,0 0 0 0,4 1 0 0,0 1 0 0,10 0 76 0,-3 0 9 16,14 0-49-16,-7 3-692 0,2 3 345 0,-5 1 174 0</inkml:trace>
  <inkml:trace contextRef="#ctx0" brushRef="#br0" timeOffset="4846.42">25341 3666 2743 0,'0'-6'0'0,"4"4"0"0,14 0 0 0,1 0 0 0,2 2 0 0,2 0 0 0,1 0 0 0,1 8 0 0,4 5 0 15,-2 0 0-15,-2 2 378 0,-3 1-171 0,-7 3-77 0,-1-1-51 0,-3 2-318 0,-8 0 137 16,-3 5 69-16,0 0-498 0,-15-1 278 0,-9-1 145 16,-2 0 72-16,-7-3-619 0,2-3 315 0,-3 0 119 15,-2-3-197-15,4-6 191 0,-2 0 96 16,4-5 48-16,7-3-15 16,-1 3 36-16,5-3 62 0,1 0 0 0,2 0 24 0,4 0-35 15,0 1-2-15,3 4 438 0,2 1-248 16,1 4-106-16,0 4-54 0,2 4 652 0,-1 6-322 15,0 5-118-15,2 4 389 0,-2 6-292 0,1 1-144 0,-2 2-74 16,0-3 257-16,1-5-156 0,-2 3-92 16,-1-3-46-16,-2-4-71 0,3-2 0 0,-2-4 0 15,-1-5 0-15,1-1 0 0,0-3 0 0,-2-4 0 16,4-4-35-16,0-3-12 0,2 0 50 0,1-4-106 16,-3 0 68-16,6-2 33 0,1-7-58 0,0-8-50 15,0-2 18-15,12-2 13 0,3 2 9 16,7 1 15-16,2 4 0 0,3-2 24 0,3 6 56 15,0 2-17-15,0 6-1 0,-3-1 131 0,-4 3-74 16,-2 0-29-16,-3 4-24 0,-2 7 28 0,-7 0-1 16,-5 2-24-16,-3 2-11 0,-1 0-23 0,-1 1 2 15,-18-2 46-15,0-1-18 0,-4-3-24 0,-2-2 1 16,0-3 16-16,4-5-16 16,-1 0 2-16,2 0 14 0,0 0-31 0,6-9 32 15,1-3-16-15,9-1 7 0,2-2 27 0,2 0-25 16,0 2 7-16,2 0-5 0,7 2-16 0,4 3 16 15,4 1 1-15,1 6 0 0,4-2-138 0,4 3 66 16,-2 0 28-16,-1 3-487 0,5 7 253 0,2 1 121 16,-2 3 60-16,4-1-286 0,2-2 174 0</inkml:trace>
  <inkml:trace contextRef="#ctx0" brushRef="#br0" timeOffset="5136.22">26299 3446 3841 0,'0'-16'0'0,"2"4"0"0,0 6 0 0,-2 3 0 0,0 0 0 0,0 3 0 0,0 0 0 0,0 0 0 0,-2 19 0 0,-7 15 0 0,-3 11 90 0,1 12-90 0,-5 20 0 0,2 14 0 16,1 4 0-16,0 6 0 0,5 10 0 15,1 9 0-15,-1 15 0 0,1-8 0 0,3 9 0 16,-2 5 0-16,-1 7 0 0,-1 2 0 0,-1 5 0 15,-4 23 0-15,-1-31 0 0,0 18 0 0,-6 23 0 16,8-35 0-16,-4 34 0 0,5-40 0 16,0 36 0-16,1-37 0 0,1 9 0 0,-3-3 0 15,2-6 0-15,-3-8 0 0,-1-12 0 0,0-24 0 0,-2 3 0 16,2-24 0-16,-4-4-450 16,5-18 11-16,0-7 201 0</inkml:trace>
  <inkml:trace contextRef="#ctx0" brushRef="#br0" timeOffset="6304.54">22338 5427 1416 0,'-6'-17'1'0,"2"2"0"0,-1-2-1 0,0-4 1 15,-2 0-1-15,0-3 1 0,0 3-1 0,-1-8 1 0,-2 7 0 0,-1-8 0 0,-1 1 74 0,-2 5 78 0,-1 3-58 16,0 6-29-16,-5 4 63 0,-5 4-50 0,-3 4 0 0,-8 3-42 16,-2 18 119-16,-8 16-59 0,6 3-21 0,-11 19-9 15,9 4 115-15,0 5-74 0,6-3-35 0,8-1 138 16,10-12-78-16,4 0-53 0,7-10 0 15,7-1-3-15,0-6 1 0,1-6-43 0,14-7-23 16,6-1-9-16,4-9 32 0,1-5 1 0,4-4-150 0,2-2 76 16,0-12 45-16,5-12-9 0,-7-8-137 15,0 2 83-15,-1-6 8 0,-5 0-32 16,-6 6 21-16,0-1 27 0,-7 1-17 0,-6 13 57 16,0 6-30-16,-2 2 0 0,-1 3 257 0,-2 4-120 15,0 4-51-15,0 0-34 0,-2 8 307 0,-1 9-216 16,0 6-121-16,3 2 0 0,0 2 0 0,0-1 0 15,8 0 0-15,7-1 0 0,0-4 0 0,7 1 0 16,1-5 0-16,0-4-508 0,3-3 141 16,1-7 183-16,-6-3-361 0,2 0 259 0,2 0 125 0,-9-10 63 15,0-6-515-15,-2-7 289 16,-5 3 135-16,-4-12 81 0,-1 4-181 0,-2-3 142 16,-1 6 73-16,-1 4 65 0,0-2-9 15,0 6 7-15,0 6 442 0,0 0-251 0,0 5-107 0,2 0-55 16,7 5 502-16,5 1-209 0,2 0-154 0,5 7 11 15,0 8 160-15,1 2-147 0,-1 6-64 0,0-2-45 16,-5 6 432-16,-2 0-234 0,-5 0-118 16,-3 1 257-16,-4-7-369 0,-2 9-40 0,-2-5 0 15,-13-2 0-15,-6 0 0 0,-3-4 0 0,-3 0 0 16,-2-5 0-16,1-3 0 0,5-7 0 16,0-3-43-16,5-1-145 0,4 0 107 15,7-2 30-15,7-14-354 0,0-15 113 0,16-6 130 0,14-6-620 16,16-9 377-16,2-1 185 0,5 4 93 0,0 4-427 15,0 4 259-15,-8 13 121 0,-3-2 80 0,-13 9 36 16,-7 6 58-16,-6 5 0 0,-5 5 369 16,-6 1-229-16,-3 3-83 0,-2 1-47 15,-2 1 885-15,-17 16-448 0,3 1-237 0,-3 5 479 0,0 1-331 0,2 3-162 16,6-3-80 0,4 5 328-16,4-2-444 0,3 4 0 0,3-2 0 0,11 4 0 15,13 1 0-15,5-4 0 0,7 0-79 16,5-5-171-16,6 0 139 0,1-3 73 0,4-8-917 0,-2-1 475 0,14-1 154 15</inkml:trace>
  <inkml:trace contextRef="#ctx0" brushRef="#br0" timeOffset="6711.08">24086 5285 2702 0,'-20'-21'0'0,"9"6"0"0,-4 0 0 0,1 2 0 0,0-3 0 0,0 3 0 0,1 6 0 0,1-1 0 0,1 5 0 0,1 0 0 0,-4 3 150 15,-2 4-57-15,-4 16-29 0,2 6 12 0,-1 11-40 0,3-4 8 0,0 10 47 0,4-3-28 16,9-5 1-16,-1 2-29 16,4-4 59-16,0-7-21 0,0 5-9 15,5-10-28-15,9-3-46 0,-1-4 23 0,4-4 8 0,1-5-191 16,5-5 102-16,2 0 52 0,3-12 10 0,4-12-231 15,-6-2 109-15,4-11 42 0,-3 0-110 16,-5 0 67-16,-3-5 47 0,-3 5 21 0,-6 7 46 0,-5 4-21 16,-1 3 1-16,-4 8 0 15,0 4 219-15,0 1-110 0,-5 8-64 0,-11 2 609 16,3 2-305-16,-1 17-112 0,2 6-89 0,3 3-107 0,4 2-6 16,1 4 0-16,4-3 0 0,0 2 0 15,0-2 0-15,6-2 0 0,3-6 0 16,6-3 0-16,-1-1 0 0,6-4 0 0,-2-5 0 0,3-3 0 15,0-6 0-15,3-1-946 0,0 0 416 16,-1-8 252-16,2-10 121 0,-4 0-574 0,0-5 339 16,-5-4 183-16</inkml:trace>
  <inkml:trace contextRef="#ctx0" brushRef="#br0" timeOffset="6831.35">24380 5417 2113 0,'2'-14'0'0,"-2"0"0"0,0 7 0 0,0-1 0 0,0 5 0 0,0 2 0 0,-2 1 0 0,2 0 0 0,0 0 0 0,0 0 0 0,0 8 200 0,5 3 415 0,4 2-281 0,1-1-154 16,0 1 23-16,1 0-83 0,-1 0-43 15,2 2 0-15,-1-4-713 0,1 1 331 0,-1 0 170 16,2-5 86-16,0-2-886 0,0 0 430 0</inkml:trace>
  <inkml:trace contextRef="#ctx0" brushRef="#br0" timeOffset="6988.9">24699 5318 3508 0,'-14'-2'0'0,"1"2"0"0,-3 0 0 0,-3 5 0 0,-4 11 0 0,1 7 0 0,-4 6 0 0,1 7 0 0,1 2 0 0,-1 2 0 0,-1 6 266 0,-6 10-119 0,2-1-137 0,-1 0-10 16,0 1 0-16,2-6 0 0,-3 14 0 0,8-7 0 16,4 1 0-16,-1 1 0 0,6-9-391 0,3 4-8 15,5-3 213-15,7-13-1000 16,0 2 560-16</inkml:trace>
  <inkml:trace contextRef="#ctx0" brushRef="#br0" timeOffset="7367.44">25405 5520 2323 0,'7'-63'0'0,"3"3"0"0,1 0 0 15,-4 2 0-15,-5 5 0 0,-2 8 0 0,-7 4 0 0,-12 11 0 0,-7 4 0 0,-6 9 0 0,-6 7 249 0,3 8-107 0,-4 2-54 0,-5 13-26 0,12 10-5 0,-5 13-23 0,7 1 1 16,4 9 34-16,9 0 1 0,3 1-36 15,9-7 10-15,3 4 14 0,2-6-24 0,0-4 1 0,11-4 0 16,4-6-66-16,3-6 41 0,6-6-8 0,2-5-194 16,1-7 108-16,2 0 35 0,1-2 34 15,0-15-225-15,0-9 117 0,2-3 35 16,-5-1-52-16,-7 6 43 0,-1-5 31 0,-8 10-9 16,-3-1 247-16,-6 9-104 0,0-1-51 15,-2 3-26-15,-2 5 268 0,-10 2-135 0,-3 2-70 16,2 6 580-16,-2 15-300 0,5 1-237 0,3 6-97 15,1 1 0-15,5 4 0 0,1 0 0 0,0-1 0 0,0-3 0 16,3 1 0-16,8-9 0 0,3 5-45 16,-3-9-145-16,4-2 112 0,0-3 56 0,2-3-975 0,-2-6 486 15,4-3 238-15,0 0-210 0,1-1 225 16</inkml:trace>
  <inkml:trace contextRef="#ctx0" brushRef="#br0" timeOffset="7572.45">25612 5410 2212 0,'4'-11'0'0,"3"-1"0"0,0 5 0 0,0 0 0 0,4 4 0 0,-2 0 0 0,2 1 0 0,2 2 0 0,0 0 0 0,-1 5 0 0,-1 5 299 0,-3 3-132 0,1 4-66 16,-7 2 40-16,-2 4-53 0,0 3-19 0,-11 0-7 15,-8 2 26 1,-6 5-26-16,1-7-1 0,-1 3-26 0,3-4 147 0,-1 1-78 16,1-4-35-16,18-2 80 0,-5-2-107 15,7-1-42-15,2-5 0 0,0 2 0 0,0-4 0 0,11-2 0 16,6-4 0-16,3-3 0 0,7-1 0 0,1 0 0 15,-3-1-640-15,1-9 262 0,-2-4 144 16,-7 2 110-16,-2-3-822 0</inkml:trace>
  <inkml:trace contextRef="#ctx0" brushRef="#br0" timeOffset="7698.92">25503 5520 3929 0,'-20'0'0'0,"12"0"0"0,2 0 0 0,2 0 0 0,4 0 0 0,0 0 0 0,15 0 0 0,10 8 0 0,15 4 0 0,3-2 0 0,9 5 2 15,3-3-2-15,14 2 0 0,-7-1 0 0,4-2 0 0,3 0 0 0,2 1 0 16,3 4 0-16</inkml:trace>
  <inkml:trace contextRef="#ctx0" brushRef="#br0" timeOffset="8352.35">21930 5872 2223 0,'0'-13'0'0,"0"9"0"0,0 2 0 0,4 2 0 0,1 0 0 0,2 17 0 0,-4 10 0 0,-1 7 0 0,0 14 0 0,-2 3 0 0,0 15 210 0,-14-5-86 0,-2 2 20 0,0-9-43 15,-5 14-37-15,3-19 0 0,-1 3-3 0,1-5 1 16,2-11-25-16,4-6 10 0,1-4-18 0,4-11 8 15,2-3 1-15,1-7 59 0,4-3-21 16,0-2-9-16,2-6-30 0,17-16 31 0,11-10-1 16,6 0-30-16,3-1-33 0,5 4 34 15,-1 2-1-15,1 9 1 0,-12 9 35 0,1 4-22 16,-9 5-51-16,-2 0 0 0,-2 3 0 0,-8 12 0 16,-4 3 0-16,-5 9 0 0,-3-4 0 0,0 6 0 15,-7-1 0-15,-11 1 0 0,-3 2 0 0,-8-1 0 16,5-7 0-16,-4 0 0 0,1-3 0 15,2-5 0-15,4-5 0 0,-2-3 0 0,3-3 0 0,1-4 0 16,1 0 0-16,4 0-153 0,0-11 73 0,7-6-685 16,3-9 355-16,4-8 191 0,7-6-610 0,20-3 396 15</inkml:trace>
  <inkml:trace contextRef="#ctx0" brushRef="#br0" timeOffset="8678.26">22314 6347 2607 0,'35'-4'-1'0,"-3"3"1"0,-3 1 0 0,-9 0 0 0,2 0 0 0,-2 7 0 0,-4 4 0 0,-2 4 0 0,-2 5 0 0,-3-2 0 0,3 7 129 0,-8-4 456 0,1 6-279 16,-3 0-134-16,-2-1-68 0,0-2-75 0,0 1-29 16,-9-4 0-16,-8 1 0 0,-1-3-22 15,-5-2 16-15,-4-6 0 0,-3 0-72 16,-2-5 67-16,-1-2 20 0,1-4-354 0,9 0 191 16,5 0 9-16,2-8 76 0,9-5-509 0,7-8 275 15,2-1 133-15,24-10 66 0,12-1-454 0,11-8 260 16,-6 11 120-16,15-9-150 0,-13 13 145 0,4 0 72 15,-4 3 37-15,-15 8 65 0,-4 4-38 0,-3 1 9 16,-14 7 1-16,-2 0 381 0,-4 3-191 0,-3 0-95 16,-3 7 782-16,-15 13-430 15,-5 1-113-15,0 5-144 0,0 4 830 0,0 0-464 16,4 4-433-16,6-2-86 0,4 2 0 0,6-4 0 16,3 1 0-16,0-1 0 0,18-2 0 0,10 1 0 15,7-5 0-15,4-3 0 0,11-3 0 0,-1-4 0 16,5-3-236-16,0-6-222 0,5-1 167 15,-1-4 147-15</inkml:trace>
  <inkml:trace contextRef="#ctx0" brushRef="#br0" timeOffset="9189.79">23993 5950 3679 0,'-13'-2'0'0,"6"2"0"0,4 0 0 0,-3 1 0 0,3 13 0 0,-1 8 0 0,-1 8 0 0,1 4 0 0,2 6 0 0,-3 5 0 0,0 7 122 0,3 6-48 15,-1-2-18-15,-4 1-56 0,3-1 0 0,-3-1 0 0,2-10 0 16,-4 7 0-16,0-14 0 0,-1-1 0 0,-1-6 0 16,1-9-19-16,5-7 34 0,-1-6-111 0,0-1 43 15,4-8 39-15,1 0-66 0,1-4 163 16,0-17-72-16,3-3 4 0,14 0-84 0,5-3 110 15,5 2-27-15,1 2-1 0,2 3 126 0,0 8-139 16,-2 1 0-16,-8 9 0 0,0-1 0 16,-3 3 0-16,-2 0 0 0,-5 14 0 0,-3 3 0 0,-6 8 0 15,-1-3 0-15,0 2 0 0,-5-5 0 16,-16 9 0-16,-3-2 0 0,-10 1 0 0,0-5 0 16,2-3 0-16,-5-2 0 0,1-4 0 0,3-3 0 15,1-7 0-15,4-1 0 0,8-2 0 16,4 0 0-16,4-2 0 0,5-9-103 0,7-10-17 0,2-9 50 15,22-9-908-15,17-10 476 0,8 2 233 16,3 4 117-16,-4 14-615 0,5-4 366 0,-10 10 174 0,2 3 38 16,-8 6 95-16,-5 5 35 0,-9 5 116 0,-6 2-64 15,0 2-9-15,-6 0-18 0,-2 4 608 16,-1 7-322-16,1 3-144 0,-1 0-72 16,-1 1 896-16,2 2-463 0,3 2-152 15,-3 0-141-15,3-2 396 0,-1 0-268 0,0 1-125 0,-1-4-411 16,2-1 133-16,-3-2 68 0,2-2 33 0,-2-3-402 15,3 0 226-15,0-4 101 0,0-2-894 0</inkml:trace>
  <inkml:trace contextRef="#ctx0" brushRef="#br0" timeOffset="9371.18">24641 6343 2748 0,'0'-9'0'0,"0"4"0"0,0 3 0 0,0 2 0 0,-10 0 0 0,-7 15 0 0,3 9 0 0,-4 6 0 0,-5 9 0 0,2 7 0 0,-8 11 126 0,1-4 571 0,0 3-337 15,1-4-360-15,-8 13 0 0,1-3 0 0,-3-2 0 16,0 3 0-16,4-3 0 16,2-4 0-16,-2 13 0 0,6-8 0 0,7-11-69 15,-1-1 13-15,9-11 45 0,2-13-915 0,4-2 355 16,4-9 267-16,2-5-446 0</inkml:trace>
  <inkml:trace contextRef="#ctx0" brushRef="#br0" timeOffset="9969.41">25110 6014 2559 0,'2'-28'0'0,"-2"10"0"0,4 7 0 0,-2 3 0 0,2 7 0 0,-2-1 0 0,-1 2 0 0,3 0 0 0,3 14 0 0,-1 12 0 0,0 14 241 15,-2 7-103-15,-2 8-42 0,-2 3 335 0,0 12-197 16,-2-9-99-16,-10 3-38 0,-1-2-97 0,-2-8 0 16,-2 5 0-16,-1-5 0 0,-1-5 0 0,-2-4 0 15,4-11 0-15,-3-2 0 0,6-12 0 0,1-3 0 16,4-7 0-16,1-6 0 0,2-3 0 0,1-1 0 15,5-4 0-15,0-16 0 0,0-3 0 16,14-3 0-16,9-6 0 0,4 8 0 16,8-8 0-16,-5 13 0 0,6 0 0 0,-2 5 0 15,-8 5 0-15,2 6 0 0,-3 1 0 0,-4 2 0 16,-7 0 0-16,-2 11 0 0,-6 1 0 0,-3 5 0 16,-3 0 0-16,0 5 0 0,-13 0 0 0,-9 0 0 15,-5 3 0-15,-6 0 0 0,3-8 0 16,-2 0 0-16,0-2 0 0,4-6 0 0,7-2 0 15,0-5 0-15,6-2 0 0,8 0 0 0,-1 0-739 0,8-5 270 16,0-13 207-16,22-12 118 0,20-11-347 0,8 4 228 16,11-8 114-16,0 2 56 0</inkml:trace>
  <inkml:trace contextRef="#ctx0" brushRef="#br0" timeOffset="10156.92">25463 6484 2807 0,'30'-13'0'0,"-9"6"0"0,-2 3 0 0,-8 3 0 0,1-2 0 0,-3 3 0 0,-2 0 0 0,1 4 0 0,-1 6 0 0,3 1 0 0,-1 2 354 16,1 2-160-16,-3 0 119 0,0 4-130 0,-2-1-103 15,0 3-80-15,-3 4 0 16,-2-1 0-16,0 1 0 0,-8 1 0 0,-8 0 0 0,-4 2 0 0,-2-2 0 16,-2 1 0-16,-1-3 0 0,8-2 0 15,-5 6 0-15,12-10 0 0,1 0 0 16,5 1 0-16,4-3 0 0,0-4 0 0,2-2 0 16,19-1 0-16,1-3 0 0,10-6 0 15,8 0 0-15,-5 0-879 0,13-4 361 0,-3-6 242 0</inkml:trace>
  <inkml:trace contextRef="#ctx0" brushRef="#br0" timeOffset="10286.89">25371 6711 3931 0,'-21'0'0'0,"11"0"0"15,-1 0 0-15,8 0 0 0,3 0 0 0,12 0 0 0,25 6 0 0,16 6 0 0,7-1 0 0,8 1 0 0,8-2 0 0,17 0 0 0,-2-3 0 0,5-1 0 0,3-1-621 16</inkml:trace>
  <inkml:trace contextRef="#ctx0" brushRef="#br0" timeOffset="10414.29">26741 7133 359 0,'-5'-15'0'0,"15"11"0"0</inkml:trace>
  <inkml:trace contextRef="#ctx0" brushRef="#br0" timeOffset="11723.64">11137 11365 2158 0,'-12'-32'0'0,"8"8"0"0,-3 11 0 0,5 6 0 0,0-3 0 0,2 0 0 0,0 1 0 0,0 2 0 0,0 0 0 0,0-1 0 0,8 2 289 15,1-1-119-15,8 1-59 0,6-2 0 0,2 4 220 16,5 1-146-16,11-1-67 0,0 0 206 0,11 2-190 15,18 1-134-15,3-5 0 0,22-1 0 16,7-1 0-16,31-2 0 0,11-3 0 0,38-2 0 16,-21 6 0-16,57-4 0 0,0 4 0 0,3 3 0 15,41 2 0-15,-55 2 0 0,25 0 0 0,0 2 0 16,-27 0 0-16,-13 8 0 0,-15 3 0 0,-40 0 0 16,-15-1 0-16,-2 1 0 0,-9-2 0 0,-10 0 0 15,-11-2 0-15,-18-4 0 0,-12-1 0 0,-6-2 0 16,-15 0 0-16,-6 0 0 0,-15 0 0 0,-2-3 0 15,-7-4 0-15,-4 0 0 0,-3-2 0 0,-2 1 0 16,0 1 0-16,-2 1 0 0,-12 1 0 0,-3 2 0 16,-8 3 0-16,-12 21 0 15,-8 21-1065-15</inkml:trace>
  <inkml:trace contextRef="#ctx0" brushRef="#br0" timeOffset="12314.22">9649 12252 3082 0,'-29'-17'0'0,"11"17"0"0,6 0 0 0,9 0 0 0,3 0 0 0,0 0 0 0,0 0 0 0,1 0 0 0,20 0 0 0,13 2 0 0,14 0 207 0,14-2 287 0,5 0-346 16,4 0-148-16,7-2 0 0,-2-2 0 0,2-2 0 16,0 1 0-16,-2-1 0 15,-9-1 0-15,-10 3 0 0,1 0 0 0,-14 0-697 0,9-2 320 0,-17 3 204 16,-2-5-12-16,-8 1-331 15,-8-1 235-15,-2-3 107 0,-9-4-397 0,-5-8 262 0</inkml:trace>
  <inkml:trace contextRef="#ctx0" brushRef="#br0" timeOffset="12499.73">10436 11883 2374 0,'-30'-17'0'0,"11"4"0"0,2 6 0 0,6 2 0 0,3 1 0 0,6 0 0 0,2 3 0 0,4-2 0 0,21 3 0 0,5 0 0 0,11 0 103 15,-1 0 304-15,10 12-186 0,-3-1-88 0,-2 3-44 16,-1 3 240-16,-12-2-142 0,3 4-99 0,-5 0-88 15,-5-1 0-15,-9 0 0 0,-5 1 0 16,-4 1-59-16,-7 3-32 0,0 5 62 16,-18 0 37-16,-8 4-168 0,-4-1 102 0,-2-2 52 15,5 0-754-15,-10 4 311 0,7 0 202 0,5-7 101 16,-3 9-506-16,5-3 304 0</inkml:trace>
  <inkml:trace contextRef="#ctx0" brushRef="#br0" timeOffset="12879.92">10385 12642 2066 0,'0'8'0'0,"0"3"0"0,-2-3 0 0,0-5 0 0,-1-1 0 0,-1-2 0 0,-3 0 0 0,2 0 0 0,-2-12 0 0,3 1 0 0,1-4 337 0,-1-1-146 0,0-3 91 15,3-3-107-15,-3 2-71 0,-1-4-29 0,0 4-81 16,-4 1 1-16,0 2 50 0,-3 4-56 0,-3 4 23 16,0 5-1-16,-5 4 34 0,-3 0-34 0,-2 18 34 15,2 9 12-15,0 10-12 0,4 3-46 0,-1 5-24 16,8 1 0-16,1 5 169 0,4-2-50 0,7-1-10 15,0-4-56-15,0-6 125 16,10-2-153-16,5-3 0 0,4-7 0 0,-1-5 0 16,0-7 0-16,3-4 0 0,-1-6 0 0,-1-4 0 15,2 0 0-15,-3-12 0 0,3-19 0 0,-5-6 0 16,2-5 0-16,-4 1 0 0,2-9 0 0,-9 11 0 16,2 2 0-16,-1 13 0 0,-8-1 0 0,2 13 0 15,0 0 0-15,0 6 0 0,-2 5 0 0,0-1 0 16,2 2 0-16,3 3 0 0,2 10 0 0,4 6 0 15,1 4 0-15,-1-3 0 0,5 3 0 0,-2 3 0 16,2-1 0-16,1-3 0 16,-2 1 0-16,-3-6 0 0,2 1 0 0,-1-3 0 15,1 1 0-15,-2-5 0 0,2-1-197 0,1-3 56 16,4 0-685-16,7-3 378 0,1-4 208 0,12 0 97 16</inkml:trace>
  <inkml:trace contextRef="#ctx0" brushRef="#br0" timeOffset="13046.94">11300 12342 3437 0,'9'-15'-6'0,"-7"11"3"0,0 0 0 0,-2 2 1 0,-9 2 1 0,-9 4 1 0,-2 15 0 0,-1 6 0 0,-5 6 0 0,-1 7 0 0,-4 3 432 0,-5 13-355 16,4-4-77-16,6-8 0 0,-1 8 0 0,5-4 0 16,3-5 0-16,3-5 0 0,2 0 0 0,3-8-252 15,2 3 123-15,1-11-860 0,2-1 507 16,1-4 123-16,0-5 168 0,-1-8-542 0</inkml:trace>
  <inkml:trace contextRef="#ctx0" brushRef="#br0" timeOffset="13202.1">10905 12533 3007 0,'6'-33'0'0,"-4"18"0"0,1 3 0 0,2 1 0 0,2 8 0 0,2 1 0 0,5 2 0 0,2 2 0 0,7 18 0 0,2 2 0 0,3 10 610 0,-3 2-296 0,6 5-314 0,-1 3 0 15,2 0 0-15,1-3 0 0,2-2 0 0,0-1 0 16,-4-9 0-16,0-2 0 0,1-2-13 0,-2-5-729 15,0-8 394-15,1-5 193 0,-5-3 110 0,10-2-972 16</inkml:trace>
  <inkml:trace contextRef="#ctx0" brushRef="#br0" timeOffset="13379.18">11572 12129 3868 0,'-19'-25'-1'0,"12"15"-1"0,5 8 2 0,2 0 0 0,0 1 0 0,0-1 0 0,0 2 0 0,7 0 0 0,14 0 0 0,8 0 0 0,8 0 66 0,8 0-66 16,6 3 0-16,3 1 0 0,1 0 0 16,-1-1 0-16,-1 0 0 0,-2-2 0 0,-3 3 0 15,-11-2-216-15,2 2 111 0,-6-1-761 0,-8 1 435 16,-3-2 83-16,-3 0 158 0,-6-2-490 0,-1 0 317 16</inkml:trace>
  <inkml:trace contextRef="#ctx0" brushRef="#br0" timeOffset="13879.96">12147 11797 2538 0,'0'-15'-2'0,"-2"8"1"0,2 1 0 0,0 1 1 0,3 1 0 0,11 2 0 0,5 2 0 0,7 0 0 0,0 0 0 0,4 11 0 0,0 4 354 0,0 2-155 0,-3 4-77 16,-1 1-27-16,-5 0-76 0,-3 5 26 0,-7-1 0 16,-4 1-168-16,-7 1 84 0,0 2 53 0,-12 0-11 15,-15 5-375-15,-3-3 208 16,-5 0 104-16,-4 0 52 0,-4 0-617 0,-3-3 302 0,3-6 91 15,1-3-159-15,11-9 173 0,7-5 87 0,-2-2 32 0,5-4 13 16,6 0 41-16,3 0 0 16,5 0 1-16,1 0 387 0,5-3-187 0,1 2-101 15,0-1 232-15,0 2-164 0,0 0-84 0,0 9 46 16,1 8 481-16,1 8-234 0,2 6-144 0,-2 11-72 16,-2 4 386-16,0 5-218 0,-2 3-125 0,-5 1 112 15,-4 0-271-15,1-2 0 0,2-2 0 0,1-10 0 16,2-4 0-16,2-11 0 0,1-2 0 0,2-11 0 15,0-2 0-15,0-4 0 0,0-6 0 0,0-1 0 16,0-1 0-16,0-13 0 16,0-8 0-16,2 1 0 0,8-7 0 0,3 2 0 15,2 3 0-15,1 3 0 0,5 4 0 0,2 5 0 16,6 2 0-16,-2 4 0 0,3 5 0 0,0 0 0 16,0 9 0-16,-2 6 0 0,-1 6 0 0,-3 0 0 15,-4 8 0-15,-4-2 0 0,-5 3 0 0,-5 0 0 16,-4 1 0-16,-2-1 0 15,0-1 0-15,-8-3 0 0,-9-6 0 0,2-4 0 0,-9-2 0 16,-2-4 0-16,-4-4 0 0,-6-5 0 16,-6-1 0-16,9 0 0 0,-5-1 0 0,4-13 0 15,4-4 0-15,6-5 0 0,5-3 0 0,8-9 0 16,9 3 0-16,2-3-514 0,7 4-25 0,23-5 247 16</inkml:trace>
  <inkml:trace contextRef="#ctx0" brushRef="#br0" timeOffset="14067.53">12759 12539 3931 0,'-9'-4'0'0,"5"2"0"0,1 2 0 0,-3-1 0 0,0 1 0 0,2 0 0 0,0 0 0 15,4 0 0-15,0 0 0 0,0 0 0 0,0 0 0 0,0 0 0 0,0 0 0 0,0 0 0 0,0 0 0 16,2 0 0-16,4 1 0 0,-3 5-441 0,2-2 5 15,-1 0 245-15,1 2 109 16,1-4-991-16</inkml:trace>
  <inkml:trace contextRef="#ctx0" brushRef="#br0" timeOffset="14368.24">13366 12083 3931 0,'-25'-8'0'0,"14"8"0"0,6 0 0 0,3 0 0 0,0 0 0 15,2 0 0-15,0 0 0 0,0 0 0 0,4 0 0 0,16 0 0 0,18-2 0 0,5-4 0 0,15-1 0 0,-6-3 0 0,7 1 0 0,-3-2 0 16,-1 0 0-16,-2 3 0 16,-5 1 0-16,-8 2 0 0,-1 4 0 0,-7-1 0 0,-7 2-20 0,-5 0-1088 15,-6 0 511-15,-5 3 266 0,-6 2 150 16,-3-1-524-16</inkml:trace>
  <inkml:trace contextRef="#ctx0" brushRef="#br0" timeOffset="14555.75">13854 11861 2370 0,'-5'-8'0'0,"1"4"0"0,4 1 0 0,0 1 0 0,0 1 0 0,0 1 0 0,9 0 0 0,6 0 0 0,2 4 0 0,6 13 0 0,-3-3 159 0,3 2-58 0,-2 4 255 15,1-2-157-15,-9 1-67 0,2-1-63 0,-1 6-26 16,-7-3-1-16,-5 0 1 0,-2 4-415 0,-2 0 218 16,-21 5 92-16,-5-2 53 0,-9 4-517 0,-12 5 272 15,-2 3 50-15,6-2-428 16,-17 10 300-16,12-3 145 0,12-7 71 0,4-2-103 0,15-6 87 0,7-5 35 15</inkml:trace>
  <inkml:trace contextRef="#ctx0" brushRef="#br0" timeOffset="14780.38">13781 12618 1939 0,'38'-2'-2'0,"-4"-8"0"0,-1 4 1 0,-4-6 0 0,-11 3 0 0,1-3 1 0,-8-1 0 0,-1-1 0 0,-6-1 0 0,-3-1 0 0,-1-3 324 0,0 0-140 0,-7 1-72 15,-10-1 373-15,0 4-211 0,-7 0-121 0,-6 5-55 16,-2 5 251-16,-2 3-329 15,-8 2-20-15,8 7 0 0,-8 18 0 0,6 3 0 16,4 7 0-16,2 5 0 0,7 5 0 0,8 4 0 16,4 4 0-16,9 0 0 0,2 1 0 0,2-1 0 15,13-5 0-15,7-1 0 0,10 6 0 0,0-16 0 16,8-1 0-16,5-6 0 0,13-2 0 0,-1-14 0 16,14 0 0-16,0-8 0 0,3-6 0 15,4 0-1067-15,3 0 503 0,4-2 250 0</inkml:trace>
  <inkml:trace contextRef="#ctx0" brushRef="#br0" timeOffset="15239.84">9898 11686 2774 0,'-37'-13'0'0,"0"11"0"0,-6 2 0 0,-12 14 0 0,-5 15 0 0,-14 17 0 0,7 10 0 0,1 10 0 0,13 1 0 0,-7 22 0 0,23-3 200 16,12 1-79-16,17 5 414 0,8-1-246 0,15-6-277 0,29 20-12 16,16-11 0-16,25 6 0 0,11-11 0 0,12-2-479 15,12-1 118-15,11-8 197 0,11-5 103 0,26-4-530 16</inkml:trace>
  <inkml:trace contextRef="#ctx0" brushRef="#br0" timeOffset="15984.08">12596 11841 387 0,'0'-6'0'0,"0"0"0"0,0 0 0 0,0 3 0 0,0-3 0 0,0 1 0 0,0 1 0 0,0-2 0 0,0 3 0 0,0-1 0 0,0 2 32 0,0-2 66 0,0 2-29 16,-2 0 10-16,0 0-38 15,0 1-48-15,1-2 48 0,-3 3 1 0,2 0-54 16,-1 0 10-16,2 0 41 0,-1 0-178 0,0 4 81 0,2 3 43 16,0-1-14-16,0 2-147 0,0 0 78 15,0 0 51-15,0 1 2 0</inkml:trace>
  <inkml:trace contextRef="#ctx0" brushRef="#br0" timeOffset="16391.18">12504 11711 1547 0,'-7'-7'0'0,"3"-1"0"0,0 4 0 0,1 3 0 0,2-1 0 0,1-1 0 16,0 2 0-16,0 1 0 0,0 0 0 0,6 6 0 0,9 8 94 0,2 5 217 0,1 4-134 0,7 9-67 15,-4 1-22-15,7 12 160 0,-4 4-102 0,2 9-51 0,-3 1-1 16,-6 3 0-16,-6-6 10 0,-2 19-60 0,-7-1-1 15,-2 1-19-15,-2 4 19 0,-14 1 0 16,-5-1-85-16,-6 0 37 0,-1-6 0 0,-4-4-140 16,0-4 94-16,-1-6 47 0,1-11 12 0,-4 1-258 15,-1-9 108-15,0-7 71 0,6-11-2 0,-5-3-96 16,2-4 33-16,4-7 55 0,7-5-13 0,3-3-255 16,3 0 153-16,8-2 76 0,7-13-339 0</inkml:trace>
  <inkml:trace contextRef="#ctx0" brushRef="#br0" timeOffset="17237.41">12991 12500 1289 0,'0'-8'-1'0,"0"3"0"0,0-3 1 0,0 0 0 16,0 3 0-16,0-4 0 0,0 2 0 0,0-2 0 0,0 2 0 0,0 2 0 0,0-1 79 0,0 2 281 15,0 0-163-15,-2 0-76 0,0 2-38 0,0 2 230 0,-3 0-134 0,-2 0-56 16,0 0 135-16,-2 8-106 0,1 5-54 0,-2 0 169 16,3 3-111-16,0-2-45 0,3 2-10 0,1-4-55 15,3 2-46-15,0-4 0 0,0 0 0 0,0-2 0 16,7-3 0-16,2 1 0 0,4-1 0 0,-1-5 0 16,2 0 0-16,2 0 0 0,0-6 0 15,0-8 0-15,0-1 0 0,-2 0 0 0,-3-2 0 0,-4 0 0 16,1 2 0-16,-6 2 0 15,0 2 0-15,-2 2 0 0,0-1 0 0,0 2 0 16,-4 4 0-16,-6 1 0 0,1 1 0 0,0 2 0 16,-5 0 0-16,7 0 0 0,-4 5 0 0,1 7 0 15,1 0 0-15,3 0 0 0,3 4 0 0,1-4 0 16,2 2 0-16,0-1 0 0,0-2 0 0,2-2 0 16,3-1 0-16,6 0 0 0,1-5 0 0,-5-3 0 15,4 0 0-15,1 0 0 0,-3 0 0 0,0-2 0 16,-2-2 0-16,0-5 0 0,-2 1 0 0,-3 0 0 15,0 0 0-15,-2-1 0 16,0 1 0-16,0 0 0 0,-2 3 0 0,-7 1 0 16,1 2 0-16,-3 1 0 0,-2 1 0 0,-1 0 0 15,4 7 0-15,-2 4 0 0,3 2 0 0,1 4 0 16,5-2 0-16,1 2 0 16,2-3 0-16,0 0 0 0,0-1 0 0,4-3 0 0,8-3 0 0,4-1 0 15,0-4 0-15,3-2 0 0,-1 0 0 16,3-2 0-16,-3-8 0 0,-4-3 0 15,2-2 0-15,-7 0 0 0,-2 0 0 0,-3-2 0 16,-2 0 0-16,-2 3 0 0,0-4 0 0,0 3 0 16,-9 4 0-16,-4 0 0 0,-1 6 0 0,1-1 0 15,-4 4 0-15,-1 2 0 0,2 0 0 0,2 2 0 16,0 7 0-16,5 4 0 0,2 3 0 0,5-2 0 16,2 2 0-16,0 0 0 0,0-1 0 0,9-2 0 15,4-3 0-15,4-3 0 0,-2-2 0 0,-3-5 0 16,0 0 0-16,-2 0 0 0,-2 0 0 0,-3-1 0 15,-3-6 0-15,-2-7 0 0,0 3 0 16,0-2 0-16,-11 2 0 0,-3 3 0 0,0 1 0 16,-2 3 0-16,3 2 0 0,3 2 0 0,-1 0 0 15,6 17 0-15,5 9-1449 0</inkml:trace>
  <inkml:trace contextRef="#ctx0" brushRef="#br0" timeOffset="26737.42">16762 12199 2078 0,'0'-15'0'0,"0"4"0"0,0 5 0 0,0 3 0 0,0-3 0 0,0 2 0 0,0 0 0 0,0 2 0 0,0 0 0 0,0 0 0 0,0 2 512 0,0 0-238 0,0 0-113 0,0 0 148 16,0 0-130-16,0 0-66 0,0 0-21 0,0 0 34 15,0 0-40-15,3 0-85 0,2 0-1 0,2 0 0 16,-1 0 0-16,1 0 0 0,-2 0 0 16,4 0 0-16,-2 0 0 0,-2 0 0 0,1-1 0 15,-1 1 0-15,2 0 0 0,-2 0 0 0,1 0 0 16,-1 0 0-16,0 0 0 0,4 0 0 0,0 0 0 15,2 3 0-15,-1-1 0 0,3 4 0 0,-1-2 0 16,4-1 0-16,-2 3 0 0,2-2 0 0,0 2 0 16,1-3 0-16,-1 1 0 0,2 0 0 0,-1 1 0 15,-2-2 0-15,0 0 0 16,-2 0 0-16,-2 0 0 0,1 1 0 0,-1-2 0 16,0-1 0-16,-1 1 0 0,1-2 0 0,-1 2 0 15,1-2 0-15,1 0 0 0,2 0 0 0,-1 0 0 16,-1 0 0-16,4 0 0 0,-2-2 0 0,0 0 0 15,1 1 0-15,-2-1 0 0,0 0 0 0,3 0 0 16,-2-1 0-16,2 2 0 0,0 1 0 0,2-2 0 16,0 2 0-16,3 0 0 0,3 0 0 0,3 0 0 15,3-2 0-15,0 1 0 16,2 1 0-16,3-3 0 0,3 1 0 0,4 1 0 16,-1-1 0-16,1 0 0 0,4 0 0 0,-5 0 0 15,14-1 0-15,-5-1 0 0,3 0 0 0,9 0 0 16,-8 1 0-16,10 0 0 0,-11 2 0 0,5-1 0 15,0 0 0-15,0 0 0 0,2 2 0 0,9 0 0 16,-2-1 0-16,6-2 0 0,4 1 0 0,4-2 0 16,3-1 0-16,14-5 0 0,-6 1 0 0,5-4 0 15,13-2 0-15,-2 0 0 0,0-2 0 0,0 4 0 16,2-2 0-16,3 2 0 0,-1 2 0 0,-5-1 0 16,-13 7 0-16,23-4 0 15,-13 5 0-15,8 0 0 0,-2-1 0 0,-4 4 0 16,0-1 0-16,2 0 0 0,-2 0 0 0,6 1 0 15,-2-1 0-15,1 0 0 0,-1-2 0 0,2 2 0 16,13-2 0-16,-24 3 0 0,9-1 0 0,-4-3 0 16,4-1 0-16,-4 3 0 0,7-2 0 0,-5-3 0 15,-5 3 0-15,-4-3 0 0,-10 1 0 0,17-1 0 16,-7 1 0-16,-9 1 0 16,-17 2 0-16,3-1 0 0,-9 4 0 0,6 0 0 15,-20 0 0-15,-3-2 0 0,-3 1 0 0,-9 0 0 16,-3 2 0-16,-7-2 0 0,-7 2 0 0,-4-2 0 15,-5 2 0-15,-7 0 0 0,-1 0 0 0,-2 0 0 16,-2 0 0-16,0 0 0 0,0-1 0 0,0-2 0 16,-10 1 0-16,-7 2 0 0,-8 0 0 0,-5 0 0 15,-11 5 0-15,-5 9 0 0,-9 9-423 0</inkml:trace>
  <inkml:trace contextRef="#ctx0" brushRef="#br0" timeOffset="44406">3484 16590 1738 0,'-3'-21'0'0,"1"13"0"0,0 5 0 0,2-1 0 0,0 0 0 0,-1 0 0 0,1 1 0 0,0-3 0 0,0 3 0 0,0 1 0 0,0-2 124 0,0 1 148 15,0 2-112-15,0 0-56 0,0 1 0 0,0 0-5 16,0 0 12-16,0 0-64 0,0 0 113 0,1 0-57 16,3 0 1-16,1 0-53 15,2 0 157-15,2 0-85 0,0 0-35 0,3 0-1 0,-3 0 116 16,3 0-158-16,-2 0-45 0,3 0 0 0,-2 0 0 16,1 0 0-16,-1-3 0 0,2 2 0 0,-3 1 0 15,3-2 0-15,-2 2 0 0,2 0 0 0,0-3 0 16,2 3 0-16,0 0 0 0,2 0 0 0,9 0 0 15,-2 0 0-15,9 0 0 0,2-1 0 0,5 1 0 16,13-2 0-16,7 0 0 16,2 0 0-16,13-3 0 0,4 1 0 0,2-1 0 15,3 0 0-15,13 1 0 0,0 3 0 0,1-3 0 16,12 2 0-16,1 0 0 0,1 1 0 0,20-1 0 16,-9-1 0-16,7 2 0 15,-12 0 0-15,29-4 0 0,-13 2 0 0,2-2 0 0,-4 2 0 0,-8-3 0 16,-19 5 0-16,4-3 0 0,-5 0 0 15,-5 1 0-15,-9 0 0 0,-17 1 0 0,-6-2 0 0,-1 3 0 16,-11 0 0-16,-8-4 0 0,-9 3 0 0,-6 0 0 16,-8 1 0-16,-3-2 0 15,-6 0 0-15,-5 1 0 0,-2-1 0 0,-3-1 0 16,-4-5 0-16,1 2 0 0,0-1 0 0,-2 2 0 16,0-3 0-16,0 3 0 0,0 1 0 0,-7 4 0 15,-11 1 0-15,-14 11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30.13464" units="1/cm"/>
          <inkml:channelProperty channel="Y" name="resolution" value="1129.8966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5T03:09:59.9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4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12-05T03:10:23.722"/>
    </inkml:context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6501 6817 2319 0,'-15'-5'0'0,"3"2"0"0,-2-2 0 0,0 1 0 0,2-1 0 0,2 0 0 0,0 3 0 0,3-3 0 0,2 1 0 0,3 2 0 0,1 0 173 0,1 2-57 15,0 0 285-15,0-2-181 0,5 2-89 0,15 0 81 16,-3-1-76-16,11-1-52 0,2-1-1 0,4-4-27 15,10 0-56-15,-5-3 0 0,-6 3 0 0,10-4 0 16,-9 3 0-16,2-1 0 16,0 0 0-16,-2 3 0 0,-2 1 0 0,-4-1 0 0,0 0 0 0,-1 1 0 15,-7 2 0-15,2 0 0 0,-1-1 0 16,-2 2 0-16,-4 0 0 0,0 1 0 16,-5-2 0-16,1 2 0 0,-2-1-396 0,-2 2 103 15,1 0 127-15,-2 0 62 0,-1 0-241 0,-1 0 152 16,-1 0 67-16,-1 0-487 0,0 0 287 0,1-3 143 15,-3 0 71-15,0-6-308 0,0-3 180 0</inkml:trace>
  <inkml:trace contextRef="#ctx0" brushRef="#br0" timeOffset="217.09">7072 6539 1645 0,'-19'-13'0'0,"5"2"0"15,-6 2 0-15,5 0 0 0,-1 3 0 0,5 1 0 0,1 3 0 0,2 1 0 0,3-1 0 0,1 0 0 0,2 2 576 0,2 0-258 0,0 0-144 0,9 2-67 0,11 7 265 16,0 0-165-16,4-1-84 15,-1 1 267-15,7 3-371 16,-2-2-19-16,-1-2 0 0,-2 3 0 0,0 2 0 0,-6-5 0 0,2 4 0 0,-5-2 0 0,-1 0 0 0,-5 1 0 0,-3-1 0 16,-2 1 0-16,-4 0 0 0,-1 1 0 0,0 1 0 15,0 0 0-15,-8 2 0 16,-2 0-132-16,-3 0-52 0,-3 2 37 0,1 0 54 16,-1 3-485-16,0-1 269 15,4 0 125-15,-4 6-572 0,5 1 359 0,0 2 178 0</inkml:trace>
  <inkml:trace contextRef="#ctx0" brushRef="#br0" timeOffset="723.45">6984 7263 2299 0,'-4'0'0'0,"1"0"0"0,-2 0 0 0,3-5 0 0,1 0 0 0,-1-5 0 0,2 1 0 0,0-3 0 0,0-1 0 15,0 1 0-15,0-2 120 0,0-1-40 0,0 0 69 0,0-2-60 0,0-1 0 16,-6 2-48-16,-1-1 76 0,-3-1-38 0,-3 2 10 16,-1-2-48-16,-4 3 60 0,0 1-31 0,-1 4 1 15,-6 1 140-15,4 4-75 16,-3 4-53-16,-1 1-17 0,-1 0-66 0,0 11 0 16,2 8 0-16,-3 5 0 0,2 10 0 0,2 1 0 15,4 3 0-15,8-4 0 0,-1 5 0 0,9-1 0 16,3-3 0-16,0-3 0 0,1 1 0 0,13-5 0 15,2-4 0 1,1-3 0 0,8 0 0-16,-3-7 0 0,4-2 0 0,1-3 0 0,-1-4 0 0,-1-5 0 15,7 0 0-15,-7 0 0 0,-1-3 0 0,-1-11 0 0,-2 0 0 0,-4-4 0 16,2-8-5-16,-3 0 3 0,-4-2-38 16,-2-2-1-16,-1 3 129 0,-3 6-88 15,-2-3 0-15,-3 8 0 0,1 2 0 0,1 3 0 0,-3 5 0 0,0 1 0 16,0 3 0-16,0 2 0 0,0 0 0 0,0 0 0 15,0 2 0-15,0 11 0 0,0 2 0 0,0 6 0 16,1-2 0-16,4 7 0 0,4-8 0 0,-1 4 0 16,-1 1 0-16,1-2 0 15,2 0 0-15,0-4 0 0,0 0 0 0,0-2 0 0,0-2 0 0,0 0 0 16,0-3 0-16,1-1-159 16,0-2-114-16,3-3 121 0,2-4-491 0,5 0 302 15,6-2 150-15,3-17 76 0,-2-5-490 0,14-13 288 16</inkml:trace>
  <inkml:trace contextRef="#ctx0" brushRef="#br0" timeOffset="908.94">7712 6875 3770 0,'2'-10'0'0,"1"1"0"0,-3 2 0 0,0 3 0 0,0 2 0 0,0 0 0 0,-5 2 0 0,3 0 0 0,-1 0 0 0,-1 4 0 0,1 10 161 15,-1 2-161-15,-4 7 0 0,2 1 0 0,-5 6 0 0,2 6 0 0,-6 5 0 16,3-2 0-16,-6 3 0 0,1 0 0 0,-1-1 0 15,1-4 0-15,-8 7 0 0,4-5 0 0,3-7-295 16,0 0-117-16,-1-5 201 0,8-6-3 0,0-6-467 16,3-5 320-16,1-4 160 0,2-6 81 0,-1-2-450 15</inkml:trace>
  <inkml:trace contextRef="#ctx0" brushRef="#br0" timeOffset="1093.45">7450 6856 3523 0,'2'-13'0'0,"-1"8"0"0,1 1 0 0,-2 3 0 0,0-2 0 0,0 3 0 0,2 0 0 0,0 0 0 0,3 0 0 0,7 9 0 0,1 5 370 0,3 4-332 16,-2 2-38-16,5 5 0 0,0 2 0 15,-1 1 0-15,3 2 0 0,0 2 0 16,-1-2 0-16,1 0 0 0,-1-2 0 0,3 0 0 16,-2-2 0-16,1-1-36 0,1-3-794 0,0-1 323 15,1 0 233-15,-6-7 106 0,5-2-544 0,4-4 336 16</inkml:trace>
  <inkml:trace contextRef="#ctx0" brushRef="#br0" timeOffset="1297.83">7910 6695 3566 0,'-6'-2'0'0,"5"0"0"0,1 0 0 0,0 2 0 0,0-1 0 0,0-1 0 0,10 2 0 0,8-2 0 0,4 0 0 0,5-1 0 0,6 2 244 0,12-1-123 0,-13 0-121 15,18 2 0-15,-9-2 0 0,3 2 0 16,-1 0 0-16,-1 0-77 0,-4 0 47 0,7 0 31 16,-10 0-277-16,-1 0 159 0,0 0 78 0,-6 0 40 0,-3 0-852 15,-2 0 367-15,-2 0 221 16,-2-4-419-16</inkml:trace>
  <inkml:trace contextRef="#ctx0" brushRef="#br0" timeOffset="1509.37">8416 6445 2969 0,'-8'-4'0'0,"2"2"0"15,0 1 0-15,6-2 0 0,0 2 0 0,0-1 0 0,8 2 0 0,15 0 0 0,0 0 0 0,4 0 0 0,3 0 152 0,0 0-61 0,1 3 181 16,-4 7-115-16,1 1-58 0,-1 1-30 0,-9 1-46 16,5 3-10-16,-8 0 27 0,0 0-121 0,-6 5 60 15,-3 0 31-15,-4-1 10 0,-2 7-293 0,0-5 157 0,-12 3 78 16,-3-2-348-16,-7-1 150 15,-3 1 33-15,-1 0 88 0,-1-2-281 0,-10 4 178 16,2-1 88-16,-5 3 35 0,-3 3-495 0</inkml:trace>
  <inkml:trace contextRef="#ctx0" brushRef="#br0" timeOffset="2115.94">8276 6875 2929 0,'-8'-11'0'0,"5"6"0"0,-1 0 0 0,2 2 0 0,2 1 0 0,-2 0 0 0,2 2 0 0,0 0 0 0,0 0 0 0,0 17 0 0,4 7 87 0,3 4 32 16,1 10-40-16,-1 2-1 0,-1 4 79 0,0 2-60 0,-5-6-21 15,1 10-3-15,1-9 0 0,-3-5-36 16,0 1 1-16,0-1 5 0,0-9 2 0,-3-1-45 15,-2-6 0-15,-1-3 0 0,2-6 0 0,1-4 0 16,-1-1 0-16,1-6 0 0,-2 0 0 0,2 0 0 16,-3 0 0-16,4-9 0 0,2-4 0 15,0-6 0-15,0-1 0 0,4-3 0 16,8 2 0-16,0 2 0 0,7-1 0 0,0 4 0 16,2 2 0-16,3 3 0 0,4 3 0 0,-6 4 0 15,7 2 0-15,-1 2 0 0,-4 0 0 0,3 12 0 16,-6 2 0-16,-3 4 0 0,1 5 0 0,-4 0 0 15,-5 2 0-15,-5 1 0 0,-3 1 0 0,-2-3 0 16,0 4 0-16,-2-2 0 0,-11-3 0 0,-2-2 0 16,-3-3 0-16,-8 1 0 0,1-6 0 0,-3-1 0 15,-4-3 0-15,-3-5 0 0,-1-1 0 0,5-3 0 16,-1 0 0-16,5 0 0 16,4-3 0-16,5-8 0 0,4-3 0 0,3-1 0 15,4-2 0-15,7 1 0 0,0-7 0 0,9 1-133 16,12 1-338-16,6 1 208 0,8-4 117 15,3 4-784-15,7-1 446 0</inkml:trace>
  <inkml:trace contextRef="#ctx0" brushRef="#br0" timeOffset="2316.21">9153 6968 3931 0,'-6'-4'0'0,"3"4"0"0,3-3 0 0,-2 3 0 0,2 0 0 0,0 0 0 0,0 0 0 0,0 0 0 0,9 0 0 0,7 0 0 0,2 0 0 0,6 0 0 0,5 0 0 16,-1 0 0-16,2 0 0 0,2 0 0 0,-1 3 0 0,-4-2 0 15,3 1 0-15,-1 3 0 0,-8 0 0 16,0 1-847-16,0 1 276 0,-1 0 276 16,-2 3 84-16</inkml:trace>
  <inkml:trace contextRef="#ctx0" brushRef="#br0" timeOffset="2476.77">9121 7365 3931 0,'-7'0'0'0,"7"2"0"0,0-1 0 0,0-1 0 0,0 3 0 0,5 1 0 0,16 0 0 0,8-3 0 0,2-1 0 0,3 0 0 0,8 0 0 16,4 0 0-16,-5 0 0 0,12 0 0 0,-8-1 0 15,0-1 0-15,2 2 0 0,-1 0 0 16,-5 0-146-16,8 0 4 0</inkml:trace>
  <inkml:trace contextRef="#ctx0" brushRef="#br0" timeOffset="8864.65">11438 6212 2609 0,'-16'-1'0'0,"2"-3"0"0,2 2 0 0,1 2 0 0,2-2 0 0,6 2 0 0,-1 0 0 0,4-3 0 0,0 2 0 0,18-1 0 0,13-5 196 0,9-5-79 0,4 1-39 15,4-2 341-15,3-2-180 0,-1 2-106 0,-1 3 7 16,-4 1-140-16,-3-1 0 0,-7 5 0 0,1-1 0 16,-4 3 0-16,-4 1 0 0,-5 0 0 0,-5 2-396 15,-3 0 164-15,-4 0 145 0,-3 0-779 0,-2 0 400 16,-4 0 213-16,0 2 108 0,-2-2-231 0,0 0 160 15</inkml:trace>
  <inkml:trace contextRef="#ctx0" brushRef="#br0" timeOffset="9052.66">11861 5867 2909 0,'-5'-6'0'16,"3"2"0"-16,0 0 0 0,2 3 0 0,0-4 0 0,6 4 0 0,9-3 0 0,9 2 0 0,-3 0 0 0,7 2 0 0,-3 0 321 0,-2 2-141 0,-3 5-71 0,1 5 219 0,-3 1-244 0,-3 3-84 15,-4 0 0-15,-4 3 0 16,-2 4 0-16,-5 1 0 0,0 5-67 0,-12-2-70 16,-6 3 88-16,-8 6-549 0,-1-4 268 0,1-1 170 15,1-2-19-15,-9 7-240 0,6-6 191 0,-4-2 95 16,-2 2 47-16</inkml:trace>
  <inkml:trace contextRef="#ctx0" brushRef="#br0" timeOffset="9210.73">11597 6443 3152 0,'0'11'0'0,"0"5"0"0,0 0 0 0,0 2 0 0,0 4 0 0,0 2 0 0,0 1 0 0,2-3 0 0,3 8 0 0,1-5 0 0,1-1 379 0,3-4-171 0,1 1-84 15,0-2-56-15,1 1-68 0,1-6 0 0,-1-1-314 16,2-4 130-16,-3-1 110 0,1-4 66 0,1-4-671 16,-1 0 359-16,4 0 179 0,-3-7-1 0,-3-11-338 15,-1-2 192-15</inkml:trace>
  <inkml:trace contextRef="#ctx0" brushRef="#br0" timeOffset="9348.03">11663 6282 3100 0,'-7'-10'0'0,"4"5"0"0,-1 1 0 0,2 2 0 0,2 2 0 0,0 0 0 0,0 0 0 0,0 0 0 0,0 0 0 0,7 6 0 0,5 4 109 0,1 1-190 0,-1 1 60 15,3 1 30-15,2 3 9 0,1 2-679 0,-2-5 349 16,4 6 175-16</inkml:trace>
  <inkml:trace contextRef="#ctx0" brushRef="#br0" timeOffset="9738.2">12729 6047 3921 0,'-15'-4'0'0,"8"2"0"0,1 2 0 0,2 0 0 0,4 0 0 0,0 0 0 0,0 0 0 0,4 0 0 0,15 0 0 0,9 0 0 0,4 2 10 0,11 2-10 0,-7-2 0 0,13 1 0 15,-4 1 0-15,0-1 0 0,-1-3 0 16,0 0 0-16,-8 0 0 0,3 0 0 0,-4 0 0 16,-2 0 0-16,-11 0 0 0,3 0-66 0,-13 0-47 15,2 0-24-15,-7 0-711 0,-3 0 405 0,-2 0 202 16,-2-7 101-16,0-6-208 15,-6-3 160-15,-6-5 74 0</inkml:trace>
  <inkml:trace contextRef="#ctx0" brushRef="#br0" timeOffset="9900.54">13173 5847 2690 0,'-8'-5'0'0,"2"3"0"0,2 0 0 0,3 0 0 0,1 2 0 0,0 0 0 0,3 0 0 0,13 2 0 0,2 6 0 0,5 1 0 0,0 3 213 0,-3-1-78 0,4 6-52 15,-3-2 390-15,-6 0-216 0,2 3-177 0,-2 5-80 16,-9-3 0-16,-2 9 0 0,-4-1 0 15,0 2 0-15,-12 7 0 0,-6-1-41 0,-5-6 48 16,-9 12-624-16,2-7 328 0,-2 0 92 16,-2-1-686-16,2 0 423 0,-5-2 200 0</inkml:trace>
  <inkml:trace contextRef="#ctx0" brushRef="#br0" timeOffset="10117.4">12955 6479 3681 0,'4'2'0'0,"1"3"0"0,-1 3 0 0,-1 2 0 0,1 4 0 0,0 6 0 0,-3-1 0 0,6 9 0 0,-3 3 0 0,1 3 0 0,0 9 165 0,-1-3-80 16,0-6-85-16,2 5 0 0,-2-2 0 0,-2 1 0 15,1-5 0-15,-1 2 0 0,0-5 0 0,-2-2 0 16,0-6 0-16,0 1 0 0,-7-5 0 0,-7 1 0 16,-6-4 0-16,-3-2 0 0,-3-5 0 0,-3 0 0 15,-3-5 0-15,-1-3 0 0,-1 0-143 16,0 0-38-16,1-7 61 0,3-14-519 0,-1-11 298 0,9-8 149 15,3-17-562-15</inkml:trace>
  <inkml:trace contextRef="#ctx0" brushRef="#br0" timeOffset="10237.25">12801 6360 2746 0,'22'-22'0'0,"-3"7"0"0,2 2 0 0,-5 3 0 0,-2 3 0 0,1 3 0 0,-6 3 0 0,3-2 0 0,-2 3 0 0,2 0 0 0,1 0 318 0,0 7-139 0,4 1-71 0,2 2-633 16,3 5 277-16,3 0 144 0,3 1 71 0</inkml:trace>
  <inkml:trace contextRef="#ctx0" brushRef="#br0" timeOffset="10472.44">14111 6066 3931 0,'-10'-6'0'0,"8"5"0"0,2-2 0 0,0 1 0 0,0-2 0 0,0 1 0 0,7-1 0 0,14 0 0 0,4 0 0 0,10-1 0 16,2 1 0-16,10 2 0 0,-5 1 0 0,13-2 0 0,-5 0 0 0,1 1 0 0,-5 1 0 16,2 1 0-16,-11-3-331 0,2 3 85 0,-2 0 143 15,-4 0 71-15,-3 0-822 0,-4-2 407 0,-3 1 194 16</inkml:trace>
  <inkml:trace contextRef="#ctx0" brushRef="#br0" timeOffset="10648.53">14717 5826 2976 0,'-20'-9'0'0,"6"4"0"0,4 4 0 0,1-1 0 0,3 0 0 0,3-1 0 0,3 2 0 0,0 1 0 0,0 0 0 0,9 0 0 0,6 0 129 15,7 6 206-15,1 3-149 0,1 2-74 0,-3 0-28 16,5 4-73-16,-1 0 27 0,-10 0 0 0,3 5-16 15,-8 0-22-15,-2 4 0 0,-8 2 0 16,0 3-962-16,-18 5 328 0,-4-2 318 16,-4-6-528-16,-16 9 408 0</inkml:trace>
  <inkml:trace contextRef="#ctx0" brushRef="#br0" timeOffset="11067.89">14386 6233 2682 0,'-8'0'0'0,"5"0"0"0,1-2 0 0,0 0 0 0,2 0 0 0,0 2 0 0,0 0 0 0,6 0 0 0,3 9 0 0,-2 12 0 0,1 4 201 0,-2 10-87 0,-4 5 456 0,-2 6-266 16,0 1-244-16,0 3-60 16,-8 4 0-16,-2-2 0 0,1-2 0 0,2-4 0 15,-3-2 0-15,2-1 0 0,-1-10 0 0,2 5 0 16,-3-7 0-16,3-4 0 0,1-9 0 0,1-3 0 16,-1-6 0-16,2-4-309 0,0-5 119 0,-1 0 53 15,1-4 49-15,4-18 58 0,0-4-17 0,0-6 9 16,2-8 0-16,12 1-11 0,0-1 11 0,5 1 0 15,-1 9 56-15,5-4-24 16,2 4 1-16,1 7-33 0,0 3 303 0,0 5-118 16,-5 5-84-16,4 5 137 0,-3 1-93 0,-3 4-25 15,-2 0-31-15,-2 0-62 0,-3 11 48 0,-5 1 32 16,-3 3-46-16,-3 1-54 0,-1-1 26 0,-3 6 3 16,-13-4 40-16,-4 2-38 0,-3-4-3 0,1-2-1 15,-5-2 11-15,7-5-7 16,-3-2 0-16,2-2 0 0,5-2 0 0,4 0 0 15,1 0 0-15,4 0 0 0,1 0 0 0,4 0 0 16,0 0 0-16,2 0 0 0,0 0 0 0,10 0 0 16,10 2 0-16,8 7 0 0,2 4 0 0,9 2 0 15,0 2 0-15,5 0 0 0,2 5 0 0,0-1 0 16,5 4 0-16,8 3 0 0,-4-2 0 0,-5-1-107 16,12 6-372-16</inkml:trace>
  <inkml:trace contextRef="#ctx0" brushRef="#br0" timeOffset="11898.15">11604 7247 2554 0,'0'-12'0'0,"0"11"0"0,0 0 0 0,0-2 0 0,0 3 0 0,0 0 0 0,0 0 0 0,2 9 0 0,2 10 0 0,-1 6 0 0,3 3 605 15,-2 6-273-15,0 1-152 0,-2 3-70 0,0-2 40 16,0 1-150-16,-2-1 0 0,0 1 0 0,0-3 0 16,0-4 0-16,0 0 0 0,0-3 0 0,0-8 0 15,-2 5 0-15,0-7 0 0,0-6 0 16,-1 1 0-16,3-5 0 0,-1-4 0 0,1-1 0 15,0 1 0-15,0-3 0 0,0 0-428 16,1 0-1-16,15 0 185 0,5-3 108 0,4 1-619 16,8-2 359-16,10-5 178 0</inkml:trace>
  <inkml:trace contextRef="#ctx0" brushRef="#br0" timeOffset="12234.99">12819 7432 3575 0,'-11'0'0'0,"2"6"0"0,1 6 0 0,-1 3 0 0,0 2 0 0,3 3 0 0,2 3 0 0,4 1 0 0,0 1 0 0,1 3 0 0,15 2 270 0,5-2-184 0,3-2-86 16,10 1 0-16,0-7 0 0,3-5 0 0,-3-5 0 15,11-3 0-15,-9-7 0 0,2 0 0 16,-5 0 0-16,1-12 0 0,-4-9 0 0,-3-4 0 15,-8-3 0-15,-3-2 0 0,-7-4 0 0,-5 0 0 16,-4-4 0-16,0-4 0 0,-11 2 0 16,-8 4 0-16,-7 1 0 0,3 10 0 0,-10 1 0 15,-7 3 0-15,0 9 0 0,1 10 0 0,-2 2 0 16,7 0 0-16,-2 5 0 0,4 12 0 0,7 4 0 16,9 1 0-16,9 1 0 0,3 4 0 0,4 2-33 15,2 1-202-15,11 1 98 0,11 5-684 16,3-4 390-16,3-2 196 0,2-6-596 15,9 7 400-15</inkml:trace>
  <inkml:trace contextRef="#ctx0" brushRef="#br0" timeOffset="12429.51">13752 7506 3931 0,'-12'-15'0'0,"6"10"0"0,4 4 0 0,2-2 0 0,0-1 0 0,0 1 0 0,4-1 0 0,13 1 0 0,5 0 0 0,5 1 0 0,6-2 0 0,3 2 0 0,4 1 0 0,-1 1 0 16,6 0 0-16,-11 0 0 0,6 0 0 0,-3 0-20 15,0 1-1-15,-1 3-1020 0,0 2 512 0,-4-5 256 16,2 2-340-16</inkml:trace>
  <inkml:trace contextRef="#ctx0" brushRef="#br0" timeOffset="12707.16">14337 7313 3190 0,'-4'-5'0'0,"4"3"0"0,0-3 0 0,0 0 0 0,6 0 0 0,14 0 0 0,9 4 0 0,13-1 0 0,2 2 0 0,4 0 0 0,-2 3 93 15,1 9 511-15,-4 4-560 0,-4 3-44 0,-3 4 0 0,-10 0 0 16,-1 5 0-16,-4 0 0 0,-10 2 0 16,-4 1 0-16,-7 5 0 0,0 0 0 15,-23 5 0-15,-8-1 0 0,-5-4 0 0,-1-4 0 0,-3-6 0 16,7-8 0-16,-3 1 0 0,4-6 0 15,9-5 0-15,3-2 0 0,9-3 0 0,3-3 0 16,2 0 0-16,6 0 0 0,0 0 0 0,19 0 0 16,11 0 0-16,7 0 0 0,13-6 0 15,0 1 0-15,15-2 0 0,-8 3 0 0,5-1 0 16,-7 2 0-16,5 3 0 0,7 0 0 16,-7 0 0-16,-7 12 0 0,2 3-195 0,-5 2-274 15</inkml:trace>
  <inkml:trace contextRef="#ctx0" brushRef="#br0" timeOffset="13436.49">11689 8092 2612 0,'0'-2'0'0,"0"2"0"0,4 0 0 0,-1 11 0 0,-1 3 0 0,2 4 0 0,0 6 0 0,-3 7 0 0,1 2 0 0,2 3 0 0,-2 3 365 0,-1 7-167 0,2-3-79 0,-3-2 315 15,0 1-231-15,2-7-203 0,-2 4 0 16,0-3 0-16,0 0 0 0,0-2 0 15,0-4 0-15,0-6 0 0,0-1 0 0,0-4 0 16,0-3 0-16,0-6 0 0,0 1 0 0,0-5 0 16,0-3 0-16,0 0 0 0,0-2-545 15,0-1 238-15,0 0 115 0,2 0 75 0,7 0-463 0,10-1 274 16,3-11 133-16,6 1-452 16,4 1 293-16</inkml:trace>
  <inkml:trace contextRef="#ctx0" brushRef="#br0" timeOffset="13885.33">12789 8337 2607 0,'-11'-8'0'0,"6"4"0"0,1 3 0 0,2-3 0 0,2-2 0 0,0 0 0 0,2-2 0 0,14-3 0 0,9-2 0 0,11-2 0 0,1 3 130 16,7-4-45-16,2 4 68 0,0 3-56 16,-11 5-20-16,4 0 5 0,-5 4 0 0,-4 0-43 0,-11 0 6 0,0 12-7 15,-7 3 11-15,-7 3-10 16,-5 5-33-16,0 1 0 0,-9 4 33 0,-12-2 0 16,-2-1 199-16,-3 2-158 0,-2-5-80 0,6 0 0 15,2-7 0-15,2-4 0 0,6 2 0 0,3-4 0 0,6-2 0 16,1 2 0-16,2-2 0 15,2 2 0-15,8-2 0 0,13 5 0 0,4-1 0 16,-1 0 0-16,6 3 0 0,2-2 0 0,-2 2 0 0,0 0 0 16,-2 2 0-16,-10-1 0 0,1 2 0 15,-6-1 0-15,-6 1 0 0,-5 1 0 0,-4-1 0 16,0-1 0-16,-7 3 0 0,-14-2 0 0,-6-2 0 16,-3-2 0-16,-4-2 0 0,-1-1 0 0,-1-3 0 15,3-1 0-15,-1-4 0 0,4-2 0 0,7 0 0 16,0 0 0-16,7-2 0 0,4-7 0 15,7 1 0-15,5-5 0 0,0-4-448 16,15 0 191-16,19-6-985 0,5 3 602 0</inkml:trace>
  <inkml:trace contextRef="#ctx0" brushRef="#br0" timeOffset="14047.27">13657 8504 3931 0,'8'6'0'16,"-1"-1"0"-16,-3-1 0 0,-2-1 0 0,-1-1 0 0,5-2 0 0,6 0 0 0,4 0 0 0,9 0 0 0,5 0 0 0,9-2 0 0,5-5 0 0,0-1 0 0,-2-2 0 16,12 1 0-16,-6 0 0 0,0 1 0 0,1 3 0 0,-2 1-354 15,-7 3-149-15,10-3 266 0,-3 1 138 16</inkml:trace>
  <inkml:trace contextRef="#ctx0" brushRef="#br0" timeOffset="14323.6">14692 8193 3931 0,'2'-3'0'0,"0"1"0"0,-1 0 0 0,-1 0 0 0,0 2 0 0,0 0 0 0,0 0 0 0,0 4 0 0,-5 11 0 0,-4 3 0 0,-3 7 0 16,-3 1 0-16,-4 2 0 0,-4 9 0 0,-4-6 0 0,3-4 0 0,1 0 0 16,0-3 0-16,8-8 0 0,-2-1 0 15,4-2 0-15,6-7 0 0,-1-1 0 0,4-2 0 16,2 0 0-16,2-3 0 0,0 0 0 15,2 0 0-15,17 0 0 0,10 0 0 0,10 0 0 0,5 0 0 16,4 0 0-16,5 0 0 0,1 0 0 0,2 0 0 16,-1 0 0-16,1 0 0 0,-5 0 0 15,-1 0 0-15,0 0 0 0,-6 3 0 0,-10 0 0 16,1 3-208-16,-14-3-357 0,-5-1 252 16,-7 0 139-16,-5-2-764 0,-4 0 449 0</inkml:trace>
  <inkml:trace contextRef="#ctx0" brushRef="#br0" timeOffset="14472.77">14933 8150 3931 0,'-6'-5'0'0,"2"3"0"16,0 1 0-16,2 1 0 0,2 0 0 0,0 14 0 0,0 14 0 0,0 15 0 0,0 6 0 0,0 7 0 0,0 16 0 0,0-4 0 0,0 8 0 0,0 3 0 0,0 2 0 15,0 7 0-15,2 13 0 0,-2-1 0 0,0 5-121 16,0 25-293-16</inkml:trace>
  <inkml:trace contextRef="#ctx0" brushRef="#br0" timeOffset="15263.44">16657 7207 3831 0,'-6'-3'0'0,"5"1"0"0,-1 0 0 0,2 2 0 0,0 0 0 0,0 0 0 0,0 0 0 0,2-2 0 0,8 1 0 0,13-1 0 0,4 0 100 0,3-1-100 0,11-1 0 15,2 1 0-15,4 2 0 0,1-2 0 16,1 1 0-16,-8 2 0 0,10 0 0 0,-6 0 0 15,-2 0 0-15,-7 0 0 0,0 6 0 0,-5 1 0 16,-2 5-380-16,-7 1 56 0,-3 7 167 0</inkml:trace>
  <inkml:trace contextRef="#ctx0" brushRef="#br0" timeOffset="15433.69">16751 7675 3931 0,'-18'-5'0'0,"15"3"0"0,1 1 0 0,0-2 0 0,2 1 0 0,0 0 0 0,7-4 0 0,16 1 0 0,5-5 0 0,10 3 0 0,11-1 0 0,4 1 0 16,-2 3 0-16,2 2 0 0,0 2 0 0,-1 0 0 15,-1 0 0-15,0 6 0 0,-5 5 0 0,-2-1 0 16,6 6-351-16,-2 0-163 0</inkml:trace>
  <inkml:trace contextRef="#ctx0" brushRef="#br0" timeOffset="16116.07">18373 6450 3052 0,'-17'-22'0'0,"-2"7"0"0,2 8 0 0,-2-1 0 0,-1 3 0 0,-3 1 0 0,1 3 0 0,-3 1 0 0,-1 1 0 16,-2 16 0-16,0 5 135 0,-2 14 163 0,2 7-128 0,-2 15-65 16,5 4-31-16,0 10 23 0,3 17-97 0,3-4 0 0,4 9 0 0,4 6 0 15,2 1 0-15,2-13 0 0,6 21 0 0,1-17 0 16,0-3 0-16,12-14 0 0,9 6 0 0,4-8 0 16,5-4 0-16,4-4 0 0,6-6 0 15,1-3 0-15,-2-1 0 0,-1-8 0 16,5 10 0-16,-4-9 0 0,2 1 0 0,-1-4-221 15,-2-10-23-15,11 3-932 0</inkml:trace>
  <inkml:trace contextRef="#ctx0" brushRef="#br0" timeOffset="16974.93">26485 6278 1773 0,'-4'-8'0'0,"4"5"0"0,0 1 0 0,-1 0 0 0,1 2 0 0,0-2 0 0,0 2 0 0,0 0 0 0,0 0 0 0,0-2 0 0,1 2 135 0,9 0-48 0,1 0 262 16,0 0-156-16,2 0-77 0,3 4-29 0,-2 3 220 16,2 1-134-16,0-1-67 0,0 5 79 0,0-1-73 15,3 4-27-15,0 4 138 16,-1-1-223-16,2 3 0 0,0 4 0 0,0 3 0 0,2 2 0 0,0 6 0 16,-3 3 0-16,1 0 0 15,-3 3 0-15,-4-3 0 0,2 12 0 0,-1-4 0 0,-5 2 0 16,-2-1 0-16,1 4 0 0,-2-2 0 15,-2 3 0-15,-2 1 0 0,1-1 0 0,-3-2 0 16,0-3 0-16,0-5 0 0,-3 6 0 0,-7-5 0 16,-5-4 0-16,-4 1 0 0,-3 2 0 0,-8-1 0 15,-2 2 0-15,-10 4 0 0,1-4 0 0,-3 0 0 16,7-8 0-16,-6 5 0 0,3-7 0 0,5-3 0 16,11-7 0-16,3-7 0 0,4 2 0 15,7-6 0-15,3 0 0 0,5 0 0 16,2 0-67-16,2 0-1194 0</inkml:trace>
  <inkml:trace contextRef="#ctx1" brushRef="#br0">22137 13016 0</inkml:trace>
  <inkml:trace contextRef="#ctx0" brushRef="#br0" timeOffset="24231.38">10725 6052 1858 0,'-9'-17'0'0,"2"5"0"0,1 3 0 0,0-1 0 0,4 1 0 0,-2 3 0 0,2 2 0 0,2 0 0 0,-1 2 1 0,1 2 0 0,0 0 347 0,0 0-153 15,0 0-78-15,0 2-39 0,0 13 108 0,0 4-78 16,0 5-34-16,1 7 138 0,5 8-86 0,-3 4-42 16,4 8 9-16,-3 11 113 0,1 4-83 0,-3 20-41 15,0 3-43-15,-1 5-39 0,1 10 0 0,0 5 0 16,0 7 0-16,-2 20 0 0,0-11 0 0,0-2 0 15,0-18 0-15,0 13 0 0,0 13 0 0,0-29 0 16,0 9 0-16,0-10 0 0,0-11 0 0,4 22 0 16,-1-13 0-16,4-1 0 0,-2-6 0 0,2-1 0 15,1-14 0-15,0 8 0 16,-3 11 0-16,1-7 0 0,-3-4 0 0,-1-12 0 16,-2 6 0-16,0-2 0 0,0-1 0 0,0-5 0 15,-7-7 0-15,2-12 0 0,-1-5 0 0,1-3-47 16,5-9-388-16,0-4 198 0,2-7 100 0</inkml:trace>
  <inkml:trace contextRef="#ctx0" brushRef="#br0" timeOffset="25157.73">15885 5838 1629 0,'-2'8'0'0,"2"1"0"0,-2 3 0 0,2 3 0 0,0 0 0 0,0 1 79 0,0 3 174 0,0 2-93 0,0 1-64 16,0 5 1-16,0-1 107 0,0 2-80 0,0 6-40 15,0 2 12-15,0-1 121 0,0 11-86 16,-2-6-43-16,1 8 110 0,-2-1-76 0,1 2-28 0,0-1-11 15,2 2 24-15,0 0-38 0,0 1-69 0,0-1 0 16,0-6 0-16,0 12 0 16,0-7 0-16,0 3 0 0,-2 1 0 0,1 4 0 0,1-4 0 15,0 2 0-15,-2 0 0 0,2-2 0 16,0-2 0-16,0 2 0 0,-2-2 0 0,0 2 0 16,0-3 0-16,2 1 0 0,-2-3 0 0,2 0 0 15,0 2 0-15,0 2 0 0,0-2 0 0,0 1 0 16,0-2 0-16,0 1 0 0,0-7 0 0,0 10 0 15,0-6 0-15,0-2 0 0,0 0 0 0,0 0 0 16,0-4 0-16,0 6 0 0,0 0 0 0,0 1 0 16,0 0 0-16,0 1 0 0,-3 0 0 0,-3 2 0 15,0-2 0-15,0-1 0 16,1 3 0-16,0 1 0 0,-3 1 0 0,2-2 0 16,-1 1 0-16,1 3 0 0,1-3 0 0,-1-1 0 15,3-8 0-15,-4 8 0 0,4-10 0 0,-1 2 0 16,2-3 0-16,0-9 0 0,2-2 0 15,-2 2 0-15,2-10 0 0,0 2 0 16,0-9 0-16,0 1 0 0,0-4 0 0,0-3 0 0,0-3 0 16,-1 0-21-16,1 0-447 0,0-2 202 15,0 3 116-15</inkml:trace>
  <inkml:trace contextRef="#ctx0" brushRef="#br0" timeOffset="27510.42">18747 6535 2147 0,'-4'-6'0'0,"4"5"0"0,0-1 0 0,-2 2 0 0,2 0 0 0,0 0 0 0,0 0 0 0,0 0 0 0,0 0 0 0,0 0 0 0,0 2 125 16,0 8-43-16,2 4 0 0,4 4 48 0,-3 3-46 15,-1 8 11-15,2 3 128 0,-2 9-91 0,-1 0-47 16,-1 7 1-16,0 4 133 0,0 5-80 0,0 16-55 15,0-1 1 1,0 6 48-16,0 3-133 0,-3 2 0 0,1-4 0 0,0-1 0 16,2-5 0-16,0-3 0 0,0-3 0 0,0-3 0 15,0-12 0-15,0 1 0 0,0-6 0 0,0-9 0 16,0-1 0-16,0-7 0 0,0-7 0 0,0-5 0 16,0-6 0-16,0-5 0 0,0-3 0 0,0-2 0 15,0-2 0-15,0 0 0 16,0 0 0-16,-2 0 0 0,1-2 0 0,-1-2 0 0,0-3 0 15,2-1 0-15,0 1-278 0,0-2 106 0,0 0 67 16,0 4-920-16</inkml:trace>
  <inkml:trace contextRef="#ctx0" brushRef="#br0" timeOffset="28804.14">19239 6731 1755 0,'-8'-8'0'0,"1"3"0"0,-1 4 0 0,1 0 0 0,-1 1 0 0,-1 0 0 0,0 1 0 0,-1 13 0 0,2 7 0 0,-1 0 0 0,5 8 114 16,-1-1 238-16,5 2-145 0,0 1-89 0,0 2-38 15,2-3 190-15,9 1-115 0,4-6-57 0,0-2 56 16,6 0-62-16,-1-7-25 0,3-3-1 0,-1-3-22 15,-1-4-3-15,-1-3 10 0,3-3-10 0,-4 0-34 16,-2 0 33-16,0-9 1 0,-1-10-9 0,-2-1 19 16,1-9-10-16,-6 2-27 15,-1-5-14-15,-3 0 0 0,-1-1 0 0,-4-2-50 16,0 0 23-16,0-8 26 0,-11 12-17 0,-4-3-25 16,-2 4 24-16,-2 9 2 0,-5-3 15 0,-1 9 56 15,-2 5-58-15,-2 5 11 0,1 5 45 0,-2 0 2 16,0 1-54-16,4 14 7 0,-1 2-42 0,6 2-1 15,7-3 52-15,0 2-171 0,5-1 78 0,5 0 38 16,4-1-4-16,0-2-320 0,0-1 159 16,2 1 57-16,9-4 60 0,4 1-395 15,6 1 221-15,1-4 110 0,1-1-157 0,5-3 123 16,1 0 78-16,2 2 32 0</inkml:trace>
  <inkml:trace contextRef="#ctx0" brushRef="#br0" timeOffset="29001.01">19802 6812 3334 0,'-3'-3'0'0,"1"1"0"0,2 2 0 0,0-1 0 0,0-1 0 0,2 0 0 0,5 0 0 0,4 0 0 0,2-1 0 0,2 0 0 0,2 1 198 16,4 1 32-16,-1 0-99 0,1 1-93 0,4 0-38 15,-3 0-230-15,1 0 69 0,-1 0 111 16,-1 0 40-16,-1 0-275 0,0 0 162 0,-1 1 82 0,-1 2-846 15,-1 0 434-15,-2-3 134 0</inkml:trace>
  <inkml:trace contextRef="#ctx0" brushRef="#br0" timeOffset="29317.1">20245 6585 2765 0,'0'-10'0'0,"0"0"0"0,0 2 0 0,0-1 0 0,0 0 0 0,0-1 0 0,12 3 0 0,8-2 0 0,3 3 0 0,3 3 0 0,4-1 540 0,2 4-250 0,0 0-125 0,-2 0 6 15,-2 13-171-15,-5 0 0 0,4 7 0 0,-9 1 0 0,-3 3 0 16,-4 1 0-16,-5 3 0 0,-4 0 0 16,-2 4 0-16,-6 2 0 0,-15 1 0 15,-2-2 0-15,-2-9 0 0,-3 2 0 0,-2-3 0 16,-2-3-21-16,0-1-25 0,2-5 113 0,3-1-67 16,8-6 0-16,3 1 0 0,4-4 0 0,3-1 0 15,3-2 0-15,4-1 0 0,2 3 0 0,0-2 0 16,8 4 0-16,9-3 0 0,10 4 0 0,-2-3 0 15,5 0 0-15,0 1 0 0,2-2 0 0,3 2 0 16,-2-2 0-16,-1-1 0 0,-2 2 0 16,-1-1 0-16,-8-1 0 0,2 3 0 15,-2 0 0-15,-4-1-460 0,-4 5 29 0,-4-2 195 16,-3 4 98-16,-2 1-655 0,-4 0 377 0,0 6 177 16,-15 1-164-16</inkml:trace>
  <inkml:trace contextRef="#ctx0" brushRef="#br0" timeOffset="30560.43">19383 7401 1997 0,'-5'-4'0'0,"-1"-2"0"0,4 1 0 0,0 1 0 0,2-1 0 0,0-4 0 0,0 5 0 0,6-3 0 0,5 2 0 0,4 2 0 16,2-1 84-16,4 0 10 0,0 2-2 0,3-1-26 0,-4 3-1 0,3 0-26 0,-2 0-53 0,-3 7 36 15,0 4-10-15,-7 0-112 0,-1 4 70 0,-7 0 34 16,-1 2 0-16,-2 2 5 0,0 4-13 0,-14-2 0 15,0-1-22-15,-4 0 141 0,2 1-69 16,1-1 4-16,2-4 277 0,1-2-147 0,6-2-67 16,1-1 127-16,5-1-101 0,0 1-40 15,0-2-35-15,7 1 1 0,9-1-27 16,7 0 1-16,-2-1 0 0,2-1-30 0,7 5-10 16,-5-3 39-16,0 2-17 0,-11-1-21 0,3 1 0 0,-6 0 0 15,-5 2 0-15,-4 2 0 0,-2-1 0 16,0 5 0-16,-13-1 0 0,-10 3 0 0,-2-2 0 15,-3 0 0-15,-2-1 0 0,-2 0 0 16,4-3 0-16,4-4 0 0,0-3 0 0,3 0 0 0,6-4 0 16,5-2 0-16,1-2 0 0,5 0 0 0,3 0 0 15,1 0 0-15,3-11 0 0,18-8-622 16,9-2 38-16,9-4 277 0,2 0 134 0</inkml:trace>
  <inkml:trace contextRef="#ctx0" brushRef="#br0" timeOffset="30751.51">20270 7566 3931 0,'-13'0'0'0,"1"-2"0"0,7 2 0 0,1 0 0 0,0 0 0 0,4 0 0 0,0 0 0 0,0 0 0 0,0-2 0 0,4 1 0 0,15-2 0 0,5 1 0 0,2-3 0 15,4 0 0-15,2-1 0 0,0 0 0 0,0 1 0 16,0 0 0-16,3 1 0 0,-3 1 0 0,-1 1-126 15,1 1-24-15,-2 1 95 0,0 0 48 0,-8 0-187 16</inkml:trace>
  <inkml:trace contextRef="#ctx0" brushRef="#br0" timeOffset="31016.95">20930 7341 3416 0,'0'0'0'0,"0"0"0"0,-5 4 0 0,-2-3 0 0,-1 2 0 0,-2 2 0 0,-1 2-4 0,-1 3 1 0,-4 7 1 0,-2-1 0 0,-3 5 503 15,-2 2-476-15,0 0-25 16,-2-1 0-16,-1 2 0 0,1-3 0 0,0-2 0 16,3-2 0-16,7-5 0 0,2-2 0 0,1 0 0 0,7-5 0 15,-1-1 0-15,5-2 0 0,1 2 0 0,0-3 0 16,7 4 0-16,16-4 0 0,3 1 0 0,11 0 0 16,-1-1 0-16,13-1 0 0,-1 0 0 15,4 0 0-15,2 0 0 0,-4 0 0 16,1 0 0-16,0 0 0 0,-4-1 0 0,-2 1 0 0,-9-2 0 15,0 2-11-15,-10 0-834 0,0 0 407 16,-7 0 198-16,-9 0 100 0,-5 0-655 0,-5 0 378 16</inkml:trace>
  <inkml:trace contextRef="#ctx0" brushRef="#br0" timeOffset="31210.05">21084 7380 3287 0,'-14'-5'0'0,"5"2"0"0,2 2 0 0,-2 1 0 0,4 0 0 0,1 0 0 0,1 4 0 0,3 9 0 0,0 8 0 0,0 5 0 0,0 6 121 0,0 7 402 0,1 2-523 16,1 3 0-16,0-5 0 0,0 13 0 0,0-6 0 15,-2-3 0-15,0-2 0 0,1-7 0 0,-1 4 0 16,0-2 0-16,0-5 0 0,0 1-11 0,0-6-113 16,0-3-826-16,-1-2 384 0,-3-4 268 15,2-8 129-15,0 0-575 0</inkml:trace>
  <inkml:trace contextRef="#ctx0" brushRef="#br0" timeOffset="31561.31">21425 6288 2576 0,'-5'-16'0'0,"2"11"0"0,1 3 0 0,2 0 0 0,0 2 0 0,0 0 0 0,0 0 0 0,0 5 0 0,0 12 0 0,0 10 0 0,0 4 408 16,0 9-175-16,0 15-102 0,0 7-45 0,0 5 140 0,2 2-94 15,1 9-46-15,1 3-33 0,-1-1-53 16,1 16 0-16,-1-6 0 0,-1 5 0 0,0 0 0 16,-2-10 0-16,0 24 0 0,0-11 0 0,-5 4 0 15,-4-4 0-15,0-5 0 0,2-14 0 0,2 2 0 16,-1-3 0-16,2-6 0 0,3-6 0 15,-4-9 0-15,3-1 0 0,0-7 0 16,1-12-5-16,-1-1-107 0,0-13 110 0,-2-5 1 16,2-7-54-16,1-3-68 0,-1-4 39 0,0-4 1 15,-3 0 40-15,3 0-234 0,-3-10 109 0,1-6 68 16,4-3 30-16,0-5-768 0,0-5 399 0</inkml:trace>
  <inkml:trace contextRef="#ctx0" brushRef="#br0" timeOffset="31726.41">21797 8030 3931 0,'0'0'0'0,"0"2"0"0,2 2 0 0,0 2 0 0,0 1 0 0,-2 4 0 0,0 0 0 0,0 6 0 0,-2 6 0 0,-9 2 0 0,-6 4 0 0,-4 7 0 0,-1-2 0 15,-1 2 0-15,-2-1 0 16,4-1-2-16,-11 13-299 0,-5 8 169 0</inkml:trace>
  <inkml:trace contextRef="#ctx0" brushRef="#br0" timeOffset="33646.33">13072 7245 680 0,'-1'-2'0'0,"-3"0"0"0,0 0 0 0,-1 1 0 0,1-2 0 0,2 2 0 0,-1 0 0 0,1 1 0 0,0 0 0 0,2 0 0 0,0-3-43 16,0 3 35-16,0 0 0 0,0 0 41 0,0 0-79 15,0 3 32-15,0 3 0 0,0 2-25 0,0-1 0 16,0 3 54-16,0 5-3 0,0-3 50 16,0 5-68-16,0 4 15 0,0 1 30 0,0-1-33 0,0 8 1 15,-4-3 1-15,0 3 33 0,0 1-1 16,1 4-24-16,-3-1 11 0,4 5 6 0,-3-1-10 0,1 7-6 15,2-5-3-15,0-5 4 16,0 5 9-16,2-2-43 0,0 1-2 0,0-2 34 16,0 0-1-16,0-1-35 0,0 1 29 0,0 1 4 15,4 5-8-15,0-3-43 0,0-5 41 0,-1 5 6 16,3 4-11-16,-3-7 15 0,1 1-11 0,0 1 2 16,-1 0 47-16,2-1-44 0,-3-1-2 0,0-2 7 15,-1 1-4-15,1 1-1 0,0-2 5 0,0 0-16 16,0 2 14-16,-2-4-1 0,2 1 3 0,-1 1-26 15,1 2 23-15,0-2 2 16,2-1-5-16,0 1-32 0,0-2-5 0,0 0 36 16,-1-2-38-16,1-3 35 0,-1 5-7 0,1-6 3 15,0 2 0-15,-2 0 1 0,0 0-4 0,0 0 36 16,-2 2-32-16,0 3 0 0,0-2 2 0,0-1-27 16,0 2 26-16,0 2 0 0,0-1 4 15,0-2-36-15,-2-1-1 0,2-8 32 0,0 0-42 0,0-2-7 16,0-4 43-16,0-2-75 0,0-3 34 15,0-1 0-15,0-3 21 0,0 0-47 16,2-3 6-16,2 0 33 0,-2-2 9 0,-1 0-119 16,3 0 55-16</inkml:trace>
  <inkml:trace contextRef="#ctx0" brushRef="#br0" timeOffset="35369.75">22236 6462 1288 0,'0'-12'0'0,"0"3"0"0,0 6 0 0,0-1 0 0,0 0 0 0,0 2 0 0,0 0 0 0,0 0 0 0,0 2 0 0,0 0 0 0,0 0 246 0,0 0-102 0,4 11-41 15,2 8-11-15,2 6 196 0,-3 7-123 0,1 11-62 16,-1 3-30-16,-1 6 113 0,-1 12-77 0,-1-3-34 15,0 7 230-15,1 7-132 16,-3 5-66-16,0 4 179 0,0 11-127 0,0-20-130 16,-7 7-29-16,2-4 0 0,1-7 0 0,1-10 0 15,1 8 0-15,2-17 0 0,0-2 0 0,0-11 0 16,0-3 0-16,0-8 0 0,0-2 0 0,0-9 0 16,0-6 0-16,0-5 0 0,0-2 0 0,2-4 0 15,-2 0-71-15,0 0-59 0,0-13 62 0,1-9-441 16,1-3 234-16,6-7 107 15,2-7 66-15,2-5-660 0,4-1 361 0</inkml:trace>
  <inkml:trace contextRef="#ctx0" brushRef="#br0" timeOffset="35607.61">22594 6741 3166 0,'-23'-12'-7'0,"7"1"2"0,7 10 2 0,0-5 1 0,4 1 0 0,-2 1 2 0,5-2 0 0,2 3 0 0,0-1 0 0,0 1 0 0,7-1 475 0,9-2-221 15,7 2-199-15,2-1-55 0,3 3 0 0,2-2 0 16,2 2 0-16,-2 0 0 0,2 1 0 0,-5 1 0 16,1 0 0-16,-5 0-33 0,0 0-49 15,-2 0 58-15,-3 0 32 0,-2 0-788 16,-5 0 273-16,-2 0 232 0,-1 0-490 0,-1 0 367 0</inkml:trace>
  <inkml:trace contextRef="#ctx0" brushRef="#br0" timeOffset="35895.82">22939 6466 2820 0,'-2'-10'0'0,"2"4"0"0,0-1 0 0,2-2 0 0,7 1 0 0,7 0 0 0,2 5 0 0,3-1 0 0,3 2 0 0,7 2 0 0,-5 0 323 0,1 9-141 0,0 8-70 16,-4 7 304-16,-1-2-338 0,-5 6-78 15,-4 4 0-15,-4-1 0 0,-7 6 0 0,-2-2 0 16,0 3 0-16,-9-4 0 0,-8-1 0 0,-1 0 0 16,-5-6 0-16,-2-1 0 0,-1-7 0 0,-1-3 0 15,7-7 0-15,-1 0 0 0,5-6 0 0,4 0 0 16,1-3 0-16,6 0 0 0,0 0 0 0,5 0 0 16,0 0 0-16,3 0 0 0,11 0 0 0,11 0 0 15,3 0 0-15,2 0 0 0,2 0 0 0,4 0 0 16,-1 2 0-16,1 1 0 15,-1 1 0-15,2 2 0 0,-3-1 0 0,-1 1 0 16,-1 3 0-16,-2 1 0 0,-3 0 0 0,-4 1-1089 16,4 3 496-16</inkml:trace>
  <inkml:trace contextRef="#ctx0" brushRef="#br0" timeOffset="37562.1">22719 7611 2945 0,'-15'-2'0'0,"6"2"0"0,3 0 0 0,3 0 0 0,1 0 0 0,2 0 0 0,0 0 0 0,0 0 0 0,2 0 0 0,14 0 0 0,7 0 143 15,5 0-42-15,2-2-36 0,2-1 258 0,2-3-142 16,-2 3-71-16,1-1-47 0,-6 2-63 0,3-1 0 0,-7 0 0 16,-3 1-99-16,-1 2-27 15,-5 0 83-15,0 0 50 0,-3 0-703 0,-2 0 356 16,1 0 81-16,-2 0-521 0,-1 2 361 0,7 1 195 0</inkml:trace>
  <inkml:trace contextRef="#ctx0" brushRef="#br0" timeOffset="37832.51">23364 7290 2520 0,'0'0'0'0,"0"1"0"0,0 4 0 0,0-2 0 0,0 5 0 0,0 2 0 0,0 5 0 0,-2-1 0 0,-4 11 0 0,-4 1 0 0,-2 2 281 0,-4 4-111 0,0-3-70 0,-3 5 148 16,1-7-104-16,2 2-52 15,0-5 41-15,4-7-37 0,-1-2-9 0,3-2-48 0,4-6-18 16,1-1-21-16,1-4 0 0,4 0 0 15,0-2 0-15,0 2 0 0,0 1 0 0,11-2 0 16,8 1 0-16,6 0 0 0,5-2 0 0,2 2 0 16,2-2 0-16,1 1 0 0,3-1 0 0,-5 0 0 15,3 0 0-15,-2 0 0 0,-1 2 0 0,0-2 0 16,-6 2 0-16,-4-2-635 0,0 2 195 0,-2-1 200 16,-6 2 101-16,-6-2-623 0,1-1 361 0,-5 0 171 15</inkml:trace>
  <inkml:trace contextRef="#ctx0" brushRef="#br0" timeOffset="38013.71">23553 7332 3002 0,'-17'-4'0'0,"1"2"0"0,6 2 0 0,-1 0 0 0,2 0 0 0,3 0 0 0,0 6 0 0,4 7 0 0,2 3 0 0,0 11 0 0,0 3 139 0,0 6 451 0,0 9-390 0,0-1-200 0,0 4 0 15,0 2 0-15,0 1 0 16,0 0 0-16,0-1 0 0,-2-7 0 0,2 10 0 15,-2-10 0-15,2-7-253 0,-2 0-68 0,1-7 177 16,-1-4-435-16,0-6 190 0,2-8 175 0</inkml:trace>
  <inkml:trace contextRef="#ctx0" brushRef="#br0" timeOffset="38212.1">23835 6250 3418 0,'0'-38'0'0,"0"22"0"0,0 6 0 0,0 2 0 0,0 2 0 0,0 2 0 0,0 3 0 0,0 0 0 0,0 1 0 0,0 0 0 0,0 5 131 16,-2 16-45-16,0 5 10 0,-1 12-132 0,1 5 39 16,-3 5-1-16,2 16 39 0,-1 0-503 0,0-5 262 15,1 17 115-15,-3-2-706 0</inkml:trace>
  <inkml:trace contextRef="#ctx0" brushRef="#br0" timeOffset="38415.75">23685 7572 3493 0,'0'2'0'0,"0"-2"0"0,0 0 0 0,0 0 0 0,0 0 0 0,0 0 0 0,0 0 0 0,1 4 0 0,1 4 0 0,0 2 0 0,0 7 305 0,1 3-172 0,-1 5-133 16,1 3 0-16,-1 0 0 0,0 4 0 0,-2 2 0 15,0 0 0-15,0 1 0 0,0-4 0 16,0-2 0-16,0 0 0 0,0-7 0 0,0 1-671 16,0-4 281-16,0-6 90 0,0-1 142 15,0 0-627-15,2-6 372 0,3-2 187 0</inkml:trace>
  <inkml:trace contextRef="#ctx0" brushRef="#br0" timeOffset="38898.57">24226 6310 2344 0,'-2'-8'0'0,"-3"1"0"0,2 1 0 0,1 2 0 0,0 3 0 0,2-1 0 0,0-1 0 0,-3 3 0 0,3 0 0 0,0 6 0 0,0 11 216 0,0 8-93 0,0 5-42 15,0 11 154-15,0 6-98 0,0 5-49 0,-2 8-15 16,-2 12 211-16,0-2-122 0,-1 1-62 16,-3 8-12-16,-1 11-88 0,0-11 0 15,-3 21 0-15,0-5 0 0,2-1 0 0,0-2 0 0,2-9 0 16,-1 14 0-16,2-19 0 0,3 0 0 0,-2-9 0 16,2-12 0-16,3-1 0 0,-1-7 0 0,0-13 0 15,0 0 0-15,0-12 0 0,1-5 0 0,-1-6 0 16,2-4 0-16,-2-5 0 0,2-2-137 15,0-2-20-15,-2 0 63 0,-2 0 10 0,3 0-147 0,-2 0 96 16,1-2 48-16,0-4-554 16,0-1 301-16,2-1 140 0</inkml:trace>
  <inkml:trace contextRef="#ctx0" brushRef="#br0" timeOffset="39066.47">24357 7899 3489 0,'13'3'0'0,"2"3"0"0,-4 0 0 0,-3 0 0 0,0-1 0 0,-3 1 0 0,1 3 0 0,-3 1 0 0,0 0 0 0,2 4 0 0,-4 1 442 0,-1 3-442 0,0 1 0 15,0 6 0-15,-6-2 0 0,-4 0 0 0,-4 6 0 16,0-3 0-16,-4 3 0 0,2-2 0 0,-3 1-212 16</inkml:trace>
  <inkml:trace contextRef="#ctx0" brushRef="#br0" timeOffset="39996.18">24782 6447 2296 0,'-2'0'0'0,"0"0"0"0,-1 0 0 0,2 6 0 16,-1 9 0-16,0 1 0 0,2 9 0 0,0 1 0 0,0 6 0 0,0 4 0 0,0 8 77 0,0 5 0 0,0 4 184 0,0 13-110 15,0-3-56-15,0-2 191 0,-2 18-127 0,-4-4-61 0,-1 2 111 16,2-2-85-16,-3-2-42 0,2-9-66 0,1 10-16 16,1-20 0-16,2 2 0 0,0-5 0 0,2-4 0 15,0-9 0-15,0-2 0 0,0-5 0 0,0-8 0 16,0-3 0-16,0-7 0 16,0-3 0-16,0-3 0 0,0-5 0 0,0 0 0 15,0-2 0-15,0 0 0 0,-1 0 0 0,-1 0-128 16,-4-2-132-16,5-3 122 0,0-7 32 0,1-1-723 15,0-2 385-15,1-6 208 0,13 1 98 0</inkml:trace>
  <inkml:trace contextRef="#ctx0" brushRef="#br0" timeOffset="40615.96">26335 6360 2117 0,'-2'-7'0'0,"0"3"0"0,2 2 0 0,-5-2 0 0,5 3 0 0,0-1 0 0,0 2 0 0,0 0 0 0,-2 0 0 0,2 0 0 0,0 0 269 0,0 10-119 0,0 8 223 0,0 5-166 16,2 3-83-16,-2 6-42 0,5 8 357 0,-1 9-269 15,-2 1-170-15,-2 12 0 0,0-2 0 0,0 5 0 16,-6-2 0-16,-5 17 0 0,-1-4 0 0,3 4 0 16,0 2 0-16,1-4 0 0,4-11 0 0,2 14 0 15,2-15 0-15,0-3 0 0,0-8 0 0,0 1 0 16,0-8 0-16,2 2 0 0,0-12 0 16,0-3 0-16,-1-4 0 0,-1-11 0 15,0-1 0-15,0-6 0 0,0-3 0 0,0-1 0 16,-5-2 0-16,-4-3-183 0,1-1-253 0,-5-3 202 15,0 0-331-15,4 0 262 0</inkml:trace>
  <inkml:trace contextRef="#ctx0" brushRef="#br0" timeOffset="41205.21">25206 6284 1709 0,'-2'0'0'0,"2"0"0"0,0 0 0 0,0 0 0 0,0 0 0 0,0 0 0 0,0 0 0 0,0 0 0 0,0 0 0 0,0 9 0 0,0 8 434 0,0 2-197 0,0 5-99 0,0 2-38 15,0 6 367-15,0 0-213 0,0 2-107 0,0 2 298 16,0-3-445-16,0 1 0 0,0 0 0 0,2-2 0 15,0-2 0-15,4-4 0 0,-3-5 0 0,0 3 0 16,3-4 0-16,-2-4 0 0,-2-1 0 0,0-6 0 16,0 1 0-16,-1-3 0 0,-1 2 0 0,0-7 0 15,0 2 0-15,0-2-435 0,0 2 21 0,0-2 176 16,0 0 105-16,-1 0-459 0,-1 0 276 16,2-2 137-16,0 1-391 0,0-1 255 15,2 0 142-15</inkml:trace>
  <inkml:trace contextRef="#ctx0" brushRef="#br0" timeOffset="41524.65">25658 6426 2867 0,'0'-2'0'0,"0"1"0"0,0 1 0 0,-10 0 0 0,-4 0 0 0,3 12 0 0,-5 6 0 0,7 2 0 0,-1 4 0 0,5 5 0 0,2 1 165 16,3 0-52-16,0 0 152 0,2-2-112 0,7-1-57 15,7-3-26-15,4-3 0 0,-3-4-20 0,9-1-9 16,-2-5-73-16,1-3 37 0,-4-6-1 0,5-2-4 16,-6 0 9-16,5-3 31 0,-4-15-25 0,-5 2-15 15,0-7 0-15,-7-1-6 0,-2 1-3 0,-3-11 21 16,-2 0-15-16,-2-5 9 16,0-1-6-16,-13 1 0 0,2 5 0 0,-8-1 0 15,-2 6 0-15,-3 6 0 0,-2 5 0 16,-3 7 0-16,5 6 0 0,-6 1 0 0,3 4 0 0,5 5 0 15,0 10 0-15,4 6 0 0,4 3-484 0,2 4 136 32,3 6 128-32,9 0 93 0,0 3-653 0,0-1 369 0,0 2 175 0</inkml:trace>
  <inkml:trace contextRef="#ctx0" brushRef="#br0" timeOffset="41965.31">25202 7218 2468 0,'-6'-1'0'0,"5"-1"0"0,-1 0 0 0,-2 1 0 0,4 1 0 0,0-3 0 0,-2 3 0 0,2 0 0 0,0 0 0 0,0 0 0 0,0 8 352 0,2 5-146 0,2 2-88 0,1 4 93 15,1 7-85-15,0-2-44 0,-2 5 1 0,-1-1 195 16,-1 4-271-16,-1 0-7 0,-1 4 0 0,0-1 0 15,0 2 0-15,-1 3 0 0,-8 4 0 0,1-4 0 16,2-8 0-16,0 4 0 0,2-3 0 0,0-9 0 16,2 0 0-16,0-4 0 0,-1-2 0 0,3-7 0 15,0-2 0-15,0-3 0 0,0-4-151 16,0 0 32-16,0-2-17 0,0 0-448 16,3 0 273-16,5-4 125 0,4-13-387 0,2 0 267 15,2-4 133-15,3 0 67 0,4-3-466 0</inkml:trace>
  <inkml:trace contextRef="#ctx0" brushRef="#br0" timeOffset="42405.24">25580 7209 2748 0,'-4'-9'0'0,"0"4"0"0,2-1 0 0,0 0 0 0,2 0 0 0,0 1 0 0,0-3 0 0,6 1 0 0,7 2 0 0,4-1 0 0,6 1 164 0,-2 2-63 0,5 1-30 15,-5 0-24-15,8 2-7 0,-2 0-1 0,-8 0-102 16,1 7 52-16,-2 5 25 0,-2-1 9 0,-5 7-145 16,-3-2 81-16,-7 3 40 0,1 2 0 15,-2 5-61-15,-8-2 4 0,-6 1-3 0,-5-2 102 16,-2-2 1-16,1-1-87 0,3-6 9 16,-5 2 330-16,7-3-133 0,-1-4-75 0,5-3 266 15,4-1-156-15,-1-3-183 0,4 1-13 0,2-3 0 16,2 1 0-16,0-1 0 0,0 2 0 0,3 0 0 15,13 2 0-15,1-2 0 0,5 3 0 0,3-1 0 16,0 3 0-16,1 1 0 0,-4-2 0 0,4 9 0 16,-5-2 0-16,-4 0 0 0,-2 3 0 0,-2 2 0 15,-3 0 0-15,-4-1 0 0,-5 4 0 16,-1 0 0-16,0-2 0 0,-6-1 0 16,-9 1 0-16,-3-2 0 0,-5-2 0 0,-4-3 0 0,0-4 0 15,-3-1 0-15,0-2 0 0,-1-2 0 16,1-3 0-16,2 0 0 0,6 0 0 0,-1 0 0 15,4 0 0-15,4-2 0 0,4-3 0 0,4-1 0 16,-1 1 0-16,4 0 0 0,4 0 0 0,0 4 0 16,0-3-651-16,3 2 66 0,6 2 272 0</inkml:trace>
  <inkml:trace contextRef="#ctx0" brushRef="#br0" timeOffset="42599.61">26296 8136 368 0,'-4'-4'0'0,"4"4"0"0,0 0 902 0,-4 0-469 0,2-3-235 0,2 3-118 0,0 0-54 16,0-2-41-16,10 2 10 0</inkml:trace>
  <inkml:trace contextRef="#ctx0" brushRef="#br0" timeOffset="44789.99">13152 9903 2534 0,'-9'-16'0'0,"3"14"0"0,6 2 0 0,0 0 0 0,0 0 0 0,0 0 0 0,2 0 0 0,14 0 0 0,9 0 0 0,3 4 0 0,11-3 556 0,1 2-246 0,11 1-139 16,-6-4 189-16,0 2-360 0,0-2 0 15,-9 0 0-15,3 0 0 0,0 2 0 0,-3 0 0 16,2 0 0-16,-4-1 0 0,-2 5 0 0,-4-3 0 16,2 5-397-16,-3 0 7 0,0-1 211 15,-2 4-4-15,-3 1-460 0,-7 5 290 0</inkml:trace>
  <inkml:trace contextRef="#ctx0" brushRef="#br0" timeOffset="44966.85">13226 10537 3931 0,'-46'0'0'0,"11"9"0"0,10 3 0 0,8-5 0 0,7-5 0 0,7-2 0 0,3 0 0 0,0 2 0 0,7-2 0 0,20 0 0 0,12 0 0 0,17-4 0 15,3-5 0-15,-8 2 0 0,7-1 0 16,-4 2 0-16,0 0 0 0,-3 5 0 0,2-1 0 16,-1 0 0-16,1 1 0 0,2-2 0 0,1 1 0 15,8 2 0-15,-12 0-673 0,10 0-80 0</inkml:trace>
  <inkml:trace contextRef="#ctx0" brushRef="#br0" timeOffset="46299.03">19135 6795 366 0,'0'0'0'0,"0"-3"0"0,0 1 0 0,0 1 0 0,2 0 0 0,3 1 0 0,-4 0 0 0,3 0 0 0,-2 0 0 0,1 0 0 0,1 0 20 15,0 0-4-15,-1 0-1 0,3 0 14 0,0 0-14 16,3 4 1-16,0 2 9 0,5 3-8 0,1 2-1 15,4 5 0-15,6 1 16 0,6 10-15 0,7 1 4 16,1 5 26-16,8 14 3 0,3 2-31 0,3 9 1 16,11 8 39-16,-6-10 10 15,19 17-46-15,-1-4-5 0,7 1 7 0,4 2 5 0,19 7-4 16,-18-18-37-16,28 14-6 0,-5-11 45 16,-2-7-3-16,-13-10-157 0,3 2 73 0,-12-12 34 15,9 4-47-15,-27-11 31 0,-3 1 0 0,-15-7 15 16,0 1 94-16,-12-8-45 0,-5 4-11 15,-4-3 114-15,-8-5-63 0,-3-2-30 0,-6-2-1 0,-2-3 47 16,-3 0-23-16,-3-2 1 0,0-3 7 16,-4-1-2-16,1 0 3 0,0 0-31 15,0 0-59-15,-2 0 29 0,0 0 8 0,0 0 24 16,0 0-395-16</inkml:trace>
  <inkml:trace contextRef="#ctx0" brushRef="#br0" timeOffset="47323.4">20741 6773 684 0,'0'-16'0'0,"0"0"0"0,0 4 0 0,0-1 0 0,0 1 0 0,-2 1 0 0,0 0 0 0,0 1 0 0,-3 3 0 0,0-2 0 0,-1 3 48 16,1 2 13-16,-4 0 20 0,0 0-33 0,-2 2 1 0,-4 2-1 0,-5 0 7 16,-5 14 5-16,-13 12-11 0,-10 12 57 0,-9 10-58 15,-14 18 1-15,-6 9-1 0,-10 16 25 0,-18 21-25 16,2-3 1-16,-10 8 3 0,-14 16-4 0,10-7 1 15,14-13 11-15,-6 4-53 0,6-7 0 16,11-15 41-16,18-18 1 0,1 3-182 0,16-21 86 0,5-1 36 16,12-12-98-16,7-7 63 0,8-9 31 15,5-3-32-15,4-11 9 0,6-3 41 16,2-5-42-16,2-5 79 0,2-3-61 0,2 0 14 16,-1 0-20-16,3-11-42 0,0-6 1 0</inkml:trace>
  <inkml:trace contextRef="#ctx0" brushRef="#br0" timeOffset="48244.09">14915 9503 2230 0,'0'-20'0'0,"0"9"0"0,0 5 0 0,0 5 0 0,-2-2 0 0,-3 1 0 0,-1-1 0 0,-1 3 0 0,-5 0 0 0,1 3 0 0,-6 13 232 0,1 8-94 0,-7 13-47 16,2 5 235-16,-1 8-130 0,-3 13-83 0,4-1-34 16,3 3 302-16,-1 5-236 0,6-1-145 15,5-4 0-15,5 8 0 0,3-19 0 0,0 1 0 0,15-5 0 16,3-5 0-16,3-9 0 0,9 4 0 16,-1-9 0-16,-1 2 0 0,2-4 0 0,-2 1 0 15,-4-3 0-15,2-1 0 0,-1-2 0 16,-2-1-213-16,-2-4-256 0,0-2 163 0,-1-6-612 0,6-3 439 15,1-8 217-15,0 0 108 0</inkml:trace>
  <inkml:trace contextRef="#ctx0" brushRef="#br0" timeOffset="48636.74">15986 9418 3354 0,'-9'-26'0'0,"-1"13"0"0,1 5 0 0,-4 0 0 0,-1 0 0 0,-2 7 0 0,-1 1 0 0,-3 0 0 0,-1 4 0 0,-6 17 0 0,-5 10 577 0,-1 16-577 0,-1 6 0 16,-2 7 0-16,3 7 0 0,0 6 0 0,7 1 0 15,2 2 0-15,5-2 0 0,6 3 0 16,6-3 0-16,2-13 0 0,5 11 0 0,0-22 0 16,3 3 0-16,9-10 0 0,1-7 0 0,5-3 0 0,1-8 0 15,-1-3 0-15,3-6 0 0,-3-7 0 16,5-6 0-16,0-3 0 0,3 0 0 0,-1-18 0 15,2-12 0-15,-1-5 0 0,-3-5 0 16,-7 4 0-16,-4-5 0 0,-4 1 0 0,-6 5 0 0,-2 1 0 16,0 2 0-16,-10 9 0 15,-11-1 0-15,0 5 0 0,-8 6 0 0,-2 6 0 0,-4 4 0 16,-3 3 0-16,5 0 0 0,-1 1 0 16,2 12 0-16,6 1 0 0,6-3 0 0,1 1 0 0,3-1 0 15,7 3 0-15,3-1 0 0,3-1 0 16,3 1 0-16,0-2 0 0,0 4 0 0,7-2 0 15,10 4-173-15,2-2 40 0,3 0-818 0,3 0 445 16,2 2 237-16,4 1-498 0</inkml:trace>
  <inkml:trace contextRef="#ctx0" brushRef="#br0" timeOffset="48828.62">16457 10296 3931 0,'0'0'0'0,"0"0"0"0,0 0 0 0,0 0 0 0,0 0 0 0,0 0 0 0,0 0 0 0,5 0 0 0,-2 0 0 0,1 4 0 0,-2 8 0 15,0 4 0-15,-2 3 0 0,0 5 0 0,-2 5 0 16,-14 5 0-16,-5 10 0 0,-4-2 0 0,-9 14 0 0,1 1 0 16,-15 16 0-16,0-1 0 0,-28 41 0 15</inkml:trace>
  <inkml:trace contextRef="#ctx0" brushRef="#br0" timeOffset="50243.53">22870 6606 796 0,'0'-6'0'0,"0"3"0"0,0 1 0 0,0 0 0 0,2 0 0 0,7 1 0 0,2 1 0 0,4 0 0 0,3 10 0 0,3 6 0 0,6 12 25 0,1 7 43 16,0 7-7-16,10 14-33 0,-1 5 0 0,5 2 58 15,12 16-55-15,-5-8 7 0,18 14-7 0,-3-6-25 16,2 0 26-16,1-2 0 0,2-2-90 0,-12-7 49 16,13 11-5-16,-8-8 42 0,-12-13-156 0,3 3 72 15,-4-8 22-15,-13-9-102 0,-2 1 56 0,-6-6 37 16,-9-5-1-16,-4-2-46 0,-8-2 25 0,-5-4-5 15,-2 1 20-15</inkml:trace>
  <inkml:trace contextRef="#ctx0" brushRef="#br0" timeOffset="51785.9">23842 6676 553 0,'7'-8'0'0,"0"3"0"0,0-1 0 0,0-1 0 0,-1 1 0 0,-1 2 0 0,0-1 0 0,-3 1 0 0,1 0 0 0,-1 2 0 0,0-2 41 0,-2 3 48 0,0-1 0 16,0 2-46-16,0 0 47 15,0 0-46-15,-5 0-1 0,-9 11 1 0,-3 7 12 0,-9 11-12 0,-6 9 10 16,-10 15-11-16,-11 13 60 0,-8 7-30 0,-20 24 0 15,-4 2 37-15,-10 12-22 16,-27 19-11-16,1-1-33 0,-14 10-54 0,-8 9 0 16,-9 5 53-16,-2 2-261 0,10-8 119 0,10-8 68 15,12-13 24-15</inkml:trace>
  <inkml:trace contextRef="#ctx0" brushRef="#br0" timeOffset="53498.32">17191 9996 1372 0,'-5'0'0'0,"1"0"0"0,1-2 0 0,-1-2 0 0,-3 1 0 0,4-1 0 0,-1-1 0 16,-1-1 0-16,1-2 0 0,0 1 0 0,1-1 200 0,-1-1-78 0,0-2-39 0,2 1 11 0,0-3-1 15,2 2 0-15,0-1-49 16,0 0 0-16,0 1 37 0,0 1 12 0,0-3-49 16,0 1 32-16,0-1-1 0,0 4-31 0,0-4 66 15,0 4-22-15,2-5-11 0,1 1-34 0,2 2 50 16,0 0-1-16,-1-1-48 16,2 2 11-16,1-2 68 0,-1 0-40 0,2 1 0 0,-1 0-39 0,2 0 36 15,1 0 11-15,-1-1-47 16,4 1 0-16,-1-1-30 0,0 4 30 0,2-1 0 0,-1 2-22 15,0 2-11-15,0-1 33 0,2 4-44 16,0 0 0-16,0 0 0 0,0 2 0 0,0 0 0 16,1 0 0-16,0 2 0 0,-1 6 0 0,0 1 0 15,0 2 0-15,0 3 0 0,-1-2 0 0,-2 6 0 16,2-1 0-16,-3-2 0 0,0 7 0 0,-3-1 0 16,0-1 0-16,-3 6 0 0,-1-3 0 0,-3 4 0 15,-1-1 0-15,0 8 0 0,-3-4 0 0,-10 1 0 16,-4 9 0-16,-2-5 0 0,2-5 0 0,-2 4 0 15,-1-2 0-15,-1-2 0 0,0-2 0 0,1-1 0 16,1-3 0-16,-2-1 0 16,1-3 0-16,-1-2 0 0,2-2 0 0,4-5 0 15,-2 2 0-15,0-1 0 0,2-3 0 0,2 0 0 16,6-1 0-16,-1-3 0 0,0 0 0 16,5 0 0-16,1-3 0 0,0 0 0 0,2-1 0 0,0 2 0 15,0-1 0-15,0 0 0 0,0-2 0 0,4 1 0 16,5-1 0-16,3 0 0 0,2 0 0 15,2 0 0-15,2 0 0 0,3 0 0 16,5 0 0-16,-3-1 0 0,7-1 0 0,-4 0 0 16,2-2 0-16,0 2 0 0,4 2 0 0,-2 0 0 15,0 0 0-15,-1 0 0 0,-3 0 0 16,-3 0 0-16,-1 6 0 0,-1-2 0 0,-2 1 0 0,-5-2 0 16,-2 1 0-16,-1 0 0 0,-2 0 0 0,-1-2 0 15,-2-1 0-15,-2 2 0 0,-1-3 0 0,1 1 0 16,0 1 0-16,1-2 0 0,0 3-633 0,6 0 54 15,1-1 266-15,4 0-735 0</inkml:trace>
  <inkml:trace contextRef="#ctx0" brushRef="#br0" timeOffset="53670.38">18082 10353 3897 0,'7'0'-4'0,"-1"0"1"0,-2 0 1 0,-2 0 0 0,0 0 1 0,-2 0 1 0,0 0 0 0,1 0 0 0,-1 0 0 0,2 2 0 0,-2 1 46 0,2 5-46 15,-2 2 0-15,0 0 0 0,0 5 0 16,-5 5 0-16,-7-1 0 0,-1 7 0 0,0-5 0 16,-2 7 0-16,0-2 0 0,-2 0 0 0,-2 3 0 15,-7 3 0-15,-2-2-731 0,-6 8 163 0</inkml:trace>
  <inkml:trace contextRef="#ctx0" brushRef="#br0" timeOffset="54609.75">25077 6609 835 0,'0'-3'0'0,"0"0"0"0,0 0 0 0,0 3 0 0,0 0 0 0,0 0 0 0,5 9 0 0,5 3 0 0,2 5 0 0,4 6 0 0,-2 4 78 0,6 1 0 0,0 5-29 16,6 10 51-16,-1 0-58 0,7 12 1 0,-2 0 0 16,5 3 41-16,3 6 12 0,5 2-50 0,4 1 0 15,7 11-59-15,-1-10 29 0,-3-5 12 0,13 13-119 16,-5-8 65-16,-2 0 25 0,-7-10 0 0,0 1-152 16,-5-11 82-16,4 5 24 0,-12-16-2 0,-2 1-17 15,-9-9 31-15,-1 0 0 0,-4-5-48 16,-3-3 18-16,-4-5 0 0,-5-2 12 0,-6-7-161 0</inkml:trace>
  <inkml:trace contextRef="#ctx0" brushRef="#br0" timeOffset="55014.37">26063 6522 1202 0,'0'-13'0'0,"-1"8"0"0,-1-2 0 0,-1 1 0 0,-1 5 0 0,0 0 0 0,-1-2 0 0,-3 3 0 0,-1 0 0 0,-2 3 0 0,-5 12 82 15,0 5-41-15,-9 8 4 0,2 2 11 0,-12 23-20 16,-1 0 9-16,-5 8 0 0,-11 23 0 0,-3 1-26 16,-9 11 37-16,-13 21-11 0,-2-10-14 0,-8 6 13 15,-1-3 1-15,8-10 11 0,-18 18-69 0,17-20 1 16,16-19 33-16,-1 0 15 15,17-18-185-15,6-4 93 0,-2 3 32 0,16-14-306 16,3-2 152-16,6-5 87 0,2-4 23 0,8 0-180 16</inkml:trace>
  <inkml:trace contextRef="#ctx0" brushRef="#br0" timeOffset="61641.08">18598 9587 1622 0,'-9'-9'0'0,"-1"3"0"0,5-2 0 0,-3 1 0 0,1-1 0 0,1 1 0 0,2-2 0 0,0-2 0 0,3 2 0 0,1-1 0 0,0-3 318 0,0 3-136 0,0 1-69 16,3-2 214-16,7-1-146 0,3-1-68 0,4 3 335 16,0-2-201-16,6 2-101 0,-3 0-40 0,8 2 22 15,0 2-128-15,0 3 0 0,1-1 0 0,1 4 0 16,-6 0 0-16,6 0 0 0,-3 3 0 0,-2 7 0 16,-4 4 0-16,0 0 0 15,-4 1 0-15,-2 1 0 0,0 3 0 0,-3 1 0 16,-3 2 0-16,-4-2 0 0,-3 0 0 0,-2 1 0 15,0 3 0-15,-4-1 0 0,-8 0 0 16,-8-2 0-16,0 0 0 0,-4-1 0 0,-3-3 0 0,-1-2 0 16,2-2 0-16,-1-4 0 0,9-3 0 0,-1-3 0 15,3 1 0-15,4-4 0 0,4 0 0 0,3 0 0 16,3 0 0-16,0 0 0 0,2 0 0 0,0 0 0 16,6 0 0-16,10 2 0 0,5 4 0 15,6-3 0-15,1 2 0 0,4 0 0 16,1 2 0-16,1 1 0 0,2-1 0 0,-3 4 0 15,-3 1 0-15,-3 1 0 0,-4 3 0 0,-5 0 0 16,-4 1 0-16,-5 2 0 0,-4 0 0 0,-3 1 0 16,-2 7 0-16,-6-5 0 0,-10 3 0 0,-9-1 0 15,-3-2 0-15,-2-1 0 0,-4-5 0 0,-7 2 0 16,10-9 0-16,-8-1 0 0,2-5 0 0,1-3 0 16,1 0 0-16,3 0 0 0,2-2 0 15,5-5 0-15,6-4 0 0,3-2 0 16,2 1 0-16,5-3 0 0,3 0 0 0,6 1 0 15,0-6 0-15,2-4 0 0,17 0 0 0,5-4 0 16,13-8-1211-16,0-2 548 0,8-6 308 0,-2-2-518 16</inkml:trace>
  <inkml:trace contextRef="#ctx0" brushRef="#br0" timeOffset="61938.92">19246 9275 3041 0,'8'-17'0'0,"-5"4"0"0,3 4 0 0,-3-1 0 0,-2 5 0 0,3 1 0 0,1 2 0 0,6 0 0 0,7 2 0 0,4 0 0 0,4 0 432 0,4 4-194 0,8 11-96 0,-2 0-64 16,7 7-78-16,-1 4 0 0,-1 5 0 0,-4 3 0 16,0 1 0-16,-5 7 0 0,-4 1 0 15,-3 2 0-15,-8 0 0 0,-4 4 0 0,-6 0 0 0,-5 3 0 16,-2-1 0-16,0 0 0 0,-12 3 0 0,-6-1 0 16,-2-1 0-16,-1 3 0 0,-3-5 0 15,-5-1 0-15,1-2 0 0,-4-4 0 16,2-5 0-16,5-8 0 0,-5-2 0 0,1-6 0 15,1-4 0-15,2-3 0 0,1-5 0 0,2 0 0 16,0-2 0-16,2-1 0 0,1-3 0 0,6 2 0 16,-2-2 0-16,7-1 0 15,2-1 0-15,-1 2 0 0,4-2 0 0,0 4 0 0,4 1 0 0,0 4 0 16,2 7-546-16,16 0-239 0,8 9 369 16</inkml:trace>
  <inkml:trace contextRef="#ctx0" brushRef="#br0" timeOffset="62109.38">20332 10490 3931 0,'3'-5'0'16,"-1"2"0"-16,-2 1 0 0,0 2 0 0,0 0 0 0,0 0 0 0,0 0 0 0,0 0 0 0,0 0 0 0,0 0 0 0,0 0 0 0,0 0 0 0,0 0 0 0,0 0 0 15,2-1 0-15,1 1 0 0,-1-1 0 0,5 1 0 16,0 0 0-16,6 0 0 0,2 1 0 0,0 20-1347 15</inkml:trace>
  <inkml:trace contextRef="#ctx0" brushRef="#br0" timeOffset="67715.14">6531 11542 2968 0,'-12'0'0'0,"1"0"0"0,6 0 0 0,-1 2 0 0,3 1 0 0,1 1 0 0,0-2 0 0,2-1 0 0,0 4 0 0,0-2 0 0,7 2 268 0,12-3-116 0,6 1-57 0,5-1-30 15,9-2 233-15,0 0-213 0,8 0-85 0,1-2 0 16,1-6 0-16,-3 1 0 0,3-1 0 16,-10 3 0-16,11-1 0 0,-15 2 0 0,1 0 0 15,-4 0 0-15,-8 2 0 0,-2 1 0 16,-3-1 0-16,-3 0 0 0,-5 1 0 0,-4 1-11 16,-2-3-277-16,1 2 74 0,-3-1 96 0,0-4-626 15,-1-3 353-15,2-2 178 0,-2-4 88 0</inkml:trace>
  <inkml:trace contextRef="#ctx0" brushRef="#br0" timeOffset="67935.47">7138 11266 3448 0,'-16'-6'0'0,"2"4"0"0,-2 2 0 0,7 0 0 0,0 0 0 0,4 0 0 0,0 0 0 0,3 0 0 0,2 0 0 0,0 0 0 0,10 2 153 0,12 2 177 16,5 1-330-16,4 1 0 0,3 2 0 0,0 0 0 15,2-1 0-15,-2 2 0 16,0-1 0-16,-4 1 0 0,-4 0 0 0,-6-1 0 0,-2 1 0 0,-4 1 0 15,-5 1 0-15,-4 2 0 0,-3 0 0 0,-2 2 0 16,-3 4 0-16,-15 2 0 0,1-1 0 0,-7 1 0 16,-3 1 0-16,1 1 0 15,-1 1-19-15,1 3-782 0,-2 3 373 0,1 5 200 16,2 3 96-16,0 3-688 0,4 5 392 0</inkml:trace>
  <inkml:trace contextRef="#ctx0" brushRef="#br0" timeOffset="68252.89">7170 12201 2797 0,'5'6'0'0,"-3"-2"0"0,0-4 0 0,0 1 0 0,-2-1 0 0,0 0 0 0,0 0 0 0,0 0 0 0,0-7 0 0,0-2 0 0,0-5 471 16,0 1-217-16,0-3-109 0,0-1-54 0,0 1 82 16,-4 0-173-16,-3-1 0 0,-2 3 0 0,-3 1 0 15,-3 2 0-15,0 3 0 0,-2 1 0 0,-3 5 0 16,-7 2 0-16,1 0 0 0,-1 3 0 15,-3 15 0-15,2 0 0 0,-1 3 0 0,2 5 0 0,4 0 0 16,6 3 0-16,6-3 0 0,4-1 0 16,7 6 0-16,0 0 0 0,2 0 0 0,12 2 0 0,5-4 0 15,6 1 0-15,2-3 0 16,0-1 0-16,6-5 0 0,-3-4 0 0,2-5 0 16,-2 0 0-16,1-3 0 0,-2-2 0 0,1-3 0 15,-3-1 0-15,-2-3 0 0,3 0 0 0,-2 0 0 16,-1-3 0-16,3-6 0 0,-2-6 0 0,4-4 0 15,6-3 0-15,0-4-701 0,3-4 135 0,2-4 265 16</inkml:trace>
  <inkml:trace contextRef="#ctx0" brushRef="#br0" timeOffset="68416.03">7797 11891 3931 0,'-9'-4'0'0,"3"0"0"0,2 3 0 0,-4-1 0 0,5 2 0 0,1 0 0 0,0 0 0 0,2 0 0 0,0 0 0 0,15 0 0 0,2 0 0 15,9 6 0-15,1-3 0 16,1 1 0-16,4 0 0 0,5-3 0 0,-2-1 0 0,0 0 0 0,0 0 0 16,3 0 0-16,-6 0 0 15,-2-1-475-15,-4-3-19 0,4 0 94 0</inkml:trace>
  <inkml:trace contextRef="#ctx0" brushRef="#br0" timeOffset="68574.17">7968 12109 3931 0,'-15'11'0'0,"4"1"0"0,3-5 0 0,2-2 0 0,4-3 0 0,2 2 0 0,0 0 0 0,16 0 0 0,12-1 0 0,2 1 0 0,6-4 0 0,-1 0 0 0,2 0 0 0,2 0 0 16,0 0 0-16,0 0 0 0,-2 0 0 0,2-1 0 16,-2-5 0-16,1 4 0 0,-1 0-667 0</inkml:trace>
  <inkml:trace contextRef="#ctx0" brushRef="#br0" timeOffset="69952.12">8889 11880 1474 0,'-12'-4'0'0,"3"0"0"0,0 3 0 0,3-3 0 0,1 3 0 0,0 0 0 0,1 0 0 0,3 1 0 0,1 0 0 0,0 0 0 0,0 0 321 0,0 0-139 0,1 0-70 16,13 0-35-16,2 0 325 0,5 0-170 0,3 0-99 15,2 0 369-15,3 0-230 0,4 0-115 0,1-3-90 16,1 1-67-16,2-2 0 0,1 2 0 0,-3-2 0 15,0 2 0-15,-2 1 0 0,-2-1 0 0,-2 2 0 16,-3 0 0-16,-5 0 0 0,-1 0 0 16,-3 0 0-16,-4 0 0 0,-3 2 0 15,-2 1 0-15,-5 0-53 0,1-3-74 0,-2 1-529 16,-2-1 313-16,0 0 150 0,0 0 76 0,0 0-175 16,-6 0 125-16,-1-4 52 0,0-7 42 0,2 1-575 15</inkml:trace>
  <inkml:trace contextRef="#ctx0" brushRef="#br0" timeOffset="70486.16">9276 11497 3206 0,'-6'-3'0'0,"-2"1"0"0,0-3 0 0,1 4 0 0,1-2 0 0,3 1 0 0,-3 1 0 0,4 1 0 15,1 0 0-15,1 0 0 0,-2 0 220 0,2 6-90 0,0 6-43 0,0 5 79 0,0 2-62 0,0 6-86 16,0 5-18-16,2 0 0 0,1 1 0 0,1 11 0 15,-1-1 0-15,-1-5 0 0,0 12 0 0,-2 0 0 16,0-1 0-16,0 3 0 16,0 2 0-16,0-12 0 0,-4 11 0 0,3-6 0 15,1-7 0-15,-2 0 0 0,2-5 0 0,0-6 0 16,0 4 0-16,0-10 0 0,-2 0 0 0,0-2-19 16,-1-3-60-16,-4-2-99 0,-2-5 42 0,0 1-114 15,-3-5 104-15,-1 1 52 0,-1-1 0 0,-4-4-45 16,1 5 54-16,1-3 0 0,-2-2 43 15,2-1 127-15,-1 0-64 0,0 0-42 0,2 0 11 0,2 0 436 16,1 0-225-16,2 0-120 0,0-1 483 0,5-1-564 16,-2 1 0-16,5-2 0 15,1 0 0-15,1 3 0 0,0-1 0 0,0 1 0 16,0 0 0-16,0 0 0 0,5 0 0 0,10 0 0 16,0 0 0-16,6 0 0 0,-2-2 0 0,10 2 0 15,0-2 0-15,1 1 0 0,1-1 0 0,4 0 0 16,1 0 0-16,1 0 0 0,-1 1 0 0,-1-1 0 15,2 2 0-15,-4 0 0 16,-1 0 0-16,-3 0 0 0,-8 0 0 0,2 0 0 0,-2 0 0 0,-4 0 0 16,-6 0 0-16,2 0 0 15,-4 0 0-15,-2 0 0 0,-2 0 0 0,-1 0 0 16,-1 0 0-16,-1 0 0 0,0 0 0 0,-2 0 0 16,0 0 0-16,0 0 0 0,0-4 0 0,0-2 0 15,0 0 0-15,0 0 0 0,0 3 0 0,0-3 0 16,0 3 0-16,0-3 0 0,0 2 0 0,0-3-98 15</inkml:trace>
  <inkml:trace contextRef="#ctx0" brushRef="#br0" timeOffset="72539.3">10362 11046 3163 0,'0'0'0'0,"0"0"0"0,0 0 0 0,0 0 0 0,10 0 0 0,7-2 0 0,5 1 0 0,3-1 0 0,1 0 0 0,6 0 0 0,0 0 211 0,4 2-90 0,1 0-40 15,9 0 169-15,-7 0-145 0,2 0-105 16,-4 0 0-16,12 0 0 0,-9 0 0 0,-7 0 0 15,4 0 0-15,-7 0 0 0,-8 0 0 0,1 0 0 16,-6 0-409-16,-6 0 179 0,0 0 62 16,-6 0-627-16,0 0 366 0,-3-2 200 0,-2-6 95 15,0-3-183-15,0-4 139 0</inkml:trace>
  <inkml:trace contextRef="#ctx0" brushRef="#br0" timeOffset="72732.32">10983 10826 2747 0,'-2'-3'0'16,"2"1"0"-16,0 2 0 0,0 0 0 0,0 0 0 0,0 0 0 0,2 0 0 0,7 0 0 0,7 2 0 0,9 3 0 0,3 3 177 0,2 2-69 0,2-3 429 16,2 2-248-16,-2 0-216 0,-2 0-73 0,-2 2 0 15,-7-5 0-15,-3 2 0 0,-4 2 0 0,-5-2 0 16,-3-2 0-16,-5 6 0 0,-1-1 0 0,-1 2 0 16,-19 4 0-16,-5 2 0 0,-3 2 0 0,-2-2 0 15,-1-2 0-15,0 1-175 0,1-1-99 0,-2 2 116 16,-2-1 23-16,-2 7-712 0</inkml:trace>
  <inkml:trace contextRef="#ctx0" brushRef="#br0" timeOffset="73175.42">10765 11465 2697 0,'0'7'0'0,"0"-3"0"0,0-2 0 0,0-2 0 0,0 0 0 0,0 0 0 0,0 0 0 0,0 0 0 0,2-6 0 0,3-2 0 0,-1-4 241 0,0-2-91 0,-1 2-15 16,1-4-47-16,-2 2-1 15,0-3-46-15,-2 2-62 0,0-2 40 0,0-1-9 0,-2 4 30 0,-6-2-28 16,-2 2 0-16,-4 2 28 16,-1 3 48-16,-2 3-47 0,-1 4-1 0,-3 0 0 15,-4 2 125-15,2 4-159 0,3 9-6 0,-2 8 0 16,2 4 0-16,6-1 0 0,1 4 0 0,5 2 0 16,4 2 0-16,4 2 0 0,0-2 0 0,0 0 0 15,4-2 0-15,6-2 0 0,1-8 0 0,2 3 0 16,2-3 0-16,0-5 0 0,0-1 0 0,1-2 0 15,0-7 0-15,-1-2 0 0,0-3 0 0,0 0 0 16,2-1 0-16,4-15 0 16,-1-7 0-16,1-6 0 0,0-2 0 0,-1 1 0 15,-3 0 0-15,-2 5 0 0,-5 5 0 0,-5-1 0 16,-1 12 0-16,-2-3 0 0,0 4 0 0,-2 5 0 16,0 0 0-16,0 3 0 0,0 0 0 0,-2 0 0 15,0 5 0-15,-2 7 0 16,4 5 0-16,0 3 0 0,0-2 0 0,0 6 0 0,2 1 0 0,5-2 0 15,3-6 0-15,1 4 0 16,2-1 0-16,1-3 0 0,-1-3 0 0,-1 0 0 16,4-3 0-16,-3-3-328 0,4-3-85 0,2-3 185 15,3-2 95-15,3 0-604 0,3-12 338 0,11-14 184 16</inkml:trace>
  <inkml:trace contextRef="#ctx0" brushRef="#br0" timeOffset="73342">11634 11132 3931 0,'6'-7'0'0,"-1"1"0"0,-3 2 0 0,-2 3 0 0,0 1 0 0,-5 0 0 0,-8 4 0 0,-6 10 0 0,0 5 0 0,-3 5 0 0,-10 11 0 0,2 1 0 0,-2 3 0 0,0 0 0 15,6-1 0-15,-4 8 0 0,3-6 0 0,3 1 0 16,1 0 0-16,3-3 0 16,1-4 0-16,4-1 0 0,1-3 0 0,5-9 0 15,4 0-1034-15,3-10 421 0,2-3 277 0</inkml:trace>
  <inkml:trace contextRef="#ctx0" brushRef="#br0" timeOffset="73496.07">11343 11253 3747 0,'-4'-19'0'0,"1"10"0"0,-1 1 0 0,0 5 0 0,1 0 0 0,1 3 0 0,0 0 0 0,2 0 0 0,0 3 0 0,2 9 0 0,11 5 184 0,4 8-184 0,1-1 0 0,3 2 0 15,4 4 0-15,3 2 0 0,-4-5 0 0,4 1 0 16,0-4 0-16,2 0 0 0,-2-3-147 0,1-4-290 15,1-4 250-15,0-3-482 0,5-10 224 0</inkml:trace>
  <inkml:trace contextRef="#ctx0" brushRef="#br0" timeOffset="73674.55">11877 11064 3825 0,'-27'-16'0'0,"12"12"0"0,8 3 0 0,1-1 0 0,3 0 0 0,1 2 0 0,2 0 0 0,0 0 0 0,2 0 0 0,14 0 0 0,9 0 106 0,12 0-106 0,3 0 0 16,5 0 0-16,8 0 0 0,-2 0 0 0,4 0 0 16,-2 0-119-16,-4 0-12 0,-2-2 85 0,-10 2-388 15,3 0 246-15,-6 0 109 0,-4 0 59 0,-10 0-1042 16</inkml:trace>
  <inkml:trace contextRef="#ctx0" brushRef="#br0" timeOffset="73855.22">12325 10785 3377 0,'0'0'0'0,"2"-2"0"0,10 2 0 16,1-2 0-16,4 0 0 0,3 1 0 0,5 1 0 0,3 0 0 0,0 0 0 0,-1 7 0 16,-1 6 199-16,-2 3-79 0,-2-2-41 0,-2 4-385 0,-9-2 182 0,-4 7 77 0,-5 4 43 0,-2 4-639 15,-13 6 341-15,-14 3 171 0,-4 1 95 0,-14 6-330 16,-1-8 80-16,-4-3 134 0,-4-2-426 0,-7-10 269 0</inkml:trace>
  <inkml:trace contextRef="#ctx0" brushRef="#br0" timeOffset="74146.53">12027 11258 2044 0,'-13'-11'0'0,"7"2"0"0,4-1 0 0,2 3 0 0,0 0 0 0,9 4 0 0,9 3 0 0,0 0 0 0,3 6 0 16,-4 11 0-16,0 5 222 0,-2 7-81 0,-2 10 284 0,-8-1-193 0,-1 1-96 15,-4 3-49-15,0-4 25 0,0-1-26 0,-7-2-11 16,-4-1-36-16,-1-4-92 0,5-9 46 0,-2-5 0 15,3-5 56-15,1-3-129 0,2-5 59 0,1 0 31 16,2-3-17-16,0-3 56 0,2-13-10 0,15-2-94 16,6-1 36-16,5-2 1 0,4 2 1 0,2 3 8 15,1 3 13-15,1 5-3 0,-1 4 2 16,-3 4 133-16,-3 0-62 0,-8 0-17 16,-1 9-5-16,-3 7 99 0,-6 0-151 0,-5 0 0 15,-6 4 0-15,0 3 0 0,-10 3 0 0,-10-3 0 16,-4 0 0-16,-3-5 0 0,-3 0 0 0,-6-4 0 15,1-3 0-15,-9-2 0 0,3-6 0 0,0 2 0 16,5-5-193-16,-2 0 30 0,3 0 83 0,3-5-813 16,4-6 427-16</inkml:trace>
  <inkml:trace contextRef="#ctx0" brushRef="#br0" timeOffset="74520.89">10043 12060 2464 0,'-16'0'0'0,"4"0"0"0,5 0 0 0,1 0 0 0,4 0 0 0,2 0 0 0,0 0 0 0,0 0 0 0,8 0 0 0,16 0 0 0,12 0 237 16,8 0-98-16,20 0 295 0,8 0-197 0,20 0-99 0,-8-3 144 15,35-1-282-15,15-5 0 0,2 0 0 16,15 0 0-16,6 0 0 0,26-3 0 0,-10 5 0 16,-3 2 0-16,2-1 0 0,-24 1 0 0,13 2 0 15,-14 2 0-15,-12 1 0 0,-11 0 0 0,-17 0 0 16,2 0 0-16,-17 4 0 0,13-3 0 15,-28-1 0-15,-2 0 0 0,-19 0 0 0,-3 0-404 16,-19 0 167-16,-11 0 104 0,-10 0 46 0,-10 0-756 16,-3 0 401-16</inkml:trace>
  <inkml:trace contextRef="#ctx0" brushRef="#br0" timeOffset="74890.42">10583 12327 3033 0,'-5'-2'0'0,"3"2"0"0,1 0 0 0,1 0 0 0,-2 0 0 0,-2 11 0 0,2 8 0 0,2 8 0 0,0 8 0 0,0 5 0 0,0 4 94 0,0 9-27 0,4 2 258 16,3 2-132-16,1 2-82 0,0-1-35 0,-3 0-44 16,2-1-32-16,0-2 0 15,-4-5 0-15,1 1 0 0,-2-5 0 0,-2-10 0 16,0 0 0-16,0-10-52 0,0 1 37 0,0-9-405 15,0-8 184-15,0-1 118 0,-2-5 3 0,-2-4-241 16,3 0 163-16,1-8 76 0,0-23 39 0,5-11-558 16</inkml:trace>
  <inkml:trace contextRef="#ctx0" brushRef="#br0" timeOffset="75063.45">10817 12535 3637 0,'-7'0'0'0,"3"0"0"0,4 0 0 0,0 0 0 0,0 0 0 0,0 0 0 0,0 0 0 0,9 0 0 0,12 0 0 0,7 0 0 0,12 0 134 0,2 0 26 0,6 0-160 0,3 0 0 16,3 0 0-16,-2 0 0 15,1-2 0-15,-3 1 0 0,-2-2 0 0,-5 3-682 0,-7 0 306 16,0-1 217-16,-4-2-426 0,-11 2 293 16,2-1 21-16</inkml:trace>
  <inkml:trace contextRef="#ctx0" brushRef="#br0" timeOffset="75247.93">11321 12303 3124 0,'-12'-6'0'16,"3"0"0"-16,4 5 0 0,1-2 0 0,4 2 0 0,0 1 0 0,4 0 0 0,17 0 0 0,8 0 0 0,11 0 0 0,1 5 116 0,-2 5 175 0,12-3-131 0,-6 2-60 16,-9 1-31-16,1-1-382 0,-5 5 176 0,-9-2 98 15,-3 4 34-15,-6 4-647 0,-9 3 342 0,-5 3 172 16,-5 6-320-16,-18-6 120 0,-11 9 155 0,-3 0-289 15,-5-1 217-15,-4-3 108 0</inkml:trace>
  <inkml:trace contextRef="#ctx0" brushRef="#br0" timeOffset="75572.72">11286 12793 1897 0,'-23'7'0'0,"2"2"0"0,10-3 0 0,1-3 0 0,2 0 0 0,7-3 0 0,-1 0 0 0,2 0 0 0,0 0 0 0,0 0 0 0,0-3 147 0,0 0-54 0,0-3-18 0,0 0 304 15,-2-1-171-15,-4-1-84 0,1 3-43 0,-3 0 161 16,-3-1-92-16,0 4-60 0,-5 2-26 0,0 0 62 15,-5 8-44-15,2 8 1 0,1 7-5 0,0 5-66 16,6 2-12-16,2 2 0 0,2 0 0 0,6 4 0 16,2 0 0-16,0-2 0 0,8-4 0 0,9-4 0 15,1-2 0-15,5-5 0 0,-2-6 0 0,9-2 0 16,-3-7-58-16,1-4-93 16,-3 0 55-16,0-13 48 0,-2-9-117 0,-2-1 72 15,-3-7 2-15,-1-11 121 0,-6 9-38 0,-2 0 0 16,-2 6-40-16,-6-8 135 0,-1 16-63 0,0 1-31 15,0 5 13-15,-1 4 463 0,-8 1-312 0,2 4-157 16,2 2 0-16,-1 1 0 0,1 0 0 0,1 5 0 16,4 10 0-16,0 10 0 0,0 1 0 0,0 4 0 15,2 0 0-15,5 2 0 0,4 0 0 0,5-2-501 16,-2-2 7-16,4-4 230 16,2 0 98-16,1-10-290 0,1-3 199 0,7-2 113 0</inkml:trace>
  <inkml:trace contextRef="#ctx0" brushRef="#br0" timeOffset="75756.43">12240 12591 3846 0,'0'-3'0'0,"-1"3"0"0,-5 0 0 0,-3 0 0 0,-5 2 0 0,2 9 0 0,-3 2 0 0,-4 5 0 0,-2 1 0 0,-4 10 0 0,0 3 85 0,0 2-85 15,1 3 0-15,1-2 0 0,6-2 0 0,-4 3 0 16,0 2 0-16,7-8-560 0,-2 3 182 0,4-5 208 15,1-9-304-15,1 1 249 0,1-4-41 0,1-10 123 16,3-6-590-16</inkml:trace>
  <inkml:trace contextRef="#ctx0" brushRef="#br0" timeOffset="75912.1">11944 12596 3312 0,'4'-12'0'0,"3"1"0"0,-1 7 0 0,0 2 0 0,0 2 0 0,4 0 0 0,4 13 0 15,4 8 0-15,2 6 0 0,4 6 0 0,-2 6 217 0,-1-2-89 0,-2-4 146 0,5 12-274 16,-3-2 0-16,2-3 0 0,-3-4 0 0,2 1 0 0,-2-8-720 0,-2 0 344 16,1-4 207-16,-2-7 104 0,0-3-412 15,0-5 111-15</inkml:trace>
  <inkml:trace contextRef="#ctx0" brushRef="#br0" timeOffset="76082.14">12435 12462 3868 0,'-12'-8'0'0,"8"5"0"0,4 2 0 0,0 1 0 0,0 0 0 0,0 0 0 0,2 0 0 0,12 0 0 0,7 1 0 0,8 5 0 0,3 1 63 0,8-2-63 16,8 3 0-16,1-2 0 0,-2-4 0 0,2 0-450 16,-4-2 117-16,-5 0 194 0,-1 0 84 0,-4 0 46 15,-3 0 0-15,-7 0 47 0</inkml:trace>
  <inkml:trace contextRef="#ctx0" brushRef="#br0" timeOffset="76555.48">12908 12222 3132 0,'3'-8'0'0,"7"3"0"0,3-2 0 0,0 2 0 0,2-1 0 0,2 5 0 0,4-1 0 0,-2 2 0 15,3 0 0-15,-1 0 0 0,0 8 166 0,-5 5-65 0,-1 4 12 0,-7-1-29 0,-3 4-9 0,-5 8-37 16,0 3-308-16,-11 5 154 0,-13-2-415 15,-6 4 293-15,-6 0 133 0,-5 2 72 0,-8 3-302 16,-2-8 170-16,1 0-38 0,4-11-372 0,3-3 274 16,13-12 131-16,7-5 67 15,2-4-129-15,7 0 97 0,7 0 39 0,1-4 35 0,6-5 175 16,0 1-75-16,0 5-39 0,0-1 1 0,2 2 480 16,2 2-254-16,5 0-133 0,-2 2-65 15,3 10 679-15,-3 8-289 0,1 2-181 0,-3 6 94 16,-1 1-147-16,-3 3-73 0,2-1-38 0,-3 2 108 15,0-3-62-15,0-3-47 0,0-4 1 0,-4 0-134 16,-2-6 49-16,3-6 25 0,-1-2 8 0,-2-3-103 16,3-4 59-16,-4-2 30 0,4 0 21 15,1 0 9-15,2-8-24 0,0-5-34 0,0-2 2 0,10-4-1 16,5 2 2-16,4 2 56 16,1 4-30-16,10-4-1 0,-2 7 21 0,0 6 57 15,1-1-22-15,-8 3-1 0,0 0-8 0,0 4-75 16,-5 8 8-16,-3 2 37 0,-6 1-45 0,-3 1-1 15,-4 2 37-15,0 1 22 0,-6-3-20 0,-10 3 0 16,-3-3-5-16,-2-5-29 0,-5 0 25 0,0-4 6 16,1-2-17-16,-1-5-290 0,6 0 134 0,0 0 74 15,1 0 29-15,7-8-454 0,-2-13 237 16,10-6 116-16,4-10-475 0,4 1 287 0</inkml:trace>
  <inkml:trace contextRef="#ctx0" brushRef="#br0" timeOffset="76905.03">13304 12164 2458 0,'0'-10'0'0,"0"4"0"0,0 4 0 0,0 0 0 0,0 1 0 0,0-1 0 0,0 0 0 0,0-1 0 0,0 2 0 0,4-1 0 0,1 1 312 0,3 1-129 0,0 0-77 0,-1-3-8 16,0 3-31-16,-1 0 0 0,2 0-31 0,-1 0 43 15,-1 6-10-15,1 5-32 0,-1 1-1 0,-2-1 49 16,0 4-25-16,-1 0 10 0,-1 4-34 0,0 3 96 16,0 4-132-16,-2 1 0 0,0 1 0 0,0 4 0 15,0 4 0-15,0 7 0 16,0 0 0-16,0-2 0 0,0 3 0 0,0-7 0 16,0 12 0-16,0-4 0 0,0-2 0 0,0 2 0 15,-2 3 0-15,0-9 0 16,0 11 0-16,0-4 0 0,2-2 0 0,-1 4 0 0,-1-5 0 0,0-6 0 15,2 1 0-15,-2-4 0 0,0-2 0 0,1-6 0 16,1-3 0-16,-5-5-184 0,3-1-23 0,2-6 85 16,-2-1 43-16,-1-2-540 0,1-1 292 15,-2 0 135-15</inkml:trace>
  <inkml:trace contextRef="#ctx0" brushRef="#br0" timeOffset="77070.82">13752 13388 361 0,'-7'-2'0'0,"7"2"0"0,0-2 1445 0,-2 2-722 0,-1 0-362 0,-3 0-181 0</inkml:trace>
  <inkml:trace contextRef="#ctx0" brushRef="#br0" timeOffset="82644.42">14559 11904 2772 0,'-6'-3'0'0,"4"0"0"0,-2 2 0 0,4-2 0 0,-2 2 0 0,2-1 0 0,0 2 0 0,0 0 0 0,6 0 0 0,9 0 0 0,4 6 224 0,3 0-90 16,5-3 88-16,-3 1-89 0,6-2-34 0,0 0-11 15,2-2 105-15,-2 0-127 0,2 0-66 0,-2 0 0 16,-3 0 0-16,5 0 0 0,-11 0 0 0,2 0 0 15,-4 0-413-15,1 0 175 0,-6 0 152 0,-1 0-932 16,-3 0 488-16,-3 9 243 16</inkml:trace>
  <inkml:trace contextRef="#ctx0" brushRef="#br0" timeOffset="82807.88">14694 12249 3519 0,'-21'17'0'0,"3"1"0"0,2-2 0 0,7-10 0 0,2 0 0 0,5-3 0 0,2-1 0 0,0 0 0 0,0 0 0 0,11 2 0 0,8-2 169 0,6-1-52 0,2 1 9 0,3-2-126 16,-2 0 0-16,4 0 0 16,0 0 0-16,0 0 0 0,-2 0 0 0,2 0 0 15,-2 0-48-15,2 0-51 0,3-3-842 0,-2-1 482 16,5-7 102-16,-5 5 162 0,1 1-582 0</inkml:trace>
  <inkml:trace contextRef="#ctx0" brushRef="#br0" timeOffset="83005.09">15384 12089 3931 0,'0'0'0'0,"0"-2"0"0,0 0 0 0,-5 0 0 0,1-1 0 0,3 2 0 0,1-1 0 0,0-2 0 0,5 0 0 0,20 0 0 0,3 1 0 0,11-2 0 0,-2 2 0 16,11 2 0-16,-2-2 0 0,2 3 0 0,-1 0 0 16,-2 0 0-16,-10 0 0 0,7 4 0 0,-6 1 0 15,-4 0 0-15,-4 2 0 0,-8-1 0 0,1 0 0 16,-5 0 0-16,-7-1 0 0,-2-1 0 0,-2-1-922 15,-3-3 370-15,0 3 243 0,-2-3 138 0,0 0-270 16</inkml:trace>
  <inkml:trace contextRef="#ctx0" brushRef="#br0" timeOffset="83310.12">15759 11583 3545 0,'-19'-1'0'0,"4"1"0"0,0 0 0 15,6 0 0-15,0 5 0 0,-1 6 0 0,4 5 0 0,6 5 0 0,0 8 0 0,0 11 0 0,7 4 383 0,7 5-380 0,1 6-3 16,2 2 0-16,-2 0 0 0,4 7 0 0,-6-11 0 16,0 3 0-16,-2 1 0 0,-2-1 0 0,-5 0 0 15,-1 2-219-15,-3-3 105 0,0-3-493 0,-10-7 210 16,-1-13 180-16,-3-7 77 0,1-4-9 0,-1-8 50 16,-4-4 17-16,-3-6 11 0,1-3 235 0,-1 0-104 15,0 0-51-15,3-1 753 0,3-3-412 0,4 0-191 16,2-2-100-16,2 3 473 0,4 0-532 0,1 0 0 15,2 2 0-15,0-2 0 0,14 1 0 0,7 2 0 16,8 0 0-16,2 0 0 16,5 0 0-16,10 0 0 0,-5 2 0 0,4 5 0 15,2-2 0-15,4 1 0 0,3-1 0 0,12-1 0 16,-2 0 0-16,7 1-399 0,5 1-378 0</inkml:trace>
  <inkml:trace contextRef="#ctx0" brushRef="#br0" timeOffset="86797.98">16873 12191 2311 0,'0'0'0'0,"0"0"0"0,0 0 0 0,0 0 0 0,0 0 0 0,0 0 0 0,0 0 0 0,0 0 0 0,0 0 0 0,5 0 0 0,1 0 88 0,4 0 120 0,-3 0-84 16,2 0-42-16,0 0 0 0,1 0 40 0,-1 0-47 16,0 0 1-16,2 0-36 0,-3 0 0 0,3 0 0 15,-1 0 152-15,3 0-81 0,0 0-36 0,4 0 0 16,0 0 115-16,1 0-190 0,7 0 0 15,2 0 0-15,1-1 0 0,4-1 0 16,3 0 0-16,8 2 0 0,-1 0 0 16,10 0 0-16,1 0 0 0,11 0 0 0,-1 0 0 0,3 0 0 15,-4 2 0-15,17 0 0 0,-4-2 0 0,1 0 0 16,-2 0 0-16,0 0 0 0,-10 0 0 0,9 0 0 16,-18 0 0-16,3 0 0 0,-8-2 0 0,-4-2 0 15,-9 2 0-15,-2-3 0 16,-4 1 0-16,-9 0 0 0,-1 0 0 0,-6 0 0 0,-6 1 0 0,-3 1 0 15,-2-1 0-15,-2-2 0 16,0 1 0-16,-2 1 0 0,0-3 0 0,0 0 0 16,-4 3 0-16,-4 1-207 0,-3 0 30 0,-2 0 68 15,-2 2-767-15,-8 4 423 0,-1 13 207 0,-8 6-575 16</inkml:trace>
  <inkml:trace contextRef="#ctx0" brushRef="#br0" timeOffset="87231.85">17569 12496 2696 0,'-26'-6'0'0,"5"5"0"0,0 1 0 0,1 0 0 0,3 0 0 0,4 0 0 0,5 0 0 0,4 0 0 0,2 0 0 0,0 0 0 0,2 0 195 0,0 0 165 0,6 0-160 0,13 3-68 15,4 1-51-15,3 1 120 0,2-1-135 0,6 1-66 16,2 0 0-16,1-2 0 0,8-1 0 0,-1-2 0 15,0 0 0-15,2 2 0 16,-3-2 0-16,-6 0 0 0,1 0 0 0,-4 2 0 16,-4-1 0-16,-8 2 0 0,-1-3 0 0,-7 1 0 15,0-1 0-15,-5 3 0 0,-3-3 0 0,-2 0 0 16,-2 0 0-16,0 0 0 0,-2 0 0 0,0 0 0 16,0 0 0-16,0 0 0 0,0 0 0 0,0 0 0 15,-2 0 0-15,-4 3 0 0,-2 2 0 0,1 5 0 16,0 4 0-16,-3 4 0 15,1 11 0-15,1-1 0 0,3 5 0 0,-1 10 0 16,4 0 0-16,2-1 0 0,0 9 0 0,0-2 0 16,0-1 0-16,2 1 0 0,6 0 0 0,-1-10 0 15,2 10 0-15,-2-15 0 0,2 4 0 0,-2-4 0 16,-2-5 0-16,1-2 0 0,-4-1 0 0,2-3 0 16,-2-4 0-16,-2-4 0 0,0-3 0 0,0-2 0 15,0-2 0-15,0-3 0 0,-3-1 0 0,-4 0-22 16,0-4-160-16,0 0-526 0</inkml:trace>
  <inkml:trace contextRef="#ctx0" brushRef="#br0" timeOffset="87260.43">18044 13414 414 0,'-9'-11'0'0,"-1"-4"0"0,5-2 0 0</inkml:trace>
  <inkml:trace contextRef="#ctx0" brushRef="#br0" timeOffset="87719.78">17609 13000 2626 0,'-16'-9'0'0,"3"3"0"0,0 3 0 0,0-4 0 0,4 1 0 0,1 2 0 0,2-1 0 0,3 0 0 0,1 0 0 0,2 2 0 0,0-1 383 0,3-2-161 0,9 1-96 15,-1 1 171-15,0-2-129 0,3 3-62 0,-3 0-103 16,-2 1-3-16,3 0 0 0,-3 0 0 0,0 1 0 16,1 1 0-16,-1 0 0 0,0 0 0 0,1 0 0 15,1-2 0-15,0 2 0 16,5 0 0-16,-2-2 0 0,2 2 0 0,2-1 0 15,1 1 0-15,7-3 0 0,-3 3 0 0,3 0 0 16,-4-1 0-16,9 1 0 0,-3 0 0 0,0-2 0 16,0 2 0-16,1-2 0 0,-5 2 0 0,10-1 0 15,-2-2 0-15,-2 1 0 0,4 1 0 0,-3-4 0 16,3 0 0-16,2-1 0 0,-1 2 0 0,3-3 0 16,-2 3 0-16,0-3 0 0,-3 3 0 0,-1 0 0 15,-3 0 0-15,-7 3 0 0,0-2 0 0,-3 3 0 16,-6 0 0-16,1 0 0 0,-5 0 0 0,-2 0 0 15,0 0 0-15,-4 0 0 16,-1 0 0-16,0 0 0 0,0 0 0 0,-1 0 0 16,1 0 0-16,-2 0 0 0,2 0 0 0,-2-2 0 15,0 1 0-15,0 1 0 0,2-2 0 0,-2 1 0 16,0-1 0-16,0-1 0 0,0 2 0 0,0-1 0 16,0-1 0-16,0 3 0 0,-6 0 0 0,-3 0 0 15,-3 0-746-15,2 5-33 16</inkml:trace>
  <inkml:trace contextRef="#ctx0" brushRef="#br0" timeOffset="88542.36">17765 11037 2279 0,'-2'-6'0'0,"-2"3"0"0,2-1 0 0,-1 2 0 0,2 0 0 0,1 2 0 0,0 0 0 0,0 0 0 0,0 0 0 0,0 0 0 0,0 4 234 0,0 5-96 15,0 2-47-15,1 2 0 0,2 1 164 16,1 2-111-16,1 3-51 0,-1 4 0 15,1 1 121-15,-3 3-85 0,2 4-33 0,-2 5-22 16,-1 6-74-16,-1-2 0 0,3 3 0 0,-3 1 0 16,0-5 0-16,2 10 0 0,0-7 0 0,0-6 0 15,1 2 0-15,1-1 0 0,0-3 0 0,1-5 0 16,1-1 0-16,0-5 0 0,-1-2 0 16,-1-3 0-16,0-5 0 0,-1-1 0 0,1-3 0 0,-2-4 0 15,0 1 0-15,-1-2 0 16,-1-2 0-16,0-2 0 0,0 0 0 0,0 0 0 15,0 0 0-15,0 0 0 0,0 0 0 0,0 0 0 16,0 0 0-16,0 0 0 0,0 0 0 0,0 0 0 16,0 0 0-16,0 0 0 0,0 0 0 0,0 0 0 15,0 0-450-15,0 0 103 0,0 0 157 0</inkml:trace>
  <inkml:trace contextRef="#ctx0" brushRef="#br0" timeOffset="89274.65">19372 11534 2431 0,'-9'-16'0'0,"1"4"0"0,0 4 0 0,-1 2 0 0,0 0 0 0,-1 1 0 0,1 4 0 0,-2 1 0 0,-1 0 0 0,0 9 0 0,-4 11 108 0,2 5 323 0,-4 9-195 16,4 5-97-16,-4 4 322 0,4 8-336 0,0 4-125 16,3 11 0-16,4-5 0 0,3 0 0 15,4-9 0-15,0 5 0 0,2-3 0 0,11-3 0 16,4-7 0-16,3 0 0 0,1-6 0 0,9 3 0 16,-3-7 0-16,1-2 0 15,-4-4 0-15,2-3 0 0,-1 0 0 0,-4-2 0 0,-5-5 0 16,-1 0 0-16,-2-3 0 0,-1-4 0 15,-7-1 0-15,3-5-141 0,-5 1-221 0,-1-4 160 16,0 0 79-16,3-2-506 0,-2 0 282 0,3 0 158 16,3-8 73-16,6-10-476 0</inkml:trace>
  <inkml:trace contextRef="#ctx0" brushRef="#br0" timeOffset="89642.89">20041 11459 3551 0,'-8'-21'0'0,"-1"12"0"0,0 3 0 0,-2 1 0 0,-1 3 0 15,-1 0 0-15,-2 2 0 0,0 2 0 0,-1 13 0 0,-2 7 0 0,-1 8 380 0,-4 13-380 0,3 5 0 0,-1 12 0 16,4 2 0-16,4 4 0 0,4-5 0 0,1 17 0 16,6-11 0-16,2-3 0 0,0-13 0 0,5 1 0 0,6-8 0 15,5 4 0-15,-1-14 0 16,6-2 0-16,-1-6 0 0,5-5 0 0,-4-8 0 15,1-4 0-15,1-5 0 0,-2-4 0 0,0-4 0 16,-3-15 0-16,-3-7 0 0,-2-5 0 0,-4-3 0 16,-2-2 0-16,-6-1 0 0,-1-1 0 0,0 2 0 15,-6 2 0-15,-10 6 0 0,-4 6 0 0,1 3 0 16,-8 6 0-16,4 6 0 0,-7 4 0 0,4 2 0 16,1 1 0-16,1 4 0 0,7 7 0 15,-2 4 0-15,6 2 0 0,1 1 0 0,1 1 0 0,6 2 0 16,1 0 0-16,3 1 0 15,1 2 0-15,0 1 0 0,0-1 0 0,3 1 0 16,6-2-227-16,3 1-834 0,5 2 514 0,3-2 254 16,5-3 126-16</inkml:trace>
  <inkml:trace contextRef="#ctx0" brushRef="#br0" timeOffset="89823.39">20597 12143 3931 0,'0'0'0'0,"-2"0"0"0,-2 0 0 0,-4 0 0 0,1 1 0 0,0 3 0 0,1 4 0 0,-2-3 0 0,1 3 0 0,1 2 0 0,-1 2 0 0,-3 4 0 16,3 1 0-16,-1-1 0 0,1 1 0 0,2 0 0 15,0-4 0-15,1 0 0 0,-1-3 0 0,1-1 0 16,1 0 0-16,-3-2-81 0,3-2-802 0,-4-3 343 16,3-2 250-16</inkml:trace>
  <inkml:trace contextRef="#ctx0" brushRef="#br0" timeOffset="89844.43">20448 12325 398 0</inkml:trace>
  <inkml:trace contextRef="#ctx0" brushRef="#br0" timeOffset="90187.1">20755 11732 2972 0,'0'-23'0'0,"1"10"0"0,1 2 0 0,4-3 0 0,4 2 0 0,-1-3 0 0,4 5 0 0,4 1 0 0,6-2 0 0,2 2 0 0,5 3 530 0,4 3-236 15,4 3-159-15,-2 0-135 0,-1 2 0 16,1 11 0-16,3 8 0 0,-11 0 0 0,1 8 0 15,-7-2 0-15,-4 7 0 0,-6 2 0 0,-6 5 0 16,-6-6 0-16,0 13 0 0,-16-5 0 0,-9 0 0 16,-3-3 0-16,-6-4 0 0,4-7 0 0,-9 3 0 15,7-12 0-15,-3-2 0 0,0-5 0 0,6-4 0 16,9-4 0-16,-1-3 0 0,10-2 0 0,0 0 0 16,5 0 0-16,2 0 0 0,4 0 0 0,0-2 0 15,2-5 0-15,16 0 0 0,3-3 0 0,6 1 0 16,1-1 0-16,0 1 0 15,2 2 0-15,1 1 0 0,0 2 0 0,1 0 0 16,2 2 0-16,0 1 0 0,-1 1 0 0,-1 0 0 16,0 0 0-16,0 0 0 0,0 5 0 0,-4 4 0 15,1-2 0-15,-3 3-8 0,-5 0-102 0,-1 1-1080 16,1-3 580-16,-4-1 285 0,1-1 143 0</inkml:trace>
  <inkml:trace contextRef="#ctx0" brushRef="#br0" timeOffset="90352.55">21594 12090 3855 0,'0'-10'0'0,"0"3"0"0,0-1 0 0,0 2 0 0,0 1 0 0,0 4 0 0,0-2 0 0,0 2 0 0,0 1 0 0,0 0 0 0,0 1 76 0,2 13-76 0,0 2 0 15,-2 8 0-15,0 1 0 0,0 6 0 0,-8 0 0 16,-3 2 0-16,-1-2 0 0,0 1 0 16,1-4 0-16,-5 0 0 0,5-6 0 0,-2 0 0 0,0-4 0 15,1-2-1031-15,5-8 411 16,0-1 289-16,1-5 136 0,4-2-259 0</inkml:trace>
  <inkml:trace contextRef="#ctx0" brushRef="#br0" timeOffset="90714.93">21748 11720 2875 0,'5'-21'0'0,"4"5"0"0,2-2 0 0,3 0 0 0,3 5 0 0,6-4 0 0,6 4 0 0,2 0 0 0,5 4 0 0,-1 3 0 0,3 2 370 0,-1 1-170 0,0 3-80 15,-5 0-39-15,-4 14-41 0,-5 1 0 0,-5 2 10 16,-2 6-163-16,-8-4 76 0,-6 9 39 0,-2-2 0 16,-2-1-4-16,-17 4 9 0,-4-4 33 0,0-1 61 15,-4-3-39-15,-1-4-31 0,4-3-56 0,3-4 112 16,2-4-87-16,6-1 0 0,2-3 0 0,5 0 0 16,3-2 0-16,1 0 0 0,2 0 0 0,0 0 0 15,5 0 0-15,12 2 0 0,5 2 0 0,5 2 0 16,-1 0 0-16,3 2 0 15,1 4 0-15,-2-2 0 0,-6 5 0 0,6 5 0 16,-9-1 0-16,-2 2 0 0,-6-1 0 0,-5 0 0 16,-3 3 0-16,-3 5 0 0,0-4 0 0,-12 0 0 15,-9-2 0-15,-2-1 0 0,-3-5 0 0,-3-1 0 16,1-2 0-16,-1-4 0 0,-1-1 0 16,2-4 0-16,7-3 0 0,-2-1 0 0,5 0-369 15,2-1 107-15,9-20-379 0,7-14 301 0</inkml:trace>
  <inkml:trace contextRef="#ctx0" brushRef="#br0" timeOffset="90910.66">22473 11538 3725 0,'20'-6'0'0,"9"6"0"0,-1 0 0 0,-3 0 0 0,5 0 0 0,1 12 0 0,5 5 0 0,0 5 0 0,2 5 0 0,-3 5 0 0,1 8 206 15,-4 2-206-15,-2 5 0 0,-2 5 0 0,-5 1 0 0,-5 3 0 16,-4 1 0-16,-7 8 0 0,-7-4 0 15,0-1 0-15,-19 2 0 0,-7-6 0 0,-10 16 0 16,-3-8 0-16,-2-4 0 0,-5-5 0 0,2-3 0 16,3-13 0-16,0 0 0 0,6-3 0 0,1-4-495 15,10-4-135-15</inkml:trace>
  <inkml:trace contextRef="#ctx0" brushRef="#br0" timeOffset="91076.11">23176 12829 3931 0,'0'-6'0'0,"0"4"0"0,0 2 0 0,0 0 0 0,-3 0 0 0,-2 0 0 0,1 0 0 16,-1 0 0-16,-1 2 0 0,3-1 0 0,-1 4 0 0,-1-1 0 0,2 8-566 0</inkml:trace>
  <inkml:trace contextRef="#ctx0" brushRef="#br0" timeOffset="94083.73">23745 11715 3266 0,'-11'-4'0'0,"7"4"0"0,4 0 0 0,0 0 0 0,0 0 0 0,0 0 0 0,13 0 0 0,8 0 0 0,7 3 0 0,4-2 0 0,5 2 124 0,6-1 120 0,1 0-102 15,-5 0-41-15,2 0-187 16,1-2 64-16,-3 3 31 0,6 3-1 0,-11 0-443 0,-1 0 247 0,-3 1 110 16,-1 4-766-16,-5 0 373 15,-3 5 220-15,-4 2 83 0</inkml:trace>
  <inkml:trace contextRef="#ctx0" brushRef="#br0" timeOffset="94245.75">24065 12173 3479 0,'-9'0'0'0,"8"0"0"0,-1 0 0 0,2 0 0 0,0 0 0 0,0 0 0 0,9 0 0 0,10 4 0 0,6-2 0 0,6 1 0 0,12 1 197 15,-2 1-79-15,1 0 19 0,-6 1-137 0,3 3 0 16,7 0-166-16,-5 3-65 0,0 0 135 0,-1 1 68 15,-1-1-846-15,8 1 452 0,0-4 231 0</inkml:trace>
  <inkml:trace contextRef="#ctx0" brushRef="#br0" timeOffset="94422.72">25051 11867 3931 0,'-10'-10'0'0,"8"8"0"0,2 0 0 0,0 1 0 0,0 1 0 0,0 0 0 0,11 0 0 0,8 0 0 0,7 0 0 0,4 0 0 0,5 0 0 0,9 0 0 16,-2 3 0-16,-5 3 0 0,9 0 0 0,-2 1 0 16,-1 1 0-16,-7-1 0 0,0 1-683 0,-2-1 312 15,-4 1 200-15,-8-1-838 0,1 3 471 0</inkml:trace>
  <inkml:trace contextRef="#ctx0" brushRef="#br0" timeOffset="94752.39">25409 11467 3195 0,'-7'0'0'0,"5"1"0"0,2 7 0 0,0 3 0 0,0 8 0 0,0 5 0 0,0 5 0 0,2 5 0 0,3 2 0 0,2 10 0 0,1 5 570 0,3-1-404 16,-2 3-166-16,-1 0 0 0,2-5-88 0,-3 4 46 15,-1-4 41-15,-4-3-656 0,1 6 343 0,-3-6 177 16,0-2 88-16,-5-11-337 0,-6 0 198 0,-6-10-100 15,-6-1-16-15,3-7 133 0,-7-6 65 0,-1-3 34 16,0-3 430-16,1-2-209 0,-5 0-89 0,6 0 863 16,8 0-480-16,-2-2-151 0,11 0-150 0,0-1 294 15,5 2-436-15,2-1 0 0,2 2 0 0,3 0 0 16,24 0 0-16,3 2 0 0,8 6 0 16,5-1 0-16,2 1 0 0,6 0 0 0,0-2 0 15,-1 0 0-15,1 0 0 0,0-1 0 16,-1-1 0-16,-1 0 0 0,-8 1 0 0,12 1-186 15,-12 2-417-15,-5-4 282 0,2 3-712 0,-2-2 496 16</inkml:trace>
  <inkml:trace contextRef="#ctx0" brushRef="#br0" timeOffset="94965.29">26372 11497 3931 0,'-11'-29'0'0,"2"16"0"0,-1 7 0 0,-1 1 0 0,-3 2 0 0,-4 3 0 0,-1 0 0 0,-3 12 0 0,-6 18 0 0,-6 16 0 0,6 10 0 16,0 9 0-16,3 24 0 0,12-14 0 0,3 23 0 15,10-21 0-15,0 7 0 16,10-3 0-16,14-8 0 0,8 0 0 0,8-8 0 16,6-3 0-16,6-6 0 0,8-2 0 0,14-1 0 15,-6-14 0-15,24 3-291 0,-2-13-340 0</inkml:trace>
  <inkml:trace contextRef="#ctx0" brushRef="#br0" timeOffset="95379.23">26676 11847 2983 0,'-10'-6'0'0,"3"6"0"0,6 0 0 0,1 0 0 0,0 0 0 0,0 0 0 0,1 0 0 0,13 3 0 0,9 2 0 0,8 1 0 0,10 0 287 0,-1-2-113 15,13-2-72-15,-5 5 146 0,3-3-111 0,-2 1-137 16,-1 1 0-16,-9-1-113 0,7 4-11 15,-9-3 82-15,-2 0-697 0,-3 4 389 0,-4-2 195 0,-8 3 77 16,1-1-562-16</inkml:trace>
  <inkml:trace contextRef="#ctx0" brushRef="#br0" timeOffset="95676.32">26841 12201 2987 0,'-14'-4'0'0,"6"3"0"0,7 1 0 0,1 0 0 0,0 0 0 0,0 0 0 0,5-3 0 0,14 1 0 0,7 1 0 0,6-1 0 0,5 0 119 0,10 0 44 0,-4 0-62 15,-8 0-30-15,2 2-139 0,-3 0 54 0,-8 0 37 16,-1 0-10-16,-5 6-11 0,-7 1 0 16,-6-1 38-16,0 2 155 0,-6 1-82 15,1 4-36-15,-2 2-1 0,0 3-45 0,-7 6-31 16,0 2 0-16,-1 5 0 0,2 4 0 0,2 2 0 15,1 7 0-15,1-3 0 0,2-6 0 0,0 5 0 16,0-1 0-16,0 1 0 0,0-3 0 0,2 1 0 16,1-1 0-16,-1 0 0 0,0-1 0 0,-2 0 0 15,0-1-961-15,0-2 434 0,-2-7 233 0,-3 5 132 16</inkml:trace>
  <inkml:trace contextRef="#ctx0" brushRef="#br0" timeOffset="95854.12">26740 12512 3235 0,'-9'-12'0'0,"7"10"0"0,2 0 0 0,0 0 0 0,7 0 0 0,16 0 0 0,9 1 0 0,4-1 0 0,11 0 0 0,7 2 0 0,2 0 100 0,3 0 77 16,-1 0-69-16,-2 2-24 0,1 3-464 15,-7-1 210-15,-2 4 104 0,-11-3 53 0,0 2-676 16,-9 1 374-16,3 1 172 0,-10 1 91 0</inkml:trace>
  <inkml:trace contextRef="#ctx0" brushRef="#br0" timeOffset="96175.01">27604 11037 3495 0,'-24'-36'0'0,"4"21"0"0,-1 5 0 0,-2 5 0 0,-3 3 0 0,-4 2 0 0,-3 7 0 0,-8 18 0 0,-9 17 0 0,1 9 0 0,-6 22 248 0,10 1-105 0,12-6-98 16,5 9-45-16,10-4 0 0,14-8 0 0,4-13 0 15,8 1 0-15,13-14 0 0,15 2 0 0,1-11 0 16,3-9 0-16,-6-8 0 16,3-6 0-16,-9-7 0 0,6 0 0 0,-18-4 0 15,5-18 0-15,-10-3-103 0,-10-5-42 0,-1 0 55 16,-6-1 285-16,-14 0-110 0,-10 2-66 0,-5 8 0 15,-3 6 1-15,1 7-20 0,-9 4 0 0,10 4 0 16,0 0 0-16,1 9 0 0,10 9 0 16,7 1 0-16,-4 9-87 0,14 3-34 0,6 10 64 0,2 1-521 15,7 5 233-15,16 4 146 0,14 9-742 0</inkml:trace>
  <inkml:trace contextRef="#ctx0" brushRef="#br0" timeOffset="96325.86">27992 12365 3686 0,'0'0'0'16,"0"0"0"-16,-4 1 0 0,-3 6 0 0,-7 5 0 0,1 3 0 0,-2 2 0 0,0 0 0 0,0 2 0 0,0 1 0 0,-2 5 143 0,4 1-53 16,-1 3-774-16,3-2 361 0,0 4 191 0,0 0-518 0</inkml:trace>
  <inkml:trace contextRef="#ctx0" brushRef="#br0" timeOffset="96598.36">28187 11859 2782 0,'-15'-4'0'0,"8"4"0"0,4 0 0 0,3 0 0 0,0 0 0 0,0 4 0 0,11 2 0 0,14 0 0 0,5-3 0 0,10 1 0 0,9-4 467 0,8 2-214 0,2-2-107 0,-4 0-54 16,-1 0-187-16,-4 0 63 0,-4 2 35 0,-2-1-1 15,-11 3-681-15,5 2 359 0,-13-1 188 0,-2 6-348 16,-3 1 151-16</inkml:trace>
  <inkml:trace contextRef="#ctx0" brushRef="#br0" timeOffset="96896.83">28290 12115 2898 0,'-8'-8'0'0,"8"6"0"0,0 2 0 0,0 0 0 0,0 0 0 15,14 0 0-15,11 0 0 0,1 2 0 0,10 2 0 0,8 1 0 0,2 3 168 0,1 0-64 0,-7-1-22 0,3 0-99 0,-3 1 28 0,-8-1 0 16,-7-1 28-16,-4 2-41 0,-7-3 10 0,-4 1 31 16,-2-2 54-16,-5-1-27 0,-1 1 0 0,-2 0-27 15,0 2 244-15,0-1-240 0,-10 3-43 0,2 4 0 16,0 0 0-16,-3 6 0 16,4 6 0-16,1 2 0 0,3 5 0 0,1 4 0 15,2 6 0-15,0-6 0 0,0 5 0 0,0-1 0 16,2 1 0-16,1-1 0 0,1-3 0 0,-1 1 0 15,1-3 0-15,-2 0 0 0,-2-4-83 0,0-4-121 16,0-3-594-16,0-2 369 0,-9-2 200 0,-2-2-595 16,-1-2 392-16</inkml:trace>
  <inkml:trace contextRef="#ctx0" brushRef="#br0" timeOffset="97065.64">28197 12460 3297 0,'-18'-21'0'0,"12"12"0"0,5 8 0 0,1-1 0 0,0-1 0 0,11 2 0 0,15-3 0 0,12 2 0 16,5-1 0-16,20-2 0 0,6 4 236 0,-1-2-99 0,7 2-50 0,-4 1-6 15,-7-2 9-15,14 0-87 0,-11 2-505 0,-14-2 252 16,6 0 144-16,-5 0 73 0,-12 2 44 16,3-1-9-16</inkml:trace>
  <inkml:trace contextRef="#ctx0" brushRef="#br0" timeOffset="97376.8">28106 11289 2721 0,'0'-28'0'0,"0"20"0"0,11-2 0 0,10 3 0 0,8-1 0 0,4 6 0 0,6 2 0 0,2 0 0 0,9 2 0 0,1 11 0 0,-5 6 206 0,-3 4-82 15,-11-1-31-15,-2 6-10 0,-7 3-194 0,-8 1 77 0,-12-2 37 0,-3 1 1 16,-1-1-92-16,-24 4 60 0,-4-8 35 16,-6-4 135-16,-2 0-50 0,4-9 0 0,1-3-107 0,7-4 226 15,-1-1-121-15,8-5-32 0,6 0 223 16,5 0-281-16,4 0 0 0,3 0 0 16,0 0 0-16,15-2 0 0,15-1 0 0,10 0 0 15,8 1 0-15,4 1 0 0,-2 1 0 0,6 0 0 16,-4 0 0-16,-1 9 0 0,-2 6 0 0,1 1-271 15,-2 5-236-15,1 5 190 0,3 9-321 0,-1 8 298 16</inkml:trace>
  <inkml:trace contextRef="#ctx0" brushRef="#br0" timeOffset="97542.26">29386 12332 3614 0,'-7'-2'0'0,"4"2"0"0,-1 0 0 0,-1 5 0 0,-4 6 0 0,0 4 0 0,-1 3 0 0,1-1 0 0,-2 4 0 0,0 0 0 0,-4 7-36 0,1 0 37 0,1 2 0 16,1 0-742-16,-2 0 391 0,-1 0 203 15,0-2 88-15,0 1-428 0</inkml:trace>
  <inkml:trace contextRef="#ctx0" brushRef="#br0" timeOffset="97721.18">29558 11929 3526 0,'11'-15'0'0,"14"7"0"0,7 0 0 0,5-1 0 0,3-2 0 0,5 4 0 0,1-3 0 0,3 2 0 0,2 2 0 0,6 0 0 0,-4 2 137 16,4 2-175-16,-6 2 39 0,1 0-1 0,-2 0-820 15,-2 0 423-15,-6 8 216 0,-7-2 108 0,-3 9-561 16</inkml:trace>
  <inkml:trace contextRef="#ctx0" brushRef="#br0" timeOffset="98021.31">29677 12124 2771 0,'0'-2'0'0,"0"0"0"0,0 2 0 0,11 0 0 0,2 0 0 0,10 0 0 0,4 0 0 0,1 0 0 0,19 0 0 0,-14 0 0 0,10 0 233 0,10 0-102 0,-11 2-45 15,-8 2 1-15,-2 2-91 0,-1-2 0 0,-15 1 55 16,3 0-11-16,-9-1 43 0,-5 2-43 0,-2-4 1 16,-1 1 84-16,-2 1-32 0,0 0-10 15,0 2-43-15,-7 3-5 0,-1-2-35 0,1 7 0 16,-1 1 0-16,-2 7 0 0,8 1 0 16,-4 6 0-16,4 5 0 0,1 8 0 0,1-7 0 15,0 14 0-15,0-3 0 0,0-3 0 0,0-2 0 16,0 3 0-16,0-10 0 0,0 10 0 0,0-8 0 15,0 1 0-15,-5-2-359 0,1-4 112 0,-3-4-473 16,2-4 344-16,3-4 165 0,-4-8 83 0,4-2-534 16,-6 2 310-16</inkml:trace>
  <inkml:trace contextRef="#ctx0" brushRef="#br0" timeOffset="98189.84">29592 12498 2882 0,'-8'-23'0'0,"8"12"0"0,0 6 0 0,17-3 0 16,11-2 0-16,9 3 0 0,9 0 0 0,11-3 0 0,3 4 0 0,14-3 0 0,8 3 278 0,10 1-121 0,-18 1-49 0,10 2 146 0,-3 0-108 0,-3-2-54 15,-8 3-78-15,-5-4-491 16,-9 4 242-16,-1-1 132 0,-9 0-695 0,-13 0 418 16,1-2 99-16</inkml:trace>
  <inkml:trace contextRef="#ctx0" brushRef="#br0" timeOffset="98546.81">29647 11104 2524 0,'0'-21'0'0,"16"11"0"0,10-2 0 0,1 3 0 0,-4 0 0 0,2 3 0 0,0 4 0 0,-1 2 0 0,-3 0 0 0,-4 0 0 0,-1 6 62 0,-2 7-22 0,-4 4 0 0,-4 3 0 15,1 7-238-15,-7-3 119 0,0-1 69 0,-16 6-226 16,-11 2 121-16,5-9 62 0,-11 4 30 0,11-8 65 16,5-4-44-16,-2-1-45 0,10-5 130 0,-2-1-47 15,7 1-64-15,4-2 4 16,2-1 231-16,21 0-87 0,7 2-60 0,20 0 17 16,2 2 198-16,1 3-104 0,2-1-55 0,-5 4 50 15,-12-2-62-15,1 4-33 0,-9 2 0 0,-14-3 31 16,-1 4-36-16,-10-2 0 0,-5 3-26 0,0 1 42 15,-25 3 0-15,-3-4-79 0,-14 3-3 0,-7-4 0 16,8-3 0-16,-1-2 0 0,5-3 0 0,0-1 0 16,5-4 0-16,9-3 0 0,1-2-117 15,15-2-158-15,-1 0 146 0,8 0-831 0,5-2 464 16</inkml:trace>
  <inkml:trace contextRef="#ctx0" brushRef="#br0" timeOffset="98728.14">30737 11337 3931 0,'33'7'0'0,"15"20"0"0,-1 3 0 0,-2 2 0 0,-3 6 0 0,-4 5 0 0,-4 5 0 0,-4 9 0 16,-4 13 0-16,-4 5 0 0,-9 4 0 0,-1 3 0 0,-11-2 0 0,-1 2 0 0,-11-4 0 0,-11 1 0 16,-10 5 0-16,-4-12 0 0,-13 15 0 0,-9-12 0 15,-9-2 0-15,-7-2 0 0,-10-4 0 0,-7 1 0 16,-22 1-1118-16,5-2 492 0</inkml:trace>
  <inkml:trace contextRef="#ctx0" brushRef="#br0" timeOffset="114250.66">6244 13966 2817 0,'-5'0'0'0,"-1"0"0"0,6 0 0 0,-2 0 0 0,-1 0 0 0,3 0 0 0,0 0 0 0,0 0 0 0,0 0 0 0,6 0 0 0,8 0 124 0,2 0-48 16,7 0 204-16,1 0-121 0,5 0-60 0,1 0 187 16,2 0-196-16,0 0-90 0,-1 0 0 0,-1 0 0 15,0 0 0-15,-1 2 0 0,-6-2 0 0,-2 2 0 16,0 0 0-16,-8 2 0 0,-3-3 0 0,-1 1 0 16,-1-1 0-16,-5 2 0 15,1 0 0-15,-1-3 0 0,-2 3 0 0,-1-3-299 16,0 2-127-16,0 2 199 0,0-1 66 0,0 5-563 15,0 2 343-15,-6 3 161 0,-1 1-173 0,-1 6 177 16</inkml:trace>
  <inkml:trace contextRef="#ctx0" brushRef="#br0" timeOffset="114595.67">6434 14145 2035 0,'-23'0'0'0,"6"0"0"0,-1 0 0 0,0 0 0 0,3 0 0 0,6 0 0 0,-1 0 0 0,5 0 0 0,3 0 0 0,1 2 0 0,1 3 569 0,0 6-266 15,1 3-132-15,6 4 157 0,8 6-150 0,-3 5-69 16,3 1-35-16,1 10 53 0,1-1-90 0,-7 0-37 16,5 13 0-16,-5-3 0 0,-3 5 0 0,-2-1 0 15,-3 2 0-15,1 0 0 0,-3-3 0 0,0-2 0 16,0-4 0-16,0-11 0 0,-3 4 0 16,1-13 0-16,-1-2 0 0,-1-3 0 0,4-7 0 15,0-2 0-15,0-1 0 0,0-3 0 16,0-1 0-16,4-1 0 0,7 0 0 0,2-3 0 15,5-3 0-15,3 0 0 0,2 0 0 0,2 0 0 16,1 0 0-16,1-6 0 0,-3-1 0 0,-4 0 0 16,3-1 0-16,-3 2 0 0,0 2 0 0,-6-3 0 15,2 4 0-15,-8 0 0 0,2 0 0 0,0 1 0 16,-3 0 0-16,-2 2 0 0,4 0 0 0,-4 0 0 16,2 0 0-16,2 0 0 0,-2 2-769 0,2 3 282 15,0 1 223-15,0-2 104 16,5 1-311-16</inkml:trace>
  <inkml:trace contextRef="#ctx0" brushRef="#br0" timeOffset="114851.04">7117 14308 3931 0,'-16'-10'0'0,"7"7"0"0,2-2 0 0,4-3 0 0,3 2 0 0,0 0 0 0,1-1 0 0,12-3 0 0,8 1 0 0,7-1 0 0,11 0 0 0,2 0 0 0,-4 0 0 0,13 0 0 16,-4 2 0-16,0-1 0 0,2 0 0 0,-4 1 0 15,-5 0 0-15,-2 3 0 0,-4 3 0 0,-8-2 0 16,-3 2 0-16,-5 0 0 0,-8 2 0 0,1 0-63 16,-6 0-380-16,-1 0 200 15,-2 0 86-15,-1 0-495 0,0-1 295 0,-4-5 163 16,-3-6 76-16,-1-3-206 0</inkml:trace>
  <inkml:trace contextRef="#ctx0" brushRef="#br0" timeOffset="115041.39">7558 13908 2977 0,'-5'-3'0'16,"-1"2"0"-16,4-1 0 0,0 2 0 0,2 0 0 0,0 0 0 0,6 0 0 0,11 0 0 0,1 0 0 0,5 0 0 0,5 6 186 0,-3 4-73 0,2 1-35 15,-2 4 303-15,0 0-185 0,-1 2-196 0,-3 3 0 16,-1 0 0-16,-2 4 0 0,-9 0 0 0,-1 4 0 15,-6 3 0-15,-2 4 0 0,-5-2 0 0,-11 6-146 16,0-8-31-16,-4 3 90 0,-1 0-615 0,-3-4 299 16,-1 0 181-16,3-3 91 0,-2 0-204 0,1 1 137 15,0-2 83-15</inkml:trace>
  <inkml:trace contextRef="#ctx0" brushRef="#br0" timeOffset="115410.95">7566 14652 2992 0,'0'0'0'0,"0"0"0"0,0 0 0 0,0 0 0 0,-1 0 0 0,-6-6 0 0,1-6 0 0,-3 4 0 16,4 0 0-16,-2-6 0 0,-2 2 165 0,2-2-62 0,-2 1 31 0,-1 0-47 0,-1-2 1 0,1 4-37 15,-5 3-87-15,1 1 38 16,-2 3 1-16,-2 2 38 0,-2 2 23 0,-4 8-13 0,0 11-9 16,-2 11 36-16,0 5-12 15,3 7-66-15,0 3 0 0,9-4 0 0,-2 9 0 16,11-6 0-16,5-8 0 0,0 0 0 0,3-3 0 15,6-9 0-15,10-1 0 0,-1-7 0 0,4-2 0 16,2-8 0-16,3-6 0 0,-2 0 0 0,3-10 0 16,-2-12 0-16,-2-5 0 0,-1-8 0 0,-4-2 0 15,-5 0 0-15,0 0 0 0,-7 1 0 0,-1 7 0 16,-3 7 0-16,-3 7 0 16,0 2 0-16,0 4 0 0,0 4 0 0,0 2 0 15,0 3 0-15,0 0 0 0,0 12 0 0,0 13 0 16,0-1 0-16,2 5 0 0,7 1 0 0,1 3 0 15,5-4 0-15,2 0 0 0,3-5 0 0,0-2 0 16,0-2 0-16,-3-7 0 0,2-1 0 0,-2-2 0 16,0-5-316-16,-2-3 67 0,0-2 104 0,0 0-723 15,0 0 403-15</inkml:trace>
  <inkml:trace contextRef="#ctx0" brushRef="#br0" timeOffset="116512.39">8241 14207 2420 0,'-16'-12'0'0,"11"11"0"0,3-2 0 0,2 3 0 0,0 0 0 0,0 0 0 0,9-2 0 0,12 1 0 0,5-5 0 0,15-3 0 0,2-1 534 0,8-1-248 0,-2 0-122 0,-6 2-53 16,14-3 249-16,-9 5-304 0,1-1-56 0,-3 0 0 16,-1 3 0-16,-6 1 0 15,8-2 0-15,-13 3 0 0,1-3 0 0,-5 1 0 16,0 0-60-16,-12 0-63 0,0-1 76 0,-2 1 44 15,-7-1-894-15,-4-1 411 0,-3-5 223 0,-2 2 102 16,0-10-417-16,-9 0 269 0,-7-4 134 0,0-1-245 16,-3 4 196-16,2 3 106 0,-4-1 51 0,3 6 98 15,-1 1-40-15,4 2-13 0,4 5 516 0,3 2-296 16,3 0-115-16,0 2-61 0,5 1 299 0,0 0-144 16,9 0-102-16,9 0 105 15,6 1 300-15,3 5-220 0,3 3-110 0,3 2 211 16,-1-3-160-16,1 7-71 0,-3-3-50 0,-2 1 143 15,-2 4-91-15,-6-1-46 0,-6-1-101 0,-1 7 37 16,-5 1-9-16,-6 5 26 0,-2-1-411 0,-5 3 206 16,-13 6 102-16,0-6 62 0,-10 10-233 0,4-4 74 15,-6-3 88-15,-3-1-590 0,1-5 312 0,4-5 145 16,-2-4 89-16,1-6-296 0,3-6 187 0,5-6 93 16,-1 0-67-16,3 0 70 15,3-2 50-15,2-8 0 0,7 4 283 0,-4 0-121 16,8-2-61-16,-1 4-40 0,2 2 604 0,2 0-312 15,0 2-125-15,0 0 276 0,0 0-209 0,0 16 11 16,2 6-95-16,0 3 362 0,0 10-228 0,1 1-112 16,1 3 319-16,1 6-253 0,-3-11-219 0,-1 4 0 15,3-3 0-15,-2-1 0 0,0-9 0 0,-1-3 0 16,-1-3 0-16,0-7 0 0,0-4 0 0,0-2 0 16,0-5 0-16,0-1 0 15,0 0 0-15,0-3 0 0,0-9 0 0,0 0 0 16,4-3 0-16,5 1 0 0,5-1 0 0,2 4 0 15,9-2 0-15,-2 6 0 0,-2 4 0 0,0 2 0 16,2 1 0-16,5 0 0 0,-10 9 0 0,4 7 0 16,-9-1 0-16,0 7 0 0,-4-2 0 0,-1 3 0 15,-6-1 0-15,-2-2 0 0,0 2 0 0,0-4 0 16,-10-3 0-16,-6 0 0 0,-5 0 0 0,-4-3 0 16,3-5 0-16,-6 0 0 15,2-2 0-15,-1-3 0 0,1-2 0 0,4 0 0 16,1 0 0-16,2-4 0 0,4-8 0 0,5 1 0 15,5-5 0-15,5-2 0 0,0-7-429 0,15-4 113 16,14-1 139-16,4-4 68 0,8-2-891 0</inkml:trace>
  <inkml:trace contextRef="#ctx0" brushRef="#br0" timeOffset="116704.13">9638 14128 3931 0,'0'-13'0'0,"0"5"0"0,0 2 0 0,0 1 0 0,-2-1 0 0,-4 3 0 0,5-2 0 0,-1 3 0 0,2-1 0 0,0-1 0 0,18-1 0 0,12 0 0 0,9-4 0 16,7 0 0-16,2 1 0 0,5 0 0 0,3-2 0 0,-1 3 0 15,0 1 0-15,-3 0 0 0,-10 2 0 16,8 3 0-16,-15-2-108 0,4 2-89 16,-7 1 118-16,-11 0-995 0,3 0 521 0,-6 0 258 15,-3-2 127-15</inkml:trace>
  <inkml:trace contextRef="#ctx0" brushRef="#br0" timeOffset="116902.67">10284 13833 2709 0,'-18'-6'0'0,"6"4"0"0,1 1 0 0,1-1 0 0,4-1 0 0,3 3 0 0,3 0 0 0,0 0 0 0,7 0 0 0,16 0 0 0,1 0 184 0,5 6 256 0,1 2-200 16,3 2-100-16,1-1-51 0,2 2 40 0,-3 1-129 16,1-1 0-16,-4-1 0 15,-3 2 0-15,-8-1 0 0,-5 3 0 0,-5-1 0 16,-7 2 0-16,-2 7 0 0,-9 2 0 0,-19 9 0 15,-6 0 0-15,-3 2 0 0,-4 2 0 0,-5-2 0 16,0 1 0-16,-2 0-29 0,2-2-948 0,9-6 458 16,6 2 245-16,9-2 117 0</inkml:trace>
  <inkml:trace contextRef="#ctx0" brushRef="#br0" timeOffset="117154.16">10365 14536 3408 0,'0'0'0'0,"0"0"0"0,0 0 0 0,-10 0 0 0,-5-3 0 0,-2-4 0 16,-1-1 0-16,-3 1 0 0,0 1 0 0,1 1 0 0,-5 2 114 0,-1 3 72 0,1 0-73 0,1 3-37 0,2 10-42 15,-3 6-34-15,2 1 0 0,4 5 0 0,2 2 0 16,5 2 0-16,2 3 0 0,6 0 0 16,4 0 0-16,0 2 0 0,4-3 0 15,13 0 0-15,2-4 0 0,3-2 0 0,5-2 0 16,3-7 0-16,2-2 0 0,3-7 0 0,1-1 0 15,-1-6 0-15,0 0 0 0,-1 0 0 0,-1-6 0 16,-1-7 0-16,0-2-19 0,0-4-203 0,-2-1-597 16,0-3 389-16,6-5 196 0,-2-5 96 0</inkml:trace>
  <inkml:trace contextRef="#ctx0" brushRef="#br0" timeOffset="117545.81">10852 14015 2947 0,'-3'-14'0'0,"1"5"0"0,2-3 0 0,0 0 0 15,0 3 0-15,0 0 0 0,12 0 0 0,4 4 0 0,11-1 0 0,1 5 0 0,6-2 166 0,-1 2-64 0,7 1-21 0,5 0 8 0,-4 0-49 16,-5 0 0-16,2 4-1 0,-4 0-127 16,-6-1 74-16,-3 2 22 0,-2 0-34 0,-5-3 34 15,-9 0-1-15,-2-1 32 0,-2 1 135 0,-3-2-72 16,1 0-57-16,-3 0-18 0,0 0 118 0,0 0-145 15,0 0 0-15,0 0 0 0,-5 0 0 0,4 0 0 16,-1 0 0-16,0 0 0 0,2 0 0 0,-2 0 0 16,0 0 0-16,2 0 0 0,0 13 0 0,0 7 0 15,0 6 0-15,2 9 0 0,2 6 0 0,4 4 0 16,3 8 0-16,2 9 0 16,-1-12 0-16,0 9 0 0,4-5 0 0,-2 1 0 15,2-3 0-15,0-1 0 0,-4-9 0 0,1 6 0 16,-2-7 0-16,-3-4 0 0,-1-2 0 0,-3-5 0 15,-2-6 0-15,-2-2 0 0,0-2 0 0,0-6 0 16,-4-2 0-16,-11-2 0 0,-7-3 0 0,-8-2 0 16,-10 3 0-16,-3-2 0 0,-10 0 0 0,-9 3 0 15,-28 6 0-15,-2 6 0 0,-15 6-121 0</inkml:trace>
  <inkml:trace contextRef="#ctx0" brushRef="#br0" timeOffset="118330.73">5844 13418 1865 0,'-3'-45'0'0,"3"4"1"0,-3 5 4 0,3 2 0 0,-1 4-1 16,-3 0 1-16,-1 10 0 0,2-1-1 0,-1 10 0 0,2 3 0 0,0 2 138 0,2 4-48 0,0 2 137 0,0 0-93 0,0 12-37 0,0 12-10 15,8 12 89-15,2 6-69 0,1 8-34 16,1 14 2-16,1-4 270 0,4 32-156 16,-3-2-76-16,3 9 9 0,-2 12-126 0,4 26 0 15,-8-11 0-15,3 43 0 0,-8-9 0 16,4 2 0-16,-1 25 0 0,4-12 0 0,2-18 0 0,0 35 0 15,0-49 0-15,-2-27 0 0,5-4 0 0,-2-17 0 16,0-18 0-16,-2-2 0 0,-2-9 0 16,-5-12 0-16,2-4 0 0,-7-13 0 0,0-7 0 0,1-6 0 15,-3-9 0-15,0-4 0 0,0-5 0 16,0-2 0-16,0-4 0 0,-3 0 0 0,1 0 0 16,0 0 0-16,2-8 0 0,0-5 0 15,14-5-569-15</inkml:trace>
  <inkml:trace contextRef="#ctx0" brushRef="#br0" timeOffset="119021.55">12106 13300 2106 0,'-8'-15'0'0,"-1"3"0"0,1 3 0 0,1-2 0 0,-1 3 0 0,5 1 0 0,-1 1 0 0,0 2 0 0,4 3 0 0,-2-1 0 0,2 0 195 16,0 2-75-16,0 0-39 0,0 15 81 0,0 11-65 15,0 8 0-15,0 7-53 0,3 10 113 0,4 16-56 16,-2 5-18-16,4 17 89 0,0-4-64 0,3 10-32 15,1 5 0 1,1 9 14-16,0 7 10 0,4 26-56 0,-4-11-22 0,2 0-22 0,-4-4 0 0,2-2 0 31,-3-18 0-31,-2 0 0 0,3-6 0 0,-5-8 0 0,1-4 0 16,-5-14 0-16,1 1 0 0,-2-4 0 0,-2-7 0 16,0-13 0-16,0 2 0 0,0-15 0 0,0-3 0 0,-2-9 0 15,-4-5 0-15,3-7 0 0,1-6 0 0,-3-1 0 16,3-7 0-16,-2 1 0 0,2-2 0 0,-2 0 0 15,0 0 0-15,-1-2 0 0,3-7 0 16,-2-7-756-16,4-6 238 0,0-6 237 0,0-9 119 0,7-5-344 16,7-6 221-16</inkml:trace>
  <inkml:trace contextRef="#ctx0" brushRef="#br0" timeOffset="119215.32">12729 14276 3931 0,'-11'-17'0'0,"7"11"0"0,4 5 0 0,0 1 0 0,0-4 0 0,0 4 0 0,0 0 0 0,9 0 0 0,11 0 0 16,1 0 0-16,8 0 0 0,7 4 0 0,9-1 0 0,2-1 0 0,2-2 0 16,2 0 0-16,0 0 0 0,1 0 0 0,-5-4-132 15,-2-1-3-15,-12 1 90 0,-1 3-1108 0</inkml:trace>
  <inkml:trace contextRef="#ctx0" brushRef="#br0" timeOffset="119372.53">12861 14590 3931 0,'-40'21'0'0,"10"-5"0"0,0-3 0 0,12-5 0 0,6-1 0 15,4-3 0-15,5-2 0 0,3 0 0 0,3 4 0 0,24-2 0 0,8-3 0 0,6 1 0 0,7 0 0 0,5-2 0 16,9 0 0-16,-9 0 0 0,16-5-374 0,-5-3-37 0,-1-2 226 0,1 3-457 15,2 3 325-15,-10 3 164 0</inkml:trace>
  <inkml:trace contextRef="#ctx0" brushRef="#br0" timeOffset="119911.13">14125 13566 2193 0,'-19'-25'0'0,"8"14"0"0,3 7 0 0,4 1 0 15,2 3 0-15,2 0 0 0,0 0 0 0,0 17 0 0,2 20 0 0,10 14 0 0,-1 9 80 0,0 10 165 0,-1 9-92 0,-1 14-62 0,-3-2 343 16,-1 4-197-16,1 5-99 0,0-1-48 16,-1-14 180-16,3 16-270 0,-1-25 0 0,1 6 0 15,5-2 0-15,-2-5 0 0,1-13 0 0,-1-1 0 16,2-6 0-16,-2-7 0 0,-4-14 0 0,4 0 0 15,-6-13 0-15,0-4 0 0,-3-6-95 0,2-5-97 16,-2-5 97-16,-2-1-52 0,0 0-446 0,0-7 282 16,0-19 135-16,0-16-311 0,3-14 224 0,9-12 110 15</inkml:trace>
  <inkml:trace contextRef="#ctx0" brushRef="#br0" timeOffset="120322.9">14508 14071 3563 0,'-11'-1'0'0,"9"1"0"0,0 0 0 0,2 0 0 15,0 0 0-15,0 0 0 0,17 0 0 0,9 0 0 0,10 0 0 0,13 0 0 0,15 0 276 0,1 0-184 0,6 0-92 0,1 0 0 0,-8-2 0 0,18 0 0 0,-10-1 0 0,-6-3 0 0,-11 1 0 16,-5 1 0-16,-11 3 0 31,-3-1 0-15,-14 0 0-16,-6 2-475 0,-5 0 156 0,-6 0 57 0,-3-2 123 0,-2 1-492 0,-2-5 295 0,-13-3 149 0,-4-4-253 0,3-7 201 15,-5-2 89-15,5-2 61 0,-2-1-131 0,4 2 90 0,0 7 46 16,-1-1-51-16,0 4 40 0,4 4 95 0,1 3 0 0,3-1 244 0,1 6-161 0,4-1-61 16,1 2-41-16,1 0 681 0,0 0-345 0,7 0-93 15,14 3 386-15,3 4-286 0,6 2-132 0,2 0-82 0,9 6 168 16,-3-1-120-16,1 0-59 0,-1-1 153 0,-6 1-96 15,2 1-64-15,-4 0-26 0,-5 0-121 16,-11-5 48-16,-1 8-1 0,-7-2 57 0,-4 0-359 0,-2 5 175 16,-12 1 87-16,-8 2-407 0,-12 7 190 15,6-6 51-15,-12 10 98 0,4-4-431 16,0 2 253-16,0-3 128 0,1 2-153 0,6-4 130 16,-8 7 79-16,5-2 36 0,7-11-249 0</inkml:trace>
  <inkml:trace contextRef="#ctx0" brushRef="#br0" timeOffset="120665.87">15203 14511 1817 0,'-8'11'0'0,"3"-3"0"0,-1-2 0 0,2-3 0 0,1-1 0 0,-1-2 0 0,-2 0 0 0,-2 0 0 0,-1 0 0 0,0-2 0 0,-3-7 291 0,0-1-130 0,-6-1-61 16,0-2 109-16,-3-1-85 15,0 3-42-15,1 2 9 0,-6-1 109 0,1 6-81 0,0 4-39 16,-1 0-1-16,-2 7 44 0,4 11-46 16,0 6-1-16,3 5 7 0,2 10-44 0,6 3 1 15,7-5 43-15,4 16-26 0,2-6-57 0,2-2 0 16,16-3 0-16,2-3 0 0,1-12 0 0,7 0 0 15,0-8 0-15,2-4 0 0,-2-8 0 0,1-3 0 16,-8-4 0-16,6-3 0 0,-2-11 0 0,-4-8 0 16,0-12 0-16,-3-4 0 15,-6 5 0-15,2-15 0 0,-7 13 0 0,1 0 0 16,-5 2 0-16,-1 11 0 0,-2 1 0 0,0 9 0 16,0 1 0-16,0 7 0 0,0 1 0 0,0 3 0 15,0 0 0-15,0 7 0 0,0 14 0 0,0 4 0 16,0 1 0-16,2 6 0 0,4 0 0 0,3 1 0 15,2 1 0-15,1-2 0 0,1-4 0 0,1-2-25 16,-3-7-167-16,1 2 82 0,2-4-491 0,2-5 281 16,2 0 140-16,0-4-233 0,3-5 178 0,7-3 102 15,6 0 47-15</inkml:trace>
  <inkml:trace contextRef="#ctx0" brushRef="#br0" timeOffset="120838.47">16016 14355 3569 0,'4'-5'0'0,"-2"3"0"0,-2 2 0 0,-4 0 0 0,-9 0 0 0,-2 7 0 0,-3 8 0 0,-2 4 0 0,1 7 0 0,-4 10 0 0,0 1 326 0,2-1-290 15,-4 13-36-15,3-6 0 0,1 2 0 16,2 1 0-16,3-8-151 0,2-4-115 0,-2 2 148 16,4-8-801-16,5-7 472 0,-1-3 235 0,5-6 118 15,1-5-452-15,2-7 259 0</inkml:trace>
  <inkml:trace contextRef="#ctx0" brushRef="#br0" timeOffset="120998.1">15710 14516 2991 0,'0'-29'0'0,"0"12"0"0,0 4 0 0,0-1 0 0,0 8 0 0,0 5 0 0,0 1 0 0,0 0 0 0,7 0 0 0,11 19 0 0,3 2 318 0,2 4-130 0,7 7-79 16,-3 3 216-16,3 1-325 0,0 3 0 0,0-2 0 15,-2-3 0-15,8 6 0 0,-4-8 0 0,-2-2-187 16,-6-7 49-16,3 0 89 0,-6-8 54 0,-1-2-903 15,-1-3 372-15,-5-3 253 0,2-5 66 0,0-2-243 0</inkml:trace>
  <inkml:trace contextRef="#ctx0" brushRef="#br0" timeOffset="121179.42">16273 14290 3872 0,'-13'-15'0'0,"10"8"0"0,3 0 0 0,0 5 0 0,0-2 0 0,0 1 0 0,11-1 0 0,11 4 0 0,7-2 0 0,8 0 0 0,7 1 59 0,6-2-59 16,3 2 0-16,3-1 0 0,-2-1 0 0,1 2 0 16,-4-2 0-16,-5 3-160 0,-7 0-117 0,-2 0 153 15,-3 0 83-15,-10 0-885 0,-4 0 457 16,-2 4 144-16,-9 1-161 0</inkml:trace>
  <inkml:trace contextRef="#ctx0" brushRef="#br0" timeOffset="121714.42">16839 14009 2405 0,'-4'-9'0'0,"4"1"0"0,0 2 0 0,0 0 0 0,10 2 0 0,11-2 0 0,2 2 0 0,2 4 0 0,5 0 0 0,-2 0 0 0,2 0 237 0,-2 6-99 16,-2 1-48-16,-7 3 111 0,0 1-86 0,-4 3-37 0,-6-3 0 16,-3 4-128-16,-6 2 46 0,0 3 9 15,-11 4-151-15,-10 1 94 0,-7 1 46 0,-2 1-102 0,-6-2 74 0,-1 4 48 16,-7-1-78-16,0 1-358 0,-4-1 149 15,6-2 119-15,2-2 34 0,12-6-186 0,5-6 138 16,4 1 63-16,6-5 33 0,4-1 33 16,3-4-2-16,4-3-10 0,0 2 192 15,2-2-90-15,0 0-46 0,4 1 303 16,4-1-168-16,1 2-98 0,0 1 10 0,1 3 203 16,0 3-70-16,-3 1-83 0,-2 5 44 15,2 4 222-15,-5 7-170 0,-1 4-78 0,-1 4-40 0,0 7 187 16,0-2-114-16,-5-5-45 0,0 5-44 0,2 1-64 15,1-5 0-15,0-4 0 0,2-10 0 0,0-5 0 16,0-1 0-16,0-5 0 0,0-6 0 0,0 0 0 16,0-4 0-16,0 0 0 15,0-2 0-15,-2-6 0 0,0-6 0 0,2 4 0 16,0-3 0-16,0 1 0 0,0 1 0 0,0 0 0 16,8 2 0-16,5 0 0 0,2 4 0 0,6-1 0 15,3 5 0-15,0-1 0 0,4 2 0 0,2 0 0 16,1 12 0-16,-3 3 0 0,-2 1 0 0,-5 3 0 15,-3 3 0-15,-4 1 0 0,-7 2 0 0,-5-3 0 16,-2 6 0-16,-2-4 0 0,-15 1 0 0,-3 0 0 16,-5-5 0-16,-1-4 0 15,-4-2 0-15,2-3 0 16,-1-3 0-16,3-6 0 0,4-2 0 0,-4 0 0 0,3 0 0 0,5-4 0 16,0-8 0-16,4 0 0 15,6-7 0-15,2-8-193 0,6-5-407 0,2-5 280 0,19 3 140 0</inkml:trace>
  <inkml:trace contextRef="#ctx0" brushRef="#br0" timeOffset="121906.8">17517 14581 3931 0,'-20'-3'0'0,"6"3"0"0,6 0 0 0,-1 0 0 0,5 0 0 0,0 0 0 0,4 0 0 0,0 0 0 0,0 0 0 0,0 4 0 0,0 2 0 15,6 1 0-15,3 2 0 0,5 0 0 0,-2-3 0 16,2 4 0-16,1-2 0 0,-2 1 0 16,-4-1 0-16,2 1-903 0,1-2 273 15,-5 3 314-15</inkml:trace>
  <inkml:trace contextRef="#ctx0" brushRef="#br0" timeOffset="122140.13">17935 14207 3931 0,'-18'-24'0'0,"6"20"0"0,8-1 0 0,2 0 0 0,1 1 0 0,1 2 0 0,0-1 0 0,9-1 0 0,13 1 0 0,9-2 0 0,12 2 0 0,9-1 0 0,14-1 0 0,-2-1 0 15,2-2 0-15,-2 1 0 0,-9 0 0 0,4 2 0 16,-6-1-38-16,-6 4-55 0,-11-1-718 0,-3 3 405 15,-8 0 202-15,-5 0-16 0,-8 0-213 0,-5 5 196 16,-5-1 99-16,-2 0-421 0,-9-4 250 16</inkml:trace>
  <inkml:trace contextRef="#ctx0" brushRef="#br0" timeOffset="122288.85">18535 14051 2246 0,'-25'-17'0'0,"10"4"0"0,2 1 0 0,4 4 0 0,1 2 0 0,7-3 0 0,-2 6 0 0,3-1 0 0,3 1 0 0,11 1 0 0,9 0 256 0,-1 2-99 0,8 0-64 16,-4 5-27-16,2 7 281 0,-1 5-154 0,-2 2-77 15,-1 3-71-15,-4 2-5 0,-4 1-1 16,-4 1 0-16,-6 3-532 0,-6-1 266 0,0 4 143 16,-11 3 56-16,-14-3-678 0,-1 2 347 15,-6-2 92-15,-4 1-326 0,-5 0 267 0</inkml:trace>
  <inkml:trace contextRef="#ctx0" brushRef="#br0" timeOffset="122512.06">18360 14545 2818 0,'3'0'0'0,"-1"0"0"0,-2 0 0 0,0-2 0 0,-5 0 0 0,-10 2 0 0,-8 0 0 0,-3 0 0 0,-6 10 0 0,-7 4 0 0,-1 7 210 0,-1 4-86 15,1 3 593-15,5 3-655 0,10-3-62 0,2 5 0 16,7 1 0-16,6-1 0 0,8 1 0 0,2-2 0 16,0 0 0-16,14-2 0 0,6-2 0 0,8-4 0 15,2-2 0-15,10-4 0 0,-8-7 0 16,6-2 0-16,-1-3 0 0,0-4 0 15,1-2 0-15,0 0 0 0,-1 0 0 0,-1-3-90 0,7-11-668 0,-3 1 360 16,-1-6 179-16,2-1 81 0</inkml:trace>
  <inkml:trace contextRef="#ctx0" brushRef="#br0" timeOffset="122869.92">19197 13692 2629 0,'-4'-7'0'0,"3"2"0"0,-1 0 0 0,0 2 0 0,0-3 0 0,0 0 0 0,2 3 0 0,0-3 0 0,0 2 0 0,0 0 0 0,0 1 536 0,0 0-248 0,0 1-124 15,2 2 52-15,4 0-118 0,-1 0-98 0,3 13 0 16,-2 11 0-16,-1 4 0 0,-3 5 0 0,0 14 0 0,-2 0 0 16,0 6 0-16,0 3 0 0,0 12 0 0,0-9 0 15,0 17 0-15,0-1 0 16,0 4 0-16,-2 0 0 0,2-3 0 0,0-9 0 16,0 11 0-16,0-8 0 0,0-2 0 0,2-5 0 15,0-10 0-15,3 1 0 0,2-3 0 0,-4-6 0 16,1-9 0-16,-2 2 0 0,1-2-459 0,-1-5-64 15,-2 3 246-15,0 7 119 0</inkml:trace>
  <inkml:trace contextRef="#ctx0" brushRef="#br0" timeOffset="123009.86">19509 15415 3931 0,'-11'-13'0'0,"11"12"0"0,0 1 0 0,-2 0 0 0,2 0 0 0,0 0 0 0,0 0 0 0,2 0 0 0,5 6 0 0,7 2 0 0,-3 3 0 0</inkml:trace>
  <inkml:trace contextRef="#ctx0" brushRef="#br0" timeOffset="124490.62">8926 15877 2235 0,'-5'-16'7'0,"3"14"-3"0,2 0 0 0,0 1-1 0,2-1-1 0,12-2 0 0,12-6-1 0,5 1 0 0,4 0 0 0,4-2-1 0,7 0 131 0,0-2 127 0,5 5-96 16,-1 1-65-16,0-2-28 0,1 6-93 0,-3-1 32 16,1 2 0-16,-10 2-329 0,9 0 176 0,-13 0 93 15,1 2 46-15,-6 5-236 0,-9-1 94 16,-3 0 92-16,-4-1-65 0,-3-1-459 0,-6-2 270 0,-3-2 134 15,-2 0-171-15</inkml:trace>
  <inkml:trace contextRef="#ctx0" brushRef="#br0" timeOffset="124665.86">9620 15629 1782 0,'-11'-14'0'0,"1"4"0"0,3 5 0 0,2-1 0 0,3 5 0 0,0-2 0 0,2 2 0 0,2 1 0 0,12 0 0 15,7 0 0-15,2 5 108 0,5 5-33 0,5 1 186 0,0-1-109 0,1 3-46 0,1-2 61 16,0 0-64-16,-3-1-30 0,-5 1-1 0,-6 1-139 15,-2-4 65-15,-6 6 16 16,-7-3-1-16,-5 6-273 0,-1 1 151 0,-9 5 74 0,-9 2-174 16,-5 0 75-16,-7 8 72 0,9-5-37 15,-3 2-459-15,4 3 259 0</inkml:trace>
  <inkml:trace contextRef="#ctx0" brushRef="#br0" timeOffset="125071.76">9617 16362 2106 0,'-6'10'0'0,"1"-1"0"0,-1-2 0 0,1-2 0 0,0-4 0 0,0-1 0 0,3 0 0 0,0 0 0 0,0 0 0 0,2 0 0 0,0 0 104 0,0 0 194 15,0-3-128-15,0-5-65 0,0-3-20 0,0-3-10 16,0 0-34-16,0-1-1 0,0-4-31 0,-5 2 31 16,-1-1 11-16,-4-1-10 0,-1-1 21 0,-3 4-21 15,-5-2-1-15,-2 6-31 0,3 6 10 0,-11 2 22 16,3 4-1-16,-2 0-108 0,-5 21 52 0,2 5 8 15,6 3-114-15,-2 10 62 0,3 0 37 0,11 0-14 16,4 7 46-16,4-3-12 16,5-3 8-16,0 7-25 0,2-13 60 0,12 3-22 15,5-7-20-15,0-4 30 0,0-9 1 0,7 2-24 16,-1-9-4-16,-7-7-25 0,5-3 29 0,-2 0 15 16,-1-3-5-16,1-17-6 0,-5-3-1 0,2-11 4 15,-1-5 75-15,-4 3-38 0,-4 6-2 16,1-3-36-16,-7 10 136 0,1 1-63 0,-2 9-26 0,0 2 116 15,-2 5-138-15,0 2-36 0,0 2 0 16,0 2 0-16,0 0 0 0,0 10 0 16,0 6 0-16,1 7 0 0,5 1 0 0,2 2 0 15,-1 3 0-15,4 1 0 0,-2-2 0 0,5 1 0 16,1-5-189-16,0-2 68 0,2-3 19 0,0-3-605 16,1-3 339-16,7-2 163 0</inkml:trace>
  <inkml:trace contextRef="#ctx0" brushRef="#br0" timeOffset="125269.67">10454 15987 2960 0,'3'-3'0'0,"-1"3"0"0,-2 0 0 0,0 0 0 0,-12 10 0 0,-3 9 0 0,-2 7 0 0,-3 8 0 0,-3 2 0 0,-1 4 0 0,-2 5 102 0,-1 2 47 0,-3-1-58 0,0 4-1 16,0-1-50-16,1-3-277 0,2-1 139 0,4-8 80 15,-1 7-271-15,9-14 165 0,3-8 82 16,3-2 42-16,5-6-735 0,3-7 267 16,1-7 218-16</inkml:trace>
  <inkml:trace contextRef="#ctx0" brushRef="#br0" timeOffset="125429.72">10119 16179 2590 0,'0'-21'0'0,"-3"9"0"0,3 3 0 0,-2 3 0 0,2 5 0 0,0-1 0 0,0 2 0 0,2 0 0 0,14 0 0 0,5 13 0 0,2 4 542 15,9 9-256-15,-2 5-122 16,0 2 177-16,2 3-333 0,1 2-8 0,-6-9 0 0,10 11-12 0,-7-8-166 16,2-3 109-16,-4-4 55 15,1-3-711-15,1-2 378 0,0-5 194 0,2 0-383 16,3-6 259-16,-3-2 58 0</inkml:trace>
  <inkml:trace contextRef="#ctx0" brushRef="#br0" timeOffset="125604.57">10838 15895 3114 0,'-16'-23'0'0,"11"14"0"0,3 2 0 0,2-1 0 0,0 2 0 0,0 1 0 0,6-1 0 0,13-1 0 0,7 1 0 16,4 3 0-16,11-1 189 0,7 2-75 0,0-1-37 0,7 2-168 0,-1 1 66 15,-2 0 44-15,1 0-227 0,-4 0 125 0,-4 0 61 16,-3 0 31-16,-5 4-636 0</inkml:trace>
  <inkml:trace contextRef="#ctx0" brushRef="#br0" timeOffset="125797.37">11399 15599 2209 0,'-3'-16'0'0,"3"10"0"0,0 1 0 0,9-3 0 0,8 1 0 0,4 4 0 0,5-2 0 0,0 4 0 0,0 1 0 0,6 0 0 0,0 0 108 0,0 7-23 0,-2 2-43 15,-3 6-1-15,-5 0 0 0,-9 0-300 16,-3 6 149-16,-8 5 87 0,-2 2 26 16,-14 8-177-16,-12 0 107 0,-6-2 55 0,-2 2 26 15,-7-1-540-15,-2-1 194 0,-6-4 146 0,0-1-205 16</inkml:trace>
  <inkml:trace contextRef="#ctx0" brushRef="#br0" timeOffset="126119.84">11183 16012 1821 0,'-3'-6'0'0,"3"1"0"16,0 1 0-16,1 0 0 0,9 4 0 0,5 0 0 0,-2 0 0 0,1 9 0 0,-2 6 0 0,4 9 0 0,-7 2 132 0,0 5-51 0,-4 8 345 16,-3 3-193-16,-2 1-95 0,0 2 199 0,0-6-137 15,0 12-85-15,0-15-36 0,-2 3-88 0,1-4 1 16,1-7 49-16,-2-6 11 0,2-5-140 0,-2-5 64 16,2-4 33-16,0-4 0 0,-2-2-248 0,0-2 150 15,-1-2 60-15,1-10-6 0,0-2-1 0,2-5-14 16,0-1-1-16,0-1 148 0,2 0-54 0,12-2-32 15,6 7 179-15,2 1-86 0,7 1-50 16,4 6 6-16,3 6-31 0,-1 2 27 16,1 0-25-16,0 8 56 0,-2 9-134 0,-7 4 67 15,-2 1-17-15,-2 5-151 0,-10 0 86 0,-3 2 24 16,-8 1 28-16,-2 0 24 0,-4 1-38 0,-13-4 25 16,-6 0 285-16,-4-5-136 0,-5-6-141 0,-1 0-9 15,-10-2 0-15,4-9 0 0,5-1 0 0,-3-4 0 16,4 0 0-16,11 0 0 0,-3-2 0 0,4-4 0 15,9-5 0-15,3-4 0 0</inkml:trace>
  <inkml:trace contextRef="#ctx0" brushRef="#br0" timeOffset="126147.92">11283 16641 412 0</inkml:trace>
  <inkml:trace contextRef="#ctx0" brushRef="#br0" timeOffset="126303.37">12006 16313 3931 0,'-3'-3'0'0,"-1"0"0"0,2 2 0 0,-4-1 0 0,2 0 0 0,2 1 0 0,2-1 0 0,-2 2 0 0,2 0 0 0,0 0 0 0,0 0 0 0,0 0 0 15,0 0 0-15,2 8 0 0,4 2 0 0,4 2 0 16,-1-1 0-16</inkml:trace>
  <inkml:trace contextRef="#ctx0" brushRef="#br0" timeOffset="126512.77">12485 15844 3822 0,'-9'-15'0'0,"7"13"0"0,2 1 0 0,0-1 0 0,2-2 0 0,7 0 0 0,12 0 0 15,7 1 0-15,2 0 0 0,7-1 0 0,11 3 103 0,0 0-97 0,3-2-6 0,2 1 0 16,-3 1 0-16,-4 1 0 0,8 0-89 0,-9 0 44 15,-2 0-611-15,-7 0 349 0,2 0 175 0,-5 0 97 0,-4 0-866 16,-8 0 429-16,-5 0 216 0</inkml:trace>
  <inkml:trace contextRef="#ctx0" brushRef="#br0" timeOffset="126672.35">13167 15579 2280 0,'-12'-7'0'0,"9"3"0"0,-3 2 0 0,5 0 0 0,1 1 0 0,0-3 0 15,0 2 0-15,10 0 0 0,6 2 0 0,2 0 0 0,5 2 149 0,0 7-53 0,1 4-28 16,-5 2 59-16,3 4-48 0,-7-2 0 0,-1 2-126 16,-9 4 44-16,-3 3 11 0,-2 4-279 0,-6-2 156 15,-16 7 79-15,-5-2 39 0,-5-1-457 0,-1 1 229 16</inkml:trace>
  <inkml:trace contextRef="#ctx0" brushRef="#br0" timeOffset="126708.45">13035 16026 418 0</inkml:trace>
  <inkml:trace contextRef="#ctx0" brushRef="#br0" timeOffset="127149.21">13019 16287 2487 0,'0'-15'0'0,"0"-1"0"0,0-4 0 0,0 0 0 0,0 1 0 0,0-3 0 0,0-1 0 0,-4 2 0 0,-4 5 0 0,-5 1 0 0,-4 3 97 0,-5 3 184 0,-4 7-120 16,-5 2-50-16,-6 3-40 0,-1 19 249 0,2 4-140 15,1 4-70-15,5 6 3 0,7-3-113 0,1 15 0 16,8-6 0-16,11 3 0 0,3 0 0 0,0 0 0 15,12-7 0-15,13 6 0 0,3-8 0 16,10-1 0-16,4-7 0 0,6-4 0 16,8-7 0-16,12-4 0 0,-4-7 0 0</inkml:trace>
  <inkml:trace contextRef="#ctx0" brushRef="#br0" timeOffset="130634.49">14025 16094 2143 0,'-6'-6'0'0,"6"6"0"0,-1 0 0 0,1 0 0 0,0 0 0 0,0 0 0 0,0 0 0 0,1 0 0 0,9 0 0 0,5 0 0 0,2 0 89 0,5 0 172 0,5 0-110 0,1 0-55 0,0 0-28 15,0 0 33-15,4 1-60 0,-2 3 0 0,0-3-186 16,1 0 93-16,-1 2 46 15,-6-3 11-15,8 0-183 0,-4 0 109 0,-2 0 55 16,-2 2-661-16,-3 0 331 0,-1 3 76 0</inkml:trace>
  <inkml:trace contextRef="#ctx0" brushRef="#br0" timeOffset="130792.78">14110 16517 2673 0,'-19'0'0'0,"8"0"0"0,7 6 0 0,2-5 0 0,2-1 0 0,0 1 0 0,6-1 0 0,13 0 0 0,9 0 0 0,9-1 0 0,8-9 113 0,6 1 191 16,4-1-131-16,-1 2-66 0,4-2-208 0,2 2 81 15,-4 1 26-15,3-1 0 0,-3 3-612 0</inkml:trace>
  <inkml:trace contextRef="#ctx0" brushRef="#br0" timeOffset="131360.76">15242 15613 2037 0,'0'-9'0'0,"-1"2"0"0,-1-1 0 0,-2 2 0 0,2 0 0 0,-1 1 0 0,0-1 0 0,1 3 0 0,0 0 0 0,0 2 0 0,2-1 361 15,0 2-150-15,0 0-90 0,0 0-39 0,0 0 48 16,0 2-43-16,0 8-1 0,0 3 73 0,2 2-64 15,5 1-27-15,-4 3 1 0,1 5 46 16,0 3-36-16,-3 1 10 0,-1 4 53 0,0 9-142 16,0 2 0-16,-3 5 0 0,-6 4 0 0,0 2 0 15,2 4 0-15,0 1 0 0,3-2 0 0,2 0 0 16,2-2 0-16,0-2 0 0,0 0 0 0,2-3 0 16,6-1 0-16,1-2 0 0,1 2 0 15,1-2 0-15,-2-3 0 0,0 1 0 0,-1 2 0 0,1 4 0 16,-3-2 0-16,-1-1 0 0,0 3 0 15,-4 1 0-15,1 4 0 0,0 0 0 16,0 5 0-16,-2 0 0 0,2-4 0 0,-2 2 0 16,0-2 0-16,0-1 0 0,0-1 0 0,0-1 0 15,0 0 0-15,0 1 0 0,0-2 0 0,0-2 0 16,0-9 0-16,0 2 0 0,0-7 0 0,2-3 0 16,-1-9 0-16,1-3 0 0,-2-2 0 0,0-5 0 15,2 0 0-15,-2-1 0 0,0-3-64 0,2 0-52 16,-2 0 27-16,2 3 10 0,3 2 38 0</inkml:trace>
  <inkml:trace contextRef="#ctx0" brushRef="#br0" timeOffset="132016.29">20450 15295 1777 0,'-5'-12'0'0,"3"2"0"0,0 7 0 0,0 1 0 0,0-1 0 0,2 2 0 0,-1-1 0 0,1 2 0 0,0 0 0 0,0 0 0 0,0 0 120 0,0 8-29 0,0 5 103 0,0 2-77 15,0 2-37-15,1 4-1 0,3 3 130 0,0 0-74 16,1 8-52-16,-1-1 170 0,1 4-106 0,4 6-53 15,-2 0-26-15,0 0 172 16,2 12-104-16,1 0-47 0,-1 8-70 0,0 5-19 16,0 6 0-16,-2 6 0 0,0 17 0 0,-3-3 0 15,0 5 0-15,-1-1 0 0,-1 4 0 0,3 5 0 16,-4-2 0-16,1 1 0 0,0 1 0 0,-2 0 0 16,0-5 0-16,0-13 0 0,0 15 0 0,0-23 0 15,0-1 0-15,-4-2 0 0,3-8 0 16,-4-12 0-16,3 4 0 0,0-8 0 15,-1-1 0-15,-1-2 0 0,-1-4-278 0,-3-5 88 16,0 5 80-16,3-12-596 0,-4 3 332 0,-1-2 167 16</inkml:trace>
  <inkml:trace contextRef="#ctx0" brushRef="#br0" timeOffset="133001.79">16043 15273 1776 0,'-2'-2'0'0,"2"2"0"0,0 0 0 0,0 12 0 0,0 0 0 0,0 6 0 0,0 5 1 16,0 6 1-16,0 3 0 0,3 0-1 0,5 4 443 0,2-2-202 0,-1 4-90 16,0-1-60-16,0 5 282 0,1-9-166 0,-3 11-83 15,-1-9 150-15,-1 2-106 0,-1 3-101 0,1-5-68 0,-4 1 0 16,-1-5 0-16,0 0 0 0,0-6 0 0,0-4 0 16,0-3 0-16,-3-7 0 0,-2 0 0 0,1-5 0 15,1-2 0-15,1 0 0 16,0-4-174-16,0 0-64 0,2 0 121 0,0 0-501 15,0 0 279-15,2 0 153 0,17-6 73 0,3-3 36 16,8 1-1-16</inkml:trace>
  <inkml:trace contextRef="#ctx0" brushRef="#br0" timeOffset="133325.81">17028 15569 2446 0,'-14'-1'0'0,"2"1"0"0,1 1 0 0,-1 14 0 0,-1 3 0 0,0 3 0 0,2 5 0 0,4 0 0 0,5 4 0 0,2-1 0 0,0 3 105 0,5 3 237 0,13-3-151 0,3-2-74 15,6-4 5-15,4-3-46 0,3-6 0 0,10-6-35 16,-3-7-48-16,0-4-1 16,-3-2 59-16,5-13-46 0,-13-5 0 0,0-1 36 0,-5-4-1 0,-11-2-19 15,-6 4 30-15,-4-12-10 16,-4 4-19-16,0-1 99 0,-13 0-89 0,-12-6-32 15,3 11 0-15,-6-2 0 0,-2 6 0 0,-2 5 0 16,-2 5 0-16,2 7 0 0,8 4 0 0,-3 2 0 16,6 0 0-16,5 4 0 0,4 6 0 0,5 8-132 15,3 2 1-15,4 5 70 0,0 2-9 0,5-1-618 16,13 2 323-16,5 0 152 0,12 2-433 0,4-6 303 16,6-3 151-16,4 4 75 0</inkml:trace>
  <inkml:trace contextRef="#ctx0" brushRef="#br0" timeOffset="133557.84">18414 15575 2915 0,'-15'-16'0'0,"7"8"0"0,7 5 0 0,-1-1 0 0,2-2 0 0,0 2 0 0,0-1 0 0,3-1 0 0,15 1 0 0,4 0 0 0,8 0 191 0,4 1 169 0,9 2-165 0,-9 2-77 16,5 0-39-16,-1 0-244 0,-2 2 102 0,-2 6 63 15,-2 3-648-15,-4 0 345 0,-2 1 172 0,-2-1 86 16,-5-4-418-16,0 4 136 0</inkml:trace>
  <inkml:trace contextRef="#ctx0" brushRef="#br0" timeOffset="133823.76">18949 15324 2328 0,'0'-15'0'0,"2"13"0"0,12 0 0 0,6 2 0 0,4 0 0 0,5 0 0 0,4 0 0 0,5 4 0 0,2 6 0 0,4 3 0 0,2 6 329 16,-1 2-132-16,-3 7-83 0,-7-1-172 0,-5 5 50 16,-10-2 1-16,-4 4 49 0,-9 3-223 15,-7 7 107-15,-13-3 57 0,-27 9-21 0,-12-2 40 16,-4-5 0-16,3-5 12 0,-15 3 180 15,19-13-139-15,1-3-1 0,14-9-44 0,8-4 620 16,7-4-287-16,4-4-343 0,5-1 0 0,8-1 0 16,2-2 0-16,12 0 0 0,16 0 0 0,15-2 0 15,14-4 0-15,5 2 0 0,3-1 0 0,4 3 0 16,-7 2 0-16,18 0-205 0,-9 0-73 0,-2 11 154 16,-2 6-90-16,-15-5-927 0</inkml:trace>
  <inkml:trace contextRef="#ctx0" brushRef="#br0" timeOffset="134273.96">16473 16242 2033 0,'0'-13'0'0,"0"6"0"0,0 5 0 0,0 2 0 0,0 0 0 0,0 0 0 0,0 0 0 0,2 9 0 0,5 8 0 0,0 9 0 0,0-3 212 16,-4 9-85-16,1 2 205 0,-2 3-135 15,-1 1-83-15,-1 1-36 0,0 0 23 0,0 1-30 16,0-4 0-16,0-1-20 0,-3-3-216 0,-1-9 102 15,1-1 53-15,-2-2-152 0,3-10 101 0,2 2 62 16,0-5-10-16,0-3-574 0,2-4 292 0,17 0 65 16,9-4 101-16,6-12-428 0</inkml:trace>
  <inkml:trace contextRef="#ctx0" brushRef="#br0" timeOffset="134611.22">17375 16233 2383 0,'-3'-7'0'0,"3"5"0"0,0 0 0 0,0 0 0 0,0-2 0 0,9 3 0 0,8-2 0 0,2 2 0 15,7 1 0-15,4 0 0 0,2 0 102 0,0 0-22 0,-2 11-39 0,0 0 0 0,-4 4 0 0,-7-2-180 16,0 4 84-16,-6 2 49 0,-5-3-142 16,-7 2 95-16,-1-2 47 0,0-1 10 0,-3 0 99 0,-8-4-39 15,-1 3-92-15,1-4 34 0,4-3 434 16,-3-2-200-16,6 1-100 0,0-3 216 15,4 4-157-15,0-2-80 0,4 2-112 0,12 3-7 16,6 2 0-16,-2-2 0 0,5 4 0 0,-2 1 0 16,-5-3 0-16,1 3 0 0,-6-1 0 0,-3 1 0 15,-6-1 0-15,-3-2 0 0,-1 3 0 0,-7 0 0 16,-12 1 0-16,-6-3 0 0,-1 0 0 0,-2-1 0 16,6-4 0-16,-3 0 0 0,6-2 0 15,6-5 0-15,1 1 0 0,5 0 0 0,4-2 0 16,1 0 0-16,2 0-60 0,0 0-379 15,5 0 214-15</inkml:trace>
  <inkml:trace contextRef="#ctx0" brushRef="#br0" timeOffset="134878.79">18703 16433 3568 0,'-22'-20'0'0,"10"13"0"0,5 3 0 0,2-1 0 0,1-1 0 0,4 2 0 0,0 0 0 0,0 0 0 0,2-2 0 0,14 3 0 0,9-3 119 15,12 0 64-15,3 5-122 0,3-1-61 0,-2-1 0 16,-2 3 0-16,1 0 0 0,0 0 0 0,-1 3-456 15,-1 3 204-15,-2 1 147 0,-3 2-842 0,-1 1 466 16,-5 1 168-16</inkml:trace>
  <inkml:trace contextRef="#ctx0" brushRef="#br0" timeOffset="135135.79">19451 16176 2246 0,'0'-11'0'0,"0"9"0"0,0 0 0 0,0 2 0 0,0 0 0 0,0 0 0 0,0 4 0 0,0 10 0 0,-8 4 0 0,-3 5 0 0,-1 3 200 16,-4 3-79-16,-5 2 166 0,3 0-122 0,-3-4-52 16,0-3-41-16,8-5 37 0,-1-2-34 0,5-5 0 15,2-1 111-15,3-6-63 0,1-1-45 0,3-1-1 16,0-2-73-16,2-1-4 0,14 0 0 0,12 0 0 16,12 0 0-16,3-4 0 0,8-3 0 15,3-1 0-15,4 3 0 0,1 1 0 16,-1 0 0-16,-3 2 0 0,-7 2 0 0,-1 0 0 15,-4 0-635-15,-9 4 151 0,1 6 226 0,-12-3 108 16,0-2-579-16,-12 3 344 0</inkml:trace>
  <inkml:trace contextRef="#ctx0" brushRef="#br0" timeOffset="135284.13">19830 16126 3032 0,'-13'-17'0'0,"9"13"0"0,2 3 0 0,2-1 0 0,-1 2 0 0,-3 0 0 0,2 11 0 0,0 10 0 0,0 5 0 0,1 14 0 0,-1 4 261 16,0 9-110-16,-2 14-56 0,3-1-251 0,-4 8 108 16,3 5 39-16,-5 14-1 0,-4-1-365 0,-8 8 207 15</inkml:trace>
  <inkml:trace contextRef="#ctx0" brushRef="#br0" timeOffset="138112.75">15977 17541 1988 0,'-12'-14'0'0,"3"7"0"0,5 2 0 0,3 4 0 0,1-1 0 0,0 2 0 0,0-2 0 0,1 2 0 0,10-2 0 0,12 0 0 0,5 1 388 0,4-2-173 0,11 0-87 15,-3-1-43-15,-1 2 152 0,12 0-103 0,-4 1-46 0,0-1-1 16,0-2 7-16,-2 1-53 0,-6 2 12 16,2-4-86-16,0 4 38 0,-8-3 0 15,-1 0 37-15,-10 3-272 0,1-1 146 0,-6-2 58 16,-6 3-457-16,-2-2 209 0,-4 2 136 0,-2 1-1 15,-1-1-440-15</inkml:trace>
  <inkml:trace contextRef="#ctx0" brushRef="#br0" timeOffset="138139.81">16675 17449 419 0,'-15'12'0'0</inkml:trace>
  <inkml:trace contextRef="#ctx0" brushRef="#br0" timeOffset="138651.76">16225 17736 1993 0,'-12'-6'0'0,"6"0"0"0,5 2 0 0,-1 2 0 0,2 1 1 16,0-4 7-16,0 4-1 0,0-2-2 0,0-2 0 0,7 4-1 0,7-1 321 0,0-1-138 0,4 2-69 0,-2 1-35 0,3 0 7 0,0 0 9 15,-2 0-55-15,0 0-40 0,-4 0-1 16,-1 0 39-16,-1 1 0 0,-4 2-17 0,2-3-11 0,-3 0 27 16,0 0 1-16,-1 0-48 15,-1 0 47-15,0 0 12 0,-3 0 17 0,1 0-33 16,2-3-29-16,-1 2 23 0,-1-2 39 0,-1 0 9 15,-1 1-35-15,2 1 25 0,-2-1-23 0,0 0-6 16,2 2 7-16,-2 0-89 0,2 0 37 0,0 0 0 16,1 0-64-16,1 0 52 0,0 0 18 15,-1 0-18-15,4 0-121 0,-4 0 58 0,1 0 43 0,0 0-5 16,-3 0-33-16,1 0 11 16,0 0 4-16,0 0 101 0,0 0-31 0,-2 0-15 15,0 0-17-15,0 0 182 0,0 0-83 0,0 0-31 16,0 0 59-16,0 0-33 0,0 0-31 0,0 0 16 15,0 0 52-15,0 0-30 0,0 2-79 0,0-2 0 16,0 0 0-16,0 2 0 0,0-2 0 0,0 1 0 16,-2-1 0-16,0 2 0 0,2 0 0 0,-2 2 0 15,0 0 0-15,-1 5 0 0,1 0 0 0,-2 6 0 16,2 5 0-16,2 0 0 0,-1 8 0 0,1 2 0 16,0 0 0-16,0 0 0 15,0 2 0-15,0-6 0 0,0 9 0 0,1-8-168 16,1 2 62-16,0-8 33 0,0 6 29 0,-2-7-301 15,0-1 157-15,0 1 72 0,0-4-221 0,0 0 147 16,0-5 74-16,-2 0 27 0,-2-2-276 0,-2-3 162 16,1 1 80-16,-3-1 41 0</inkml:trace>
  <inkml:trace contextRef="#ctx0" brushRef="#br0" timeOffset="138667.81">16420 18240 418 0</inkml:trace>
  <inkml:trace contextRef="#ctx0" brushRef="#br0" timeOffset="138849.74">16147 18019 2544 0,'-16'0'0'0,"4"0"0"0,3 0 0 0,4 0 0 0,1 0 0 0,4-3 0 0,0-3 0 0,13-3 0 0,11-1 0 0,8 0 0 0,5-1 177 0,11-3-72 0,0 3 198 0,-2 1-131 0,0 2-65 16,0 1-32-16,-9 2-172 0,12 0 65 0,-15 1 36 0,2 3-229 16,-4-1 133-16,-4-1 67 15,-7 3 44-15,-3 0-634 0,-6 0 221 0,-3 0 197 16,-5 0-499-16,-3 0 327 0</inkml:trace>
  <inkml:trace contextRef="#ctx0" brushRef="#br0" timeOffset="139304.71">16503 16988 1543 0,'0'-20'0'0,"0"6"0"0,0-3 0 0,0 4 0 0,0 0 0 0,-7 1 0 0,0 7 0 0,-2-2 0 0,2 1 0 0,-2 4 0 0,-3 2 97 16,3 0-27-16,-5 6 63 0,-2 11-51 0,0 4 0 15,0 5-39-15,-2 4 48 0,-2 9 1 0,5-3-39 16,-2 11 76-16,6-7-43 0,3-4 0 0,5 4-43 16,1-5 84-16,2-8-32 0,0 5-10 0,0-11-42 15,9-1 53-15,3-3-27 0,1-3 0 0,-3-5-16 16,4-3-25-16,-1-3 14 0,1-3 1 16,-4 0-65-16,3 0 32 0,-3-6 11 15,-1-6 21-15,-3-4-32 0,-3-1-1 0,-1 0 34 16,-2-1-60-16,0 1 24 0,-2 0-30 0,-8 0 51 15,-3 4-30-15,-3 2 24 0,-1 3 0 0,-3 4 3 16,1 2-5-16,-1 2 1 0,-1 0 4 0,3 0-149 16,6 7 68-16,3 1 38 0,-1 5-423 0,6 0 212 15,2 1 87-15,2 3 60 0,0 2-602 0,6-3 310 16,9 6 171-16</inkml:trace>
  <inkml:trace contextRef="#ctx0" brushRef="#br0" timeOffset="143166.04">8409 15670 1710 0,'-11'-20'0'0,"3"4"0"0,1 2 0 0,0 3 0 0,-1 1 0 0,3 1 0 0,0 3 0 0,3 4 0 0,1-1 0 0,1 3 0 0,0 0 126 0,0 14-41 16,1 13 74-16,9 15-63 0,2 5 0 0,-2 16 411 15,0 5-232-15,-2 8-115 0,1 9-46 0,-2 9 445 16,1-6-515-16,0-15-44 0,1 11 0 0,0-1 0 15,1-2 0-15,-1-2 0 0,3-5 0 0,-1-2 0 16,0-6 0-16,-1-13 0 16,-3-3 0-16,4 4 0 0,1-8 0 0,0-6-366 0,3-3 72 15,8 0 146-15,9 2-91 0</inkml:trace>
  <inkml:trace contextRef="#ctx0" brushRef="#br0" timeOffset="143972.54">13329 15402 2286 0,'-10'-23'0'0,"4"10"0"0,1 8 0 0,-1 2 0 0,3-1 0 0,1 2 0 0,2 2 0 0,0 0 0 0,0 0 0 0,0 6 0 0,2 18 101 16,5 14-29-16,4 8 1 0,2 11 257 0,2 19-149 15,-3-2-68-15,2 22-34 0,-3-2 363 0,-4 11-199 16,-2 4-232-16,1 0-11 0,-3-4 0 0,1-2 0 16,0 1 0-16,0-8 0 15,-2-16 0-15,2 3 0 0,-3-8 0 0,-1-9 0 16,0-12 0-16,0 2 0 0,0-14 0 0,0-1 0 16,-3-7 0-16,-1-10 0 0,2-3 0 0,2-5 0 15,0-5 0-15,0-2-740 0,0-5 255 0,15-4 220 16,11 0 111-16</inkml:trace>
  <inkml:trace contextRef="#ctx0" brushRef="#br0" timeOffset="144847.57">14863 15261 1336 0,'-8'-5'0'0,"3"3"0"0,-1-2 0 0,1 3 0 0,1-1 0 0,-1 0 0 15,0 2 0-15,0-2 0 0,1 2 0 0,2 0 0 0,2 0 168 0,-2 0-67 0,2 0 138 0,0-2-98 0,0 2-48 0,0 0 0 16,0 0 120-16,0 0-89 0,0 0-41 16,0 0 94-16,0 0-66 0,0 0-23 0,-2 0-10 15,1 2 199-15,-3 9-116 0,0 0-58 0,0 5-29 16,0 4 197-16,-1 5-271 0,1 1 0 0,0 4 0 15,3 3 0-15,1 4 0 0,0 0 0 0,0 8 0 16,0 0 0-16,0 2 0 0,3 4 0 16,3 3 0-16,-3 5 0 0,1 10 0 15,-2-1 0-15,1 4 0 0,-2 1 0 0,-1 0 0 16,2-12 0-16,-2 17 0 0,0-11 0 0,0 1 0 16,0 1 0-16,0 3 0 0,0 1 0 0,0 0 0 15,0 2 0-15,-3-2 0 0,-4 1 0 0,3-1 0 16,-1 5 0-16,1-1 0 0,-1 3 0 0,-1-1 0 15,0-2 0-15,2-3 0 0,-1-11 0 0,-1 14 0 16,3-10 0-16,-1 1 0 0,1-1 0 0,0-6 0 16,3-10 0-16,-2 7 0 15,2-7 0-15,0-1 0 0,0-2 0 0,0-3 0 16,0-5 0-16,0 9 0 0,0-4 0 0,2 4 0 16,1-2 0-16,-3-2 0 0,1-4 0 0,-1 6 0 15,2-9 0-15,-2-1 0 0,0-3 0 0,0-5 0 16,0-7 0-16,2-1 0 0,-2-4 0 0,0-8 0 15,0 2 0-15,2-5 0 0,-2 2 0 0,0-5 0 16,0 3 0-16,0-3 0 0,0 3 0 16,0 3 0-16,0-1 0 0,0 1 0 0,0 3 0 0,0-1 0 15,0 2 0-15,0 0 0 16,0-2 0-16,0 3 0 0,0-5 0 0,0-2 0 16,0-2 0-16,-2 2 0 0,2-4 0 0,0-3 0 15,-2 3 0-15,2-3-308 16,0 0 53-16,0 0 106 0</inkml:trace>
  <inkml:trace contextRef="#ctx0" brushRef="#br0" timeOffset="145881.94">21447 15109 1898 0,'2'3'0'0,"3"1"0"0,0 5 0 0,2 3 0 0,-1-1 0 0,1 4 0 0,0 1 0 0,-2 4 0 0,2 1 0 0,-1 2 0 0,-3 4 115 0,4-2-35 16,-5 0 60-16,1 9-53 0,-1-2-1 0,0 2-41 15,0 2 162-15,-1 5-82 0,1-5-29 0,-2 10-11 16,0 1 140-16,0 0-91 0,0 5-44 0,0-1 143 15,0 6-83-15,0 9-59 0,-2-2-47 0,-1 2-44 16,-1 3 0-16,1 1 0 0,-2-9 0 16,1 16 0-16,1-6 0 0,1 1 0 15,0 2 0-15,2-2 0 0,0 5 0 0,0-7 0 16,0 0 0-16,0-5 0 0,0 1 0 0,0 0 0 16,0-5 0-16,0 15 0 0,0-5 0 0,0 0 0 15,0 3 0-15,-4-9 0 0,3 14 0 0,-3-4 0 16,0 2 0-16,3 1 0 0,-3 0 0 0,1-1 0 15,-1-3 0-15,1-2 0 0,-1-4 0 0,1-4 0 16,-1-2 0-16,-2-5 0 0,3 11 0 0,-4-5 0 16,2-1 0-16,-1-10 0 15,1 7 0-15,0-7 0 0,-2-1 0 0,2-6 0 16,1-9 0-16,0-1 0 0,1-5 0 0,1-6 0 16,0-4 0-16,2-7 0 0,0 0 0 0,-2-8 0 15,2 1 0-15,0-2 0 0,0-3 0 0,-2 2 0 16,2-3 0-16,-1 1 0 0,-1 2 0 0,-1 0 0 15,1 2-614-15,-1 1 231 0,1 0 169 0,-2 1 85 16,0 4-710-16</inkml:trace>
  <inkml:trace contextRef="#ctx0" brushRef="#br0" timeOffset="146573.88">17419 17393 2968 0,'-8'-6'0'0,"2"2"0"0,1-2 0 0,1 3 0 0,3 2 0 0,-1-2 0 0,2 2 0 0,0 1 0 0,3 0 0 0,15 0 0 0,9 5 202 0,11 4-79 0,3-4 236 0,2 0-159 16,4 1-121-16,-7 0-79 0,14-2 0 0,-9-1 0 16,-1 1 0-16,-7-2 0 0,0-1 0 0,-1 0 0 15,-4-1 0-15,-7 0-262 0,-3 0 53 16,-4 0 126-16,-4 0 72 0,-5 0-873 0,-3 0 420 16,-2 0 211-16,-2 0 106 0,-2 0-442 0</inkml:trace>
  <inkml:trace contextRef="#ctx0" brushRef="#br0" timeOffset="146852.79">17618 17616 2320 0,'-19'12'0'0,"2"0"0"0,6-5 0 0,-2 1 0 0,7-5 0 0,1 0 0 0,3-3 0 0,2 1 0 0,0 2 0 0,7-1 0 0,10 1 82 16,5-3 57-16,3 0-48 0,1 0-1 0,-5 0-37 15,3 0 50-15,-1 0-30 0,-2 0-1 0,-7-3 44 16,-2 3-37-16,-3 0 10 0,-3 0-47 0,-3 0 164 15,1 0-82-15,-2 0-41 0,-2 0 86 16,0 5-169-16,0 6 0 0,0 3 0 0,0 7 0 16,-4 3 0-16,2 4 0 0,1 5 0 15,-1 2 0-15,2 9 0 0,0-6 0 0,0 5 0 16,0-4 0-16,2-1 0 0,1 1 0 0,4 0 0 16,0-1 0-16,-2-4 0 0,1-2 0 0,-3-6-363 15,-1 6 166-15,0-12 39 0,0-1-428 0,-2-2 272 16,0-2 136-16,0-6 58 0</inkml:trace>
  <inkml:trace contextRef="#ctx0" brushRef="#br0" timeOffset="146866.84">17784 18384 422 0</inkml:trace>
  <inkml:trace contextRef="#ctx0" brushRef="#br0" timeOffset="147066.07">17377 18051 2870 0,'-26'-11'0'0,"8"1"0"0,7 9 0 0,4-2 0 0,5 1 0 0,1 0 0 0,1 0 0 15,0 2 0-15,10 0 0 0,15 0 0 0,7 0 206 0,12 0 225 0,2 4-195 0,7 2-86 16,0 0-112-16,-1-2-38 0,-1-1 0 16,-2-1 0-16,-2-2-210 0,-10 0 37 0,3 0 102 15,-4 0 57-15,-6 0-631 0,-7 0 304 0,-3 0 181 16,-7 0-360-16,-2 0 245 0,-4 0 116 0,-3 0 58 16,-2-5-331-16</inkml:trace>
  <inkml:trace contextRef="#ctx0" brushRef="#br0" timeOffset="147374.07">17501 16941 2238 0,'-7'-30'0'0,"7"13"0"0,0 6 0 0,0 0 0 0,15 0 0 0,7-2 0 0,5 6 0 0,5 4 0 0,1 3 0 0,7 0 0 0,0 3 141 16,-7 13-40-16,8 6-9 15,-14-2-111-15,-1 5 30 0,-5 1 1 0,-8 4 30 0,-10 0-183 0,-3 0 87 16,0-1 48-16,-18 1-71 16,-6-6 59-16,-5-1-6 0,-2-4 35 0,2-9 168 15,1 1-81-15,5-7-45 0,1-3 420 0,3-1-211 16,10 0-100-16,-1 0-64 0,5 0 185 0,3 0-269 16,2 0-14-16,0-1 0 0,11-2 0 0,15 2 0 15,2-4 0-15,14-1 0 0,-1 5 0 0,6-3 0 16,2 4 0-16,2 0 0 0,1 0-40 0,1 0-71 15,11 4-1073-15,-11 3 539 0,10 9 306 0</inkml:trace>
  <inkml:trace contextRef="#ctx0" brushRef="#br0" timeOffset="147822.46">19218 17535 2459 0,'-23'-15'0'0,"9"10"0"0,6 4 0 0,2-1 0 0,4 2 0 0,2-2 0 0,0 2 0 0,2-2 0 0,17 0 0 0,9-2 0 0,8-3 111 16,13 2-40-16,1-5 1 0,3 3 170 0,0-1-100 16,-8 1-40-16,11-2-121 0,-8 4 31 0,-6 1-1 15,-10 4 31-15,2-4-422 0,-11 4 222 0,0 0 95 16,-7 0-594-16,-5 0 282 0,-3 0 180 0,-4 4 11 16,-4 4-167-16,0 2 160 0</inkml:trace>
  <inkml:trace contextRef="#ctx0" brushRef="#br0" timeOffset="148104.13">19359 17658 1973 0,'-13'4'0'0,"5"0"0"0,3-3 0 0,1-1 0 0,4 0 0 0,0 0 0 0,8 0 0 0,14 0 0 0,7 0 0 0,3 0 0 0,3 0 213 16,4 0-75-16,9-2-53 0,-15-2-2 0,5 1-41 15,-5 0 0-15,-8 1 0 0,-3 0 20 0,-3 0-20 16,-10 2 0-16,1 0 0 0,-6 0 146 0,-2 0-73 15,-1 0-25-15,-1 0 103 0,0 0-75 16,0 0-38-16,-7 9 0 0,-3 0 181 16,1 9-261-16,0 5 0 0,3 1 0 0,0 6 0 15,2 4 0-15,3 1 0 0,1 3 0 0,0 7 0 16,0-5 0-16,3-7 0 0,5 4 0 0,0 0 0 16,1-1 0-16,-2-3 0 0,0-2-442 0,-2-2 36 15,-1-3 143-15,-3 2-183 0,1-7 191 0,-2-2 112 16,0-3 50-16,-2 2-509 0</inkml:trace>
  <inkml:trace contextRef="#ctx0" brushRef="#br0" timeOffset="148291.49">19275 18024 2999 0,'-18'-22'0'0,"13"11"0"0,5 5 0 0,0 2 0 0,0-3 0 0,9-1 0 0,14-2 0 15,7 3 0-15,3-1 0 0,5 3 0 0,9-1 113 0,-4 3 74 0,14-4-78 0,-5 5-33 16,0-2 0-16,-4 0-153 0,-1 0 60 0,-8-2 40 16,2 3-503-16,-5-3 261 0,-4 3 131 0,-2-1 65 15,-9 0-778-15,0-2 304 0,-7 2 232 0</inkml:trace>
  <inkml:trace contextRef="#ctx0" brushRef="#br0" timeOffset="148649.78">19299 17046 1736 0,'-6'-16'0'0,"4"11"0"0,2 4 0 0,2-3 0 0,11 4 0 0,10-5 0 0,3 2 0 0,4 0 0 0,0 2 0 0,2-2 0 0,1 3 85 15,2 0-1-15,-1 0-148 0,-4 0 48 16,-10 0 29-16,-6 4-170 0,-2-1 99 0,-6 3 50 0,-3 0 11 15,-3 3 7-15,0-2 32 0,-16 1 0 0,-3 2-85 16,1-3 329-16,0-2-135 16,9-1-66-16,-2 1-37 0,3-4 147 0,5 0-66 15,1 2-47-15,2-1 114 0,2 2-82 0,17 1-36 16,5 1-128-16,5 3 45 0,1 1 1 0,2 5 57 16,-2 1-148-16,-5 1 68 0,-8 1 35 0,-2-2 0 15,-5 2-102-15,-8-1 69 0,-2 4-17 0,-12-2 91 16,-13-3-56-16,-16 2 10 0,6-6-61 0,-13-2 475 15,2-2-190-15,0-5-101 0,9-3-13 16,-2 0-35-16,9 0 10 0,-4-1-46 16,13-2-645-16,8-4 317 0,4 0 161 0</inkml:trace>
  <inkml:trace contextRef="#ctx0" brushRef="#br0" timeOffset="156096.04">14961 11091 2136 0,'0'-5'3'0,"0"-3"1"0,0 3 1 0,0-1-1 0,0 3 1 0,0-3-1 0,0 5 0 0,0-1 0 0,0 1 0 0,0-1 0 0,0 2 112 0,0 0-32 0,0 0 123 15,0 0-77-15,0 0-25 0,2 0-12 0,1 0 47 16,3 0-43-16,3 0 1 0,3 2 201 0,2 1-111 16,5-2-72-16,6 2-35 0,2 0-81 15,0-3 0-15,6 0 0 0,-1 0 0 16,3 3 0-16,1-2 0 0,5 2 0 0,-2 0 0 15,5 1 0-15,4-3 0 0,5 3 0 0,10-1 0 16,3-3 0-16,19 0 0 0,-2 0 0 0,0-5 0 16,27-8 0-16,12-3 0 0,0 1 0 0,11-4 0 15,5 0 0-15,-12 4 0 0,31-4 0 0,-12 4 0 16,-9 2 0-16,-3 2 0 16,0 2 0-16,-15 3 0 0,22 2 0 0,-16 2 0 0,0 1 0 0,4 1 0 15,11 0 0-15,-9 0 0 16,27 0 0-16,-6 0 0 0,3-3 0 0,-2 2 0 15,-7-5 0-15,-19 3 0 0,19-6 0 0,-39 6 0 16,-1-1 0-16,-26 2 0 0,-4 0 0 0,-17 0 0 16,-8 1 0-16,-17 1 0 0,-8 0 0 0,-9 0 0 15,-4 0 0-15,-6 0 0 0,-5 0 0 0,-1 0 0 16,0 0 0-16,0 0 0 0,0 0 0 0,0-2 0 16,0 2 0-16,-1 0 0 0,-5 0 0 0,-6 0 0 15,-8 0 0-15,-13 23 0 0,-22 17 0 0</inkml:trace>
  <inkml:trace contextRef="#ctx0" brushRef="#br0" timeOffset="158149.51">26361 13245 1626 0,'-26'-39'0'0,"8"12"0"0,6 9 0 0,3 7 0 0,9 1 0 0,0 4 0 0,0 1 0 0,16-2 0 0,14 3 0 0,10-4 0 0,8 0 85 16,8-1 133-16,16 0-90 0,2 3-39 0,16 3 0 15,2 0 336-15,13 2-187 0,17-1-81 0,30 2-60 16,-1 0 351-16,32 0-198 0,5 0-169 0,19 8-81 16,13 0 0-16,43 8 0 0,-14-2 0 0,7 1 0 15,10 5 0-15,-4-2 0 0,-23-1 0 0,39 4 0 16,-64-4 0-16,4 3 0 0,-23-1 0 0,-20-2 0 16,-33-2 0-16,-10 0 0 0,-26-2 0 15,-4-1 0-15,-13 1 0 0,-11-2 0 16,-1-1 0-16,-7 1 0 0,-7-2 0 0,-14-4 0 15,-1 3 0-15,-13 0 0 0,-10-3 0 0,-5 1 0 16,-9-2 0-16,-5 1 0 0,-6 5 0 0,-6 4 0 16,-38 13 0-16,-25 18 0 0</inkml:trace>
  <inkml:trace contextRef="#ctx0" brushRef="#br1" timeOffset="162742.88">22185 15650 3663 0,'-12'0'0'0,"4"0"0"0,5 0 0 0,3 0 0 0,0 0 0 0,0 0 0 0,0 0 0 0,0 0 0 0,0 0 0 0,11 0 0 0,10 0 268 0,0 0-268 0,8-1 0 16,-1-1 0-16,4-4 0 0,0-1 0 15,1 3 0-15,-2 0 0 0,-1 1 0 16,-4-1 0-16,-1 1 0 0,-1 2 0 0,-4 1 0 16,-1 0 0-16,1 0 0 0,-8 0 0 0,1 0 0 15,-3 0 0-15,-3 0-554 0,1 0 91 0,-5 0 210 16,-1 0 94-16,1 0-262 0,-1 0 188 0,-2 8 95 15,0 3-551-15</inkml:trace>
  <inkml:trace contextRef="#ctx0" brushRef="#br1" timeOffset="162961.5">22266 16109 3931 0,'-7'0'0'0,"5"0"0"0,2 0 0 0,0 0 0 0,0 0 0 0,0 0 0 0,2-2 0 16,11-3 0-16,10-3 0 0,3 1 0 0,6 0 0 0,2 2 0 0,1 2 0 0,-1-1 0 0,2 3 0 0,-3 1 0 0,-1 0 0 0,0 0 0 16,-4 0 0-16,2 0 0 0,-7 1 0 0,0 3 0 15,-7-1 0-15,0 1 0 0,-7-3 0 16,0 3 0-16,-4-1 0 0,-2-3 0 16,-1 1-31-16,-2-1-250 0,0 1 107 0,0 3-667 15,0 1 398-15,-5-1 199 0</inkml:trace>
  <inkml:trace contextRef="#ctx0" brushRef="#br1" timeOffset="166174.04">23288 15005 1544 0,'-5'-10'0'0,"1"2"0"0,2 3 0 0,0-2 0 0,2 1 0 0,-1 0 0 0,1 3 0 0,0 1 0 0,0 0 0 0,0 0 0 0,0 0 104 0,0 2-32 0,0 0 103 0,3 4-67 15,4 9-24-15,3 7-10 0,0 6 158 0,-1 5-96 16,0 10-48-16,-1 5 75 0,-4 8-51 0,1 13-41 16,-3 3 0-16,0 7 194 15,-2 16-112-15,0-3-56 0,0-8 146 0,0 18-107 16,0-7-133-16,-2-3-3 0,0-1 0 0,0-14 0 16,1-8 0-16,-1 14 0 0,2-15 0 0,0-12 0 15,-2 3 0-15,2-2 0 0,0-14 0 0,0 9 0 16,0-12 0-16,0-3 0 0,0-2 0 0,0-6 0 15,2-6 0-15,1-2 0 0,1-4 0 0,1-6 0 16,-1-2 0-16,-2-2 0 0,2-3 0 0,-1 0 0 16,0-2 0-16,1 0 0 0,1 0 0 15,4-9-48-15,3-6-392 0,4-7 205 16,9-6 97-16</inkml:trace>
  <inkml:trace contextRef="#ctx0" brushRef="#br1" timeOffset="168843.1">24239 15301 1807 0,'0'-7'0'0,"0"1"0"0,-2 1 0 0,0-1 0 0,-2-1 0 0,3 1 0 0,-3 3 0 0,-1-3 0 0,2 1 0 0,-1 2 0 0,-1-1 142 0,1 2-51 0,-2 0-16 0,-1 1-9 16,-1-1 116-16,-1 2-71 0,-2 0-35 0,-1 3 120 16,-3 13-68-16,-2 5-49 0,-7 8 0 0,5 7 119 15,-5 5-78-15,-1 8-40 0,-3 3 216 0,-4 11-132 16,5-7-123-16,2 2-41 0,2 1 0 0,0-2 0 15,9-6 0-15,-2 4 0 0,5-3 0 0,6-3 0 16,5-3 0-16,0-8 0 16,0-3 0-16,4-3 0 0,8-1 0 0,6-5 0 15,0-2 0-15,3-8 0 0,-2-3 0 0,6 0 0 16,0-7 0-16,2-4 0 0,-6-2 0 0,5 0 0 16,-8-2 0-16,7-15 0 0,-6 0 0 0,-5-6 0 15,-1-3 0-15,-1 0 0 0,-6-3 0 0,-5-2 0 16,1-1 0-16,-2 0 0 0,0 1 0 0,-11 1 0 15,-1 9 0-15,-4-5 0 0,1 6 0 0,0 5 0 16,-2 3 0-16,-2 2 0 0,4 4 0 0,-1 3 0 16,2 1 0-16,1 0 0 15,4 2 0-15,1 0 0 0,0 0 0 0,5 0 0 16,-2 2 0-16,3 1 0 0,2 1 0 0,0 2 0 16,0-1-132-16,0 0-323 0,0 4 207 0,0 0 104 15,2-3-720-15,10-1 412 0,9-4 196 0</inkml:trace>
  <inkml:trace contextRef="#ctx0" brushRef="#br1" timeOffset="169177.05">24853 15416 2758 0,'0'-5'0'0,"-2"2"0"0,2 2 0 16,-2-1 0-16,0 2 0 0,1 0 0 0,-3 0 0 0,2 0 0 0,-2 0 0 0,0 0 0 0,-2 7 193 0,-3 8-77 0,-3 8 233 0,-4 8-154 15,-5 4-79-15,-3 4 88 0,0 5-204 16,-4 0 0-16,-2 3 0 0,-2 0 0 0,0-3 0 15,-2 2 0-15,2-1 0 0,0-1 0 0,2-2 0 0,2-1 0 16,0-6 0-16,5-2 0 16,-2-5 0-16,5-1 0 0,5-9-5 0,0-3-136 15,3-5 76-15,5-5-689 0,0 0 363 0,3-5 176 16,1 0-497-16</inkml:trace>
  <inkml:trace contextRef="#ctx0" brushRef="#br1" timeOffset="169358.54">24384 15602 3238 0,'1'-13'0'0,"1"3"0"0,0 5 0 0,0 3 0 0,-2 2 0 0,0 0 0 0,2 0 0 0,1 2 0 0,9 8 0 0,3 6 0 0,4 0 211 0,1 7-86 15,4 2 232-15,1 1-357 0,5 9 0 0,-3-6 0 16,-1 1 0-16,-4-2 0 0,3 2 0 0,-3 0 0 16,0 0 0-16,-3-3 0 0,-1 1 0 0,-4-4 0 15,0-1 0-15,-2-1 0 0,-2-1-737 0,-2-4 282 16,1-2 167-16,-3-7 124 0,7-1-655 0</inkml:trace>
  <inkml:trace contextRef="#ctx0" brushRef="#br1" timeOffset="169532.79">24988 15694 3931 0,'0'-1'0'0,"2"1"0"0,-2 0 0 0,1 0 0 0,2 0 0 0,6 0 0 0,4 0 0 0,8-3 0 0,5 1 0 0,6 0 0 0,2 0 0 0,3 1 0 0,1-1 0 15,2 0 0-15,-3 0 0 0,1 0 0 0,-3 2 0 16,-1 0 0-16,-2 0 0 0,-8 0-33 16,-1 0-1019-16,-4 0 531 0,-1 4 129 15</inkml:trace>
  <inkml:trace contextRef="#ctx0" brushRef="#br1" timeOffset="169838.26">25159 15857 3730 0,'-26'8'0'0,"-1"-1"0"0,4 1 0 0,12-5 0 0,1 0 0 0,4-2 0 0,4-1 0 0,2 2 0 0,2 2 0 0,14-2 0 0,11 2 150 0,3-2-99 15,4-2-51-15,1 0 0 0,3 0 0 0,-2 0 0 16,-2 0 0-16,-2 0 0 0,-8 0 0 0,-2 0 0 16,-3 0 0-16,-8 0 0 0,1 0 0 0,-6 0 0 15,-3 0 0-15,-1 0 0 0,0 0 0 0,-2 0 0 16,0 0 0-16,0 0 0 15,0 0 0-15,0 1 0 0,0 4 0 0,0 7 0 0,0 3 0 0,0 6 0 16,0 3 0-16,0 4 0 16,0 3 0-16,1 0 0 0,4 5 0 0,2 0 0 15,-1-1 0-15,-1 1 0 0,1 2 0 0,-2-1 0 16,1-1 0-16,-1-2 0 0,-3 0 0 0,2-2-243 16,-1-4 38-16,0-5 83 0,0-2-299 0,-2-3 180 15,0-6 106-15,0 0-667 0</inkml:trace>
  <inkml:trace contextRef="#ctx0" brushRef="#br1" timeOffset="170022.12">25074 16238 3843 0,'-16'3'0'0,"4"-3"0"0,3 3 0 0,4-1 0 0,3 0 0 0,2-2 0 0,3 2 0 0,22-1 0 0,9 2 0 0,3-3 0 0,14 0 88 0,1 0-88 0,3 0 0 16,3-3 0-16,0 0 0 0,-3-4 0 0,-5 0 0 0,-2 0 0 15,-6 2-180-15,-8-1 71 0,-1 5 75 16,-8-3-361-16,0 2 209 0,-6-2-65 0,-2 0-661 16,-2-3 436-16</inkml:trace>
  <inkml:trace contextRef="#ctx0" brushRef="#br1" timeOffset="170329.58">25832 14637 3359 0,'-21'-11'0'0,"6"8"0"0,0 3 0 0,-6 0 0 0,-5 17 0 0,-6 9 0 0,-6 15 0 0,-5 12 0 0,-8 25 0 0,10-1 0 0,4 3 278 0,10-9-120 16,1 9-50-16,8-3-80 0,11-10-28 0,7-12 0 16,0-3 0-16,8-5 0 0,10-13 0 0,4-4-37 15,-1-5 31-15,-1-10-310 0,0-6 177 0,-1-7 93 16,-2-2 60-16,-4 0-305 0,-3-11 143 0,-1-15-13 15,-3-3 370-15,-5-3-135 0,-1-3-65 16,0 1-19-16,-1-2 149 0,-10 6-77 16,-3 5-46-16,-1 8 357 0,-2 3-133 0,-3 5-222 15,1 4-18-15,0 4 0 0,0 1 0 0,4 1 0 16,2 13-20-16,0 4-190 0,7 7 124 0,6-1 62 16,0 5-956-16,0 5 471 0,6-3 226 0,16-1 127 15</inkml:trace>
  <inkml:trace contextRef="#ctx0" brushRef="#br1" timeOffset="170551.76">25912 15722 3402 0,'-11'0'0'0,"8"0"0"0,2 0 0 0,1 0 0 0,0 0 0 0,0 0 0 0,4 0 0 0,13 0 0 0,5 0 0 0,6 0 0 0,2 0 180 0,8 0 46 0,0 0-103 16,-1 0-123-16,-1 0 0 0,-1 0-92 16,-1 0-30-16,-6 0 81 0,-6 0 50 0,2 0-265 15,-6 0 148-15,-4 3 74 0,-3-2-795 0,-4 3 409 16,1-3 107-16</inkml:trace>
  <inkml:trace contextRef="#ctx0" brushRef="#br1" timeOffset="170717.21">26206 15313 3931 0,'-6'-6'0'0,"-2"4"0"0,2 1 0 0,1 1 0 0,-1 0 0 0,-1 15 0 0,0 7 0 0,6 9 0 0,-1 9 0 0,0 4 0 0,2 4 0 16,0 7 0-16,0 1 0 0,0 2 0 0,0 0 0 16,0 11 0-16,0-13 0 0,0 17 0 15,-7-1 0-15,-1 2-201 0,-3 6-279 0</inkml:trace>
  <inkml:trace contextRef="#ctx0" brushRef="#br1" timeOffset="171384.12">26761 15641 2132 0,'-15'-15'0'0,"7"2"0"0,1 2 0 0,3-1 0 16,1 1 0-16,3 1 0 0,0 1 0 0,0-2 0 0,0 4 0 0,12-1 0 0,6 3 219 0,4 1-79 0,3 2-54 0,3 2 5 0,-3 0-50 15,4 8 1-15,-6 7 0 0,-5 2-34 0,2 4-10 16,-8 7 44-16,-4-2 0 0,-6 6-176 0,-2-1 89 15,-5 4 53-15,-16 4-115 0,-6-3 70 16,-3-3-20-16,-5-2 35 0,-1-4 223 16,4-7-93-16,-7 0-70 0,4-4 458 0,0-2-225 15,3-3-117-15,9-3-56 0,3 0-22 0,8-5-76 16,3 1 0-16,3-4 0 0,5 1 0 0,1 1 0 16,1 1 0-16,18 0 0 0,6 1 0 0,7-1 0 15,7-3 0-15,3 0 0 0,-7 0 0 0,12 0 0 16,-6 0 0-16,-6 0 0 0,3-3 0 0,0 1-6 15,-3 0-850-15,-3 0 412 16,1 1 199-16,-1-2 101 0,-2 0-300 0</inkml:trace>
  <inkml:trace contextRef="#ctx0" brushRef="#br1" timeOffset="171571.74">27497 15563 3010 0,'4'-14'0'0,"2"4"0"0,-6 5 0 0,2 2 0 0,-2 1 0 0,0 2 0 0,-7 0 0 0,-5 5 0 0,-3 16 0 0,-8 8 0 0,1 6 232 16,-4 2 369-16,-3 8-513 0,-1 0-88 0,-3 6 0 16,3-2 0-16,-5 7 0 0,8-10 0 0,-2 3 0 15,1-5 0-15,4-6 0 0,-1 5 0 0,8-15-643 16,-2 1 296-16,8-13 194 0,1-5-41 0,3-1-384 16,1-10 275-16,6 0 131 0</inkml:trace>
  <inkml:trace contextRef="#ctx0" brushRef="#br1" timeOffset="171730.73">27167 15604 2728 0,'2'-20'0'0,"1"8"0"0,1 0 0 0,2 7 0 0,-1 4 0 0,5 1 0 0,1 5 0 0,5 13 0 0,6 4 0 0,0 5 0 16,2 9 810-16,1 2-417 0,-2 1-393 0,-1 2 0 0,0 3 0 0,-2-7 0 16,3 12 0-16,-3-8 0 0,2-1 0 0,-1-5 0 15,-4-5-526-15,5 1 115 0,-2-5 221 0,-4-5 115 16,-3-5-513-16,4-5 195 0</inkml:trace>
  <inkml:trace contextRef="#ctx0" brushRef="#br1" timeOffset="171893.61">27703 15700 3332 0,'1'-7'0'0,"3"0"0"0,2 5 0 0,2 1 0 0,5-1 0 0,1 0 0 0,9 2 0 0,7 0 0 0,2 0 0 0,-1 0 0 0,3 0 302 0,2 0-131 0,1 0-57 15,2 0-176-15,-4 0 51 0,3 0 24 16,-5 4-687-16,-1-1 356 0,-4 1 188 0,-2 0 80 16,3 3-983-16</inkml:trace>
  <inkml:trace contextRef="#ctx0" brushRef="#br1" timeOffset="172175.83">27760 15877 3110 0,'-20'5'0'0,"6"-1"0"0,2-1 0 0,3-3 0 0,7 0 0 0,2 2 0 0,0 2 0 0,7 0 0 0,12 1 0 0,12 3 0 0,7-2 244 0,3-2-103 0,2-4-50 0,0 0 25 15,-8 0-28-15,4 0-11 0,-4 0-173 0,-10 0 67 16,1 0 34-16,-8 0 0 0,-6 0 84 0,-2 0-51 16,-5 0 1-16,-3 0-26 0,1 1-13 0,-2 1 0 15,-1 2 0-15,0 1 0 0,0 3 0 0,-1 4 0 16,-4 2 0-16,0 9 0 15,3 3 0-15,-1 4 0 0,2 3 0 0,1 4 0 16,0 1 0-16,0 7 0 0,0-11 0 0,4 13 0 16,-2-3 0-16,5-1 0 0,-1 2 0 0,-2 2 0 15,-2-3 0-15,-1 6-531 0,-1-14 235 0,0-1 128 16,0-10-762-16</inkml:trace>
  <inkml:trace contextRef="#ctx0" brushRef="#br1" timeOffset="172354.84">27726 16215 3693 0,'-21'-4'0'0,"15"2"0"0,4-1 0 0,2 3 0 0,0 0 0 0,0 0 0 0,6 0 0 0,12 3 0 0,6 3 0 0,8-1 0 0,11 1 238 0,6-1-238 0,4-2 0 0,2-3 0 16,4 0 0-16,-1 0 0 0,-2 0 0 0,1 0 0 15,-4-1-92-15,-4-5-11 0,-2-3-379 0,-3 2 261 16,-10-3 131-16,5-1-7 0</inkml:trace>
  <inkml:trace contextRef="#ctx0" brushRef="#br1" timeOffset="172657.23">27775 14920 2666 0,'-10'-20'0'0,"10"17"0"0,0 2 0 0,5 1 0 0,10 0 0 0,7 1 0 0,5 9 0 0,4 4 0 0,4 2 0 0,5 3 0 0,1 0 163 16,7 6-62-16,-4 1-9 0,-2 0-54 0,-8 3 0 16,-10-8 0-16,-3 6-321 0,-8-1 160 0,-10-6 90 15,-3 10 31-15,-5-5-191 0,-21 3 104 0,-8-3 53 16,-5-3 200-16,3-6-76 0,-12 2-86 0,14-8-12 16,-2-1 507-16,12-6-240 0,-1 1-102 0,12 0-60 15,3-4 211-15,5 0-306 0,2 0 0 0,3 0 0 16,10 3 0-16,17 0 0 0,8 1 0 0,4-2 0 15,7 1 0-15,5-3 0 0,1 2 0 16,1-1 0-16,0 1 0 0,-3 2 0 16,-1 0-865-16,4 1 401 0,-3 4 193 0,5 0 121 15</inkml:trace>
  <inkml:trace contextRef="#ctx0" brushRef="#br1" timeOffset="172897.9">28654 15780 3494 0,'-2'-1'0'0,"2"1"0"0,0 0 0 0,0 0 0 0,7 0 0 0,7 0 0 16,6 0 0-16,8 0 0 0,2 0 0 0,7 0 0 0,6 0 179 0,-4 0 7 0,12 0-114 15,-6 0-72-15,2 0 0 0,-1 1-189 0,-11 0 24 16,4 4 110-16,-6-1 41 0,-3-3-682 0,-8 3 367 16,-2-4 182-16,-7 0-852 0</inkml:trace>
  <inkml:trace contextRef="#ctx0" brushRef="#br1" timeOffset="173051.33">28990 15326 3275 0,'-7'-7'0'0,"2"4"0"0,5 3 0 0,0 0 0 0,-2 0 0 0,2 12 0 0,0 14 0 0,0 12 0 0,0 8 0 0,0 17 0 0,0 2 427 0,0 3-198 0,-5-2-229 0,0 15 0 15,1-3 0-15,0 1 0 0,-1 5 0 0,-2-4-650 16,-3 13 252-16</inkml:trace>
  <inkml:trace contextRef="#ctx0" brushRef="#br1" timeOffset="173764.84">29358 15523 1822 0,'-14'-11'0'0,"3"6"0"0,6 2 0 0,3 1 0 0,2 1 0 0,0-1 0 16,0 0 0-16,13-2 0 0,15 4 0 0,4 0 0 0,3 0 94 0,7 0-34 0,-9 1 0 0,2 9-24 0,-3-1-51 0,-12 1 25 16,2 4 9-16,-9-2-100 0,-6 2 58 0,-7 0 30 15,0 6-1-15,-12-1 54 0,-8 4-11 0,-6 0-21 16,0-1 317-16,0-1-154 0,7-4-78 15,3-2-38-15,4-3 217 0,6-1-132 0,2 1-62 16,4-3-29-16,4 4 1 0,17-2-34 16,7 0 9-16,10 4-132 0,1-2 61 0,4 2 32 15,-3 1-1-15,-6-4-106 0,-1 3 78 0,-5-1 25 16,-8 1-124-16,-5 0 73 0,-5 0-10 0,-8 0 34 16,-2 2 90-16,-2 3-33 0,-18 1-36 0,-12 5 236 15,-3-2-107-15,-8 1-58 0,-4 0-8 0,3-5-53 16,3-1 47-16,8-6-27 0,0-4 35 0,10-3 0 15,6-2-60-15,0-4-1 16,9 0-1047-16,8-3 460 0,1-15 273 0,38-16 139 0</inkml:trace>
  <inkml:trace contextRef="#ctx0" brushRef="#br1" timeOffset="173935.15">30327 15489 3297 0,'0'0'0'0,"0"0"0"0,-5 12 0 0,-17 9 0 0,-6 3 0 0,-2 9 0 0,-6 13 0 0,4-3 0 0,-13 15 0 0,7-3 0 0,1 2 185 0,3 2-75 0,6-8 22 16,-2 13-53-16,5-17 0 0,1 3-201 0,3-4 79 15,2-1 40-15,7-14 8 0,0 3-554 0,5-12 293 16,2-2 146-16,2-7-783 0</inkml:trace>
  <inkml:trace contextRef="#ctx0" brushRef="#br1" timeOffset="174097.08">29934 15582 3294 0,'5'-13'0'0,"0"3"0"0,-3 6 0 0,3 3 0 0,-4 1 0 0,3 3 0 0,4 12 0 0,6 7 0 0,2 4 0 0,-1 10 0 0,5 3 198 16,-2 3 222-16,2 2-401 0,-1 2-19 0,0-5 0 16,3 9 0-16,-2-7 0 0,2-2 0 0,0-4 0 15,1-1-255-15,0-6-48 0,4-4 165 0,3-2-925 16</inkml:trace>
  <inkml:trace contextRef="#ctx0" brushRef="#br1" timeOffset="174259.47">30437 15634 3332 0,'-12'-19'0'0,"9"13"0"0,3 2 0 0,0 1 0 0,0 0 0 0,3 1 0 0,6-2 0 0,7 1 0 0,1 2 0 0,10 1 0 0,4 0 176 0,3 0-86 15,1 0-27-15,5 1 9 0,-2 8-35 0,-3-3-320 16,0 4 160-16,0 0 80 0,-5-1-756 0</inkml:trace>
  <inkml:trace contextRef="#ctx0" brushRef="#br1" timeOffset="174556.69">30422 15831 2729 0,'-15'-4'0'0,"7"3"0"0,6-1 0 0,2 2 0 0,0 0 0 0,0 0 0 0,0 0 0 0,0 0 0 0,10 0 0 0,12 0 0 0,6 7 132 16,6-1-48-16,7-1 26 0,-1 1-37 0,-5-2 0 15,0 1-28-15,-2-1-80 0,-10 2 36 0,-4-1-1 16,-1-2-44-16,-7-1 40 0,-2 3 9 0,-6-1 30 16,-1-3 107-16,0 1-54 0,-2 0-25 0,0 0 290 15,0 2-272-15,0 1-81 0,-4 5 0 0,1 1 0 16,-3 3 0-16,2 4 0 0,-1 8 0 15,4 5 0-15,1 4 0 0,0 6 0 16,0 1 0-16,0 1 0 0,1-5 0 0,6 10 0 16,3-6 0-16,-2-1 0 0,2 0 0 0,-6-7 0 15,5 5 0-15,-3-2-116 0,-1-6 42 0,-4-1-704 16,1-8 372-16,1-3 184 0</inkml:trace>
  <inkml:trace contextRef="#ctx0" brushRef="#br1" timeOffset="174589.78">30809 16624 358 0</inkml:trace>
  <inkml:trace contextRef="#ctx0" brushRef="#br1" timeOffset="174743.26">30319 16095 3447 0,'-19'-7'0'0,"7"6"0"0,5-2 0 0,0 3 0 0,5 0 0 0,2 0 0 0,0 0 0 0,18 0 0 0,8 0 0 0,10 9 0 0,11 0 97 16,6-2-31-16,12 3 255 0,-2-4-321 0,-9-5 0 15,7 3 0-15,-1 0 0 0,-6-4 0 0,4 0 0 16,-7 3-661-16,-9-3 323 15,8 0 182-15,-15 0 96 0</inkml:trace>
  <inkml:trace contextRef="#ctx0" brushRef="#br1" timeOffset="175104.06">30407 14913 2746 0,'-15'-27'0'0,"13"20"0"0,2 5 0 0,0 1 0 0,0-2 0 0,0 1 0 0,11 1 0 0,5 1 0 0,9 0 0 0,2 0 0 0,14 1 80 16,-1 9 62-16,2 0-52 0,-1 6-26 0,-11-2-253 15,2 4 109-15,-8 1 59 0,-9-2 29 0,-3 1-252 16,-9 1 139-16,-3 0 77 0,0 4 26 0,-17-4-104 16,-10 1 56-16,-8 0 28 0,5-4 190 0,-3-1-139 15,6-2-23-15,8-6-46 16,5-2 551-16,4 1-234 0,2-2-131 0,6 0 143 15,2 0-131-15,2 4-60 0,26 1-92 0,7 2-6 16,7 3 0-16,5 0 0 0,0 1 0 0,-3 0 0 16,-9-2 0-16,0 5 0 0,-15-6 0 0,0 2 0 15,-10-1 0-15,-7-2 0 0,-3 1 0 0,-5 3 0 16,-20-1 0-16,-10 2 0 0,-7 2 0 0,-4-1 0 16,-1-2 0-16,-1 0 0 0,13-5 0 0,-3 1-34 15,14-4 4-15,-1 2-785 0,9 0 389 16,6 0 195-16,10 2-335 0</inkml:trace>
  <inkml:trace contextRef="#ctx0" brushRef="#br1" timeOffset="175333.08">31470 14686 3169 0,'-23'-25'0'0,"11"19"0"0,8 6 0 0,-2 0 0 0,1 4 0 0,-2 19 0 0,-5 15 0 0,-6 23 0 0,-1 19 0 0,-4 40 0 0,4 8 146 0,-1 17-56 0,8 9-26 0,0 4 209 16,3 2-110-16,0 1-137 0,-3 25-26 0,4-9-174 16,-2 6 37-16,2 13 87 0,-2-15-762 15,-4 52 419-15</inkml:trace>
  <inkml:trace contextRef="#ctx0" brushRef="#br1" timeOffset="176600.22">31891 15654 2951 0,'-15'-13'-2'0,"9"6"0"0,6 7 2 0,0-2 0 0,0 2 0 0,3-2 0 0,9-2 0 0,-1 1 0 0,1-1 0 0,4 0 0 0,1 1 78 0,3-2 317 16,5 3-177-16,2 1-89 0,3-1-150 0,0 0 31 16,-2 1 10-16,4-1 21 0,-2 2-432 0,-5 0 217 15,-2 0 107-15,0 0-323 0,-2 0 225 16,-5 5 29-16,-1 6 76 0</inkml:trace>
  <inkml:trace contextRef="#ctx0" brushRef="#br1" timeOffset="176766.7">31968 15958 3096 0,'-15'-10'0'0,"8"8"0"0,7 2 0 0,0 0 0 0,2 0 0 0,4 0 0 0,6 0 0 0,2 0 0 0,6-2 0 0,1 2 0 0,7-2 120 0,9 0-40 0,2 2 0 0,2-2-39 15,2 1-135-15,-6-2 77 0,13 2 24 0,-7-1-1 16,-8-2-360-16,4 2 197 0,2-1 99 0,-1-6 59 16</inkml:trace>
  <inkml:trace contextRef="#ctx0" brushRef="#br1" timeOffset="177202.81">32739 15261 3089 0,'-20'-27'0'0,"8"18"0"0,9 3 0 0,3 2 0 0,0-1 0 0,0 0 0 0,0 4 0 0,0-1 0 0,0 0 0 0,3 2 0 16,9 0 107-16,6 0-35 0,6 0 43 0,4 5-28 16,2 3-10-16,1-1-39 0,1-1-61 0,0 0 31 0,-1 0-1 15,-6-5-52-15,5 3 36 16,-9-2 1-16,0-2 46 0,-4 0-58 0,-4 0 29 15,-4 0-11-15,-4 0 100 0,-2 0-31 0,0 0-45 16,0 0-28-16,-3 0 216 0,0-2-210 0,0 0 0 16,0-1 0-16,-6-1 0 0,1 0 0 0,2 0 0 15,1 3 0-15,0-1 0 0,1-1 0 0,-1 3 0 16,2 0 0-16,-2 0 0 0,2 6 0 0,0 11 0 16,0 10 0-16,0 7 0 0,0 7 0 0,0 7 0 15,-3 6 0-15,3 11 0 0,-4-3 0 0,-3-2 0 16,3 6 0-16,-1-6 0 15,0-5 0-15,0 5 0 0,1-2 0 0,-3-4 0 16,3-2 0-16,-1-3 0 0,2-9 0 0,-1 0 0 16,-1-7 0-16,0-5 0 0,3-7 0 0,-2-4 0 15,0-6 0-15,3-3-83 0,-1-4-346 0,-1-3 195 16,-4-1 98-16,2 0 39 0,-3-4-190 0,1-11 123 16,0-9 64-16,0-6 30 0,6-9-643 0</inkml:trace>
  <inkml:trace contextRef="#ctx0" brushRef="#br1" timeOffset="177390.87">32709 15704 3394 0,'-21'-6'0'0,"9"3"0"0,3 2 0 0,0 0 0 0,4 1 0 0,1-3 0 0,4 3 0 0,0 0 0 0,2 0 0 16,21 0 0-16,5 5 178 0,9 4 181 0,5 0-359 15,4-2 0-15,6 3 0 0,0-3 0 0,1 2 0 16,0-1 0-16,-4-2 0 0,-1 0 0 0,-10 0 0 15,-1-3 0-15,-2 2 0 0,-5-1 0 0,-2-2 0 16,-8-1 0-16,-5-1-1026 0,2 3 478 0,-7-2 255 16</inkml:trace>
  <inkml:trace contextRef="#ctx0" brushRef="#br1" timeOffset="177572.54">33420 16456 385 0,'-28'-2'0'0,"25"2"0"0,3 0 0 0,0 0 0 0,0 0 0 0,0 0 1549 0,0 0-795 0,5 0-405 0,-2 13-1130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TITLE</a:t>
            </a:r>
            <a:r>
              <a:rPr kumimoji="1" lang="zh-CN" altLang="en-US"/>
              <a:t> </a:t>
            </a:r>
            <a:r>
              <a:rPr kumimoji="1" lang="en-US" altLang="zh-CN"/>
              <a:t>HERE</a:t>
            </a:r>
            <a:endParaRPr kumimoji="1"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24C36-A057-41D2-8CF8-43459F331E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2991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customXml" Target="../ink/ink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customXml" Target="../ink/ink4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customXml" Target="../ink/ink6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customXml" Target="../ink/ink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customXml" Target="../ink/ink8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customXml" Target="../ink/ink10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customXml" Target="../ink/ink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customXml" Target="../ink/ink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customXml" Target="../ink/ink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customXml" Target="../ink/ink14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customXml" Target="../ink/ink15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customXml" Target="../ink/ink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7" Type="http://schemas.openxmlformats.org/officeDocument/2006/relationships/image" Target="../media/image62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5" Type="http://schemas.openxmlformats.org/officeDocument/2006/relationships/image" Target="../media/image550.png"/><Relationship Id="rId4" Type="http://schemas.openxmlformats.org/officeDocument/2006/relationships/image" Target="../media/image5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customXml" Target="../ink/ink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customXml" Target="../ink/ink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65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.xml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customXml" Target="../ink/ink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customXml" Target="../ink/ink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customXml" Target="../ink/ink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customXml" Target="../ink/ink2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customXml" Target="../ink/ink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customXml" Target="../ink/ink2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4.png"/><Relationship Id="rId5" Type="http://schemas.openxmlformats.org/officeDocument/2006/relationships/image" Target="../media/image79.png"/><Relationship Id="rId10" Type="http://schemas.openxmlformats.org/officeDocument/2006/relationships/customXml" Target="../ink/ink29.xml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customXml" Target="../ink/ink30.xml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customXml" Target="../ink/ink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customXml" Target="../ink/ink3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向量代数与</a:t>
            </a:r>
            <a:endParaRPr lang="en-US" altLang="zh-CN">
              <a:solidFill>
                <a:srgbClr val="777671"/>
              </a:solidFill>
            </a:endParaRPr>
          </a:p>
          <a:p>
            <a:r>
              <a:rPr lang="zh-CN" altLang="en-US">
                <a:solidFill>
                  <a:srgbClr val="777671"/>
                </a:solidFill>
              </a:rPr>
              <a:t>空间解析几何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3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回顾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150050"/>
            <a:ext cx="11007703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平面曲线的弧长；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向量及其运算：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向量的概念；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向量的线性运算；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空间直角坐标系；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利用坐标作向量线性运算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04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7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定积分的几何应用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5662F24-7242-46DE-A98F-C03E9897C3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:a16="http://schemas.microsoft.com/office/drawing/2014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:a16="http://schemas.microsoft.com/office/drawing/2014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:a16="http://schemas.microsoft.com/office/drawing/2014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:a16="http://schemas.microsoft.com/office/drawing/2014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直角坐标情形</a:t>
                          </a:r>
                          <a:endParaRPr lang="en-US" altLang="zh-CN" sz="20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参数方程情形</a:t>
                          </a:r>
                          <a:endParaRPr lang="en-US" altLang="zh-CN" sz="20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</a:rPr>
                                          <m:t>&amp;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zh-CN" altLang="en-US" sz="2000" b="1" i="1" smtClean="0">
                                            <a:latin typeface="Cambria Math" panose="02040503050406030204" pitchFamily="18" charset="0"/>
                                          </a:rPr>
                                          <m:t>𝝍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</m:e>
                                    </m:eqAr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∈[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极坐标情形</a:t>
                          </a:r>
                          <a:endParaRPr lang="en-US" altLang="zh-CN" sz="20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000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d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平面图形的</a:t>
                          </a:r>
                          <a:endParaRPr lang="en-US" altLang="zh-CN" sz="2000" b="1" kern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面积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</m:t>
                              </m:r>
                            </m:oMath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𝝍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𝑨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 dirty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（切片法）</a:t>
                          </a:r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𝒇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𝝍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𝒕</m:t>
                                        </m:r>
                                      </m:e>
                                    </m:d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𝝋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′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7110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（薄壳法）</a:t>
                          </a:r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  <m:r>
                                  <a:rPr lang="zh-CN" altLang="en-US" sz="20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𝝅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|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𝒇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)|</m:t>
                                    </m:r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05288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旋转体的体积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zh-CN" altLang="en-US" sz="2000" b="1" kern="0" dirty="0" smtClean="0">
                                      <a:solidFill>
                                        <a:srgbClr val="676661"/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极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（极坐标）</a:t>
                          </a:r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000" b="1" kern="0" dirty="0">
                                        <a:solidFill>
                                          <a:srgbClr val="676661"/>
                                        </a:solidFill>
                                        <a:latin typeface="微软雅黑" panose="020B0503020204020204" pitchFamily="34" charset="-122"/>
                                        <a:ea typeface="微软雅黑" panose="020B0503020204020204" pitchFamily="34" charset="-122"/>
                                      </a:rPr>
                                      <m:t>极</m:t>
                                    </m:r>
                                  </m:sub>
                                </m:sSub>
                                <m:r>
                                  <a:rPr lang="en-US" altLang="zh-CN" sz="20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𝝅</m:t>
                                    </m:r>
                                  </m:num>
                                  <m:den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den>
                                </m:f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𝒓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)</m:t>
                                    </m:r>
                                    <m:func>
                                      <m:func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zh-CN" altLang="en-US" sz="2000" b="0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</m:e>
                                    </m:func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1743633"/>
                      </a:ext>
                    </a:extLst>
                  </a:tr>
                  <a:tr h="7510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平面曲线</a:t>
                          </a:r>
                          <a:endParaRPr lang="en-US" altLang="zh-CN" sz="2000" b="1" kern="0">
                            <a:solidFill>
                              <a:srgbClr val="67666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b="1" kern="0">
                              <a:solidFill>
                                <a:srgbClr val="67666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的弧长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𝒍</m:t>
                              </m:r>
                            </m:oMath>
                          </a14:m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𝒇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/>
                                                <a:ea typeface="微软雅黑" panose="020B0503020204020204" pitchFamily="34" charset="-122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/>
                                            <a:ea typeface="微软雅黑" panose="020B0503020204020204" pitchFamily="34" charset="-122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𝒅𝒙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 b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  <m:sup>
                                    <m:sSub>
                                      <m:sSubPr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𝝋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zh-CN" altLang="en-US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𝝍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en-US" altLang="zh-CN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𝒍</m:t>
                                </m:r>
                                <m:r>
                                  <a:rPr lang="en-US" altLang="zh-CN" sz="20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𝜶</m:t>
                                    </m:r>
                                  </m:sub>
                                  <m:sup>
                                    <m:r>
                                      <a:rPr lang="zh-CN" altLang="en-US" sz="20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𝜷</m:t>
                                    </m:r>
                                  </m:sup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altLang="en-US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𝜽</m:t>
                                            </m:r>
                                          </m:e>
                                        </m:d>
                                        <m:r>
                                          <a:rPr lang="en-US" altLang="zh-CN" sz="20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1" i="1" kern="0" smtClea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  <m:r>
                                              <a:rPr lang="en-US" altLang="zh-CN" sz="2000" b="1" i="1" kern="0">
                                                <a:solidFill>
                                                  <a:srgbClr val="67666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(</m:t>
                                        </m:r>
                                        <m:r>
                                          <a:rPr lang="zh-CN" altLang="en-US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𝜽</m:t>
                                        </m:r>
                                        <m:r>
                                          <a:rPr lang="en-US" altLang="zh-CN" sz="20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  <m:r>
                                      <a:rPr lang="en-US" altLang="zh-CN" sz="2000" b="1" i="1" kern="0" dirty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</m:t>
                                    </m:r>
                                    <m:r>
                                      <a:rPr lang="zh-CN" altLang="en-US" sz="20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𝜽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zh-CN" altLang="en-US" sz="200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D5662F24-7242-46DE-A98F-C03E9897C33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5254" y="939871"/>
              <a:ext cx="11310716" cy="5422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0249">
                      <a:extLst>
                        <a:ext uri="{9D8B030D-6E8A-4147-A177-3AD203B41FA5}">
                          <a16:colId xmlns:a16="http://schemas.microsoft.com/office/drawing/2014/main" val="2691727100"/>
                        </a:ext>
                      </a:extLst>
                    </a:gridCol>
                    <a:gridCol w="2678875">
                      <a:extLst>
                        <a:ext uri="{9D8B030D-6E8A-4147-A177-3AD203B41FA5}">
                          <a16:colId xmlns:a16="http://schemas.microsoft.com/office/drawing/2014/main" val="3179769987"/>
                        </a:ext>
                      </a:extLst>
                    </a:gridCol>
                    <a:gridCol w="3360674">
                      <a:extLst>
                        <a:ext uri="{9D8B030D-6E8A-4147-A177-3AD203B41FA5}">
                          <a16:colId xmlns:a16="http://schemas.microsoft.com/office/drawing/2014/main" val="942556346"/>
                        </a:ext>
                      </a:extLst>
                    </a:gridCol>
                    <a:gridCol w="3280918">
                      <a:extLst>
                        <a:ext uri="{9D8B030D-6E8A-4147-A177-3AD203B41FA5}">
                          <a16:colId xmlns:a16="http://schemas.microsoft.com/office/drawing/2014/main" val="2771803505"/>
                        </a:ext>
                      </a:extLst>
                    </a:gridCol>
                  </a:tblGrid>
                  <a:tr h="1169545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715" t="-2604" r="-249203" b="-3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8949" t="-2604" r="-98188" b="-3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5167" t="-2604" r="-743" b="-3645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4462225"/>
                      </a:ext>
                    </a:extLst>
                  </a:tr>
                  <a:tr h="9457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127097" r="-468807" b="-3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715" t="-127097" r="-249203" b="-3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8949" t="-127097" r="-98188" b="-3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5167" t="-127097" r="-743" b="-35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980475"/>
                      </a:ext>
                    </a:extLst>
                  </a:tr>
                  <a:tr h="9216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233113" r="-468807" b="-260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715" t="-233113" r="-249203" b="-260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8949" t="-233113" r="-98188" b="-260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071108"/>
                      </a:ext>
                    </a:extLst>
                  </a:tr>
                  <a:tr h="7887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386923" r="-468807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715" t="-386923" r="-249203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505288"/>
                      </a:ext>
                    </a:extLst>
                  </a:tr>
                  <a:tr h="7886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490698" r="-468807" b="-1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5167" t="-490698" r="-743" b="-1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1743633"/>
                      </a:ext>
                    </a:extLst>
                  </a:tr>
                  <a:tr h="8079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572932" r="-468807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4715" t="-572932" r="-249203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8949" t="-572932" r="-98188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5167" t="-572932" r="-743" b="-15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321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814847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利用代数去研究几何，即用坐标去研究几何关系；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3086043"/>
            <a:ext cx="11007703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考虑对应的几何意义；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2" y="4464815"/>
            <a:ext cx="11007703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考虑对应的平面解析几何情形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32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第一节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/>
              <a:t>向量及其</a:t>
            </a:r>
            <a:endParaRPr kumimoji="1" lang="en-US" altLang="zh-CN"/>
          </a:p>
          <a:p>
            <a:r>
              <a:rPr kumimoji="1" lang="zh-CN" altLang="en-US"/>
              <a:t>运算</a:t>
            </a:r>
          </a:p>
        </p:txBody>
      </p:sp>
    </p:spTree>
    <p:extLst>
      <p:ext uri="{BB962C8B-B14F-4D97-AF65-F5344CB8AC3E}">
        <p14:creationId xmlns:p14="http://schemas.microsoft.com/office/powerpoint/2010/main" val="188124408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124451" cy="464425"/>
          </a:xfrm>
        </p:spPr>
        <p:txBody>
          <a:bodyPr/>
          <a:lstStyle/>
          <a:p>
            <a:r>
              <a:rPr lang="zh-CN" altLang="en-US"/>
              <a:t>向量及其运算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95210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提要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877503" y="1896256"/>
            <a:ext cx="9508562" cy="2589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向量的模、方向角、投影；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两向量的数量积；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两向量的向量积；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向量的混合积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071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85525" y="2592624"/>
                <a:ext cx="10980160" cy="15932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为对应长方体对角线长度，则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25" y="2592624"/>
                <a:ext cx="10980160" cy="1593257"/>
              </a:xfrm>
              <a:prstGeom prst="rect">
                <a:avLst/>
              </a:prstGeom>
              <a:blipFill>
                <a:blip r:embed="rId2"/>
                <a:stretch>
                  <a:fillRect l="-1388" r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五、向量的模、方向角、投影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32837"/>
                <a:ext cx="10980160" cy="2035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两点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间的距离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𝑨𝑩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32837"/>
                <a:ext cx="10980160" cy="2035301"/>
              </a:xfrm>
              <a:prstGeom prst="rect">
                <a:avLst/>
              </a:prstGeom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5" y="1549133"/>
            <a:ext cx="10980160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向量的模与两点间距离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48229CA-3B98-41FA-B5D8-8B2CF7A34E4E}"/>
                  </a:ext>
                </a:extLst>
              </p14:cNvPr>
              <p14:cNvContentPartPr/>
              <p14:nvPr/>
            </p14:nvContentPartPr>
            <p14:xfrm>
              <a:off x="5557320" y="4107600"/>
              <a:ext cx="2908800" cy="298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48229CA-3B98-41FA-B5D8-8B2CF7A34E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7960" y="4098240"/>
                <a:ext cx="292752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00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381847"/>
                <a:ext cx="10980160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非零向量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与三条坐标轴的夹角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𝜸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方向角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381847"/>
                <a:ext cx="10980160" cy="670120"/>
              </a:xfrm>
              <a:prstGeom prst="rect">
                <a:avLst/>
              </a:prstGeom>
              <a:blipFill>
                <a:blip r:embed="rId2"/>
                <a:stretch>
                  <a:fillRect l="-1444" r="-2388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051967"/>
                <a:ext cx="10980160" cy="10248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</m:num>
                      <m:den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num>
                      <m:den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𝒛</m:t>
                        </m:r>
                      </m:num>
                      <m:den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051967"/>
                <a:ext cx="10980160" cy="1024896"/>
              </a:xfrm>
              <a:prstGeom prst="rect">
                <a:avLst/>
              </a:prstGeom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649339"/>
            <a:ext cx="10980160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方向角与方向余弦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386106"/>
                <a:ext cx="10980160" cy="1145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)=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</m:num>
                      <m:den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𝒓</m:t>
                                </m:r>
                              </m:e>
                            </m:acc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（单位化）；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386106"/>
                <a:ext cx="10980160" cy="1145891"/>
              </a:xfrm>
              <a:prstGeom prst="rect">
                <a:avLst/>
              </a:prstGeom>
              <a:blipFill>
                <a:blip r:embed="rId4"/>
                <a:stretch>
                  <a:fillRect l="-1444" b="-1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5535245"/>
                <a:ext cx="10980160" cy="7325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方向余弦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535245"/>
                <a:ext cx="10980160" cy="732508"/>
              </a:xfrm>
              <a:prstGeom prst="rect">
                <a:avLst/>
              </a:prstGeom>
              <a:blipFill>
                <a:blip r:embed="rId5"/>
                <a:stretch>
                  <a:fillRect l="-1444" t="-3333" b="-1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668644"/>
                <a:ext cx="10980160" cy="6798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zh-CN" altLang="en-US" sz="3200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+</m:t>
                    </m:r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3200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𝜸</m:t>
                        </m:r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668644"/>
                <a:ext cx="10980160" cy="679801"/>
              </a:xfrm>
              <a:prstGeom prst="rect">
                <a:avLst/>
              </a:prstGeom>
              <a:blipFill>
                <a:blip r:embed="rId6"/>
                <a:stretch>
                  <a:fillRect l="-1444" t="-180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162957C-D207-4522-B94D-2EDFB81DE564}"/>
                  </a:ext>
                </a:extLst>
              </p14:cNvPr>
              <p14:cNvContentPartPr/>
              <p14:nvPr/>
            </p14:nvContentPartPr>
            <p14:xfrm>
              <a:off x="986760" y="156240"/>
              <a:ext cx="9704160" cy="6209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162957C-D207-4522-B94D-2EDFB81DE5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7400" y="146880"/>
                <a:ext cx="9722880" cy="622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183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  <p:bldP spid="8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6622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位于第一卦限，向量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𝑶𝑨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轴、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轴的夹角依次为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f>
                      <m:f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𝟒</m:t>
                        </m:r>
                      </m:den>
                    </m:f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𝑶𝑨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𝟔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的坐标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662250"/>
              </a:xfrm>
              <a:prstGeom prst="rect">
                <a:avLst/>
              </a:prstGeom>
              <a:blipFill>
                <a:blip r:embed="rId2"/>
                <a:stretch>
                  <a:fillRect l="-1461" b="-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037669"/>
                <a:ext cx="10730306" cy="715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37669"/>
                <a:ext cx="10730306" cy="715837"/>
              </a:xfrm>
              <a:prstGeom prst="rect">
                <a:avLst/>
              </a:prstGeom>
              <a:blipFill>
                <a:blip r:embed="rId3"/>
                <a:stretch>
                  <a:fillRect l="-1477" b="-22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E6B2C9B-8A26-4AB1-8FEB-7D1DFBEC0492}"/>
                  </a:ext>
                </a:extLst>
              </p14:cNvPr>
              <p14:cNvContentPartPr/>
              <p14:nvPr/>
            </p14:nvContentPartPr>
            <p14:xfrm>
              <a:off x="2697120" y="1344600"/>
              <a:ext cx="8593560" cy="4462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E6B2C9B-8A26-4AB1-8FEB-7D1DFBEC04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7760" y="1335240"/>
                <a:ext cx="8612280" cy="448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50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1381847"/>
                <a:ext cx="10980160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由一点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与单位向量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可以确定空间数轴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381847"/>
                <a:ext cx="10980160" cy="670120"/>
              </a:xfrm>
              <a:prstGeom prst="rect">
                <a:avLst/>
              </a:prstGeom>
              <a:blipFill>
                <a:blip r:embed="rId2"/>
                <a:stretch>
                  <a:fillRect l="-1444" b="-2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188614"/>
                <a:ext cx="10980160" cy="2934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任给向量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，再过点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作与数轴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垂直的平面交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轴于点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轴上的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分向量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（投影向量）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存在实数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，则数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𝑶𝑴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轴上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投影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188614"/>
                <a:ext cx="10980160" cy="2934008"/>
              </a:xfrm>
              <a:prstGeom prst="rect">
                <a:avLst/>
              </a:prstGeom>
              <a:blipFill>
                <a:blip r:embed="rId3"/>
                <a:stretch>
                  <a:fillRect l="-1444" r="-833" b="-6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649339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向量的投影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5535245"/>
                <a:ext cx="10980160" cy="8088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𝒓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𝒓</m:t>
                                    </m:r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𝒖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（有正有负）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5535245"/>
                <a:ext cx="10980160" cy="808811"/>
              </a:xfrm>
              <a:prstGeom prst="rect">
                <a:avLst/>
              </a:prstGeom>
              <a:blipFill>
                <a:blip r:embed="rId4"/>
                <a:stretch>
                  <a:fillRect l="-1444" b="-195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6B6CE4D-9211-434F-9C10-7027D37263EF}"/>
                  </a:ext>
                </a:extLst>
              </p14:cNvPr>
              <p14:cNvContentPartPr/>
              <p14:nvPr/>
            </p14:nvContentPartPr>
            <p14:xfrm>
              <a:off x="1352520" y="344880"/>
              <a:ext cx="10374840" cy="6055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6B6CE4D-9211-434F-9C10-7027D37263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3160" y="335520"/>
                <a:ext cx="10393560" cy="607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56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3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891719"/>
                <a:ext cx="10980160" cy="2252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给定两个向量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非零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上的投影定义为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在数轴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上的投影，其中轴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为一点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所确定的数轴，即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；当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为零向量时，定义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𝟎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0980160" cy="2252476"/>
              </a:xfrm>
              <a:prstGeom prst="rect">
                <a:avLst/>
              </a:prstGeom>
              <a:blipFill>
                <a:blip r:embed="rId2"/>
                <a:stretch>
                  <a:fillRect l="-1444" r="-555" b="-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1" y="3429000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向量在另外一个向量上的投影是</a:t>
            </a:r>
            <a:r>
              <a:rPr lang="zh-CN" altLang="en-US" sz="3200" b="1" kern="0">
                <a:solidFill>
                  <a:srgbClr val="E73A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，而不是向量；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337C1DD-A6B9-469A-A8D9-4172DFECB883}"/>
                  </a:ext>
                </a:extLst>
              </p:cNvPr>
              <p:cNvSpPr/>
              <p:nvPr/>
            </p:nvSpPr>
            <p:spPr>
              <a:xfrm>
                <a:off x="877501" y="4378602"/>
                <a:ext cx="10980160" cy="7508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的坐标为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337C1DD-A6B9-469A-A8D9-4172DFECB8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78602"/>
                <a:ext cx="10980160" cy="750847"/>
              </a:xfrm>
              <a:prstGeom prst="rect">
                <a:avLst/>
              </a:prstGeom>
              <a:blipFill>
                <a:blip r:embed="rId3"/>
                <a:stretch>
                  <a:fillRect l="-1444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83DAF57-1E41-4E71-A0E9-F58EDF20EF1C}"/>
                  </a:ext>
                </a:extLst>
              </p14:cNvPr>
              <p14:cNvContentPartPr/>
              <p14:nvPr/>
            </p14:nvContentPartPr>
            <p14:xfrm>
              <a:off x="997560" y="1661760"/>
              <a:ext cx="10674360" cy="3568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83DAF57-1E41-4E71-A0E9-F58EDF20EF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8200" y="1652400"/>
                <a:ext cx="10693080" cy="358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25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D61ACD2-0A50-4A3E-AB7F-FD2DCCB3C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236B61-8A8C-40F3-AE37-ECC3676FB1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/>
              <a:t>向量及其运算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E08F452F-5A09-43F9-883D-66E0117A4FE0}"/>
                  </a:ext>
                </a:extLst>
              </p:cNvPr>
              <p:cNvSpPr/>
              <p:nvPr/>
            </p:nvSpPr>
            <p:spPr>
              <a:xfrm>
                <a:off x="877501" y="891719"/>
                <a:ext cx="10980160" cy="8733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𝒖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𝒖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非零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E08F452F-5A09-43F9-883D-66E0117A4F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91719"/>
                <a:ext cx="10980160" cy="873381"/>
              </a:xfrm>
              <a:prstGeom prst="rect">
                <a:avLst/>
              </a:prstGeom>
              <a:blipFill>
                <a:blip r:embed="rId2"/>
                <a:stretch>
                  <a:fillRect l="-1444" b="-10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FC0AE203-A4AD-49B5-BE2E-D2BC78616C4C}"/>
                  </a:ext>
                </a:extLst>
              </p:cNvPr>
              <p:cNvSpPr/>
              <p:nvPr/>
            </p:nvSpPr>
            <p:spPr>
              <a:xfrm>
                <a:off x="877501" y="1914177"/>
                <a:ext cx="10980160" cy="844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FC0AE203-A4AD-49B5-BE2E-D2BC78616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14177"/>
                <a:ext cx="10980160" cy="844590"/>
              </a:xfrm>
              <a:prstGeom prst="rect">
                <a:avLst/>
              </a:prstGeom>
              <a:blipFill>
                <a:blip r:embed="rId3"/>
                <a:stretch>
                  <a:fillRect l="-1444" b="-15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124653F-F708-4D4F-9F7E-765C157707AB}"/>
                  </a:ext>
                </a:extLst>
              </p:cNvPr>
              <p:cNvSpPr/>
              <p:nvPr/>
            </p:nvSpPr>
            <p:spPr>
              <a:xfrm>
                <a:off x="877501" y="2967275"/>
                <a:ext cx="10980160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𝒖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97" name="矩形 196">
                <a:extLst>
                  <a:ext uri="{FF2B5EF4-FFF2-40B4-BE49-F238E27FC236}">
                    <a16:creationId xmlns:a16="http://schemas.microsoft.com/office/drawing/2014/main" id="{3124653F-F708-4D4F-9F7E-765C157707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967275"/>
                <a:ext cx="10980160" cy="664797"/>
              </a:xfrm>
              <a:prstGeom prst="rect">
                <a:avLst/>
              </a:prstGeom>
              <a:blipFill>
                <a:blip r:embed="rId4"/>
                <a:stretch>
                  <a:fillRect l="-1444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6CEADDB-C169-423B-BCB6-D5EF55F96A59}"/>
                  </a:ext>
                </a:extLst>
              </p14:cNvPr>
              <p14:cNvContentPartPr/>
              <p14:nvPr/>
            </p14:nvContentPartPr>
            <p14:xfrm>
              <a:off x="1738800" y="358200"/>
              <a:ext cx="8064000" cy="1422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6CEADDB-C169-423B-BCB6-D5EF55F96A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9440" y="348840"/>
                <a:ext cx="8082720" cy="1441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/>
      <p:bldP spid="196" grpId="0"/>
      <p:bldP spid="1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/>
              <a:t>第二节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</p:spTree>
    <p:extLst>
      <p:ext uri="{BB962C8B-B14F-4D97-AF65-F5344CB8AC3E}">
        <p14:creationId xmlns:p14="http://schemas.microsoft.com/office/powerpoint/2010/main" val="117677796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2179615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E73A1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：向量与向量之间能不能定义乘法？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358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5" y="1549133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数量积的定义与性质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一、两向量的数量积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402144"/>
                <a:ext cx="10730306" cy="1445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引例：设一物体在常力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作用下，沿与力夹角为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的直线移动，位移为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𝒔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所做的功为？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02144"/>
                <a:ext cx="10730306" cy="1445396"/>
              </a:xfrm>
              <a:prstGeom prst="rect">
                <a:avLst/>
              </a:prstGeom>
              <a:blipFill>
                <a:blip r:embed="rId2"/>
                <a:stretch>
                  <a:fillRect l="-1477" b="-13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70500"/>
                <a:ext cx="10980160" cy="8617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𝒔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b="0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70500"/>
                <a:ext cx="10980160" cy="8617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A4F9CDE-2910-457C-9A6A-B7457BF39251}"/>
                  </a:ext>
                </a:extLst>
              </p14:cNvPr>
              <p14:cNvContentPartPr/>
              <p14:nvPr/>
            </p14:nvContentPartPr>
            <p14:xfrm>
              <a:off x="5709600" y="861480"/>
              <a:ext cx="5073120" cy="2786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A4F9CDE-2910-457C-9A6A-B7457BF392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0240" y="852120"/>
                <a:ext cx="5091840" cy="280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06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8106" y="568434"/>
                <a:ext cx="10730306" cy="23500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定义：给定向量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及它们夹角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的余弦的乘积为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数量积（内积、点积）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568434"/>
                <a:ext cx="10730306" cy="2350067"/>
              </a:xfrm>
              <a:prstGeom prst="rect">
                <a:avLst/>
              </a:prstGeom>
              <a:blipFill>
                <a:blip r:embed="rId2"/>
                <a:stretch>
                  <a:fillRect l="-1420" r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7500" y="2918501"/>
            <a:ext cx="10980160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在研究运算时，需要考虑把什么变成什么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数量积把向量与向量作用为实数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考虑能不能三个向量作数量积？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7500" y="4228796"/>
                <a:ext cx="10980160" cy="14853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（需单独考虑零向量的情形），此为数量积的几何意义；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4228796"/>
                <a:ext cx="10980160" cy="1485343"/>
              </a:xfrm>
              <a:prstGeom prst="rect">
                <a:avLst/>
              </a:prstGeom>
              <a:blipFill>
                <a:blip r:embed="rId3"/>
                <a:stretch>
                  <a:fillRect l="-1444" r="-1388" b="-12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F73268B-A456-44E3-AFA9-A4114C0F7A36}"/>
                  </a:ext>
                </a:extLst>
              </p:cNvPr>
              <p:cNvSpPr/>
              <p:nvPr/>
            </p:nvSpPr>
            <p:spPr>
              <a:xfrm>
                <a:off x="878121" y="5714139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当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F73268B-A456-44E3-AFA9-A4114C0F7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5714139"/>
                <a:ext cx="10980160" cy="740524"/>
              </a:xfrm>
              <a:prstGeom prst="rect">
                <a:avLst/>
              </a:prstGeom>
              <a:blipFill>
                <a:blip r:embed="rId4"/>
                <a:stretch>
                  <a:fillRect l="-1388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E7F4EA6-2A9E-48E8-ABEB-E9D71385BA71}"/>
                  </a:ext>
                </a:extLst>
              </p14:cNvPr>
              <p14:cNvContentPartPr/>
              <p14:nvPr/>
            </p14:nvContentPartPr>
            <p14:xfrm>
              <a:off x="432720" y="175320"/>
              <a:ext cx="11731680" cy="6653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E7F4EA6-2A9E-48E8-ABEB-E9D71385BA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3360" y="165960"/>
                <a:ext cx="11750400" cy="667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64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0" y="960343"/>
                <a:ext cx="10730306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交换律：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960343"/>
                <a:ext cx="10730306" cy="740524"/>
              </a:xfrm>
              <a:prstGeom prst="rect">
                <a:avLst/>
              </a:prstGeom>
              <a:blipFill>
                <a:blip r:embed="rId2"/>
                <a:stretch>
                  <a:fillRect l="-1477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1914976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分配律：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914976"/>
                <a:ext cx="10980160" cy="740524"/>
              </a:xfrm>
              <a:prstGeom prst="rect">
                <a:avLst/>
              </a:prstGeom>
              <a:blipFill>
                <a:blip r:embed="rId3"/>
                <a:stretch>
                  <a:fillRect l="-1444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E12BCE0-D90C-408E-A576-7A0FF18BEDBF}"/>
                  </a:ext>
                </a:extLst>
              </p:cNvPr>
              <p:cNvSpPr/>
              <p:nvPr/>
            </p:nvSpPr>
            <p:spPr>
              <a:xfrm>
                <a:off x="877500" y="2869609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数乘结合律：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𝛌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𝛌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为实数；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E12BCE0-D90C-408E-A576-7A0FF18BE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2869609"/>
                <a:ext cx="10980160" cy="740524"/>
              </a:xfrm>
              <a:prstGeom prst="rect">
                <a:avLst/>
              </a:prstGeom>
              <a:blipFill>
                <a:blip r:embed="rId4"/>
                <a:stretch>
                  <a:fillRect l="-1444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5DF80B8-AB3B-412D-A515-0BE640686257}"/>
                  </a:ext>
                </a:extLst>
              </p:cNvPr>
              <p:cNvSpPr/>
              <p:nvPr/>
            </p:nvSpPr>
            <p:spPr>
              <a:xfrm>
                <a:off x="877500" y="3824242"/>
                <a:ext cx="10980160" cy="879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d>
                      <m:dPr>
                        <m:ctrlPr>
                          <a:rPr lang="en-US" altLang="zh-CN" sz="3200" b="1" i="1" kern="0" dirty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𝛌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𝛌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zh-CN" altLang="en-US" sz="3200" b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𝛌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r>
                      <a:rPr lang="en-US" altLang="zh-CN" sz="3200" b="1" i="0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𝛌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为实数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F5DF80B8-AB3B-412D-A515-0BE640686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824242"/>
                <a:ext cx="10980160" cy="879151"/>
              </a:xfrm>
              <a:prstGeom prst="rect">
                <a:avLst/>
              </a:prstGeom>
              <a:blipFill>
                <a:blip r:embed="rId5"/>
                <a:stretch>
                  <a:fillRect l="-1444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7AAAFDA-F9D5-4B4D-A601-F497B60FDA33}"/>
                  </a:ext>
                </a:extLst>
              </p14:cNvPr>
              <p14:cNvContentPartPr/>
              <p14:nvPr/>
            </p14:nvContentPartPr>
            <p14:xfrm>
              <a:off x="1434960" y="4541760"/>
              <a:ext cx="8185320" cy="1870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7AAAFDA-F9D5-4B4D-A601-F497B60FDA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5600" y="4532400"/>
                <a:ext cx="8204040" cy="188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0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7500" y="960343"/>
                <a:ext cx="10730306" cy="7365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zh-CN" altLang="en-US" sz="3200" b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960343"/>
                <a:ext cx="10730306" cy="736548"/>
              </a:xfrm>
              <a:prstGeom prst="rect">
                <a:avLst/>
              </a:prstGeom>
              <a:blipFill>
                <a:blip r:embed="rId2"/>
                <a:stretch>
                  <a:fillRect l="-1477" b="-2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0" y="1979162"/>
                <a:ext cx="10857300" cy="14475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给定两个向量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的充分必要条件是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（注意是零而不是零向量）；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979162"/>
                <a:ext cx="10857300" cy="1447512"/>
              </a:xfrm>
              <a:prstGeom prst="rect">
                <a:avLst/>
              </a:prstGeom>
              <a:blipFill>
                <a:blip r:embed="rId3"/>
                <a:stretch>
                  <a:fillRect l="-146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69FEB24-5DD4-48EB-A315-563B503D5DFF}"/>
                  </a:ext>
                </a:extLst>
              </p:cNvPr>
              <p:cNvSpPr/>
              <p:nvPr/>
            </p:nvSpPr>
            <p:spPr>
              <a:xfrm>
                <a:off x="877500" y="3708945"/>
                <a:ext cx="1085730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,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两两垂直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69FEB24-5DD4-48EB-A315-563B503D5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708945"/>
                <a:ext cx="10857300" cy="740524"/>
              </a:xfrm>
              <a:prstGeom prst="rect">
                <a:avLst/>
              </a:prstGeom>
              <a:blipFill>
                <a:blip r:embed="rId4"/>
                <a:stretch>
                  <a:fillRect l="-1460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F4863E-D2A0-4739-AD7D-2AAAB4AD91CB}"/>
                  </a:ext>
                </a:extLst>
              </p14:cNvPr>
              <p14:cNvContentPartPr/>
              <p14:nvPr/>
            </p14:nvContentPartPr>
            <p14:xfrm>
              <a:off x="1148040" y="533520"/>
              <a:ext cx="10607760" cy="51768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F4863E-D2A0-4739-AD7D-2AAAB4AD91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8680" y="524160"/>
                <a:ext cx="10626480" cy="51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617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955669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数量积的坐标表示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859519"/>
                <a:ext cx="10980160" cy="2240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则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859519"/>
                <a:ext cx="10980160" cy="2240100"/>
              </a:xfrm>
              <a:prstGeom prst="rect">
                <a:avLst/>
              </a:prstGeom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坐标分别为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385CCD0-DAA4-47B4-8349-F43F52E042E4}"/>
                  </a:ext>
                </a:extLst>
              </p14:cNvPr>
              <p14:cNvContentPartPr/>
              <p14:nvPr/>
            </p14:nvContentPartPr>
            <p14:xfrm>
              <a:off x="3203280" y="3949560"/>
              <a:ext cx="7687440" cy="2282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385CCD0-DAA4-47B4-8349-F43F52E042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3920" y="3940200"/>
                <a:ext cx="7706160" cy="230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62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DC12AD-B8F3-4B9D-90F0-980B646F5EC3}"/>
              </a:ext>
            </a:extLst>
          </p:cNvPr>
          <p:cNvSpPr/>
          <p:nvPr/>
        </p:nvSpPr>
        <p:spPr>
          <a:xfrm>
            <a:off x="877500" y="959881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可以考虑用内积来表示模和夹角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79CDDA4-8405-4560-8F68-D834D593FECB}"/>
                  </a:ext>
                </a:extLst>
              </p:cNvPr>
              <p:cNvSpPr/>
              <p:nvPr/>
            </p:nvSpPr>
            <p:spPr>
              <a:xfrm>
                <a:off x="877500" y="1906487"/>
                <a:ext cx="10730306" cy="139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zh-CN" altLang="en-US" sz="3200" b="1" kern="0" dirty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ra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sub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sub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bSup>
                      </m:e>
                    </m:ra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79CDDA4-8405-4560-8F68-D834D593F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1906487"/>
                <a:ext cx="10730306" cy="1395126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C3B32B-5C7D-466D-BCD4-88EBCC29E0D1}"/>
                  </a:ext>
                </a:extLst>
              </p:cNvPr>
              <p:cNvSpPr/>
              <p:nvPr/>
            </p:nvSpPr>
            <p:spPr>
              <a:xfrm>
                <a:off x="877500" y="3583422"/>
                <a:ext cx="10730306" cy="3053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是两个非零向量，则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𝒂</m:t>
                                      </m:r>
                                    </m:e>
                                  </m:acc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𝒃</m:t>
                                      </m:r>
                                    </m:e>
                                  </m:acc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  <m:r>
                            <a:rPr lang="zh-CN" altLang="en-US" sz="3200" b="1" kern="0" dirty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𝒃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C3B32B-5C7D-466D-BCD4-88EBCC29E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583422"/>
                <a:ext cx="10730306" cy="3053721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2967AD6-4DF8-4C2A-A3BB-C58EC81F2974}"/>
                  </a:ext>
                </a:extLst>
              </p14:cNvPr>
              <p14:cNvContentPartPr/>
              <p14:nvPr/>
            </p14:nvContentPartPr>
            <p14:xfrm>
              <a:off x="1341360" y="3075480"/>
              <a:ext cx="9723240" cy="3741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2967AD6-4DF8-4C2A-A3BB-C58EC81F29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2000" y="3066120"/>
                <a:ext cx="9741960" cy="376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67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0432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043299"/>
              </a:xfrm>
              <a:prstGeom prst="rect">
                <a:avLst/>
              </a:prstGeom>
              <a:blipFill>
                <a:blip r:embed="rId2"/>
                <a:stretch>
                  <a:fillRect l="-1461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5037669"/>
                <a:ext cx="10730306" cy="1083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𝟖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 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arccos</m:t>
                        </m:r>
                      </m:fName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𝟔𝟔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𝟗𝟗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37669"/>
                <a:ext cx="10730306" cy="1083566"/>
              </a:xfrm>
              <a:prstGeom prst="rect">
                <a:avLst/>
              </a:prstGeom>
              <a:blipFill>
                <a:blip r:embed="rId3"/>
                <a:stretch>
                  <a:fillRect l="-1477"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7A87A0E-A2B2-4285-833A-2ACC80C53D63}"/>
                  </a:ext>
                </a:extLst>
              </p14:cNvPr>
              <p14:cNvContentPartPr/>
              <p14:nvPr/>
            </p14:nvContentPartPr>
            <p14:xfrm>
              <a:off x="2274120" y="1710720"/>
              <a:ext cx="8754120" cy="28191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7A87A0E-A2B2-4285-833A-2ACC80C53D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4760" y="1701360"/>
                <a:ext cx="8772840" cy="28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529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475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垂直于向量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𝟕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𝟓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垂直于向量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𝟕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475981"/>
              </a:xfrm>
              <a:prstGeom prst="rect">
                <a:avLst/>
              </a:prstGeom>
              <a:blipFill>
                <a:blip r:embed="rId2"/>
                <a:stretch>
                  <a:fillRect l="-1461" b="-12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3983569"/>
                <a:ext cx="10730306" cy="894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𝝅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983569"/>
                <a:ext cx="10730306" cy="894091"/>
              </a:xfrm>
              <a:prstGeom prst="rect">
                <a:avLst/>
              </a:prstGeom>
              <a:blipFill>
                <a:blip r:embed="rId3"/>
                <a:stretch>
                  <a:fillRect l="-1477" b="-8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F8CB55E-8DAA-4A07-A077-ABD979F71615}"/>
                  </a:ext>
                </a:extLst>
              </p:cNvPr>
              <p:cNvSpPr/>
              <p:nvPr/>
            </p:nvSpPr>
            <p:spPr>
              <a:xfrm>
                <a:off x="877502" y="4877660"/>
                <a:ext cx="10730306" cy="9201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，为什么不能得出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F8CB55E-8DAA-4A07-A077-ABD979F71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877660"/>
                <a:ext cx="10730306" cy="920124"/>
              </a:xfrm>
              <a:prstGeom prst="rect">
                <a:avLst/>
              </a:prstGeom>
              <a:blipFill>
                <a:blip r:embed="rId4"/>
                <a:stretch>
                  <a:fillRect l="-1477" b="-17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4424E5A-FE88-4108-95EF-B328C4E7661C}"/>
                  </a:ext>
                </a:extLst>
              </p14:cNvPr>
              <p14:cNvContentPartPr/>
              <p14:nvPr/>
            </p14:nvContentPartPr>
            <p14:xfrm>
              <a:off x="830880" y="1546560"/>
              <a:ext cx="11038680" cy="5225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4424E5A-FE88-4108-95EF-B328C4E766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1520" y="1537200"/>
                <a:ext cx="11057400" cy="524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583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558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的模和方向余弦及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上的投影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558825"/>
              </a:xfrm>
              <a:prstGeom prst="rect">
                <a:avLst/>
              </a:prstGeom>
              <a:blipFill>
                <a:blip r:embed="rId2"/>
                <a:stretch>
                  <a:fillRect l="-1461" r="-675" b="-9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2" y="4621104"/>
                <a:ext cx="10730306" cy="10802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 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−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,−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𝟔</m:t>
                    </m:r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621104"/>
                <a:ext cx="10730306" cy="1080296"/>
              </a:xfrm>
              <a:prstGeom prst="rect">
                <a:avLst/>
              </a:prstGeom>
              <a:blipFill>
                <a:blip r:embed="rId3"/>
                <a:stretch>
                  <a:fillRect l="-1477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714139"/>
                <a:ext cx="10980160" cy="8901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b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</m:sub>
                            </m:sSub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b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</m:sub>
                            </m:sSub>
                          </m:e>
                        </m:acc>
                      </m:e>
                    </m:d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/>
                                    <a:ea typeface="微软雅黑" panose="020B0503020204020204" pitchFamily="34" charset="-122"/>
                                  </a:rPr>
                                  <m:t>𝒆</m:t>
                                </m:r>
                              </m:e>
                              <m:sub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</m:acc>
                              </m:sub>
                            </m:sSub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</m:sub>
                        </m:sSub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714139"/>
                <a:ext cx="10980160" cy="890180"/>
              </a:xfrm>
              <a:prstGeom prst="rect">
                <a:avLst/>
              </a:prstGeom>
              <a:blipFill>
                <a:blip r:embed="rId4"/>
                <a:stretch>
                  <a:fillRect l="-1444" b="-13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F5B343A-2246-46C4-9E46-A2530CDA0923}"/>
                  </a:ext>
                </a:extLst>
              </p14:cNvPr>
              <p14:cNvContentPartPr/>
              <p14:nvPr/>
            </p14:nvContentPartPr>
            <p14:xfrm>
              <a:off x="1250640" y="2125800"/>
              <a:ext cx="9894960" cy="4617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F5B343A-2246-46C4-9E46-A2530CDA09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41280" y="2116440"/>
                <a:ext cx="9913680" cy="46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8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85525" y="1549133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向量的向量积定义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二、两向量的向量积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402144"/>
                <a:ext cx="10730306" cy="14485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引例：设 </a:t>
                </a:r>
                <a14:m>
                  <m:oMath xmlns:m="http://schemas.openxmlformats.org/officeDocument/2006/math">
                    <m:r>
                      <a:rPr lang="en-US" altLang="zh-CN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为一杠杆的支点，力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作用于杠杆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处，</a:t>
                </a:r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𝑶𝑷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的夹角是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对支点 </a:t>
                </a:r>
                <a14:m>
                  <m:oMath xmlns:m="http://schemas.openxmlformats.org/officeDocument/2006/math">
                    <m:r>
                      <a:rPr lang="en-US" altLang="zh-CN" sz="3200" b="1" i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的力矩是一个向量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02144"/>
                <a:ext cx="10730306" cy="1448538"/>
              </a:xfrm>
              <a:prstGeom prst="rect">
                <a:avLst/>
              </a:prstGeom>
              <a:blipFill>
                <a:blip r:embed="rId2"/>
                <a:stretch>
                  <a:fillRect l="-1477" b="-130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4370500"/>
                <a:ext cx="10980160" cy="15009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𝑶𝑷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3200" b="0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𝜽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的方向垂直于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𝑶𝑷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的平面，指向按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右手规则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4370500"/>
                <a:ext cx="10980160" cy="1500924"/>
              </a:xfrm>
              <a:prstGeom prst="rect">
                <a:avLst/>
              </a:prstGeom>
              <a:blipFill>
                <a:blip r:embed="rId3"/>
                <a:stretch>
                  <a:fillRect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1D4A171-F5E1-4D2C-B335-45398C7F11F5}"/>
                  </a:ext>
                </a:extLst>
              </p14:cNvPr>
              <p14:cNvContentPartPr/>
              <p14:nvPr/>
            </p14:nvContentPartPr>
            <p14:xfrm>
              <a:off x="5834520" y="476640"/>
              <a:ext cx="4694400" cy="4840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1D4A171-F5E1-4D2C-B335-45398C7F11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5160" y="467280"/>
                <a:ext cx="4713120" cy="48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171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/>
              <p:nvPr/>
            </p:nvSpPr>
            <p:spPr>
              <a:xfrm>
                <a:off x="878106" y="901353"/>
                <a:ext cx="10730306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定义：给定非零向量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如下：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5FBAD9BA-F6F2-4FCC-9F71-ADCC70B7D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6" y="901353"/>
                <a:ext cx="10730306" cy="740524"/>
              </a:xfrm>
              <a:prstGeom prst="rect">
                <a:avLst/>
              </a:prstGeom>
              <a:blipFill>
                <a:blip r:embed="rId2"/>
                <a:stretch>
                  <a:fillRect l="-142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8121" y="1871093"/>
                <a:ext cx="10980160" cy="10432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的模是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sin</m:t>
                        </m:r>
                      </m:fName>
                      <m:e>
                        <m:r>
                          <a:rPr lang="zh-CN" altLang="en-US" sz="3200" b="0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𝜽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</m:e>
                        </m:acc>
                      </m:e>
                    </m:d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1871093"/>
                <a:ext cx="10980160" cy="1043299"/>
              </a:xfrm>
              <a:prstGeom prst="rect">
                <a:avLst/>
              </a:prstGeom>
              <a:blipFill>
                <a:blip r:embed="rId3"/>
                <a:stretch>
                  <a:fillRect l="-1388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7500" y="3143608"/>
                <a:ext cx="10980160" cy="1475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的方向垂直于向量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所决定的平面，指向按照右手规则从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转向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3143608"/>
                <a:ext cx="10980160" cy="1475981"/>
              </a:xfrm>
              <a:prstGeom prst="rect">
                <a:avLst/>
              </a:prstGeom>
              <a:blipFill>
                <a:blip r:embed="rId4"/>
                <a:stretch>
                  <a:fillRect l="-1444" b="-12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F73268B-A456-44E3-AFA9-A4114C0F7A36}"/>
                  </a:ext>
                </a:extLst>
              </p:cNvPr>
              <p:cNvSpPr/>
              <p:nvPr/>
            </p:nvSpPr>
            <p:spPr>
              <a:xfrm>
                <a:off x="878121" y="4848805"/>
                <a:ext cx="10980160" cy="1475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向量积（外积、叉积）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有一个为零向量，定义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为零向量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F73268B-A456-44E3-AFA9-A4114C0F7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4848805"/>
                <a:ext cx="10980160" cy="1475981"/>
              </a:xfrm>
              <a:prstGeom prst="rect">
                <a:avLst/>
              </a:prstGeom>
              <a:blipFill>
                <a:blip r:embed="rId5"/>
                <a:stretch>
                  <a:fillRect l="-1388"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2939FB2-D211-4E28-A6A8-FBD96F8AA0A6}"/>
                  </a:ext>
                </a:extLst>
              </p14:cNvPr>
              <p14:cNvContentPartPr/>
              <p14:nvPr/>
            </p14:nvContentPartPr>
            <p14:xfrm>
              <a:off x="1072080" y="1727280"/>
              <a:ext cx="9878400" cy="48189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2939FB2-D211-4E28-A6A8-FBD96F8AA0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2720" y="1717920"/>
                <a:ext cx="9897120" cy="483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886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22518A-40F3-4FFE-BD89-DB7260806D42}"/>
              </a:ext>
            </a:extLst>
          </p:cNvPr>
          <p:cNvSpPr/>
          <p:nvPr/>
        </p:nvSpPr>
        <p:spPr>
          <a:xfrm>
            <a:off x="878121" y="1897047"/>
            <a:ext cx="10980160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在研究运算时，需要考虑把什么变成什么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向量积把向量与向量作用为向量；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8121" y="956380"/>
                <a:ext cx="10980160" cy="730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力矩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𝑶𝑷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956380"/>
                <a:ext cx="10980160" cy="730521"/>
              </a:xfrm>
              <a:prstGeom prst="rect">
                <a:avLst/>
              </a:prstGeom>
              <a:blipFill>
                <a:blip r:embed="rId2"/>
                <a:stretch>
                  <a:fillRect l="-138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D95816F-4BAF-4DA5-8C1C-8438B146FFD6}"/>
                  </a:ext>
                </a:extLst>
              </p:cNvPr>
              <p:cNvSpPr/>
              <p:nvPr/>
            </p:nvSpPr>
            <p:spPr>
              <a:xfrm>
                <a:off x="877503" y="3417488"/>
                <a:ext cx="10980160" cy="1475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几何意义：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zh-CN" altLang="en-US" sz="3200" b="1" kern="0" dirty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的模为以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为邻边的平行四边形的面积，方向与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均垂直且按右手规则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D95816F-4BAF-4DA5-8C1C-8438B146F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417488"/>
                <a:ext cx="10980160" cy="1475981"/>
              </a:xfrm>
              <a:prstGeom prst="rect">
                <a:avLst/>
              </a:prstGeom>
              <a:blipFill>
                <a:blip r:embed="rId3"/>
                <a:stretch>
                  <a:fillRect l="-1444" r="-555" b="-12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4643808-CCC1-4911-9155-46B42795D28E}"/>
                  </a:ext>
                </a:extLst>
              </p14:cNvPr>
              <p14:cNvContentPartPr/>
              <p14:nvPr/>
            </p14:nvContentPartPr>
            <p14:xfrm>
              <a:off x="996480" y="832680"/>
              <a:ext cx="10566720" cy="4071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4643808-CCC1-4911-9155-46B42795D2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7120" y="823320"/>
                <a:ext cx="10585440" cy="408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686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8121" y="2637571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平行的充分必要条件是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2637571"/>
                <a:ext cx="10980160" cy="740524"/>
              </a:xfrm>
              <a:prstGeom prst="rect">
                <a:avLst/>
              </a:prstGeom>
              <a:blipFill>
                <a:blip r:embed="rId2"/>
                <a:stretch>
                  <a:fillRect l="-1388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7503" y="1326642"/>
                <a:ext cx="10980160" cy="730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（是零向量而不是零）；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326642"/>
                <a:ext cx="10980160" cy="730521"/>
              </a:xfrm>
              <a:prstGeom prst="rect">
                <a:avLst/>
              </a:prstGeom>
              <a:blipFill>
                <a:blip r:embed="rId3"/>
                <a:stretch>
                  <a:fillRect l="-1444" b="-27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AEFF7C6-B265-450E-A26A-B0CAA216723A}"/>
                  </a:ext>
                </a:extLst>
              </p14:cNvPr>
              <p14:cNvContentPartPr/>
              <p14:nvPr/>
            </p14:nvContentPartPr>
            <p14:xfrm>
              <a:off x="1398240" y="633240"/>
              <a:ext cx="10607040" cy="5720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AEFF7C6-B265-450E-A26A-B0CAA21672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8880" y="623880"/>
                <a:ext cx="10625760" cy="573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291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3" y="1914635"/>
                <a:ext cx="10980160" cy="844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分配律：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914635"/>
                <a:ext cx="10980160" cy="844590"/>
              </a:xfrm>
              <a:prstGeom prst="rect">
                <a:avLst/>
              </a:prstGeom>
              <a:blipFill>
                <a:blip r:embed="rId2"/>
                <a:stretch>
                  <a:fillRect l="-1444" b="-15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7503" y="959881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>
                    <a:solidFill>
                      <a:srgbClr val="E73A1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反交换律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959881"/>
                <a:ext cx="10980160" cy="740524"/>
              </a:xfrm>
              <a:prstGeom prst="rect">
                <a:avLst/>
              </a:prstGeom>
              <a:blipFill>
                <a:blip r:embed="rId3"/>
                <a:stretch>
                  <a:fillRect l="-144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078B5-A175-4B3B-BF86-700F67FDA30C}"/>
                  </a:ext>
                </a:extLst>
              </p:cNvPr>
              <p:cNvSpPr/>
              <p:nvPr/>
            </p:nvSpPr>
            <p:spPr>
              <a:xfrm>
                <a:off x="878121" y="2973455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数与向量的乘积、向量积结合律：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2078B5-A175-4B3B-BF86-700F67FDA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2973455"/>
                <a:ext cx="10980160" cy="740524"/>
              </a:xfrm>
              <a:prstGeom prst="rect">
                <a:avLst/>
              </a:prstGeom>
              <a:blipFill>
                <a:blip r:embed="rId4"/>
                <a:stretch>
                  <a:fillRect l="-1388" r="-22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099DD2-F03C-40EC-B8F2-5024B53C6954}"/>
                  </a:ext>
                </a:extLst>
              </p:cNvPr>
              <p:cNvSpPr/>
              <p:nvPr/>
            </p:nvSpPr>
            <p:spPr>
              <a:xfrm>
                <a:off x="877503" y="3928209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𝝀</m:t>
                        </m:r>
                        <m:acc>
                          <m:accPr>
                            <m:chr m:val="⃗"/>
                            <m:ctrlP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𝝁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099DD2-F03C-40EC-B8F2-5024B53C69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928209"/>
                <a:ext cx="10980160" cy="740524"/>
              </a:xfrm>
              <a:prstGeom prst="rect">
                <a:avLst/>
              </a:prstGeom>
              <a:blipFill>
                <a:blip r:embed="rId5"/>
                <a:stretch>
                  <a:fillRect l="-144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E53CD9F-99C1-46DC-A4EA-47D384F40A20}"/>
                  </a:ext>
                </a:extLst>
              </p14:cNvPr>
              <p14:cNvContentPartPr/>
              <p14:nvPr/>
            </p14:nvContentPartPr>
            <p14:xfrm>
              <a:off x="3289680" y="532800"/>
              <a:ext cx="7158600" cy="1260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E53CD9F-99C1-46DC-A4EA-47D384F40A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0320" y="523440"/>
                <a:ext cx="7177320" cy="12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5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955669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向量积的坐标表示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859519"/>
                <a:ext cx="10980160" cy="1541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则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859519"/>
                <a:ext cx="10980160" cy="1541319"/>
              </a:xfrm>
              <a:prstGeom prst="rect">
                <a:avLst/>
              </a:prstGeom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坐标分别为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EB1C669-C79E-4C6E-AA86-31984B1FB05C}"/>
                  </a:ext>
                </a:extLst>
              </p14:cNvPr>
              <p14:cNvContentPartPr/>
              <p14:nvPr/>
            </p14:nvContentPartPr>
            <p14:xfrm>
              <a:off x="2499120" y="3937320"/>
              <a:ext cx="8285760" cy="2121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EB1C669-C79E-4C6E-AA86-31984B1FB0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9760" y="3927960"/>
                <a:ext cx="8304480" cy="213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25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859519"/>
                <a:ext cx="10980160" cy="8277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859519"/>
                <a:ext cx="10980160" cy="8277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1" y="1903386"/>
                <a:ext cx="10980160" cy="8277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𝟎</m:t>
                          </m:r>
                        </m:e>
                      </m:acc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03386"/>
                <a:ext cx="10980160" cy="8277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12FF5BB-A7C2-4C07-AD57-71C9A73A0267}"/>
                  </a:ext>
                </a:extLst>
              </p14:cNvPr>
              <p14:cNvContentPartPr/>
              <p14:nvPr/>
            </p14:nvContentPartPr>
            <p14:xfrm>
              <a:off x="1010880" y="3979800"/>
              <a:ext cx="4774320" cy="1694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12FF5BB-A7C2-4C07-AD57-71C9A73A02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1520" y="3970440"/>
                <a:ext cx="4793040" cy="171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091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955669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向量积的坐标表示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859519"/>
                <a:ext cx="10980160" cy="2240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则</a:t>
                </a:r>
                <a:endParaRPr lang="en-US" altLang="zh-CN" sz="3200" b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3200" b="1" i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859519"/>
                <a:ext cx="10980160" cy="2240100"/>
              </a:xfrm>
              <a:prstGeom prst="rect">
                <a:avLst/>
              </a:prstGeom>
              <a:blipFill>
                <a:blip r:embed="rId2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坐标分别为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03386"/>
                <a:ext cx="10980160" cy="1678536"/>
              </a:xfrm>
              <a:prstGeom prst="rect">
                <a:avLst/>
              </a:prstGeom>
              <a:blipFill>
                <a:blip r:embed="rId3"/>
                <a:stretch>
                  <a:fillRect l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572D0B6-633E-4943-A5F5-E57702072DC2}"/>
                  </a:ext>
                </a:extLst>
              </p14:cNvPr>
              <p14:cNvContentPartPr/>
              <p14:nvPr/>
            </p14:nvContentPartPr>
            <p14:xfrm>
              <a:off x="2604600" y="3549600"/>
              <a:ext cx="8091000" cy="3139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572D0B6-633E-4943-A5F5-E57702072D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5240" y="3540240"/>
                <a:ext cx="8109720" cy="315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226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15F46-332B-4BDD-9881-1741103A8D80}"/>
              </a:ext>
            </a:extLst>
          </p:cNvPr>
          <p:cNvSpPr/>
          <p:nvPr/>
        </p:nvSpPr>
        <p:spPr>
          <a:xfrm>
            <a:off x="877501" y="955669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向量积的行列式计算法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1" y="1903386"/>
                <a:ext cx="10980160" cy="1210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𝒄</m:t>
                                </m:r>
                              </m:e>
                              <m:e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𝒅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𝒂𝒅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𝒃𝒄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903386"/>
                <a:ext cx="10980160" cy="12109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白板上的文字&#10;&#10;描述已自动生成">
            <a:extLst>
              <a:ext uri="{FF2B5EF4-FFF2-40B4-BE49-F238E27FC236}">
                <a16:creationId xmlns:a16="http://schemas.microsoft.com/office/drawing/2014/main" id="{D1D37C65-D06A-4A13-949A-9A047624F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4" y="3391892"/>
            <a:ext cx="3355975" cy="31695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65EF3B3-45B3-440B-A3AA-3A82E7F8FDA0}"/>
                  </a:ext>
                </a:extLst>
              </p14:cNvPr>
              <p14:cNvContentPartPr/>
              <p14:nvPr/>
            </p14:nvContentPartPr>
            <p14:xfrm>
              <a:off x="1802160" y="835560"/>
              <a:ext cx="7464600" cy="4718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65EF3B3-45B3-440B-A3AA-3A82E7F8FD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2800" y="826200"/>
                <a:ext cx="7483320" cy="47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464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/>
              <p:nvPr/>
            </p:nvSpPr>
            <p:spPr>
              <a:xfrm>
                <a:off x="877503" y="862085"/>
                <a:ext cx="10980160" cy="2436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𝟑𝟑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                                   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A95066B-49E4-4CD5-8E52-A5BC7D479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862085"/>
                <a:ext cx="10980160" cy="24360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15BAB51-9AD8-408E-AB47-69458DFDF732}"/>
                  </a:ext>
                </a:extLst>
              </p:cNvPr>
              <p:cNvSpPr/>
              <p:nvPr/>
            </p:nvSpPr>
            <p:spPr>
              <a:xfrm>
                <a:off x="877503" y="3482150"/>
                <a:ext cx="10980160" cy="2127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3200" b="1" kern="0" dirty="0">
                                    <a:solidFill>
                                      <a:srgbClr val="676661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我</m:t>
                                </m:r>
                              </m:e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3200" b="1" kern="0" dirty="0">
                                    <a:solidFill>
                                      <a:srgbClr val="676661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生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3200" b="1" kern="0" dirty="0">
                                    <a:solidFill>
                                      <a:srgbClr val="676661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有</m:t>
                                </m:r>
                              </m:e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3200" b="1" kern="0" dirty="0">
                                    <a:solidFill>
                                      <a:srgbClr val="676661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你</m:t>
                                </m:r>
                              </m:e>
                              <m:e>
                                <m:r>
                                  <a:rPr lang="en-US" altLang="zh-CN" sz="3200" b="1" i="0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3200" b="1" kern="0" dirty="0">
                                    <a:solidFill>
                                      <a:srgbClr val="676661"/>
                                    </a:solidFill>
                                    <a:latin typeface="微软雅黑" panose="020B0503020204020204" pitchFamily="34" charset="-122"/>
                                    <a:ea typeface="微软雅黑" panose="020B0503020204020204" pitchFamily="34" charset="-122"/>
                                  </a:rPr>
                                  <m:t>幸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15BAB51-9AD8-408E-AB47-69458DFDF7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482150"/>
                <a:ext cx="10980160" cy="2127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B1B4746-4EE3-493E-BF46-49DE72AE7647}"/>
              </a:ext>
            </a:extLst>
          </p:cNvPr>
          <p:cNvSpPr/>
          <p:nvPr/>
        </p:nvSpPr>
        <p:spPr>
          <a:xfrm>
            <a:off x="583588" y="5916138"/>
            <a:ext cx="10980160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对角线法则对二、三阶行列式可用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80E132B-9086-4F00-92D2-11128E09BFCF}"/>
                  </a:ext>
                </a:extLst>
              </p14:cNvPr>
              <p14:cNvContentPartPr/>
              <p14:nvPr/>
            </p14:nvContentPartPr>
            <p14:xfrm>
              <a:off x="595800" y="1434600"/>
              <a:ext cx="10882440" cy="4604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80E132B-9086-4F00-92D2-11128E09BF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6440" y="1425240"/>
                <a:ext cx="10901160" cy="46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82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3" y="1251981"/>
                <a:ext cx="10980160" cy="35292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zh-CN" altLang="en-US" sz="3200" b="1" kern="0" dirty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𝒌</m:t>
                                    </m:r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𝒛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 smtClea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1251981"/>
                <a:ext cx="10980160" cy="35292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49B3326-911E-4F08-83B5-C423EFF5ADAF}"/>
                  </a:ext>
                </a:extLst>
              </p14:cNvPr>
              <p14:cNvContentPartPr/>
              <p14:nvPr/>
            </p14:nvContentPartPr>
            <p14:xfrm>
              <a:off x="253440" y="538200"/>
              <a:ext cx="11025000" cy="6047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49B3326-911E-4F08-83B5-C423EFF5AD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080" y="528840"/>
                <a:ext cx="11043720" cy="60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22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8121" y="956380"/>
                <a:ext cx="10980160" cy="2965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为邻边的平行四边形的面积为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𝑨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𝒙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n-US" altLang="zh-CN" sz="3200" b="1" i="1" kern="0">
                                            <a:solidFill>
                                              <a:srgbClr val="67666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𝒚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956380"/>
                <a:ext cx="10980160" cy="2965684"/>
              </a:xfrm>
              <a:prstGeom prst="rect">
                <a:avLst/>
              </a:prstGeom>
              <a:blipFill>
                <a:blip r:embed="rId2"/>
                <a:stretch>
                  <a:fillRect l="-1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E5E55F7-EB77-4CDF-B648-1CBA3640842D}"/>
                  </a:ext>
                </a:extLst>
              </p14:cNvPr>
              <p14:cNvContentPartPr/>
              <p14:nvPr/>
            </p14:nvContentPartPr>
            <p14:xfrm>
              <a:off x="562680" y="2143800"/>
              <a:ext cx="9957240" cy="44056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E5E55F7-EB77-4CDF-B648-1CBA364084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320" y="2134440"/>
                <a:ext cx="9975960" cy="44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91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/>
              <p:nvPr/>
            </p:nvSpPr>
            <p:spPr>
              <a:xfrm>
                <a:off x="877501" y="2416966"/>
                <a:ext cx="10980160" cy="7405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给定三个向量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，定义混合积为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 </a:t>
                </a:r>
                <a14:m>
                  <m:oMath xmlns:m="http://schemas.openxmlformats.org/officeDocument/2006/math"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D515F46-332B-4BDD-9881-1741103A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416966"/>
                <a:ext cx="10980160" cy="740524"/>
              </a:xfrm>
              <a:prstGeom prst="rect">
                <a:avLst/>
              </a:prstGeom>
              <a:blipFill>
                <a:blip r:embed="rId2"/>
                <a:stretch>
                  <a:fillRect l="-1444" r="-244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09403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三、向量的混合积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3341783"/>
                <a:ext cx="10730306" cy="1510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根据内积定义，有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𝒃</m:t>
                                  </m:r>
                                </m:e>
                              </m:acc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𝒄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341783"/>
                <a:ext cx="10730306" cy="1510670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5ED27B7C-ABD1-476D-915D-30B37954706B}"/>
              </a:ext>
            </a:extLst>
          </p:cNvPr>
          <p:cNvSpPr/>
          <p:nvPr/>
        </p:nvSpPr>
        <p:spPr>
          <a:xfrm>
            <a:off x="877501" y="1562553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向量的混合积定义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36DC34D-1693-4075-966C-D106B57B9C7D}"/>
                  </a:ext>
                </a:extLst>
              </p14:cNvPr>
              <p14:cNvContentPartPr/>
              <p14:nvPr/>
            </p14:nvContentPartPr>
            <p14:xfrm>
              <a:off x="3479760" y="1941480"/>
              <a:ext cx="8401320" cy="2913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36DC34D-1693-4075-966C-D106B57B9C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0400" y="1932120"/>
                <a:ext cx="8420040" cy="29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909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2" name="Line 22">
            <a:extLst>
              <a:ext uri="{FF2B5EF4-FFF2-40B4-BE49-F238E27FC236}">
                <a16:creationId xmlns:a16="http://schemas.microsoft.com/office/drawing/2014/main" id="{73736E80-9E8D-4172-B285-7A6113134F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1697039"/>
            <a:ext cx="0" cy="1709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543" name="Group 23">
            <a:extLst>
              <a:ext uri="{FF2B5EF4-FFF2-40B4-BE49-F238E27FC236}">
                <a16:creationId xmlns:a16="http://schemas.microsoft.com/office/drawing/2014/main" id="{5F141E31-F991-4E42-8134-A7D9E6A96C33}"/>
              </a:ext>
            </a:extLst>
          </p:cNvPr>
          <p:cNvGrpSpPr>
            <a:grpSpLocks/>
          </p:cNvGrpSpPr>
          <p:nvPr/>
        </p:nvGrpSpPr>
        <p:grpSpPr bwMode="auto">
          <a:xfrm>
            <a:off x="7954964" y="2417764"/>
            <a:ext cx="2408237" cy="1544637"/>
            <a:chOff x="3829" y="1680"/>
            <a:chExt cx="1872" cy="1200"/>
          </a:xfrm>
        </p:grpSpPr>
        <p:sp>
          <p:nvSpPr>
            <p:cNvPr id="15464" name="Line 24">
              <a:extLst>
                <a:ext uri="{FF2B5EF4-FFF2-40B4-BE49-F238E27FC236}">
                  <a16:creationId xmlns:a16="http://schemas.microsoft.com/office/drawing/2014/main" id="{AD7EEB88-8034-422D-ACBC-062C37D29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1" y="1680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" name="Line 25">
              <a:extLst>
                <a:ext uri="{FF2B5EF4-FFF2-40B4-BE49-F238E27FC236}">
                  <a16:creationId xmlns:a16="http://schemas.microsoft.com/office/drawing/2014/main" id="{AF9E0BBE-2A79-4735-BED6-24BCED059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1" y="244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6" name="Group 26">
              <a:extLst>
                <a:ext uri="{FF2B5EF4-FFF2-40B4-BE49-F238E27FC236}">
                  <a16:creationId xmlns:a16="http://schemas.microsoft.com/office/drawing/2014/main" id="{D80FB5EF-8486-4FF3-BD39-64EE4745E6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9" y="1680"/>
              <a:ext cx="1872" cy="1200"/>
              <a:chOff x="3829" y="1680"/>
              <a:chExt cx="1872" cy="1200"/>
            </a:xfrm>
          </p:grpSpPr>
          <p:grpSp>
            <p:nvGrpSpPr>
              <p:cNvPr id="15467" name="Group 27">
                <a:extLst>
                  <a:ext uri="{FF2B5EF4-FFF2-40B4-BE49-F238E27FC236}">
                    <a16:creationId xmlns:a16="http://schemas.microsoft.com/office/drawing/2014/main" id="{E71E5BDC-B866-4453-90C8-91BDA7A180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29" y="1680"/>
                <a:ext cx="1872" cy="1200"/>
                <a:chOff x="3829" y="1680"/>
                <a:chExt cx="1872" cy="1200"/>
              </a:xfrm>
            </p:grpSpPr>
            <p:sp>
              <p:nvSpPr>
                <p:cNvPr id="15469" name="Line 28">
                  <a:extLst>
                    <a:ext uri="{FF2B5EF4-FFF2-40B4-BE49-F238E27FC236}">
                      <a16:creationId xmlns:a16="http://schemas.microsoft.com/office/drawing/2014/main" id="{CB72F73E-0DB0-416F-825D-AD0CB1EEC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29" y="1680"/>
                  <a:ext cx="432" cy="768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0" name="Line 29">
                  <a:extLst>
                    <a:ext uri="{FF2B5EF4-FFF2-40B4-BE49-F238E27FC236}">
                      <a16:creationId xmlns:a16="http://schemas.microsoft.com/office/drawing/2014/main" id="{20B7544E-D4AF-4547-BE98-CB036B3484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1" name="Line 30">
                  <a:extLst>
                    <a:ext uri="{FF2B5EF4-FFF2-40B4-BE49-F238E27FC236}">
                      <a16:creationId xmlns:a16="http://schemas.microsoft.com/office/drawing/2014/main" id="{D2ED8FA2-8D37-4ACD-821A-52626CB9BC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61" y="16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2" name="Line 31">
                  <a:extLst>
                    <a:ext uri="{FF2B5EF4-FFF2-40B4-BE49-F238E27FC236}">
                      <a16:creationId xmlns:a16="http://schemas.microsoft.com/office/drawing/2014/main" id="{DFC863BB-00B8-481D-BA3A-4784B4ED36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7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3" name="Line 32">
                  <a:extLst>
                    <a:ext uri="{FF2B5EF4-FFF2-40B4-BE49-F238E27FC236}">
                      <a16:creationId xmlns:a16="http://schemas.microsoft.com/office/drawing/2014/main" id="{6B5F1864-EEDC-4CB1-B825-AAA4185804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9" y="211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4" name="Line 33">
                  <a:extLst>
                    <a:ext uri="{FF2B5EF4-FFF2-40B4-BE49-F238E27FC236}">
                      <a16:creationId xmlns:a16="http://schemas.microsoft.com/office/drawing/2014/main" id="{D8727309-1A75-4F14-B6E0-6C4FD2D45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288" cy="432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5" name="Line 34">
                  <a:extLst>
                    <a:ext uri="{FF2B5EF4-FFF2-40B4-BE49-F238E27FC236}">
                      <a16:creationId xmlns:a16="http://schemas.microsoft.com/office/drawing/2014/main" id="{46E69914-D22E-45FB-B594-A9FAFF586D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17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6" name="Line 35">
                  <a:extLst>
                    <a:ext uri="{FF2B5EF4-FFF2-40B4-BE49-F238E27FC236}">
                      <a16:creationId xmlns:a16="http://schemas.microsoft.com/office/drawing/2014/main" id="{EBFF9D71-377E-473F-8E75-B9DCF2B92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69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7" name="Line 36">
                  <a:extLst>
                    <a:ext uri="{FF2B5EF4-FFF2-40B4-BE49-F238E27FC236}">
                      <a16:creationId xmlns:a16="http://schemas.microsoft.com/office/drawing/2014/main" id="{2F289F1F-B948-4607-8E8B-F5F334D273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13" y="1680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68" name="Line 37">
                <a:extLst>
                  <a:ext uri="{FF2B5EF4-FFF2-40B4-BE49-F238E27FC236}">
                    <a16:creationId xmlns:a16="http://schemas.microsoft.com/office/drawing/2014/main" id="{0D4605F0-6A61-4A5E-B9BC-6351D22C81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1" y="1680"/>
                <a:ext cx="432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C1A745C2-0965-484A-9D7A-D3F14EB74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1" name="文本占位符 50">
            <a:extLst>
              <a:ext uri="{FF2B5EF4-FFF2-40B4-BE49-F238E27FC236}">
                <a16:creationId xmlns:a16="http://schemas.microsoft.com/office/drawing/2014/main" id="{9C7C05B8-2572-4927-BE6C-DB244A1BD4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0382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67" name="Object 47">
                <a:extLst>
                  <a:ext uri="{FF2B5EF4-FFF2-40B4-BE49-F238E27FC236}">
                    <a16:creationId xmlns:a16="http://schemas.microsoft.com/office/drawing/2014/main" id="{6EDEA52A-4690-4891-A9D1-B5D3A35B6127}"/>
                  </a:ext>
                </a:extLst>
              </p:cNvPr>
              <p:cNvSpPr txBox="1"/>
              <p:nvPr/>
            </p:nvSpPr>
            <p:spPr bwMode="auto">
              <a:xfrm>
                <a:off x="7887192" y="2447776"/>
                <a:ext cx="669070" cy="6279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</m:oMath>
                  </m:oMathPara>
                </a14:m>
                <a:endParaRPr lang="zh-CN" altLang="en-US" sz="320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7567" name="Object 47">
                <a:extLst>
                  <a:ext uri="{FF2B5EF4-FFF2-40B4-BE49-F238E27FC236}">
                    <a16:creationId xmlns:a16="http://schemas.microsoft.com/office/drawing/2014/main" id="{6EDEA52A-4690-4891-A9D1-B5D3A35B6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7192" y="2447776"/>
                <a:ext cx="669070" cy="6279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3" name="Freeform 3">
            <a:extLst>
              <a:ext uri="{FF2B5EF4-FFF2-40B4-BE49-F238E27FC236}">
                <a16:creationId xmlns:a16="http://schemas.microsoft.com/office/drawing/2014/main" id="{E00F8920-A214-4CFD-BAAA-586DB3684691}"/>
              </a:ext>
            </a:extLst>
          </p:cNvPr>
          <p:cNvSpPr>
            <a:spLocks/>
          </p:cNvSpPr>
          <p:nvPr/>
        </p:nvSpPr>
        <p:spPr bwMode="auto">
          <a:xfrm>
            <a:off x="7954963" y="3406776"/>
            <a:ext cx="1852612" cy="555625"/>
          </a:xfrm>
          <a:custGeom>
            <a:avLst/>
            <a:gdLst>
              <a:gd name="T0" fmla="*/ 0 w 1440"/>
              <a:gd name="T1" fmla="*/ 0 h 432"/>
              <a:gd name="T2" fmla="*/ 1482090 w 1440"/>
              <a:gd name="T3" fmla="*/ 0 h 432"/>
              <a:gd name="T4" fmla="*/ 1852612 w 1440"/>
              <a:gd name="T5" fmla="*/ 555625 h 432"/>
              <a:gd name="T6" fmla="*/ 370522 w 1440"/>
              <a:gd name="T7" fmla="*/ 555625 h 432"/>
              <a:gd name="T8" fmla="*/ 0 w 1440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0" h="432">
                <a:moveTo>
                  <a:pt x="0" y="0"/>
                </a:moveTo>
                <a:lnTo>
                  <a:pt x="1152" y="0"/>
                </a:lnTo>
                <a:lnTo>
                  <a:pt x="1440" y="432"/>
                </a:lnTo>
                <a:lnTo>
                  <a:pt x="288" y="432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65" name="Line 45">
            <a:extLst>
              <a:ext uri="{FF2B5EF4-FFF2-40B4-BE49-F238E27FC236}">
                <a16:creationId xmlns:a16="http://schemas.microsoft.com/office/drawing/2014/main" id="{B3E1124A-DCBE-4232-A3E4-2FA5C42CC8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01000" y="2154239"/>
            <a:ext cx="509588" cy="263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66" name="Line 46">
            <a:extLst>
              <a:ext uri="{FF2B5EF4-FFF2-40B4-BE49-F238E27FC236}">
                <a16:creationId xmlns:a16="http://schemas.microsoft.com/office/drawing/2014/main" id="{50140EFF-CD6A-48B7-8C03-CCF349C71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2154239"/>
            <a:ext cx="0" cy="125253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68" name="Arc 48">
            <a:extLst>
              <a:ext uri="{FF2B5EF4-FFF2-40B4-BE49-F238E27FC236}">
                <a16:creationId xmlns:a16="http://schemas.microsoft.com/office/drawing/2014/main" id="{EF536E9B-B309-490C-95C0-CFD62D9249B6}"/>
              </a:ext>
            </a:extLst>
          </p:cNvPr>
          <p:cNvSpPr>
            <a:spLocks/>
          </p:cNvSpPr>
          <p:nvPr/>
        </p:nvSpPr>
        <p:spPr bwMode="auto">
          <a:xfrm>
            <a:off x="7954964" y="3108325"/>
            <a:ext cx="142875" cy="298450"/>
          </a:xfrm>
          <a:custGeom>
            <a:avLst/>
            <a:gdLst>
              <a:gd name="T0" fmla="*/ 0 w 10468"/>
              <a:gd name="T1" fmla="*/ 0 h 21600"/>
              <a:gd name="T2" fmla="*/ 142875 w 10468"/>
              <a:gd name="T3" fmla="*/ 37389 h 21600"/>
              <a:gd name="T4" fmla="*/ 0 w 10468"/>
              <a:gd name="T5" fmla="*/ 29845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68" h="21600" fill="none" extrusionOk="0">
                <a:moveTo>
                  <a:pt x="-1" y="0"/>
                </a:moveTo>
                <a:cubicBezTo>
                  <a:pt x="3662" y="0"/>
                  <a:pt x="7264" y="931"/>
                  <a:pt x="10467" y="2706"/>
                </a:cubicBezTo>
              </a:path>
              <a:path w="10468" h="21600" stroke="0" extrusionOk="0">
                <a:moveTo>
                  <a:pt x="-1" y="0"/>
                </a:moveTo>
                <a:cubicBezTo>
                  <a:pt x="3662" y="0"/>
                  <a:pt x="7264" y="931"/>
                  <a:pt x="10467" y="2706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13" name="Object 61">
                <a:extLst>
                  <a:ext uri="{FF2B5EF4-FFF2-40B4-BE49-F238E27FC236}">
                    <a16:creationId xmlns:a16="http://schemas.microsoft.com/office/drawing/2014/main" id="{4CBEDA87-3231-497D-A92E-2460C63CC0D4}"/>
                  </a:ext>
                </a:extLst>
              </p:cNvPr>
              <p:cNvSpPr txBox="1"/>
              <p:nvPr/>
            </p:nvSpPr>
            <p:spPr bwMode="auto">
              <a:xfrm>
                <a:off x="8026773" y="1227139"/>
                <a:ext cx="1481979" cy="8155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  <m:r>
                        <a:rPr lang="en-US" altLang="zh-CN" sz="3200" b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5413" name="Object 61">
                <a:extLst>
                  <a:ext uri="{FF2B5EF4-FFF2-40B4-BE49-F238E27FC236}">
                    <a16:creationId xmlns:a16="http://schemas.microsoft.com/office/drawing/2014/main" id="{4CBEDA87-3231-497D-A92E-2460C63CC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6773" y="1227139"/>
                <a:ext cx="1481979" cy="8155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1" name="Object 40">
                <a:extLst>
                  <a:ext uri="{FF2B5EF4-FFF2-40B4-BE49-F238E27FC236}">
                    <a16:creationId xmlns:a16="http://schemas.microsoft.com/office/drawing/2014/main" id="{A8D87A2B-CEA7-4B00-B508-3F7168A17FCF}"/>
                  </a:ext>
                </a:extLst>
              </p:cNvPr>
              <p:cNvSpPr txBox="1"/>
              <p:nvPr/>
            </p:nvSpPr>
            <p:spPr bwMode="auto">
              <a:xfrm>
                <a:off x="8319050" y="2543750"/>
                <a:ext cx="669071" cy="605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e>
                      </m:acc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5411" name="Object 40">
                <a:extLst>
                  <a:ext uri="{FF2B5EF4-FFF2-40B4-BE49-F238E27FC236}">
                    <a16:creationId xmlns:a16="http://schemas.microsoft.com/office/drawing/2014/main" id="{A8D87A2B-CEA7-4B00-B508-3F7168A17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9050" y="2543750"/>
                <a:ext cx="669071" cy="605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9" name="Object 39">
                <a:extLst>
                  <a:ext uri="{FF2B5EF4-FFF2-40B4-BE49-F238E27FC236}">
                    <a16:creationId xmlns:a16="http://schemas.microsoft.com/office/drawing/2014/main" id="{79AA0FFF-8092-4973-8B4A-173D9FB6C825}"/>
                  </a:ext>
                </a:extLst>
              </p:cNvPr>
              <p:cNvSpPr txBox="1"/>
              <p:nvPr/>
            </p:nvSpPr>
            <p:spPr bwMode="auto">
              <a:xfrm>
                <a:off x="8767763" y="2973389"/>
                <a:ext cx="669072" cy="6964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5409" name="Object 39">
                <a:extLst>
                  <a:ext uri="{FF2B5EF4-FFF2-40B4-BE49-F238E27FC236}">
                    <a16:creationId xmlns:a16="http://schemas.microsoft.com/office/drawing/2014/main" id="{79AA0FFF-8092-4973-8B4A-173D9FB6C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67763" y="2973389"/>
                <a:ext cx="669072" cy="696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7" name="Object 38">
                <a:extLst>
                  <a:ext uri="{FF2B5EF4-FFF2-40B4-BE49-F238E27FC236}">
                    <a16:creationId xmlns:a16="http://schemas.microsoft.com/office/drawing/2014/main" id="{B582B1DA-AB15-4BAF-822E-779E36F68584}"/>
                  </a:ext>
                </a:extLst>
              </p:cNvPr>
              <p:cNvSpPr txBox="1"/>
              <p:nvPr/>
            </p:nvSpPr>
            <p:spPr bwMode="auto">
              <a:xfrm>
                <a:off x="7686553" y="3610553"/>
                <a:ext cx="555747" cy="5953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zh-CN" altLang="en-US" sz="3200"/>
              </a:p>
            </p:txBody>
          </p:sp>
        </mc:Choice>
        <mc:Fallback xmlns="">
          <p:sp>
            <p:nvSpPr>
              <p:cNvPr id="15407" name="Object 38">
                <a:extLst>
                  <a:ext uri="{FF2B5EF4-FFF2-40B4-BE49-F238E27FC236}">
                    <a16:creationId xmlns:a16="http://schemas.microsoft.com/office/drawing/2014/main" id="{B582B1DA-AB15-4BAF-822E-779E36F68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6553" y="3610553"/>
                <a:ext cx="555747" cy="5953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 167">
            <a:extLst>
              <a:ext uri="{FF2B5EF4-FFF2-40B4-BE49-F238E27FC236}">
                <a16:creationId xmlns:a16="http://schemas.microsoft.com/office/drawing/2014/main" id="{E2CA16B9-66F6-4EF5-9C7B-831EAE7BA6CB}"/>
              </a:ext>
            </a:extLst>
          </p:cNvPr>
          <p:cNvSpPr/>
          <p:nvPr/>
        </p:nvSpPr>
        <p:spPr>
          <a:xfrm>
            <a:off x="877503" y="959881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混合积的几何意义：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A4360D92-F62D-42A0-AE6F-1EB1C58079C2}"/>
                  </a:ext>
                </a:extLst>
              </p:cNvPr>
              <p:cNvSpPr/>
              <p:nvPr/>
            </p:nvSpPr>
            <p:spPr>
              <a:xfrm>
                <a:off x="806482" y="2883166"/>
                <a:ext cx="10980160" cy="856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注意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𝒄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Prj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A4360D92-F62D-42A0-AE6F-1EB1C5807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82" y="2883166"/>
                <a:ext cx="10980160" cy="856325"/>
              </a:xfrm>
              <a:prstGeom prst="rect">
                <a:avLst/>
              </a:prstGeom>
              <a:blipFill>
                <a:blip r:embed="rId7"/>
                <a:stretch>
                  <a:fillRect l="-1387" b="-16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7880245D-C525-47F6-A91A-13CA05050C22}"/>
                  </a:ext>
                </a:extLst>
              </p:cNvPr>
              <p:cNvSpPr/>
              <p:nvPr/>
            </p:nvSpPr>
            <p:spPr>
              <a:xfrm>
                <a:off x="877503" y="4740692"/>
                <a:ext cx="10980160" cy="1456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 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𝒄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为同顶点三条棱的平行六面体的体积，即混合积的绝对值为平行六面体的体积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7880245D-C525-47F6-A91A-13CA05050C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4740692"/>
                <a:ext cx="10980160" cy="1456937"/>
              </a:xfrm>
              <a:prstGeom prst="rect">
                <a:avLst/>
              </a:prstGeom>
              <a:blipFill>
                <a:blip r:embed="rId8"/>
                <a:stretch>
                  <a:fillRect l="-1444" b="-12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1746880"/>
                <a:ext cx="10730306" cy="81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𝒄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746880"/>
                <a:ext cx="10730306" cy="81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06BA738-6310-4677-A332-E238F8E27367}"/>
                  </a:ext>
                </a:extLst>
              </p14:cNvPr>
              <p14:cNvContentPartPr/>
              <p14:nvPr/>
            </p14:nvContentPartPr>
            <p14:xfrm>
              <a:off x="1295640" y="1364760"/>
              <a:ext cx="10289160" cy="4984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06BA738-6310-4677-A332-E238F8E273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6280" y="1355400"/>
                <a:ext cx="10307880" cy="500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67" grpId="0"/>
      <p:bldP spid="15413" grpId="0"/>
      <p:bldP spid="15411" grpId="0"/>
      <p:bldP spid="15409" grpId="0"/>
      <p:bldP spid="15407" grpId="0"/>
      <p:bldP spid="168" grpId="0"/>
      <p:bldP spid="169" grpId="0"/>
      <p:bldP spid="170" grpId="0"/>
      <p:bldP spid="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023194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/>
              <p:nvPr/>
            </p:nvSpPr>
            <p:spPr>
              <a:xfrm>
                <a:off x="878121" y="956380"/>
                <a:ext cx="10980160" cy="81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组成右手系，则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；反之，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CFD8569-58CE-42A9-B901-1ABDD3D9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21" y="956380"/>
                <a:ext cx="10980160" cy="813171"/>
              </a:xfrm>
              <a:prstGeom prst="rect">
                <a:avLst/>
              </a:prstGeom>
              <a:blipFill>
                <a:blip r:embed="rId2"/>
                <a:stretch>
                  <a:fillRect l="-1388" r="-5164" b="-20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AFDEA2-E8AE-414F-A783-B468129B3217}"/>
                  </a:ext>
                </a:extLst>
              </p:cNvPr>
              <p:cNvSpPr/>
              <p:nvPr/>
            </p:nvSpPr>
            <p:spPr>
              <a:xfrm>
                <a:off x="877503" y="2084770"/>
                <a:ext cx="10980160" cy="81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共面的充分必要条件是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 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CAFDEA2-E8AE-414F-A783-B468129B32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2084770"/>
                <a:ext cx="10980160" cy="813171"/>
              </a:xfrm>
              <a:prstGeom prst="rect">
                <a:avLst/>
              </a:prstGeom>
              <a:blipFill>
                <a:blip r:embed="rId3"/>
                <a:stretch>
                  <a:fillRect l="-1444" b="-20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51A9782-FDCB-4A9D-BE3B-1E5E83BDDBD0}"/>
                  </a:ext>
                </a:extLst>
              </p:cNvPr>
              <p:cNvSpPr/>
              <p:nvPr/>
            </p:nvSpPr>
            <p:spPr>
              <a:xfrm>
                <a:off x="877503" y="3213160"/>
                <a:ext cx="10980160" cy="1580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</m:oMath>
                </a14:m>
                <a:endParaRPr lang="en-US" altLang="zh-CN" sz="3200" b="1" i="1" kern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𝒂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𝒃</m:t>
                            </m:r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𝒄</m:t>
                            </m:r>
                          </m:e>
                        </m:acc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51A9782-FDCB-4A9D-BE3B-1E5E83BDD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3213160"/>
                <a:ext cx="10980160" cy="1580048"/>
              </a:xfrm>
              <a:prstGeom prst="rect">
                <a:avLst/>
              </a:prstGeom>
              <a:blipFill>
                <a:blip r:embed="rId4"/>
                <a:stretch>
                  <a:fillRect l="-1444" b="-7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A9AF7DA-5BDC-4AD9-9B6A-EB23E1BA7401}"/>
                  </a:ext>
                </a:extLst>
              </p14:cNvPr>
              <p14:cNvContentPartPr/>
              <p14:nvPr/>
            </p14:nvContentPartPr>
            <p14:xfrm>
              <a:off x="1167840" y="1492560"/>
              <a:ext cx="10699560" cy="3416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A9AF7DA-5BDC-4AD9-9B6A-EB23E1BA74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8480" y="1483200"/>
                <a:ext cx="10718280" cy="343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976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47634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/>
              <p:nvPr/>
            </p:nvSpPr>
            <p:spPr>
              <a:xfrm>
                <a:off x="877501" y="2160683"/>
                <a:ext cx="10730306" cy="2127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𝒃</m:t>
                              </m:r>
                            </m:e>
                          </m:acc>
                          <m:r>
                            <a:rPr lang="en-US" altLang="zh-CN" sz="3200" b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</m:t>
                          </m:r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𝒄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/>
                                        <a:ea typeface="微软雅黑" panose="020B0503020204020204" pitchFamily="34" charset="-122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1" kern="0" smtClea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US" altLang="zh-CN" sz="3200" b="1" i="1" kern="0">
                                        <a:solidFill>
                                          <a:srgbClr val="67666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622518A-40F3-4FFE-BD89-DB7260806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160683"/>
                <a:ext cx="10730306" cy="2127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5ED27B7C-ABD1-476D-915D-30B37954706B}"/>
              </a:ext>
            </a:extLst>
          </p:cNvPr>
          <p:cNvSpPr/>
          <p:nvPr/>
        </p:nvSpPr>
        <p:spPr>
          <a:xfrm>
            <a:off x="877501" y="930527"/>
            <a:ext cx="10980160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向量的混合积坐标表示</a:t>
            </a:r>
            <a:endParaRPr lang="en-US" altLang="zh-CN" sz="3200" b="1" kern="0">
              <a:solidFill>
                <a:srgbClr val="004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12C0A80-D36A-43F3-A05B-946FD1196F66}"/>
                  </a:ext>
                </a:extLst>
              </p:cNvPr>
              <p:cNvSpPr/>
              <p:nvPr/>
            </p:nvSpPr>
            <p:spPr>
              <a:xfrm>
                <a:off x="877503" y="5114302"/>
                <a:ext cx="10980160" cy="749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共面的充分必要条件是上述行列式为 </a:t>
                </a:r>
                <a14:m>
                  <m:oMath xmlns:m="http://schemas.openxmlformats.org/officeDocument/2006/math"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12C0A80-D36A-43F3-A05B-946FD1196F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5114302"/>
                <a:ext cx="10980160" cy="749949"/>
              </a:xfrm>
              <a:prstGeom prst="rect">
                <a:avLst/>
              </a:prstGeom>
              <a:blipFill>
                <a:blip r:embed="rId3"/>
                <a:stretch>
                  <a:fillRect l="-1444" b="-25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5132090-43AE-4B3A-B0B4-BAB2598EA616}"/>
                  </a:ext>
                </a:extLst>
              </p14:cNvPr>
              <p14:cNvContentPartPr/>
              <p14:nvPr/>
            </p14:nvContentPartPr>
            <p14:xfrm>
              <a:off x="1251360" y="1226160"/>
              <a:ext cx="8377560" cy="4746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5132090-43AE-4B3A-B0B4-BAB2598EA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2000" y="1216800"/>
                <a:ext cx="8396280" cy="476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42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21410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：求与向量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均垂直的单位向量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，且求以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acc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𝒃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𝒄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为同顶点三条棱的平行六面体的体积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2141035"/>
              </a:xfrm>
              <a:prstGeom prst="rect">
                <a:avLst/>
              </a:prstGeom>
              <a:blipFill>
                <a:blip r:embed="rId2"/>
                <a:stretch>
                  <a:fillRect l="-1461" r="-225"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𝟔</m:t>
                            </m:r>
                          </m:num>
                          <m:den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𝟕</m:t>
                            </m:r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𝟕</m:t>
                            </m:r>
                          </m:den>
                        </m:f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𝟕</m:t>
                            </m:r>
                          </m:den>
                        </m:f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𝟕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  <a:blipFill>
                <a:blip r:embed="rId3"/>
                <a:stretch>
                  <a:fillRect l="-1444" b="-6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8A0FD0A-E933-48F2-9EAB-EBA7D70C9F2B}"/>
                  </a:ext>
                </a:extLst>
              </p14:cNvPr>
              <p14:cNvContentPartPr/>
              <p14:nvPr/>
            </p14:nvContentPartPr>
            <p14:xfrm>
              <a:off x="2094120" y="2089080"/>
              <a:ext cx="9937440" cy="4741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8A0FD0A-E933-48F2-9EAB-EBA7D70C9F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4760" y="2079720"/>
                <a:ext cx="9956160" cy="47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169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：判别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𝑪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𝟎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𝑫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是否共面？若不共面，求以这四点为顶点的四面体的体积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310295"/>
              </a:xfrm>
              <a:prstGeom prst="rect">
                <a:avLst/>
              </a:prstGeom>
              <a:blipFill>
                <a:blip r:embed="rId2"/>
                <a:stretch>
                  <a:fillRect l="-1461" b="-6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不共面；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𝟕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83939"/>
                <a:ext cx="10980160" cy="998863"/>
              </a:xfrm>
              <a:prstGeom prst="rect">
                <a:avLst/>
              </a:prstGeom>
              <a:blipFill>
                <a:blip r:embed="rId3"/>
                <a:stretch>
                  <a:fillRect l="-1444" b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ADDFC7-D084-4598-82ED-4C22BA844BCE}"/>
                  </a:ext>
                </a:extLst>
              </p:cNvPr>
              <p:cNvSpPr/>
              <p:nvPr/>
            </p:nvSpPr>
            <p:spPr>
              <a:xfrm>
                <a:off x="877502" y="3793676"/>
                <a:ext cx="10980160" cy="1372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平移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个向量，使它们的起点相同，如果此时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个向量的终点与公共起点位于同一个平面，则称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𝒌</m:t>
                    </m:r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个向量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共面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2ADDFC7-D084-4598-82ED-4C22BA844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793676"/>
                <a:ext cx="10980160" cy="1372683"/>
              </a:xfrm>
              <a:prstGeom prst="rect">
                <a:avLst/>
              </a:prstGeom>
              <a:blipFill>
                <a:blip r:embed="rId4"/>
                <a:stretch>
                  <a:fillRect l="-1444" r="-167" b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60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是异面直线，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</a:t>
                </a:r>
                <a:r>
                  <a:rPr lang="en-US" altLang="zh-CN" sz="3200" b="1" kern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过点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，方向与向量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平行，求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𝒍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之间的距离</a:t>
                </a:r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844598" cy="1950470"/>
              </a:xfrm>
              <a:prstGeom prst="rect">
                <a:avLst/>
              </a:prstGeom>
              <a:blipFill>
                <a:blip r:embed="rId2"/>
                <a:stretch>
                  <a:fillRect l="-146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/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∙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3200" b="1" i="1" kern="0" smtClea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D97A760-10DF-4BF7-A05F-6DEF47F81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85457"/>
                <a:ext cx="10980160" cy="1146852"/>
              </a:xfrm>
              <a:prstGeom prst="rect">
                <a:avLst/>
              </a:prstGeom>
              <a:blipFill>
                <a:blip r:embed="rId3"/>
                <a:stretch>
                  <a:fillRect l="-1444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包含 游戏机, 体育&#10;&#10;描述已自动生成">
            <a:extLst>
              <a:ext uri="{FF2B5EF4-FFF2-40B4-BE49-F238E27FC236}">
                <a16:creationId xmlns:a16="http://schemas.microsoft.com/office/drawing/2014/main" id="{85937881-61AB-4865-A269-1E0F53F2F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836" y="2342999"/>
            <a:ext cx="3488215" cy="27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998563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向量的模、方向角、投影；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两向量的数量积；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两向量的向量积；</a:t>
            </a:r>
            <a:endParaRPr lang="en-US" altLang="zh-CN" sz="3200" b="1" kern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向量的混合积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23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477957" cy="464425"/>
          </a:xfrm>
        </p:spPr>
        <p:txBody>
          <a:bodyPr/>
          <a:lstStyle/>
          <a:p>
            <a:r>
              <a:rPr kumimoji="1" lang="zh-CN" altLang="en-US"/>
              <a:t>向量的数量积、向量积、混合积</a:t>
            </a:r>
            <a:endParaRPr kumimoji="1"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7" y="924232"/>
            <a:ext cx="10493714" cy="2653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P13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6-1(A) 2,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8,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习题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6-1(B) 4, 7.</a:t>
            </a:r>
          </a:p>
          <a:p>
            <a:pPr>
              <a:lnSpc>
                <a:spcPct val="130000"/>
              </a:lnSpc>
            </a:pP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P21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习题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6-2(A) 2,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</a:t>
            </a: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6, 9.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习题</a:t>
            </a:r>
            <a:r>
              <a:rPr lang="en-US" altLang="zh-CN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6-2(B) 4(2).</a:t>
            </a:r>
          </a:p>
        </p:txBody>
      </p:sp>
    </p:spTree>
    <p:extLst>
      <p:ext uri="{BB962C8B-B14F-4D97-AF65-F5344CB8AC3E}">
        <p14:creationId xmlns:p14="http://schemas.microsoft.com/office/powerpoint/2010/main" val="297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https://</a:t>
            </a:r>
            <a:r>
              <a:rPr lang="en-US" altLang="zh-CN" sz="1600" err="1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www.bilibili.com</a:t>
            </a:r>
            <a:r>
              <a:rPr lang="en-US" altLang="zh-CN" sz="160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</a:rPr>
              <a:t>/video/av31750902</a:t>
            </a: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328863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8B0D52-7A91-4AD6-86F5-C22F3E705902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55600" rIns="355600" rtlCol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</a:t>
            </a:r>
            <a:r>
              <a:rPr lang="en-US" altLang="zh-CN" sz="1600" err="1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www.bilibili.com</a:t>
            </a:r>
            <a:r>
              <a:rPr lang="en-US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/video/av77429409</a:t>
            </a: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248812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317509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77429409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2775</Words>
  <Application>Microsoft Macintosh PowerPoint</Application>
  <PresentationFormat>宽屏</PresentationFormat>
  <Paragraphs>285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5" baseType="lpstr">
      <vt:lpstr>微软雅黑</vt:lpstr>
      <vt:lpstr>微软雅黑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2</cp:revision>
  <dcterms:created xsi:type="dcterms:W3CDTF">2015-08-18T02:51:41Z</dcterms:created>
  <dcterms:modified xsi:type="dcterms:W3CDTF">2021-12-06T04:07:00Z</dcterms:modified>
</cp:coreProperties>
</file>