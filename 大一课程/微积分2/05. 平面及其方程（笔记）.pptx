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38"/>
  </p:notesMasterIdLst>
  <p:sldIdLst>
    <p:sldId id="587" r:id="rId3"/>
    <p:sldId id="773" r:id="rId4"/>
    <p:sldId id="932" r:id="rId5"/>
    <p:sldId id="952" r:id="rId6"/>
    <p:sldId id="933" r:id="rId7"/>
    <p:sldId id="934" r:id="rId8"/>
    <p:sldId id="953" r:id="rId9"/>
    <p:sldId id="986" r:id="rId10"/>
    <p:sldId id="987" r:id="rId11"/>
    <p:sldId id="964" r:id="rId12"/>
    <p:sldId id="984" r:id="rId13"/>
    <p:sldId id="872" r:id="rId14"/>
    <p:sldId id="422" r:id="rId15"/>
    <p:sldId id="947" r:id="rId16"/>
    <p:sldId id="929" r:id="rId17"/>
    <p:sldId id="928" r:id="rId18"/>
    <p:sldId id="875" r:id="rId19"/>
    <p:sldId id="930" r:id="rId20"/>
    <p:sldId id="935" r:id="rId21"/>
    <p:sldId id="936" r:id="rId22"/>
    <p:sldId id="938" r:id="rId23"/>
    <p:sldId id="944" r:id="rId24"/>
    <p:sldId id="940" r:id="rId25"/>
    <p:sldId id="942" r:id="rId26"/>
    <p:sldId id="943" r:id="rId27"/>
    <p:sldId id="937" r:id="rId28"/>
    <p:sldId id="939" r:id="rId29"/>
    <p:sldId id="945" r:id="rId30"/>
    <p:sldId id="951" r:id="rId31"/>
    <p:sldId id="948" r:id="rId32"/>
    <p:sldId id="946" r:id="rId33"/>
    <p:sldId id="950" r:id="rId34"/>
    <p:sldId id="569" r:id="rId35"/>
    <p:sldId id="949" r:id="rId36"/>
    <p:sldId id="737" r:id="rId37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80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D380F6-7592-374F-8AF3-B25F95B3BEE4}" v="1" dt="2020-12-04T13:48:20.573"/>
    <p1510:client id="{DF5BBD78-197B-4BB0-89CC-1C84D997E932}" v="151" dt="2020-12-05T13:31:46.7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54" autoAdjust="0"/>
    <p:restoredTop sz="93673"/>
  </p:normalViewPr>
  <p:slideViewPr>
    <p:cSldViewPr snapToGrid="0" snapToObjects="1">
      <p:cViewPr varScale="1">
        <p:scale>
          <a:sx n="121" d="100"/>
          <a:sy n="121" d="100"/>
        </p:scale>
        <p:origin x="184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2:03:59.9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22463 6252 317 0,'0'-5'0'0,"2"2"0"0,1 0 0 0,-1-3 0 0,0 2 0 0,-1-4 0 0,1 3 0 0,0-1 0 0,-2 1 0 0,2-2 0 0,0 3 26 0,-1 0 1 0,1-2 4 0,-2 2-4 16,2 0 0-16,-2 1 0 0,0 0 32 0,0-1-24 16,0 3-7-16,0 0 32 15,0-2-1-15,0 1-29 0,0 1 4 0,0 1 43 0,0-3-40 0,0 3-3 16,0 0 38-16,0 0 0 16,0 0-28-16,0 0 4 0,0 0 26 0,0 0-32 15,0 0 8-15,0 0-6 0,0 0-14 0,0 0 25 16,0 0-11-16,0 0 0 0,0 0-16 0,0 0 16 15,0 0-1-15,0 0 5 0,0 0-6 16,0 0 0-16,0 0-3 0,0 0-4 0,0 0 5 0,0 0 12 16,0 0 34-16,0 0-43 0,0 0-1 0,0 3 1 15,0-2 40-15,0 4-28 0,0-3-11 16,0 1 0-16,0 1 0 0,0-1 0 0,0 1 0 0,0 2 42 16,0-2-11-16,0 1-31 0,0-2 2 15,0 6-2-15,0-4 0 0,-2 1 11 16,2 1-20-16,-2 1 9 0,1-1 0 0,1 3 0 15,-2-1-33-15,0 0 44 0,0 0-11 16,0 4 0-16,1-3-32 0,-3 4 25 0,1-3 4 0,-1 0-17 16,1 1 15-16,1 1-4 0,-2-1-12 15,1 1 13-15,1-1 1 0,-2-3 7 0,2 5-45 0,-1-5 36 16,0 2 0-16,1-1 0 0,0-1-37 0,1 0 41 16,-1 1-6-16,0-1-53 0,0 0 50 15,0 1-5-15,1-3 5 0,-1 1-28 0,0 0 25 0,0-1-7 16,0 0 5-16,0 1-2 15,1-2-10-15,1-3-13 0,-2 1 0 0,2 0 0 16,0-3 0-16,0 2 0 0,-2-1 0 0,2-2 0 16,0 0 0-16,0 0 0 0,0 0 0 0,0 0 0 15,0 0 0-15,0 0 0 0,0 0 0 0,0 0 0 16,0 0 0-16,0 0 0 0,0 0 0 0,0 0 0 16,0 0 0-16,0 0 0 0,0 0 0 15,0 0 0-15,0 0 0 0,0 0 0 16,0 0 0-16,0 0 0 0,0 0 0 0,-3 0 0 15,1 0 0-15,1 0 0 0,-3 0 0 16,0 0 0-16,1 0 0 0,-1 0 0 0,0-2 0 0,-1-1 0 16,0 2 0-16,0 0 0 0,-2-2 0 0,1-1 0 15,-1 2 0-15,-1-2 0 0,0 1 0 0,1 1 0 16,-2-2 0-16,1-1 0 0,0 1 0 0,1 0 0 16,0-2 0-16,-1 3 0 0,0-3 0 15,3 1 0-15,-1 1 0 0,1-1 0 16,-1-1 0-16,0 2 0 0,1-1 0 0,-1 3 0 15,3-3 0-15,-4 2 0 0,3-1 0 0,-1 0 0 16,1 2 0-16,1-1 0 0,-1 1 0 0,0 0 0 16,-1-2 0-16,2 3 0 0,0-2 0 0,-1 1 0 15,2-2 0-15,-2 3 0 0,1-1 0 0,1 0 0 16,-2 0 0-16,3 0 0 0,-3 0 0 0,-1 1 0 16,3-2 0-16,1 2 0 0,-1-1 0 15,0 2 0-15,0-2 0 0,0 2 0 0,2 0 0 16,0 0 0-16,-1-2 0 0,1 2 0 15,0 0 0-15,0 0 0 0,-2 0 0 0,2 0 0 16,0 0 0-16,0 0 0 0,0 0 0 0,0 0 0 16,0 0 0-16,0 0 0 0,0-2 0 15,0 2 0-15,0 0 0 0,0 0 0 0,0 0 0 16,0 0 0-16,0 0 0 0,0 0 0 16,0 0 0-16,0 0 0 0,0 0 0 0,0 0 0 15,0 0 0-15,0 0 0 0,0 0 0 0,0 0 0 16,0 0 0-16,0 0 0 0,0 0 0 0,0 0 0 15,0 0 0-15,0 0 0 0,0 0 0 16,0 0 0-16,0 0 0 0,0 0 0 0,-4 2 0 0,0 17 0 16,-2 7-836-16,2 12 200 0</inkml:trace>
  <inkml:trace contextRef="#ctx0" brushRef="#br0" timeOffset="3950.45">23675 6834 1296 0,'0'-1'0'0,"0"-4"0"0,0 1 0 0,0 2 0 0,0-2 0 0,2 1 0 0,-2 1 0 0,0-2 0 0,2 2 0 0,-2 1 0 0,2-1 245 0,0 2-102 0,-2-2-41 0,2 2-10 0,-2 0 74 0,1 0-63 15,1 0-30-15,0 0-1 16,-2 0 17-16,2 0-11 16,0 4-36-16,-2 2-41 0,0-1 40 0,0 2 1 0,0 4 9 0,0 3-259 15,0 0 124-15,0 2 63 0,-2 1-609 0,-2 1 288 16,-1 3 166-16,-1 0 29 0</inkml:trace>
  <inkml:trace contextRef="#ctx0" brushRef="#br0" timeOffset="4082.49">23638 7147 1893 0,'-3'9'0'0,"1"-3"0"0,-1 2 0 0,-4-4 0 0,1-1 0 0,1 2 0 0,1-2 0 0,-2 1 0 0,2 0 0 0,2 1 0 0,0 1 120 0,-1 2-40 0,3-2-32 0,0 6-7 16,0-1 11-16,0 2-430 0,7 1 209 0,0 1 106 15</inkml:trace>
  <inkml:trace contextRef="#ctx0" brushRef="#br0" timeOffset="4220.66">23633 7490 1596 0,'-3'11'0'0,"-1"-2"0"0,1-2 0 0,-1 0 0 0,0-2 0 0,-1 0 0 0,0 2 0 0,2 1 0 0,3 1 0 0,0 3 0 0,0-1 85 0,0 3 0 0,0 0-399 15,1 1 177-15,4 2 97 0,2 0-582 0</inkml:trace>
  <inkml:trace contextRef="#ctx0" brushRef="#br0" timeOffset="4363.32">23615 7904 1472 0,'-7'13'0'0,"2"-1"0"0,2-5 0 0,-1-1 0 0,-1-1 0 0,3 1 0 15,0-2 0-15,0 1 0 0,0 3 0 0,2 1 0 0,0 2 71 0,0 1-30 0,0-3 11 0,0 6-273 0,4-2 132 16,0 2 64-16,1 1-543 0</inkml:trace>
  <inkml:trace contextRef="#ctx0" brushRef="#br0" timeOffset="4486.56">23587 8280 1088 0,'-9'16'0'0,"2"-4"0"0,2-2 0 0,0 1 0 0,-1-2 0 0,1 0 0 0,1-2 0 0,-1 4 0 0,4-1 0 0,-1 4 0 0,2-3 122 0,0 0-30 0,0 2-10 0,0 1-41 16,0-1-545-16,2 2 253 0,1 0 125 0</inkml:trace>
  <inkml:trace contextRef="#ctx0" brushRef="#br0" timeOffset="4608.92">23521 8708 1240 0,'-11'23'0'0,"1"-1"0"0,3-5 0 0,0 0 0 0,-3 0 0 0,4-2 0 15,1 0 0-15,-1-2 0 0,5 0 0 0,-1 2 0 0,0-2 75 0,2 0-84 0,0 1 61 0,0-2-11 0,2 3 1 0,3-3-381 0,1 1 191 16,-3-4 94-16</inkml:trace>
  <inkml:trace contextRef="#ctx0" brushRef="#br0" timeOffset="5160.46">23444 9155 1125 0,'-9'17'0'0,"2"-1"0"0,-4-1 0 0,6-1 0 0,-2-1 0 0,1-1 0 0,3-1 0 0,1-2 0 0,2 1 0 0,0 2 0 0,0-2 68 15,0-1-27-15,0 5 0 0,0-5 11 0,0 4-11 0,2-2-253 0,-1 2 121 16,-1 3 62-16,0 0 29 0,0-1-418 0,0 0 204 16,-5-1 101-16,0 1 34 0,0-3 22 15,-2 2 21-15,3-4 98 0,-1 5-44 0,1-7-8 16,-1 4-47-16,1-3 267 0,3 0-118 0,-1 1-21 16,2 0 7-16,0-3-88 0,0 1 50 15,0-1-30-15,0 1-180 0,0-2 97 0,0 1 35 16,0-2 0-16,0 3-126 0,0-1 74 0,0 3 14 15,0-2 47-15,0 5-21 0,0-4 13 0,-4 3-34 16,1-5 148-16,-4 6-66 0,3-4-31 0,-4 2 7 16,6-3 207-16,-2 1-91 0,-1 1-59 0,3-3 88 15,0 2-56-15,2-1-12 0,0-1 0 16,0-1-138-16,0 0 47 0,0-1 14 0,0 3-291 0,0-1 148 16,2-1 79-16,0-1 22 15,1 1-179-15,-1-2 80 0,0 2 61 0,0-1-7 16,0 1 14-16,-2 0 60 0,0-1 6 0,0 1 38 15,0-1-41-15,-4 3-32 0,0-4 35 16,-1 1 249-16,0 0-152 0,4 2-44 0,-2-3 241 0,1 0-118 16,-1-1-79-16,3-1 5 0,0 1 6 0,0-1-24 15,0 2-10-15,0-2-33 16,0 0-179-16,0 1 90 0,3 0 44 0,-1 0-67 16,0 3 51-16,-2-2 30 0,0 1-163 0,0 3 83 15,0-1 41-15,0 1-16 0,0-2 66 0,0-1-33 16,0 1-35-16,0-1 27 0,0-1 45 0,0-2-4 15,0 2-34-15,0-2-2 0,0 0-79 0,0-1 41 16,0-1 19-16,0 1-35 0,0 2 12 0,0-1 46 16,0 0-35-16,-2 2 28 0,0-2-16 0,-1 2 7 15,1-3 105-15,1 3-49 0,-1-2-18 0,2 2-36 16,-2-3 98-16,2 4-46 16,0 0-10-16</inkml:trace>
  <inkml:trace contextRef="#ctx0" brushRef="#br0" timeOffset="6168.05">23294 10017 609 0,'0'0'0'0,"0"0"0"0,0 0 0 0,0 0 0 0,0 0 0 0,0 0 0 0,0 0 0 0,0 0 0 0,0 0 0 0,0 0 0 0,0 0 66 0,0 0 1 0,0 0 20 16,0 0-47-16,0 0 10 0,0 0-10 0,0 0 43 15,0 0 1-15,0 0-44 16,0 0 45-16,0 0 10 0,0 0-55 0,0 0 0 16,0 0 28-16,0 0 0 0,0 0-28 0,0 0 10 15,0 0 11-15,0 0-21 0,0 0 0 0,0 0-33 16,1 2 0-16,-1-2 43 0,0 0-10 0,0 0-35 15,0 0 35-15,0 0 0 0,0 0-21 0,0 0 28 16,0 0-20-16,0 2 8 0,0-2 34 0,0 2-34 16,0-2-7-16,0 2 13 0,0-2-34 15,-1 0 0-15,-1 0 27 0,2 1-168 0,-2-1 85 16,2 0 34-16,0 0-5 0,0 0-523 16,2 0 254-16,10 2 136 0</inkml:trace>
  <inkml:trace contextRef="#ctx0" brushRef="#br0" timeOffset="38651.28">17439 15518 1293 0,'-4'0'0'0,"1"0"0"0,1-2 0 15,0-1 0-15,0 3 0 0,1 0 0 0,-1 0 0 0,-2 0 0 0,2 0 0 0,-1 0 0 0,2 0 154 0,1 0-60 0,-2 0 137 0,2 0-93 16,0 0-47-16,0 0 0 0,0 0 114 0,0 0-92 16,0 0-34-16,0 0 0 0,0 0 132 0,0 0-83 15,0 0-31-15,2 3 66 0,-2-3-59 0,1 0-30 16,-1 0-1-16,0 0 176 0,3 0-91 0,-3 0-62 16,0 0-86-16,0 0-10 0,2 0 0 0,-2 0 0 15,2 0 0-15,0 0 0 0,0 0 0 0,-1 0 0 16,1 0 0-16,2-3 0 0,-1 2 0 0,1-2 0 15,0 2 0-15,2 0 0 0,-2-2 0 16,1 1 0-16,-1 2 0 0,1 0 0 16,1 0 0-16,0 0 0 0,0 0 0 0,1 0 0 15,-2 0 0-15,3 0 0 0,0 0 0 0,-1 0 0 16,4 0 0-16,-4 0 0 0,4 0 0 0,-1 0 0 16,2 0 0-16,1 0 0 0,-2 0 0 0,1 0 0 15,-1 0 0-15,1 0 0 0,0 2 0 16,-1 1 0-16,3-3 0 0,-3 1 0 0,2 0 0 0,0-1 0 15,0 3 0-15,3-3 0 0,-4 0 0 16,4 0 0-16,-2 0 0 0,4 0 0 16,-4 0 0-16,4 0 0 0,0 0 0 0,-1 0 0 15,2 0 0-15,-2 0 0 0,2 0 0 0,-1 0 0 16,1 0 0-16,0 4 0 0,0-2 0 0,0-1 0 16,1 2 0-16,1-2 0 0,0 1 0 0,2 0 0 15,2-2 0-15,0 2 0 0,-1-2 0 0,1 0 0 16,-2 2 0-16,0-2 0 0,6 0 0 0,-5 2 0 15,-3-2 0-15,7 0 0 16,-2 0 0-16,-3 0 0 0,5 1 0 0,-2-1 0 16,1 0 0-16,-3 0 0 0,2 0 0 0,-3 0 0 15,5 0 0-15,-2 0 0 0,-1 0 0 0,-1 0 0 16,2 0 0-16,-3-1 0 0,3-1 0 0,1 0 0 16,-7 0 0-16,3 0 0 0,1 0 0 0,-1 1 0 15,-1-2 0-15,-1 2 0 0,0-1 0 0,-1 2 0 16,1-3 0-16,0 3 0 0,2 0 0 15,-3 0 0-15,1 0 0 0,1-1 0 0,-2 1 0 0,3 0 0 16,2-3 0-16,-5 3 0 0,3 0 0 16,-1-1 0-16,-1 1 0 0,1 0 0 15,1 0 0-15,0 0 0 0,0 0 0 0,2 0 0 16,0 0 0-16,-4 0 0 0,5 0 0 0,-6 0 0 16,5 0 0-16,-3 0 0 0,1 0 0 0,-1 0 0 15,1 0 0-15,0 0 0 0,0 0 0 0,-2 0 0 16,2 0 0-16,0 0 0 0,3 0 0 0,-6 0 0 15,7 1 0-15,-3-1 0 0,-3 0 0 0,3 0 0 16,1 0 0-16,-1 0 0 16,1 0 0-16,1 0 0 0,-4 0 0 0,6 0 0 15,-1 0 0-15,-1 0 0 0,3 0 0 0,-3 0 0 16,-4 0 0-16,6 0 0 0,-3 0 0 0,-1 0 0 16,1 0 0-16,-2 0 0 0,-1 0 0 0,4 0 0 15,-1 0 0-15,-1 0 0 0,0 0 0 0,1-1 0 16,-3 0 0-16,7-2 0 0,-5 3 0 0,0-2 0 15,0 1 0-15,3-1 0 0,-4 0 0 16,5-1 0-16,-2 2 0 0,-2-1 0 16,1 0 0-16,-3 1 0 0,3 1 0 0,-3-2 0 15,1 2 0-15,0 0 0 0,-2 0 0 0,0 0 0 16,0 0 0-16,2 0 0 0,-3 0 0 0,3 0 0 16,0 0 0-16,-2 0 0 0,2 0 0 0,0 0 0 15,4 0 0-15,-5 0 0 0,5 0 0 16,-4 0 0-16,0 0 0 0,6 0 0 0,-3-3 0 0,0 2 0 15,3 0 0-15,-6 1 0 0,2-3 0 16,1 1 0-16,1 0 0 0,-6 2 0 16,2-1 0-16,0 1 0 0,0-1 0 0,2 1 0 15,-5-4 0-15,2 4 0 0,5 0 0 0,-2-2 0 16,-4 2 0-16,8 0 0 0,-3 0 0 0,0 0 0 16,1-1 0-16,-1 1 0 0,-2-2 0 0,9 0 0 15,-3 2 0-15,-1-2 0 0,1 2 0 0,0-1 0 16,2 1 0-16,-2-2 0 0,0 2 0 0,0 0 0 15,-1 0 0-15,1-2 0 0,-2 2 0 0,2-2 0 16,0 2 0 0,-2 0 0-16,4-2 0 0,-4 2 0 0,3-3 0 0,-1 2 0 15,0-1 0-15,2 1 0 0,-1 1 0 0,1-3 0 16,0 1 0-16,0 2 0 0,2-1 0 0,-2 1 0 16,0 0 0-16,-6 0 0 0,8 0 0 15,-4 0 0-15,2 0 0 0,-2 0 0 16,2 0 0-16,0 0 0 0,0 0 0 0,-1 0 0 15,1-3 0-15,3 3 0 0,-1-1 0 0,3 1 0 16,0-2 0-16,1 0 0 0,-1 0 0 0,3 1 0 16,-2-3 0-16,-3 2 0 0,4-2 0 0,-2 3 0 15,0-3 0-15,-1 0 0 0,1 2 0 0,0-1 0 16,2 1 0-16,0-3 0 0,4 2 0 0,0-2 0 16,0 2 0-16,-4 1 0 0,11-3 0 0,-7 0 0 15,0 5 0-15,0-6 0 0,-1 3 0 0,-3 1 0 16,8-1 0-16,-4 1 0 0,0 0 0 15,1 0 0-15,0 1 0 0,-2 1 0 0,11-2 0 16,-6-1 0-16,-1 3 0 0,2 0 0 16,-4 0 0-16,-4 0 0 0,11 0 0 0,-7 0 0 15,2 0 0-15,-3 0 0 0,2-1 0 0,-2 1 0 16,10-2 0-16,-2 2 0 0,-4 0 0 0,4-2 0 16,-3 2 0-16,-6 0 0 0,10-2 0 0,-5 2 0 15,-2-2 0-15,2 2 0 0,0-1 0 0,-4-1 0 16,10 0 0-16,-3 2 0 0,1-2 0 0,-1 0 0 15,2 2 0-15,-11 0 0 0,11-2 0 16,-4 2 0-16,-4-2 0 0,4 2 0 0,-2-3 0 16,-7 3 0-16,13-1 0 0,-6 1 0 15,5 0 0-15,-2-1 0 0,-7-2 0 0,12 3 0 16,-9 0 0-16,-1-1 0 0,2 1 0 0,-2 0 0 16,-5 0 0-16,8 0 0 0,-4 0 0 0,0 0 0 15,2 0 0-15,2 0 0 0,-5 0 0 0,6 0 0 16,-2 0 0-16,-2 0 0 0,0 0 0 0,-4 0 0 15,0 0 0-15,6 0 0 0,-5 0 0 16,-2 0 0-16,3 0 0 0,-3 0 0 16,-1 0 0-16,10 0 0 0,-4 1 0 0,1 3 0 15,-2-3 0-15,0 4 0 0,-7-1 0 0,3 0 0 16,6-1 0-16,-5-1 0 0,-1 2 0 0,1-1 0 16,-5 2 0-16,4-4 0 0,5 3 0 0,-3-2 0 15,3 1 0-15,-1-1 0 0,-4 1 0 0,8 0 0 16,-6 0 0-16,-4 2 0 0,7-1 0 0,-5-3 0 15,-1 1 0-15,0 0 0 0,1 1 0 0,0 0 0 16,1-2 0-16,2-1 0 16,-3 2 0-16,8 0 0 0,-3 1 0 0,1-2 0 15,-2-1 0-15,1 1 0 0,-11 2 0 0,8-1 0 16,-2-1 0-16,-2 2 0 0,-1-2 0 16,0 2 0-16,-2-2 0 0,-2-1 0 0,-1 2 0 0,-1-2 0 15,0 2 0-15,-1-2 0 0,-4 0 0 0,3 0 0 16,-5 0 0-16,2 0 0 0,-3 0 0 0,-3 0 0 15,0 0 0-15,1-2 0 16,-5-1 0-16,3-4 0 0,1 1 0 0,-8 4 0 16,4-5 0-16,-2 1 0 0,-4 3 0 0,3 0 0 15,-5-1 0-15,1-1 0 0,-2 2 0 0,-1-1 0 16,-1 2 0-16,-1 0 0 0,1 1 0 0,-2-3 0 16,3 2 0-16,-4 0 0 0,0 1 0 0,1-1 0 15,1-1 0-15,-1 2 0 0,0-1 0 0,-1 0 0 16,-1 0 0-16,2 0 0 0,-2 2 0 0,2-1 0 15,0 1 0-15,-1-2 0 16,1 2 0-16,0 0 0 0,-1 0 0 0,1 0 0 16,2 0 0-16,-2 0 0 0,1-2 0 0,1 2 0 15,-1 0 0-15,1 0 0 0,-1 0 0 0,2 0 0 16,3 0 0-16,-3 0 0 0,2 0 0 0,1 0 0 16,-1-2 0-16,3 2 0 0,-1 0 0 0,-1 0 0 15,5 0 0-15,-3-2 0 0,7 2 0 16,-7-2 0-16,3 0 0 0,0 2 0 0,2-3 0 0,3 2 0 15,0 1 0-15,1 0 0 16,0 0 0-16,-1 0 0 0,2 0 0 0,3 0 0 16,-1 0 0-16,1 0 0 0,1 0 0 0,-3 0 0 15,1 0 0-15,3 4 0 0,-2-2 0 0,-1 2 0 16,-2-2 0-16,8 2 0 0,-10-3 0 0,7 1 0 16,1 0 0-16,-5 2 0 0,6-3 0 0,-3 4 0 15,1-4 0-15,-6 1 0 0,9 2 0 0,-3-2 0 16,2 1 0-16,-1 0 0 15,0 3 0-15,0-3 0 16,4 3 0-16,-1-3 0 0,-1 0 0 0,0 2 0 0,-1-2 0 0,-4 2 0 16,7-3 0-16,-5 3 0 0,2-1 0 0,1 0 0 15,-3-1 0-15,3 1 0 0,2 1 0 0,-3-1 0 16,4 2 0-16,-1 0 0 0,0-3 0 0,2 3 0 16,0-2 0-16,1 1 0 0,1-1 0 0,2-1 0 15,-1 2 0-15,1-2 0 0,1 2 0 0,-2-3 0 16,0 1 0-16,1-1 0 0,0-1 0 15,-4 1 0-15,3 0 0 0,-1-1 0 16,-2 2 0-16,1 1 0 0,-1-3 0 0,-2 4 0 16,0-3 0-16,-2 2 0 0,-2 1 0 0,2-1 0 15,-5-1 0-15,7 3 0 0,-12-3 0 0,4 1 0 16,-2 2 0-16,-2-2 0 0,-1-3 0 0,-4 4 0 16,-3-4 0-16,1 1 0 0,-2 0 0 0,1-1 0 15,-5 2 0-15,1-3 0 0,-1 1 0 0,-2-1 0 16,1 0 0-16,-2 2 0 0,0-2 0 0,-2 0 0 15,3 0 0-15,-3 0 0 0,0 2 0 16,0-1 0-16,0 4 0 0,0 3 0 16,0 0 0-16,-11 4 0 0,-1 2 0 0,-8 4 0 15,0 2 0-15,-5-2-158 0,-12 4-140 0,-4 3 125 16,-13 5-506-16</inkml:trace>
  <inkml:trace contextRef="#ctx0" brushRef="#br0" timeOffset="39933.21">2906 17399 1060 0,'-30'0'0'0,"6"0"0"0,1 0 0 0,4 0 0 0,3 0 0 0,0-1 0 0,2-4 0 0,0 0 0 0,3 1 0 0,5-1 0 0,-4 0 228 0,3 1-94 0,0 3-47 0,4-3 0 16,0 1 153-16,-2 0-105 15,0 2-48-15,5-2 80 0,-2 2-63 0,2-1-32 16,0 2 206-16,0 0-123 0,0 0-58 0,0 0-29 16,0 0 124-16,0 0-76 0,2 0-28 0,6 0-10 15,2 2 130-15,2-1-84 0,3 6-42 0,0-4-38 16,3 1-44-16,2 0 0 0,-1 2 0 0,2-2 0 16,4 1 0-16,0-1 0 0,-3-1 0 0,8 1 0 15,0 0 0-15,-2 1 0 0,2-3 0 0,-2 2 0 16,-1 0 0-16,5-2 0 0,-3 3 0 15,0 1 0-15,2-2 0 0,-1 1 0 16,2-1 0-16,0 0 0 0,1 1 0 0,-1-3 0 16,-1 2 0-16,1 0 0 0,0-1 0 0,0 1 0 15,1 0 0-15,5 1 0 0,-6-3 0 0,4 1 0 16,-1 3 0-16,-3-3 0 0,0 1 0 0,1-1 0 16,0 2 0-16,2 0 0 0,-1-1 0 0,1 0 0 15,0-2 0-15,1 1 0 0,1-1 0 0,-1 0 0 16,1-2 0-16,8 0 0 0,0 0 0 15,-7 0 0-15,4 0 0 0,0 0 0 16,-6 0 0-16,4 0 0 0,5 0 0 0,-6 0 0 16,3 0 0-16,-8-2 0 0,8 2 0 0,-4 0 0 15,0 0 0-15,1 0 0 0,4 0 0 0,2 0 0 16,-9 0 0-16,11 0 0 0,-4 0 0 0,-2 0 0 16,3 0 0-16,0 0 0 0,-6 0 0 0,10 0 0 15,-4 0 0-15,2-2 0 0,-2-1 0 16,0 3 0-16,0-2 0 0,8-1 0 0,-6 2 0 0,2-1 0 15,-2 0 0-15,-5 0 0 16,8 2 0-16,-5 0 0 0,1-2 0 0,-2 2 0 16,3 0 0-16,-8 0 0 0,10 0 0 0,-4 0 0 15,-2 0 0-15,1 0 0 0,-2 0 0 0,-5 0 0 16,3 0 0-16,-2 0 0 0,-2 0 0 0,-3 0 0 16,-2 0 0-16,-4-1 0 0,-1 1 0 0,-3 0 0 15,-1 0 0-15,-6 0 0 0,0 0 0 0,-4 0 0 16,-3-3 0-16,0 3 0 0,-5 0 0 0,1 0 0 15,-3 0 0-15,1 0 0 16,-2 0 0-16,0 0 0 0,0 0 0 0,0 0 0 16,0 0 0-16,0 0 0 0,0 0 0 0,0 0 0 15,0 0 0-15,0 0 0 0,0 0 0 0,0 0 0 16,0 0 0-16,0 0 0 0,2 0 0 0,2 0 0 16,6 12 0-16,3 3 0 0,4 7 0 15,4 13-104-15,6 3-129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2:05:28.79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6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12:05:44.556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14646 4263 1197 0,'0'-11'-4'0,"0"3"-4"0,0 3 0 0,0-3 2 0,0 2 1 0,0 0 1 0,0 0 1 0,1-1 1 0,-1 0 0 0,2 1 1 0,0 1 113 0,0 1-60 0,0 0 147 0,-1 0-74 0,3 1-36 0,0 1 13 16,-1 0 77-16,3 0-63 0,0-1-1 15,0 3-14-15,-1 0 0 0,-1 0-36 16,-1 0-13-16,5 0 128 0,-2 0-50 15,0 0-14-15,-1 0 44 0,0 0-41 0,-1 0-13 0,4 0-54 16,-2 0 128-16,-1 0-64 0,1 0 13 0,-1 0-76 16,3-1-25-16,-2 1-28 0,1 0 0 0,2 0 0 15,0 0 0-15,0 0 0 0,0 0 0 16,0 0 0-16,1 0 0 0,-1 0 0 0,0 0 0 0,1 0 0 16,-1 1 0-16,0 4 0 15,0-3 0-15,0 1 0 0,-2-1 0 0,0 2 0 16,3 0 0-16,-2 0 0 0,1-1 0 0,-2 1 0 15,3 0 0-15,1 2 0 0,-2 0 0 16,3-3 0-16,-1 2 0 0,0 1 0 0,1-2 0 0,2 2 0 16,0-1 0-16,-1-1 0 0,0 0 0 15,0 0 0-15,0 1 0 0,-1-1 0 0,0 2 0 16,2-1 0-16,-3 2 0 0,2-2 0 0,-1 0 0 0,0 2 0 16,0-1 0-16,1-1 0 0,1 2 0 15,-2-2 0-15,3 1 0 0,0-2 0 0,0-1 0 16,2 2 0-16,-2 0 0 0,0-1 0 15,0 0 0-15,2 1 0 0,-2 0 0 0,0-1 0 16,0 2 0-16,-1-1 0 0,0 1 0 0,0-1 0 16,0 1 0-16,0 0 0 0,-1 2 0 0,1-3 0 15,-2 1 0-15,3 1 0 0,-1 0 0 16,-2-2 0-16,2 0 0 0,-1 1 0 0,2-1 0 0,-2 1 0 16,0 2 0-16,2-3 0 15,-2 3 0-15,3-3 0 0,-4 1 0 0,4 2 0 16,-3-3 0-16,0 1 0 0,0 2 0 0,3-3 0 15,-4 3 0-15,1-3 0 0,3 3 0 0,-4-3 0 16,4 3 0-16,-2-1 0 0,0 1 0 0,1 0 0 16,-2-2 0-16,2 2 0 0,-1 1 0 0,0-1 0 15,-1 1 0-15,2 0 0 0,0-1 0 16,0 2 0-16,3-1 0 0,-4 0 0 16,5 1 0-16,-2 1 0 0,0-1 0 0,1 1 0 0,0 0 0 15,0-1 0-15,1 2 0 0,0-1 0 16,-1-1 0-16,2 1 0 0,2 3 0 0,-5-4 0 15,6 2 0-15,-1-1 0 0,0 2 0 0,1-1 0 16,0-1 0-16,-2 1 0 0,4 1 0 0,-2 0 0 16,0-2 0-16,0 3 0 0,-2-3 0 0,-1-2 0 15,4 6 0-15,-2-4 0 0,1 0 0 0,-2 2 0 16,2-1 0-16,-7-1 0 16,9 4 0-16,-4-3 0 0,0-1 0 0,0 2 0 0,2-1 0 0,-5-1 0 15,7 2 0-15,-4-2 0 16,2 2 0-16,0-2 0 0,0 1 0 0,0-1 0 15,4 0 0-15,-4 0 0 0,1 1 0 0,1-1 0 16,0 0 0-16,-6-1 0 0,6 3 0 0,0-2 0 16,-2 0 0-16,1 0 0 0,-2 1 0 0,-1-3 0 15,7 3 0-15,-5-1 0 0,1 0 0 0,0 1 0 16,1-1 0-16,-2-2 0 16,3 2 0-16,-2-2 0 0,0 3 0 0,1-3 0 15,1 3 0-15,-3-5 0 0,7 4 0 0,-6-1 0 16,2-1 0-16,-1 2 0 0,1-1 0 0,-6-1 0 15,9 2 0-15,-6-1 0 0,1-1 0 0,1 2 0 16,-2-1 0-16,0-1 0 0,4 3 0 0,-1-3 0 16,-1 2 0-16,-1 0 0 0,2-2 0 0,-3 4 0 15,5-3 0-15,-5 2 0 0,3-1 0 16,-2 0 0-16,0 2 0 0,3-1 0 0,-1-1 0 16,1 0 0-16,-1 2 0 0,0-1 0 15,0-1 0-15,-3 1 0 0,5 0 0 0,-3-2 0 16,-1 2 0-16,2-2 0 0,-3 1 0 0,3 0 0 15,-1 2 0-15,-1-3 0 0,0 1 0 0,1 3 0 16,-3-5 0-16,7 7 0 0,-5-5 0 0,2-1 0 16,-2 4 0-16,1-3 0 0,0 0 0 0,3 3 0 15,-2-3 0-15,0 0 0 0,0 0 0 16,1 1 0-16,-3-1 0 0,4 2 0 0,-3-2 0 16,2-1 0-16,-2 1 0 15,0 0 0-15,-3-1 0 0,5 3 0 0,-3 0 0 0,0-2 0 16,1 0 0-16,-3 1 0 0,1-1 0 0,1 0 0 15,1 0 0-15,-4 2 0 0,1-1 0 0,0-1 0 16,-1-1 0-16,4 2 0 0,-1 0 0 0,2-1 0 16,-2 1 0-16,1-1 0 0,-2 0 0 0,5 0 0 15,-4 0 0-15,0 1 0 0,1 1 0 0,-6-4 0 16,5 4 0-16,0-1 0 0,-1 0 0 0,2 0 0 16,-2 1 0-16,0-1 0 15,-2-2 0-15,4 6 0 0,-3-5 0 0,2 3 0 16,-1-3 0-16,0 2 0 0,-3-5 0 0,5 7 0 15,-3-5 0-15,3 3 0 0,0-1 0 0,-2 1 0 16,0-4 0-16,4 5 0 0,-3-3 0 0,-2 1 0 16,3 0 0-16,-3-1 0 0,1 1 0 15,1-1 0-15,0 0 0 0,-1 0 0 0,2 0 0 0,-1 1 0 16,-4-3 0-16,9 2 0 0,-3 1 0 0,1-2 0 16,-3-2 0-16,3 4 0 15,-6-3 0-15,8 2 0 0,-3-1 0 0,1-1 0 16,-3 3 0-16,3-3 0 0,-5 0 0 0,4 3 0 15,-1-3 0-15,-1 1 0 0,1 0 0 0,-2-2 0 16,-3 0 0-16,2-1 0 0,2 3 0 0,-5-3 0 16,2 1 0-16,-1-1 0 0,1 1 0 15,0-2 0-15,-3 1 0 0,2-1 0 0,-1 1 0 0,-1-2 0 16,-1 3 0-16,-2-2 0 16,0 0 0-16,0 0 0 0,-1-3 0 0,-4 2 0 0,3-1 0 15,-1 1 0-15,-3-2 0 0,-2 1 0 16,4-2 0-16,-6 1 0 0,2-1 0 0,-3-2 0 15,1 2 0-15,-1-2 0 0,-1 2 0 0,-1-2 0 16,-1 0 0-16,1 0 0 0,-2 0 0 0,0 0 0 16,0 0 0-16,0 0 0 0,0 0 0 0,0 0 0 15,0 0 0-15,0 0 0 0,0 0 0 0,0-2 0 16,0-2 0-16,0 1 0 0,0-2 0 0,-2 2 0 16,-1 2 0-16,-5 1 0 15,-2 0-118-15</inkml:trace>
  <inkml:trace contextRef="#ctx0" brushRef="#br0" timeOffset="3950.32">17260 4188 1014 0,'-5'-14'0'15,"1"7"0"-15,3 0 0 0,-3 1 0 0,2 0 0 0,2 1 0 0,-2 1 0 0,0-1 0 0,2 1 1 0,0-1 1 0,0 4 75 0,0-4 124 0,0 4-66 16,0 0-50-16,0-2 1 0,0 2 48 0,2-1-43 0,2 0 0 16,3 2-33-16,-1 0 60 0,4 0-35 15,-3 0 0-15,2 0 28 0,3 0-32 0,-3 2 11 16,4 4-44-16,-1-1 58 0,-1 1-30 15,2 1 0-15,-2-1 7 0,2-1-24 0,1 3-12 16,-2-2 0-16,0 1 42 0,1-1-42 0,0 1 0 0,-1-2 11 16,0 3 44-16,2-1-55 0,-1 2 0 0,0-4 9 15,0 5-9-15,0-3 11 0,3 1-11 16,-4 1-4-16,4-2 4 0,-2 2-1 16,2-1-23-16,0 2 35 0,2-3-20 0,-4 0-36 15,3 3 0-15,-2-2 0 0,1-1 0 0,0 1 0 16,1-1 0-16,0 1 0 0,0 1 0 0,0-2 0 15,1 1 0-15,3 1 0 0,-2-1 0 0,2-1 0 16,1 1 0-16,-2-2 0 0,3 1 0 0,0 1 0 16,2-1 0-16,-7-1 0 0,5 1 0 0,-1-1 0 15,3 1 0-15,-5-1 0 0,7 1 0 0,-8 1 0 16,2-2 0-16,2 1 0 0,-2 2 0 16,0-3 0-16,-1 1 0 0,-1 1 0 15,0 1 0-15,0-1 0 0,4 2 0 0,-7-2 0 16,5 1 0-16,0 0 0 0,-1-1 0 0,3 2 0 15,0-1 0-15,-2-1 0 0,2 2 0 0,-4-1 0 16,8 1 0-16,-7-1 0 0,1-1 0 0,5 1 0 16,-3 0 0-16,1 1 0 0,0-1 0 0,3 1 0 15,1-2 0-15,-2-1 0 0,3 4 0 16,-3-4 0 0,1 1 0-16,-4 0 0 0,0-1 0 0,3 0 0 0,-1 1 0 0,1 2 0 15,-2-4 0-15,-1 3 0 0,-2-2 0 0,5 2 0 16,-4 1 0-16,-3-3 0 0,6 2 0 0,-3-1 0 15,-1-1 0-15,3 3 0 0,-1-1 0 0,1 1 0 16,-1-3 0-16,3 3 0 0,-3-3 0 0,5 0 0 16,-1 1 0-16,-2 0 0 0,1 0 0 0,1 1 0 15,-4-2 0-15,5-2 0 0,-2 2 0 0,-2 2 0 16,1 0 0-16,-1-2 0 16,-1 2 0-16,4 0 0 0,-4-2 0 0,4 2 0 15,-3-1 0-15,3 1 0 0,-5-3 0 0,4 3 0 16,0 0 0-16,-1 0 0 0,-2-3 0 0,1 4 0 15,-2-2 0-15,5 0 0 0,-5 1 0 0,-1 0 0 16,3 2 0-16,-1-1 0 0,-4-2 0 0,6 4 0 16,-4-2 0-16,-1 0 0 0,4 3 0 15,-7-6 0-15,4 4 0 0,0-1 0 0,-3-1 0 0,3 0 0 16,0 0 0-16,-3 3 0 16,3-3 0-16,-1 0 0 0,1 1 0 0,-2 0 0 15,1-1 0-15,-1 2 0 0,2-2 0 0,-1 1 0 16,-1 1 0-16,2-2 0 0,1 3 0 0,-3-3 0 15,2 2 0-15,1 0 0 0,-3-1 0 0,2-1 0 16,-1 3 0-16,1-3 0 0,0 2 0 0,-3-1 0 16,2-1 0-16,1 1 0 0,-3-3 0 15,3 2 0-15,0 1 0 0,-3 0 0 0,3-3 0 0,-3 2 0 16,3-2 0-16,0 3 0 0,-1-1 0 0,1-1 0 16,0 1 0-16,-3-2 0 15,3 4 0-15,0-4 0 0,-1 3 0 0,5 0 0 16,-8-2 0-16,5 1 0 0,-1 0 0 0,0 1 0 15,4 0 0-15,-5-1 0 0,-1-2 0 0,2 3 0 16,1-1 0-16,-3 1 0 0,2-3 0 0,-1 2 0 16,-1 1 0-16,-1-3 0 0,1 2 0 0,0 1 0 15,-2-3 0-15,2 3 0 0,-1-1 0 16,1 0 0-16,0 0 0 0,0-2 0 0,-2 1 0 16,-1 1 0-16,5-2 0 0,-2 3 0 15,-2-3 0-15,2 1 0 0,-1-1 0 16,0 1 0-16,-1-1 0 0,-1 1 0 0,0-1 0 0,0-1 0 15,0 2 0-15,-4-1 0 0,1-1 0 0,1 1 0 16,-3 1 0-16,1-4 0 0,-1 5 0 0,-1-3 0 16,1 0 0-16,-2 1 0 0,2 0 0 0,-3-1 0 15,1-1 0-15,-2 1 0 0,2 0 0 0,1 0 0 16,-2 0 0-16,1-2 0 0,-1 2 0 16,-1-1 0-16,0-1 0 0,1 2 0 15,2-1 0-15,-3 1 0 0,0 0 0 0,1-2 0 16,-3 1 0-16,3 1 0 0,-2-2 0 0,1 1 0 15,2 1 0-15,-1-2 0 0,-2 0 0 0,1 1 0 16,0 0 0-16,2 0 0 0,-2 0 0 0,-2-1 0 16,3 0 0-16,-3 2 0 0,3-2 0 15,-2-1 0-15,-1 1 0 0,1-1 0 0,1 1 0 0,-1 1 0 16,2-1 0-16,-3 1 0 16,1-3 0-16,-1 2 0 0,2 0 0 0,-4 1 0 15,4-4 0-15,-1 3 0 0,-2-2 0 0,1 2 0 16,0 0 0-16,0-1 0 0,-1-2 0 0,-1 4 0 15,3-3 0-15,-3 2 0 0,1-3 0 0,3 3 0 16,-4-2 0-16,1 1 0 0,-1-1 0 0,3 2 0 16,-2-2 0-16,-1 2 0 0,2-2 0 0,-2 1 0 15,1 0 0-15,0 0 0 0,-1-1 0 0,1-1 0 16,0 4 0-16,-1-1 0 16,2-3 0-16,-1 3 0 0,1 0 0 0,-1 1 0 15,1 2 0-15,1-2 0 0,0 1 0 0,-1-1 0 16,1 1 0-16,-1-1 0 0,3 1 0 0,-3 0 0 15,1 0 0-15,2-1 0 0,-3 1 0 0,1-1 0 16,-1-1 0-16,2 0 0 0,-2 0 0 0,0 2 0 16,1-3 0-16,-1 3 0 0,2-3 0 0,-4 0 0 15,3 4 0-15,-1-4 0 0,1 4 0 0,-3-2 0 16,4-2 0-16,-2 4 0 0,1-1 0 0,-3 0 0 16,3 0 0-16,-2-1 0 15,-1-1 0-15,4 1 0 0,-4 1 0 0,3 0 0 16,-3 0 0-16,3-3 0 0,-3 3 0 0,4 0 0 15,-4-1 0-15,3 1 0 0,-1-1 0 0,-1 2 0 16,1-1 0-16,2 3 0 0,-2-4 0 0,1 2 0 16,-1-1 0-16,-1 2 0 0,1-1 0 15,2 0 0-15,-2 3 0 0,3-1 0 0,-3 1 0 0,0 1 0 16,2-4 0-16,-2 6 0 16,3-3 0-16,-3-1 0 0,2 2 0 0,0 0 0 15,0 3 0-15,-1-3 0 0,1 1 0 0,-2 0 0 16,2 0 0-16,-2-2 0 0,1 5 0 15,1-5 0-15,-2 4 0 0,2-1 0 0,-4-1 0 16,3-4 0-16,-1 6 0 0,-3-5 0 0,4 0 0 16,-3 2 0-16,2-5 0 0,-2 4 0 0,1 0 0 0,0-4 0 15,-1 2 0-15,-1 0 0 16,2-1 0-16,-2 3 0 0,1 1 0 0,-1-2 0 0,1 1 0 16,-1-2 0-16,0 2 0 0,-1 1 0 15,1 0 0-15,0 1 0 0,0-1 0 0,-2 1 0 16,2-1 0-16,-1 0 0 0,1 2 0 0,-2 1 0 15,2-3 0-15,-2 0 0 0,0 4 0 0,0-3 0 16,0 1 0-16,0-3 0 0,0 2 0 16,0-2 0-16,0 1 0 0,0-1 0 0,0 2 0 0,0-2 0 15,0 1 0-15,-2 1 0 0,0 0 0 16,-1-2 0-16,1 3 0 0,0 0 0 0,-1-2 0 0,-1 1 0 16,1-1 0-16,-1 1 0 15,1 0 0-15,-3 3 0 0,5-3 0 0,-3 0 0 16,-2 2 0-16,5-3 0 0,-6 2 0 0,2 1 0 15,1-2 0-15,0-1 0 0,-1 3 0 0,1-1 0 16,-1 0 0-16,-1 1 0 0,0 1 0 0,-1-2 0 16,3 0 0-16,-1 0 0 0,-2 0 0 0,2 0 0 15,-1 0 0-15,-1-1 0 0,2-1 0 0,-2 0 0 16,0 0 0-16,0 0 0 16,-1 1 0-16,0-1 0 0,1 1 0 0,0-3 0 15,-1 2 0-15,-4 2 0 0,3 1 0 0,0-2 0 16,-3 2 0-16,3-1 0 0,-2 0 0 0,-1-2 0 15,2 2 0-15,-3 1 0 0,-1-1 0 0,1 0 0 16,-2 0 0-16,0 0 0 0,0 0 0 0,0-1 0 16,0-1 0-16,0 0 0 15,0-2 0-15,0 3 0 0,0-3 0 0,0 1 0 0,-2-2 0 0,0 2 0 16,-2 0 0-16,-2-1 0 16,-1 3 0-16,-1-3 0 0,4-2 0 0,-6 4 0 15,0-1 0-15,2 0 0 0,-1-1 0 0,-1 0 0 16,3 1 0-16,-4 1 0 0,-1 0 0 0,-1-2 0 15,2 1 0-15,-2 1 0 0,-3 0 0 0,1 1 0 16,-2-1 0-16,2 1 0 0,0-2 0 0,0 2 0 16,0 1 0-16,-2-2 0 0,0 0 0 0,0 0 0 15,1 3 0-15,-1-3 0 0,0 2 0 0,-2-2 0 16,0 0 0-16,3-1 0 16,-5 2 0-16,2-1 0 0,-1-2 0 0,-7 0 0 15,8 1 0-15,-3-1 0 0,1-1 0 0,-1-1 0 16,0 2 0-16,2-1 0 0,-3 0 0 0,5-1 0 15,-3-1 0-15,1-1 0 0,0 3 0 0,1-2 0 16,-1-1 0-16,-1 1 0 0,2-2 0 0,-3 1 0 16,0 1 0-16,0-2 0 0,0 0 0 0,3 1 0 15,-1-1 0-15,-3 0 0 0,3-1 0 16,-2-1 0-16,2 0 0 0,-1 0 0 16,1 0 0-16,-3-2 0 0,2 1 0 0,-2-1 0 15,-4 0 0-15,3 2 0 0,-3-2 0 0,-3 4 0 16,3-3 0-16,-6 5 0 0,2-3 0 0,1 1 0 15,3-1 0-15,0-1 0 0,3 2 0 0,-9-1 0 16,5 1 0-16,-1-2 0 0,-2 2 0 16,0-1 0-16,-4 0 0 0,3 0 0 0,1-1 0 0,0 0 0 15,-1 0 0-15,2-2 0 0,4 0 0 16,-10 0 0-16,6 0 0 0,1 0 0 16,-4 0 0-16,1 0 0 0,4 0 0 0,-10 0 0 15,5-2 0-15,-1-3 0 0,2 1 0 0,3-2 0 16,-6-2 0-16,3 1 0 0,2 0 0 0,-2-4 0 15,0 4 0-15,5-2 0 0,-11-2 0 0,7 0 0 16,-3-1 0-16,2 1 0 0,0-1 0 0,8 0 0 16,-12-3 0-16,6 1 0 0,-1-1 0 0,4 0 0 15,-3 1 0-15,5-1 0 0,-7-2 0 0,2 2 0 16,2-2 0-16,-4 0 0 16,2 1 0-16,6 0 0 0,-9-1 0 0,6 0 0 15,0 2 0-15,1-1 0 0,0 0 0 0,3 3 0 16,-4-4 0-16,3 4 0 0,2 0 0 0,-5-2 0 15,3 2 0-15,3 2 0 0,-9-4 0 0,6 0 0 16,5 5 0-16,-1-3 0 0,-1-2 0 16,-1 1 0-16,2 1 0 0,0 1 0 0,1-3 0 15,0 1 0-15,0-1 0 0,1 1 0 0,1-1 0 16,0 1 0-16,0 0 0 0,0-2 0 16,0 3 0-16,2-3 0 0,-2 2 0 0,2-1 0 15,0 1 0-15,2-1 0 0,1 1 0 0,1 1 0 16,-2-3 0-16,3 3 0 0,0-2 0 0,-2 0 0 15,1 0 0-15,3 2 0 0,-3-4 0 0,1 2 0 16,-1 1 0-16,4-2 0 0,-3 2 0 0,4-1 0 16,-4-1 0-16,2 1 0 15,-2 1 0-15,2 1 0 0,3 2 0 0,-1 0 0 0,-3 0 0 0,4 1 0 16,-3-1 0-16,4 3 0 16,-2-1 0-16,1 0 0 0,2 0 0 0,0-1 0 15,-1 1 0-15,3-1 0 0,-2-1 0 0,-1 2 0 16,3-3 0-16,-2 1 0 0,2-3 0 0,-3 2 0 15,4-1 0-15,-2-2 0 0,3 1 0 0,-4-1 0 16,4 2 0-16,0 0 0 0,-1 0 0 16,2 2 0-16,0-3 0 0,-1 6 0 0,1-3 0 0,3 1 0 15,-4-2 0-15,3 5 0 16,-1-3 0-16,1 3 0 0,0-2 0 0,-1 1 0 16,3 1 0-16,-2-1 0 0,1 2 0 0,-1-1 0 15,4 1 0-15,-1 0 0 0,-1-1 0 0,1 1 0 16,1 1 0-16,-1-1 0 0,1-2 0 0,1 3 0 15,-1 1 0-15,2-1 0 0,-2-1 0 0,0 0 0 16,1 1 0-16,1 1 0 0,-1-2 0 0,0 0 0 16,-1 3 0-16,1-3 0 0,1 1 0 0,-2-1 0 15,0 1 0-15,2-1 0 16,-3 2 0-16,1-1 0 0,2-1 0 0,-4 0 0 16,2 0 0-16,2 3 0 0,-3-3 0 15,0 2 0-15,1 0 0 0,0-1 0 0,-1 1 0 0,0 0 0 16,1 1 0-16,1-1 0 0,-1 0 0 0,-1 0 0 15,2 3 0-15,1-4 0 0,-1 3 0 0,3-1 0 16,-3-1 0-16,5 2 0 0,-4-1 0 0,1 1 0 16,1 0 0-16,1 0 0 0,-2 0 0 15,4 0 0-15,-3 2 0 0,3-2 0 0,-2 2 0 16,2 0 0-16,-2 0 0 0,2 0 0 16,0 0 0-16,0 0 0 0,0 0 0 0,0 0 0 15,0 0 0-15,0 0 0 0,0 0 0 0,0 0 0 16,0 0 0-16,0 0 0 0,0 0 0 0,0 0 0 15,0 0 0-15,0 0 0 0,0 0 0 0,-2-1 0 16,2-2 0-16,-2 2 0 0,0 0 0 16,1 1-275-16,1 0-5 0,0 0 118 0</inkml:trace>
  <inkml:trace contextRef="#ctx0" brushRef="#br0" timeOffset="9510.29">20756 4145 827 0,'0'-4'0'0,"0"0"0"0,0 2 0 0,0-1 0 0,0-4 0 0,0 1 0 0,0 4 0 0,0-4 0 0,0 2 0 0,0-1 0 0,0 2 159 0,0 0-56 15,0 0-1-15,0 2-55 0,0-1 108 0,0 2-59 16,0 0-1-16,0 0-5 0,0 0 1 15,0 0-44-15,0 0 11 0,0 0 57 0,2 0-34 16,0 0 0-16,2 0-34 0,-3 0 31 0,3 0 11 0,1 0-42 16,-3 0 92-16,3 2-46 15,-1-1 0-15,-1 2-47 0,1-1 93 0,0-1-52 16,-3 2 0-16,3-2 32 0,1 1-36 0,-2 0-1 16,1 0-23-16,0 0 39 0,-1 1-1 15,1 0-50-15,-1-1 36 0,3 1 0 0,-1 0-24 0,-2 0-30 16,1 1-29-16,1-1 0 0,-1 1 0 0,0 0 0 15,1-1 0-15,0 1 0 0,0 0 0 0,-1 0 0 16,1 0 0-16,1 1 0 0,1-1 0 0,-1-1 0 16,2 2 0-16,-3 0 0 0,2-1 0 15,2-1 0-15,-4 1 0 0,2 1 0 16,1 0 0-16,0-1 0 0,-3 0 0 0,3-1 0 16,-3 2 0-16,2-1 0 0,2 0 0 0,-4 1 0 15,2-3 0-15,1 2 0 0,2 2 0 0,-3-3 0 16,2 2 0-16,0 0 0 0,1 0 0 0,-1 0 0 15,0 0 0-15,1 0 0 0,0 0 0 0,-1-2 0 16,1 3 0-16,-3-3 0 0,4 3 0 0,-4-1 0 16,3-1 0-16,-3 2 0 15,4-2 0-15,-2 0 0 0,0 1 0 0,0 0 0 16,3 0 0-16,-3-1 0 0,2 2 0 0,-1-3 0 16,3 3 0-16,-3-3 0 0,2 3 0 0,-1 0 0 15,0-3 0-15,-1 4 0 0,-1-3 0 0,0 0 0 16,5 2 0-16,-5-1 0 0,-2-1 0 0,4 2 0 15,-1-1 0-15,0 1 0 0,0-2 0 0,-1 2 0 16,-2-1 0-16,0-1 0 0,5 2 0 0,-5-3 0 16,4 3 0-16,-2-3 0 0,-2 3 0 0,2-2 0 15,0 0 0-15,1 2 0 16,-3-3 0-16,4 3 0 0,-2-3 0 0,0 3 0 16,2 0 0-16,-3-2 0 0,1 1 0 15,2 0 0-15,-4 1 0 0,3 1 0 0,1-2 0 16,-2 1 0-16,1 1 0 0,-2-1 0 0,1 2 0 0,-1-1 0 15,3 1 0-15,-2 0 0 0,0 0 0 0,1 0 0 16,-1 2 0-16,0-2 0 0,1 0 0 0,1 1 0 16,0 1 0-16,1-1 0 15,-1 1 0-15,1-1 0 0,1 0 0 0,-3 1 0 16,2-1 0-16,-1 1 0 0,0-1 0 0,3 0 0 16,-3 1 0-16,1 0 0 0,-1-2 0 0,1 2 0 15,-2 0 0-15,3-2 0 0,-2 4 0 0,3-2 0 16,-3-2 0-16,1 2 0 0,0-1 0 0,1 3 0 15,1-3 0-15,-3 0 0 0,2 3 0 0,-2-3 0 16,3 2 0-16,1-1 0 0,-5 1 0 0,6-1 0 16,-3-1 0-16,0 0 0 0,0 0 0 15,1-2 0-15,0 3 0 0,-1-2 0 0,1 2 0 0,-1-3 0 16,-2 1 0-16,2-1 0 16,-2 2 0-16,1-1 0 0,1-1 0 0,-1 1 0 15,-2 1 0-15,3-1 0 0,-1 2 0 0,-1-4 0 16,1 2 0-16,-1 0 0 0,0 1 0 15,1-2 0-15,-3 2 0 0,2-2 0 0,-1 0 0 0,1 3 0 16,-2-2 0-16,1 0 0 16,-1 0 0-16,0 1 0 0,0-1 0 0,1 2 0 15,-1-3 0-15,2 4 0 0,-1-1 0 0,-1-1 0 16,2 0 0-16,1 0 0 0,-1 1 0 0,1 0 0 16,-1 1 0-16,0-1 0 0,1 1 0 0,0-2 0 15,-1 2 0-15,3-2 0 0,-3 3 0 0,3-3 0 16,-2 0 0-16,-1 3 0 0,3-1 0 0,-1-2 0 15,0 2 0-15,-2 2 0 0,3-5 0 0,1 4 0 16,-5-1 0-16,4-2 0 0,-1 2 0 0,1 0 0 16,-2-1 0-16,-1 1 0 15,3-1 0-15,-1 1 0 0,0 0 0 0,-2 0 0 16,3 1 0-16,-1-1 0 0,-1 0 0 0,2 1 0 16,1 1 0-16,-2-1 0 0,2-2 0 0,-1 4 0 15,0-2 0-15,0 0 0 0,-1 1 0 0,-1 0 0 16,0-1 0-16,-1 3 0 0,0-2 0 0,-1 0 0 15,1 1 0-15,-2 2 0 0,1-3 0 0,-1 2 0 16,-1 0 0-16,2 0 0 0,-1 0 0 0,0 0 0 16,1 0 0-16,-1 0 0 0,-2 0 0 15,2 1 0-15,0-4 0 0,0 4 0 16,0-4 0-16,-2 3 0 0,1-1 0 0,1 1 0 16,-1-2 0-16,2 2 0 0,-1 0 0 0,-2-2 0 15,0 2 0-15,2 0 0 0,-2 0 0 0,0 0 0 16,1-1 0-16,-2 0 0 0,-1 1 0 0,3 0 0 15,-3-1 0-15,2 1 0 0,0-1 0 0,-2 0 0 16,3-2 0-16,-3 4 0 0,2-2 0 0,0-2 0 16,0 1 0-16,-2 2 0 0,1-1 0 0,-1-2 0 15,4 4 0-15,-4-2 0 0,2 2 0 16,-1-1 0-16,-1-1 0 0,2 2 0 16,-2 0 0-16,1 0 0 0,-1 1 0 0,1-1 0 15,0 0 0-15,-1 1 0 0,1-3 0 0,-1 3 0 16,1-2 0-16,-1 0 0 0,2 1 0 0,-2 0 0 15,1-1 0-15,-1 1 0 0,1 2 0 0,0-1 0 16,-1 0 0-16,-1 0 0 0,0 1 0 16,1-1 0-16,-1 2 0 0,-1 0 0 15,2 0 0-15,-1-1 0 0,-1 3 0 0,-1-2 0 16,2 0 0-16,-1 0 0 0,-1 2 0 0,0-3 0 16,2 1 0-16,-3 1 0 0,1 1 0 0,1-2 0 15,-1 1 0-15,0-3 0 0,-2 4 0 0,0-2 0 16,0 2 0-16,0-4 0 0,0 1 0 0,0 1 0 15,0 0 0-15,0-3 0 0,-2 4 0 0,-3-4 0 16,2 1 0-16,-1-2 0 0,0 2 0 0,-1 0 0 16,1-1 0-16,-1 2 0 0,0-4 0 0,0 4 0 15,-1-3 0-15,1 0 0 0,-1 1 0 0,1 4 0 16,-1-5 0-16,0 1 0 16,-2 2 0-16,2-2 0 0,0 1 0 0,-2 0 0 15,-1-2 0-15,1 2 0 0,0-2 0 0,1 2 0 16,0-2 0-16,-1-2 0 0,1 2 0 0,1-1 0 15,-2 0 0-15,1-1 0 0,0 1 0 0,0-1 0 16,-2 3 0-16,2-2 0 0,-2 4 0 0,-3-4 0 16,3 1 0-16,0-2 0 15,-1 2 0-15,1 0 0 0,0 0 0 0,0-2 0 16,2 2 0-16,-2-2 0 0,2 0 0 16,-2 3 0-16,2-4 0 0,0 2 0 0,0-1 0 0,-2 0 0 15,2-1 0-15,-6-1 0 0,3 2 0 0,3-2 0 16,-4 2 0-16,-1-2 0 0,1 3 0 0,0-3 0 15,-2 2 0-15,0-2 0 0,2 3 0 16,-1-4 0-16,-1 2 0 0,0 1 0 0,2-2 0 0,-3 1 0 16,3-1 0-16,0 1 0 0,-4-2 0 0,2 2 0 15,-1-1 0-15,2 0 0 16,-3 1 0-16,0-1 0 0,2 0 0 0,-3 2 0 16,2-2 0-16,-2 1 0 0,2-3 0 0,-4 2 0 15,2-1 0-15,-3-1 0 0,0 0 0 0,0-1 0 16,-2 1 0-16,0 1 0 0,1-2 0 0,-1-1 0 15,-1 0 0-15,2 1 0 0,-3-1 0 0,2 1 0 16,-2-1 0-16,3 0 0 0,-3 0 0 0,0-2 0 16,3 1 0-16,-6 0 0 0,3-4 0 15,-1 5 0-15,0-4 0 0,1 2 0 16,-5 0 0-16,1-1 0 0,5-3 0 0,-3 1 0 16,3 0 0-16,-2 0 0 0,-3-1 0 0,6-1 0 15,-4 3 0-15,4-3 0 0,-4 0 0 0,2 0 0 16,-2 0 0-16,0 0 0 0,-1 0 0 0,1 0 0 15,1 0 0-15,0 0 0 0,-6 0 0 0,3 0 0 16,-1 0 0-16,-2 0 0 0,-2-3 0 0,0 2 0 16,0-1 0-16,0 0 0 15,-1 0 0-15,1 1 0 0,-3-1 0 0,1 0 0 16,-1 0 0-16,-1 0 0 0,1 1 0 0,-1-4 0 16,-4 4 0-16,5-3 0 0,-3-1 0 0,-4 3 0 15,1-4 0-15,0 0 0 0,0 2 0 0,3-1 0 16,-7-5 0-16,12 4 0 0,-6-3 0 0,-2 2 0 15,4-3 0-15,0 3 0 0,1-3 0 0,1 1 0 16,-2 0 0-16,2-3 0 0,-3 3 0 0,3 0 0 16,-1-2 0-16,-6 0 0 15,5-1 0-15,3 0 0 0,-3 1 0 0,1 0 0 16,3 1 0-16,-4-4 0 0,2 0 0 0,1 2 0 16,2-4 0-16,-4 3 0 0,4-1 0 0,-1-2 0 0,1 1 0 15,-2 0 0-15,2 0 0 16,-1-1 0-16,1 4 0 0,-5-3 0 0,3 2 0 15,1 0 0-15,-1 0 0 0,2-1 0 0,0 1 0 16,0 3 0-16,-1-5 0 0,3 4 0 0,-2-2 0 16,2 2 0-16,-2-2 0 0,2 0 0 0,0 0 0 15,1 2 0-15,1-4 0 0,0 1 0 0,0 1 0 16,-1 0 0-16,-1 0 0 0,0 1 0 0,0-1 0 16,2 3 0-16,-2-2 0 0,2 0 0 15,0-1 0-15,0 3 0 0,0-3 0 0,-1 1 0 0,1-1 0 16,0 2 0-16,0-3 0 15,-1 3 0-15,1 1 0 0,0-4 0 0,1 0 0 16,-2 3 0-16,1 0 0 0,-2-2 0 0,2 2 0 16,-1-1 0-16,-1 3 0 0,2-5 0 0,-2 3 0 15,2 0 0-15,0 0 0 0,-1 0 0 0,3-1 0 16,0 3 0-16,-2-2 0 0,2 0 0 0,1-1 0 16,-3-1 0-16,0 2 0 0,3 0 0 15,-2-1 0-15,0 1 0 0,4 1 0 16,-5-2 0-16,2 0 0 0,-3 1 0 0,3 0 0 15,0-1 0-15,-2 1 0 0,0 0 0 0,2-1 0 16,-1 1 0-16,1 1 0 0,-1-3 0 0,4 2 0 16,-2 0 0-16,0-2 0 0,1 1 0 0,-1 1 0 15,1 1 0-15,4-2 0 0,-7-1 0 0,2 0 0 16,3 1 0-16,0-1 0 0,-3 3 0 0,6-3 0 16,-7-2 0-16,4 4 0 0,-1-2 0 0,-2 2 0 15,1 1 0-15,4-1 0 0,-7-2 0 0,3 2 0 16,-1-1 0-16,3-1 0 15,-2 2 0-15,4 2 0 0,-4-5 0 0,2 3 0 16,1-1 0-16,-2 0 0 0,0-1 0 0,5 3 0 16,-6-4 0-16,-1 2 0 0,3-1 0 0,-1 2 0 15,1-3 0-15,-1 3 0 0,-1-4 0 0,0 3 0 16,-1 0 0-16,2-1 0 0,-2 1 0 0,4 4 0 16,-8-6 0-16,5 3 0 0,-4 1 0 0,2-1 0 15,-3 1 0-15,6 2 0 16,-6-2 0-16,5-1 0 0,1 1 0 0,-2 0 0 15,2-1 0-15,0 4 0 0,-3-4 0 0,1 2 0 16,0 0 0-16,3-3 0 0,0 2 0 0,-3-1 0 16,0 1 0-16,4-1 0 0,-2 0 0 0,0 2 0 15,2-2 0-15,-3 0 0 0,0 1 0 0,1-1 0 16,0 1 0-16,1-1 0 0,0 3 0 0,-5-3 0 16,4 2 0-16,1-1 0 0,1 3 0 0,-3-2 0 15,6-1 0-15,-5 3 0 0,2-3 0 0,-2 0 0 16,1 2 0-16,3 1 0 15,-4-3 0-15,3 2 0 0,-1-1 0 0,0-2 0 16,0 3 0-16,1-2 0 0,1 2 0 0,-1-2 0 16,1 0 0-16,3 1 0 0,-4-1 0 0,1 1 0 15,1-2 0-15,-1 1 0 0,3 1 0 16,-4-2 0-16,3 1 0 0,-3-1 0 0,1 1 0 0,1 1 0 16,-1 0 0-16,-1 0 0 0,2-2 0 15,1 1 0-15,1 1 0 0,-2-3 0 16,1 3 0-16,0-2 0 0,0-1 0 0,1 3 0 15,0-3 0-15,0 1 0 0,-2-2 0 0,4 2 0 16,-3 0 0-16,2 0 0 0,0-3 0 0,2 3 0 16,-3 2 0-16,4-2 0 0,-2 1 0 0,1 0 0 15,0 2 0-15,0-2 0 0,2 0 0 0,-3 3 0 16,1-2 0-16,1-1 0 0,0 3 0 0,1-3 0 16,-3 3 0-16,1-3 0 0,2 2 0 0,-2 2 0 15,2-3 0-15,-3 1 0 0,3-2 0 0,0 3 0 16,-2-3 0-16,0 2 0 15,-1 1 0-15,1 0 0 0,3-1 0 0,-4 1 0 16,3 0 0-16,-1 0 0 0,3 2 0 0,-2-3 0 16,3 5 0-16,-1-3 0 0,1 0 0 0,1 1 0 15,2 0 0-15,-4 0 0 0,4 2 0 0,-1-1 0 16,3 0 0-16,-1 2 0 0,1-2 0 0,-2 3 0 16,1-3 0-16,2 3 0 0,1-2 0 0,-1 1 0 15,-2 0 0-15,2 0 0 0,1 0 0 16,-1 0 0-16,0 0 0 0,-2 1 0 15,2 1 0-15,1-2 0 0,-4 0 0 0,1 0 0 16,1 0 0-16,-1 0 0 0,-1-2 0 16,-1 1 0-16,-2-1 0 0,1 0 0 0,-1 1 0 0,1-3 0 15,-7-2 0-15,4 3 0 0,-4-3 0 16,1 3 0-16,-1-3 0 0,-2 1 0 0,0 1 0 0,-2 0 0 16,3 3 0-16,0 1 0 0,4 2 0 0,-1 0 0 15,3 14-232-15</inkml:trace>
  <inkml:trace contextRef="#ctx0" brushRef="#br0" timeOffset="13727.99">9475 9537 0 0,'-18'-8'0'0,"2"4"0"0,2 1 0 0,0 2 0 0,2-1 0 0,0 1 0 0,-1-2 0 0,0 3 0 0,1 0 0 0,2-2 0 0,-1 2 0 0,2-3 0 0,-1-1 0 16,0 1 0-16,3-3 0 0,0-1 0 0,-1 2 0 15,5 0 38-15,-2-1-4 0,4 0-39 0,-3 3 141 16,4 1-65-16,-2 1-18 0,2-1-1 0,0-1 118 16,0 3-64-16,0 0-29 0,0 0 0 0,0 0-7 15,0 0-32-15,0 0 57 0,0 0 135 0,0 0-97 16,2 0-40-16,8-1-1 16,3-3 169-16,5-4-106 0,6-3-38 0,1-4 54 15,-2 2-60-15,1 0 0 0,-2-3-60 0,1 6 180 16,-5-2-77-16,5-2-58 0,0 3 0 0,0 0 106 15,-1 3-76-15,2-2-37 0,-3-1 126 0,7 4-88 16,-4 0-69-16,2 0-58 0,1 1 0 0,-1 1 0 16,-1 1 0-16,3-2 0 0,1 2 0 0,-1 0 0 15,2 1 0-15,2-1 0 0,0 0 0 0,1 0 0 16,1 1 0-16,2 0 0 16,-3 2 0-16,3-1 0 0,1 0 0 0,0 2 0 15,4 0 0-15,-6 0 0 0,9 0 0 0,-5 0 0 16,-3 0 0-16,7 0 0 0,-3 2 0 0,1 0 0 15,0-1 0-15,4 2 0 0,3-2 0 0,0-1 0 16,0 0 0-16,3 2 0 0,4-2 0 0,0 2 0 16,-2-2 0-16,-2 0 0 0,2 2 0 0,-3-2 0 15,5 2 0-15,-2 0 0 0,2-1 0 0,-2 4 0 16,12-4 0-16,-3 2 0 16,0 0 0-16,-2 2 0 0,9-4 0 0,-1 2 0 15,1 0 0-15,0-3 0 0,-2 1 0 0,-5 1 0 16,18 0 0-16,-8 0 0 0,-1 0 0 0,-2 0 0 15,2-1 0-15,3 1 0 0,1 5 0 0,3-3 0 16,12 2 0-16,-16 0 0 0,8 0 0 0,-4 0 0 16,-1-1 0-16,2 1 0 0,13-1 0 0,2-1 0 15,-4-1 0-15,-9 0 0 0,6-2 0 16,-5-1 0-16,-3 2 0 0,-6-2 0 0,-1 0 0 0,-7 0 0 16,8 0 0-16,-9 0 0 15,-9 0 0-15,1 0 0 0,-3 0 0 0,-10 0 0 16,4-2 0-16,-13 1 0 0,-2-2 0 0,-8 2 0 15,-3-1 0-15,-6 2 0 0,-4-2 0 0,-4 2 0 16,-1 0 0-16,-4-2 0 0,0 2 0 0,-2 0 0 16,0-3 0-16,0 2 0 0,0 0 0 0,0-1 0 15,0 0 0-15,0 0-787 0,0 2 288 0,0 0 223 16,11 7 112-16</inkml:trace>
  <inkml:trace contextRef="#ctx0" brushRef="#br0" timeOffset="14312.5">16119 9384 1096 0,'0'-5'0'0,"0"1"0"0,0 1 0 0,7 0 0 0,5 1 0 0,4-2 0 0,-2 1 0 0,4 1 0 0,3-1 0 0,0 0 0 0,8 1 395 0,-1 0-172 0,2 0-87 0,0 0 124 15,2 1-105-15,2 1-40 0,1 0 79 0,1 0-72 16,1 0-36-16,0 0 0 15,5 0 13-15,-6 0 14 0,11 0-63 0,-2 3 0 0,2 1 65 16,0 0-32-16,4-3 0 0,-1 4 7 0,4 1-39 16,-1-3-1-16,0 0 0 0,4 1-6 0,0-1 6 15,1 0 13-15,11-1-15 16,-7-1-24-16,7 2-24 0,2-1 0 0,2 0 0 0,-9 1 0 16,19 1 0-16,-4-4 0 0,1 1 0 15,1-1 0-15,15 0 0 0,-17 0 0 0,19 0 0 16,-12 3 0-16,2-3 0 0,2 2 0 0,-2-2 0 15,-1 2 0-15,14-2 0 0,-9 0 0 0,2 1 0 16,-2-1 0-16,0 4 0 0,-5-4 0 0,20 0 0 16,-13 0 0-16,-14 0 0 0,7 0 0 0,-4 0 0 15,-5 0 0-15,1 0 0 0,-4-2 0 0,-6-3 0 16,-16 0 0-16,2 0 0 16,-14 2 0-16,-1-4 0 0,-8 4 0 0,-14 2 0 15,-1-4 0-15,-6 4 0 0,-7-2 0 0,1 2 0 16,-4-1 0-16,-1 0 0 0,-4-4 0 0,-9 3 0 15,-6-1-527-15,-5 2 136 0,-2 0 171 0,3 2 85 16,0 0-330-16,7 0 195 0,2 4 117 0</inkml:trace>
  <inkml:trace contextRef="#ctx0" brushRef="#br0" timeOffset="15196.15">23424 9242 1094 0,'-28'-9'0'0,"-1"2"0"0,3-1 0 0,0 3 0 0,-1-1-2 0,-3-1 1 0,0 0 0 0,-2 1 1 0,2 0 0 0,4 1 0 16,-5-1 55-16,6 0 179 0,6 0-89 0,0-1-46 0,2 1 0 0,5 3 187 15,0-2-123-15,4 0-54 0,0 2 220 0,5 1-137 16,-1-3-56-16,2 4-47 16,2-1 124-16,0 2-79 0,0 0-40 0,0 0 152 15,4 0-83-15,11 0-108 0,8 0-55 0,1 0 0 16,6 0 0-16,3 0 0 0,4 0 0 0,6 0 0 15,-2 3 0-15,3 2 0 0,2 0 0 0,3 1 0 16,1-1 0-16,0 1 0 0,1 0 0 0,0-1 0 16,2 3 0-16,2-2 0 0,-2-1 0 15,1-1 0-15,9 1 0 0,-4 0 0 16,3-2 0-16,2-1 0 0,-4 0 0 0,15 0 0 16,-5-1 0-16,1-1 0 0,-1 0 0 0,-1 0 0 15,-7 0 0-15,13 0 0 0,-10 0 0 0,6 0 0 16,-1 0 0-16,2 0 0 0,-8 0 0 0,15 0 0 15,-9 0 0-15,3 0 0 0,-3 0 0 0,0 0 0 16,3 0 0-16,-1 0 0 0,1 0 0 0,-3 0 0 16,-4 0 0-16,-2 0 0 0,-12 0 0 0,8 0 0 15,-4 0 0-15,-1 3 0 16,1-2 0-16,-3 2 0 0,-3-2 0 0,0 3 0 16,-4-2 0-16,2-1 0 0,-6 2 0 0,4 0 0 15,-5-3 0-15,10 2 0 0,-5 0 0 0,3-2 0 16,2 2 0-16,2-2 0 0,-2 2 0 0,-4-1 0 15,1 2 0-15,1-1 0 0,-3 2 0 0,2-1 0 16,-8-1 0-16,9 4 0 0,-3-2 0 0,-4-1 0 16,3 1 0-16,-2 1 0 0,-6-2 0 15,1 3 0-15,-3-3 0 0,0 3 0 0,-5-4 0 16,-7 3 0-16,0-2 0 0,-2 0 0 16,-6 0 0-16,-2 0 0 0,-3-3 0 0,-3 1 0 15,-1-1 0-15,-4 0 0 0,0 0 0 0,0 0 0 16,-1 0 0-16,-1 0 0 0,0 0 0 0,0 0 0 15,0 0 0-15,0-1 0 0,-3-8 0 0,-9 1 0 16,-3 1 0-16,-10 0 0 0,-8 1 0 0,-10 6-192 16,-19 0-134-16</inkml:trace>
  <inkml:trace contextRef="#ctx1" brushRef="#br0">7402 13498 0,'0'0'0,"0"0"16,0 0-16,0 0 15,0 0 1,0 0-16,0 0 16,0 0-1</inkml:trace>
  <inkml:trace contextRef="#ctx1" brushRef="#br1" timeOffset="3001.98">27881 14136 0,'0'0'0,"0"0"16,0 0-16,0 0 16,0 0-1,0 0-15,0 0 16,0 0 0,0 0-16,0 0 15</inkml:trace>
  <inkml:trace contextRef="#ctx0" brushRef="#br1" timeOffset="19707.9">20999 4148 1437 0,'-2'-3'0'0,"2"1"0"0,0-2 0 0,0 2 0 0,0 0 0 0,0 1 0 0,0-1 0 0,0 0 0 0,0 0 0 0,0-1 0 0,0 3 79 0,0 0 172 16,0 0-104-16,0 0-53 0,0 0 61 0,0 0-57 15,0 0-17-15,0 0-11 0,0 0 68 0,0 0-48 16,-4 0-1-16,1 0 7 0,-4 0-17 0,4 0-11 16,-3 0-26-16,1 0 40 0,-3 0-40 0,2 3 0 15,-1-1 10-15,0 0 25 16,-3 0-35-16,-1 1 0 0,1-1 18 0,0 2-18 16,-1-2 10-16,-1 3 17 0,-2-2-27 0,3 2 0 15,-2-1 0-15,1-2-24 0,2 1 34 0,-3 1-10 16,-1-1 0-16,1 2-49 0,0-2 49 0,0 0-42 15,-3 3 0-15,2-2 0 0,-3 1 0 0,0 1 0 16,-2 1 0-16,-2-1 0 0,-1 3 0 0,-4-1 0 16,-1 2 0-16,-1 1 0 0,-2-1 0 15,0 2 0-15,-2 0 0 0,-2-1 0 16,-1 4 0-16,-4 3 0 0,0-5 0 0,0 3 0 16,2-3 0-16,-9 6 0 0,5-2 0 0,-2-2 0 15,0 2 0-15,-2-1 0 0,-4 0 0 0,0 0 0 16,0 1 0-16,-2 0 0 0,-1 1 0 0,-1 0 0 15,-1-1 0-15,-3 2 0 0,2 0 0 0,-7 1 0 16,2-1 0-16,-5 3 0 0,7-4 0 0,-10 8 0 16,4-3 0-16,0-1 0 0,-1 2 0 15,1 1 0-15,4-2 0 0,-13 3 0 16,7-4 0-16,-2 2 0 0,4 0 0 0,-1-4 0 16,8 3 0-16,-12 1 0 0,7-2 0 0,-2 1 0 15,2-1 0-15,2-1 0 0,3-1 0 0,-10 3 0 16,10-2 0-16,-1 1 0 0,8-2 0 0,-5 0 0 15,-7 3 0-15,6-3 0 0,7-1 0 0,-12 5 0 16,4-1 0-16,4-2 0 0,-11 3 0 0,8-2 0 16,-4 2 0-16,-2 1 0 0,0 0 0 0,5-3 0 15,-10 7 0-15,5-5 0 16,-2 2 0-16,1-2 0 0,-1 4 0 0,8-5 0 16,-14 7 0-16,5-3 0 0,-2 3 0 0,3-3 0 15,1 4 0-15,4-5 0 0,-12 7 0 0,7-3 0 16,2-2 0-16,0 5 0 0,2-6 0 0,6-1 0 15,-12 4 0-15,9-4 0 0,7-3 0 0,-12 3 0 16,6 0 0-16,3-2 0 0,-7 5 0 0,5-4 0 16,0 2 0-16,0-1 0 0,6-2 0 0,-6 1 0 15,3 0 0-15,-1 1 0 16,2-1 0-16,-1 0 0 0,3-2 0 0,0 0 0 16,2 1 0-16,2-1 0 0,2-3 0 0,2 3 0 15,-1-2 0-15,6-4 0 0,-5 3 0 0,4-1 0 16,5-2 0-16,-8 2 0 0,8-4 0 0,0 0 0 15,0 2 0-15,-1-2 0 0,1 0 0 0,2-1 0 16,0 0 0-16,5-1 0 0,-3 0 0 0,4 1 0 16,1-4 0-16,4 1 0 0,-1-1 0 15,3 0 0-15,-2-1 0 0,4 0 0 16,2-1 0-16,0-2 0 0,4-1 0 0,-1 1 0 16,2-2 0-16,1-1 0 0,3-1 0 0,2-1 0 15,-1 2 0-15,3-3 0 0,0 0 0 0,0 0 0 16,0 0 0-16,0 0 0 0,0 0 0 0,0 0 0 15,0 0 0-15,0 0 0 0,0 0 0 0,0 0 0 16,0 0 0-16,2 0-81 0,-1 0-193 0,1 2 116 16,2-2 58-16,1 3-757 15,7 1 397-15</inkml:trace>
  <inkml:trace contextRef="#ctx0" brushRef="#br1" timeOffset="20859.27">8099 11078 1527 0,'-1'-5'0'0,"1"3"0"0,-2-1 0 15,2 2 0-15,0-2 0 0,0 3 0 0,0 0 0 0,0 0 0 0,0 0 0 0,0 0 0 0,3-3 77 0,5 3 218 0,2-3-126 0,2 3-64 16,1-1-32-16,3-1 210 0,0 2-126 0,3-1-58 0,2-1-29 0,6 2 142 16,-3-3-85-16,6 2-33 15,0-1 49-15,5 0-52 0,7 1 1 0,-3-1-50 16,2 0 69-16,-4 0-25 0,2 0-10 0,1 0-74 16,5 0-2-16,-6 0 0 0,-4 2 0 0,6 0 0 15,3-1 0-15,-1 1 0 0,-1-3 0 0,2 3 0 16,1-1 0-16,2-1 0 0,4 0 0 0,-4 0 0 15,4 0 0-15,4 0 0 0,-2-2 0 0,4 2 0 16,-1-1 0-16,1 1 0 0,1 0 0 0,8-2 0 16,-2 3 0-16,-8-2 0 15,12 2 0-15,-5-1 0 0,1 0 0 0,0 0 0 16,2 0 0-16,-8 0 0 0,16 2 0 0,-5 0 0 16,0-2 0-16,-1 2 0 0,2 0 0 0,-6 0 0 15,14 0 0-15,-6-2 0 0,-1 2 0 0,0 0 0 16,-7 0 0-16,15 0 0 0,-11 0 0 0,1 0 0 15,0 0 0-15,0 0 0 0,-7 0 0 0,12 0 0 16,-3 0 0-16,1 0 0 0,1 0 0 0,-2 0 0 16,-6-2 0-16,13 1 0 15,-6-1 0-15,-2 0 0 0,-1-2 0 0,2 2 0 16,-9 1 0-16,14-1 0 0,-14 0 0 0,1 0 0 16,-8 0 0-16,11 2 0 0,-16 0 0 0,6 0 0 15,3 0 0-15,6 0 0 0,-12 0 0 0,6 0 0 16,-3 0 0-16,10 0 0 0,-14 0 0 0,14 0 0 15,-14 0 0-15,5 0 0 0,1 0 0 0,7 0 0 16,-13 0 0-16,4 0 0 0,-2 0 0 0,-1 0 0 16,-8 0 0-16,9 0 0 0,-7 0 0 0,-2 0 0 15,-1 0 0-15,-3-2 0 16,-6 2 0-16,9-2 0 0,-5 0 0 0,-5 0 0 16,0 0 0-16,-1 0 0 0,-6-1 0 0,3 1 0 15,-7-2 0-15,-3 0 0 0,1 1 0 0,-4-1 0 16,-4 0 0-16,1 2 0 0,-4-1 0 0,-2 0 0 15,-3 2 0-15,-1-2 0 0,0 2 0 0,-2-1 0 16,0 1 0-16,-2-2 0 0,0 3 0 16,0-1 0-16,0 1 0 0,0-3 0 15,0 3 0-15,0-1 0 0,0 1 0 0,0 0 0 16,-2 0 0-16,-4 8 0 0,-3 16-1346 0</inkml:trace>
  <inkml:trace contextRef="#ctx0" brushRef="#br1" timeOffset="24102.33">20591 5452 135 0,'2'-3'0'0,"2"0"0"0,0 1 0 0,-1-2 0 0,1 2 0 0,-2-1 0 0,-1 0 0 0,1 2 0 0,0-1 0 0,-2 0 0 0,2 0 39 0,-2 0-28 16,0 1 2-16,0-1 40 0,3 0 0 0,-3 1-38 15,2-4 0-15,-1 3 49 0,1 1 6 0,-2-4-51 16,2 4 1-16,0-3 78 0,-2 2-33 0,2 0 0 15,-2 0-15-15,1 1 74 16,-1-2-42-16,0 1-1 0,0 1-7 0,0 1 0 16,0 0-24-16,0-2 46 0,0 2-28 0,0 0 0 15,0 0-29-15,0 0 49 0,-1 0-38 0,-1 0-11 16,-2 0 1-16,-1 0 30 0,0 0 1 0,0 0-32 16,-1 0 10-16,-1 0 40 0,-3 2-50 0,-1 1 1 15,2 1-4-15,0 0 14 0,-3 1-11 0,-1 0-11 16,-1 0 11-16,4 0 1 0,-3 0-1 0,-1 2 5 15,3-1-5-15,-3-1 1 0,2 1-1 16,-2 0-47-16,1 1 47 0,1-1 2 16,-4-1-3-16,3 3-37 0,-2-1 34 0,0-1-5 15,0 1-26-15,0 0 35 0,0-1-7 0,0 3-12 16,0-2 11-16,-2-2-3 0,2 3 2 0,-2-2-12 16,0 1 11-16,1-1-3 0,-2 1 3 0,-1 1-6 15,3-1 5-15,-5 1 6 0,1 0-6 0,1-1-30 16,-2 0 0-16,-2 3 25 0,3-3-45 0,-3 3 3 15,-2 1 36-15,4-2-36 0,-2 1 0 0,0 1 31 16,-2-2 4-16,5 1-23 0,-6 2 11 0,-1 0 7 16,3 0-15-16,-4 1 49 0,-1-3-41 15,3 4 6-15,-1-3-7 0,-2 3 40 16,1-1 2-16,0-2-34 0,-2 1 17 0,1 2-12 16,1-3 3-16,0 2-27 0,2 1 24 0,-1-3-1 15,-1 2 4-15,1-1-36 0,0-1-4 0,1 1 35 16,-3 0-5-16,3-1-27 0,1 1 21 0,4-4 9 15,-8 5-14-15,5-4-15 0,-3 3 17 0,3-4 4 16,-1 2 18-16,5-3-16 16,-6 2-5-16,1 2 2 0,2-3 32 0,-1 0-30 15,5 0 2-15,-2 0-6 0,-3 2 7 0,6-1-1 16,-5-1 3-16,5-1-33 0,-3 3 30 0,0-3 2 16,2 0-3-16,-2 1-16 0,2 0 13 0,1 2 2 15,-1-5-23-15,3 2 22 0,-2 0-4 0,1 2 2 16,0-2 3-16,0 0-4 0,3 1-1 0,-4-1 15 15,2 1-14-15,-2-1 1 0,4 1 1 0,-5 1-9 16,2-1 9-16,-2 2 0 0,0-3 0 0,1 2-12 16,-1 0 12-16,2 1-1 0,-2 0-5 0,0-1 4 15,1-1 1-15,-3 5-10 16,2-5 9-16,1 2-1 0,-3 2 1 0,1-1-15 16,-3 0 14-16,2 0-1 0,2-2 1 0,-5 5-3 15,3-4 2-15,2 1 0 0,-1 0 0 0,-1-1-13 16,0 3 13-16,3-4-1 0,-2 2 6 0,2 0-6 15,1 0 0-15,-2-1 0 0,1 1 5 0,0-1-5 16,0 1-1-16,-1-2 10 0,0 1-8 0,1 1 1 16,0-2-1-16,0 0-3 15,-3 2 3-15,2-1 1 0,1 0-1 0,-1 1-45 16,0 0 44-16,-3 0-2 0,4-1-1 0,-2 1 1 16,-1 1 0-16,-2-2 7 0,1 3-7 0,2-2-3 15,-1-3 2-15,-6 6 19 0,5-3-18 0,-2 1-1 16,1-2 1-16,0 3 23 0,3-3-23 0,-4 5 5 15,1-4-3-15,-2 1 13 0,0 1-11 0,2 0 1 16,0-2 1-16,-5 3-2 0,1-2 0 0,1 2 0 16,-2 0 0-16,-1 2 0 15,0-3 0-15,3 2 0 0,-4 0 0 0,-2 3 0 16,2-4 0-16,-2 3 0 0,-1-3 0 0,-2 1 0 16,1 3 0-16,2-4 7 0,-1 2-6 0,-1-1-1 15,0 0 32-15,-1 0-30 0,-1-1 0 0,-4 2 0 16,8-3 8-16,-7 3-8 0,7-4 4 15,-11 4-16-15,5 0 14 0,1-3-1 0,3-1 2 0,-3 1-14 16,-1-1 13-16,1 2-1 0,0-3 0 0,2 1 9 16,1-2-11-16,-1 2 2 15,-1-1-4-15,0 0 4 0,0 1-2 0,0-1-2 16,1-1 3-16,1 1 1 0,-1 0-1 0,-1-2 2 16,-2 0-1-16,-1 1-1 0,-1 0 1 0,7-1-9 15,-5 0 8-15,0 0-1 0,-5 1 1 0,4 0 15 16,-1-2-15-16,4 1 1 0,-6 2 29 0,2-2-28 15,-2 0 0-15,1 0 29 0,1 1-28 0,1 0 4 16,-5 1-4-16,0-1-4 16,3-2 5-16,0 4 4 0,-1-3-3 0,4-1-29 15,-6 1 28-15,2 0 0 0,1 0 1 0,2-1-27 16,-3 0 25-16,4-3-2 0,-4 5-1 0,1-4-3 16,-1 2 3-16,1-1-5 0,-3 1 54 0,7-3-46 15,-8 4-2-15,9-2 12 0,-7-1-10 0,2 2 3 16,1-1-3-16,4-1 30 0,-1 0-28 0,-1-1 4 15,-5 3-3-15,3-2-11 0,1-1 11 0,4-1 3 16,-3 0-18-16,-6-2 14 16,5 4 1-16,6-5-3 0,-7 1 37 0,2 2 2 15,-3-2-36-15,0-1-14 0,7 1 16 0,-6-2 1 16,1 2-2-16,2 0-7 0,-3-2-2 0,2 0 0 16,-1 1 0-16,2-1 0 0,-3 0 0 0,2 0 0 15,1 0 0-15,0 0 0 0,1 0 0 0,-1 0 0 16,2 0 0-16,-1 0 0 15,3 0 0-15,-1 0 0 0,0 0 0 0,1-1 0 0,-1-3 0 16,2 1 0-16,0-2 0 0,-2 1 0 16,1-3 0-16,0 2 0 0,-1-1 0 0,0 1 0 15,1-1 0-15,1 0 0 0,2-1 0 0,0 1 0 16,-1-2 0-16,1 1 0 0,2-1 0 0,0 1 0 16,0 0 0-16,-1-2 0 0,4 1 0 0,0-2 0 15,-3 1 0-15,3-1 0 0,1 2 0 0,2-2 0 16,-1 2 0-16,-1-3 0 0,4 4 0 0,-1-3 0 15,0 0 0-15,-4-1 0 0,7 2 0 0,-5-1 0 16,4 0 0-16,-1 0 0 0,1 1 0 16,-1-1 0-16,2 1 0 0,-1-1 0 15,3 1 0-15,-2 0 0 0,2-1 0 0,-1 3 0 16,2-3 0-16,0 2 0 0,0-1 0 0,1 0 0 16,0 0 0-16,0 1 0 0,1 1 0 0,0-3 0 15,2 2 0-15,0 2 0 0,-3-2 0 0,5 1 0 16,-2-1 0-16,1 0 0 0,-1 1 0 15,2 0 0-15,-1-2 0 0,1 2 0 16,0-1 0-16,-3-1 0 0,5 1 0 0,-4 1 0 16,2 0 0-16,0-3 0 0,2 2 0 0,-2 0 0 15,-1-2 0-15,1 2 0 0,2-2 0 0,-2 2 0 16,2-2 0-16,-2-1 0 0,2 2 0 0,0-1 0 16,0 0 0-16,0 0 0 0,-1 0 0 0,1-3 0 15,-1 2 0-15,2 1 0 0,-1-1 0 0,0-2 0 16,0 2 0-16,0-3 0 0,2 1 0 0,-3-2 0 15,3 1 0-15,-1-2 0 0,0 1 0 0,1-1 0 16,1 0 0-16,0 2 0 0,1-4 0 16,-1 4 0-16,1-1 0 0,0 0 0 15,3-2 0-15,-2 1 0 0,0 0 0 0,2 0 0 16,-2 0 0-16,2 1 0 0,0-2 0 0,0 1 0 16,0 0 0-16,0 0 0 0,0-2 0 0,0 3 0 15,0-2 0-15,0 1 0 0,0 1 0 0,0-1 0 16,2-2 0-16,2 4 0 0,-1-1 0 0,2-2 0 15,0 2 0-15,1-4 0 0,-1 2 0 16,1-1 0-16,0 0 0 0,0 0 0 16,-1-1 0-16,1 0 0 0,1 1 0 0,-2-3 0 15,4 2 0-15,-2-2 0 0,2 3 0 0,-1-5 0 16,1 2 0-16,-1 1 0 0,2-5 0 0,2 4 0 16,-1-4 0-16,-3 7 0 0,3-2 0 0,0 2 0 15,1-2 0-15,-1 2 0 0,0-1 0 0,1 2 0 16,-1 0 0-16,0 1 0 0,1-2 0 15,-1-1 0-15,1 3 0 0,4-3 0 0,-3 0 0 0,4-1 0 16,-3 1 0-16,2-1 0 16,3-1 0-16,-4 1 0 0,6-2 0 0,-3 4 0 15,-1-3 0-15,1 2 0 0,2-2 0 0,-3 5 0 16,3-6 0-16,-3 4 0 0,1 2 0 0,0-4 0 16,1 4 0-16,-1-2 0 0,5-2 0 0,-2 3 0 15,1-2 0-15,-1 0 0 0,0 1 0 0,-3 0 0 16,5-2 0-16,-2 1 0 0,-1 1 0 0,2-2 0 15,-1 2 0-15,2-1 0 0,-3-2 0 0,3 3 0 16,0-2 0-16,0 0 0 0,2 1 0 0,0-1 0 16,-1-1 0-16,3 3 0 15,-4-4 0-15,2 3 0 0,-2-1 0 0,1-1 0 16,1 3 0-16,-1-3 0 0,0 3 0 0,1-2 0 16,3 0 0-16,0 1 0 0,-3-3 0 0,1 7 0 15,-2-5 0-15,1 4 0 0,-1-3 0 0,-4 4 0 16,7-1 0-16,-4-2 0 0,-1 2 0 0,3-1 0 15,-3 2 0-15,3-2 0 16,-1-1 0-16,3-1 0 0,-1 1 0 0,4-1 0 16,-2 0 0-16,1-1 0 0,2-1 0 0,0 0 0 15,2 1 0-15,-1 0 0 0,0-1 0 0,-2 2 0 16,0 0 0-16,-1 0 0 0,0 0 0 0,-1 2 0 16,-2 1 0-16,3-2 0 0,-1 4 0 0,0-3 0 15,0 2 0-15,4-2 0 0,-2 2 0 0,-1-1 0 16,1 2 0-16,-2-1 0 0,-2 3 0 0,2-4 0 15,0 3 0-15,0-1 0 0,0 1 0 0,1-2 0 16,1 2 0-16,-2 0 0 16,2 0 0-16,2-2 0 0,0-1 0 0,5-2 0 15,-3 4 0-15,2-4 0 0,-4 3 0 0,9-3 0 16,-9 3 0-16,2 0 0 0,-4-1 0 0,0 1 0 16,-5 4 0-16,-3 0 0 0,-2 1 0 0,0 3 0 15,-6-2 0-15,-4 7 0 0,-1-2 0 0,0 0 0 16,-3 2 0-16,-1 0 0 0,-4 0 0 0,1 1 0 15,0 1 0-15,-2 0 0 0,0-3 0 0,0 3 0 16,0 0 0-16,0 0 0 16,0 0 0-16,0 0 0 0,0 0 0 0,0 0 0 15,0 0 0-15,0 0 0 0,0 0 0 0,0 0-593 16,-2 6-20-16,-10 19 287 0</inkml:trace>
  <inkml:trace contextRef="#ctx0" brushRef="#br1" timeOffset="26764.62">20682 6830 1294 0,'0'0'0'16,"0"-2"0"-16,0 0 0 0,0 0 0 0,0 0 0 0,0 1 0 0,0-2 0 0,0 0 0 0,-3 1 0 0,1 1 0 0,-2-2 272 0,1 1-116 0,-1 1-57 0,1-1-20 15,-3 0 118-15,1 0-78 0,-4 0-39 16,2 2 0-16,-2 0 53 0,-1 0-36 0,-1 0-11 16,-2 0-45-16,0 0 62 0,-2 0-32 0,0 0 1 15,-2 0 16-15,-2 4-47 0,1 0-1 0,-3 2-13 16,-2-1 13-16,-2 2 0 0,4-1 11 0,-8 3-15 16,1 1 5-16,-2 0-1 0,2-1 0 15,-2 1 6-15,-2 0 4 0,2 1-10 0,-2-1 8 0,2 1-8 16,-2 3 0-16,0-3 1 0,-2 0-22 0,1 1-10 15,-4 3 30-15,1-3-33 16,1 2 31-16,1-2 0 0,0 2-21 0,3-1-16 16,-5 2-2-16,4-2 4 0,-2 0-2 0,0 0 0 15,0 2 0-15,-1 1 0 0,3-3 0 0,-8 3-4 16,3-3 8-16,-1 5-4 0,4-5-11 0,-7 2 22 16,2-1-11-16,2 2-7 0,2-3 14 0,-1 1-7 15,1-2 0-15,-4 4 0 0,7-4 0 0,-4 2 0 16,-2-1 0-16,2-1 0 0,3 2 0 0,-3 1 0 15,2-2 0-15,-1 0 0 0,3-1 0 0,-2 0 0 16,-2 2 0-16,2-1 0 16,0 0 0-16,1-3 0 0,-1 5 0 0,0-2 0 15,-1 0 0-15,1 0 0 0,-2 0 0 0,2 0 0 16,-2 0 0-16,1-1 0 0,-1 1 0 0,2-2 0 16,-1 2 0-16,-1-2 0 0,0 2 0 0,0-1 0 15,-6 1 0-15,4-2 0 0,0 0 0 16,4 1 0-16,-7 3 0 0,6-3 0 0,-11 3 0 0,7 0 0 15,-2-3 0-15,1 1 0 16,1 1 0-16,3-1 0 0,-7 0 0 0,1 0 0 16,3-2 0-16,-4 1 0 0,1-1 0 0,5 1 0 15,-8-2 0-15,3 2 0 0,0-1 0 0,-2 0 0 16,1 0 0-16,4-1 0 0,-9 1 0 0,4 0 0 16,0 0 0-16,-2 1 0 0,0-1 0 0,0 0 0 15,-3 1 0-15,2-1 0 0,2 0 0 0,-2 1 0 16,0-1 0-16,-1 0 0 0,0 0 0 0,0 1 0 15,2-1 0-15,0-1 0 0,-2 2 0 0,6-3 0 16,-11 3 0-16,5-3 0 16,4 1 0-16,-2 0 0 0,1-1 0 0,6-4 0 15,-10 4 0-15,4-3 0 0,3 2 0 16,0-1 0-16,-2 0 0 0,6-2 0 0,-8 0 0 0,2 3 0 16,3-3 0-16,-2-1 0 15,2 2 0-15,5-1 0 0,-9 3 0 0,3-4 0 0,7 1 0 0,-2-1 0 16,-6 2 0-1,8-2 0-15,-4-1 0 0,1 0 0 0,3 0 0 0,-2-1 0 16,-2 1 0-16,2 0 0 16,0-3 0-16,-1 2 0 0,2-1 0 0,0-1 0 0,1 2 0 0,-3-2 0 15,3 0 0-15,-1 0 0 0,-2 0 0 0,2 0 0 16,1 0 0-16,-2 0 0 0,1 0 0 0,-1 0 0 16,0 0 0-16,0 0 0 0,-1 0 0 0,-1-2 0 15,3 1 0-15,-2-1 0 0,3-2 0 0,-1 0 0 16,3-2 0-16,-3 3 0 0,2-1 0 0,0-2 0 15,2 2 0-15,-2 0 0 16,2-1 0-16,0-1 0 0,-1 2 0 0,1 1 0 31,-2-2 0-31,0 0 0 0,1 2 0 0,-1-1 0 0,2 0 0 16,2 0 0-16,-2 1 0 0,4-1 0 0,-2-2 0 0,1 2 0 0,-1-1 0 0,2 1 0 16,2-2 0-16,-3 1 0 0,5 1 0 15,-6-2 0-15,4-1 0 0,2 2 0 0,-3-1 0 16,1 0 0-16,3 1 0 0,-5-2 0 0,4 1 0 0,-2-1 0 15,-1 0 0-15,2-1 0 16,3 1 0-16,-4 0 0 0,3-3 0 0,2 3 0 16,0-1 0-16,-2-3 0 0,4 3 0 0,-4-1 0 15,1-2 0-15,3 1 0 0,-2 1 0 0,1-2 0 16,-1-1 0-16,2 1 0 0,-1 0 0 0,-3-3 0 16,6 3 0-16,-2-2 0 15,0 0 0-15,1 0 0 0,-1 0 0 0,0 0 0 0,1 0 0 0,0-2 0 16,0 3 0-16,1-1 0 0,-4-2 0 0,6 2 0 15,-4 0 0-15,1-3 0 16,0 2 0-16,0-1 0 0,-1-4 0 0,2 2 0 16,2 2 0-16,-2 0 0 0,0-2 0 0,-2-3 0 15,3 2 0-15,0 2 0 0,2-1 0 0,-2 0 0 16,4-1 0-16,-4 2 0 0,3-3 0 0,1 4 0 16,2-1 0-16,-1-2 0 0,1 1 0 0,0 0 0 15,1 1 0-15,2-1 0 0,-1 0 0 0,1 0 0 16,-1 0 0-16,3-2 0 15,1 3 0-15,-2-1 0 0,0-2 0 0,4 0 0 16,1 3 0-16,-1-4 0 0,0 1 0 0,2 1 0 16,0-1 0-16,0 0 0 0,0-2 0 0,0 0 0 15,0 1 0-15,2 0 0 0,0 0 0 0,1-2 0 16,1-1 0-16,0 3 0 0,0-1 0 0,2-2 0 16,-3 3 0-16,3 0 0 0,-1 1 0 15,2-3 0-15,2 2 0 0,-2 2 0 16,0-5 0-16,2 2 0 0,5 0 0 15,-5-3 0-15,5 1 0 0,-3 0 0 0,2 1 0 0,-3 2 0 16,2-3 0-16,2 3 0 16,-3 1 0-16,0-2 0 0,-1 3 0 0,1 0 0 0,-2 0 0 0,1 1 0 15,1 1 0-15,0-4 0 0,1 2 0 0,-1 0 0 16,1 0 0-16,2 1 0 16,-1 0 0-16,4-3 0 0,0 1 0 0,0 3 0 0,4-4 0 0,-3 3 0 15,3-1 0-15,2-2 0 0,-1 2 0 0,0-1 0 16,3 0 0-16,0 0 0 0,-4 1 0 0,4-2 0 15,-2 4 0-15,-2-1 0 16,3-2 0-16,-3 5 0 0,1-4 0 0,-1 1 0 16,1 1 0-16,-3 1 0 0,6-4 0 0,-1 1 0 15,-2 0 0-15,3-1 0 0,0 2 0 0,1-2 0 16,-2 3 0-16,4-2 0 0,-2 2 0 0,1-1 0 16,1 0 0-16,-1-1 0 0,1 0 0 0,2 1 0 15,-2 1 0-15,4-1 0 0,-2-3 0 0,4 4 0 16,3-5 0-16,-1 3 0 0,-1-1 0 0,4 0 0 15,-2-2 0-15,-2 3 0 16,10-5 0-16,-1 1 0 0,-1 1 0 0,-2-1 0 16,2 1 0-16,-5 2 0 0,9-6 0 0,-6 4 0 15,0-3 0-15,1 4 0 0,-5-1 0 0,8-2 0 16,-3 1 0-16,-1 1 0 0,2-1 0 0,4 1 0 16,0-1 0-16,2 0 0 0,0-2 0 0,1 2 0 15,3 0 0-15,7-5 0 0,-9 7 0 16,11-7 0-16,-3 2 0 0,-2 2 0 0,5-2 0 0,0-2 0 15,-7 6 0-15,12-8 0 16,-9 3 0-16,3-1 0 0,-3 1 0 0,-2-2 0 16,-5 5 0-16,3-4 0 0,6-2 0 0,-3 5 0 15,-1-1 0-15,-9 2 0 0,6-1 0 0,-2 2 0 16,-3 1 0-16,-1 1 0 0,0 1 0 0,0 0 0 16,-6 2 0-16,9 0 0 0,-6-2 0 0,4 4 0 15,-4 0 0-15,2-2 0 0,-5 4 0 16,8-2 0-16,-3 0 0 0,0 0 0 15,-1 1 0-15,-3-2 0 0,-3 3 0 0,5-3 0 16,-10 5 0-16,4-1 0 0,0-2 0 0,3 1 0 16,-6 2 0-16,7-1 0 0,-3-1 0 0,-5 5 0 15,1-5 0-15,1 4 0 0,0 0 0 0,-2 0 0 16,-2-1 0-16,-2 1 0 0,2 1 0 0,-4 3 0 16,-2-1 0-16,4 1 0 0,-4-1 0 0,-5 0 0 15,2 2 0-15,-1 1 0 0,-1-1 0 0,-2 0 0 16,-1 3 0-16,-1-3 0 0,-2 2 0 0,0-1 0 15,-4 0 0-15,3 1 0 16,-3 1 0-16,-2-2 0 0,1 1 0 0,-1-1 0 16,-1 1 0-16,1-2 0 0,-1 3 0 0,-3-2 0 15,3 1 0-15,-3 1 0 0,3-1 0 0,-4 0 0 16,0 0 0-16,-3 2 0 0,1-2 0 0,0 2 0 16,-2 0 0-16,0 0 0 0,-2 0 0 0,-13 4 0 15,-7 15-403-15,-8 9 113 0</inkml:trace>
  <inkml:trace contextRef="#ctx0" brushRef="#br1" timeOffset="27896.01">15729 10988 1541 0,'-12'-8'-2'0,"3"3"0"0,2 1 1 0,1 0 0 0,0 2 1 0,4 1 0 16,-2-1-1-16,3 0 1 0,-1 0 0 0,2 0 0 0,0 0 80 0,0 0 207 0,0 0-120 15,3 0-61-15,8 0 77 0,-2 0-57 0,3-3-45 0,0 1-1 0,1-2 186 16,3 3-110-16,-4-3-54 15,3 3 10-15,0-3 129 0,0 2-98 0,0-2-48 16,0 2 77-16,2 1-172 0,1-2 0 0,0-2 0 16,1 1 0-16,3 1 0 0,2 0 0 0,1-1 0 15,0 3 0-15,3-3 0 0,0 1 0 0,0 1 0 16,3-2 0-16,0 1 0 0,1 2 0 0,4 0 0 16,-2-1 0-16,8 0 0 0,-12 2 0 0,9-2 0 15,-4 3 0-15,3-2 0 0,-5 1 0 0,5 1 0 16,-3 1 0-16,4 0 0 15,-2-2 0-15,4 2 0 0,-2-2 0 0,-2 2 0 16,7 0 0-16,-5 0 0 0,2 0 0 0,7 0 0 16,-3 0 0-16,0 0 0 0,0 0 0 0,-4 0 0 15,12 0 0-15,-5 0 0 0,0-2 0 0,0 0 0 16,1 0 0-16,-4 2 0 0,9-1 0 0,-1-1 0 16,0 2 0-16,-3 0 0 0,3 0 0 0,-8 0 0 15,10 0 0-15,-4 0 0 16,-1 0 0-16,1 0 0 0,2 0 0 0,-2 3 0 0,4-1 0 15,9 0 0-15,-4-2 0 0,0 0 0 16,0 0 0-16,-3 0 0 0,14 0 0 0,-3-2 0 16,0-1 0-16,-1-5 0 15,6 1 0-15,1 1 0 0,-1-1 0 0,-2-1 0 0,-1 2 0 0,-1 2 0 16,1 0 0-16,-10 1 0 0,13 1 0 0,-1-2 0 16,-3 2 0-16,-2 0 0 0,-3 1 0 0,-7-2 0 15,3 2 0-15,0-1 0 0,-3 0 0 0,-5 2 0 16,2-2 0-16,-1 1 0 0,-4 1 0 15,-2-2 0-15,-4-1 0 0,-7 3 0 16,1-1 0-16,-3-1 0 0,-4 0 0 0,-7 0 0 16,-3 0 0-16,-3 1 0 0,-6-1 0 0,-1 0 0 15,-4 0 0-15,-3-2 0 0,1 0 0 0,-2 1 0 16,-2-5 0-16,0 1 0 0,0-1 0 0,0 0 0 16,0 2 0-16,0 1 0 0,0 4 0 15,0-1 0-15,0 2 0 0,0 7 0 0,7 23-1577 0</inkml:trace>
  <inkml:trace contextRef="#ctx0" brushRef="#br1" timeOffset="28768.95">22502 10743 1910 0,'-7'0'0'0,"-2"0"0"0,5 0 0 0,1 0 0 0,-1 0 0 0,2 0 0 0,1 0 0 0,-1 0 0 0,2 0 0 0,0 0 0 0,0 0 91 0,0 0 211 16,5 0-129-16,6 3-66 0,1 0 93 0,3 1-84 15,2 0-37-15,1-3 0 0,3 3 138 0,4 1-87 16,-5-4-33-16,6 3 109 15,2 0-82-15,1-1-41 0,3 3-66 0,-1-2-17 16,3 1 0-16,2 1 0 0,-1-1 0 0,9 1 0 16,-3-2 0-16,3 0 0 0,-7 0 0 0,10-1 0 15,-4 1 0-15,2-3 0 0,1 2 0 0,-2-1 0 16,-5 0 0-16,11 0 0 0,-6-2 0 0,0 2 0 16,2-1 0-16,4-1 0 15,-1 3 0-15,-1-3 0 0,1 1 0 0,2-1 0 0,-4 0 0 0,1 0 0 16,0 2 0-16,1-2 0 15,-1 0 0-15,0 0 0 0,0 0 0 0,3 0 0 16,0 0 0-16,1-2 0 0,1 1 0 0,0-2 0 16,-3 0 0-16,3 1 0 0,1 0 0 0,1-3 0 15,0 4 0-15,0-1 0 0,3 0 0 0,4 1 0 16,6 1 0-16,-6 0 0 0,0-2 0 0,2 2 0 16,-2 0 0-16,-6 0 0 0,14 0 0 0,-6 0 0 15,-3 0 0-15,8 0 0 0,-6 0 0 16,-5 0 0-16,14 0 0 0,-9 2 0 15,1 1 0-15,-2 0 0 0,0 2 0 0,-5 1 0 16,15-2 0-16,-6 1 0 0,1 1 0 0,-2-3 0 16,-2 1 0-16,-3 1 0 0,9 1 0 0,-5-1 0 15,-2 1 0-15,5 0 0 0,-2-2 0 0,-7 1 0 16,13 1 0-16,-9-2 0 0,-10 0 0 0,13 1 0 16,-12-2 0-16,6 0 0 0,-3 2 0 0,1-1 0 15,-1 0 0-15,-6 0 0 0,0-1 0 0,-9 1 0 16,6 0 0-16,-6 0 0 15,-7 0 0-15,-2-2 0 0,0 1 0 0,-9-1 0 16,0 0 0-16,-2-2 0 0,-5 2 0 0,-6 0 0 16,1-2 0-16,-6 0 0 0,-1 1 0 0,-4-1 0 15,3 0 0-15,-3 0 0 0,0 0 0 0,0 0 0 16,0 0 0-16,0 0 0 0,0 0 0 0,0 0 0 16,0-1 0-16,0-1 0 15,0 0 0-15,0 0 0 0,0 0 0 0,0 0-298 0,2 2-505 16</inkml:trace>
  <inkml:trace contextRef="#ctx1" brushRef="#br0" timeOffset="29109.45">18833 18037 0,'0'0'0,"0"0"16,0 0-1,0 0-15,0 0 16,0 0-1,0 0-15,0 0 16,0 0 0,0 0-16,0 0 15,0 0 1,0 0-16,0 0 16</inkml:trace>
  <inkml:trace contextRef="#ctx0" brushRef="#br0" timeOffset="45569.9">6364 13440 978 0,'-12'-5'0'0,"3"-3"0"0,0 3 0 16,-1-3 0-16,3 1 0 0,1 1 0 0,-5 0 0 0,3-1 0 0,2 1 0 0,-1 3 0 0,4-3 89 0,-4 2 164 0,2-1-105 0,2 0-52 0,0 2-1 15,1-2 152-15,-1 1-92 0,3 0-61 0,-2 0 91 16,2-1-71-16,0 4-36 0,0 0 0 0,0-3 195 15,0 2-121-15,0 0-54 0,0 0-28 0,0-1 160 16,5 2-94-16,2-1-36 16,0 0-11-16,2 0 84 0,3 1-173 0,-1-1 0 15,0 0 0-15,2 0 0 0,2 0 0 0,0 0 0 16,-1 1 0-16,0-1 0 0,4 0 0 0,-4 0 0 16,0-2 0-16,0 3 0 0,2-1 0 0,-2 0 0 15,1 2 0-15,-1 0 0 0,-1-2 0 0,0 2 0 16,3 0 0-16,0 0 0 0,1 0 0 0,1 0 0 15,2 0 0-15,-2 0 0 0,2 0 0 0,2 0 0 16,-2 0 0-16,3 0 0 0,-2 0 0 0,1 0 0 16,0 0 0-16,3 0 0 15,-4 0 0-15,2 0 0 0,-1 0 0 0,4 0 0 16,-7 0 0-16,3 0 0 0,0 0 0 0,-2 0 0 16,0 2 0-16,1 0 0 0,1-2 0 0,-5 2 0 15,2-2 0-15,2 1 0 0,-3-1 0 16,3 0 0-16,-1 0 0 0,1 0 0 0,0 0 0 0,-1 0 0 15,0 0 0-15,0 0 0 0,0-1 0 0,0-1 0 16,2 2 0-16,-2-2 0 16,-2 0 0-16,2 2 0 0,-5-3 0 0,5 3 0 15,-4-1 0-15,3 1 0 0,-3 0 0 0,-2-1 0 16,2 1 0-16,-4 0 0 0,1-3 0 0,3 3 0 16,-5 0 0-16,2 0 0 0,-2 0 0 0,0 0 0 15,1 0 0-15,0 0 0 0,-4 0 0 0,4 0 0 16,-3 0 0-16,0 0 0 0,1 0 0 0,-1 0 0 15,0 0 0-15,1 0 0 0,-2 0 0 0,1 0 0 16,-4 0 0-16,3 0 0 16,-1 0 0-16,-4 0 0 0,0 0 0 0,1 0 0 15,-2 0 0-15,-1 0 0 0,1 0 0 0,0 0 0 16,0 0 0-16,2 0 0 0,-3 0 0 0,-1 0 0 16,0 0 0-16,1 0 0 0,-1 0 0 15,0 0 0-15,0 0 0 0,0 0 0 0,0 0 0 16,0 0 0-16,0 0 0 0,0 0 0 0,0 0 0 0,0-2 0 15,0-2 0-15,-2-1 0 0,-6-2 0 16,3 1 0-16,0-2 0 0,0 0 0 16,-2 5 0-16,1-1 0 0</inkml:trace>
  <inkml:trace contextRef="#ctx0" brushRef="#br0" timeOffset="48504.14">8428 13974 2434 0,'-1'-6'0'0,"0"3"0"0,1-1 0 0,0 0 0 0,0 0 0 0,0 2 0 0,0 1 0 15,0-1 0-15,0 0 0 0,1 0 0 0,0 2 257 0,5-3-103 0,-2 3-51 0,-1 0 12 0,1 0 41 0,-1-1-53 16,1 0 1-16,1 1 195 0,-2-3-124 0,3 1-144 16,-1 1-31-16,2-3 0 15,2 0 0-15,0 0 0 0,2 1 0 0,3-1 0 0,-2 0 0 0,2-1 0 16,0 4 0-16,4-3 0 0,-4 2 0 0,4 0 0 15,2 1 0-15,-3 1 0 16,1 0 0-16,3 0 0 0,-2 0 0 0,3 0 0 16,-3 0 0-16,5 0 0 0,-3 0 0 0,5 0 0 15,-3 0 0-15,4 0 0 0,-1 0 0 0,1 0 0 16,-2 0 0-16,1 0 0 0,1 0 0 0,5 3 0 16,-4-1 0-16,-1 0 0 0,1 0 0 0,2 2 0 15,-5-2 0-15,5 2 0 0,-2-3 0 0,2 2 0 16,-3-3 0-16,6 1 0 0,-1 1 0 0,0-2 0 15,0 0 0-15,0 0 0 16,-1 0 0-16,1 0 0 0,0 0 0 0,2 0 0 16,-2 0 0-16,0 0 0 0,-2 0 0 0,2 2 0 15,-2 0 0-15,-2-1 0 0,2 2 0 0,2-2 0 16,-2 2 0-16,0-2 0 0,2 1 0 0,2 1 0 16,-2-2 0-16,1 0 0 0,1-1 0 0,0 3 0 15,-1-1 0-15,1-2 0 0,1 2 0 0,0 0 0 16,1-1 0-16,-2 1 0 0,2 0 0 15,-3 2 0-15,1-2 0 0,-1 0 0 16,6 0 0-16,-4-1 0 0,1 1 0 0,1 2 0 16,0-2 0-16,2 0 0 0,-2-1 0 0,-1 1 0 15,-1 2 0-15,3-1 0 0,0 0 0 0,-1-1 0 16,1 2 0-16,-3-3 0 0,2 3 0 0,0 0 0 16,-2-1 0-16,1 2 0 0,1-2 0 0,4 1 0 15,-2-2 0-15,5-1 0 0,-3 2 0 0,3-2 0 16,-3-1 0-16,-4 3 0 0,13-2 0 0,-9 3 0 15,1-2 0-15,-1 2 0 16,-6-1 0-16,9 1 0 0,2 0 0 0,-5-1 0 16,3 0 0-16,1-2 0 0,0 1 0 0,-4-2 0 15,10 0 0-15,-1 0 0 0,0 0 0 0,-1 0 0 16,-3 0 0-16,-6 0 0 0,11 0 0 0,-9-2 0 16,-5 1 0-16,0-2 0 0,1 3 0 0,-3-2 0 15,-3 2 0-15,0 0 0 0,-2 0 0 0,-4 0 0 16,1 0 0-16,-6 0 0 0,1 0 0 0,-1-1 0 15,-2 1 0-15,-3 0 0 16,-2 0 0-16,-5 0 0 0,0 0 0 0,-2-3 0 16,0 3 0-16,-4 0 0 0,-1 0 0 0,0 0 0 15,-2-1 0-15,0 1 0 0,0 0 0 0,0 0 0 16,0-2 0-16,0 0 0 0,0 2 0 0,0 0 0 16,0 0 0-16,0 0 0 0,0 2 0 0,0 26 0 15</inkml:trace>
  <inkml:trace contextRef="#ctx0" brushRef="#br0" timeOffset="54298.46">17772 3953 352 0,'0'3'-1'0,"0"0"-1"0,0 0 1 0,0 3 1 0,0 0-1 0,0-3 0 0,0 1 1 0,-2 2 0 0,2-2-1 0,0-1 1 0,0 1-36 16,0 1 55-16,0-1-4 0,0 1 0 0,0 0-62 16,0-1 58-16,0 3 0 0,0-1 2 0,0 2-17 15,0-1 13-15,0 2 0 0,0 2 0 0,0-1 9 16,0 1-11-16,0 2 1 0,0 2 0 0,0 1-1 16,0 0-2-16,0 1 2 0,0 1-21 15,0 3 20-15,0 2 4 0,0 2-35 16,0 0 31-16,0-2 0 0,0 0 1 0,0 5-30 15,0-1 26-15,0 0 1 0,0 2-6 0,0 1 6 16,0 2-6-16,0 0 3 0,0 1 54 0,-2 2-53 16,-1-2 0-16,1 3 45 0,0-1-40 0,0 2-1 15,0-2 3-15,2 1-8 0,-3-3 8 0,3 1-2 16,0 0 8-16,0 0-36 0,0 0 30 0,0-3-1 16,0 3 1-16,-1 1-27 0,1 0 25 15,-4 0-5-15,4 1 17 0,-2 0-18 16,-1-1 4-16,1 1-1 0,0 0 42 0,0-1-40 15,0-1-1-15,2 0 27 0,-2 0-25 0,2-2 5 16,0-1-2-16,0 7-35 0,0-4 34 0,0-2 1 16,0 1-1-16,0-6-22 0,0-1 23 0,0 6-3 15,0 0-35-15,0 0 32 0,0 1 1 0,0-1-4 16,0 2-7-16,0 8 5 0,0-2 4 16,0-9-5-16,0 3 4 0,0-2-3 0,0-6 2 15,0 10 38-15,0-8 0 0,0 2-33 16,0-1-2-16,0-2 59 0,0 0-54 0,0 5 5 15,0-3-5-15,0 0 4 0,0 4-2 0,0 9 5 16,0-8-6-16,0 1 4 0,0-1-2 0,0-2-15 16,0 0 15-16,0 0-2 0,0-2 4 0,0-1-56 15,0 2 50-15,0-3 0 0,0 8 1 0,0 2-13 16,0-4 10-16,0-1-2 0,0-2 46 0,0 0-1 16,0-1-41-16,0-5 4 0,0 7-2 0,0-6 0 15,0-1 0-15,0 4-30 16,0-1 31-16,0 3 4 0,2-3 0 0,-2 3-31 15,0 3 28-15,2 0-1 0,-2-3-2 0,0-7 52 16,0 2-55-16,2-2 4 0,-2 5-42 0,2-6 1 16,0 1 33-16,-2-4 5 0,0 3-30 0,0-2 27 15,1 1 0-15,1-3-18 0,-2 0 17 16,2 0 1-16,-2 6-2 0,0-5 11 0,0-5-11 0,2-6 1 16,-2 0-5-16,0-1 34 0,0-5-6 15,2 2-24-15,-2-3-33 0,0-2 0 16,0 0 37-16,1 0-1 0,2 0-146 0,-1 0 68 15,0 0 30-15,0 0 0 0,5-7 22 0,-5-6 11 16</inkml:trace>
  <inkml:trace contextRef="#ctx0" brushRef="#br0" timeOffset="58015.99">13824 13475 1363 0,'-13'-3'-2'0,"0"2"0"0,2-2 1 0,-1-3 1 0,-1 3 0 0,3-1 0 0,1 1 0 0,0-1 0 0,2-1 0 0,1 2 0 0,2 2 103 15,0-1 1-15,2 0 69 0,1 0-66 0,1-1 0 16,0 3-54-16,0 0 268 0,0 0-134 0,0 0-54 16,0 0-46-16,0 0 171 0,0 0-102 15,7 0-52-15,3 0 194 0,3 0-109 0,4 0-74 0,1 0-37 16,3 0-78-16,6 0 0 16,-3 0 0-16,4 0 0 0,-2 0 0 0,2-1 0 15,0-4 0-15,-1 1 0 0,1-2 0 0,-5 4 0 16,5-3 0-16,-2 3 0 0,-5-2 0 15,5 3 0-15,-1-2 0 0,-5 1 0 0,1 0 0 0,-2 0 0 16,-1 2 0-16,-2 0 0 0,-2-1 0 0,-4 1 0 16,1 0 0-16,-4-2 0 0,-1 2 0 15,0 0 0 1,-2 0 0-16,-2-2 0 0,1 2 0 0,-1 0 0 0,2 0 0 0,-2 0 0 16,1-2 0-16,3 2 0 0,2 0 0 0,1 0 0 15,2 0 0-15,4 0 0 0,2 0 0 0,0 0 0 16,2 0 0-16,0-2 0 0,2 2 0 15,0-2 0-15,-3 1 0 0,-1-1 0 0,-2 0 0 0,-2 0 0 16,-4 0 0-16,0 0 0 0,-3 1 0 0,-1-2 0 16,-4 3 0-16,1-1 0 0,-2 1 0 0,0-2 0 15,0-1 0-15,0 0 0 16,0-2 0-16,0-1 0 0,0 0 0 0,-2 0 0 16,-2 1 0-16,2 1 0 0,0-1 0 0,0 4 0 15,2-1 0-15,0 2 0 0,2 0-536 0,15 18 129 16</inkml:trace>
  <inkml:trace contextRef="#ctx0" brushRef="#br0" timeOffset="58892.89">16373 13870 1723 0,'-13'0'-9'0,"2"0"2"0,-1 0 1 0,5 0 1 0,-1 0 2 0,1 0 0 0,3 0 1 0,1 0-3 0,-2 0 1 0,5 0 2 16,0 0 245-16,0 0-103 0,0 0-45 0,0 0 187 0,8 0-115 0,3 0-59 15,-2 0 12-15,7 0 204 0,-1 0-138 0,2 0-67 16,-1 0 236-16,3 0-240 15,1 0-115-15,-2 0 0 0,3 0 0 0,2 0 0 16,2-1 0-16,0 1 0 0,-3 0 0 0,8-1 0 16,-1 1 0-16,1-3 0 0,2 3 0 0,0-2 0 0,3 0 0 15,1 0 0-15,6 0 0 0,-1 0 0 0,1-1 0 16,2 1 0-16,-5-2 0 0,12 1 0 16,-5-1 0-16,4-1 0 0,0 1 0 15,3-1 0-15,-1 2 0 0,3-3 0 0,1 3 0 16,10-6 0-16,-7 3 0 0,2 2 0 0,-9-1 0 15,16-2 0-15,-6 2 0 0,0 1 0 0,2-4 0 16,-2 2 0-16,-4 0 0 0,16 0 0 0,-7 0 0 16,-1 0 0-16,1-1 0 0,-1 1 0 0,-6 0 0 15,16 1 0-15,-9 1 0 16,2 0 0-16,5 1 0 0,-3-1 0 0,-7 0 0 16,14 0 0-16,-6 1 0 0,1-2 0 0,1 0 0 15,-1 2 0-15,2-1 0 0,4 0 0 0,-1 0 0 16,-4 1 0-16,3-2 0 0,-2 1 0 0,2 1 0 15,-1-1 0-15,4 3 0 0,1-4 0 0,-2 4 0 16,1-1 0-16,0 0 0 0,0 0 0 0,-1 0 0 16,4 1 0-16,11-2 0 15,-17 0 0-15,6 2 0 0,10-4 0 0,-8 1 0 0,-10 2 0 16,19-1 0-16,-11 1 0 0,12-2 0 16,-17 2 0-16,6 1 0 0,0-2 0 0,-2 2 0 15,-2-1 0-15,10 2 0 0,-21 0 0 0,7 0 0 16,-7 0 0-16,-1 0 0 0,-10 0 0 0,4 0 0 15,-6 0 0-15,-3 0 0 0,-5 0 0 0,-4 0 0 16,-10 0 0-16,-2 0 0 0,-11 0 0 0,-7 0 0 16,-1 0 0-16,-6 0 0 0,-6 0 0 0,1 0 0 15,-2 0 0-15,0-2 0 0,-14-8 0 0,0 1 0 16,-3 2 0-16,-5-3 0 16,-1 5 0-16,2 3 0 0,1-1 0 0,-1 3 0 15,5 0 0-15,6 18 0 0,4 6 0 0,6 12-279 16</inkml:trace>
  <inkml:trace contextRef="#ctx0" brushRef="#br0" timeOffset="60011.92">25071 13989 2020 0,'-20'0'0'0,"4"-3"0"0,1 3 0 0,4-3 0 0,0 0 0 0,3 0 0 0,0-2 0 0,1 1 0 16,2-1 0-16,0-1 0 0,2 2 150 0,0-1-51 0,3 1 339 0,0 0-181 0,0 0-110 0,0 2-49 15,0-2 292-15,0 3-171 0,5-2-106 16,1 3-113-16,6 0 0 0,0 0 0 0,1 0 0 16,4 0 0-16,1 0 0 0,2 0 0 0,4 0 0 15,0 0 0-15,2 0 0 0,3 0 0 0,-1 0 0 16,-4 0 0-16,6 0 0 0,-3 0 0 0,1 0 0 16,-2 0 0-16,2 3 0 0,0 1 0 15,0-3 0-15,2 4 0 0,1-4 0 0,0 3 0 16,0-2 0-16,4-2 0 0,-1 2 0 0,2-2 0 15,2 0 0-15,3 0 0 0,0 0 0 0,-3 0 0 16,10 0 0-16,-4 0 0 0,2-2 0 16,5 0 0-16,-2-2 0 0,-5 3 0 0,8-5 0 0,-5 3 0 15,2-2 0-15,-2 1 0 16,0 1 0-16,1-1 0 0,3 0 0 0,-1-1 0 16,0 4 0-16,4-3 0 0,0 0 0 0,1 3 0 15,-3-1 0-15,0 0 0 0,-2 1 0 0,1 1 0 16,-3 0 0-16,1 0 0 0,2 0 0 0,-1 0 0 15,0 0 0-15,4 1 0 0,1 3 0 0,-2-1 0 16,2 1 0-16,0-2 0 0,0 2 0 0,0-2 0 16,0-1 0-16,7 2 0 0,-9-2 0 15,13 2 0-15,-1-3 0 0,-3 1 0 16,-5-1 0-16,11 2 0 0,-15-2 0 0,12 2 0 16,-10 0 0-16,10-1 0 0,-12 2 0 0,12-2 0 15,1 2 0-15,-5-2 0 0,4 4 0 0,-2-4 0 16,-8 0 0-16,15-1 0 0,-5 3 0 0,0-3 0 15,2 0 0-15,4 0 0 0,1 2 0 16,3-2 0-16,-7 0 0 0,4 0 0 0,-3 0 0 0,2 0 0 16,-11 0 0-16,16 0 0 15,-3 0 0-15,-2 0 0 0,-5 0 0 0,-1 0 0 0,-7 0 0 0,9 0 0 16,-5-2 0-16,-1-1 0 16,-1 2 0-16,2 0 0 0,-9-2 0 0,9 1 0 15,-6 2 0-15,-4 0 0 0,-2 0 0 0,-2 0 0 16,-6 0 0-16,3 0 0 0,0 0 0 0,-7 0 0 15,5 2 0-15,-4 1 0 0,-1-2 0 0,10 0 0 16,-6-1 0-16,-2 3 0 0,-6-3 0 0,5 2 0 16,-4-2 0-16,0 0 0 0,-3 2 0 0,1-2 0 15,-3 0 0-15,0 2 0 16,-5-2 0-16,5 0 0 0,-5 0 0 0,-3 0 0 16,1 0 0-16,-3 0 0 0,1 0 0 0,-2 0 0 15,-5 0 0-15,2 0 0 0,-4 0 0 0,-2 0 0 16,-2-2 0-16,-1 2 0 0,-2 0 0 0,1 0 0 15,-4-2 0-15,0 2 0 0,-1 0 0 0,-1 0 0 16,0 0 0-16,0 0 0 0,0 0 0 0,0 0 0 16,0-2 0-16,0-1 0 0,0-2 0 15,0-2 0-15,0-1 0 0,0-2 0 0,-5 1 0 0,-1-2 0 16,-1 6 0-16,2-3 0 16,0 5 0-16,2 1 0 0,-1 2 0 0,-2 5 0 15,6 19 0-15,0 13 0 0,0 7 0 0</inkml:trace>
  <inkml:trace contextRef="#ctx0" brushRef="#br0" timeOffset="61600.38">20401 3653 463 0,'-6'0'0'0,"1"1"0"0,1 11 0 0,-1-1 0 0,1 4 0 0,1 6 0 0,-2 1 0 0,1 7 0 0,4-2 0 0,0 3 0 0,0 0 53 0,0 4-34 0,0 0 60 0,6 9-54 15,2-3-1-15,-1 4 1 0,1 6-5 16,-1 0 5-16,1 3 7 0,-2 2-37 0,-3 8 29 0,-1-5 1 16,0-5 9-16,0 3-44 0,0 1 40 15,-1 8-5-15,-1-2-9 0,0 4-24 16,0-1 24-16,0-1 4 0,2-6-1 0,0 17 18 16,0-11-22-16,1-3 3 0,-2-2-44 0,3-6 43 15,0 6 3-15,1 8-50 0,-1-7 45 0,-1 2-1 16,1 2-2-16,-2 3-14 0,3-8 15 0,-4 15-3 15,1-6 0-15,0-1 32 0,0-3-30 0,0-13-2 16,-1-4 4-16,1 5 6 16,0-4-9-16,0 0 6 0,0 3-41 0,0 13 38 0,-1-13 2 15,1 13 22-15,3-2-26 0,-2-1 2 16,3-1-2-16,-4-9 14 0,1 3-9 0,1-1-7 16,0-4 3-16,1 2 24 0,2 5-23 0,0 3 5 15,-4-8-34-15,1 4-3 0,2-3 32 0,-3 3 3 16,2-6-37-16,-2-4-1 0,-1-8 37 0,0 2-73 15,0-2 32-15,-2-5-15 0,0-1 43 0,0-6-42 16,0-1 1-16,0-3 22 0,0-3 11 0,0-4-36 16,0-5 32-16,0-2-9 0,0-4-63 0,0 0 31 15,0-2 0-15,0-2 28 16,0 0-171-16,0 0 71 0</inkml:trace>
  <inkml:trace contextRef="#ctx1" brushRef="#br0" timeOffset="46351.93">21556 11540 0,'0'0'16,"0"0"-16,0 0 16,0 0-1,0 0-15,113-368 16</inkml:trace>
  <inkml:trace contextRef="#ctx0" brushRef="#br0" timeOffset="63242.38">14101 4270 442 0,'7'-7'-2'0,"2"-1"1"0,3 1 0 0,-1 1 0 0,1-1 0 0,-2 3 1 0,3-3-1 0,-1 1 1 0,1 2 0 0,1 1 0 0,0-2 23 0,1 4 6 16,0-1-69-16,3-1 58 0,-2 2 1 0,1 0-28 15,1-2 26-15,3 3 4 0,4 0-4 0,1 0-43 16,0 0 40-16,4-2 0 16,4 2-10-16,2 0-8 0,0 0 10 0,8 0 4 15,-2 0-33-15,3 0 32 0,2 0-2 0,-4 0 4 16,12 0-24-16,-3 0 20 0,-3 0-1 0,-2 0-3 16,0 0 3-16,2 2 1 0,-6 3-4 0,3 1 0 15,-2 2 0-15,1-1 2 0,2 0-2 0,2 1 46 16,2-2-42-16,1 1 0 0,1 1 19 0,1-2-19 15,1 0 5-15,7 1-20 0,-13-3 17 0,6 1-1 16,-2-1 1-16,9 2-22 0,-7-2 23 0,11 2-1 16,-4-4-1-16,1 2-5 0,1-1 3 0,5 2 0 15,-12-1-2-15,15 0-2 16,-8-2 1-16,5 1 2 0,0 0-20 0,3-1 19 16,-10 1 1-16,13 1 15 0,-6 0-16 0,0 0-1 15,-6-1 1-15,2 1 8 0,-4-1-6 0,13 1 0 16,-6-2-1-16,-2 1 18 15,4-3-18-15,-1 0 0 0,-9 0 3 0,15 0 23 0,-5 0-25 0,-1 0 4 16,0 0-6-16,1 0 5 0,-12 0 1 0,14 0-1 16,-12-1-35-16,-8-1 32 0,1 2 0 0,0-2 26 15,-3 0-23-15,-1 0-3 16,-1 0 2-16,-2 1 33 0,-1-1-32 0,2 0 0 16,-6 0 3-16,10-1-43 0,-3 1 39 0,0-2 0 15,1 0-23-15,-1 0 24 0,-2 0 0 0,9 2 1 16,-7 1-48-16,3-1 41 0,-1 0 3 0,1 0-9 15,-8 2-19-15,8 0 18 0,-4 0 5 0,0 0-6 16,-2 0 4-16,0 0-2 0,-8 0 2 0,11 0 3 16,-5 2-3-16,0 0 1 15,0-2-4-15,0 0 4 0,-5 0-1 0,11 0 1 16,-6 0-2-16,2 0 2 0,1-2-1 0,2 0-49 16,-9-2 48-16,10-1-2 0,-6 5 1 0,-5-3-10 15,2 2 9-15,-1-2-2 0,-2 2 1 0,0 0 2 16,-4-2-2-16,-1 1-1 0,-2-2 55 0,-3 1-52 15,-6 1 0-15,2 0 12 0,-2-2-9 0,-1 3-2 16,-2-1 6-16,-2 0-17 0,0 1 16 16,-2-2-3-16,3 1 3 0,-4 0-71 0,1 2 31 0,-3-2 0 15,-2 2 28-15,1 0-56 16,-1 0 48-16,-2 0 7 0,0 0-15 0,-5 0-81 16,-2 10 38-16,0 6 0 0</inkml:trace>
  <inkml:trace contextRef="#ctx0" brushRef="#br0" timeOffset="67187.43">14292 2945 423 0,'-6'0'0'0,"1"0"0"0</inkml:trace>
  <inkml:trace contextRef="#ctx0" brushRef="#br0" timeOffset="67406.61">14271 2935 2352 0,'0'-2'0'15,"0"-1"0"-15,6-2 0 0,3 1 0 0,4 2 0 0,1-3 0 0,-1 3 0 0,2-1 0 0,1 1 0 0,2-2 0 0,2 2 226 0,1 0-92 0,3-1-46 0,3-1 131 0,1 1-88 16,0-3-34-16,4 0-11 0,0 0 40 0,4 1-41 15,-1-2-1-15,8-2-2 16,-9 4-29-16,6 1-10 0,-3-2-1 0,1 3-33 16,-5-1-1-16,-1 2 35 0,-7 0-20 0,-1 1-23 15,-3-2 0-15,-2 2 0 0,-7-1-35 0,-3 2 32 16,-2 0-8-16,-5 0-195 0,0 0 96 0,-1 0 59 16,-1-1 11-16,0-2-159 0,0 0 80 0,-11 2 50 15,2 0 4-15,-3-2-593 0,0 1 308 0,3 2 143 16,-5-1 88-16,5 1-242 0,-1-3 159 0</inkml:trace>
  <inkml:trace contextRef="#ctx0" brushRef="#br0" timeOffset="67664.31">14666 2494 2459 0,'-8'-8'0'0,"1"5"0"0,2-3 0 0,0 0 0 15,1 5 0-15,2-1 0 0,1 0 0 0,1 0 0 0,0 2 0 0,0 0 0 0,1 4 107 0,7 11 215 0,0 3-139 0,-1 7-60 16,1 5-46-16,-1 12 169 0,-1-2-102 0,-2 8-51 16,1 3 11-16,-1 0-31 0,1 6-73 0,-1-1 0 15,2-1 0-15,-2-5 0 0,3-3 0 0,-3-7 0 16,3 0 0-16,-3-1 0 0,2-8 0 0,-2-2 0 16,0-7 0-16,-3-1 0 0,-1-2 0 0,0-8 0 15,0 0 0-15,0-6 0 16,0-1 0-16,-3-1 0 0,-7-3 0 0,4 0 0 15,-1 0 0-15,0 0 0 0</inkml:trace>
  <inkml:trace contextRef="#ctx0" brushRef="#br0" timeOffset="67687.38">14703 3303 423 0,'15'-13'0'0</inkml:trace>
  <inkml:trace contextRef="#ctx0" brushRef="#br0" timeOffset="68242.42">17342 2860 1987 0,'-9'0'0'0,"3"0"0"0,1 0 0 0,4 0 0 0,1 0 0 0,-2 0 0 0,2 0 0 15,0 0 0-15,0 0 0 0,10 2 0 0,4 0 105 0,4 3-33 0,4 0 225 0,0-4-119 0,8 1-74 16,4-2-33-16,8 0 129 0,-8 0-81 0,11 0-39 15,-10-2 7-15,7-4-9 0,-6 1-38 16,1 1-1-16,-5 0-21 0,-9 2 31 16,-1 1-9-16,-7 1-65 0,-4 0 32 0,-3 0 0 15,-4 0 32-15,-2 0-166 0,-2 0 79 0,0 0 11 16,0 1 33-16,-2 5-376 0,-7 2 187 0,8 1 55 16,1 4-801-16</inkml:trace>
  <inkml:trace contextRef="#ctx0" brushRef="#br0" timeOffset="68778.06">20383 3051 1633 0,'-7'-3'0'0,"0"-3"0"0,5 5 0 0,2-3 0 0,0 2 0 0,0-2 0 0,0 3 0 0,4-4 0 0,11 1 0 0,5 3 0 0,5-1 76 0,3 0 175 0,4 2-96 0,10-2-62 16,-3 0 70-16,4 2-61 0,-1-1-31 0,1-2-33 15,-8 1 12-15,7 1-10 0,-2-2 0 0,-7 3-113 16,1 0 57-16,-6 0 28 0,-5 0 9 0,2 0-196 16,-9 0 107-16,1 3 36 0,-8 0 32 0,1 0-398 15,-7-2 148-15,2 1 116 0,-3 0-307 16,-2-2 201-16,0 0 100 0,-2 0-226 0</inkml:trace>
  <inkml:trace contextRef="#ctx0" brushRef="#br0" timeOffset="68977.42">20807 2667 1742 0,'-6'-4'0'0,"4"1"0"0,0 3 0 0,1 0 0 0,1 0 0 0,0 0 0 0,0 8 0 0,0 11 0 0,0 6 0 0,1 5 0 0,1 13 126 0,3 2 311 0,-3 6-199 16,-1 14-98-16,1-3 73 0,0-7-76 0,-2 15-54 16,0-15 0-16,0 3-307 0,0-1 131 0,2-2 67 15,0-4 43-15,0-3-654 0,1-1 339 0,1 0 169 16</inkml:trace>
  <inkml:trace contextRef="#ctx0" brushRef="#br0" timeOffset="76163.98">24624 4856 1058 0,'0'0'0'15,"-3"2"0"-15,3-2 0 0,0 2 0 0,0-2 0 0,0 0 0 0,0 0 0 0,0 0 0 0,0 0 0 0,0 0 0 0,0 0 71 0,0 0 160 0,0 0-95 0,3 0-37 0,-1-2-10 0,0-2 116 16,1-3-82-16,1 0-41 15,0-2 75-15,-1-4-48 0,-1 2-39 0,0-1 1 16,0-3 11-16,-1-1 0 0,1 2-40 0,1-4 31 16,-3 0-31-16,0 3-1 0,0-4 0 0,0 0-31 15,0 2 31-15,-5-2 11 0,0 3-11 0,-4-4-45 16,0 5 1-16,-3 3 44 0,0 0-52 0,-1 3 10 16,-4 2 18-16,1 3-37 15,-2 1 42-15,-3 3 5 0,-4 0-13 0,5 7 28 16,-8 12-23-16,3 1 3 15,0 5-4-15,-1 8 36 0,6 0-1 0,3 2-24 0,-1 10 124 0,7-3-60 16,2 3-22-16,6-3 0 0,0 2 52 16,3-9-70-16,0 5-53 0,3-7 0 0,8-1 0 0,1-5 0 15,6-3 0-15,-3-7 0 0,7 0 0 0,-3-7 0 16,6-3 0-16,-8-6 0 0,7-1 0 0,-1 0 0 16,1-3 0-16,-2-12 0 0,1-6 0 15,-2-3 0-15,-1-5 0 0,-1 1 0 16,-5 1 0-16,0-2-71 0,-3 5 3 0,-6 3 25 15,2 2-25-15,-5 6 69 0,0-1 5 0,0 7-37 16,-2 3 6-16,0 1 175 0,0 1-86 0,0 2-32 16,0 0 21-16,-2 7-53 0,-2 7 0 0,2 2 0 15,-1 2 0-15,1 2 0 0,2-1 0 16,0 2 0 0,0 0 0-16,0-3 0 0,5-1 0 0,3-1 0 0,-1-1-33 0,2-1-35 0,1-3 38 0,-1-1-569 15,0-1 270-15,-1-1 146 16,3-5-473-16,0 2 307 0,1-5 154 0,1 0 77 15,0 0-201-15,2-3 143 0</inkml:trace>
  <inkml:trace contextRef="#ctx0" brushRef="#br0" timeOffset="76471.82">24821 4954 2115 0,'-4'-6'0'0,"1"3"0"0,-1-1 0 0,2 0 0 0,2 3 0 0,0-3 0 16,0 2 0-16,0-2 0 0,8 2 0 0,3 0 0 0,6 2 106 0,-4 0 236 0,5 0-150 0,-1 0-76 0,0 8-37 0,-4-1 100 15,0 3-59-15,-1 0-44 0,-7 3-78 0,1-1 0 16,-5 1 43-16,-1 2 0 0,0 0-73 0,-1 0 32 16,-12-2 0-16,0 2 78 0,-4-1 1 15,-2-3-38-15,2-1 10 0,-2-3 43 0,5 1-32 0,-2-3-27 16,7-1-39-16,2 0 128 0,1-4-124 16,3 1 0-16,2-1 0 0,1 0 0 15,0 2 0-15,1-2 0 0,10 2 0 0,3 1 0 16,5-2 0-16,6 1 0 0,-3-2 0 0,4 2 0 15,-5-2 0-15,4 2 0 0,-2-2 0 0,3 2 0 16,-6-2 0-16,1 1-43 0,-3-1-165 0,1 3 97 16,-2-3-572-16,2 0 321 0,-2 0 160 0,-2 0 70 15,0 0-500-15,0 0 296 0,0-3 147 0,-3-6 74 16</inkml:trace>
  <inkml:trace contextRef="#ctx0" brushRef="#br0" timeOffset="76638.92">25240 4979 2361 0,'-10'-12'0'0,"-1"2"0"0,2 5 0 0,1-4 0 0,1 3 0 16,-1 1 0-16,5 1 0 0,1 0 0 0,0 2 0 0,2 0 0 0,0 2 162 0,0 0 302 0,0 0-211 0,0 0-106 0,0 12-53 0,4 1 217 15,-1 2-172-15,0 4-139 0,2 1 0 0,-2 4 0 16,-1 1 0-16,0-3 0 0,0 7 0 0,0-3 0 16,0 1 0-16,0-4 0 0,0 4-642 15,-2-6 238-15,2-1 207 0,0 1-788 0</inkml:trace>
  <inkml:trace contextRef="#ctx0" brushRef="#br0" timeOffset="77258.36">24791 5713 1073 0,'0'0'0'0,"0"0"0"0,0 0 0 0,0 0 0 0,0 0 0 0,0 0 0 0,0 0 0 0,0 0 0 0,0 0 0 0,0-3 0 0,0-2 212 16,-2-4-86-16,-2-1 120 0,3 1-92 0,-3-3-62 0,-2-3-26 0,0 0 73 16,-1 3-49-16,-2-4 0 0,-1 3-39 0,-1-2 25 15,-2 4 1-15,-1-2-36 0,0 4 47 0,-2 1-1 16,-2 4-36-16,1 2-10 0,-4 2 24 16,-1 0-24-16,-2 11 0 0,-1 8-37 15,-2 5 11-15,-3 11 26 0,4 0-1 0,2 5 37 16,1 2-1-16,4 1-35 0,6-6 10 0,1 10 83 15,9-14-47-15,1 7 1 0,2-10-75 0,0 1-1 16,2-10 39-16,6 0-10 0,3-2-105 0,2-4 52 16,2-5 27-16,0-3-167 0,2-3 96 0,0-4 29 15,2 0 27-15,3-2-169 0,-3-13 86 0,2-5 16 16,1-5 29-16,-2-4-99 0,0-1 57 0,-1 3 6 16,-5-3 78-16,-5 9-7 15,3-2-40-15,-6 6-1 0,-3 6 131 0,-1 3-56 16,0 2-29-16,0 3 351 0,-2 1-177 0,0 2-65 15,0 0-52-15,0 5 151 0,0 9-87 0,0 5-32 16,0 1-91-16,0 5 0 0,0-1 0 0,0 2 0 16,2-1 0-16,3-6 0 0,2 3 0 0,2-1 0 15,0-3-139-15,1-4-62 0,1-1 113 0,0-5 17 16,1-1-322-16,2-4 138 0,0 0 111 0,0-3-597 16,2 0 349-16,-2 0 176 0,4-10 78 15,0-4-457-15</inkml:trace>
  <inkml:trace contextRef="#ctx0" brushRef="#br0" timeOffset="77579.75">24877 5903 1259 0,'-2'-8'0'0,"1"2"0"0,1 2 0 0,0 1 0 0,0-2 0 0,0 0 0 0,0 0 0 0,5-1 0 0,8 0 0 0,4 3 0 0,0 1 161 0,2-1-60 16,-5 3 121-16,4 0-91 0,-4 0-45 0,-5 0 1 15,2 6-6-15,-5 2-40 0,-2 3 0 0,-1 1 16 16,-3 1-16-16,0 3 10 0,-8-1-10 0,-8 5 137 15,2-8-68-15,1 3-35 0,-2-1 1 0,6-4 175 16,-1-1-111-16,5-3-49 16,0 0 78-16,4-2-65 0,1 0-31 0,0 2-128 0,6-1 42 0,9 3 28 15,4-3-1-15,4 3-45 0,0 0 36 0,0-1 10 16,5 3 26-16,-10-3-42 0,3 1 1 0,-5 2 41 16,-5-2-54-16,-2 0-50 15,-4 0 5-15,-2-1 35 0,-1-2-5 0,-2 3 31 16,-5-1-11-16,-9-1 10 0,-7 2 43 0,3-2-40 15,-3-1 10-15,0-1-434 0,1-2 196 0,1-2 88 16,4 0 61-16,1 0-588 0,5-2 311 0,6-7 154 16,3-9 79-16,0-6-277 0,14-8 182 0</inkml:trace>
  <inkml:trace contextRef="#ctx0" brushRef="#br0" timeOffset="77738.5">25226 5877 1925 0,'10'-9'-1'0,"1"6"0"0,-3 1 1 0,-1 0 0 0,-2 2 0 0,0 0 0 0,1 0 0 0,-3 13 0 0,1 5 0 0,1 2 0 0,-3 6 230 0,0 1-95 0,0 4-37 16,-2 1 442-16,0 0-249 0,0 0-125 0,0-2-63 16,0 0-31-16,0-7 11 15,0 1-43-15,0-3-628 0,0-3 314 0,0-4 157 0,1-3-768 0,1-4 389 16,1-3 252-16,3-4-17 16</inkml:trace>
  <inkml:trace contextRef="#ctx0" brushRef="#br0" timeOffset="78230.86">26308 4834 941 0,'-5'-17'0'0,"1"2"0"0,1-5 0 0,-3 0 0 0,-1 2 0 0,0-3 0 0,-3-3 0 0,0 5 0 0,-2 2 0 0,-1 0 0 0,-2 3 327 0,0 7-148 0,-3 3-68 0,-4 2-35 15,-1 2 114-15,-5 12-74 0,-2 12-27 0,-6 10-10 16,2 4 41-16,2 5-39 16,5 3 0-16,3 2 172 0,7 0-95 0,4 2-64 0,4-3-26 15,7-3 99-15,2-6-63 0,0 2-31 16,0-7 11-16,4 0 42 0,7-7-42 0,-2-8 1 15,8-1-104-15,-2-4 31 0,4-3 10 0,1-9-167 16,5-1 93-16,-3 0 47 0,3-11 0 16,0-11-171-16,-1-2 83 0,0-4 10 0,-1-3 46 0,-4-1-204 15,-1-2 108-15,1-7 20 0,-6 10 28 16,-1-4 17-16,-6 6 1 0,-1 10 25 0,-3 0 58 0,-1 7-40 16,-1 1 11-16,0 6 329 15,0 0-172-15,0 4-68 0,-1 1-49 0,-7 0 241 16,3 13-129-16,-2 2-27 0,4 4-43 0,-1 5 92 15,4 0-60-15,0-1-19 0,0 7-10 0,0-3-43 16,0-3-29-16,6-1 0 0,2-3 0 0,1 3 0 16,0-5 0-16,3-2-437 0,-1-2 163 0,-2-2 107 15,5-3 86-15,0-3-806 0,4-4 427 0,-1-2 210 16,8 0 103-16,2-9-488 0</inkml:trace>
  <inkml:trace contextRef="#ctx0" brushRef="#br0" timeOffset="78502.45">26480 5009 1628 0,'-8'0'0'0,"4"0"0"0,2 0 0 0,2 0 0 0,0 0 0 0,0 0 0 0,2 0 0 0,10 0 0 0,-1 0 0 0,4 0 0 0,-2 1 370 0,2 6-154 0,-4 1-93 0,0 2-41 16,-1 3 46-16,-3-2-44 0,-5 3 0 16,-1 0-83-16,-1 2 40 0,0 1 0 0,-12-3 0 15,-6 5-10-15,0-4 10 0,2 1 10 16,-7-1-9-16,6-4 116 0,0-1-59 0,0-2-29 15,11-4 174-15,0 1-91 0,1-2-62 0,3-3 21 16,2 1-112-16,0-1 0 0,2 0 0 0,11 0 0 16,8 0 0-16,4 0 0 0,3-1 0 0,3-7 0 15,3 2 0-15,4 0 0 0,-4-3 0 16,1 0-475-16,-1 2 84 0,-2-2 192 0,-2 0-723 0,-6 2 430 16,3-4 230-16,-5-2 111 15</inkml:trace>
  <inkml:trace contextRef="#ctx0" brushRef="#br0" timeOffset="78755.02">26810 5002 1699 0,'-10'-7'0'0,"9"1"0"0,1-1 0 0,0-1 0 0,0 4 0 0,0-6 0 0,7 2 0 0,6 3 0 0,4 1 0 0,4 2 0 0,0 2 225 0,3 0-92 0,-5 4-46 0,0 7 166 0,-3 4-96 0,-5 1-63 16,-1 4-27-16,-8 1 2 15,0 3-1-15,-2-2-27 0,-7-1-1 0,-9 4 1 16,0-5 0-16,-5-1-30 0,0-3 30 0,4-5 0 15,6 0 10-15,-7-4-11 0,12-1 1 0,-1-5 0 16,0 1 0-16,4-2 41 0,3 0-30 0,0 0-16 16,0 0 4-16,15 0-139 0,3-6 67 0,5-1 30 15,-1-1-113-15,11 1 61 0,-3 1 39 0,2 1 6 16,0 1-572-16,-4 2 252 16,-5 2 143-16,2 0-542 0,-3 0 343 0,-2 7 172 15,-5 7 86-15</inkml:trace>
  <inkml:trace contextRef="#ctx0" brushRef="#br0" timeOffset="79201.16">26656 5766 1012 0,'-10'6'0'0,"5"0"0"0,-2-3 0 0,1-3 0 0,-4 0 0 0,3 0 0 0,0 0 0 0,1 0 0 0,-2-3 0 0,1 1 0 0,0-3 397 15,0-3-168-15,0 0-99 0,-4 0-29 0,5-1-30 16,-3 1 0-16,-3-2-31 0,1 3 41 0,-2-1-41 16,-1 3 0-16,2 5 65 0,-6 0-33 15,4 0 11-15,-7 0-43 0,2 18-32 16,1 3 0-16,-1 6 32 0,2 3 0 0,2 5-27 16,0 8 27-16,7-1 0 0,3-1 29 0,5 1 1 15,0-7-30-15,0 2 10 0,1-5-48 0,11-4 38 16,3-2 0-16,1-7-111 0,0-5 47 0,5-4 37 15,-4-3-21-15,3-7-126 0,-1 0 72 0,-1 0 39 16,3-17-10-16,-8-1-18 0,5-6 13 0,-4-2 0 16,-4-2-106-16,-1 2 64 0,-3-1 8 0,-1 7-10 15,-3-2 89-15,0 4 1 0,-2 7-55 0,0 0 300 16,0 2-132-16,0 7-63 16,-2 0-33-16,-5 2 327 0,1 0-165 0,3 9-54 15,-1 7-51-15,2 4 0 0,2 4-11 0,0-1-31 16,0 4 1-16,0-3-22 0,3-6 21 0,7 5 10 15,1-3-186-15,2-2 88 0,2-2 44 0,1-3-558 16,6-1 285-16,-2-7 92 0,5 1 89 0,1-6-716 16,3 0 386-16,-3 0 193 0</inkml:trace>
  <inkml:trace contextRef="#ctx0" brushRef="#br0" timeOffset="79531.05">26793 5970 1848 0,'-13'0'0'0,"9"0"0"0,-1 0 0 0,4 0 0 0,-1 0 0 0,2 0 0 0,0-2 0 0,2 0 0 0,12-1 0 0,2 0-2 0,3 3 127 0,3 0-43 0,-2 0 74 15,1 0-48-15,-5 3-39 0,-1 4-71 0,-4 2 42 0,-1 5-1 16,-7-2 1-16,-3 6-1 16,0 0 1-16,-3 6-1 0,-10-4 1 0,-4 0 130 15,4-1-55-15,-2-2-43 0,0-1 165 0,8-6-99 16,1 1-49-16,2-1 0 0,2-5 70 0,2 1-64 15,0-2-28-15,0 0-28 0,6 0-39 0,7-3 0 16,-2 3 0-16,6-2 0 0,-4 1 0 0,2 2 0 16,-2-2 0-16,-7 1 0 0,1 1 0 0,-3-1 0 15,-2 4-200-15,-2-1 84 0,0 3 28 0,-9 0 45 16,-7-3-86-16,0 2 56 16,-3-2 5-16,0-3-321 0,2 0 175 15,2-4 85-15,4 0 35 0,-2 0-258 0,7-9 156 0,6-11 78 16,0-3-722-16,0-4 401 0,4-2 192 0</inkml:trace>
  <inkml:trace contextRef="#ctx0" brushRef="#br0" timeOffset="79760.69">27036 6054 1337 0,'21'-7'-1'0,"0"1"1"0,2 3-1 0,0-3 1 0,-3 2 0 0,0 0-1 0,2 3 1 0,-2 1 0 0,-2 0 0 0,0 0-1 0,-1 1 429 0,-7 10-195 0,3 1-96 0,-8 1 88 15,-1 0-83-15,-3 4-56 0,-1 0 0 0,-7 4-47 16,-12-3-1-16,-3 2 0 0,-5-4 10 0,1-1 147 15,-1-1-77-15,9-4-40 0,-4 0 1 0,5-5-9 16,6 0-21-16,2-2-9 0,1-1 85 0,7-2-42 16,0 0-1-16,1 0 42 0,0 0-69 0,4 0-55 15,14 0 0-15,3 0 0 0,5 0 0 0,4 0 0 16,5 0 0-16,1 0-106 0,2 0-56 0,10 1 82 16,-9 2-1019-16,5-1 526 15,-3-1 257-15,7 3 142 0,-14-4-408 0</inkml:trace>
  <inkml:trace contextRef="#ctx0" brushRef="#br0" timeOffset="80419.5">28217 4982 1209 0,'-8'-18'0'0,"2"6"0"0,5-1 0 15,-1-2 0-15,0-4 0 0,2 2 0 0,-1-4 0 0,-2-1 0 0,1 0 0 0,0-3 0 0,-1 2 93 0,1-4-11 0,-3 2-42 0,2 1 110 0,-1-1-56 0,-1 5-26 16,-1-2 77-16,-1 4-57 0,1 3-1 15,-1 3-47-15,0 7 116 0,-5-3-58 16,3 8-20-16,-9 0-9 0,-2 8-55 0,-4 20 26 16,-3 4-1-16,1 11 49 0,1 4-49 0,3 3 1 0,5 2-1 15,4-5 69-15,7 0-34 0,4-12 10 16,2 4 15-16,0-9-30 0,0-1 1 16,6-8-31-16,4-3-26 0,4-4 36 0,2-3-9 15,-2-5-1-15,5-6-98 0,1 0 49 0,3 0 0 16,-2-11-17-16,4-9 23 0,-4-1-1 0,-4-3 3 15,1 0-10-15,-6 0-4 0,-5 6 5 0,3-1-37 16,-7 3 28-16,-1 7-27 0,-2 0 50 0,0 3 151 16,0 2-72-16,0 2-37 0,0 2 185 0,-7 0-94 15,-1 6-64-15,4 9-72 0,0 2 0 0,2 3 0 16,2 1 0-16,0 1 0 16,0 1 0-16,0-1 0 0,3 1 0 0,7-2 0 15,0-4 0-15,3 0 0 0,1-5 0 0,-1-1-200 16,5-3-117-16,-1-2 156 0,1-6 14 0,1 0-602 15,6 0 355-15,-2-4 177 0,0-9-458 0</inkml:trace>
  <inkml:trace contextRef="#ctx0" brushRef="#br0" timeOffset="80676.2">28400 4920 1827 0,'-7'0'0'0,"4"0"0"0,1 0 0 0,2 0 0 0,0 0 0 0,0 0 0 0,5 0 0 0,7 0 0 0,5 0 0 0,-4 0 0 0,4 0 130 0,-4 2 171 0,2 8-131 0,-5 1-65 15,0 0-33-15,-4 2-23 0,-2 2 1 0,-4 2-11 16,0 1 1-16,0-3-32 0,-15 6 32 16,-2-1-1-16,-1-4 68 0,-4 3-39 0,6-6 0 0,-2 2-28 15,4-3 130-15,5-7-64 16,-2 2-24-16,6-3 111 0,2-2-76 0,3 0-39 16,0-2-46-16,0 0-32 0,0 0 0 0,7 0 0 15,10 0 0-15,8 0-10 0,-1 0-72 0,5-2 71 16,0 0-219-16,1-2 105 0,-2 1 76 0,-1-1-15 15,1 0-764-15,-5-1 384 0,3-3 207 0,3 1 99 16</inkml:trace>
  <inkml:trace contextRef="#ctx0" brushRef="#br0" timeOffset="80983.42">28740 4905 2204 0,'-2'-7'0'0,"2"0"0"0,0-3 0 0,0 0 0 0,0 3 0 0,5 1 0 0,6 0 0 0,0-1 0 0,-3 5 0 0,7 2 0 0,-2 0 118 0,-4 0-29 0,1 4-13 0,-3 7 0 16,-3 2-37-16,-2 4 1 0,-2 4-31 0,0 0 10 16,-2 3 20-16,-11 1 4 0,-2-2-3 15,0-3-1-15,2-4 1 0,3 1 92 0,1-4-51 0,4-2-1 16,2 1-2-16,0-3-1 16,3-1-37-16,0-2 9 0,8 5 8 0,7-2-18 15,7 1 1-15,2-1-1 0,2 0 29 0,-3 3-19 16,-3-2-9-16,-1 3-41 0,-5-3 40 0,-2 3 1 15,-7-5-1-15,0 1-57 0,-5 1 17 0,0 3 0 16,-11 0 59-16,-11-1-22 0,-8 1-36 0,-5-2 0 16,-2 1 0-16,5-4 0 0,-2 0 0 0,9-4-520 15,-2 2 230-15,3-5 139 0,4 3 55 16,3 1-724-16,1 3 391 0,4 5 194 0</inkml:trace>
  <inkml:trace contextRef="#ctx0" brushRef="#br0" timeOffset="81469.83">28705 6073 1816 0,'-5'-13'0'0,"3"0"0"0,0-2 0 0,-3-2 0 0,3 2 0 0,-3-1 0 0,1-5 0 0,1 0 0 0,-1-1 0 0,1 0 0 0,-4 2 107 16,3-1-34-16,-1 0 0 16,-2 2 151-16,-2-2-97 0,0 3-45 0,0 3 33 15,-3 4-38-15,2 4 0 0,-1 3-30 0,-4 2-46 0,-6 2 37 0,-2 8 0 16,-5 15 0-16,-4 4-90 16,-1 7 54-16,3 5-10 0,2 3 83 0,4 5 0 15,1-1-37-15,7 1-19 0,5-5 116 16,1 5-66-16,7-12-1 0,1 0 103 0,2-5-67 0,0-8-33 15,2-1 10-15,4-5-100 0,3-4 29 16,1-6 0-16,3-1 28 0,-1-5-131 0,4 0 75 0,3-10 23 16,1-8-100-16,1-7 54 0,-3-1 35 15,1-2-12-15,-2-2-101 0,-4 4 61 16,-6 5 29-16,3 0-53 0,-5 3 33 0,-4 10-1 16,1 1-4-16,0 1 259 0,-2 4-104 0,0 0-56 15,0 2-15-15,0 2 263 0,0 11-149 0,0 6-144 16,0 6 0-16,0-2 0 0,0 4 0 0,0 0 0 15,0-5 0-15,6 6 0 0,1-7 0 0,2 1 0 16,2-3 0-16,4-2 0 0,0-7 0 0,4 3-327 16,4-8-62-16,0-5 184 0,0 0 23 0,7 0-599 15,-2-8 376-15,-2-9 184 16</inkml:trace>
  <inkml:trace contextRef="#ctx0" brushRef="#br0" timeOffset="81782.67">28784 6050 2143 0,'-9'0'0'0,"5"0"0"0,0 0 0 0,2 0 0 0,0 2 0 0,2-2 0 0,0 0 0 0,4 0 0 0,12 0 0 0,-2 4 0 0,5 2 115 0,-2-2 88 0,1 3-82 0,-1-1-32 15,-4 4-10-15,-3-2-106 16,-3 2 33-16,-5 3 0 0,-2 2 32 0,0 2-31 16,-12 3-9-16,-8 4 40 0,-2-4 62 0,-3 0-31 15,-1 1 0-15,6-4-22 0,1 1 168 16,3-6-89-16,9 0-44 0,-2-3 172 0,6-3-108 0,1 1-139 15,2-3-7-15,0 1 0 0,5-2 0 16,9 4 0-16,6 1 0 0,-3-3 0 0,3 3 0 0,-1-1 0 16,-5 1 0-16,1-1 0 0,-10 1 0 15,0-3 0-15,-3 3 0 0,-2-1 0 16,0 0 0-16,-10-1-24 0,-12 2-21 0,2-3-3 16,-10 1 1-16,5 0-109 0,-2-2 68 0,7-4 27 15,-3 0-1-15,5 0-407 0,3 0 220 0,3-2 105 16,3-7-479-16,9-9 293 0,0-6 145 0,7-5 65 15</inkml:trace>
  <inkml:trace contextRef="#ctx0" brushRef="#br0" timeOffset="82087.5">28940 6109 2162 0,'17'-6'0'0,"4"3"0"0,0-1 0 0,-2 0 0 0,3 2 0 0,-3 1 0 0,0 1 0 0,-1 0 0 0,-1 1 0 0,1 9 0 0,-3 3 243 15,-1 2-94-15,-8 0-60 0,1 2-25 0,-4-2 147 16,-3 2-87-16,0 0-43 0,0-3 10 15,-13 4 4-15,-4-3-28 0,1-4 0 16,-3 1 27-16,-1-3-28 0,10-2 10 0,-1-2-38 0,2-1-27 16,4 0 27-16,1-2 0 0,4 0-35 0,0-1 45 0,0 3-10 15,14 2 0-15,6 2-58 16,2-1 29-16,5 2 0 0,1 1-7 0,-1 3-2 16,-3 0 0-16,-2 2 0 0,-7-2 0 0,0 6 0 15,-4-2 0-15,-7 2 0 0,-1-1 0 0,-3 2 0 16,-6 2 0-16,-11-2 0 0,-8 1 0 0,-3 0 0 15,-4-3 0-15,-2-4 0 0,-3-1 0 0,0-2 0 16,0-3 0-16,5-4 0 0,1-1 0 0,11-3 0 16,5 0 0-16,5 0 0 0,1 0 0 0,5 0 0 15,4 0-899-15</inkml:trace>
  <inkml:trace contextRef="#ctx0" brushRef="#br0" timeOffset="84218.18">24782 4060 434 0,'-7'-8'0'0,"2"2"0"0,1 2 0 0,0-1 0 0,3 0 0 0,-1 0 0 0,-2-1 0 0,3 2 0 0,-1 0 0 0,0 0 0 0,2 2 56 16,0 1-30-16,-2-2 2 0,2 3-1 0,0-1 7 16,0 1-7-16,0 0-52 0,0 0 24 0,0 0 0 15,0 0-7-15,0 4 5 0,0 3 23 0,2 3 38 16,0 1-39-16,0 4 0 0,-1 3-6 0,-1 5 45 15,0 6-9-15,0 6-30 0,0 6-1 0,0 4 48 16,-1 6 5-16,-3 4-41 16,-3 12 6-16,4 1 16 0,-3 11-10 0,-1 16-11 0,0 7 44 15,-1 11-33-15,-2 16-2 0,3-3-46 16,2 5 42-16,-2 10 0 0,4-2 2 0,-1-15-55 16,2 27 19-16,2-19 0 0,0-2 24 0,0-4-45 15,0-3 19-15,0-15 6 0,-2 23 7 0,2-27-23 16,-1 10 18-16,-3 1 10 0,0-2-33 0,1-18-8 15,1 16 34-15,-2-21-27 0,1-14-14 0,1 1 37 16,1-2-1-16,-1-10-44 0,0 7-1 0,0-20 37 16,1-3 5-16,1-15-111 0,0-6 52 0,0-5 16 15,0-8-256-15,1-8 128 0</inkml:trace>
  <inkml:trace contextRef="#ctx0" brushRef="#br0" timeOffset="85668.45">26412 6903 1150 0,'-19'-12'0'0,"-1"6"0"0,6-1 0 0,-2 0 0 0,8 1 0 0,-1 4 0 0,1-2 0 0,0-2 0 0,6 2 0 0,0 2 0 0,2 0 107 0,0 0-1 16,4 2-44-16,21 0 184 0,8 0-99 0,7 6-48 16,8 1-1-16,17 7 173 0,-7-3-93 0,19 6-70 15,-2-1 187-15,4 4-123 0,13 2-61 0,1 1 0 16,-9-2 77-16,31 6-76 0,-3-1-31 0,-2-1 20 15,5-1-52-15,15 1 1 0,-21-9 12 0,24 3-40 16,-25-7-17-16,8-1-5 16,2-6 0-16,-3 2 0 0,-5-7 0 0,-7 0 0 15,-8 0 0-15,-23 0 0 0,6 0 0 0,-20 0 0 16,2 0 0-16,-8-2 0 0,-11 2 0 0,-6-2 0 16,-8-1 0-16,-7 3 0 0,-5-1 0 0,-6 1 0 15,-3 0 0-15,-5 0 0 0,0 0 0 0,-1 0 0 16,0-3 0-16,0 3 0 0,0 0 0 0,-10 0-301 15,-12 11 54-15,-13 10 97 0</inkml:trace>
  <inkml:trace contextRef="#ctx0" brushRef="#br0" timeOffset="88734.2">26701 3711 229 0,'0'0'0'0,"0"0"-1"0,0 0 1 0,0 0 0 0,0 0-1 0,0 0 1 0,0 0 0 0,0 0 0 0,0 0-1 0,0 0 1 0,-2 0 16 0,2 0 0 15,0 0-1-15,0 0 32 0,0 0-29 0,0 0 4 0,0 0 16 16,0 0-20-16,0 0 1 15,0 0 0-15,0 0 49 0,0 0-42 0,0 0-5 16,0 0 7-16,0 0-14 0,0 0 12 0,0 0-2 16,0 0-42-16,0 0-4 0,0 2 43 0,0 3 0 15,0 6-53-15,0 3-1 0,0 5 46 0,0 8-25 16,0 11 18-16,0 17 4 0,0 9-10 0,0 22 54 16,0-5-54-16,0 30 6 0,0 1-8 0,0 29 53 15,0 1-42-15,0 16-3 0,0 4 60 0,0 26-3 16,0-13-45-16,0-1-8 0,-2-3 7 0,-1 3-4 15,-2-17 12-15,4 8-46 0,0-4 2 0,-2-3 33 16,0-8 0-16,3-9-51 16,-1-21 2-16,-1 19 45 0,2-34-2 0,-2 4-51 15,2-7 17-15,-1-10 1 0,1-16-125 0,0 4 72 16,0-7 22-16,0-5-1 0,1-14-102 0,3 0 67 16</inkml:trace>
  <inkml:trace contextRef="#ctx0" brushRef="#br0" timeOffset="90806.02">30212 4963 1193 0,'0'0'0'0,"0"-1"0"0,0-1 0 0,0-4 0 0,0 0 0 0,0 1 0 0,0-2 0 0,0-3 0 0,2 1 0 0,1-3 0 0,1 0 73 16,-3 1 24-16,3-1-27 0,0-2 11 15,0 1-38-15,-3-2 43 0,4-2 1 0,-3 2-44 0,-2-1 44 16,0-2 11-16,0 0-55 0,0 1 0 15,0-3 40-15,0 4 0 0,0-1-40 16,-5 0 10-16,-2 0 22 0,-2 2 0 0,0 0-32 16,-1 3 19-16,0-1-19 0,0 7 11 0,0-2-11 15,-3 1-7-15,3 5 6 0,-2 0 1 0,-1 2-31 16,1 0 10-16,-3 2 21 0,-2 10-1 0,-2 7-66 16,-1 6 24-16,-4 9-1 0,3 5 26 15,-4 6 100-15,2 4-49 0,1 2-1 0,3-1 122 0,4 1-78 16,4-9-27-16,2 8-11 0,6-6 60 0,3-12-57 15,0 5-84-15,3-5 0 0,6-4 0 16,7-4 0-16,0-3 0 0,-2-6 0 16,3-4 0-16,1-2 0 0,-1-5 0 0,3-4 0 15,3 0 0-15,-4-4 0 0,4-8 0 0,-1-8 0 16,-1 0 0-16,-1-5 0 0,-1 1 0 0,-3-4 0 16,3-2 0-16,-1-2 0 0,-5 2-52 0,1 1 11 15,-5 10 7-15,-2-5-32 0,0 8 14 16,-5 3-3-16,-1 5-1 0,1-1 137 15,0 3-61-15,-2 5-1 0,0-3 179 0,0 4-160 16,0 0-38-16,0 0 0 0,0 0 0 0,0 15 0 16,0 0 0-16,0 2 0 0,0 3 0 0,0 1 0 15,3 1 0-15,-2 0 0 0,3-1 0 0,-1 2 0 16,2-6 0-16,2 2 0 0,-2-4 0 0,3-3 0 16,0 1 0-16,-4-5 0 0,6 2 0 0,-2-5 0 15,2 1-155-15,-3-2-152 0,3-1 122 0,3-2-513 16,-1-1 333-16,1 0 161 0,2 0 81 15,0 0-442-15,2-8 262 0,-1-5 119 0</inkml:trace>
  <inkml:trace contextRef="#ctx0" brushRef="#br0" timeOffset="91071.66">30485 5057 1899 0,'-5'-5'0'0,"2"1"0"0,1 0 0 0,-1 2 0 0,3-2 0 0,0 3 0 0,0-4 0 0,5 4 0 0,5-1 0 0,5 2 0 0,3 0 100 0,1 0 88 0,-1 3-62 16,2 5-46-16,-3 0-1 0,1 1 53 0,-4 2-44 15,-3 0 0-15,-3-3-110 16,-2 2 27-16,-5-3 0 0,1 3 38 0,-2-1-74 16,0-1 38-16,-12 0 9 0,-6-3 27 0,-2 3 159 15,-4-3-80-15,-1-2-40 0,4 1 129 0,1-4-90 16,8 2-38-16,-1-2-1 0,4 0 33 0,4 0-48 16,2 0-67-16,0 0 0 0,3 0 0 0,0 0 0 15,15 0 0-15,5 0 0 0,1 0 0 0,9 0 0 16,-3-2 0-16,3 0 0 0,0 0 0 0,-2 1 0 15,-5-1-473-15,0 2 194 16,1 0 84-16,0 0 84 0,0 0-264 0,0 0 167 16,-1 0 71-16,1-2-518 0</inkml:trace>
  <inkml:trace contextRef="#ctx0" brushRef="#br0" timeOffset="91237.85">30982 4957 2843 0,'-4'-1'0'0,"-1"-1"0"0,-2 0 0 0,3 2 0 0,1-4 0 0,1 3 0 0,0 1 0 0,-1 0 0 0,3 1 0 0,0 13 0 0,0 3 120 16,0 2 314-16,0 6-200 0,0 1-96 0,0 4-48 15,0-1-157-15,3 2 56 0,-1 0 37 16,1-1-634-16,-1 2 325 16,0 0 164-16</inkml:trace>
  <inkml:trace contextRef="#ctx0" brushRef="#br0" timeOffset="91270.93">30973 5352 428 0</inkml:trace>
  <inkml:trace contextRef="#ctx0" brushRef="#br0" timeOffset="91835">30515 6075 1507 0,'-3'0'0'0,"3"0"0"0,-2 0 0 0,2 0 0 0,0 0 0 0,-1 0 0 0,-1 0 0 0,2 0 0 0,-3-4 0 0,3-2 0 0,-2-3 124 0,2-2-42 15,-3 0 1-15,3-2-5 0,0-3-36 0,-5 2 0 16,3-4 36-16,-1 0-36 0,-2 1 0 0,0-5 11 16,-5 3 14-16,3 0-25 0,-1 0 0 0,-1 4 0 15,-4 3 33-15,3 1 11 0,-3 4-44 16,0 4 105-16,0 1-52 0,-4 2-26 0,-3 0-1 15,1 11-14-15,-4 9-12 0,0 5 0 16,-2 7 6-16,3 2-6 0,0 5 0 0,10-4 10 16,-4 12 98-16,8-3-54 0,2-1-27 0,5-10 0 15,1 6-4-15,0-6-12 0,0-3-11 0,1-4-29 16,6-4 29-16,5-2-1 0,-1-5-20 0,3-2-25 16,1-5 6-16,0-5 0 0,6-3-98 0,-2 0 65 15,6-2 15-15,-2-9 8 0,2-7-99 0,-3 1 60 16,1-6 6-16,0 1-1 15,-1-5-104-15,-2-1 64 0,0 0 22 0,-3 4-46 16,-6 3 33-16,1 0-1 0,-5 6 26 0,-2 4 44 16,-4 1-7-16,1 4-24 0,0 3 306 0,-2 1-145 15,0 0-67-15,0 2-42 0,0 0 245 0,0 0-125 16,0 4-35-16,0 9-49 0,0 2-59 0,0 4 0 16,0 0 18-16,0 2-12 0,0 1 0 0,0-2 0 15,1 1 0-15,1-2 0 0,1-4 0 0,4 0 0 16,0-2 0-16,1-2 0 0,0-1 0 0,-1-3-1 15,4-1-552-15,1-3 244 16,0 0 139-16,1-2 43 0,3-1-472 0,-2 0 283 16,3 0 137-16,1-1-374 0,-6-7 256 0,6-5 127 15,-6-2 53-15</inkml:trace>
  <inkml:trace contextRef="#ctx0" brushRef="#br0" timeOffset="92158.7">30746 6203 2274 0,'-7'-7'0'0,"0"-3"0"15,0 2 0-15,-1 1 0 0,7-1 0 0,-1 2 0 0,2 1 0 0,0-1 0 0,0 3 0 0,5-1 0 0,10 0 179 0,4 3-69 0,-2-2-34 16,5 3 0-16,1 0-70 0,-3 0 46 0,-2 0-10 16,1 4-30-16,-6 4 1 0,-6-3 29 0,0 4-75 15,-4 1 48-15,-1-1-10 0,-2 3 37 0,-2 0 76 16,-10 0-38-16,-8 3-33 0,3-6-2 0,1 2 247 16,1-1-125-16,5-2-62 0,0-3 61 0,5 2-166 15,2-2 0-15,1-2 0 0,2 5 0 0,0-2 0 16,2 1 0-16,6 3 0 15,7 1 0-15,-2 0 0 0,4 0 0 0,-4 0 0 16,2 2 0-16,-5-1 0 0,0-2 0 0,-5-1 0 16,2 0-45-16,-6-1 14 0,-1-1 69 0,0 0 0 15,0-1-51-15,-13 2 8 0,-7-3 23 0,-3 1-18 16,-2 0 0-16,-2-2 0 0,4-3 0 0,1 1 0 16,-3-2 0-16,4 0 0 0,5 0 0 0,2 0 0 15,7-2 0-15,0-5-343 0,7-7 12 0,0-4 154 16,16-6-700-16,12-3 418 15,8-1 198-15</inkml:trace>
  <inkml:trace contextRef="#ctx0" brushRef="#br0" timeOffset="92345.83">31192 6047 2945 0,'3'-6'0'0,"2"4"0"0,-2 1 0 0,-1-2 0 0,-2 3 0 0,0 0 0 0,0 0 0 0,0 0 0 0,0 0 0 0,0 3 0 0,0 11 194 16,0 5-76-16,0 6 394 0,0 3-350 0,0 5-162 15,2 9 0-15,-2 0 0 0,5 2 0 0,-2 0 0 16,2 0 0-16,-2-6 0 0,2 4 0 0,-3-5 0 16,3-3 0-16,-1-6 0 0,-3-5 0 0,4-5-504 15,-2-1 79-15,-1-2 113 0,0-2 143 0,-1-1-684 16</inkml:trace>
  <inkml:trace contextRef="#ctx0" brushRef="#br0" timeOffset="93396.02">16168 17212 2452 0,'-49'-20'0'0,"17"15"0"0,10 4 0 0,10 1 0 0,7 0 0 0,1 0 0 0,4-3 0 0,0 3 0 0,0 0 0 0,0 0 0 0,2-2 131 15,16 1 30-15,10-2-59 0,13-2-28 0,7 0-1 16,19-3 172-16,2 1-90 0,6 1-61 0,17 0 221 15,1-2-186-15,13 1-129 0,4-2 0 0,16-1 0 16,22-3 0-16,3 4 0 0,31-5 0 0,2 2 0 16,7-3 0-16,14 1 0 0,11 1 0 0,-1 2 0 15,6 0 0-15,-1 0 0 0,-1 1 0 0,-1-1 0 16,-7 1 0-16,-8 2 0 0,-3 4 0 0,-10-2 0 16,-1 4 0-16,-21 0 0 0,34 2 0 0,-28 0 0 15,-5-2 0-15,-2 0 0 0,-28 0 0 0,-4-2 0 16,19-1 0-16,-23-2 0 15,-23-2 0-15,-3 0 0 0,-22 4 0 0,-12-1 0 16,-6-1 0-16,-12 2 0 0,-19 0 0 0,-8 4 0 16,-8-3 0-16,-7 1 0 0,-6 1 0 0,-3 1 0 15,-2-2 0-15,0-4 0 0,-4-2 0 0,-7-6 0 16,-4-1 0-16,2-5 0 0,-4-2 0 0,1 1 0 16,-2-1 0-16,5 2 0 0,-4-3 0 0,6 7 0 15,-3 2 0-15,2 7 0 0,-4 6 0 16,-2 2-1381-16</inkml:trace>
  <inkml:trace contextRef="#ctx0" brushRef="#br0" timeOffset="95526.75">24479 16864 1363 0,'-12'-7'0'0,"1"-3"0"0,6 3 0 0,1-3 0 0,4 6 0 0,0 1 0 0,0 0 0 0,0 2 0 0,0-1 0 16,2 2 0-16,8 0 84 0,7 0-36 0,1 0 53 0,5 6-12 0,-1 1-41 16,3 1 0-16,0-1 121 0,0-1-48 0,5 4-12 15,-2-4-61-15,1-4 0 0,2 2 1 16,9-2-1-16,-7 0 304 0,4-2-157 15,6 0-74-15,-2 0-36 0,6 0 112 0,-20 0-74 16,12 0-26-16,-6 0 77 0,1 0-64 0,0 2-30 16,-2 0-56-16,0 2-24 0,0-1 0 0,-2 2 0 15,1-2 0-15,1 0 0 0,1 0 0 0,-2-1 0 16,4-1 0-16,-1-1 0 0,1 0 0 0,6 0 0 16,1 0 0-16,3-1 0 0,2-1 0 15,5-4 0-15,10-2 0 0,0 5 0 0,4-3 0 0,4 0 0 16,-5 2 0-16,16-1 0 15,-6 2 0-15,3-1 0 0,15-1 0 0,-9 4 0 16,-5-2 0-16,27 2 0 0,-13-1 0 0,3 2 0 16,1 0 0-16,6 0 0 0,-11 0 0 0,28 0 0 15,-13 2 0-15,2 2 0 0,1 2 0 0,0-1 0 16,10 1 0-16,-6-1 0 0,0 1 0 0,1 2 0 16,2-1 0-16,13 3 0 0,-27-3 0 0,10 2 0 15,0 1 0-15,-3 1 0 0,3-2 0 16,-1 0 0-16,-2 1 0 0,1-2 0 15,-3 0 0-15,1-3 0 0,2-1 0 0,-2 0 0 16,-19-4 0-16,17 0 0 0,-15 0 0 0,-13 0 0 16,3 0 0-16,-2-4 0 0,-13-2 0 0,9-3 0 15,-26 0 0-15,4 2 0 0,-6-2 0 0,-12 2 0 16,-1-3 0-16,-5 3 0 0,-10 0 0 0,-1-3 0 16,-3 2 0-16,-6-1 0 0,-3 1 0 15,-3-1 0-15,-3-2 0 0,-1 0 0 0,0-3 0 0,0 1 0 16,0 0 0-16</inkml:trace>
  <inkml:trace contextRef="#ctx0" brushRef="#br0" timeOffset="95546.8">30690 16783 483 0,'-25'-6'0'0</inkml:trace>
  <inkml:trace contextRef="#ctx0" brushRef="#br0" timeOffset="97228.19">28588 3985 677 0,'-1'-17'0'0,"1"2"0"0,-2 8 0 0,2 2 0 0,0 2 0 0,0 1 0 0,0 1 0 0,0 1 0 0,0 0 0 0,3 13 0 0,3 9-3 0,0 8 0 0,2 13 31 16,-5 16 42-16,1 8-1 0,-2 13-30 0,1 30-8 16,-1 18 23-16,5 4-21 0,0 17-1 0,0 7-12 15,0 11 21-15,3 30-11 16,-2-15-5-16,-1 4-40 0,0 4-3 0,2-2 40 15,1-25-78-15,1 33 33 0,1-48-5 0,2 6 44 16,1-14-105-16,-3-23 51 0,4 17 11 0,-6-27-82 16,-3-1 47-16,3-8 28 0,-5-5-18 0,-4-15 4 15,-1 7 15-15,0-6 18 0,-4-7-26 0,-8-15-114 16,-5-9 53-16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2:07:51.12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53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12:10:31.756"/>
    </inkml:context>
  </inkml:definitions>
  <inkml:trace contextRef="#ctx0" brushRef="#br0">4122 8216 2246 0,'-2'-4'0'0,"2"4"0"0,0-2 0 0,0 2 0 0,0-2 0 0,0 2 0 0,0 0 0 0,0 0 0 0,0 0 0 0,2 0 0 0,1 0 80 0,1 0 57 0,1 8-49 0,2-3 11 16,-1 3-59-16,-1 2 120 0,-2 0-60 16,4-3-30-16,-5-2 107 0,5 1-59 0,-3-1-44 0,-1-1 77 15,1-3-55-15,-1-1-28 0,1 3 0 0,-1-3 83 16,-3 0-143-16,4 0-8 0,-1 0 0 0,-2-4 0 16,1-3 0-16,-2 2 0 15,3-2 0-15,-3 1 0 0,0 4 0 0,0-1 0 16,0 1 0-16,0 0 0 0,0 0 0 0,0 2 0 15,0 0 0-15,0 0 0 0,0 0 0 0,0 0 0 16,0 0 0-16,0 6 0 0,0-1 0 0,0 3 0 16,0-2 0-16,0 1 0 0,0-2 0 0,0 2 0 15,0-2 0-15,0-1 0 0,0-1 0 0,0 0 0 16,0-2 0-16,0 1 0 0,0-2 0 0,0 0 0 16,0 0 0-16,0 0 0 15,0 0 0-15,0 0 0 0,0 0 0 0,0-3 0 16,0-1 0-16,-6-2 0 0,-1 2 0 0,-3 3 0 15,3-1 0-15,-4 0 0 0,4 2 0 0,0 0 0 16,2 0 0-16,1 0 0 0,2 0 0 0,2 5 0 16,0 5 0-16,2-3-177 0,9 0-476 0</inkml:trace>
  <inkml:trace contextRef="#ctx0" brushRef="#br0" timeOffset="478.75">3648 8661 2179 0,'-4'-11'0'0,"2"9"0"0,1 2 0 0,-1 0 0 0,-1 0 0 0,-2 4 0 0,0 9 0 0,1 4 0 0,0 5 0 0,-2 8 0 0,0 10 100 0,1-4 247 0,-4 14-157 16,1 0-75-16,0 0 100 0,-4 2-87 0,1 3-42 16,-3-1 9-16,2-1 101 0,-1-3-78 0,-1 1-37 15,0-4-1-15,4-3-79 0,1-10-1 0,0 3 0 16,2-6 0-16,0 0 0 0,2-9 0 16,-3-1 0-16,1-2 0 0,2-2 0 15,0-5 0-15,0-2 0 0,-3 0-44 0,3-5-11 16,0-1 36-16,1-2-488 0,3-2 241 0,-4 0 75 15,5-2 75-15,0-13-475 0,3-11 280 0,7-10 135 16,10-9 66-16,5-13-518 0</inkml:trace>
  <inkml:trace contextRef="#ctx0" brushRef="#br0" timeOffset="687.13">3652 8789 2855 0,'5'-23'0'0,"-3"6"0"0,0 2 0 0,1 5 0 0,-1 4 0 0,-2 3 0 0,1 2 0 0,1 1 0 0,0 1 0 0,5 15 0 15,4 2 199-15,-1 7 410 0,0 5-341 0,7 4-268 0,-2 9 0 0,5 0 0 16,1 0 0-16,1 2 0 0,0 0 0 0,-1-8 0 16,7 11 0-16,-5-9 0 0,0-2 0 0,0 2 0 15,-3-2 0-15,-3-3 0 0,1 5 0 0,-5-6 0 16,-1 4 0-16,-2-2-377 0,-4-1-33 16,-2-2 173-16,-2-2 103 0,-2-9-521 15,0 1 307-15,0-7 153 0,-11-1 76 0,-4-5-248 16</inkml:trace>
  <inkml:trace contextRef="#ctx0" brushRef="#br0" timeOffset="845.2">3606 9382 3931 0,'-12'-7'0'0,"2"1"0"0,2 0 0 0,3 1 0 0,1 1 0 0,2 0 0 0,2 2 0 0,0-2 0 0,2 3 0 0,14-2 0 0,5 0 0 0,1 1 0 0,4 2 0 0,-4 0 0 16,10 0 0-16,-2 0 0 0,5 0 0 0,-2 0 0 15,2 4 0-15,1 1-188 0,3 1-306 0,3 2 267 16</inkml:trace>
  <inkml:trace contextRef="#ctx0" brushRef="#br0" timeOffset="1420.43">7778 8372 3083 0,'-9'-2'0'0,"5"0"0"0,0 0 0 0,3 1 0 0,-1 1 0 0,0 0 0 0,1 0 0 0,1 0 0 16,0 0 0-16,0 0 0 0,0 0 464 0,0 0-211 0,0 0-122 0,0 0-131 0,1 0 0 16,3 1 0-16,1 3 0 0,2 0 0 0,0 2 0 15,0-1 0-15,-2 0 0 0,1 1 0 0,-3 2-148 16,1 3 86-16,1 0-784 16,-3 5 420-16,-1 0 114 0,-1 5 136 0</inkml:trace>
  <inkml:trace contextRef="#ctx0" brushRef="#br0" timeOffset="2008.79">7791 8825 2069 0,'-9'0'0'0,"5"0"0"0,0 0 0 0,2 3 0 0,0 3 0 0,2 3 0 0,0 6 0 0,0 4 0 0,0 7 0 0,0 4 0 0,0 4 1014 0,2 7-487 0,4-5-233 15,-2 12-267-15,2-8-27 0,1 2 0 0,-2-1 0 16,-1-6 0-16,3 3 0 0,-4-2 0 0,1-2 0 16,-1-4-203-16,-1-6 50 0,0-1 96 15,0-8-432-15,-2-2 176 0,0-5 140 0,0-5 52 16,0-1-85-16,0-2 83 0,-6-2 32 0,-3-15 10 16,1-11-175-16,-3-11 108 0,2-7 54 15,-1-4 17-15,-1-1-320 0,0 2 179 0,-1 4 89 16,0 11-4-16,1-4 47 0,-1 5-10 0,3 5 402 15,1 2-173-15,5 3-86 0,3 0-44 0,0 5 616 16,0-1-300-16,2 0-168 0,14 0-16 0,6 3 234 16,2 1-143-16,11-4-94 0,-1 7 197 0,9-2-150 15,-1 2-70-15,-7 5-34 16,2 1 38-16,-1 4-36 0,-10 2 9 0,8 0-239 0,-15 0 97 0,-1 4 48 16,-2 7-1-16,-7 2-161 15,-5 3 114-15,-1-1 43 0,-3 3 27 0,-5 3 61 16,-10 0-56-16,-4-3-7 0,-4 3 136 0,3-3-95 15,3-6-28-15,-2 3-27 0,4-5 359 0,10-3-357 16,-2-1 0-16,0-1 0 0,7-1 0 0,0 2 0 16,0-1 0-16,10 4 0 0,8 1 0 0,11 3 0 15,-1 3 0-15,4 0 0 0,3 2 0 0,-3 2 0 16,2 0 0-16,-4 4 0 16,-4 1 0-16,-5-1 0 0,-6 2 0 0,-3 3 0 15,-8-2 0-15,-4 6 0 0,0-1 0 0,-23 6 0 16,-6-2 0-16,-10-2 0 0,-5-6 0 0,-15 7 0 15,3-11 0-15,-4-5 0 0,-4-2 0 0,-2-6 0 16,10-3 0-16,-4-6 0 0,5-2 0 0,2 0 0 16,8-7 0-16,6-13 0 0,8 2 0 0,4-10-110 15,11-5-486-15</inkml:trace>
  <inkml:trace contextRef="#ctx0" brushRef="#br0" timeOffset="2510.23">4610 6148 2452 0,'-8'-7'0'0,"3"5"0"0,1 1 0 0,3-2 0 0,-4 2 0 0,5-2 0 0,-2 3 0 0,2 0 0 0,0 0 0 0,0 0 0 0,0 0 404 0,0 0-182 0,0 0-79 0,0 4 155 15,4 2-128-15,0-1-64 0,0 3-32 16,1-1-12-16,-1-1-62 0,0-1 0 0,-2 1 0 15,1 0 0-15,-3-4 0 0,2 0 0 0,1 0-103 16,-3-2-39-16,0 0 92 0,0 0 46 0,0 0-640 16,0 0 316-16,0 0 75 0,0 0 113 0,0 0-578 15</inkml:trace>
  <inkml:trace contextRef="#ctx0" brushRef="#br0" timeOffset="2845.47">5218 5485 1381 0,'-6'-22'0'0,"-1"-3"0"0,0 1 0 0,-3-3 0 0,-3 1 0 16,-4 1 0-16,-1 4 0 0,-4-1 0 0,2 6 0 0,-5 3 0 0,-3 1 206 0,-2 5-86 0,-2 3 263 0,-3 3-170 16,1 1-84-16,-2 0-43 0,2 5 287 0,-5 12-170 0,9-2-80 0,0 6 222 15,2 5-151-15,5 4-75 0,4 0-63 0,8 4-56 16,4 1 0-16,7 0 0 16,0 0 0-16,7 7 0 0,11-13 0 0,12 7 0 15,3-8 0-15,6-4 0 0,7-3 0 0,2-6 0 16,6-3 0-16,-1-6 0 0,7-4 0 0,-2-2 0 15,7 0 0-15,-15 0-30 0,10-4-102 0,8-8-1212 16</inkml:trace>
  <inkml:trace contextRef="#ctx0" brushRef="#br0" timeOffset="3387.5">7748 6220 2884 0,'-6'0'0'0,"6"0"0"0,0 0 0 0,0 0 0 0,0 0 0 0,0 0 0 0,0 0 0 0,0 0 0 0,0 0 0 0,7 1 0 0,0 4 160 0,-2-2-59 0,4 1 128 0,1 1-93 15,0 1-35-15,-3 0-10 0,0 0-156 0,1 1 55 16,0-2-1-16,-3 4-380 0,-1-2 228 0,-1 2 98 16,-1-2 55-16,1 1-705 0,-3 0 351 0,2-2 91 15,-2-1 103-15,2-1-414 0</inkml:trace>
  <inkml:trace contextRef="#ctx0" brushRef="#br0" timeOffset="3678.28">8599 5734 3452 0,'0'0'-7'0,"0"0"4"0,0 0 3 0,0 2 0 0,0 5 0 0,0 4 0 0,2 2 0 0,-1 4 0 0,1 3 0 0,0 3 0 0,1 5 214 15,0 1 61-15,-1 3-275 0,2 0 0 0,0 4 0 16,-1-3 0-16,1 2 0 0,-1 2 0 0,1 0 0 15,1-3 0-15,-3 2 0 0,1-3 0 0,-1-1 0 16,0-1 0-16,-2-5 0 0,2-2 0 16,-2-1 0-16,0-7 0 0,0-4 0 0,0-2 0 0,0-5-448 15,0-2-153-15,0-3 282 0,0 0-158 0,0-2 214 16,0-11 109-16,-2-13-249 0,-4-4 168 16,5-11 101-16,-4-5 44 0,-2-7-128 15,1-9 87-15,-5-5 44 0</inkml:trace>
  <inkml:trace contextRef="#ctx0" brushRef="#br0" timeOffset="3982.48">8570 5760 2413 0,'-7'-38'0'0,"0"8"0"0,-2 3 0 0,2 3 0 0,2 7 0 0,1 7 0 0,1 0 0 0,3 3 0 0,0 2 0 15,0-1 0-15,0 4 330 0,7-3-142 0,10 1-61 0,10 0-46 0,0 1 357 0,13 1-197 0,1 1-128 16,2 1-113-16,-2 0 0 16,8 9 0-16,-3 8 0 0,-3 1 0 0,-1 5 0 15,-2 3 0-15,-8 1 0 0,4 10 0 0,-8 1 0 16,-5 1 0-16,-8 4 0 0,-4 0 0 0,-7-1 0 15,-4 6 0-15,0-6 0 16,-10 0 0-16,-10-4 0 0,-3 0 0 0,-5-7 0 0,-9 3 0 0,-1-5 0 16,-2-2 0-16,-1-5 0 0,-3-1 0 0,5-8 0 15,-7 0 0-15,13-5 0 0,-2-3 0 0,7-3 0 16,5-2 0-16,2 0 0 16,5 0 0-16,4 0 0 0,5 0 0 0,1-2 0 15,4-2 0-15,2 3 0 0,0-1 0 0,0 0 0 16,0 2 0-16,7 0 0 0,9 0 0 15,2 0-930-15,9 9 358 16,3-1 264-16,2 2 132 0</inkml:trace>
  <inkml:trace contextRef="#ctx0" brushRef="#br0" timeOffset="49207.74">4189 8332 1101 0,'-7'0'0'0,"3"0"0"0,1 0 0 0,-1-1 0 0,2-1 0 0,-3-2 0 0,3 0 0 0,-1 1 0 0,1-1 0 0,0-1 0 0,2 4 168 0,-2-1-63 0,2 0-32 0,0 0 132 0,-1 2-81 0,1 0-31 15,0 0-10-15,-4 0 130 0,3 0-86 16,-5 0-42-16,4 0 87 0,-3 2-54 0,1 3-43 15,1 1-1-15,1 0 34 0,1 0-33 16,-1-1 0-16,2 1 6 16,0-1-11-16,0 2-28 0,0-4 0 0,0 1 23 15,3-1-23-15,2 0 11 0,4-1-11 0,-1-1-29 0,-2-1 0 16,0 0 30-16,1 0-1 0,-2 0-18 16,1 0 18-16,-3-1 0 0,0-4 57 0,-1-1-29 0,0-1-38 0,-2 0-32 15,0-1 0-15,0 3 0 0,0-2 0 16,0 1 0-16,-4 1 0 15,1 2 0-15,-2 1 0 0,1 0 0 0,-1 0 0 16,1 2 0-16,1 0 0 0,-1 0 0 0,2 0 0 16,-1 6 0-16,1 2 0 0,1 2 0 15,-1-3 0-15,-2 2 0 0,4 1 0 0,0-2 0 0,0 0 0 16,0 0 0-16,0-2 0 0,0-1 0 0,0-1 0 16,0-3 0-16,0 2 0 0,0-3 0 0,0 0 0 15,4 0 0-15,3 0 0 0,3-8 0 0,-1-7 0 16,3-5 0-16,-3 1 0 0,-1-4 0 0,-1 2 0 0,-2 1 0 15,-4-1 0-15,1 4 0 16,-2 8 0-16,0-4 0 0,0 5 0 16,-8 2 0-16,-3 5 0 0,0 1 0 0,-3 0 0 0,0 3 0 15,-4 14 0-15,4 2 0 0,1 1 0 0,3 0 0 16,3-2 0-16,2 1 0 0,3-2 0 16,2-2 0-16,0-4 0 0,0-2 0 0,2 1 0 15,3-5-488-15,6 1 419 0,3-6 0 0,0 0-385 16,9 0 206-16,-2 0 92 0,6-9 63 0,0-5-862 15</inkml:trace>
  <inkml:trace contextRef="#ctx0" brushRef="#br0" timeOffset="53548.49">4222 8372 1172 0,'-5'-4'-1'0,"1"1"1"0,1-2-1 0,-2-1 1 0,0 2 0 0,1-3 0 0,2 2 0 0,0-1 0 0,2 1 0 0,0 2 0 0,0-1 107 0,0 2-22 0,0-1-11 0,0 2 143 16,0-1-88-16,0 2-44 0,0 0 1 0,0 0 79 16,2 0-67-16,3 0-29 0,1 0 79 0,1 0-54 15,0 2-25-15,0 2 135 0,1-1-87 16,0 1-37-16,2 0 0 0,0-1-39 0,-2 2 109 0,4-2-43 16,-2 0 35-16,3 1-50 0,-1 0 0 15,1-1-51-15,2 3 36 0,0-1 10 0,2 0-62 16,3 0-25-16,-3 1 0 0,8-2 0 15,-1 1 0-15,-2 0 0 0,4 0 0 0,0-1 0 0,-1-1 0 16,2 1 0-16,-1 0 0 0,-3 0 0 16,7-1 0-16,-3 1 0 0,2 1 0 15,1-4 0-15,0 3 0 0,0-1 0 0,3 1 0 0,-2-4 0 16,4 0 0-16,-4 3 0 0,1-2 0 16,2-1 0-16,-1 2 0 0,0-2 0 0,-1 2 0 15,1 0 0-15,-1-1 0 0,2 2 0 16,-1-3 0-16,2 0 0 0,0 1 0 0,1 2 0 0,2-3 0 15,1 3 0-15,-2-1 0 0,4-2 0 16,3 2 0-16,-3-2 0 0,-3 2 0 0,7-2 0 16,-2 0 0-16,-1 0 0 0,-1 0 0 0,1 0 0 15,-7 0 0-15,4 0 0 0,6 0 0 0,-10 0 0 16,2 1 0-16,1 0 0 0,-1 4 0 0,-2-3 0 0,1 1 0 16,-1 0 0-16,2 2 0 0,4-1 0 15,-9-2 0-15,7-1 0 16,-1 1 0-16,-2 0 0 0,1 0 0 0,0-2 0 15,4 0 0-15,1 0 0 0,-7 0 0 0,0 0 0 16,0 0 0-16,-1 0 0 0,0 0 0 0,1 0 0 16,-2 0 0-16,-1 0 0 0,1 0 0 0,1 0 0 15,2 0 0-15,-2 0 0 0,1 0 0 16,3 0 0-16,-3 0 0 0,1 0 0 0,2 0 0 0,-3 1 0 16,-1 2 0-16,-4 0 0 0,0-2 0 0,-2 1 0 15,-3 0 0 1,0 0 0-16,-1 0 0 0,-4-1 0 0,1 3 0 0,1-2 0 15,-5-1 0-15,1 1 0 0,-2-2 0 16,0 3 0-16,-1-2 0 0,-2-1 0 0,-1 0 0 0,-1 0 0 16,-2 0 0-16,1 0 0 0,-2 0 0 0,0 0 0 15,-1 0 0-15,-1 0 0 0,0 0 0 0,-1 0 0 16,-1 0 0-16,2 0 0 0,-2 0 0 16,-1 0 0-16,1 0 0 0,-2 0 0 15,1 0 0-15,1 0 0 0,-1-1 0 0,-1 1 0 0,-1 0 0 16,1 0 0-16,0 0 0 0,1 0 0 15,-3 0 0-15,0 0 0 0,0 0 0 0,0 0 0 16,0 0 0-16,0 0 0 0,0 0 0 0,0 0 0 16,0 0 0-16,0 0 0 0,0 0 0 0,0 0 0 0,0 0 0 15,0 0 0 1,0-3 0-16,0 3 0 0,0-2 0 0,0 1-535 0,0-1-28 0,0-2 262 0,0 1 129 16,0-4 65-16,0-7-807 0</inkml:trace>
  <inkml:trace contextRef="#ctx0" brushRef="#br0" timeOffset="53989.85">7547 8233 1925 0,'-7'-9'0'0,"2"3"0"0,-2-2 0 0,1 1 0 0,-1 2 0 16,2-1 0-16,0 2 0 0,0 2 0 0,1-1 0 0,0 1 0 0,4-1 92 0,-3 1 325 0,1 2-193 0,2 0-93 0,0 0-45 16,0 0 226-16,0 0-135 0,0 0-60 0,0 0-43 15,0 0 57-15,0 0-46 0,0 0 0 0,0 0-45 16,2 0-5-16,1 7-35 0,6 0 0 0,-2 2 0 16,2 0 0-16,-2 3 0 15,4 1 0-15,-1 3 0 0,-1 0 0 16,3 1 0-16,-1 0 0 0,0-1 0 0,1 1 0 15,-3 1 0-15,2-3 0 0,-1 0 0 0,-1 0 0 16,0-3 0-16,-2 0 0 0,3 1 0 0,-6-6 0 16,2 3 0-16,-1-1 0 0,0-1 0 0,-2-3 0 15,-1 1 0-15,0-1 0 0,1 1 0 0,-2-2 0 0,-1 1 0 16,0-1 0 0,0-1 0-16,0 3 0 0,0-1 0 0,0 0 0 0,0 1 0 0,0-3 0 15,0 1 0-15,-4 2 0 16,-1 2 0-16,-5-1 0 0,-2 4 0 0,-10 6 0 15,-3 2 0-15,-9 5 0 0,-5 5 0 0,-14 6 0 16,-5 7 0-16,-17 8 0 0,-9 9-200 0,-24 12-30 0,-4 10 98 16</inkml:trace>
  <inkml:trace contextRef="#ctx0" brushRef="#br0" timeOffset="56401.31">4367 8299 57 0,'-7'-4'0'0,"3"1"0"0,-2-2 0 0,3 0 0 0,-1-1 0 0,-2 1 0 0,4-2 0 0,-3 0 0 0,-1 0 0 0,1 1 0 0,0 1-1 0,-2-1-1 16,0 0 1-16,-1 3 0 0,0-1 0 0,-2 2 75 16,0 0-35-16,0 0 0 0,1 2-34 0,-2 0 87 15,1 0-39-15,1 0 4 16,-1 0-44-16,1 0 18 0,2 2-15 0,1 0 29 0,3 0 62 0,0-1-27 16,1-1-7-16,-2 3-11 15,4-3-27-15,0 0 12 0,0 0-9 0,0 0 52 16,0 0-50-16,0 0 1 0,0 0-1 0,0 0 30 15,0 0 0-15,0 0-19 0,0 0-9 0,0 0 27 16,0 0 0-16,0 0-28 0,0 0 0 0,0 0 37 16,0 0-11-16,0 0-25 0,0 0 8 0,0 0-9 15,0 0 0-15,0 0-5 0,0 0 5 0,0 0 1 16,0 0-1-16,0 0-41 16,0 0 1-16,0 0 50 0,0 0-10 0,0 0-44 15,0 0 0-15,0 0 27 0,0 0 20 0,0 0 23 16,0 0-35-16,4 0-10 0,-2 0 9 0,-2 0 44 15,1 0 9-15,1 0-20 0,-2 0-1 0,2 0-19 16,-1 0-7-16,1-3 39 0,-2 2 11 0,2-1-46 16,0-2 0-16,1-2-1 0,-1 2 1 0,0-1 0 15,2-2 60-15,1 1-60 0,-3-4 0 0,1 2 49 16,0-3 1-16,-1-1-50 0,2 0 10 0,1-2 41 16,-3-2-1-16,1 1-50 15,0-2 0-15,2 0 28 0,-2 1-69 0,2-3 0 16,2-2 0-16,-3-3 0 0,2-3 0 0,0 1 0 15,1-2 0-15,2-2 0 0,-4 0 0 16,1-2 0-16,1 0 0 0,-2 1 0 0,3-4 0 0,-3 0 0 16,0 0 0-16,5 0 0 0,-6 1 0 0,4 2 0 15,-3 4 0-15,3-4 0 0,1 2 0 16,-1 0 0-16,1-2 0 0,3-2 0 0,0-1 0 16,6-6 0-16,-4 1 0 0,4 0 0 15,-1-3 0-15,-1 0 0 0,0 6 0 0,0-10 0 16,-2 6 0-16,-1-2 0 0,-3 10 0 0,4-5 0 15,-3-1 0-15,1-5 0 0,-3 3 0 0,0 8 0 16,-2-4 0-16,3 1 0 0,-4 1 0 0,-1 0 0 16,2 2 0-16,-5 0 0 0,4 4 0 0,-4 0 0 15,0 5 0-15,2-4 0 16,-2 7 0-16,0-7 0 0,1 5 0 0,-3 3 0 0,2-3 0 0,1 5 0 16,-1-2 0-16,1 4 0 15,-1 3 0-15,-1 2 0 0,3 1 0 0,-2-1 0 0,2 3 0 16,-2 1 0-16,0-1 0 0,2 4 0 15,-3-1 0-15,2 1 0 0,-1 3 0 0,-1-2 0 0,-1 2 0 16,0-2 0-16,0 2 0 0,0 1 0 0,0 0 0 16,0 0 0-16,0 0 0 0,0 0 0 15,0 0 0-15,0 0 0 0,0 0 0 0,0 0 0 0,0 0 0 16,0 0 0 0,0 0 0-16,0 1 0 0,-7 7 0 0,-4 1 0 0,-1 4 0 15,-3 4 0-15,-1 4 0 0,-4 0 0 16,0 0 0-16,0 3 0 0,-3 0 0 0,2-1-1 15,-2 3-24-15,5-7-4 0,4-3 3 16,0 2 7-16,2-3-8 0,3-6-5 0,0 2 6 16,4-3 44-16,1-1-43 0,1-5 1 0,1 0-1 15,2-2 19-15,0 0-13 0,-2 0-3 0,2 0-1 16,0 0-23-16,0 0 24 0,0 0-3 0,0-2-52 0,2-7 26 16,5-2 0-16,3-4-25 15,1-2-4-15,3-1 42 0,2-2-2 0,-2 5 90 16,2-7-43-16,1 1 1 0,0 3-47 0,-4 2 104 15,2-1-42-15,0 2 0 0,0 2-38 0,-6 2-11 16,1 3 31-16,1 1 262 0,-3 3-101 0,1 0-79 16,1 3 16-16,0 1-10 0,2 0-93 0,4 0 0 15,2 9 0-15,1 4 0 0,4 2 0 0,0 3 0 16,1 3 0-16,-1 1 0 0,2 1 0 0,-2 0 0 16,-1 1 0-16,-2-2 0 15,-4 2 0-15,-2-8 0 0,-1 3 0 0,-1-2 0 16,-4-4 0-16,-3-2 0 0,-1-3 0 0,0-1 0 15,-2-2 0-15,0-2 0 0,-2-1 0 0,0-1 0 16,0-1 0-16,0 0 0 0,0 0 0 0,0 0 0 16,0 0 0-16,0 0 0 0,0 0 0 15,0 0 0-15,0 0 0 0,-2 0 0 0,0 0 0 16,0 3-722-16,-5 23-33 0</inkml:trace>
  <inkml:trace contextRef="#ctx0" brushRef="#br0" timeOffset="57208.81">4109 8395 1329 0,'0'0'0'0,"0"1"0"15,-3-1 0-15,3 0 0 0,0 0 0 0,0 0 0 0,0 0 0 0,0 0 0 0,0 0 0 0,0 0 0 0,6 0 73 0,0 0 63 0,3 0-48 0,0-1 0 16,3-5-48-16,-1 0 10 0,1-2-10 0,2 3-1 0,1-5 143 15,0 1-71-15,7-4-36 0,-5 2 70 16,8-7-59-16,0 2 1 0,1-3-47 0,9-4 68 16,-2 1-34-16,1 0 9 0,8-7-43 0,2-1 33 15,10-3 1-15,-3 0-34 16,3 2 0-16,-3 1 14 0,16-8-15 0,-9 5 1 16,-1 0 0-16,5-2-28 0,0 2 28 0,4-4-28 15,-2 2-10-15,2-3 38 0,2-2-1 0,10-5-24 16,-5 4-12-16,-4 2 26 0,14-8 4 0,-6 3-37 15,4 1 33-15,2-3-9 0,6-2 7 0,2-2-11 16,2-3 9-16,-1-1-1 0,-3-2 2 0,3 1-44 16,-4-2 0-16,2 1 46 0,3 2-32 0,-5 2 22 15,2 0 3-15,-1 2-21 0,-5 1 18 0,-9 8-4 16,13-10 3-16,-9 10 56 16,-16 4-27-16,2-1-12 0,-9 6-34 15,-9 3 0-15,3 3 0 0,-8 2 0 0,-4 1 0 0,-6 4 0 16,-2 3 0-16,-5 2 0 0,1-1 0 0,-4 5 0 15,-3-3 0-15,-2 2 0 0,-2 2 0 0,0 2 0 16,-4 1 0-16,-4 1 0 0,2-1 0 0,-4 2 0 16,-1 2 0-16,-3-1 0 0,1 0 0 0,0 1 0 15,-2 1 0-15,0-1 0 0,0 2 0 0,0-2 0 16,0 2 0-16,0 0 0 0,0 0 0 0,0 0-134 16,0 0-43-16,0 0 63 15,0 0 50-15,0 0-237 0,0 0 131 0,0 0 65 16,0 0 33-16,0-2-501 0,0 2 272 0,0 0 130 15,0 0-401-15,0 0 267 0</inkml:trace>
  <inkml:trace contextRef="#ctx0" brushRef="#br0" timeOffset="57482.55">7492 6089 2165 0,'-16'1'0'0,"4"3"0"0,3-1 0 0,2 0 0 0,1-3 0 0,4 0 0 0,2 0 0 0,-4 0 0 16,4 0 0-16,0 5 0 0,6 0 296 0,14 1-128 0,10 0-54 0,6 0 182 15,6-4-128-15,3-1-64 0,5 2-32 0,-1-3 0 0,2 0 102 0,0 0-72 16,-6 0-32-16,-8 0 60 16,1 1-130-16,-6 2 0 0,-7 0 0 0,-5 1 0 15,-5-1 0-15,-6 3 0 0,-3 0 0 0,-3 0 0 16,-1-1 0-16,-2 5 0 0,-3 5 0 0,-14 1 0 15,-11 10 0-15,-14 13 0 0,-4 7 0 0,-18 19 0 16,-4 6 0-16,-4 11-150 0,-19 29-31 0</inkml:trace>
  <inkml:trace contextRef="#ctx0" brushRef="#br0" timeOffset="67645.03">11185 5574 2373 0,'-5'0'0'0,"3"-3"0"0,-2 3 0 0,2-1 0 0,2 1 0 0,0 0 0 0,-1 0 0 0,1-2 0 0,0 2 0 0,0 0 0 0,1 0 182 0,7 0 276 0,4 0-208 16,4 0-105-16,3 0 230 0,3 0-227 0,6 0-148 0,-1 0 0 15,3 0 0-15,2 0 0 0,1-2 0 0,3-2 0 16,-1 1 0-16,0-3 0 15,-1 2 0-15,-4-2 0 0,-5 3 0 0,8-1 0 0,-11 2 0 16,1-1 0-16,-2 0 0 0,-3 2-14 16,-4 1-126-16,0-2-684 0,-2 2 391 15,-3 0 196-15,0-2-517 0,-1-1 357 0,-2-6 168 16</inkml:trace>
  <inkml:trace contextRef="#ctx0" brushRef="#br0" timeOffset="67855.2">11730 5347 2765 0,'-7'-2'0'0,"0"0"0"0,4 2 0 0,-1 0 0 0,2 0 0 0,1 0 0 0,1 0 0 0,0 0 0 0,1 4 0 0,11 3 0 0,3 2 503 0,6 1-236 0,-1 1-113 0,4 0 88 15,3-2-242-15,1 1 0 0,-5-1 0 16,5 3 0-16,-8-3 0 0,-1 2 0 0,-2 1 0 16,-4-1 0-16,-4 2 0 0,-5 1 0 0,-2 2-18 15,-2 5-86-15,-7-1 73 0,-13 3 36 0,-1-1-91 16,-6 1 49-16,1-1-366 0,-4 1-154 0,0-2 259 15,1-2 128-15,-1 0-425 16,2-1 282-16,0 0 136 0,-2-2 68 0,-2 2-204 0</inkml:trace>
  <inkml:trace contextRef="#ctx0" brushRef="#br0" timeOffset="68039.73">11401 5918 2650 0,'0'-2'0'0,"-2"-1"0"0,2 2 0 0,0-1 0 0,0 2 0 0,0 0 0 0,0 0 0 0,0 0 0 0,0 3 0 16,0 9 0-16,0 6 639 0,0 5-305 0,-2 6-146 0,-5 0-68 0,-5 3-120 16,3 2 0-16,-2 0 0 0,1-4 0 0,1 2 0 15,2-6 0-15,1-3 0 0,1-2-122 0,-1 0 16 16,0-6 73-16,4-7-343 0,0-2 142 0,2-2 126 16,0-4-112-16,0 0-640 0</inkml:trace>
  <inkml:trace contextRef="#ctx0" brushRef="#br0" timeOffset="68243.77">11388 5772 3342 0,'0'-6'0'0,"2"1"0"0,0 4 0 0,0-2 0 0,0 3 0 0,3 0 0 0,1 4 0 0,4 9 0 0,2 9 0 16,-1 2 0-16,1 6 589 0,1 5-589 0,-1 8 0 0,-1-1 0 0,0 3 0 15,1-1 0-15,0-6 0 16,2-4 0-16,-1 3 0 0,-1-2 0 0,2-3 0 0,-3-4 0 0,1 1 0 15,-7-5 0-15,3-2-404 16,-3-3 32-16,-3-3 57 0,0-4 132 0,0-2-522 16,-2-5 322-16,0-1 176 0,-6-4 83 0</inkml:trace>
  <inkml:trace contextRef="#ctx0" brushRef="#br0" timeOffset="68399.19">11341 6175 3088 0,'-18'-4'0'0,"6"1"0"0,1 2 0 0,4 1 0 0,0-1 0 0,5 1 0 0,2 0 0 0,0-3 0 0,0 1 0 0,9 2 0 0,5 0 429 0,2 0-194 0,0 0-98 16,3 0-95-16,-1 0-200 0,5 0 70 0,-2 0 65 15,4 0 31-15,-3 5-353 0,1-3 187 0,-1 2 99 16,5 2 50-16,-5-2-966 0</inkml:trace>
  <inkml:trace contextRef="#ctx0" brushRef="#br0" timeOffset="68977.66">11837 5963 3802 0,'-6'0'0'0,"3"0"0"0,-1 0 0 0,0 0 0 0,3 2 0 0,1 3-1 0,0 4-1 0,0 5 1 0,5 1 1 0,6 9 0 0,-1 0 133 0,-1 6-133 0,0 2 0 0,1 0 0 16,-1 0 0-16,0 0 0 0,-1 0 0 0,-2-1 0 15,1-4 0-15,-3-4 0 0,-2-1 0 0,0-3-537 16,-1-6 266-16,-1-1 154 0,0-5-633 15,0-3 344-15,0-4 188 0,-7 0-197 16,0-6 187-16,-3-13 94 0,1-4 46 0,-2-6-176 16,-3-5 117-16,-2-7 53 0,0 3 27 0,4 6 39 15,-4 0-12-15,7 6-10 0,0-1 134 0,1 3-63 16,4 1-30-16,4 3 0 0,0 5 480 0,0 0-265 16,4 0-86-16,11 3 519 0,3-1-272 0,5 2-164 15,2 2-81-15,-2 1 185 0,8 1-138 0,-1 2-64 16,1 1-33-16,-1 1 90 0,-4 3-62 0,-4 0-19 15,-1 0-83-15,-4 10-1 16,-2-1 43-16,-8 5-59 0,-2-1 29 0,-3 3 11 16,-2 2 19-16,0-3-37 0,-7 0 1 0,-4-3 36 15,-3 2 0-15,2-3 147 0,-1-1-78 0,-1-3-24 16,7-1-50-16,0 0 18 0,-2-5-53 0,8 1 0 16,-1-2 0-16,2 2 0 0,0 0 0 0,2-1 0 15,11 2 0-15,7 2 0 0,3-1 0 16,2 2 0-16,3-1 0 0,2 5 0 0,-5-1 0 15,3 4 0-15,-6 1 0 0,1 2 0 16,-8-2 0-16,-4 2 0 0,-2 1 0 0,-5 1 0 16,-4 2 0-16,0 2 0 0,-4 1 0 0,-12-2 0 15,-5-1 0-15,-4 0 0 0,-1-2 0 0,-3-5 0 32,-1 0 0-32,0-4 0 15,-2-1 0-15,1-4 0 16,0-1 0-16,1-1 0 0,9-2 0 0,-2 0 0 0,2 0 0 0,6 0 0 15,3-4 0-15,3-5-116 16,6-8-107-16,3-7-861 0,0-2 512 0,17-10 271 0</inkml:trace>
  <inkml:trace contextRef="#ctx0" brushRef="#br0" timeOffset="69103.88">12363 5928 3198 0,'17'-1'0'0,"2"-1"0"0,-6 0 0 0,0 0 0 0,0 1 0 0,2-1 0 0,4 0 0 0,4-2 0 0,-1 0 0 0,2 0 0 0,3 0 231 0,-1 2-20 0,1 1-75 15,4-1-54-15,-2 2-526 0,-3 0 242 16,-2 0 121-16,-3 5-953 0,-4 8 546 0</inkml:trace>
  <inkml:trace contextRef="#ctx0" brushRef="#br0" timeOffset="69264.95">12592 6120 2937 0,'-17'8'-3'0,"8"-1"0"0,0-1 1 0,3-2 0 0,2-3 0 0,4 3 1 0,0-2 0 0,1 1 1 0,11-1 0 0,5 4 0 0,4-2 145 16,3 1-52-16,-5-1 31 0,5-2-47 0,-1 2 0 16,2-2-573-16,-1-2 268 0,-2 0 132 0,1 0 77 15,-2 0-315-15,-1 0 186 16,-1 0 93-16</inkml:trace>
  <inkml:trace contextRef="#ctx0" brushRef="#br0" timeOffset="69512.64">13308 5615 3504 0,'-11'-4'0'0,"1"2"0"0,1 0 0 0,-2 2 0 0,-3 0 0 0,3 0 0 15,-2 0 0-15,-2 14 0 0,0 4 0 0,0 8 0 0,0 5 200 0,0 12-86 0,6 2-1 16,1 6-113-16,4-1 0 0,4 5 0 0,0-4 0 0,0-1 0 15,8-2 0-15,6-6 0 0,4-2 0 0,0-8 0 16,5 1 0-16,1-2 0 0,5-6 0 0,-3-1 0 16,0-2-13-16,2-4-419 0,0-4 204 0,0-3 47 15,1-3-343-15,2-4 243 0</inkml:trace>
  <inkml:trace contextRef="#ctx0" brushRef="#br0" timeOffset="71673.23">13761 6005 1345 0,'-6'0'0'0,"0"0"0"0,2-1 0 0,0-1 0 0,1-1 0 0,-1 0 0 0,1-2 0 0,1-1 0 0,2 0 0 0,-2-2 0 0,2-3 164 0,0 0-62 0,0 0-32 15,0-6 10-15,0 0 32 0,0 1-36 16,2-2-1-16,1 1-36 0,-1 0 138 15,2 2-59-15,-1 1-45 0,1 0 136 0,0 2-86 16,2 1-42-16,0-2 0 0,1 6 19 0,6-4-36 16,0 3 1-16,2 3 18 0,4-3-1 0,0 5-43 0,3-2 10 15,-1 4 37-15,0 1-48 0,1 0 1 16,-1 0 0-16,-2 0-25 0,-1 6 35 0,-2 2-10 16,-2 5-38-16,-2-1-1 0,-1 3 39 0,-4 0-68 15,2 4 42-15,-6 2-21 0,-1-1 42 0,0 7-48 16,-2-3 0-16,0 3 24 0,0-5 20 15,-7 6-74-15,-5 1 30 0,1-4-16 16,-3 0 43-16,-2-2-49 0,0-2 45 0,-4-1-14 16,-1-1 10-16,0-2 106 0,-2-5-50 0,-2-1 27 15,4-3-88-15,-7 0 0 0,7-4 0 0,1 0 0 16,-1 0 0-16,3-4 0 0,6 1 0 16,-1-1 0-16,3 0 0 0,3 0 0 0,3 0 0 0,2 0 0 15,2 0 0-15,0 0 0 0,0 0 0 0,6 2 0 16,11-1 0-16,3 2 0 15,1-3 0-15,9 2 0 0,0-2 0 0,2 0 0 16,2 0 0-16,-2 0 0 0,-6 0 0 0,8 0 0 16,-12 0 0-16,3 0 0 0,-5 0 0 0,-1 0 0 15,-4 0 0-15,0 0 0 0,-4 2 0 0,1-2 0 16,-3 4 0-16,-1-1-308 0,-1 1-195 0,1-1 237 16,1 3 114-16,-2 0-727 0,3-3 421 0,-2 2 209 15</inkml:trace>
  <inkml:trace contextRef="#ctx0" brushRef="#br0" timeOffset="71890.53">14357 6128 2982 0,'2'2'0'0,"0"-1"0"0,2 2 0 0,-1-2 0 0,-2 2 0 0,1-2 0 0,2 1 0 0,-1 0 0 0,1 1 0 0,0 3 0 0,-1-1 230 0,-1 5-95 0,0-2 369 15,0 3-424-15,-2 2-80 0,0 0 0 0,0 1 0 16,-2 1 0-16,-3-3 0 15,-1 0 0-15,-1 0 0 0,0-4 0 0,-2 2 0 16,0-5 0-16,0 1 0 0,-5-2 0 0,4-1 0 16,-4-3-330-16,3 0 4 0,-2 0 153 0,5 0-246 0,-1 0 194 15,2 0 94-15,1-7 45 0,6-4-578 0</inkml:trace>
  <inkml:trace contextRef="#ctx0" brushRef="#br0" timeOffset="72107.67">14553 5920 3931 0,'2'0'0'0,"0"-2"0"0,0 0 0 0,0-1 0 0,1 2 0 0,3-1 0 0,1 0 0 16,5-2 0-16,-1 0 0 0,6 1 0 0,1-1 0 0,2-1 0 0,6 1 0 0,-8-1 0 15,10 4 0-15,-7-3 0 0,4 2 0 0,-3 0 0 0,1 0 0 0,-4 2 0 16,-3 0 0-16,-2 0 0 15,-1 0-145-15,-4 0 20 0,-1 0-892 0,-1 4 489 16,1-2 245-16,-3 1-444 0,1-3 348 16</inkml:trace>
  <inkml:trace contextRef="#ctx0" brushRef="#br0" timeOffset="72327.97">15004 5656 2728 0,'-2'-9'0'0,"2"1"0"0,-2 3 0 0,-2-1 0 0,3 2 0 0,-1 3 0 0,2-1 0 0,0 2 0 0,0 0 0 0,0 0 0 0,0 0 291 0,2 2-126 16,-1 5-53-16,5 4 190 0,-1 4-132 0,-1 2-66 0,1 6-45 16,-4 1-59-16,-1 1 0 0,0 4 0 15,0 4 0-15,0-4 0 0,0 2 0 0,0-1 0 16,0-4 0-16,0 6 0 0,-4-3 0 0,0-4 0 16,2-4 0-16,-1 1 0 0,1-1 0 0,2-4-28 15,0-2-419-15,0-4 166 0,0-1-270 16,0-5 256-16,3-1 119 0,9-4-628 15,1 0 383-15</inkml:trace>
  <inkml:trace contextRef="#ctx0" brushRef="#br0" timeOffset="72510.36">15214 5938 2981 0,'7'0'0'0,"2"0"0"0,-4 0 0 0,1 0 0 0,-1 2 0 0,-1 8 0 0,1 0 0 0,-1 3 0 0,0 0 0 0,0 3 0 0,-2-1 365 0,0 2-164 0,-1-1-71 0,-1 2 124 15,0-1-254-15,0 1 0 0,0-3 0 0,0 2-43 16,-1-6 20-16,-5 3-648 0,0-6 355 0,0 2 178 16,-1-2 88-16,3-1-369 0,-1-3 225 0,1-2-52 0,-2-1 109 15</inkml:trace>
  <inkml:trace contextRef="#ctx0" brushRef="#br0" timeOffset="72847.56">15550 5861 2857 0,'-9'-2'0'0,"3"0"0"0,2 0 0 0,1 0 0 0,1 1 0 0,0-1 0 0,0-1 0 0,2 2 0 0,0 1 0 0,0-2 0 0,7 2 188 0,5-2-75 0,3 2 312 0,0 0-184 16,4 0-134-16,5-2-107 0,1 2 0 16,3 0 0-16,0-2 0 0,-2 0 0 0,7 1 0 0,-6-2 0 15,-1 2 0-15,-5-1 0 16,2 0 0-16,-5-2 0 0,-2 2 0 0,-3-1-394 15,-3 2 66-15,-3-2 86 0,-2 1-205 0,-1 1 195 0,0-1 112 16,-2 0-577-16</inkml:trace>
  <inkml:trace contextRef="#ctx0" brushRef="#br0" timeOffset="73159.28">16117 5536 2835 0,'-3'0'0'0,"-1"0"0"0,0 0 0 0,1 0 0 0,1 0 0 0,0 0 0 0,2 0 0 0,-2 0 0 0,2 0 0 0,0 0 0 0,0 0 806 0,0 0-516 0,0 4-290 15,0 9 0-15,2 5 0 0,-2 3 0 0,0 10 0 16,0-2 0-16,0 5 0 0,0 0 0 0,0 3 0 0,0 2 0 16,0 0 0-16,0-2 0 15,0-1 0-15,0-1 0 0,0-3 0 0,0 2 0 0,0-4 0 16,0-3 0-16,0-4 0 0,0-2 0 15,0 0 0-15,0-2 0 0,0-3 0 0,0-6 0 16,0 0 0-16,0-3 0 0,0-3 0 0,0-2 0 16,-2-2 0-16,2 0 0 0,0 0 0 0,-2 0 0 15,1 0 0-15,1-7-318 0,0-10-276 16,0-6 278-16,0-7 138 0,1-2-682 0,7-11 411 16</inkml:trace>
  <inkml:trace contextRef="#ctx0" brushRef="#br0" timeOffset="73421.88">16275 5534 2910 0,'5'-2'0'0,"0"1"0"0,0-2 0 0,1 2 0 0,3 1 0 0,1-2 0 0,3 2 0 0,2 0 0 0,4 0 0 0,3 3 0 0,1 7 405 0,2 5-184 0,-2 2-91 0,2 4 135 16,0 3-265-16,-4 4 0 0,0 8 0 0,-3 0 0 15,-4 3 0-15,-5-1 0 16,-2 10 0-16,-5-3 0 0,-1 2 0 0,-1-4 0 15,0 3 0-15,-9-8 0 0,-6 3 0 0,-1 0 0 16,0-10 0-16,-2 4 0 0,-3-6 0 0,0-2 0 16,-2-1 0-16,-1-7 0 0,2 0 0 15,-3-6 0-15,7-4 0 0,-3-1 0 0,2 0 0 16,2-5 0-16,4 0 0 0,3-1 0 0,3 0 0 16,2-2-421-16,0 0 187 15,3 0-962-15</inkml:trace>
  <inkml:trace contextRef="#ctx0" brushRef="#br0" timeOffset="73590.22">16559 6383 3931 0,'0'0'0'0,"0"-2"0"0,0 0 0 0,0 2 0 0,0-1 0 0,0 1 0 0,0 0 0 0,0 0 0 0,0 0 0 0,0 0 0 0,0 0 0 0,0 0 0 0,0 0 0 16,0 0 0-16,0 0 0 0,0 0 0 0,0 0 0 15,0 0 0-15,0 0-481 0,0 0-66 0</inkml:trace>
  <inkml:trace contextRef="#ctx0" brushRef="#br0" timeOffset="74175.12">17476 5615 2567 0,'-14'-11'0'0,"7"9"0"0,3 2 0 0,2 0 0 0,-1 0 0 0,3 0 0 16,0 0 0-16,5 0 0 0,11 0 0 0,7 0 0 0,4 0 318 0,5 0-139 0,1 0-70 0,5 0 358 0,1 0-205 0,6 0-233 16,-4 0-29-16,-5 0 0 0,2 0 0 0,0 0 0 15,-10 0 0-15,6 0 0 16,-6 0 0-16,-10 0-17 0,3 0-78 0,-7 3 67 0,-3-1 43 16,-2 2-831-16,-4-1 316 0,-1-3 231 15,0 1 115-15,-2-1-578 0</inkml:trace>
  <inkml:trace contextRef="#ctx0" brushRef="#br0" timeOffset="74375.08">17975 5367 2953 0,'-4'-4'0'0,"4"2"0"0,0 1 0 0,0 1 0 0,6-3 0 0,10 3 0 0,7 0 0 0,0 0 0 0,7 0 0 0,2 0 0 0,0 6 121 0,0 4 369 0,-1-1-226 15,0 4-161-15,-3-1-103 0,-2 1 0 0,-8-1 0 16,2 2 0-16,-6 1 0 0,-4 2 0 15,-6-2 0-15,-4 5 0 0,0 1 0 0,-8 0 0 16,-11-1 0-16,2-1 0 0,-7 2-21 0,2-4-80 0,-3 0 67 16,-1 0-916-16,1-4 456 0,-2 1 217 15</inkml:trace>
  <inkml:trace contextRef="#ctx0" brushRef="#br0" timeOffset="74579.78">17605 5867 3931 0,'-5'0'0'0,"4"3"0"0,-1 4 0 0,-2 0 0 15,2 4 0-15,2 4 0 0,0 7 0 0,0 1 0 0,0 6 0 0,0 2 0 0,0 3 0 0,-1 3 0 0,-5 7 0 0,-1-6 0 0,-3 5 0 16,4-8 0-16,-3 3 0 0,4-4 0 0,-1-2 0 16,2-1 0-16,0-6 0 15,0-3 0-15,-1-3 0 0,1-4 0 0,-1-6 0 16,1-1-755-16,0-4 218 0,0-4 249 0,0 0-218 0,4-15 238 15</inkml:trace>
  <inkml:trace contextRef="#ctx0" brushRef="#br0" timeOffset="74787.34">17595 5826 3305 0,'5'-19'0'0,"2"9"0"0,-4 2 0 0,3 1 0 0,-2 6 0 0,3-2 0 0,1 3 0 0,3 0 0 0,2 10 0 0,4 11 0 0,-2 2 443 0,0 8-260 15,0 4-183-15,0 10 0 0,-4-3 0 0,1 3 0 0,-1-2 0 0,2 0 0 16,-1-9 0-16,-2 4 0 0,4-3 0 0,-3-1 0 16,-2-3 0-16,1-2 0 15,-4-4 0 1,-1-2 0 0,1-5 0-16,-5-1 0 0,1-2-348 0,-2-6 141 0,0-1 33 0,0-2-783 0,-11-3 459 0</inkml:trace>
  <inkml:trace contextRef="#ctx0" brushRef="#br0" timeOffset="74912.82">17558 6218 3041 0,'-9'-9'0'0,"1"3"0"0,2 0 0 0,0 1 0 0,5-1 0 0,1 4 0 0,0-1 0 0,0 0 0 0,7 1 0 0,8 1 0 0,4 1 131 0,3 0-46 0,3 0-261 16,-2 0 118-16,9 6 43 0,0 1 27 0,-1 2-796 16,9 1 409-16</inkml:trace>
  <inkml:trace contextRef="#ctx0" brushRef="#br0" timeOffset="75174.63">18433 5975 3181 0,'-10'-18'0'0,"-1"1"0"0,-8-2 0 0,3 1 0 0,-7-3 0 0,10 7 0 0,-6 3 0 0,2 0 0 0,-1 3 0 0,2 6 0 0,-2 2 257 0,1 0-109 0,-4 14-54 0,1 8 89 16,0 9-115-16,2 4-68 0,-1 6 0 0,8 3 0 15,1 3 0-15,5-1 0 0,5 1 0 0,0-7 0 16,0 7 0-16,3-13 0 0,13 4 0 0,-2-7 0 16,6-1 0-16,2-4 0 0,0-5 0 0,3-4 0 15,-1-4 0-15,3-5 0 0,-1-5 0 0,-4-3 0 16,8 0 0-16,-3 0 0 16,-1-9 0-16,1-4-95 0,-1-1-856 0,2 0 444 0,2-7 239 0</inkml:trace>
  <inkml:trace contextRef="#ctx0" brushRef="#br0" timeOffset="75331.66">18741 5900 3797 0,'-10'-7'0'0,"3"3"0"0,2 0 0 0,1 3 0 0,0-1 0 0,4-1 0 0,0 3 0 0,0 0 0 0,13 0 0 0,8 0 0 0,3 0 125 0,-1 0-116 0,7 3-9 0,-2 0 0 15,2 1 0-15,0 2 0 16,-2-3 0-16,-3 4 0 0,3 1-114 0,-11 2-1030 0,0 9 592 15</inkml:trace>
  <inkml:trace contextRef="#ctx0" brushRef="#br0" timeOffset="75484.34">18763 6160 3931 0,'-11'6'0'0,"4"-4"0"0,1 1 0 0,2-2 0 0,2-1 0 0,2 0 0 0,0 0 0 0,8 0 0 0,11 0 0 0,7 0 0 0,2 0 0 0,1 0 0 15,1 0 0-15,2 0 0 0,-1 0 0 0,3 3 0 16,-2-2 0-16,-2 5 0 0,0 0 0 0,-3 3 0 0</inkml:trace>
  <inkml:trace contextRef="#ctx0" brushRef="#br0" timeOffset="76243.67">19605 5652 2503 0,'-6'-13'0'0,"1"4"0"0,-3 0 0 0,1-1 0 0,-1 3 0 0,-1 2 0 0,1-2 0 0,-1 4 0 0,-4 0 0 16,2 3 0-16,-5 0 171 0,-2 16 226 0,-3 8-183 0,-4 8-88 0,4 8-43 0,-4 5 149 0,4 4-96 0,2 1-67 16,6 1-69-16,4-2 0 15,7 0 0-15,2-5 0 0,0-2 0 0,9-6 0 16,9 5 0-16,0-9 0 0,3 0 0 0,3 0 0 0,0-5 0 15,2-2 0-15,1-2 0 0,-1-1 0 16,-1-4 0-16,-3-2-1022 0,1-1 479 0,-2-5 242 16,0 1 136-16</inkml:trace>
  <inkml:trace contextRef="#ctx0" brushRef="#br0" timeOffset="76936.67">19710 5984 2375 0,'-5'0'0'0,"3"0"0"0,0 0 0 0,0 0 0 0,0 0 0 0,2 0 0 0,0-3 0 0,0 1 0 0,6 2 0 0,8-1 0 0,6-2 95 0,1 1 165 16,0-1-111-16,2 1-56 0,2 0 239 0,-1 1-138 15,0-1-83-15,3-1 40 0,-6 3-56 0,1 0-29 16,-3 0-56-16,0 0-125 0,-3 0 44 0,0 0 54 16,-4 0 28-16,0 0-673 15,-3 0 346-15,0 3 113 0,1 2-791 0,-2 0 478 0</inkml:trace>
  <inkml:trace contextRef="#ctx0" brushRef="#br0" timeOffset="77188">20339 5570 3421 0,'0'0'0'0,"0"0"0"0,0 0 0 0,0 0 0 0,0 0 0 0,0 0 0 0,0 4 0 0,0 11 0 0,0 1 0 0,0 13 0 0,0 2 355 0,0 9-200 0,0 2-155 16,0 4 0-16,0 5 0 0,0-3 0 0,0 0 0 16,0 1 0-16,0-3 0 0,0-6 0 0,0 7 0 15,3-12 0-15,-3 4 0 0,0-4 0 0,0-1 0 16,0-7 0-16,0 3 0 16,0-10-262-16,0-2-174 0,0-7 207 0,0 1 54 0,0-4-589 15,2-4 368-15,-1-4 179 0,1 0-382 16,6-4 280-16</inkml:trace>
  <inkml:trace contextRef="#ctx0" brushRef="#br0" timeOffset="77384.53">20493 6143 2552 0,'10'-12'0'0,"1"3"0"0,-2 3 0 16,1 0 0-16,-3 5 0 0,1-1 0 0,2 0 0 0,-3 2 0 0,0 0 0 0,1 0 0 0,-1 11 350 0,-1 1-156 0,-2-1-78 0,0 4 215 15,-3 2-138-15,-1 0-82 0,0 2-27 0,0 0-84 16,-7-1 0-16,-3 1 0 0,1-4 0 0,0 0 0 0,0-2 0 15,-1-2 0-15,1-5-33 0,0 2-49 16,-2-5 69-16,2 1-634 0,2-2 265 0,0-2 188 16,0 0-6-16,4 0-529 15,1 0 337-15</inkml:trace>
  <inkml:trace contextRef="#ctx0" brushRef="#br0" timeOffset="77622.07">20822 5957 3483 0,'0'-2'0'0,"0"0"0"0,0-1 0 0,0 3 0 0,0-1 0 0,0 1 0 0,0 0 0 0,5-1 0 0,9-1 0 0,3-1 0 0,7 2 342 0,-3-1-236 15,7 0-106-15,-8 2 0 0,3-4 0 0,0 2 0 0,-3 2 0 16,-1 0 0-16,0 0 0 0,-4 0 0 15,-1 0 0-15,-2 0 0 0,-3 0 0 0,0 6 0 0,-4-2 0 16,1 0 0-16,-3-1 0 0,-1 1-613 0,2 2 56 16,-3-2 249-16,1 1-686 0</inkml:trace>
  <inkml:trace contextRef="#ctx0" brushRef="#br0" timeOffset="77979.95">21176 5730 2714 0,'-2'-8'0'0,"2"2"0"0,0 3 0 0,0-3 0 0,0 2 0 0,0-1 0 15,9 3 0-15,5-1 0 0,4 2 0 0,6 1 0 0,3 0 208 0,0 0-84 0,1 0 452 0,2 0-269 16,1 6-305-16,-3 3-2 0,-2 2 0 16,-1 2 0-16,-2 3 0 0,-5 0 0 0,-4 2 0 15,-4 3 0-15,-2 4 0 0,-6 1 0 0,-2 3 0 0,-10 7 0 16,-5-5 0-16,-9 6 0 0,0 0 0 0,-5-4 0 15,-1 0 0-15,0-2 0 0,2-8 0 0,-4 0 0 16,2-5 0-16,2-2 0 0,0-5 0 0,8-4 0 16,-1-2 0-16,3-2 0 0,7-3 0 0,2 0 0 15,4 0 0-15,0 0 0 0,5 0 0 16,0 0 0-16,0 0 0 0,8 0 0 16,9 0 0-16,0 0 0 0,3 0 0 0,1 0 0 15,2 0 0-15,5 0 0 0,-8 0 0 0,3 0 0 16,0 0 0-16,-2 1 0 0,-1 3 0 0,-1-2 0 15,-1 1 0-15,-1 2 0 0,-2-2-144 0,1 0-350 16,-2 3 229-16,3 0 113 0</inkml:trace>
  <inkml:trace contextRef="#ctx0" brushRef="#br0" timeOffset="78146.4">21790 6130 3931 0,'4'0'0'0,"-3"1"0"0,1 2 0 0,0 1 0 0,-2-1 0 0,0 2 0 0,0 1 0 0,0 3 0 0,0-2 0 16,0 9 0-16,-2-1 0 0,-8 2 0 0,-1 2 0 0,-3 2 0 0,0 0 0 0,1-5 0 16,-6 8 0-16,3-3 0 0,-2 1 0 15,-1-1 0-15,3-2 0 0,-2-1 0 0,-2 3 0 0,-2 0-1168 16</inkml:trace>
  <inkml:trace contextRef="#ctx0" brushRef="#br0" timeOffset="78676.05">22153 5938 2441 0,'-7'-10'0'0,"2"9"0"0,3-1 0 0,2 0 0 0,0 0 0 0,0 2 0 0,0 0 0 0,4 0 0 0,8 0 0 0,9 0 0 0,0 0 537 16,6 0-254-16,1 0-123 15,-1 0-61-15,1 0 108 0,3 0-85 0,-1 0-40 0,-2 0-82 0,2 0-197 16,-4 0 74-16,-5 0 80 16,4 2-635-16,-5 0 367 0,-3 0 170 0,-2-1 73 15,-5-1-824-15,1 0 427 0</inkml:trace>
  <inkml:trace contextRef="#ctx0" brushRef="#br0" timeOffset="79038.87">22698 5626 1498 0,'16'-2'0'0,"-3"1"0"0,3 1 0 0,3 0 0 0,0 0 0 0,1 0 0 0,3 0 0 0,0 9 0 0,-5-2 0 0,3 6 0 0,-2 3 116 0,-4-2-30 0,-3 4 97 16,-7-2-72-16,-3 4-37 0,-2-1 3 0,0 4 0 15,-9-4-30-15,-8 2 128 0,-3-4-68 0,0 0-35 16,-2-2 0-16,1-4 192 0,1-1-104 0,-1-1-66 16,3-3-28-16,7-4 78 0,2 3-53 0,4-5-27 15,2 2 10-15,3-2 106 0,0 1-81 0,10 4-99 16,13-2 0-16,4 1 0 16,5 2 0-16,3 1 0 0,0 1 0 0,3 1 0 0,-5 2 0 15,-1 1 0-15,-9 1 0 0,2 0 0 16,-9 4 0-16,-4-3 0 0,-5 3 0 0,-5-1 0 15,-2 2 0-15,0-4 0 0,-14 4 0 16,-6-1 0-16,-1-4 0 0,-5-1 0 0,-2-1 0 0,-2-1 0 16,0-3 0-16,1 1 0 0,7-5 0 0,0-2 0 15,1-1 0-15,6 0 0 0,0 0 0 0,7 0-202 16,1-1-183-16,3-12 146 0,4-5-678 0,0-9 445 16,15-5 216-16</inkml:trace>
  <inkml:trace contextRef="#ctx0" brushRef="#br0" timeOffset="79241.45">23281 5560 2888 0,'41'-5'0'0,"6"5"0"0,-6 0 0 0,3 0 0 0,-5 7 0 0,8 8 0 0,-4 7 0 0,-3 2 0 0,-5 5 0 0,-10 1 0 0,3 14 349 0,-12 0-155 0,-7 4-78 0,-9 2 268 15,0 3-384-15,-21-1 0 0,-8-1 0 0,-3-2 0 0,-3-6 0 16,-4-2 0-16,-3-5 0 0,0-2 0 0,4-5 0 15,-3-3 0-15,2-2 0 0,2-3 0 0,0-5 0 16,5 0 0-16,0-4 0 0,4 0 0 0,7-4 0 16</inkml:trace>
  <inkml:trace contextRef="#ctx0" brushRef="#br0" timeOffset="79756.67">24442 5577 1996 0,'-4'-2'0'0,"1"1"0"0,3 1 0 0,0 0 0 0,0 0 0 0,3 0 0 0,10 0 0 0,10 0 0 0,0 0 0 0,7 0 0 0,5 0 487 0,1 0-225 0,-1 0-112 0,1 0-57 16,1-3 238-16,0 3-138 0,0-1-82 0,-1-1-104 15,-3 2 1-15,-1 0 30 0,0 0-1 0,-6 0-484 16,5-2 238-16,-10 2 123 0,2-1-271 0,-2 1 198 16,-5-3 56-16,-2 1 70 0,-2 1-788 0,-3-5 392 15</inkml:trace>
  <inkml:trace contextRef="#ctx0" brushRef="#br0" timeOffset="79957.98">24996 5328 1844 0,'0'-10'0'0,"0"7"0"0,2-1 0 0,5 2 0 0,2 0 0 0,5 0 0 0,4 2 0 0,3 0 0 0,5 0 0 0,3 0 0 0,-1 10 90 0,2 1 296 15,-4 0-179-15,0 0-85 0,-8 1 206 0,4-1-146 0,-6 2-72 16,-5 0-27-16,-2-1 2 0,-4 1-23 16,-5 2-1-16,0 1-24 0,-4 4-84 0,-8-4 52 15,-6 5-10-15,-1-3 43 0,-4 2-344 0,3-2 172 16,-1 0 86-16,3-3-660 0,-6 1 349 0,1-3 103 15,-2 0-416-15</inkml:trace>
  <inkml:trace contextRef="#ctx0" brushRef="#br0" timeOffset="80138.97">24796 5686 2908 0,'-18'10'0'0,"-3"3"0"0,0 0 0 0,5 1 0 0,-5 2 0 0,7 2 0 0,-4 8 0 0,5-1 0 0,1 7 0 0,0 3 0 0,0 4 211 16,1-3 442-16,-2 6-494 0,1-2-159 0,2-6 0 15,2 2 0-15,0-1 0 0,2-7 0 0,3 6 0 16,-2-11 0-16,4-1 0 0,-1-2-388 0,2-8 37 16,0-2 204-16,0-5 87 0,0-1-853 0,0-4 437 15,0-2 220-15,9-20 109 16</inkml:trace>
  <inkml:trace contextRef="#ctx0" brushRef="#br0" timeOffset="80338.58">24740 5668 2968 0,'2'-16'0'0,"0"7"0"0,2 5 0 0,-2 3 0 0,0-2 0 0,0 3 0 0,1 0 0 0,4 14 0 0,3 7 0 0,3 1 0 0,-2 6 137 0,5 9 558 0,-5 2-564 0,0 1-131 15,0 3 0-15,-1 3 0 16,-1-8 0-16,2 10 0 0,-1-9 0 0,-3-4 0 16,3 0 0-16,-5-1 0 0,-1-10 0 0,0 3 0 15,-1-6 0-15,-1-5-672 0,-2-2 270 16,0-5 202-16,0-2-39 0,-5-1-432 0,-4-6 317 15,-3 0 159-15,-1 0-303 0,-3-4 230 0</inkml:trace>
  <inkml:trace contextRef="#ctx0" brushRef="#br0" timeOffset="80476.53">24681 6062 2640 0,'-21'-19'0'0,"2"6"0"0,-3 3 0 0,5-2 0 0,4 3 0 0,4 1 0 0,4 2 0 0,1 0 0 0,2 2 0 0,2 0 0 0,0 3 119 15,2-1 189-15,7-1-135 0,7 1-67 0,-2 2-26 16,6 0-35-16,-2 0-8 0,3 0 1 0,2 3-397 15,3 4 198-15,-4-1 108 0,6 1 41 16,0 0-819-16,1-4 432 0</inkml:trace>
  <inkml:trace contextRef="#ctx0" brushRef="#br0" timeOffset="80689.66">25122 5855 3287 0,'0'-3'0'0,"0"-2"0"0,-6 4 0 0,0-1 0 0,0 2 0 0,5 0 0 0,-3 6 0 0,4 11 0 0,0 5 0 0,0 5 0 0,0 0 134 0,0 8 376 0,0 1-510 16,0-1 0-16,0 1 0 0,0-1 0 0,2-3 0 16,0 0 0-16,1-4 0 0,1-5 0 0,-2-1 0 15,2-5-525-15,-2-6 196 16,0-1 179-16,0-6 93 0,-2-1-820 0,0-3 419 16,0 0 211-16,0-7 95 0,0-14-251 0,0-3 182 15,0-8 93-15,0-8-83 0,0 0 106 0,0-1 37 16</inkml:trace>
  <inkml:trace contextRef="#ctx0" brushRef="#br0" timeOffset="80904.92">25099 5916 2063 0,'-6'-32'0'0,"1"5"0"0,0 1 0 0,4 6 0 0,1 1 0 15,0 5 0-15,0 6 0 0,1-1 0 0,11 3 0 0,5 3 0 0,7 1 179 0,0 2 225 0,5 0-183 0,-1 7-82 16,2 7-56-16,-1 4 150 0,1 4-98 0,-3 2-49 16,0 2 44-16,-7 5-38 0,0 2-8 0,-10-1-46 15,-4 4 6-15,-4-1-44 0,-2 2 0 0,-15 3 0 16,-6-6 0-16,-5-2 0 0,3-6 0 0,-7 3 0 15,3-8 0-15,-5 0 0 0,2-5 0 0,0-3 0 16,1-4 0-16,1-5 0 0,4-2 0 0,-2-2 0 16,5 0 0-16,2 0 0 0,3 0 0 15,6-4 0-15,2-5 0 0,3-6 0 16,5-6-337-16,0-1-58 0,9-7 179 0,14-5-725 16</inkml:trace>
  <inkml:trace contextRef="#ctx0" brushRef="#br0" timeOffset="81047.34">25627 5793 3248 0,'13'-1'0'0,"5"1"0"0,-2 0 0 0,-1-3 0 0,-2 3 0 0,4 0 0 0,0 0 0 0,2 0 0 0,10 0 0 0,-2 0 0 0,0 0 124 0,2 0-282 0,1 4 97 16,2 2 59-16,-4 2 15 0,-4-1-398 0,-5 5 211 15</inkml:trace>
  <inkml:trace contextRef="#ctx0" brushRef="#br0" timeOffset="81208.88">25715 6039 3192 0,'-30'8'0'0,"7"-1"0"0,3 4 0 0,6-6 0 0,4-2 0 0,5-1 0 0,5 0 0 0,0 2 0 0,3-2 0 0,11 1 0 0,13 3 251 16,1-1 237-16,2-2-488 0,2 2 0 0,2-3 0 15,1 1 0-15,-1 0 0 0,-2-1 0 0,-2-1 0 16,0 1-210-16,-7 2-138 0,-1 0 192 0,-3 1-930 15,-7 2 453-15</inkml:trace>
  <inkml:trace contextRef="#ctx0" brushRef="#br0" timeOffset="81659.39">26671 5693 2346 0,'-13'-12'0'0,"0"4"0"0,0 3 0 0,-5 3 0 0,-2 1 0 0,-5 1 0 0,-1 1 0 0,-2 15 0 0,-4 11 0 0,5 2 0 0,1 5 186 0,4 8-74 0,7 3-38 0,1 1 536 15,8 4-291-15,6 0-141 0,0-3-72 0,3 1-106 16,10-2 0-16,4-6 0 0,9 7 0 0,-2-10 0 16,5-1 0-16,-1-2 0 15,2-6 0-15,-5-3 0 0,1-1 0 0,0-3-856 16,-7-5 350-16,1-2 246 0,-1-3 49 0,-1-4-258 16,-6-3 215-16</inkml:trace>
  <inkml:trace contextRef="#ctx0" brushRef="#br0" timeOffset="81907.37">26774 6050 3589 0,'-11'-1'-7'0,"4"-3"3"0,3 0 1 0,-2 2 0 0,6 1 1 0,-2-2 1 16,2 2 0-16,0-1-2 0,10 0 2 0,12-2 0 0,8 2 324 0,2-1-278 0,6 2-45 0,-1-2 0 0,-1 1 0 15,-1 1 0-15,-3 1 0 0,-7 0 0 0,0 0 0 0,-4 0 0 16,-9 0 0-16,1 0 0 0,-3 0 0 16,-3 0 0-16,-3 0 0 0,-3 0 0 15,2 0 0-15,-2 0 0 0,-1 0 0 0,0 0 0 16,1 1-401-16,2-1-265 0,1 2 304 0,2-2 166 0</inkml:trace>
  <inkml:trace contextRef="#ctx0" brushRef="#br0" timeOffset="82281.17">27199 5826 2549 0,'-6'-9'0'0,"3"1"0"0,0 2 0 0,3-1 0 0,0-1 0 0,0 1 0 0,12 2 0 0,9 0 0 0,1 1 0 0,4 0 0 0,4 2 211 0,1 2 368 16,2 0-271-16,0 0-135 0,-4 2-67 0,-4 6-101 15,-2 3-5-15,1 0 0 0,-6 5 0 0,-3-2 0 16,-5 3 0-16,0 4 0 0,-9 0 0 0,-1 5 0 15,0 0 0-15,-13 0 0 0,-5 0 0 0,-2 2 0 16,-4-4 0-16,-2 0 0 0,1-3 0 16,-1-1 0-16,0-5 0 0,3-3 0 0,-7 1 0 15,3-6 0-15,7-2 0 0,-2 0 0 16,3-2 0-16,4-3 0 0,1 3 0 0,5-3 0 16,3 0 0-16,3 0 0 0,1 0 0 0,2 0 0 15,0 0 0-15,0 2 0 0,12 5 0 0,11 0 0 0,4 1 0 16,3-1 0-16,6 3 0 15,7-3 0-15,-4 0 0 0,3-1 0 0,1-2 0 0,-8 0 0 16,5-1 0-16,-2 1 0 0,-6-2 0 16,-2 0 0-16,-7-1 0 0,-2 2 0 0,-7-3 0 0,-3 0 0 15,-6 0-369-15,-2 0 141 16,3 0-317-16,-6 0 243 0,0 0 137 0,3-4 64 16</inkml:trace>
  <inkml:trace contextRef="#ctx0" brushRef="#br0" timeOffset="82462.27">27925 6146 3931 0,'5'9'0'0,"-5"3"0"0,3-4 0 0,-1-1 0 0,-2 1 0 0,0-2 0 0,0 1 0 0,0 1 0 0,0 1 0 0,0 2 0 0,-5 0 0 0,-3 3 0 0,0-2 0 0,-3 2 0 15,2-1 0-15,-3 0 0 0,-1 2 0 0,1 0 0 16,-5-3 0-16,1 3 0 0,-4-1 0 0,-2 0-203 15,-4 1 87-15</inkml:trace>
  <inkml:trace contextRef="#ctx0" brushRef="#br0" timeOffset="83601.35">28180 5955 1494 0,'-7'0'0'0,"2"0"0"0,-1 0 0 0,-1-2 0 0,2-1 0 0,0 1 0 0,0-4 0 0,0 2 0 0,0-3 0 0,0-1 0 0,5 1 174 0,-2-5-69 15,-1 1-34-15,3 0 194 0,0-4-105 0,0 0-66 16,0-2-29-16,5 0 89 0,6 1-59 0,2-2-29 15,3 1 159-15,-2 0-99 0,5 3-45 0,0 0 0 16,2 5 52-16,-1-1-48 0,1 7-15 16,0 1 31-16,0 2-31 0,-2 0-1 15,4 0-33-15,0 12-14 0,-7 1 24 0,5 11-10 0,-4-1-29 16,-4 0-7-16,-3 5 0 0,-3 1 0 16,-4 0 0-16,-1 4 0 0,-2-3 0 0,-5-2 0 15,-8 1 0-15,-4-2 0 0,-1-3 0 16,-5-1 0-16,-2 0 0 0,-2-6 0 0,2-2 0 0,-4-2 0 15,6-4 0-15,-4-2 0 16,6-1 0-16,1-2 0 0,5-4 0 0,3 1 0 0,4-1 0 0,-2 0 0 16,8 0 0-16,2 0 0 15,0 0 0-15,0 0 0 0,0 0 0 0,10 0 0 16,8 0 0-16,6 3 0 0,1-2 0 0,1 3 0 16,-2-2 0-16,6 1 0 0,-2 0 0 0,-1 1 0 15,-1 0 0-15,-1 0 0 0,-3 0 0 0,1 3 0 16,-1-3 0-16,-2 3 0 0,-2-2 0 0,-1 3 0 15,-2-3 0-15,-2 1-734 0,0-1 140 0,-2 0 279 16,-2-4 139-16</inkml:trace>
  <inkml:trace contextRef="#ctx0" brushRef="#br0" timeOffset="83778.72">28721 6122 2557 0,'3'0'0'0,"-1"0"0"0,-2 0 0 0,0 0 0 0,0 0 0 0,0 0 0 0,0 0 0 0,0 4 0 0,0 5 0 0,0 2 0 0,0 3 109 15,-2-2 328-15,-7 2-205 16,2 3-97-16,-3-2-50 0,1 0-74 0,-2-1 35 16,1 0-10-16,-3-1-453 0,3-2 227 0,-4 1 113 15,3-5 57-15,-1-1-244 0,0 0 145 0,3-5 79 16,-1-1-704-16,3 0 354 0,2 0 177 0</inkml:trace>
  <inkml:trace contextRef="#ctx0" brushRef="#br0" timeOffset="84049.19">29029 5652 3117 0,'0'-7'0'0,"0"3"0"0,0 2 0 0,0 2 0 0,0 0 0 0,0 0 0 0,0 0 0 0,0 8 0 0,-4 7 0 0,2 5 0 0,1 7 95 0,-1 0 511 0,0 3-493 15,2 1-113-15,-1 3 0 0,1 0 0 0,-2-1 0 16,2 1 0-16,-2-1 0 0,0-3 0 0,0-1 0 16,1-3 0-16,-1-1 0 15,0-4 0-15,2-1 0 0,-3-2-172 0,3-4-35 16,0-2 110-16,0-4-90 0,0-1-532 0,0-1 332 16,0-5 180-16,3 3-426 0,2-4 298 0,3 0 150 15</inkml:trace>
  <inkml:trace contextRef="#ctx0" brushRef="#br0" timeOffset="84331.03">29231 5549 2772 0,'5'-7'0'0,"5"5"0"0,-2-2 0 0,1 2 0 0,-2 0 0 0,4 2 0 0,1 0 0 0,2 6 0 0,4 9 0 0,-2 6 0 0,3 4 203 0,0 4-84 0,1 5-32 15,-3 9 512-15,-1-1-448 0,-7 0-151 0,1 5 0 0,-5 1 0 16,-2-7 0-16,-3 9 0 0,0-4 0 16,0-5 0-16,-8-3 0 0,-5 1 0 15,-2-7 0-15,0 0 0 0,-5-4 0 0,1-2 0 16,1-4 0-16,-1-2 0 0,1-7 0 0,-3 0 0 16,0 0 0-16,-3-8 0 0,5 1 0 0,-4 1 0 15,3-6 0-15,0 1 0 0,5-1-184 0,0 2-211 16,7-1 180-16,-2-2 89 0,3 5-787 0</inkml:trace>
  <inkml:trace contextRef="#ctx0" brushRef="#br0" timeOffset="84509.87">29723 6466 3931 0,'0'0'0'0,"0"0"0"0,0 0 0 0,0 0 0 0,0 0 0 0,0 0 0 0,0 0 0 15,0 0 0-15,0 0 0 0,-4 0 0 0,1 0 0 0,-1 0 0 0,-1 0-444 0</inkml:trace>
  <inkml:trace contextRef="#ctx0" brushRef="#br0" timeOffset="86399.18">10282 6960 2634 0,'-12'-6'0'0,"3"4"0"0,5 1 0 0,1-4 0 0,1 0 0 0,2-1 0 0,0-1 0 0,2-3 0 0,17-2 0 0,5-3 0 0,4 2 261 0,2-2-102 0,2 1-64 16,3 0-28-16,2 5 229 0,-3 0-129 0</inkml:trace>
  <inkml:trace contextRef="#ctx0" brushRef="#br0" timeOffset="86488.28">10703 6802 395 0,'6'2'0'0,"-3"3"0"0,-1-1 0 16,0 1 1125-16,-2-1-563 0,0 2-281 0,-4 0-868 0,-5-2 273 0,-1-3 138 0</inkml:trace>
  <inkml:trace contextRef="#ctx0" brushRef="#br0" timeOffset="86776.85">10454 6785 1854 0,'-14'5'0'0,"3"5"0"15,-1-3 0-15,6 1 0 0,-1 3 0 0,4 1 0 0,1 3 0 0,2 3 0 0,0 7 0 0,0 3 0 0,7 4 397 0,2 6-169 0,0 8-99 0,1 0 303 0,-1 2-197 16,-3 3-97-16,-1-1 117 0,-2-4-97 0,-1 8-64 16,0-9-83-16,-2-9-11 15,0 5 0-15,0-5 0 0,-4-4 0 0,-4-8 0 0,2-1 0 16,-1-9 0-16,2-2 0 0,1-4 0 0,-4-5 0 16,4-1 0-16,2-2 0 0,0 0 0 0,1 0 0 15,1 0 0-15,0 0 0 0,0 0 0 16,0 6 0-16,9-1 0 0,6 3 0 0,3 1 0 0,7 1 0 15,0-1 0-15,1 1 0 16,2-1 0-16,1-1 0 0,-6-3 0 0,7 2 0 0,-3-1 0 16,-4-5 0-16,1 4 0 0,-1-1 0 15,-1-3 0-15,-1 2-416 0,-2-3 174 0,1 0 101 16,-1 0-671-16,-1 0 387 0,1-6 182 0</inkml:trace>
  <inkml:trace contextRef="#ctx0" brushRef="#br0" timeOffset="86989.82">10909 6994 3262 0,'0'-6'0'0,"0"4"0"0,0 1 0 0,4-1 0 0,6-1 0 15,6 2 0-15,5-1 0 0,2-3 0 0,7 1 0 0,2 3 0 0,3-1 549 0,10 2-429 0,-9 0-120 0,11 0 0 16,-12 0 0-16,3 0 0 0,-3 0 0 0,2 0 0 0,-5 0 0 0,-4 3 0 15,-4 0 0-15,-2 0-368 16,-2 0-10-16,-6-1 209 0,-2-2-491 0,-1 0 322 16,-4 0 99-16</inkml:trace>
  <inkml:trace contextRef="#ctx0" brushRef="#br0" timeOffset="87195.86">11366 6721 2396 0,'-10'-4'0'0,"2"3"0"16,5 1 0-16,1 0 0 0,2 0 0 0,0 0 0 0,12 0 0 0,8 0 0 0,6 0 0 0,2 0 0 0,4 2 161 0,0 9 348 0,0 0-239 16,0 2-116-16,-2 2-57 0,-2 2 247 0,-3-2-344 15,-4-2 0-15,-3 4 0 0,-4 0 0 0,-5-1 0 0,-5 0 0 16,-3 1 0-16,-1 0 0 0,-3 4 0 0,-12-4 0 16,-2 0 0-16,-2 1 0 0,-3-3 0 0,1-2 0 15,-9 4 0-15,1-3 0 0,-1 0 0 0,-3 1-744 16,-6 2 229-16</inkml:trace>
  <inkml:trace contextRef="#ctx0" brushRef="#br0" timeOffset="87392.78">10964 7238 3103 0,'0'1'0'0,"0"5"0"0,0 0 0 0,2 3 0 0,-1 2 0 0,1 4 0 16,0 6 0-16,0 4 0 0,0 2 0 0,-2 5 0 0,0 2 407 0,0 8-183 0,-2-7-27 0,-7 12-197 0,0-3 0 15,-1-4 0-15,2-5 0 0,1 1 0 16,3-7 0-16,-3 3 0 16,4-11 0-16,0 0 0 0,1-8 0 0,0-2-202 0,0-6-172 0,2-1 202 15,0-2 105-15,0-2-974 0,0-2 500 16</inkml:trace>
  <inkml:trace contextRef="#ctx0" brushRef="#br0" timeOffset="87587.32">10969 7177 3449 0,'4'-5'0'0,"4"1"0"0,-1 3 0 0,-1-2 0 0,3 3 0 0,3 0 0 0,-1 8 0 0,3 5 0 0,5 9 0 0,-1 5 0 0,0 9 265 0,-4-7-112 16,2 13-89-16,-6-4-64 0,3 12 0 0,-4-1 0 0,1-3 0 16,1 0 0-16,-2-3 0 0,1-4 0 0,-1-1 0 15,0-4 0-15,0-4 0 0,0-9 0 16,-4 2-477-16,0-7 23 0,-1 1 96 0,-2-6-596 15,-2 1 457-15,0-1 229 0</inkml:trace>
  <inkml:trace contextRef="#ctx0" brushRef="#br0" timeOffset="87751.26">10988 7595 2904 0,'-10'-14'0'15,"3"9"0"-15,2-1 0 0,-1-2 0 0,2 3 0 0,3 4 0 0,-1-2 0 0,2 1 0 0,0 0 0 0,0 0 0 0,9 1 94 0,5 1 240 0,4 0-147 0,1 0-74 0,1 0-112 16,3 0 10-16,1 0 29 0,3 1-685 16,-4 5 342-16,-3-1 171 0,8 1 86 0</inkml:trace>
  <inkml:trace contextRef="#ctx0" brushRef="#br0" timeOffset="88279.7">11458 7322 3749 0,'-4'4'0'0,"-1"3"0"0,-1 1 0 0,1 0 0 0,0 4 0 0,3 2 0 0,2 2 0 0,0 5 0 0,0 3 0 0,0 3 0 15,2-5 182-15,3 10-182 0,2-2 0 0,0-1 0 0,0-1 0 0,1-4 0 0,-2-3 0 16,0-2-193-16,-3-8-88 0,-1 0 160 0,0-4 80 16,0-2-635-16,-2-5 353 0,0 0 28 0,-2 0-74 15,-7-5 164-15,-3-10 83 0,-1-5 41 0,1-4-52 16,0-3 51-16,-1-5 0 15,1-1 61-15,1-2-18 0,2 0-1 0,2 9-9 16,2-6 113-16,3 11-52 0,0-1-26 0,2 3 1 16,0 4 356-16,0 3-198 0,9 1-25 0,5 4 401 15,7-1-212-15,3 3-135 0,2 3-67 0,-1 0 70 16,7 2-74-16,-2 0-32 0,-2 7-2 0,0 6 1 16,-3 2-31-16,-7 1 10 0,5 4 70 0,-10-3-40 15,-3 2 0-15,-3-2-39 0,-3 0 89 0,-2 0-35 16,-2-4-10-16,0-2 61 0,-4-1-107 0,-7 0-38 15,-1-5 0-15,1-2 0 16,-4 1 0-16,4-2 0 0,2-2 0 0,-1 0 0 16,2 0 0-16,5 0 0 0,1 0 0 0,0 0 0 15,2 0 0-15,0 0 0 0,2 0 0 0,12 5 0 16,7 4 0-16,0-1 0 0,4 3 0 16,0 2 0-16,2 1 0 0,-6 2 0 0,5 2 0 15,-8 0 0-15,-4-1 0 0,-5 1 0 0,-1 0 0 0,-7-3 0 16,-1 2 0-16,0-2 0 0,-14 2 0 0,-7-3 0 15,-3-4 0-15,-6 2 0 0,0-4 0 0,-2-1 0 16,2-4 0-16,0-1 0 16,4-2 0-16,3 0 0 0,2 0 0 0,3 0 0 15,4-2 0-15,5-1 0 0,2-7 0 0,1-1 0 16,6-2-68-16,0-8-482 0,6-1 255 0</inkml:trace>
  <inkml:trace contextRef="#ctx0" brushRef="#br0" timeOffset="88746.76">12376 6878 2947 0,'-17'-14'0'0,"11"13"0"0,5 1 0 0,1 0 0 0,-2-3 0 0,2 3 0 0,0-1 0 0,3-2 0 0,18 0 0 0,6-5 0 0,8 1 228 0,3-3-95 0,-1 4-37 0,12-3 139 16,-6 3-98-16,3 3-49 0,-5-1-231 15,-6 1 101-15,3 1 36 0,-2-1-1 16,-6 3-585-16,-3 0 315 0,-6 0 158 0,-1 0 88 16,-4 0-453-16,-4 0 117 0</inkml:trace>
  <inkml:trace contextRef="#ctx0" brushRef="#br0" timeOffset="88945.32">12859 6511 2268 0,'2'-4'0'0,"4"4"0"0,3 0 0 0,2 0 0 0,2 2 0 0,5 7 0 0,5 1 0 0,4 3 0 0,1-2 0 0,2 4 0 0,0 0 154 0,2 3-58 0,-4-2 227 15,1-1-143-15,-3 1-70 0,-8-2-26 0,1 1 24 16,-6-2-35-16,-3 0 0 0,-6 2-127 16,-4 1 46-16,0 0 10 0,-12 3-331 0,-6 1 183 0,-7-1 93 15,-1 0 45-15,-3 0-583 16,1-1 288-16,-2-3 61 0,-2-2 103 0,2 3-412 0</inkml:trace>
  <inkml:trace contextRef="#ctx0" brushRef="#br0" timeOffset="89134.85">12688 7001 2316 0,'-13'6'0'0,"1"5"0"0,1-2 0 0,-2 2 0 15,2 3 0-15,0 1 0 0,1 3 0 0,3 3 0 0,-1 7 0 0,3 2 0 0,-2 1 182 0,4 4 381 0,-1-1-262 0,0 3-122 0,1-2-75 16,-1 4 129-16,1-4-180 0,-1 1-53 15,0-2 0-15,1-3 0 0,0-1 0 16,1-3 0-16,0-6-305 0,-1-1 78 0,-1-5 143 16,2-1 57-16,-2-7-713 0,3 0 265 0,-1-7 218 15,2 0-321-15,0-7 260 0,0-19 145 0</inkml:trace>
  <inkml:trace contextRef="#ctx0" brushRef="#br0" timeOffset="89319.38">12656 6971 3215 0,'4'-7'0'0,"-1"0"0"0,-1 6 0 0,2 1 0 0,4 0 0 0,-1 8 0 0,4 11 0 0,1 1 0 0,3 8 0 0,0 4 0 15,0 7 123-15,-3 2 470 0,2 1-593 0,-3-5 0 0,3 11 0 0,-3-7 0 16,1-1 0-16,0-7 0 0,-1 4 0 0,-1-2 0 16,-1-5 0-16,-1 1-70 0,-3-5-251 0,-3-5 180 15,0-2 90-15,-2-2-897 0,0-2 460 0,-2 0 225 16,-9-4 112-16</inkml:trace>
  <inkml:trace contextRef="#ctx0" brushRef="#br0" timeOffset="89460.95">12633 7457 2678 0,'-11'-12'0'0,"2"2"0"0,1 0 0 0,1 3 0 0,1 1 0 0,4 3 0 0,2 1 0 0,0-1 0 0,0 2 0 0,0-1 0 0,10 0 93 0,5 2-73 15,1 0 29-15,5 0-11 16,4 0-347-16,0 4 173 0,4 5 88 0,3-1 43 15,4 1-722-15,-2-2 371 0</inkml:trace>
  <inkml:trace contextRef="#ctx0" brushRef="#br0" timeOffset="89684.2">13366 7207 2945 0,'-5'-12'0'0,"-3"2"0"0,-4 2 0 0,1 3 0 0,0 1 0 0,-4 3 0 0,-2 1 0 0,-2 1 0 0,-2 17 0 0,0 5 0 0,2 11 214 16,-1 1-87-16,6-2-35 0,-2 12 175 0,7-4-114 16,6-6-57-16,1 5-59 0,2-2-37 0,0-5 0 15,5 0 0-15,8-3 0 0,4-4 0 0,1-4 0 16,5-1 0-16,4-4 0 0,-1-2 0 0,2-5 0 16,1-1 0-16,-1-3-309 0,2-3 134 0,0 0 22 15,2-3-974-15,3 0 544 0</inkml:trace>
  <inkml:trace contextRef="#ctx0" brushRef="#br0" timeOffset="90146.9">14085 6883 2881 0,'-16'-12'0'0,"7"6"0"0,0 5 0 0,6 0 0 0,1-2 0 0,0 2 0 0,2 1 0 0,0 0 0 0,0 0 0 0,4 0 0 0,17 0 187 16,7 0-74-16,6 0 198 0,7 0-140 0,2-3-66 15,2 3-32-15,1-2 17 0,-4 2-90 0,-2 0 0 16,7 0 0-16,-6 0 0 16,-9 0 0-16,3 0-436 0,-3 0 178 0,-7 0 158 0,-2-1 31 15,-3 1-388-15,-1-2 147 0,-4-2 137 0,-2 0 48 16</inkml:trace>
  <inkml:trace contextRef="#ctx0" brushRef="#br0" timeOffset="90203.06">14658 6652 398 0</inkml:trace>
  <inkml:trace contextRef="#ctx0" brushRef="#br0" timeOffset="90353.48">14756 6661 3931 0,'47'2'0'0,"-2"2"0"0,-1 1 0 0,-9 1 0 0,2 2 0 0,-3 1 0 0,-7 0 0 0,-9 3 0 0,-1-1 0 0,-6 3 0 0,-4 1 0 0,-6 1 0 15,-1 2 0-15,-6 4 0 0,-12 0 0 0,-3-2 0 0,-2 4 0 16,1-4 0-16,-3-2 0 0,1 1-179 15,-1 0 81-15,-1-2-774 0,0 0 406 16,0-1 218-16,-2 1 104 0,-2 2 53 0</inkml:trace>
  <inkml:trace contextRef="#ctx0" brushRef="#br0" timeOffset="90544">14414 7197 2855 0,'-9'3'-1'0,"1"4"1"0,0-1 0 0,3-1 0 0,-1 5 0 0,3 1 0 0,-1 4 0 0,2 2 0 0,1 8 0 0,-4 1 0 0,-1 3 182 0,-1 2 502 0,-2 3-473 0,-3 4-211 16,-4 7 0-16,-3-4 0 0,2 0 0 0,0-1 0 16,0-1 0-16,6-5 0 0,-2 0 0 15,1-4 0-15,1-4 0 0,6-7 0 0,-1-2 0 0,4-8 0 16,-2-3-455-16,4-2 36 0,0-4 86 0,0 0-622 16,15-18 457-16,5-11 220 0</inkml:trace>
  <inkml:trace contextRef="#ctx0" brushRef="#br0" timeOffset="90703.2">14343 7224 3728 0,'0'-17'0'0,"0"7"0"0,0-2 0 16,0 6 0-16,0 2 0 0,2 1 0 0,3 1 0 0,6 2 0 0,5 0 0 0,0 15 0 0,5 2 203 0,0 5-203 0,-1 7 0 0,3 8 0 0,-2 1 0 16,-5 1 0-16,0-3 0 0,0 11 0 0,0-4 0 15,-2-4 0-15,-2-5 0 0,1 4 0 16,-4-4 0-16,1-4 0 15,-5-8 0-15,1-1 0 0</inkml:trace>
  <inkml:trace contextRef="#ctx0" brushRef="#br0" timeOffset="90731.28">14630 7771 396 0</inkml:trace>
  <inkml:trace contextRef="#ctx0" brushRef="#br0" timeOffset="90893.37">14279 7557 3516 0,'-17'-14'0'0,"8"9"0"0,1-1 0 0,2 1 0 0,2 2 0 0,4 0 0 0,0 2 0 0,0-2 0 0,4 1 0 0,12 1 0 0,2 1 152 0,3 0-62 16,2 0-25-16,3 0 43 0,-1 0-108 0,-2 0 0 16,0 6-141-16,5 1-35 0,-3-2 108 0,-5 3 54 15,1-2-854-15,0 1 453 0,-1-3 121 0,1-3 148 16</inkml:trace>
  <inkml:trace contextRef="#ctx0" brushRef="#br0" timeOffset="90992.25">14831 7329 392 0,'0'-5'0'0,"0"3"0"0,0 0 0 0,0 0 681 0,0 2-322 0,0 0-159 0,0 0-81 0</inkml:trace>
  <inkml:trace contextRef="#ctx0" brushRef="#br0" timeOffset="91305.1">14844 7424 3623 0,'4'33'0'15,"1"1"0"-15,-1 2 0 0,2-2 0 0,0 0 0 0,-1-5 0 0,1-6 0 0,-1 0 0 0,-1-11 0 0,2 2 0 0,-4-7-338 0,0-3 150 0,0-4-494 0,-2 0 311 16,0 0 171-16,0-11-165 0,0-6 162 0,-4-9 83 15,-4-5 40-15,2 0-83 0,-1-11 66 16,0 1 30-16,0 0-1 0,-2 6-70 0,4-2 50 16,-1 10 14-16,1 0 11 0,3 3 175 0,0 5-76 15,2 4-37-15,0 3 0 0,0 4 556 0,0-1-244 16,8 6-166-16,6-1 558 0,5 2-333 16,6 2-165-16,-5 0 39 0,6 0-108 0,3 11-48 0,-3 4 0 15,4 0 194-15,-3 6-111 0,-1 0-71 0,-4 2-31 16,-3 1-69-16,-5 2 0 0,-5 0 0 0,-6-1 0 15,-3 6 0-15,0 0 0 16,-12-2 0-16,-9 2 0 0,-4-3 0 0,-1-2 0 16,-3-2 0-16,1-6 0 0,-2-3 0 0,0-3 0 15,-2-2 0-15,7-3 0 0,-8-1 0 0,13-4 0 16,-1-2 0-16,4 0 0 0,7 0 0 0,1 0 0 16,2-3 0-16,7-13-133 0,0-8-86 0,14-8 91 15,17-4 44-15</inkml:trace>
  <inkml:trace contextRef="#ctx0" brushRef="#br0" timeOffset="91671.69">15481 6865 3395 0,'-8'-6'0'0,"4"0"0"0,-1 0 0 0,3 2 0 0,0 0 0 0,2 3 0 0,0-3 0 0,2 3 0 0,11-2 0 0,11-1 0 0,1 2 116 0,5 0 100 0,2 1-89 0,5 1-50 15,2 0-77-15,-2 0 0 16,-1 0 0-16,-3 0 0 0,-3 0 0 0,-9 0 0 0,1 0 0 16,-5 0 0-16,-6 0 0 0,-1 1 0 0,-4 1 0 0,-4 0 0 15,0 2 0-15,-2-1 0 0,0-1 0 16,0 4 0-16,0 4 0 0,-6 2 0 0,1 3 0 16,-2 3 0-16,2 4 0 0,1 3 0 0,0 3 0 15,3 4 0-15,-1 3 0 0,2 9 0 16,0-2 0-16,0 1 0 0,0 2 0 15,0-8 0-15,0 10 0 0,0-4 0 0,0-7 0 16,0 1 0-16,0 1 0 0,0-5 0 0,0-1 0 16,0-7 0-16,-2-1 0 0,-5-2 0 0,-2-8 0 15,-1-1 0-15,-1-2 0 0,-5-2 0 0,-5-1 0 16,-1-2 0-16,-4 0 0 0,-4-5 0 0,-4 2 0 16,0-2 0-16,-2-1 0 0,-1 0 0 15</inkml:trace>
  <inkml:trace contextRef="#ctx0" brushRef="#br0" timeOffset="91697.76">15432 7667 388 0,'-46'0'668'0,"-2"0"-334"0</inkml:trace>
  <inkml:trace contextRef="#ctx0" brushRef="#br0" timeOffset="92137.39">16328 7253 2111 0,'-15'-6'0'0,"3"0"0"0,7 0 0 0,1 5 0 0,4-3 0 0,0-2 0 0,0 0 0 0,16 0 0 0,7-2 0 0,8 1 0 0,10-1 138 0,-3 2-41 0,12-2 351 15,-3 5-204-15,1 1-103 0,-5 2-51 0,-1 0 155 16,-5 0-93-16,0 5-62 0,-1 6-371 16,-4 1 159-16,-2 2 81 0,-4 0 40 0,-6 1-742 15,-1 7 386-15,-8-2 198 0,-2 5 13 0</inkml:trace>
  <inkml:trace contextRef="#ctx0" brushRef="#br0" timeOffset="92293.39">16572 7517 3323 0,'-34'0'0'0,"12"0"0"0,0 0 0 0,4 0 0 0,7 0 0 0,3-2 0 0,5 1 0 0,3-2 0 0,0 0 0 0,13-1 0 0,14 2 567 0,5 1-526 15,9 1-41-15,1 0 0 0,4 0 0 16,0 0 0-16,4 7 0 0,1 2 0 0,1 5 0 0,1 1-80 16,-2 0-1143-16,-2 2 617 0</inkml:trace>
  <inkml:trace contextRef="#ctx0" brushRef="#br0" timeOffset="92702.07">17513 6896 3228 0,'-14'-11'0'0,"5"5"0"0,2 0 0 0,-1 3 0 0,2-2 0 0,3 4 0 0,-1 0 0 0,2-2 0 0,0 2 0 0,2 1 0 0,0 1 331 0,0 12-146 0,6 8 2 0,3 5-187 16,3 5 0-16,-3 6 0 0,2 11 0 0,-5 5 0 15,0 14 0-15,-6-1 0 0,0 8 0 16,-6 9 0-16,-9 16 0 0,-5 4 0 16,0 23 0-16,3-4 0 0,4 0 0 0,6-13 0 15,2 26 0-15,5-30 0 0,0 8 0 0,5-9 0 0,6-13 0 16,-2-12 0-16,3 0 0 0,-3-7 0 16,-2-16 0-16,-1-4 0 0,-4-10 0 0,-1-5 0 0,2-5 0 15,-3-6 0-15,0-3 0 0,-4-2 0 16,-5-3 0-16,1-3 0 0,1-1 0 0</inkml:trace>
  <inkml:trace contextRef="#ctx0" brushRef="#br0" timeOffset="93511.99">21994 6870 2080 0,'2'-10'0'0,"0"4"0"0,1 1 0 0,-1 1 0 0,3 0 0 0,-2 1 0 0,1 0 0 0,0 2 0 0,-1 0 0 16,1 1 0-16,1 0 84 0,2 0 136 0,-2 0-91 0,1 0-35 0,-1 8-10 15,2 5-45-15,0 6 0 0,-2 4 283 0,1 5 198 16,-1 5-230-16,1 11-260 0,-3 1-30 15,2 8 0-15,-1 9 0 0,-3-2 0 0,1-2 0 16,0 19 0-16,-2-6 0 0,0 6 0 0,0 15 0 0,0-2 0 16,-2-5 0-16,-3 21 0 0,-2-8 0 0,0 1 0 15,0 2 0-15,1-2 0 0,3-10 0 16,-4 12 0-16,4-26 0 0,-1 2 0 0,2-6 0 16,0-5 0-16,1-13 0 0,-1-2 0 0,0-7 0 15,0-8 0-15,0-4 0 0,0-8 0 16,2-1 0-16,-1-8 0 0,-1-4 0 0,2-2 0 15,-2-3 0-15,2-2 0 0,-3 0 0 0,3-4 0 16,-2 2 0-16,2-2 0 0,0 0 0 16,0 0 0-16,0 0 0 0,0 0 0 0,-1 0 0 0,1 0 0 15,0 0-388-15,-2 0-191 0,2 0 261 0</inkml:trace>
  <inkml:trace contextRef="#ctx0" brushRef="#br0" timeOffset="94916.14">18035 7168 1674 0,'-4'-1'0'0,"0"-2"0"0,0 1 0 0,1 1 0 0,-1-3 0 0,0 0 0 0,1-2 0 0,1 0 0 0,-2 1 0 16,4-2 0-16,-3-1 175 0,3-2-69 0,0 1 113 16,0-2-82-16,0-4-54 0,0 0 0 0,0 0 65 0,3-4-56 15,1 1-27-15,3-1 10 0,2 1-38 16,1 0 1-16,-1-1 1 0,2 2 150 0,1 2-74 15,1 0-28-15,0 5 7 0,2-3-28 0,0 4 1 16,2 2-29-16,2-1 48 0,-2 5-39 0,2-1-9 16,1 3 0-16,1-2-49 0,0 3 24 0,-1 0 0 15,1 0 35-15,2 8-79 0,-7 3 35 0,1 3 0 16,0 2-66-16,-2 4 35 0,-8 1 33 0,1 8-11 16,-5-1-83-16,-3 4 39 0,0-1 28 0,-12 5-20 15,-3-2 1-15,-4-3 21 16,-2 0 14-16,1-3 51 0,-3-4-26 0,-1-1-5 15,4-7-24-15,-7 2 231 0,8-9-110 0,-2 0-112 16,3-1 0-16,0-4 0 0,8-1 0 0,-4-3 0 16,5 0 0-16,1 0 0 0,5 0 0 0,-1 0 0 15,2 0 0-15,2 0 0 0,0 0 0 0,0 0 0 16,0 0 0-16,4 0 0 0,9 0 0 0,6 0 0 16,-1 3 0-16,8 0 0 0,3 3 0 0,1-3 0 15,2 1 0-15,5-1 0 16,1 0 0-16,0 1 0 0,-1-2 0 0,-1-1 0 0,-3 2 0 15,-1-3 0-15,-9 2 0 0,0-1 0 0,-10-1 0 16,0 2 0-16,-5 0 0 0,-3-2 0 0,-3 0 0 16,0 0 0-16,-2 0 0 0,0 0 0 0,0 0 0 15,0 0 0-15,0 0 0 0,0 0 0 16,0 0 0-16,0 0 0 0,0 0-787 0,1 0 252 16,7 3 249-16,5 2-730 0</inkml:trace>
  <inkml:trace contextRef="#ctx0" brushRef="#br0" timeOffset="95214.29">19261 7061 3118 0,'-7'-4'0'0,"3"-1"0"0,0 1 0 0,3 1 0 0,-1 0 0 0,2-1 0 0,0 2 0 0,0 1 0 0,2-3 0 0,7 2 0 0,4 0 255 0,4 0-109 0,7 1-54 0,-3-2 228 15,8 3-320-15,-2 0 0 0,1 0 0 0,0 0 0 16,1 0 0-16,-5 0 0 0,4 8 0 0,-3-2 0 16,-5-1 0-16,1 3 0 0,-2-3 0 0,-2 3 0 15,0-2 0-15,-4-1 0 0,-1 1-342 16,-3-2-150-16,-2-1 236 0,2 3 55 0,-3-4-302 15,4 1 233-15,-5-3 117 0</inkml:trace>
  <inkml:trace contextRef="#ctx0" brushRef="#br0" timeOffset="95523.06">19892 6772 2890 0,'-1'-4'0'0,"-1"-2"0"0,0 3 0 0,2-3 0 0,-2 0 0 0,2 5 0 0,0-4 0 0,0 4 0 0,0-1 0 0,0 2 0 0,0 0 271 0,0 0-116 0,0 5-59 16,0 9 323-16,2 1-319 0,0 3-100 0,0 7 0 15,-2 1 0-15,1 1 0 0,-1 3 0 0,0 1 0 16,0 1 0-16,0 1 0 0,0 0 0 0,0 3 0 16,0 0 0-16,0 1 0 15,-5 1 0-15,1-3 0 0,-2-1 0 0,4-2 0 16,0 1 0-16,2-8 0 0,0 1 0 0,0-5 0 15,0-2 0-15,0-4 0 0,0-4 0 0,0-1 0 16,0-3 0-16,2-3 0 0,0-2 0 0,-2-2 0 16,0 0 0-16,0 0 0 0,0 0 0 0,0 0 0 15,0 0 0-15,0 0 0 16,0-2-444-16,0-2-59 0,2 2 238 0</inkml:trace>
  <inkml:trace contextRef="#ctx0" brushRef="#br0" timeOffset="96025.06">20634 7016 2193 0,'0'-4'0'0,"-2"2"0"0,2 1 0 0,0-1 0 0,0-1 0 0,2 2 0 0,6-1 0 0,5 1 0 0,2-2 0 0,4 1 0 0,1 1 506 15,6 1-233-15,1 0-117 0,-1 0-59 0,-1 0 231 0,7 0-149 16,-6 0-71-16,3 3-34 0,-6 3-57 0,2-2-17 16,-4-1 0-16,2 1 0 0,-3-2-49 0,-1 0-63 15,-3 0 76-15,0-2-642 0,-4 0 368 16,2 0 96-16,-3 0-773 0</inkml:trace>
  <inkml:trace contextRef="#ctx0" brushRef="#br0" timeOffset="96304.56">21323 6657 2851 0,'0'0'0'0,"0"0"0"0,0 0 0 0,0 0 0 0,0 0 0 0,0 0 0 0,0 0 0 15,0 0 0-15,0 6 0 0,0 10 0 0,2 5 85 0,1 6-46 0,-1 2 707 0,-1 3-536 0,1 1-210 0,-2 2 0 16,0 8 0-16,0-8 0 0,0 3 0 0,0 6 0 15,0-4 0-15,0-5 0 0,-2 5 0 0,1-3 0 16,-1-1 0-16,-1-2 0 0,3-2 0 0,0-8 0 16,0-1 0-16,0-1 0 0,0-4 0 0,0-4 0 15,3-3 0-15,0-2 0 0,-1-3 0 0,0 0 0 16,0-2 0-16,0-1 0 0,0-3 0 0,-2 2 0 16,0 0 0-16,0 0 0 15,0 3-805-15,-8 1 363 0</inkml:trace>
  <inkml:trace contextRef="#ctx0" brushRef="#br0" timeOffset="97108.49">17999 7906 1649 0,'-8'0'0'0,"3"0"0"0,-1 0 0 0,1 0 0 0,1-2 0 0,2 0 0 0,-2 1 0 0,4-4 0 0,0 4 0 0,0-1 0 0,0-2 89 16,4 1 258-16,9 2-154 0,2 0-77 0,4 1 284 0,0 0-171 15,7 0-99-15,0 0-46 0,2 0 286 16,1 0-165-16,1 1-86 0,2 3-119 16,-1-1 0-16,0-2 0 0,0 1 0 15,0-2 0-15,-3 0 0 0,-7 0 0 0,3 0 0 16,-5 0 0-16,-2 0 0 0,-6 0 0 0,0 0-513 15,-3 0 173-15,-4 0 98 0,-1 0 112 0,-1 0-593 16,0 0 342-16,-2 0 171 0,2 1 75 0,0-1-408 16</inkml:trace>
  <inkml:trace contextRef="#ctx0" brushRef="#br0" timeOffset="97382.93">18598 7591 2662 0,'-7'-12'0'0,"1"7"0"0,0-1 0 0,-1 2 0 0,3 2 0 0,1 1 0 0,1-2 0 0,0 3 0 0,2 0 0 0,0 12 0 0,0 9 501 0,0 3-222 0,0 4-124 16,0 8-59-16,0 2 142 0,0 4-238 0,0 0 0 15,2-4 0-15,0 0 0 0,-1 0 0 0,1-2 0 16,0-2 0-16,0-4 0 0,0-6 0 0,0-1 0 16,-1-3 0-16,-1-3 0 15,2-7 0-15,-2 1 0 0,0-5 0 0,0-3 0 0,0 0 0 16,0-2 0-16,0-1 0 0,0 0 0 0,0 0 0 15,0 0 0-15,0 0 0 0,0 0 0 0,0 0 0 16,0 0 0-16,0 0 0 0,0 0 0 16,0 0-96-16,0 0-440 0,2 2 249 0,10 2-398 15,2 2 313-15</inkml:trace>
  <inkml:trace contextRef="#ctx0" brushRef="#br0" timeOffset="97707.18">19316 7884 3206 0,'-10'0'0'0,"3"0"0"0,1 0 0 0,0 0 0 0,3-2 0 0,1 0 0 0,0-1 0 16,0 2 0-16,2-3 0 0,0 3 0 0,2-3 205 0,9 2-83 0,4 0 264 0,5 0-374 0,1 0-12 0,6 0 0 15,-1 1 0-15,1 1 0 0,-1-2 0 0,1 2 0 16,-4 0 0-16,2 0 0 0,0 0 0 16,-4 0 0-16,-3 0 0 0,-1 0 0 15,-6 0 0-15,-2 2-112 0,-1 1-84 0,-4-1 102 16,0 0-822-16,-3 0 439 0,1-2 210 0,-2 0 119 15,0 0-552-15</inkml:trace>
  <inkml:trace contextRef="#ctx0" brushRef="#br0" timeOffset="98062.56">19655 7711 1971 0,'0'-9'0'0,"0"1"0"0,0 0 0 0,0 1 0 0,2 0 0 0,4-1 0 0,2 2 0 0,3 1 0 0,4 1 0 0,2 2 0 0,7 0 435 16,1 0-199-16,2 2-98 0,-4 0-41 0,9 4 104 0,-4 7-82 15,1 5-40-15,-3 2-1 0,-1 4 77 0,-4 3-49 16,-3 1-38-16,-6 2-66 0,-5 3 36 16,-5 1 1-16,-2-2-1 0,-6 4-72 0,-9-3 31 0,-8 1 0 15,-1-4-12-15,-4 0 27 0,0-3 0 0,-2-3 30 16,-2-4 23-16,2-2-51 0,0-7 10 0,1 1-50 16,7-6 69-16,-1-2-43 15,5-1 0-15,0-1 0 0,7 0 0 16,4 0 0-16,2 0 0 0,0 0 0 0,5 0 0 0,0 0 0 15,0 0 0-15,5 0 0 0,9 0 0 0,4 0 0 16,2 0 0-16,6 0 0 0,0 0 0 0,1 0 0 16,1 0 0-16,-1 2 0 0,4 0 0 0,0 2 0 15,-1-2 0-15,0 1 0 0,-5 1 0 16,0 1 0-16,-1-2 0 0,-1 1 0 0,-3-1 0 16,-1 2 0-16,-1 0 0 0,-2-1-38 15,3-3-962-15,-2 4 481 0,4-5 240 0,3 0 120 16</inkml:trace>
  <inkml:trace contextRef="#ctx0" brushRef="#br0" timeOffset="98287.9">20666 7904 3553 0,'-5'-8'0'0,"5"5"0"0,0-4 0 0,0 5 0 0,0-5 0 0,2 4 0 0,8 0 0 0,6 1 0 0,4-2 0 0,5 2 0 0,3 0 120 0,4 0 1 0,-2 2-41 16,2 0-23-16,0 0-259 0,-4 0 104 0,0 0 68 15,-5 0 34-15,-3 4-244 0,1 0 149 16,-6-2 60-16,-2-2-702 0,-4 2 366 16,1-2 71-16,-2 0 129 0</inkml:trace>
  <inkml:trace contextRef="#ctx0" brushRef="#br0" timeOffset="98670.38">21116 7713 2129 0,'0'-4'0'0,"0"-1"0"0,7 0 0 0,2 2 0 0,3 1 0 0,2 0 0 0,4 0 0 0,-2 2 0 0,3 0 0 0,-2 0 0 0,-4 4 181 0,2 6-62 0,-5 3-45 15,-1-2 9-15,-4 4 0 0,-3 0-45 0,0 2 1 16,-2-2 53-16,0 2-9 0,-9 0-44 0,-3-5-1 15,1 4 35-15,0-7 1 0,1 1-26 0,-3-4-10 16,4-1 0-16,-1-1 0 0,3-1 270 0,2-3-135 16,1 0-58-16,2 0-87 15,0 0-28-15,2 0 0 0,0 0 0 0,0 0 0 0,8 3 0 0,6 0 0 16,3 1 0-16,3 3 0 16,1 2 0-16,2 3 0 0,-4 1 0 0,3 1 0 15,-1 4 0-15,-3-1 0 0,-6-2 0 0,1 3 0 16,-3-1 0-16,-6 1 0 0,-4-1 0 0,0-1 0 15,-2 5 0-15,-12-8 0 0,0 2 0 0,-7-4 0 16,-4 0 0-16,1-3 0 0,-2-2 0 0,-2-3 0 16,5 0 0-16,-9-3 0 0,7 0 0 0,5 0 0 15,-1-5 0-15,4-2 0 0,3-5 0 0,3 1 0 16,4 0 0-16,2-2 0 0,5 0 0 16,0 1 0-16,0 1-374 0,3 2-248 0</inkml:trace>
  <inkml:trace contextRef="#ctx0" brushRef="#br0" timeOffset="99735.06">17997 8732 2044 0,'-13'-8'0'0,"2"5"0"0,5 2 0 0,2-1 0 0,4-1 0 0,-2 2 0 0,2-1 0 0,0-4 0 0,8 2 0 0,7-1 0 0,4-3 123 0,-1 2 147 0,3 1-121 16,-1-1-55-16,1 3 265 15,0 1-160-15,2 0-80 0,-5 0-30 0,0 2-10 0,0 0 45 16,-1 0-42-16,0 0 0 0,0 2-264 0,-1 4 120 15,-2-1 46-15,1 2 27 0,0-1-632 0,3 0 330 16,-2-1-710-16,3-3 471 0,-1-2 251 16</inkml:trace>
  <inkml:trace contextRef="#ctx0" brushRef="#br0" timeOffset="100081.52">18512 8468 2426 0,'-4'0'0'0,"2"0"0"0,2 0 0 0,0 0 0 16,0-4 0-16,8 1 0 0,7-4 0 0,9 4 0 0,0 1 0 0,-1 2 0 0,7 0 144 0,-1 2-53 0,-1 11 179 0,0 0-115 0,-2 6-48 15,-4 2-39-15,-1 1-78 0,-4 2 50 16,-5 5-1-16,-7 0-162 0,-5 4 90 0,0 0 32 16,-11 5-40-16,-10-3 39 0,-4-1 1 15,-3-2 41-15,2-7-49 0,-4 1-7 0,-2-3 0 0,2-6 30 16,0-5 206-16,2 1-102 0,6-9-55 0,1 0-16 15,4 0 294-15,5-4-341 0,3 0 0 0,6 0 0 16,-1 0 0-16,4 0 0 0,0 0 0 16,0 0 0-16,13 0 0 0,2 0 0 15,5 0 0-15,5 0 0 0,-1 0 0 0,3 0 0 16,1 0 0-16,0 0 0 0,3 0 0 0,-1 2 0 16,-1 2 0-16,4-1 0 0,-4 1 0 0,4 0 0 15,0-3 0-15,-1 3 0 0,4-1-200 16,-1-1-270-16,1-1 215 0,8 1 108 0,-9-2-700 0,10 0 408 15,-2 0 201-15</inkml:trace>
  <inkml:trace contextRef="#ctx0" brushRef="#br0" timeOffset="100471.1">19889 8545 2736 0,'-12'-3'0'0,"6"-6"0"0,3 5 0 0,3-3 0 0,0 2 0 15,0-2 0-15,0-2 0 0,7 2 0 0,9 0 0 0,8-3 0 0,3 3 162 0,0 1 112 0,5 3-118 0,3 0-58 16,-2 3-30-16,3 0 9 0,-2 0 11 16,-1 12-50-16,-1 3 1 0,-5-1 9 0,-1 6-10 15,-10-2 11-15,4 7-128 0,-11-1 60 0,-4 0 28 16,-3 3 0-16,-2-3-122 0,-11 4 85 0,-10-3-6 0,-4 0 31 15,-6-4-21-15,-7 2 33 0,-1-8-38 0,3-2 184 16,-13 1-87-16,5-5-32 0,-4 0 67 0,2-1-103 16,2-1 0-16,10 1 0 0,1-2 0 0,8-1 0 15,3 0 0-15,8 0 0 0,7-4 0 16,2 3 0-16,5 1 0 0,3 1 0 0,22 2 0 0,10-1 0 16,6-1 0-16,12-1 0 15,15-1 0-15,-3-2 0 0,6 0 0 0,1-2 0 16,1 0 0-16,-7 0 0 0,11 2 0 0,-7 1 0 15,-1-1 0-15,-4 4 0 0,-12 0-656 0,4-1 53 16</inkml:trace>
  <inkml:trace contextRef="#ctx0" brushRef="#br0" timeOffset="100849.5">21258 8438 3203 0,'0'-6'0'0,"-4"0"0"0,0 1 0 0,1-3 0 0,-1 2 0 0,0 1 0 0,3-1 0 0,-1 3 0 0,-1-1 0 0,3 0 0 0,0 2 138 0,0 0 405 16,0 2-496-16,0 0-47 0,0 0 0 0,5 0 0 16,-2 4 0-16,3 6 0 0,-1 2 0 0,-1 3 0 15,-1 6 0-15,-1 2 0 0,0 5 0 16,-2 2 0-16,0 3 0 0,0 9 0 0,0-1 0 16,0 2 0-16,0 6 0 0,0 2 0 0,0 0 0 15,0 0 0-15,0-1 0 0,0-3 0 0,0-10 0 16,0 1 0-16,0-3 0 0,0-12 0 0,0 0 0 15,0-6 0-15,0-6 0 0,0-1-441 0,-2-3-21 16,-3-2 211-16</inkml:trace>
  <inkml:trace contextRef="#ctx0" brushRef="#br0" timeOffset="105684.34">18193 7004 397 0,'2'-4'0'0,"1"-1"0"0,1 4 0 0,1 1 0 0,3 0 0 0,0 0 0 0,-1 0 0 0,2 0 0 0,3 0 0 0,-3 0 0 0,0 0 27 0,3 0-5 0,-3 3-37 0,0 3 36 16,-3 0-1-16,2 1 1 0,-2-2-24 0,-1 3 22 15,1-2-1-15,-1 1 42 0,-1 2-41 16,2-4 0-16,-1 2 3 0,1-2 15 0,-1 1-16 0,3 1-2 16,0-4 49-16,-1 2-46 15,0-1 7-15,5-1-6 0,-3 2 20 0,1-2-18 16,1 1 7-16,0-2-6 0,-2 2-25 0,2-1 25 16,-2 1 0-16,-2 0-27 0,2 2 25 15,1-3 0-15,-1 3 3 0,0 1-23 0,3-1 17 0,-1 2 1 16,2-1-2-16,2 0 2 0,0 1 0 0,2 2-1 15,2-1-4-15,3 1 3 0,1-1-1 0,0 0 1 16,0-1-26-16,4 5 25 0,-1-1 0 0,1-1-53 16,-1 0 50-16,1 0 1 0,-5 0 2 0,6 6-22 15,-4-5 17-15,1 3 0 16,-2-1-15-16,0 3 14 0,-2-4 0 0,6 6-4 16,-3-4-11-16,1 2 10 0,1-2 3 0,0 4-2 15,2-3 59-15,0 2-57 0,3-1 1 0,-3-1-10 16,4 3 11-16,-2-2 2 0,2 2 1 0,-2 1-21 15,0-3 18-15,0 2 1 0,-2 0-39 0,0 0 36 16,2 2 3-16,-1-3-5 16,-1 0-22-16,-2 0 20 0,0 1 2 0,0 1-10 15,1-3 16-15,-3 0-11 0,1 2 3 0,0-2 18 0,-2-1-18 16,0 3 0-16,0-2 0 0,0 1 1 16,-2-2 1-16,2 1 1 0,0-2-17 0,-3 2 17 15,5 0-2-15,-2 0 1 0,-1-2-35 0,-2 0 33 16,3 3 0-16,-4-2-1 0,3 0-19 0,-1 0 18 15,0-2 0-15,-1 2-27 0,1-1 25 0,-4-2-5 16,5 2-1-16,-1 0-2 0,2-2 5 16,-3 0 1-16,1 2 31 0,0 0-30 15,5 2 0-15,-4 1 0 0,3-5 5 0,-2 1-5 16,3 1 2-16,-1 0-1 0,0 0-8 0,2 0 8 16,1-2 1-16,-3 2-1 0,-1-1-7 0,-4-1 8 15,7 3-2-15,-6-1-10 0,0-1 9 0,-5-1 1 16,3 0-7-16,-1 0 38 0,1 0-32 0,-1 1 1 15,-2-1 12-15,1 0-12 0,2 0 2 0,-2 0 0 16,1 1 2-16,0-1-2 0,4 0 1 0,-3 0-18 16,2 0 18-16,-2-2 0 15,1 3-1-15,-1-5-13 0,-1 2 12 0,1-2 0 16,0 2-18-16,-2-3 18 0,0 0-5 0,-2 1 4 16,0 0-9-16,-2 1 8 0,2-3-2 0,-2 3 1 15,1-1-51-15,-3 1 49 0,1-3-3 0,2 3 2 16,-1-3-1-16,1 0 0 0,-3 3-2 0,1-1 18 15,0-2-16-15,-3 2 1 0,0-4 7 0,0 1-9 16,-2 1 1-16,-2-4 1 0,1 2 42 0,-3-2-42 16,1 1 4-16,-1-1 5 15,0-2 25-15,-1 2-27 0,0-3-3 0,0 2 8 16,0 0-6-16,0-2 4 0,-2 0-3 0,1 2-76 16,-1-2 37-16,0 0-2 0,0 0-84 0,0 0 52 15,0 2 0-15,-12 7 41 0</inkml:trace>
  <inkml:trace contextRef="#ctx0" brushRef="#br0" timeOffset="106741.24">11077 9626 1615 0,'-12'0'0'0,"5"0"0"0,1 0 0 0,1 0 0 0,-2 0 0 0,4 0 0 0,-1 0 0 0,2-2 0 0,0 0 0 0,2 2 0 0,0 0 119 0,0 0-26 16,0 0 92-16,0 0-71 0,4 0-36 0,10 0 226 15,0 0-130-15,5 0-55 0,1 0-43 0,5 0 78 16,1 0-56 0,3 0-27-16,-1 0 0 0,-3 0 87 0,5 0-63 0,-4 0 1 0,-4-1-53 15,1 1-53-15,-2-2-1 0,-1 2 65 0,-3 0-10 16,-2 0-212-16,-2 0 106 0,-2 0-430 15,-2 0 230-15,1 0 139 0,-2 0 10 0,-1 3-233 16,-2 4 125-16,0-2 89 0,-1 5 44 16,-3 1-421-16,-1 2 239 0</inkml:trace>
  <inkml:trace contextRef="#ctx0" brushRef="#br0" timeOffset="106966.75">11213 9961 2637 0,'-19'6'0'0,"1"3"0"16,3-4 0-16,2-1 0 0,4-2 0 0,2 0 0 0,4-2 0 0,1 0 0 0,2 0 0 0,0 1 0 0,12-1 177 0,10 0-72 0,0 0 285 15,7 0-174-15,1 0-86 0,2-1-44 0,-1-3 104 16,1-2-190-16,0 3 0 0,-2-5 0 0,0 2 0 16,-1 2 0-16,-8-1 0 0,-1 1 0 0,-3 0 0 15,-6 1 0-15,1 1 0 0,-7 0 0 16,1 0 0-16,-5 0 0 0,1 2-471 0,-2 0 118 0,0 0 169 15,0 0-10-15,0 0-598 0,2 9 374 0</inkml:trace>
  <inkml:trace contextRef="#ctx0" brushRef="#br0" timeOffset="108728.68">12100 9761 2862 0,'-14'-1'0'0,"5"1"0"0,0 0 0 0,4 0 0 0,-2 0 0 0,6 0 0 0,-1 0 0 0,2-2 0 0,0 0 0 0,2-2 0 0,8-2 180 0,4-1-70 15,4 0 257-15,0-1-163 0,6 1-81 0,-3 1-38 16,8 1-85-16,-5-1 0 0,2 4 0 16,-4-2 0-16,5 2 0 0,-6 0 0 0,1 2 0 15,-1 0 0-15,-4 0 0 0,-1 0 0 0,-2 0 0 0,-3 2 0 16,0 1 0-16,-1 2 0 15,1 2 0-15,-4-1-232 0,0-1 17 0,4 3-804 0,-1-1 494 16,4-3 242-16,4-2-242 0</inkml:trace>
  <inkml:trace contextRef="#ctx0" brushRef="#br0" timeOffset="109064.21">12895 9393 2997 0,'0'-1'0'0,"0"1"0"0,0 0 0 0,0 0 0 0,0 0 0 0,0 0 0 0,0 8 0 0,-4 4 0 0,-4 4 0 0,1 0 0 0,-4 6 328 0,-3 1-143 16,0 1-72-16,-2 3 128 0,0-3-174 15,-2 1-67-15,2-4 0 0,-1 1 0 0,-3-3 0 0,6-4 0 16,-1 1 0-16,0-3 0 0,2-1 0 0,5-2 0 16,0-5 0-16,3 3 0 0,1-5 0 0,3-1 0 15,1 0 0-15,0 1 0 0,1 2 0 16,10 0 0-16,5-1 0 0,4 2 0 0,4-3 0 15,3 3 0-15,3-4 0 0,0 2 0 0,4-3 0 16,-1-1 0-16,3 0 0 0,0 0 0 16,-2 0 0-16,-2 0 0 0,-2 0 0 0,-3 0 0 15,-4 0 0-15,0 0 0 0,-4-1 0 0,-2 1 0 16,-2 0 0-16,-6 0 0 0,0 0 0 0,0 0-342 16,-2 0 112-16,-3 0 100 0,-1 0-629 0,1 0 359 15,-2 0 179-15,-1-4 90 0,3-9-529 0</inkml:trace>
  <inkml:trace contextRef="#ctx0" brushRef="#br0" timeOffset="109284.81">13111 9322 2612 0,'-10'-7'0'0,"2"3"0"0,1 0 0 0,4 3 0 0,-3-2 0 0,4 1 0 0,-1 2 0 0,2 0 0 0,1 0 0 0,0 6 0 0,0 9 490 0,0 7-214 0,0 6-123 16,0 7 247-16,0 8-400 0,0 2 0 0,0 3 0 15,0 3 0-15,0 0 0 16,0 2 0-16,0-1 0 0,0 1 0 16,0-2 0-16,0 1 0 0,0-1 0 0,0 0 0 0,0 1 0 15,0-5 0-15,0-4 0 0,0-5 0 0,0-1 0 16,0-5 0-16,0-9 0 0,0 0-219 0,0-7 74 16</inkml:trace>
  <inkml:trace contextRef="#ctx0" brushRef="#br0" timeOffset="111025.02">21096 6941 279 0,'0'0'0'0,"0"0"0"0,-1 0 0 0,-1 0 0 0,-2-2 0 0,4-1 0 0,-4 2 0 0,4 0 0 0,0-4 0 0,0 4 0 0,0-3 23 0,0 2-28 0,0-2 26 16,0 2 0-16,0-1-36 0,0-1 33 0,0 2 1 0,0 1 4 15,2-2-47-15,0 1 41 0,-2 2-1 0,2 0 1 16,-2 0-17-16,0 0 15 0,2 0 0 0,-2 0-9 0,0 0 16 16,2-2-13-16,-1 2 3 0,1 0 42 15,0-1-41-15,-2 1 1 0,2-2 25 16,0 2-23-16,-1-2-1 0,1 2 8 0,0 0-27 15,1-3 22-15,-1 2-1 0,0 1 3 0,-1 0-32 16,-1-2 32-16,2 2-4 0,0-2-1 16,0 2-15-16,-2-1 11 0,2 1 3 0,-2 0-9 15,0 0 8-15,1 0-3 0,1 0-12 0,0-2 13 16,-2 2 0-16,0 0 2 0,0 0-31 0,2 0 28 16,-2 0 0-16,0 0-1 0,0 0-42 0,0 0 42 15,0 0-5-15,0 0 3 0,0 0-22 0,2 0 21 16,-2 0-1-16,0 0-18 15,1 0 13-15,-1 0 3 0,0 0 4 0,0 0-5 16,2 0 1-16,-2 0 0 0,0 0 16 0,0 0-16 16,0 0-2-16,2 0 2 0,-2 0 21 0,0 0-19 15,2 0 2-15,-2 0-3 0,3 0-6 0,-1 0 7 16,-1 0 3-16,-1 0-12 0,2 0 10 0,-2 0-1 16,2 0-24-16,0 0 23 0,-2 2-1 15,2-1 1-15,-1 1-13 0,1-2 11 0,-2 2-1 0,2-2 1 16,-2 1 4-16,0-1-4 15,0 3-2-15,0-3 9 0,2 0-7 0,-2 0-1 0,0 0 2 16,0 0 2-16,0 0-2 16,2 2-1-16,-2-2-1 0,0 0 2 0,0 0 1 0,0 0-1 15,2 2-2-15,-2-2 1 0,0 0 2 0,1 1-1 16,-1-1-19-16,0 0 18 0,0 2-1 0,2-2 0 16,-2 2 6-16,2-2-5 0,1 3-2 0,-1-3 16 15,-1 1-15-15,1-1 1 0,2 0 16 0,0 2-16 16,-1-2 2-16,1 2-1 0,-1-2-5 15,1 0 6-15,1 0-1 0,-2 2 4 16,-1-2-12-16,0 0 9 0,0 1-1 0,0-1 0 16,-1 0 7-16,1 0-6 0,-2 0 0 0,0 2 8 0,2-2-8 15,-2 0-1-15,0 0 0 0,0 0-9 16,0 0 10-16,2 0-1 0,-2 0-14 0,0 0 14 16,2 2 0-16,-2-2 0 0,0 0-7 0,2 0 6 15,-2 0 0-15,0 0-3 0,0 0-9 16,0 0 11-16,0 0 0 0,0 0-3 0,0 0-1 0,0 0 2 15,0 0 0-15,0 0 1 0,0 0 0 16,0 0-1-16,0 0-3 0,0 0 4 16,0 0-1-16,0 0 1 0,0 0-45 0,0 0-1 15,0 0 44-15,0 0-4 0,0 0-53 0,-6 0 22 16,-1 2-1-16,-2 2-172 0</inkml:trace>
  <inkml:trace contextRef="#ctx0" brushRef="#br0" timeOffset="111783.83">19530 7106 521 0,'0'-4'0'0,"0"1"0"0,0 0 0 0,0 2 0 0,0-1 0 0,0 2 0 0,2 0 0 0,5 0 0 0,1 0 0 0,5 0 0 0,2 6 71 0,2 1 10 0,4 4-43 15,2 3 0-15,0 1 3 0,5 1-2 0,-1 4 0 0,3 0 9 16,-2 0-7-16,2 3-2 0,0 0 0 15,0-1-52-15,0 1 51 16,1 0 13-16,-1 0-12 0,-2 2-62 0,0 0 29 16,-1-2-8-16,-2 2-25 0,1 1 19 0,-1 1 0 15,3-3 22-15,1 0-47 0,-1 1-6 0,4-2 59 0,3 1-19 16,1-2-33-16,-1-2 29 0,6-2 12 0,-2 3-18 16,-6-3-32-16,12 4-11 0,-7-4 53 0,-6-1-57 15,2 1 51-15,-2 2-8 0,-4-2 1 0,0-1 4 16,-4 0 0-16,1 2-5 15,-1-2 44-15,1 0-39 0,-2-3-1 0,0 7 2 16,4-4 54-16,-3 0 1 0,1 0-45 0,1 0 43 16,1 0-37-16,-2 2-6 0,2-2 12 0,-1-1 29 15,2 3 11-15,1-3-46 0,-1 2 8 0,-2-1-5 16,3-2 6-16,-6 2-6 0,0-2-42 0,0 0 41 16,-7 1 6-16,3-1-5 0,-1-2-4 0,-2 3 2 15,0-1-3-15,-2-2 45 0,-1 3 3 16,2-3-44-16,0 0 0 0,-1-2 33 0,-2 0 3 0,0 0-32 15,-1-3 45-15,0 1-41 0,-1-3 11 16,-2-1-8-16,-1-1-54 0,0 0 54 16,0-3 13-16,-4 2-11 0,1-3-55 0,-2 0 1 15,-1 0 44-15,-1 0-78 0,0 0 36 0,0 0-2 16,0 0 23-16,0 0-283 0,-7-3 130 0,-5 3 74 16</inkml:trace>
  <inkml:trace contextRef="#ctx0" brushRef="#br0" timeOffset="112345.34">18057 8621 924 0,'-4'-3'0'0,"3"-1"0"0,1 0 0 0,0 2 0 0,0-2 0 0,0 1 0 0,0-3 0 0,3 1 0 0,9-1 0 0,1 3 0 0,2 0 44 0,0 2 28 0,4 1 12 16,-1 0-41-16,5 7 0 0,2 6 51 0,1 4-51 15,1 2 0-15,4 0-16 0,5 5 16 16,-1-1 0-16,3-1 0 0,3 2-44 0,3 1 44 16,0-2 11-16,0-1-86 0,-1-1 36 0,-4-3-15 0,-5-1 50 15,2 0-103-15,-4-2 53 0,-4 0 2 0,-4-4 0 16,-5 2-20-16,0-5 45 0,-6 0-20 0,-2-3 60 16,-3 1-9-16,-2-3-35 0,-4-3-3 0,-1 3 50 15,1-3 3-15,-2 0-45 0,0 0 46 16,0 0 1-16,0 0-30 0,0-8-10 15,-2 1-70-15,-3-5 32 0,-1 6 10 0,2-4 31 16,-7 2-565-16</inkml:trace>
  <inkml:trace contextRef="#ctx0" brushRef="#br0" timeOffset="114142.83">13690 9685 1887 0,'-11'-7'0'0,"4"4"0"0,2-1 0 0,1 1 0 0,-1-3 0 0,4 2 0 0,1 3 0 0,0-3 0 0,0 0 0 0,0 0 0 0,0 3 403 15,6-6-179-15,5 4-91 0,5-1 202 0,-2 0-135 16,7 2-84-16,3-1-36 0,4-1 218 0,2 2-127 16,2-2-87-16,4 3-84 0,0-2 0 15,-2 2 0-15,-1-1 0 0,1 2 0 16,-6 0 0-16,-3 0 0 0,5 0 0 0,-12 0 0 15,3 0 0-15,-2 0 0 0,-4 0 0 0,-6 0 0 16,1 0 0-16,-4 0 0 0,-1 2 0 0,-3-2 0 16,0 0-71-16,-2 1-636 0,0 2 337 0,0-2 164 15,0 3 81-15,0 3-581 0,0 1 331 0,0-1 155 16</inkml:trace>
  <inkml:trace contextRef="#ctx0" brushRef="#br0" timeOffset="114593.66">14780 9200 2913 0,'-3'-6'0'0,"1"5"0"0,0-2 0 15,-3 1 0-15,-2 1 0 0,2 1 0 0,-3 0 0 0,-2 0 0 0,-4 9 0 0,-1 10 0 0,-4 4 439 0,-2 8-198 0,-1 6-100 16,-2 3 56-16,-3 7-197 0,-3 12 0 0,2-3 0 0,-2 4 0 15,-2 2 0-15,4 2 0 0,3-6 0 16,-1 12 0-16,9-9 0 0,8-8 0 0,3 5 0 0,6-3 0 16,0-4 0-16,0-5 0 0,8-3 0 0,1-7 0 15,6-3 0-15,2-2 0 0,2-5 0 0,1-5 0 16,3-4 0-16,0-4 0 0,-3-8 0 0,4 0 0 16,3-5 0-16,-1 0 0 0,1-12 0 0,-3-5 0 15,0-2 0-15,-1-4 0 16,-4-1 0-16,-3 1 0 0,-2 2 0 0,-7 0 0 15,-1-1 0-15,-4 1 0 0,-2 0 0 0,0 2 0 16,-4 1 0-16,-9 1 0 0,-4 1 0 0,-2 3 0 16,-5 2 0-16,-1 4 0 0,1 2 0 0,-3 1 0 15,1 2 0-15,4 2 0 0,-3 0 0 0,3 0 0 16,1 0 0-16,3 0 0 0,0 0 0 0,7 0 0 16,2 3 0-16,-1 0 0 0,5-2 0 0,1 1 0 15,2-2 0-15,0 2 0 0,2 0 0 16,0 0 0-16,0 1 0 0,0 1 0 0,0 2-457 15,0 1 161-15,0 3 132 0,2-2 60 16</inkml:trace>
  <inkml:trace contextRef="#ctx0" brushRef="#br0" timeOffset="115716.1">21054 6885 449 0,'0'0'0'15,"0"-2"0"-15,0-2 0 0,0 0 0 0,0 0 0 0,-2-2 0 0,2 4 0 0,0-2 0 0,0-1 0 0,0 2 0 0,0 1 34 0,0 0 1 0,0 0 0 16,0 0-66-16,0 2 29 0,0-2 7 0,0 2 23 15,0 0-130-15,0 0 60 0,2 0 30 0</inkml:trace>
  <inkml:trace contextRef="#ctx0" brushRef="#br0" timeOffset="117903.4">21321 8299 570 0,'0'-3'0'0,"0"2"0"0,0-1 0 0,0 1 0 0,0-4 0 0,0 3 0 0,0 1 0 0,0-1 0 0,0 0 0 0,0 2 0 0,0 0 44 0,0 0-1 0,0 0-60 0,0 0 10 16,0 0 45-16,0 0-1 0,0 0-55 15,0 0 0-15,0 0 50 0,0 0-87 0,0 0 36 16,0 0 0-16,2 0 11 0,0 0-15 0,-2 0-19 16,0 0 54-16,0 0-26 0,0-3 83 0,0 3-34 15,0 0-1-15,0-1 42 0,0 1-29 0,0-2 6 16,0 2 7 0,0-2-34-16,0 2-4 0,0 0 14 0,0-1-5 0,0 1 15 0,0 0-61 15,0-2 8-15,0 2 3 0,0 0-1 16,0 0 35-16,0 0-18 0,0 0-48 0,0 0 18 15,0 0 0-15,0 0-7 0,0 0 37 0,0 0-13 16,0 0 43-16,0 0-3 0,0 0-31 0,0 0-2 16,0 0 55-16,0 0 0 0,0 0-49 0,0 0 7 15,0 0-6-15,0 0 8 0,0 0 0 0,0 0 7 16,0 0-42-16,0 0 39 0,0 0-5 0,0 0-47 16,0 0 0-16,0 0 43 0,0 0-39 0,0 0-6 15,0 0 40-15,0 0-13 16,0 0 27-16,0 0-20 0,0 0-7 0,0 0 6 15,0 0 31-15,0 0-1 0,0 0-24 0,0 0-1 16,0 0 3-16,0 0-4 0,0 0 9 0,0 0-38 16,0 0 2-16,0 0 28 0,0 0-50 0,3 0 1 15,-3 0 42-15,0 0 4 0,0 0-38 0,2 0 32 16,-2 0-11-16,0 0 10 0,0 0-17 0,0 0 13 16,0 0-17-16,0 0 16 0,0 0 72 0,0 0-33 15,0 0 4-15,0 0 8 16,0 0-34-16,0 0-8 0,0 0 46 0,0 0-41 15,1 0 8-15,-1 0-5 0,0 0 6 0,0 0-6 16,0 0 5-16,0 0-3 0,0 0 9 0,0 0-7 16,2 0-2-16,-2 0 0 0,2 0 42 0,0 0-42 15,0 0 1-15,-2 0 10 0,2 0-8 16,-2 0-1-16,1 0-26 0,1 0 26 0,0 0 3 0,-2 0 6 16,2 0-39-16,0 0 1 0,-1 0 26 0,1 0 2 15,2 0-44-15,-1 0 38 16,0 0 1-16,-1 0 1 0,2 0-11 0,-1 0 8 15,3 0-6-15,-1 2-1 0,-1-2 6 0,4 1 0 16,-2-1 0-16,1 2-25 0,-2 0 24 0,4 2 2 16,-2-2-15-16,2 1 12 0,0 1 0 0,1 2-2 15,1-2 2-15,-2 1-2 0,5 3 1 0,-3 0 36 16,3-1-35-16,-2 3-1 0,4-1 0 0,-3-1 28 16,1 4-26-16,2 2 4 15,-2-1-15-15,0 1 14 0,0 1-1 0,2 2 5 16,-1 1-29-16,2 1 24 0,-1-3 0 0,2 3-1 15,-1-3-10-15,-3 2 9 0,7 0 0 0,-2 0 10 16,-2 0-11-16,1-1-2 0,0 2 2 0,-1-4 41 16,1 6-1-16,1-3-35 0,-1 3 43 0,2-2-39 15,-1 1-3-15,-3 1 10 0,3 2-6 0,-1-1 2 16,0 1-3-16,-2-1 6 0,-2-1-24 0,2 5 23 16,-2-4-3-16,-3-1-28 0,-1 0 26 0,-3 0-2 15,0-1-3-15,1-1 38 0,-5 0-1 16,1-1-32-16,1-1 50 0,-4 3 3 15,1-4-40-15,-2 3-8 0,0-2 10 0,0 2-7 16,0-2 7-16,0 1-5 0,-5 1-42 0,-3-2 41 16,0 2 5-16,-1-3-3 0,-1-1-15 15,1 3 13-15,0-4-2 0,-3 1 11 0,3 1-17 0,-4-1 5 16,1-2-11-16,0 2 59 0,-4-1-45 16,3-2-6-16,-1 1-37 0,0 1 38 15,0-4 3-15,0 2-2 0,-1-1-34 0,0 0 33 16,0-1 0-16,0-1 0 0,0 1-29 0,0-2 27 15,-2-2-2-15,0 2 14 0,-1-2-18 0,-1 1 4 16,-2-1-17-16,-6 2 17 0,5-3 3 0,-6 1-3 16,0-1-30-16,-2 0-1 0,-4 2 30 0,-2-3 0 15,-2 1-28-15,-5-1-2 0,2-1 23 0,-1-1 3 16,0 3-30-16,-1-5 0 0,3 1 19 0,-9-1-9 16,6 0 9-16,2 0 4 0,0 0-6 0,4 0 5 15,-4 0-2-15,-4 0 1 16,5-1-33-16,-1-2 32 0,0-2-1 0,-2-1 1 0,5 2-9 15,-6-3 8-15,0 2-2 0,1-5-30 16,-1 2 30-16,0 1 0 0,4-1-2 0,-7-1-29 16,4 0-1-16,1-1 27 0,-1 1 1 0,2-1-12 15,3 4 9-15,-5-4-1 16,4 0 0-16,4 4 0 0,-2-1 1 0,2-1-5 0,1 2 46 0,0 0-42 16,2-2 2-16,0 0 1 15,2 1 54-15,2-2-49 0,2 2-6 0,-4-2 45 0,1 2-39 16,3-3 6-16,0 3-5 0,2-2 20 15,-6-3-18-15,1 3 4 0,1-1 6 0,2-1-5 16,-3 2-3-16,5-1 2 0,-6-1 0 0,2-1-2 16,2 4 1-16,-2-4-2 0,1 1 1 0,-3 1 1 15,2-1-1-15,0 0-1 0,-1 1 1 0,1-1 0 16,-2 0-45-16,2-1 44 16,1 1 0-16,0 2-1 0,-1-2 36 0,0 1-36 0,1 0 1 15,3-2-1-15,-6-1 4 0,5 0-3 16,1-1 0-16,0 1 5 0,1 1-5 0,4 0 1 15,-3-3-1-15,3 3-11 0,1 1 11 16,-2 0 2-16,3 0 0 0,2 2-2 0,0-1 3 0,0 2-2 16,4 3-41-16,1 1-2 0,3 0 40 0,2 0-4 15,1 3-264-15,2 0 127 0,0 1 52 0,2 0-241 16,0 0 137-16,13 0 66 0</inkml:trace>
  <inkml:trace contextRef="#ctx0" brushRef="#br0" timeOffset="118274.96">18499 7886 805 0,'0'-9'0'0,"0"3"0"0,2-2 0 0,2-1 0 0,3 1 0 0,2-3 0 0,-1 1 0 0,3 4 0 0,-2-3 0 0,-1 6 0 0,1-3 103 0</inkml:trace>
  <inkml:trace contextRef="#ctx0" brushRef="#br0" timeOffset="119639.39">18604 7790 1209 0,'11'0'0'0,"-1"0"0"0,3 0 0 0,-2 2 0 0,0 4 0 0,2 0 0 0,3 4 0 0,0 1 0 0,-1 3 0 0,6 1 0 0,-4 2 17 0,2-2 0 0,1 5 4 16,-1-1 1-16,6 3-5 0,-5-1 32 0,1 1-30 16,0-1 0-16,-1 1 0 0,1 2-6 0,-2-2 6 15,1 0 0-15,-1-1 0 0,0 2 34 0,-2-3-32 16,0-1 7-16,1 5-8 0,-1-3-4 0,0-1 6 16,0 0 1-16,1-2-7 0,-4-3 10 15,3 7-4-15,0-6-1 0,0-2 0 16,1 4 2-16,2-3-1 0,-2-2 19 0,4 4-19 15,-1-3-1-15,2-2 1 0,-1 2-19 0,1-1 18 16,-2-1 4-16,5 3-4 0,-4 1-13 0,3-2 13 16,-2 2 0-16,1-2-43 0,-4 0 45 0,8 3-4 15,-3-2 0-15,0 0-1 0,1 0-3 0,-4-2 7 16,6 2-13-16,-1 0 8 0,-1-2-3 0,1 0 2 16,-1 0 19-16,2 1-14 0,-1-1-6 0,2-2 2 15,-1 2 10-15,2 0-10 16,0 1 2-16,-2-1-26 0,2 0 25 15,-1 2-1-15,1-2-55 0,-4 2 53 0,3-2-1 0,-3 2 3 16,2 1-34-16,0-2 28 0,1-1-4 0,-2 2 4 16,1-2 14-16,1 2-18 0,1-1 2 0,-4-1 34 15,2 2-34-15,-1 0 1 16,1-2-1-16,0 1 35 0,1-2-33 0,-1 3 5 0,-3-2-4 0,3 2 8 16,1-1-6-16,-1-1 13 15,0-2-45-15,1 4 1 0,-1-2 30 0,2-1-2 16,-2 1-55-16,0-1 53 0,1 0 1 0,1 1-19 15,-3 1 16-15,1-2-5 0,-1 0 5 0,1 1 18 16,-2 0-19-16,3-2-3 0,-1 3 2 0,0-2 8 16,0 2-9-16,2-1 4 0,-4 0 14 0,2 0-16 15,0-2-1-15,-1 2 3 0,1-1 10 0,-1-1-8 16,1 2-3-16,-2-4 2 0,3 3-25 0,-1-3 23 16,-1 3-1-16,3-3-30 0,-2-2 30 15,2 3-2-15,1-2 2 0,-1-1-28 16,0 1 26-16,2-3-1 0,-1 0 12 0,1 1-14 15,2-2 1-15,-2 0-2 0,3 0 47 0,-3-1 1 16,-1-1-44-16,3-2 3 0,0 0 36 0,1 0-31 16,-1 0-4-16,2 0 28 0,-1 0-24 0,0 0 8 15,0 0-13-15,-3 0 11 0,2-2-3 0,-2 1 10 16,0-3-49-16,0-2 38 0,-2 2 1 16,-2-2-5-16,0 1 15 0,-3-3-12 15,2 1-6-15,-4 0 3 0,2-3 13 0,-3-1-12 16,-3 1 4-16,5-1 14 0,-3-2-13 0,-3 0-3 15,3-2-35-15,-1 0 36 0,-4 0 4 0,5-3-4 16,-3 0-29-16,-1 2 28 0,3-4-2 0,-4 2 1 16,1 0-4-16,3-4 3 0,-2 2-3 0,-1 2 51 15,-1-2-49-15,0 0 1 16,-3 3 3-16,-1-2 19 0,0 2-19 0,-3 0-1 0,0-1 42 16,-2 2-40-16,-2-3 10 0,-1 3-9 15,-2-1 22-15,0 0-20 0,-1-2 5 0,1 2-4 16,-2-2-38-16,0 0-6 0,0-1 43 0,0-1-53 15,0 0-4-15,0-1 52 0,0 1-5 0,0-1-49 16,0 1-7-16,0-1 53 0,0 3-11 0,0-2-26 16,-2 2 18-16,-3 0 12 0,0 3-40 0,-4-1-1 15,2 0 27-15,0 0 7 0,-1 0-28 0,-2 0 26 16,3-2-6-16,-2 5 4 0,0-4 16 0,-1 0-16 16,1 0-4-16,0 1 30 0,-3-5-25 15,1 0 1-15,2 2 1 0,-1-4-29 16,1 6 25-16,-4-9 5 0,1 4-33 0,1 0 32 15,-1 0-2-15,-1-1 1 0,1 4-41 0,-6-5-1 16,4 2 37-16,-4 2-9 0,-1 1-21 16,3-1 20-16,-1 3 1 0,-2 1 31 0,2-3-27 0,3 6-4 15,-6-4 3-15,4 0 53 0,2 2-56 0,-2-2 9 16,2 1 27-16,0 0-25 16,-4-4-3-16,6 3 7 0,-4 3-2 0,1-6 3 0,-2 1-5 0,1 3 9 15,-2-2-18-15,-1 2 11 16,3 0-7-16,-7-1-34 0,5 0 39 0,-3 3-2 15,0-2 5-15,1 1-5 0,1 3-5 0,-4-4 5 16,0 0 50-16,3 2-49 0,-1-1 1 0,2 1-5 16,-1 0 40-16,-1 0 0 0,3-1-29 0,-3 1 23 15,0-1-18-15,3 3-7 0,-5-5 14 0,2 2 20 16,1 0-28-16,-1 0 6 0,-2 0 10 0,7 3-11 16,-7-6 1-16,4 4-2 15,-1-2 2-15,1 2-2 0,-2-2 0 0,4 3 1 16,-6-2-1-16,1-1 0 0,2 1 0 0,-1 2-7 15,0-1 6-15,3 4 1 0,-7-4 0 16,2 3-31-16,0 4 30 0,0-3-1 0,0 4-46 16,2-1 44-16,-4 1-2 0,5 2 2 0,1-4-34 15,1 5 31-15,2-3-3 0,2 2 0 0,0-1 32 16,3 1-30-16,-1 2-3 0,3-4 3 16,0 4-4-16,-1-3 1 0,3 2 38 0,-2-1 3 0,1 1 7 0,-2 1-40 15,1-3 9-15,0 4 35 16,-1-3-32-16,1 2-7 0,0-1-3 0,0 2 5 15,-1-1 3-15,1 0-1 0,0 2-47 0,0-1 44 16,2 0 0-16,2 0-90 0,-1-1 40 16,2 2 0-16,1 1 34 0,-4 0-169 0,4 0 75 0,-5 0 44 15,-1 0 10-15,-1 4-168 0,1 11 80 16</inkml:trace>
  <inkml:trace contextRef="#ctx0" brushRef="#br0" timeOffset="121504.85">15158 9958 2409 0,'-2'-1'0'0,"2"1"0"0,0 0 0 0,0 0 0 16,0 0 0-16,0 0 0 0,2 0 0 0,10 0 0 0,4 0 0 0,5-2 0 0,7 0 67 0,2-4 167 0,2 2-99 0,2-1-48 0,1-2-15 0,3 1 15 15,-3 0-25-15,-1 0 1 0,2 3-105 16,-5-2 40-16,-6 1 10 0,7 0 29 0,-9 0-139 0,-1 1 69 15,-1 0 36-15,-4 1-1 0,-5 2-132 16,-1-2 72-16,-4 2 39 0,-2 0-43 0,-1 0-443 0,-2 0 203 16,-2 0 122-16,0 0-363 0,0 0 253 0,0 0 126 15</inkml:trace>
  <inkml:trace contextRef="#ctx0" brushRef="#br0" timeOffset="121600.11">15552 9548 377 0,'-12'-8'0'0,"1"2"0"0,2 3 142 0,2 0-71 0,2 0-35 0</inkml:trace>
  <inkml:trace contextRef="#ctx0" brushRef="#br0" timeOffset="121712.95">15499 9521 3458 0,'0'13'0'0,"2"6"0"0,0 4 0 0,3 3 0 0,-2 6 0 0,-1 3 0 0,0 9 0 0,0-3 0 0,-2 2 0 0,0 3 0 0,0-2 122 0,0-6-32 15,0 11-10-15,0-8-187 0,0-5 73 0,0 3 36 0,0-3 0 16,0-4-309-16,0-2 161 0,0-2 82 0,0-5-411 15,0-1 226-15,0-2 114 0</inkml:trace>
  <inkml:trace contextRef="#ctx0" brushRef="#br0" timeOffset="121745.54">15519 10321 377 0,'0'8'0'0,"0"-3"0"0,1-1 0 0</inkml:trace>
  <inkml:trace contextRef="#ctx0" brushRef="#br0" timeOffset="122245.79">16037 9863 2671 0,'-8'-15'0'16,"2"2"0"-16,3-3 0 0,-3 0 0 0,3 1 0 0,-1 0 0 0,2-2 0 0,2 0 0 0,0 0 0 0,0 2 0 0,6-2 103 0,6 2 96 0,4 2-80 16,0-2-40-16,5 4 10 0,2-3 87 0,2 7-68 15,-2-1-35-15,4 5 47 0,-1 1-41 0,-1 2 10 16,5 0-63-16,-4 0-26 0,1 9 0 0,-5 9 0 15,-3 2 0-15,-3 6 0 0,-4 6 0 0,-5 1 0 16,-3 13 0-16,-4-3 0 0,0 2 0 0,-7 2 0 16,-7 0 0-16,-2 0 0 0,-2-4 0 15,-2-1 0-15,1-3 0 0,0-9 0 16,-1 2 0-16,-1-4 0 0,0-5 0 0,-1-2 0 16,-1-7 0-16,1-4 0 0,-3-1 0 0,1-3 0 15,3-5 0-15,-2 1 0 0,3-2 0 0,7 0 0 16,-2 0 0-16,5 0 0 0,5 0 0 0,1 0 0 15,2 0 0-15,2 0 0 0,0 0 0 0,8 0 0 16,16 0 0-16,4 0 0 0,10 0 0 0,-1 0 0 16,18 0 0-16,9 4 0 0,-1-4 0 0,8 2 0 15,0-2 0-15,3 0 0 0,0 0 0 0,-1 2 0 16,-5-2 0-16,-12 2 0 0,2 2 0 0,-13-1 0 16,1-1 0-16,-11 4 0 15,-13-6 0-15,-2 6 0 0,-9-5 0 0,-4 1 0 16,-4 0 0-16,-1-2 0 0,-2 0 0 0,0 0 0 15,0 0 0-15,-7 0 0 0,-2-4 0 0,-1-3 0 16,3-1 0-16,-1 4 0 0,1-3 0 0,1 1 0 16,0 1 0-16,2 1 0 0</inkml:trace>
  <inkml:trace contextRef="#ctx0" brushRef="#br1" timeOffset="126456.35">21353 6888 641 0,'4'-5'0'0,"-1"1"0"0,0-2 0 0,-1 3 0 0,2-3 0 0,-2 1 0 0,-1-1 0 0,1 2 0 0,0 0 0 0,-2 0 0 0,2 1 45 0,0 0 0 0,-2 2 0 16,2 0-44-16,-2-2-10 0,0 1 50 16,0 2-1-16,0 0-40 0,0 0-1 0,0 0 47 0,0 0-95 15,0 0 39-15,0 0 0 0,0 0-34 16,0 0 32-16,-2 5-12 0,-4-3 41 16,-1 4-8-16,0 0 2 15,-3 0-11-15,1 0 9 0,-1-1 25 0,-3 2-25 0,0 1 0 0,1-1 41 16,-2 1-38-16,1 1-1 0,-3 1 9 15,2-1 10-15,-4 3-10 0,1-3-5 0,-1 2 16 0,-5 2-15 16,7-1 8-16,-7 0-7 0,4 0-4 0,-4 1 4 16,3-2 1-16,-1 2-1 0,5-1 6 0,-7 3-5 15,2-1 1-15,1-4-12 16,-1 3 10-16,4-1 0 0,-3 1 19 0,0-1-19 16,-1 0 0-16,1 3 0 0,-1-1 16 0,0 1-15 15,3-5 5-15,-3 7-5 0,4-6 9 0,-3 5-8 16,1-3 2-16,1 1-2 0,0-2 16 0,-1 1-15 15,3 2 1-15,-5 0-13 0,4-3 13 0,-4 4 0 16,2-2-5-16,-1 1 3 0,3-2 0 0,-1 0 0 16,0-2-11-16,1 2 14 0,1-1-4 0,-2-1-2 15,2 1 2-15,-2-2-1 16,2 1 1-16,-1 1 1 0,0 0-17 0,-2-1 14 16,0-1 1-16,1 2-40 0,-1 1 38 0,1-1 3 15,-2 1-37-15,3-2 30 0,1 2 2 0,-2 0-3 16,4 0-43-16,-2 0 44 0,0 0-1 0,0 1-6 15,2-1 4-15,-4 2-4 0,0 0 4 0,3 0-5 16,-6 2-24-16,3-2 25 0,0 0 1 16,-2 0-25-16,-1 0 24 0,4-2-2 0,-5 4 1 15,1-2-13-15,7-4 12 0,-7 2-1 16,3 1 11-16,0-1-9 0,-1 0-2 0,1-2 0 16,-1 3 13-16,-1-2-12 0,-1 3-1 0,3-3 3 15,-1 1 8-15,-3 4-7 0,-1-3-2 0,2 2-11 16,0 2 11-16,1-6 2 0,-4 6-1 0,1 0-17 15,3 0 16-15,-3-3-1 0,2 5-29 0,3-7 28 16,-7 5-1-16,4 1 1 0,1-4-27 0,-1 2 24 16,-1 0 1-16,-3 1-4 15,1 1 5-15,0-2-2 0,1 2-2 0,-2-2 7 16,4 0-5-16,1-2-3 0,-4 3 1 0,3-1 43 16,3-2-40-16,0-1-1 0,0 1 43 0,-1-1-1 15,3 0-33-15,-2 1-4 0,1-2 22 0,0 0-19 16,0 2 6-16,-1-2-3 0,1 0-21 0,0 1 19 15,-2-2 4-15,0 2-29 0,3-1 26 0,-2-1 1 16,2 1-3-16,0-2-17 0,2-2 13 16,0 0 3-16,3 1-9 0,2-1-11 0,-3 1 13 0,5-3 4 15,0 1-47-15,-1-3 46 16,2 1-2-16,2-1 1 0,-1-1-59 0,3-2 0 16,-2 1 49-16,2 0-34 0,-1-3-6 0,1 3 39 15,0-3-8-15,0 0-39 0,1 0-5 0,-2 0 45 16,1 0-82-16,2 0 42 0,0 0-14 0,0 6 46 15</inkml:trace>
  <inkml:trace contextRef="#ctx0" brushRef="#br1" timeOffset="130168.99">16972 10042 1786 0,'-7'-6'0'0,"3"2"0"0,2 2 0 0,2 0 0 0,0 0 0 0,0 2 0 0,0-1 0 0,2-1 0 0,14 0 0 0,7 0 0 0,2 0 74 0,1-2 302 16,6-1-174-16,2 1-82 0,3-4 164 0,6 2-123 15,-3-1-62-15,-5 3 147 0,5-1-109 0,-1 1-50 16,-3 1-25-16,-2 0 15 0,-4 1-40 0,-5 1 9 16,2 1-8-16,-6 0-118 0,-2 0 58 15,-4 0 30-15,-4 0 10 0,-1 0-305 0,-3 0 160 16,-3 0 82-16,-3 0-665 0,1 0 305 16,0-6 166-16,0-6 105 0,0 0-529 0</inkml:trace>
  <inkml:trace contextRef="#ctx0" brushRef="#br1" timeOffset="130392.6">17473 9508 2781 0,'-9'0'0'0,"1"2"0"0,3 7 0 0,-3 5 0 15,2 4 0-15,1 7 0 0,-1 3 0 0,1 5 0 0,-2 15 0 0,4-3 0 0,1 0 129 0,-2 4-46 0,3 3 468 0,1 1-248 0,-2 1-219 0,2-1-84 16,0-1 0-16,0-1 0 15,0-4 0-15,0-8 0 0,0 1-5 0,0 0 2 0,0-5-524 0,0-4 283 16,0-1 139-16,0-6 72 16,-2-1-375-16,-2-8 90 0,3-3 141 0,-1-5-339 15,2-3 240-15,0-4 110 0,0 0 70 0,3-17-327 16</inkml:trace>
  <inkml:trace contextRef="#ctx0" brushRef="#br1" timeOffset="130741.72">17887 9644 2590 0,'7'-10'0'0,"2"5"0"0,-4 2 0 0,-2 1 0 0,-1 2 0 0,-2 0 0 0,0 0 0 0,0 10 0 0,0 3 0 0,0 4 0 0,-5 5 509 0,-4 3-236 16,0-1-119-16,-4 2 62 0,0 1-80 16,0-1-83-16,-1-1-53 0,0-1 0 0,-2 0 0 0,0-1 0 15,-1-4 0-15,-3 5 0 0,4-9 0 0,-1 0 0 16,4-2 0-16,2-2 0 0,3-3 0 15,2-2 0-15,3-2 0 0,1-3 0 16,2 1 0-16,0 0 0 0,4 0 0 0,9 0 0 16,11-2 0-16,1 0 0 0,5 0 0 0,1 0 0 15,7 0 0-15,7 0 0 0,-4 0 0 0,5 0 0 16,-1 0 0-16,4 0 0 0,-8 0 0 0,10 0 0 16,-14 0 0-16,2 0 0 0,-1-2 0 0,-3 2 0 15,-10 0 0-15,1 0 0 0,-3 0 0 16,-5 0 0-16,-6 0 0 0,-3 0 0 0,-1 0-487 15,-4 0 107-15,-2 2 171 0,0 0 86 0,-2-1-265 0,0-1 175 16,0 0 79-16,-12 0 54 16,3 0-474-16,0-7 259 0</inkml:trace>
  <inkml:trace contextRef="#ctx0" brushRef="#br1" timeOffset="130958.86">18279 9590 2444 0,'0'-9'0'0,"-2"4"0"16,2 3 0-16,0 0 0 0,-2 2 0 0,0 0 0 0,-2 11 0 0,3 8 0 0,1 5 0 0,0 7 0 0,0 7 390 0,0 4-176 0,0 0 570 0,0 14-685 16,0 6-99-16,0-2 0 0,0 6 0 0,0-3 0 15,0-5 0-15,0 14 0 0,0-20 0 0,0 8 0 16,0-9 0-16,0 0 0 0,0-8 0 0,0 4 0 16,0-9 0-16,0 0 0 0,0-5 0 0,0-4 0 15,0-7 0-15,-4-1-86 0,0-10-100 0,-1-2 78 16,-2-1-568-16,-2-7 310 0,0-1 170 15,0 0 79-15</inkml:trace>
  <inkml:trace contextRef="#ctx0" brushRef="#br1" timeOffset="133604.29">21105 7974 602 0,'4'-8'0'0,"1"0"0"0,-2 3 0 0,-1-1 0 0,0-1 0 0,0 2 0 0,0-1 0 0,-2 2 0 0,0 0 0 0,0 0 0 0,0 2 40 0,0 1 46 0,0 1-37 0,0 0-9 15,0 0-2-15,0 0 2 0,0-2-1 0,0 2 1 16,0 0-39-16,0 0 39 0,-2 0-1 0,-2 0 1 16,-1 5-49-16,-2 2 58 0,-2 0-9 0,0 0-16 15,-3 2-54-15,1 1 23 0,-1 1 0 16,0 0-37-16,-3 0 29 0,1 3-12 0,2-3-8 0,-2 1 21 15,1 0-1-15,2 0 17 0,-2 1-19 16,2-2 13-16,0 0 10 0,-3 0-20 16,1 3 57-16,0-3-6 0,0 0-34 0,-1 1 30 15,1-1-28-15,3 1 5 0,-4 1-4 0,3-2 12 16,-1 1-11-16,3 4 19 0,-2-3-55 0,-1 0 2 16,1 2 35-16,2 0 2 0,-5 1-41 0,4-2 36 15,-1 1-7-15,-3 1 6 0,1-3-1 0,1 0-7 16,0-1 1-16,-1 2 34 0,1-3 2 0,1 2-30 15,-3 0 2-15,3-1 32 0,0 1 4 0,-2-2-34 16,0 3-3-16,1-2 5 16,-1 1 4-16,3 3-1 0,-4-4-1 0,3 1-1 15,-3-1 3-15,3 1-2 0,2-2 0 0,-3 1 2 16,1-1-8-16,2-2-31 0,-3 2-4 0,3 1 37 16,-2-1-8-16,-1 1-4 0,2-3 7 0,-1 2 2 15,-3 0 1-15,1 1-1 0,0-1-4 0,-2 0 4 16,1 0 41-16,0 2-41 0,-2-1 0 15,2 1 23-15,-2 0-20 0,2-2 1 0,-2 5 3 0,1-5-34 16,0 2 32-16,0 0-2 16,0-2-16-16,2 2 17 0,0-2 0 0,0 1-1 15,0 0-34-15,-1-1 32 0,2-1-4 0,1 0 4 16,-3-1-13-16,3 3 10 0,-3-3-5 0,2 0 5 16,1 1-6-16,-3-1 5 0,-1 3 32 0,2-3-25 15,-2 2-4-15,0 1-1 0,0-1-1 0,0 0 2 16,0-1 0-16,-1 1 1 0,4-1-3 0,-2-2 2 15,3-2 2-15,0 3-2 0,-1-2 9 16,3 0-11-16,-2 1 2 0,1-3 24 16,1 0-22-16,-2 1-1 0,1-1 0 0,-1 1 19 15,2 0-18-15,-3 0 3 0,1-1-29 0,0 2 27 16,-2-1 0-16,2 0 1 0,-1 0-17 0,-1-1 16 16,4-1 1-16,-5 2-3 0,4-3 19 0,0 1-22 15,0 0 4-15,-1 2-5 0,2-5 29 16,-1 3-25-16,1-2 1 0,0 3-10 0,-3-4 10 0,3 2 3 15,0 1-30-15,-3 0 27 16,-1 0 0-16,2-1 1 0,0 3-29 0,-2-2 26 16,1 1 2-16,-1-1-6 0,1 3-6 0,0-2 5 15,-1-2 3-15,1 1-10 0,3 0 9 0,-4 2-3 16,1-4 3-16,1 3 22 0,0-3-22 0,0 1 0 16,1 1-2-16,0 0 2 0,-2-1 1 0,-1 1 1 15,1 0-9-15,-1 0 8 0,1-1 0 16,-2 3 1-16,1-1-9 0,-2 0 8 0,0 0-1 15,1 0 11-15,0-2-10 0,0 1-1 0,1 0 0 16,0-1 38-16,0-1-36 0,0 1-1 16,1 0 24-16,-2-1-22 0,0 0 0 0,1-1 4 15,1 1-21-15,-4 1 20 0,3 1 2 0,-2-3-4 16,0 0-24-16,0 1 24 0,0 2 0 0,1-1-22 16,2-2 20-16,-4 2 0 0,5 0-4 15,-1-1 2-15,0 0-3 0,1-2 4 0,-1 1 4 16,3 1-5-16,-2 0-1 0,-1-2 1 0,1 3 23 15,0-3-22-15,-1 0 1 0,0 1-1 0,-2-1 0 0,-1 2 0 16,0-2 2-16,0 2-13 16,0 0 12-16,0 0 0 0,-2-1 0 0,2 2-31 15,-2-1 0-15,1 1 29 0,-2-2-3 0,2 4-23 16,-2-4 21-16,0 1 2 0,1 0-52 0,-2-2 48 16,1 0-5-16,-2 2 6 0,0 0-45 0,-1-2 42 15,0 2-7-15,0-1 2 0,-4 1 22 16,4 0-20-16,-2 0-3 0,-3-1 10 0,4 4-7 0,1-3-2 15,-2 0 18-15,1-1-15 16,0 2 1-16,-1-3-1 0,2 0 3 0,1 0-4 16,1 0 6-16,-1 0-4 0,2 0 31 0,-1 0-1 15,1 0-27-15,1 0-2 0,-2-3 39 0,-2 0 4 16,2-1-38-16,-1 0 23 0,-1 0-18 16,0 1 4-16,-2-1-24 0,0 2 22 0,2-2-2 0,-2 3 0 15,1-2-12-15,-1 0 15 0,1 0-2 0,1 1-4 16,1-2-27-16,-1 2-5 0,0-2 31 0,2 2-10 15,0-2 21-15,1 0-16 0,-1 3 2 16,-2-3 14-16,3 1-13 0,-1 0-2 16,-1-1 2-16,0 3-27 0,1-4 27 15,1 4 2-15,-1-4-22 0,2 4 18 0,0-3 1 0,2 3 1 16,0-3 12-16,1 0-15 0,4-2 3 0,-1 3-7 16,-1-5 48-16,3 2-1 0,0-1-38 0,1-1 31 15,-4-1 1-15,1 0-24 0,0-2-4 0,0-2-45 16,-2 4 45-16,-1-4 8 0,0 4-18 15,0 0 13-15,1-1-2 0,-2 1-1 16,2 0-8-16,-3 1 6 0,6 1 2 0,0 1-6 16,-3-3 7-16,0 1-7 0,2-2 3 0,-1 1-40 15,3-2 39-15,0 2 1 0,-1-5 8 0,1 3-7 16,0-1-1-16,-3-4-2 0,3 1 30 0,0-2-28 16,1 2-1-16,1-2 0 0,-2-1-53 0,-2 0 25 15,2 2-2-15,0-1 29 0,2 0 43 0,2 2 0 16,-4 1-41-16,2-2 5 0,2 3-6 15,1-5 0-15,-1 4 12 0,1-3-11 16,-1 0-1-16,2 0 1 0,-1-2 29 0,0 2-28 16,1 0 3-16,1-3-2 0,-2 2 26 0,2-1-23 15,1-1 10-15,-1 2-23 0,-1-1 11 0,1 0 3 16,0 0 0-16,1 2-14 0,1-3 14 16,-2 1-1-16,2 0-5 0,0-2 4 0,0 3 0 0,0-1 0 15,0-1-10-15,0 1 9 0,2 2-3 0,1-2 2 16,2 4-49-16,-2 0 46 0,1 0-5 15,0 0 18-15,1 0-14 0,-1 2 0 16,3-2-2-16,0 0 42 0,0 0-40 0,2 0 2 16,-2 0 28-16,3-3-27 0,-1 2 2 0,4-3-2 15,-3 1 51-15,3-4-48 0,-4 4 9 0,3-1-7 16,-2-1 39-16,-1 2-35 0,1 2 0 0,0-1 36 16,-1 0-32-16,1 0-3 0,-3 0 6 0,4-2-12 15,1 2 12-15,-1-2-2 0,1-1-14 0,4 1 13 16,-5 0-1-16,4-1 0 15,-4 3-36-15,7-6 33 0,-4 2 3 0,2 1-5 16,0-3 3-16,3 3-5 0,2-3 6 0,-1-2 15 16,-1 2-17-16,1-4-1 0,0 2 0 0,-1 1-15 15,-3 4 17-15,3-7-1 0,-2 5-14 0,0-1 13 16,0 0 1-16,0 3 0 0,-2 3 40 0,2-5-40 16,-2 2 0-16,1 4-2 0,0-4 2 0,0 4-1 15,0-1 2-15,2 0-11 0,1 0 10 0,-1 1 1 16,3-1-33-16,0 3 34 0,4-2-2 15,0 0-2-15,0 1-19 0,5 1 19 16,0-2 0-16,4 1-2 0,4-1-36 0,-6 1 32 16,7-2 3-16,-7 4-5 0,0-2-38 0,-7 5 39 15,-3-1 1-15,-1 2-6 0,-6-1 5 0,-6 4-4 16,-2 1 4-16,1 1 37 0,-4 2-2 0,-2-2-35 16,0 3 77-16,-2-2-34 0,0 2 0 0,0 1-28 15,0-2 46-15,0 2-1 0,0-2-32 0,2 0-11 16,-2 0-54-16,2 0 32 15,-2 1 4-15,0-1-228 0,1 2 115 0,-1-3 59 16,0 3-223-16,0 0 129 0,2 0 46 0</inkml:trace>
  <inkml:trace contextRef="#ctx0" brushRef="#br1" timeOffset="135163.47">18867 10126 1366 0,'-2'0'0'0,"1"0"0"0,-2 0 0 0,1 0 0 0,0 0 0 0,0 0 0 0,1 0 0 0,1-2 0 0,0 2 0 0,-2-1 0 0,2 1 271 16,0 0-104-16,0 0-68 0,0 0 36 0,5 0-46 15,5 0 0-15,1 0 174 0,2 0-100 0,2 0-65 16,5 0-28-16,-4-3 196 0,5 1-112 16,-1-1-55-16,3-1 152 0,0 0-109 0,-1 0-50 15,0 1 0-15,1 1-67 0,2 0-25 0,-4-1 0 16,0 3 0-16,0 0 0 0,0 0 0 15,-2 0 0-15,-2 0 0 0,-3 0 0 0,2 0 0 16,-5 0 0-16,-2 5 0 0,1-3-22 16,-3-2-35-16,-3 1-329 0,0 1 184 0,-3-2 55 0,1 0 59 15,-2 0-355-15,0 0 190 0,0 0 110 0,0 0 51 16,0 0-393-16,0 0 222 0,0-2 110 0,0-3 44 16</inkml:trace>
  <inkml:trace contextRef="#ctx0" brushRef="#br1" timeOffset="135362.97">19188 9722 2285 0,'-11'-5'0'0,"3"1"0"0,1 2 0 0,1 1 0 0,1-2 0 0,1 2 0 0,0 1 0 0,3 0 0 0,1 5 0 0,0 14 0 0,0 5 110 0,0 4 320 0,0 9-194 15,0 5-97-15,-3-2-37 16,1 17 240-16,2-2-150 0,-2 10-97 0,2-15-95 0,0 6 0 15,0-1 0-15,0-4-200 16,0 2 106-16,0-2 68 0,4 3 35 0,-1-2-847 16,0 1 344-16,-1 12 247 0</inkml:trace>
  <inkml:trace contextRef="#ctx0" brushRef="#br1" timeOffset="137338.23">19825 9945 1799 0,'-4'-2'0'0,"3"2"0"0,-2 0 0 0,3 0 0 0,-2 6 0 0,2 9 0 0,0 4 0 0,0 5 0 0,0 6 0 0,0 2 0 0,0 5 264 0,0 5 8 0,0-6-110 0,0 5-68 16,0-1 40-16,0 0-50 0,0 4-24 0,0-10 0 16,0 2-97-16,-2-3 32 0,-1 0-1 15,-3-3 41-15,2-2-274 0,-1-8 137 0,0 0 78 16,0-2 24-16,1-7-508 0,1-4 248 15,-1-2 64-15,4-5-326 0,0 0 235 0</inkml:trace>
  <inkml:trace contextRef="#ctx0" brushRef="#br1" timeOffset="137673.9">19995 10042 2395 0,'4'-8'0'0,"4"0"0"0,1 1 0 0,2 1 0 0,3 1 0 16,2 4 0-16,4 0 0 0,1 1 0 0,0 0 0 0,2 0 0 0,-2 11 159 0,4 4-66 0,-7 6 195 0,1 1-126 0,-3 4-64 0,-2 5-65 16,-3 2 11-16,-5 3-9 0,-5 7-146 0,-1-2 73 15,-1 3 36-15,-14 1 1 16,-2-8-16-16,-8 12 22 0,1-8 0 0,-4-1 30 0,0-2 80 0,0-5-69 16,-1-4-19-16,-1-2-61 0,2-2 421 0,3-5-180 15,7-4-207-15,-1-3 0 16,10-6 0-16,-1-1 0 0,6-3 0 0,1 0 0 15,3-2 0-15,0-1 0 0,12 0 0 0,6 0 0 16,8 0 0-16,-1 0 0 0,5 0 0 0,2 0 0 16,1 0 0-16,1 0 0 0,0 0 0 0,1 0 0 15,-3-1 0-15,0-2 0 0,0 2 0 0,-2-3 0 16,2 0 0-16,-2 1 0 0,0-1-54 0,2 0-2 16,5 0-873-16,2 0 446 0,2-1 224 0</inkml:trace>
  <inkml:trace contextRef="#ctx0" brushRef="#br1" timeOffset="137837.59">21128 10753 3931 0,'-14'0'0'0,"7"0"0"0,5 2 0 0,-1-2 0 0,3 2 0 0,0-2 0 0,0 0 0 0,0 0 0 0,0 0 0 0,0 0 0 0,0 0 0 0,0 0 0 0,2 0 0 0,6 0 0 15,1-2-374-15,2-4-12 0</inkml:trace>
  <inkml:trace contextRef="#ctx0" brushRef="#br1" timeOffset="140663.38">19468 7221 826 0,'0'-3'0'0,"0"0"0"0,0 0 0 0,2-2 0 0,-1 0 0 0,1 1 0 0,0-1 0 0,-2-2 0 0,0 4 0 0,2-1 0 0,-2 2 82 0,0 0-1 0,0 1-32 15,3-1 0-15,-3 0 12 0,0 2-56 0,0 0-1 16,0 0 45-16,0 0 0 0,0 0 12 0,-9 0-12 15,2 5 0-15,-2 2-163 0,-3-3 70 0,-1 5 39 16,0-2 9-16,-2 3-9 0,1-4-23 0,-4 4 53 16,-1 0-69-16,3-1 60 0,-5-2-6 0,3 3 4 15,-3 0 6-15,1-3-6 0,0 2 1 0,1-1 3 16,-2 0 4-16,3 0-7 0,1 2 6 16,-1-1-37-16,0 1 32 0,3 1 0 0,-2 0-26 15,2 1 25-15,-2-1-5 0,2 2 4 16,0-2-61-16,0 2 58 0,-2 0-2 0,2-1-5 15,-1 1-8-15,-4 0 8 0,2 1 3 0,-1-2-7 16,0 1 5-16,-1 1-2 0,-3-2 2 0,2 3 5 16,1-5-5-16,-1 3 0 0,0-1 9 0,-3 1-7 15,2-2-1-15,-1 2 2 0,0-2 21 0,1 3-20 16,3-3 0-16,-2 0-1 0,-3 2-3 0,5-4 3 16,-2 3-1-16,3-2-30 0,-3 0 32 0,0 3-1 15,1-2-1-15,-1-3-6 16,2 5 5-16,1-4-2 0,-1 1 33 0,-1 0-31 15,4-1 0-15,1 0-2 0,0 1 30 0,1-1-27 16,-2 3 1-16,3-3 1 0,0 1 22 0,0-1-17 16,-1 0-5-16,1 1-38 0,1-3 41 0,0 2 1 15,-1 0-3-15,-1-1-48 0,0 0 46 0,-2 2-3 16,4-3-19-16,-4 2 17 0,0 0 2 0,0 1-6 16,2 0 31-16,-2-1-28 0,0 0 2 0,2 2-2 15,-1-2-1-15,0 1 1 16,0 1 1-16,2 2-11 0,-4-3 14 0,5 1-2 15,-6 0 0-15,3 1-18 0,0-1 17 0,0 2 1 16,-2 0-17-16,2 0 15 0,0 1-2 0,-2-1 2 16,2 0-11-16,0 0 10 0,0 0-3 0,0 0 3 15,2-2-2-15,-2 3 1 0,0-3 0 0,0 2 0 16,2-2 0-16,0 1 0 0,-3 1 0 0,4-1 0 16,-4 1 0-1,3 0 0-15,-2-1 18 0,0 0-18 0,2 1 1 0,-2 0-1 16,2 0 27-16,-2 0-25 0,4 1 1 0,-3-1-1 15,3 0 5-15,0-2-4 0,1 0 2 0,1 1-1 16,2-1-15-16,-3 2 15 0,2-2 1 0,1 3 0 16,0-1-2-16,-1-2 1 0,0 2-17 0,1-2 16 15,0 1-3-15,0 3 2 0,0-2 0 0,0 0-1 16,0 0 0-16,-3 0 0 0,2 2 0 0,1-1 0 16,-2 0 1-16,1-1-7 0,-1 2 7 0,-1-1-1 15,0-1 0-15,3 0-6 16,-2-2 6-16,4 0 0 0,-3 3-2 0,0-5 2 15,3 3-1-15,1-5 0 0,-2 4-12 0,3-4 11 16,1 3 0-16,-3-1 0 0,4 0-5 0,-1-1 4 16,2 1 2-16,-2-1 0 0,2 1-1 0,0 1-1 15,-2-1 1-15,2 0 5 0,-2 3-5 0,2-3 0 16,0 1 2-16,-1-1-1 16,1 0-1-16,0 3 2 0,0-3 3 0,0 0-3 0,0 1-2 15,0 0 2-15,0 1 19 0,0-1-19 16,0-2 0-16,0 2 1 0,1-1 23 0,1 1-21 15,4-1-2-15,-2-2 3 0,2 5-2 0,-1-5 3 16,1 3 6-16,-1-1-8 0,0-2 0 0,2 3 2 16,-2-3 6-16,1 3-5 0,-1-3-2 0,3 2 0 15,-2 1-13-15,-1-2 12 0,3 1 0 0,-3-1-1 16,2 2 2-16,2-1-1 0,-2-2 0 0,2 2-18 16,1 1 19-16,-1-4-2 0,0 3 0 15,3 0-1-15,1-2 1 0,-2 3-4 16,3-3-6-16,-2 1 8 0,2-1 1 0,-1-1-1 15,-2 2-3-15,2-3 3 0,0 3-1 0,-1-3-5 16,1 0 6-16,-1 1 0 0,0 0 0 0,-1 1 13 16,-1-2-13-16,3-2 0 0,-2 4 37 0,1-4 1 15,-1 3-34-15,0-2-2 0,2-1 67 0,-2 0-65 16,3 2 7-16,-1-2-5 0,2-1 25 16,2 2-22-16,0-2 10 0,1-1-9 0,1 1 11 15,2 0-9-15,-3 0-25 0,3-1 26 16,-2 2 3-16,0 1-3 0,-2-1-35 0,0 2-1 0,0 0 29 15,-1 0 2-15,2-1-36 0,-4 2-2 16,3-2 30-16,0 1 3 0,0-1-28 0,2-2 25 16,0 1-8-16,3-1 6 0,-1 1 36 0,1-3 0 15,1 1-4-15,0 1-30 0,1-2 3 0,-2 2-3 16,1 0-9-16,0 0 11 0,-1-1 6 0,-1 2-5 16,0-1-36-16,-1-1 36 0,1 1 4 0,0 0-2 15,1 0-35-15,-2 0 33 16,3-2-3-16,0 0-15 0,3 0 12 0,-2 0 3 15,1 0-5-15,-1 0 31 0,-1 0-30 0,5 0 4 16,-4 0 38-16,1 0-38 0,-4-2 3 0,3 0-4 16,-2 0 8-16,-1 2-4 0,0 0-2 0,-3 0 5 15,1 0 22-15,1 0-24 0,-4 0 0 0,1 0-17 16,0 0 16-16,0 0 1 0,-1 0 0 0,3 0 8 16,0 0-6-16,3 0-2 0,-1 0-2 15,6-2 4-15,-5-1 0 0,2-3 1 16,-3 4-18-16,6-3 16 0,-3 0 0 0,-4 2-3 15,3 0-2-15,-2-1 3 0,-1 2 1 0,1-1-12 16,-2 0 11-16,1-1-1 0,-1 2 1 0,1 1-4 16,-2-2 3-16,-1 1-3 0,1-1 38 0,2 1-35 15,-2-1 0-15,3-2 3 0,0 2-14 0,0-4 13 16,-1 4-1-16,2-1 2 0,-1 1-16 0,1-3 16 16,1 3-1-16,0-3 2 15,-3 3-26-15,1-3 21 0,0 2 2 0,-1 0-2 16,-1 0 1-16,0 0-3 0,-1 1 9 0,2-1-6 15,-1 0-1-15,-1 0 1 0,-1-2 27 0,1 4-26 16,2-5-1-16,-2 4 2 0,1-4 0 0,0 2 2 16,-1 0 1-16,3-1-25 0,0 1 22 0,-3-2 0 15,3 2-1-15,0-1-22 0,-1 0 19 0,0 1 1 16,-1-1-17-16,1 2 16 0,-3-1-2 16,1 2 3-16,1-3-6 0,1-1 5 15,-4 3-3-15,3-1 3 0,-1-2 40 0,0-1-38 16,3 2 0-16,-3-1 7 0,1 0-5 0,1 0-2 15,-1-1 3-15,2 2-9 0,-1-1 9 0,-1-1-2 16,0 1-14-16,0-1 14 0,2 1 0 0,-2 1 1 16,1-2-20-16,-1 1 18 0,-1-1-3 0,1 3 28 15,0-2-27-15,-2-1 2 0,2 0-2 0,-3-1 34 16,4 1-2-16,-4-1-31 0,3 0 5 0,0-1-2 16,1 0 2-16,3-2-2 15,-4 1-25-15,-1 1 26 0,5-1 4 0,-2 1-1 16,-3 1-29-16,2-2 26 0,1 1 0 0,-5 3-1 15,1-2-1-15,0 1 3 0,-2 1-6 0,0-1 34 16,0 1-31-16,-2-1 1 0,1 2 11 0,0-1-11 16,-1-1 3-16,1 1-2 0,0 1-3 0,2-1 3 15,-2-1 7-15,2 3-6 0,0-2 27 0,0-2-26 16,-2 4 1-16,0 0 41 0,-3-1-38 0,3 0-3 16,-5 2 1-16,0-1 43 0,-2 3 2 15,-1-2-43-15,0 2 62 0,-2-2 0 16,-1 3-54-16,1-1 9 0,-2 0 4 0,-1 2-9 15,1-2 17-15,0 2-2 0,1 0-20 0,-3-2 16 16,2 2-6-16,-2-2 8 0,2 2-24 0,-2-1 18 16,0 1-1-16,0 0-55 0,0 0 0 0,0-2 44 15,0 2 12-15,0 0-290 0,0 0 133 0,0 0 54 16,0 0-624-16,-4 0 310 0,-8 9 158 0,-3 8 96 16</inkml:trace>
  <inkml:trace contextRef="#ctx0" brushRef="#br1" timeOffset="144380.44">20875 10305 2141 0,'-6'-2'0'0,"0"-1"0"16,4 2 0-16,0-1 0 0,1 1 0 0,1-2 0 0,0-1 0 0,0-2 0 0,1 3 0 0,9-3 0 0,1 0 384 0,0 3-165 0,3-4-96 0,-1 4 213 16,2 0-150-16,3 1-75 0,0 0 145 0,3 0-101 15,-1 2-135-15,4-2-20 0,3 2 0 0,1-1 0 16,2-2 0-16,2 0 0 0,2-3 0 0,-1 0 0 15,3-1 0-15,0-1 0 0,-1-1 0 16,0 0 0-16,-3-1 0 0,-2 1 0 0,-8 1 0 0,0 1 0 16,-1 1-357-16,-8 2-38 0,4-1 184 0,-6 1 87 15</inkml:trace>
  <inkml:trace contextRef="#ctx0" brushRef="#br1" timeOffset="144405.51">21562 10123 366 0,'12'-5'0'0</inkml:trace>
  <inkml:trace contextRef="#ctx0" brushRef="#br1" timeOffset="144766.04">21896 9735 2797 0,'-1'-7'-5'0,"-1"1"2"0,0 2 1 0,0-1 0 0,0-1 0 0,2 0 1 0,0 0 0 0,0 3-1 0,0-3 0 0,0 2 1 0,0 3 165 0,0-1-53 15,4 1 91-15,0-2-82 0,3 3-41 0,-3 0-1 16,1 0 47-16,1 3-34 0,-2 1-10 0,0 4 23 15,-1 2-104-15,-1 1 0 0,0 2 0 0,0 0 0 16,-2 4 0-16,0 2 0 0,0 0 0 0,0 5 0 16,0-1 0-16,-2 6 0 0,-3 2 0 0,1 1 0 15,0 1 0-15,1 3 0 0,1 4 0 16,-3 2 0-16,2 0 0 0,1-1 0 16,0 1 0-16,-2-3 0 0,2-4 0 0,-1 12 0 15,1-9 0-15,0 3 0 16,-1 0 0-16,1-3 0 0,0-4 0 0,2 4 0 15,-3 0 0-15,3-3 0 0,0 1 0 0,0-2 0 16,0-3 0-16,0 2 0 0,0-5 0 0,0-2 0 0,0-5 0 16,0-1 0-16,0-1 0 0,-2-2 0 15,0-6 0-15,1-1 0 0,1-3-86 0,-2-3-107 0,0-1 69 16</inkml:trace>
  <inkml:trace contextRef="#ctx0" brushRef="#br1" timeOffset="152846.04">12130 9170 1129 0,'-17'-15'0'0,"6"3"0"0,0 6 0 0,3 0 0 0,1 2 0 0,1-1 0 0,1 4 0 0,1-1 0 0,2 0 0 0,2 0 0 0,0 2 116 0,0 0 5 0,0 0 15 0,11 6-79 15,5 10 1-15,9 2 44 0,7 12 0 0,2 3-45 16,6 9 16-16,6 11 33 0,2 3 0 0,2 7-48 15,6 11 0-15,-3-2 34 0,-6-10-20 16,11 18-14-16,-2-7 18 0,1 2-18 16,-1 4-1-16,5 0 9 0,-5-5-5 0,13 10-20 15,-3-11 1-15,3-5-79 0,-3-3 40 0,2-4-1 0,-8-8 51 16,0 1-146-16,-2-4 61 0,-7-3-15 16,-10-6 31-16,1-7 2 0,-10-3 29 0,0-3 53 15,-8-6-52-15,-6-7-16 0,-4-5 14 0,-5-3 47 16,-3-4 5-16,-1-3-47 0,-3 0-1 0,-2-3-130 15,0-6 62-15,0-4 9 0,0-3 61 0</inkml:trace>
  <inkml:trace contextRef="#ctx0" brushRef="#br1" timeOffset="153662.59">17154 9555 866 0,'-13'-21'-7'0,"1"2"2"0,1 4 1 0,4 2 1 0,-1 4-3 0,4 2 1 0,2 2 2 0,2 4 0 0,0 1 1 0,18 7 1 0,15 20 189 15,14 8 129-15,13 7-130 0,19 11-66 0,-8-4 14 0,31 19 26 16,5 11-52-16,-8-3-1 0,1 1-52 0,0 2 12 15,-16-12-7-15,22 16-16 0,-22-23-115 16,6 5 57-16,-4-3-1 0,-3-4-44 16,-15-9 63-16,-1 2-13 0,-5-6 50 0,-7-3-2 0,-10-8-185 15,0-4 83-15,-11-8 14 0,-4-1-123 16,-7-10 71-16,-7-1 46 0,-6-5-522 0,-5-3 270 0</inkml:trace>
  <inkml:trace contextRef="#ctx1" brushRef="#br0">32120 18363 0,'0'0'16,"0"0"-16</inkml:trace>
  <inkml:trace contextRef="#ctx0" brushRef="#br0" timeOffset="160975.73">22603 10075 3091 0,'0'-6'0'0,"0"6"0"0,0 0 0 0,0 0 0 0,5 0 0 0,6 0 0 0,3 0 0 0,2 2 0 0,5 0 0 0,2 0 0 0,2 1 101 16,-2 0-18-16,12 1 106 0,-5-1-72 0,2-1-38 15,-2-2 0-15,4 0-179 0,1 0 82 0,1 0 24 16,-4 0-306-16,0 0 171 0,-4-5 86 0,-5-1-602 15,-2 0 291-15,-3 2 175 0,-9 4-22 0,-4 0-626 16</inkml:trace>
  <inkml:trace contextRef="#ctx0" brushRef="#br0" timeOffset="161155.22">22796 10385 3363 0,'-16'4'0'0,"4"0"0"0,3-1 0 0,1-3 0 0,3 0 0 0,2 0 0 16,3 0 0-16,3-3 0 0,10-4 0 0,9 4 0 0,3-2 530 0,2 1-492 0,2 0-38 0,1 0 0 16,-6 2 0-16,10 0 0 0,-6 2 0 0,0 0 0 15,-1 0 0-15,-1 0 0 0,-1 0 0 0,2 2-826 16,-2-2 413-16,1 2 87 0,1-2 157 0,3 0-750 16</inkml:trace>
  <inkml:trace contextRef="#ctx0" brushRef="#br0" timeOffset="161535.81">23628 9748 3416 0,'-4'-9'0'0,"4"7"0"0,0-3 0 0,2-1 0 0,7 0 0 0,9 4 0 0,1-1 0 0,1 1 0 0,6 0 0 0,2 1 0 0,13 1 294 0,-4 0-115 0,11 0-137 0,-2 0-42 16,-3-3 0-16,1 3 0 0,-7-1 0 0,2-2 0 15,-6 3 0-15,-4-2 0 0,-8 2 0 16,-3-1 0-16,-8 1 0 0,-3 0 0 0,-1 0 0 0,-4 0 0 16,0 0 0-16,-2 0 0 15,0 0 0-15,0 0 0 0,-2 0 0 0,-4 1 0 16,-1 8 0-16,1-1 0 0,0 6 0 0,1 2 0 16,-1 7 0-16,3 1 0 0,-1 9 0 0,2 0 0 15,-3 12 0-15,4 2 0 0,-1 2 0 16,0 6 0-16,0 1 0 0,0 2 0 0,2-1 0 0,0-4 0 15,0 0 0-15,0-1 0 0,0 0 0 16,2-5 0-16,4-3 0 0,-3-6 0 0,0 3 0 0,-1-3 0 16,0-6 0-16,-2-2 0 0,0-9 0 15,0-1 0-15,0-4 0 0,-4-5 0 16,-2 0-85-16,0-4-79 0,3-1-895 0,-1-2 498 16</inkml:trace>
  <inkml:trace contextRef="#ctx0" brushRef="#br0" timeOffset="161990.44">23781 10199 2978 0,'-14'-10'0'0,"3"2"0"0,0 1 0 0,2 2 0 0,0-3 0 0,6 3 0 0,-1 3 0 0,4-2 0 0,0 0 0 0,0 1 0 0,6 0 233 0,13 0-85 0,7-1 374 16,4 3-472-16,4-2-50 0,1 0 0 0,11 1 0 15,-10 1 0-15,10 1 0 0,-12 0 0 0,4 0 0 16,-1 0 0-16,-3 0 0 0,-2 0 0 0,-4 3 0 15,-8 0 0-15,1 1 0 0,-3 0 0 0,-6-2 0 16,-3 2 0-16,3-3-411 0,-3 1-45 0</inkml:trace>
  <inkml:trace contextRef="#ctx0" brushRef="#br0" timeOffset="162020.51">24334 10156 407 0,'16'0'0'0</inkml:trace>
  <inkml:trace contextRef="#ctx0" brushRef="#br0" timeOffset="162280.22">24887 9968 3931 0,'-12'-11'0'0,"7"9"0"0,1 0 0 0,2-4 0 0,-2 4 0 0,4 0 0 0,0 1 0 0,0-3 0 0,4 2 0 0,15 0 0 0,3-1 0 0,8 1 0 0,10-1 0 16,-3 2 0-16,1-1 0 0,9 0 0 0,-4 2 0 15,-1 0 0-15,-7 0 0 0,5 0 0 0,-5 0 0 16,1 4 0-16,-1 0 0 16,-2 3 0-16,-1-1 0 0,-7-3 0 0,-3 3 0 15,2 0 0-15,-5-1 0 0,-4 1 0 0,-8 2-880 16,-2-1 300-16,-2 2 259 0,-3 3 146 0</inkml:trace>
  <inkml:trace contextRef="#ctx0" brushRef="#br0" timeOffset="162463.65">24842 10273 3769 0,'-17'7'0'0,"8"3"0"0,3-4 0 0,4-5 0 0,2 1 0 0,0-1 0 0,4-1 0 0,18 0 0 0,8 3 0 0,10-3 0 0,3 0 110 0,-2 0-58 0,15 0-52 0,-3 0 0 16,0 0 0-16,-1-3 0 0,-1 2 0 0,-10-1 0 15,12 1 0-15,-9 1 0 0,-9 0 0 0,-1 0 0 16,-8 0 0-16,-2 0 0 0,-5 0 0 0,-8 0-7 15,-3 0-331-15</inkml:trace>
  <inkml:trace contextRef="#ctx0" brushRef="#br0" timeOffset="162498.74">25559 10303 401 0,'-6'0'0'0,"1"-7"0"0</inkml:trace>
  <inkml:trace contextRef="#ctx0" brushRef="#br0" timeOffset="162709.31">25518 9658 3931 0,'0'-7'0'0,"0"3"0"0,0 2 0 0,-2 1 0 0,-2-1 0 0,-4 2 0 0,-3 0 0 0,-2 11 0 0,-2 14 0 0,-6 8 0 0,-1 6 0 0,0 10 0 0,-7 12 0 15,3-3 0-15,0 5 0 0,-1 3 0 0,-1 2 0 16,6-12 0-16,-8 13 0 0,5-9 0 0,-2-4 0 16,7-7 0-16,2 4 0 0,2-10 0 0,-2 8 0 15,4-7 0-15,5-7 0 0,0-2 0 0,0-4 0 16,4-9 0-16,2-3-125 0,1-2-316 15,2-6 200-15</inkml:trace>
  <inkml:trace contextRef="#ctx0" brushRef="#br0" timeOffset="162749.43">25063 10791 400 0,'29'0'0'0</inkml:trace>
  <inkml:trace contextRef="#ctx0" brushRef="#br0" timeOffset="163086">26018 10132 3299 0,'10'-21'0'0,"-4"6"0"0,-2 5 0 0,-2 2 0 0,-2 1 0 0,0 4 0 0,-12 3 0 0,-5 0 0 0,-1 14 0 0,-1 11 0 0,2 3 150 0,2 4 332 0,8 4-482 0,1 7 0 16,6-4 0-16,0-5 0 0,4 3 0 0,17 5 0 15,0-10 0-15,8-2 0 0,3-3 0 0,-2-7 0 16,6-1 0-16,2-4 0 0,-1-6 0 0,-1-6 0 16,-1-3 0-16,0 0 0 0,-1-7 0 0,-3-10 0 15,-3-4 0-15,-2-2 0 0,-3-4 0 0,-2-3 0 16,-6-4 0-16,2-7 0 0,-6 0 0 0,-2-4 0 15,-5-4 0-15,-2 0 0 0,-2-2 0 0,0 6 0 16,-18 4 0-16,-2 5 0 16,-8 7 0-16,-2 7 0 0,-8 0 0 0,-3 11 0 15,-2 5 0-15,0 5 0 0,0 1 0 0,4 0 0 16,-4 7 0-16,10 6 0 0,-1 4 0 0,4 3 0 16,6 5 0-16,2-1 0 0,6 5 0 0,2 2 0 15,4 1 0-15,4 2 0 0,4 2 0 0,2 1 0 16,0-1 0-16,0 1 0 0,6-1 0 0,6 7 0 15,8-5 0-15</inkml:trace>
  <inkml:trace contextRef="#ctx0" brushRef="#br0" timeOffset="163217.34">26543 10823 376 0</inkml:trace>
  <inkml:trace contextRef="#ctx0" brushRef="#br0" timeOffset="172365.63">28020 9115 379 0</inkml:trace>
  <inkml:trace contextRef="#ctx0" brushRef="#br0" timeOffset="172623.14">28013 9083 1962 0,'0'-6'0'15,"0"3"0"-15,0 0 0 0,0 0 0 0,0 2 0 0,0-1 0 0,0 2 0 0,0 0 0 0,0 0 0 0,0 0 0 0,0 0 98 16,2 9-30-16,3 2 211 0,0 4-121 0,2 0-59 0,1 4 167 0,2 4-119 15,-1 1-55-15,5 1-26 0,-3 1 129 0,-1 4-78 16,6 0-30-16,-3 4 76 0,0 0-62 0,1 6-68 16,1-1-33-16,-3 0 0 0,1-4 0 0,0 1 0 15,2 2 0-15,-3-4 0 16,3-4 0-16,-3-2 0 0,-3-6 0 0,2 1 0 0,-4-2 0 16,1-6 0-16,0 0 0 0,-5-6 0 0,1 0 0 15,-2-3 0-15,-1-2 0 0,1-2 0 16,0-2 0-16,-2 0 0 0,0 0 0 0,0 0 0 15,0 0 0-15,0 0 0 0,0-6 0 0,0-1 0 16,0-3-454-16,0-3 80 0,0 0 168 0,0-6 84 16,7-3-646-16,5-1 365 0,6-3 173 0</inkml:trace>
  <inkml:trace contextRef="#ctx0" brushRef="#br0" timeOffset="173023.27">28624 8981 2142 0,'0'-5'0'0,"0"0"0"0,0 1 0 0,0-2 0 0,0 3 0 0,0-1 0 0,0 2 0 0,0 0 0 16,0 0 0-16,0 2 0 0,0 0 272 0,0 0-117 0,0 0-49 0,0 0-6 0,0 4-31 0,0 5 0 16,0 5-31-16,-2-1 187 15,-3 2-99-15,-1 1-44 0,-2 4 0 0,3 1 163 16,-5 2-103-16,3 0-64 0,-4 5-78 0,-1 2 0 15,1 0 0-15,-1 4 0 0,-5 6 0 0,5-5 0 16,-6 10 0-16,0-3 0 0,1 1 0 0,-1 2 0 16,3-2 0-16,-1-3 0 0,2 9 0 0,-1-8 0 15,7-7 0-15,-1 1 0 0,2-1 0 0,1-6 0 16,1 4 0-16,4-6 0 16,-3-3 0-16,4-3 0 0,-2 2 0 0,2-6 0 15,-3-3 0-15,3-2 0 0,0-1 0 0,0-4 0 16,0 0 0-16,0-5 0 0,0 1 0 0,0-2 0 15,0 0 0-15,0 0 0 0,0 0 0 0,0 0 0 16,0 0 0-16,0 0 0 0,0 0 0 0,0 0 0 16,0 0 0-16,0 0-37 0,0 0-136 0,0-2 69 15,0-8-744-15,14-6 405 0,5-3 203 16,6-7-271-16,7-6 241 0</inkml:trace>
  <inkml:trace contextRef="#ctx0" brushRef="#br0" timeOffset="173212.04">28850 9294 3931 0,'7'-2'0'0,"4"-1"0"0,4 2 0 0,2 1 0 0,8 0 0 0,-2 0 0 0,3 0 0 0,0 0 0 0,-3 0 0 0,7 0 0 0,-2 0 0 0,-6 1 0 0,1 4 0 16,-1-4 0-16,-2-1 0 0,0 2 0 0,-5 1 0 15,1-3 0-15,-6 1 0 0</inkml:trace>
  <inkml:trace contextRef="#ctx0" brushRef="#br0" timeOffset="173238.11">29254 9310 379 0,'5'0'0'0,"1"1"0"0</inkml:trace>
  <inkml:trace contextRef="#ctx0" brushRef="#br0" timeOffset="173453.29">28978 9561 3931 0,'-15'11'0'0,"7"-4"0"0,1-1 0 0,0-1 0 0,4-1 0 0,1 1 0 0,2 0 0 0,0-2 0 0,10 3 0 0,4 0 0 16,11-3 0-16,3 1 0 0,2-1 0 0,2-2 0 0,1 1 0 15,0-2 0-15,-1 0 0 0,-4 0 0 0,4 0 0 16,-6 0 0-16,-4 0 0 0,4 0 0 0,-7 0 0 16,1 0 0-16,-6 0 0 0,0 0 0 0,-3-2 0 15,-5 1 0-15,2-4 0 16,-1 3-708-16,0-1 214 0,-1-3 228 0,6 0-381 15</inkml:trace>
  <inkml:trace contextRef="#ctx0" brushRef="#br0" timeOffset="194366.83">4750 6238 634 0,'0'0'0'0,"0"-3"0"0,0 1 0 0,0 0 0 0,0 0 0 0,0 0 0 0,0 1 0 0,0-2 0 0,0 1 0 0,0 2 0 0,0-1-11 0,0 1 0 0,0 0 43 16,2-2-7-16,0 2-37 0,1-2 35 0,3 0-48 16,-3 2 45-16,2-2 5 0,-1 2-5 0,3-1-64 15,1 1 61-15,-2 0-9 0,-1 0 7 0,3 0-63 16,-3 0 60-16,4 0-7 0,-2 0 5 16,0 0-51-16,0 0 48 0,2 3-3 15,-2 3-26-15,3-3 23 0,-2 1 3 0,2 2-6 16,-1-3-2-16,1 2 2 0,3 0 3 0,-3 1-7 15,0-1 6-15,3 1-1 0,-1 1 1 0,1 1-1 16,0-2 1-16,2 3 0 0,-1-2 0 0,0 3 0 16,2-3 0-16,-4 3 0 0,4 1 0 0,0-2 0 15,0 3 0-15,1-1 12 0,-1 0-12 0,4 3 0 16,-3 0 1-16,-1 0-1 0,0 1 1 0,5 3-1 16,-6-3 1-16,2 0-2 0,2 5 2 0,-3-2 0 15,-2-3 1-15,3 2-25 0,-2-2 23 16,0 0 0-16,2 2-6 0,0-4 4 15,-4 2-1-15,2-2 44 0,0 2-42 0,0-2 0 16,-1 1 0-16,0-1 53 0,1-2-48 0,2 2-2 16,-1-2 4-16,0 2 40 0,3-1-36 0,2 1-4 15,2-2 10-15,0 1-20 0,-2-1 18 0,0 0-3 16,5 2 7-16,-1 0-21 0,-3 0 16 0,0 1-2 16,3 1-22-16,-4-2 23 0,3 2-7 15,-2 1-11-15,1 0 12 0,0-1 1 16,-5-3-1-16,7 6 13 0,-3-4-14 0,3 0-2 15,-5 1 0-15,3 0-11 0,-1-4 14 0,1 6-1 16,-3-4 27-16,3 2-26 0,0-1 3 0,0 1-2 16,-3-2 23-16,8 2-21 0,-5-1 0 0,2 1 7 15,-2 1-5-15,2 0-2 0,-6-3 6 0,7 6 1 16,-4-2-5-16,0 2-1 0,-2-1 2 0,0 3 24 16,-1-4-21-16,5 4-6 0,-5 0 47 0,2-2-42 15,0-1-2-15,0-1 4 16,-3 0-37-16,5 2 35 0,-3-2-2 0,2-1-22 15,-2 2 22-15,-2-1 1 0,1-1 3 0,2 3-24 16,-2-2 20-16,-2 2-4 0,1-1 4 0,0 1-16 16,-4-1 16-16,5 2-7 0,-1-1 14 0,-2-1-10 15,1 4-1-15,0-4 1 0,-4-1 10 0,4 0-9 16,-4 1-2-16,3 1 6 0,-2-2-6 0,-1 0 0 16,3 1 3-16,-2-2-12 0,-1 1 8 0,3-2 2 15,-2 2-16-15,2 0 14 0,0-2 3 0,3 5-3 16,0-2 3-16,-1 2-4 15,2 1 1-15,-2-3-21 0,1-1 22 0,2 6-4 16,-5-3 2-16,3 2-47 0,-2 0 1 0,0 0 41 16,1 2 3-16,-3 1-47 0,1 1 43 0,1 1-5 15,3-1 4-15,-3-1 1 0,1-7-7 0,3 6 4 16,-7-9 14-16,6 6-16 0,-6-7 2 0,2 0 52 16,-4 0-50-16,2-2 0 0,-3 1 4 0,0-3 47 15,-1 2-49-15,-1-1 7 16,-4-2 3-16,2 2 37 0,-1-2-39 0,-1 1-3 15,-4 0 7-15,1-1-109 0,0-2 51 0,-2 1-1 16,0-2-174-16,0 3 104 0,0-3 43 0,0 1-318 16,0-3 167-16</inkml:trace>
  <inkml:trace contextRef="#ctx0" brushRef="#br0" timeOffset="195078.6">8181 6184 774 0,'-5'0'-2'0,"1"0"1"0,2 0 0 0,2 0 1 0,-3 0-1 15,3 0 1-15,-2 0 0 0,0 0 0 0,2 0 0 0,-2 0 0 0,2 0 18 0,-1 6 0 0,1 3 46 0,-2 4-14 0,0 4-61 16,-1 1 0-16,-1 5 57 0,-1 2 11 0,1 5-51 16,-3 2 1-16,2 2-21 0,-3 1 51 15,-2 7-13-15,3-6 10 0,-2 8 10 16,3-4-12-16,-4-7-6 0,3 7 5 0,-4 3-23 15,6-7 31-15,-5 7-9 0,2-4 3 0,-1 7-38 16,-1-3-2-16,2 3 35 0,-2 1 2 0,0 2-46 16,0-3 35-16,0-4 2 0,3 0-22 0,-2-7 19 15,0 10 0-15,0-1-32 0,1-2 27 0,0 0 3 16,0-1-2-16,-1 3-41 0,0-6 3 0,2 9 36 16,0-12-1-16,0 8-44 0,-2-1 37 0,4-3 4 15,-1-3-7-15,-3 1-42 16,2 1 37-16,-1 5 7 0,-1-2 14 0,-2 2-15 15,2-3-5-15,-1 9 44 0,0-6 0 0,2-1-36 16,1-6 3-16,0 3-36 0,-1 0 4 0,2 4 29 16,-1-5 5-16,0-2-55 0,2-3 51 0,-2-1-2 15,1-6-47-15,2-1 43 0,-1-3-4 0,2-3 26 16,-1 0-27-16,3-4 3 0,-4-4-9 0,3 2 56 16,1-3-50-16,-1-1 4 15,-1-2 3-15,1 2-111 0,2-4 52 0,-2-1 2 16,1 3 54-16,1-1-345 0,-2 2 154 0,2-5 83 15</inkml:trace>
  <inkml:trace contextRef="#ctx0" brushRef="#br0" timeOffset="196158.11">4675 6196 585 0,'-10'-8'0'0,"7"4"0"0,1 2 0 0,0 1 0 0,2-2 0 0,0 1 0 0,0 1 0 0,0-2 0 0,0 2 0 0,0-3 0 0,7 3 14 0,8-4-1 0,-3 1 40 15,6 1-35-15,2 1-1 0,0-2 1 0,8 1-41 16,-8 1 44-16,8 0-5 0,-5 2 1 0,5 0-13 16,-3 0 12-16,3 0 0 0,-1 0-16 0,3 0 12 15,3 0 3-15,-2 4 8 0,3-1-9 0,1 1 0 16,2-1-4-16,0-1 34 0,0 2-30 16,3-2 1-16,-3-2-1 0,8 3 32 15,-10-3-26-15,2 0 1 0,3 0-4 0,-2 0 15 16,-2 0-14-16,8 0 4 0,-9-3 6 0,3 1-7 15,5 1-1-15,-8-4-57 0,9 2 55 0,-8 1 0 16,1 0 4-16,0-1-66 0,1 1 59 0,2-2-5 16,-3 0 4-16,-1 3-63 0,-1-3 62 0,-1 2-9 15,1-2-14-15,-2 2 14 0,3-2 2 0,0 2-5 16,-3 1-4-16,2-1 5 0,0-2 2 0,-2 2-1 16,1 0-8-16,2 0 8 0,-5-1 2 15,0 3-19-15,2-3 17 0,-2 2-1 16,1-1 0-16,-2 0 13 0,0 0-12 0,0 2-2 15,-4-1 1-15,2-2 31 0,-2 3-30 0,3-1 1 16,-3 1 20-16,4 0-19 0,-2-2-1 0,1 0 8 16,-1 0-7-16,0 2 3 0,-1-2 3 0,2 0-20 15,-3 0 18-15,1 2-3 0,-1-2 2 0,1 1-12 16,-2-1 9-16,4 0 1 0,-5 1-4 0,1 1 9 16,-3 0-8-16,1-3 0 15,-1 3-13-15,1 0 12 0,-1 0 1 0,1 0-16 16,-4 0 17-16,2 0-1 0,0 0 2 0,-2 0 8 15,2 0-9-15,0 0 0 0,-1 0-1 0,1 0 23 16,1 0-22-16,-4-2-1 0,1 2 0 0,-3-1 49 16,1-2-45-16,-2 3 1 0,1-2 3 0,-4 2-4 15,2 0 7-15,-1 0-42 0,-1 0 35 16,-1 0 1-16,1 0 0 0,0 0-34 0,1 0 30 16,0 0 1-16,-5 0-2 0,3 0 0 0,0 0-4 0,-3-2 5 15,1 2-7-15,-2-2 18 16,2 2-15-16,-4-1 3 0,0-1 36 0,1 2 0 15,-2-2-33-15,-1 2 0 0,0-2 4 0,-2 2 7 16,2 0-10-16,-1 0 93 0,-2 0-39 0,0 0 0 16,0 0-35-16,0-2 13 0,0 2-18 0,0 0 7 15,0 0-5-15,0 0-48 0,0 0 48 0,0 0 6 16,0 0-273-16,0 0 116 0,-12 11 65 0</inkml:trace>
  <inkml:trace contextRef="#ctx0" brushRef="#br0" timeOffset="-213392.56">29601 9363 1226 0,'-7'-5'0'0,"1"2"0"0,0 2 0 0,2 1 0 0,-1 0 0 0,1 0 0 0,4 0 0 0,-3 0 0 0,3 0 0 0,0 0 0 0,0 0 245 16,3 1-106-16,10 4-47 0,6-2 167 0,4 1-108 15,5-2-53-15,-3 0 11 0,7-1 201 0,3-1-133 16,-1 0-66-16,-1 0 190 0,0 0-129 15,4 0-52-15,-4 0-44 0,1 0 73 0,0 0-53 16,1 0 1-16,-5 0-94 0,-2 0-3 0,2 0 0 16,-6 0 0-16,-2 0 0 0,1 0 0 0,-3-1 0 15,0-3 0-15,0-2 0 0,-3 0-36 16,-1 1 25-16,-2 1-492 0,-5-2 248 0,1 3 74 0,-3-1 83 16,-2 0-426-16,-1 1 240 0,-2 1 120 15,-2 0-215-15,0-1 157 0,0 2 94 0,0 1 41 0,-6 0-57 16,-6 0 49-16,-2 0 0 15,2 0-5-15,0 0 55 0,-1 0 1 0,1 0-1 16,1 0 181-16,2 1-90 0,-1 2-56 0,3-1 10 16,-1 0 322-16,0 0-184 0,0-1-38 0,1 3 410 15,-3 2-196-15,-2-1-144 0,2 3-40 16,-5 1 128-16,2 5-107 0,-5 1-53 0,2 0 10 0,-3 8 288 16,-3-3-177-16,3 6-86 0,-2 3 88 0,0 1-221 15,0 0 0-15,1 1 0 16,1 4 0-16,-3 4 0 0,5-7 0 0,4 1 0 15,-2 3 0-15,5 0 0 0,-2-2 0 0,4 1 0 16,3-3 0-16,3 0 0 0,2-6 0 0,0 6 0 16,0-5 0-16,0-3 0 0,5-3 0 0,5-3 0 15,3-1 0-15,1-2 0 0,2-1 0 0,1-6 0 16,2 0 0-16,2-2 0 16,-1-4 0-16,0-2 0 0,1 0 0 0,-2 0 0 0,-1 0 0 0,-2-4 0 15,-2-5 0-15,-2-1 0 16,-1-3 0-16,-2 0 0 0,-4-1 0 0,-1 0 0 15,0-3 0-15,-3 1 0 0,0-2 0 0,-1 1 0 16,0 0 0-16,0 1 0 0,-5 0 0 0,-3 3 0 16,-3 0 0-16,-3 3 0 0,0 2 0 0,0 2 0 15,-2 0 0-15,-2 3 0 0,-2 1 0 0,5 0 0 16,-3 2 0-16,1 0 0 0,2 0 0 0,0 0 0 16,0 0 0-16,3 4 0 0,-1-2 0 0,3 1 0 15,0-1 0-15,3 0 0 0,-1-1-35 0,5-1-535 16,-2 0 263-16,2 0 120 15,3-1 77-15,0-14-432 0,0-6 248 0,3-3 125 16,7-3-399-16,1-5 250 0</inkml:trace>
  <inkml:trace contextRef="#ctx0" brushRef="#br0" timeOffset="-213207.4">30039 8519 498 0,'0'-6'0'0,"0"4"0"0,0 1 0 0,0 1 0 0,0-3 538 0,0 0-244 0,0 3-122 0,0 0 360 0,0 0-247 0</inkml:trace>
  <inkml:trace contextRef="#ctx0" brushRef="#br0" timeOffset="-213005.84">30047 8537 3931 0,'0'13'0'0,"0"4"0"0,0 4 0 0,0 4 0 0,0 1 0 0,0 6 0 0,0 1 0 0,-6 3 0 16,3 1 0-16,-1 8 0 0,1-5 0 0,-2 1 0 0,3-7 0 0,-5 4 0 0,7-3 0 15,-6 1 0-15,3-5 0 0,-1 0 0 0,3-5 0 0,1-5 0 16,-2 1 0-16,2-3 0 0,-2-2 0 16,2-2 0-16,0-4 0 0,0 0 0 0,0-4 0 0,0-2 0 15,0-1 0-15,0-2 0 16,0-1 0-16,0-1 0 0,-2 0 0 0,2 0 0 15,0 0 0-15,0 0 0 0,0 0 0 0,0 0 0 16,0 0 0-16,0 0 0 0,0 0 0 0,0 0 0 16,0 0 0-16</inkml:trace>
  <inkml:trace contextRef="#ctx0" brushRef="#br0" timeOffset="-205693.18">30640 9429 414 0,'0'0'0'0,"0"0"0"0,0 10 360 0</inkml:trace>
  <inkml:trace contextRef="#ctx0" brushRef="#br0" timeOffset="-205596.42">30642 9463 2344 0,'0'5'0'16,"0"3"0"-16,0-1 0 0,0-1 0 0,3 2 0 0,1 0 0 0,-2-3 0 0,1 3 0 0,-1-4 0 0,-1 3 0 0,2-2 42 0,0 1-1 15,-3-1 0-15,0 3 1 0,0-3 9 0,0 1-9 0,0 0-478 0,-6 0 222 16,1-1 111-16,5-3 55 0</inkml:trace>
  <inkml:trace contextRef="#ctx0" brushRef="#br0" timeOffset="-205485.31">30883 9134 421 0</inkml:trace>
  <inkml:trace contextRef="#ctx0" brushRef="#br0" timeOffset="-205187.12">30929 9121 2857 0,'16'0'0'0,"5"0"0"0,2 0 0 0,5 0 0 0,4 0 0 0,4 0 0 0,2 0 0 0,4 0 0 0,-7 0 0 0,5 0 0 0,-2 0 42 0,-5 0 0 0,-9-2 162 0,-1 0-81 16,-8 0-29-16,0 1-12 0,-6-1 120 0,0 2-80 16,-5-2-41-16,-2 2 1 0,-1 0-82 0,-1 0 0 15,0 0 0-15,0 0 0 16,0 0 0-16,0 0 0 0,0 0 0 0,0 0 0 16,0 0 0-16,0 7 0 0,0 10 0 0,0 2 0 15,-1 9 0-15,-3 6 0 0,-1 8 0 0,-1 1 0 16,3 5 0-16,-3 4 0 0,3 13 0 0,0-8 0 15,1-3 0-15,2 4 0 0,0 0 0 0,0-4 0 16,0 1 0-16,0-4 0 0,0-4 0 0,0-4 0 16,2-9 0-16,-1 3 0 0,1-7 0 0,0-5 0 15,-1-5-135-15,-1-2 2 16,0-9 45-16,0-4-312 0,0-2 184 0,0-3 87 16,0 0 43-16,0-5-299 0,-1-13 171 0,-1-4 75 15,-1-9 54-15,-1-3-550 0,4-7 297 0</inkml:trace>
  <inkml:trace contextRef="#ctx0" brushRef="#br0" timeOffset="-204979.73">31123 9468 3497 0,'-11'-6'0'0,"2"-2"0"0,1 1 0 0,4 2 0 0,0 2 0 0,4 1 0 0,0 0 0 0,0 0 0 0,0 2 0 0,13 0 0 0,4 0 134 0,4 2-36 15,9 3 104-15,0 3-202 0,2 0 0 0,7 1 0 16,-2-2 0-16,0-1 0 0,8 1 0 0,-2-2 0 15,-4 0 0-15,-8-3 0 0,4 0 0 0,-11-2 0 16,2 0 0-16,-4 0 0 0,-2 0 0 0,-6 0 0 16,-3 0-108-16,-1 0-74 15,-3 0-302-15,2-2 221 0,-2-2 111 0,-2-4-617 16,2 1 364-16</inkml:trace>
  <inkml:trace contextRef="#ctx0" brushRef="#br0" timeOffset="-204790.4">31848 9250 3931 0,'18'-5'0'0,"1"2"0"0,-1 0 0 0,5 2 0 0,1-1 0 0,1 2 0 0,1 0 0 0,1 0 0 0,-4 0 0 0,9 0 0 0,-12 3 0 0,3 3-189 0,0-1 51 16,-1-1 57-16,-7 2-813 0,2 0 431 0,-6 3 209 0,-4 3 105 15</inkml:trace>
  <inkml:trace contextRef="#ctx0" brushRef="#br0" timeOffset="-204637.23">31906 9596 2766 0,'-15'6'0'0,"0"9"0"0,10-3 0 0,5-5 0 0,0-1 0 0,0-1 0 0,5-1 0 0,10-2 0 0,7 2 0 0,1-3 0 16,4 1 770-16,4-2-375 0,10 0-395 0,-3 0 0 0,-2 0 0 15,1 0 0-15,-4 0 0 0,-4 0-6 0,4 0-140 16,-5 0 93-16,2 0 45 16,-8 0-926-16</inkml:trace>
  <inkml:trace contextRef="#ctx0" brushRef="#br0" timeOffset="-204104.9">32411 9439 3446 0,'0'-18'0'0,"0"15"0"0,0 2 0 0,8-3 0 0,2 3 0 0,2-1 0 0,6 0 0 0,4 2 0 0,0 0 0 0,11 0 0 16,8 0 155-16,3 0 175 0,4 0-330 0,2 0 0 0,-3 0 0 0,-12 0 0 0,7 0 0 16,-5 0 0-16,-3 0 0 0,-4 0 0 0,-5 0-43 15,-5 0 22-15,-2 0-559 0,-4 0 242 0,-6-1 182 16,-2-1-108-16,-4-4-422 0,-2 0 321 0,-2 1 160 15,-9-1-322-15,-1 3 231 0,-6-1 131 0,1 0 0 16,-3 0 83-16,3 3 44 0,1-2 38 0,8 3 0 16,-12 0 0-16,6 0 0 15,-2 0 0-15,4 0 0 0,1 6 0 0,-1 1 0 16,2 5 509-16,-5 3-297 0,0 6-39 0,-2 2-93 16,2 2 645-16,-5 8-330 0,-5 4-180 0,3 2 517 15,-1 2-344-15,3 1-171 0,-1 4-87 0,9-10 25 16,-3 11-155-16,7-12 0 0,1 4 0 0,7-3 0 15,0-3 0-15,0-2 0 0,0-2 0 0,12-4 0 16,4-3 0-16,1-3 0 16,0-6 0-16,4-3 0 0,7-5 0 0,-6-5 0 15,2 0 0-15,0-4 0 0,-2-11 0 0,-9 1 0 16,4-6 0-16,-9 0-50 0,-3-3-2 0,-3 1 8 16,-2 1-1-16,0-1-10 0,-13-1 200 0,-7 4-94 15,-2 3-47-15,-6-1 0 0,-4 3 38 0,1 3-42 16,-1 4 0-16,4 1 0 0,7 4 0 0,-2 0 0 15,3 2 0-15,10 0 0 0,0 0 0 0,2 0 0 16,5 4 0-16,3 4 0 0,0 1 0 0,0-2-90 16,9 3-417-16,3-3 199 0,6-1 131 0,1-2 67 15,6-4-582-15,-4 0 312 16,4-2 174-16</inkml:trace>
  <inkml:trace contextRef="#ctx0" brushRef="#br0" timeOffset="-203712.48">32589 8584 2361 0,'4'-3'0'0,"19"-3"0"0,-2-4 0 0,0 2 0 0,0 3 0 0,2 0 0 0,-4 0 0 0,4-2 0 0,2 4 0 0,3-3 0 0,1 2 212 0,-1 1-90 0,0-1-38 0,-1 0-1 16,-7 0-38-16,3 1-1 0,-5 0 158 16,-4 1-85-16,-4 0-36 0,1 2 96 15,-7 0-67-15,1 0-32 0,-3 0 10 0,-1 0 24 16,1 0-97-16,0 0-15 0,-1 0 0 0,1 0 0 16,0 7 0-16,0 4 0 0,-1 1 0 0,2 6 0 15,0 4 0-15,-1 3 0 0,0 4 0 0,-2 2 0 16,0 2 0-16,0 6 0 0,0 3 0 0,0-2 0 15,-2-4 0-15,-3 9 0 0,1-12 0 0,0 5 0 16,1-4 0-16,-1-1 0 0,3-7 0 16,-1 6 0-16,-3-9-331 0,3 0 8 15,-3-3 138-15,1-3 71 0,0-6-437 0,1 0 259 16,-2-3 123-16,-2-2-421 0,0-5 273 0,1-1 136 16,-8 0 57-16</inkml:trace>
  <inkml:trace contextRef="#ctx0" brushRef="#br0" timeOffset="-203538.49">32651 8915 3173 0,'-17'-2'0'0,"7"0"0"0,2 2 0 0,3-1 0 0,5 1 0 0,0-3 0 0,3 2 0 0,17 1 0 0,10 0 0 0,10 0 0 0,2 0 264 0,8 0-110 16,3 0-43-16,2 0 118 0,4 0-229 0,-1 0 0 0,-3 0 0 15,-2 0 0-15,-10 1 0 0,7 5 0 0,-8-1 0 16,-5 3 0-16,-1 1-102 15,2 4 46-15,-8 4-1244 0</inkml:trace>
  <inkml:trace contextRef="#ctx0" brushRef="#br0" timeOffset="-203379.94">33241 9474 3084 0,'-14'-17'0'0,"14"17"0"16,0 0 0-16,0 0 0 0,0 0 0 0,0 0 0 0,0 0 0 0,0 0 0 0,0 0 0 0,2 6 0 0,1 5-24 0,6 2 34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2:12:07.9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2308 9905 984 0,'-5'0'-1'0,"2"0"1"0,-1 0 0 0,1 0 0 0,2 0 0 0,-1 0 0 0,0 0 0 0,1 0 0 0,1 0 0 0,0 0 0 0,-2 0 109 0,2 0 55 0,0 0-56 0,0 0-1 16,0 0-56-16,0 0 70 0,0 0-23 0,0 0-12 15,0 0-35-15,0 0 0 0,0 0 0 0,0 0 0 16,2 0 12-16,1 0 122 0,-1 0-67 0,2 1-34 16,0-1 33-16,-1 2-33 0,2 0 13 0,-2-2-47 15,1 2 47-15,-1-2-46 0,1 1 0 0,0-1 30 16,-2 2-17-16,3-2-13 15,-3 0-1-15,1 0 23 0,0 0-22 0,1 0 0 16,-2 3 12-16,1-3 25 0,-1 0-37 0,1 0 0 16,3 1-3-16,-4-1 2 0,3 2 14 0,-2 0-63 15,1-2 50-15,-3 2-36 0,3-2-15 0,-1 1 0 16,2 2 0-16,2-3 0 0,-4 2 0 0,2-2 0 16,0 1 0-16,-1 1 0 0,1-2 0 0,3 2 0 15,-2 0 0-15,1-2 0 0,0 2 0 16,1-2 0-16,-1 2 0 0,-1-2 0 0,3 1 0 15,-1 1 0-15,-3-2 0 0,2 2 0 16,-2-2 0-16,2 2 0 0,0 0 0 0,-2-2 0 16,1 2 0-16,2 0 0 0,-4 0 0 0,5-1 0 15,-2 2 0-15,0-2 0 0,-1 1 0 0,2 1 0 16,1-2 0-16,-2 1 0 0,-1 0 0 0,2 0 0 16,-1 0 0-16,2 1 0 0,-3-1 0 0,2 2 0 15,-1 0 0-15,2-1 0 16,-1 1 0-16,0 0 0 0,4 2 0 0,-5-4 0 15,4 3 0-15,-1 1 0 0,0-2 0 0,5-1 0 16,-3 3 0-16,0-2 0 0,4 0 0 0,-2 2 0 16,0-3 0-16,0 1 0 0,-1 1 0 0,1-1 0 15,0 0 0-15,-2 1 0 0,3 2 0 0,-3-4 0 16,3 2 0-16,-2-1 0 0,1 2 0 0,0-2 0 16,2 2 0-16,-5-4 0 0,4 5 0 0,-2-2 0 15,1-1 0-15,-2 1 0 0,1-1 0 0,2 0 0 16,-1 2 0-16,-2-3 0 0,5 1 0 0,-5 0 0 15,0 0 0-15,2-1 0 16,2 1 0-16,-4 0 0 0,4-2 0 0,-3 1 0 16,2 2 0-16,-2 0 0 0,1-1 0 0,0 0 0 15,2-2 0-15,-2 3 0 0,0-1 0 0,-1 1 0 16,2-1 0-16,-1 0 0 0,2-1 0 0,-2 3 0 16,2-2 0-16,-2 2 0 0,2-1 0 0,-2-1 0 15,2 2 0-15,-2-1 0 0,4 1 0 16,-1 0 0-16,-1 0 0 0,4-4 0 15,-3 4 0-15,4-2 0 0,-4 1 0 0,5 1 0 16,-4-3 0-16,2 3 0 0,0-3 0 0,-2 1 0 16,1-1 0-16,0 3 0 0,-3 1 0 0,3-3 0 15,-3 2 0-15,2-1 0 0,2 3 0 0,-5-1 0 16,3 1 0-16,-1 0 0 0,-1-1 0 0,3 1 0 16,1-1 0-16,-2 1 0 0,1-1 0 0,2 1 0 15,-1-1 0-15,0 1 0 0,2 0 0 0,-2-1 0 16,0-2 0-16,3 3 0 15,2 1 0-15,-2-1 0 0,-4-1 0 0,9 3 0 16,-10-2 0-16,9-1 0 0,-5 2 0 0,1 0 0 16,-3-3 0-16,3 3 0 0,1 0 0 0,0 1 0 15,0-2 0-15,-1 0 0 0,-1-1 0 0,5 3 0 16,-3-3 0-16,1 2 0 0,-2-2 0 0,3 3 0 16,-6-2 0-16,8 3 0 0,-7-2 0 0,1 1 0 15,3-1 0-15,-2 1 0 0,-1 0 0 0,4 0 0 16,0 0 0-16,-1-1 0 15,1 0 0-15,-1 0 0 0,-3 1 0 0,7-1 0 16,-4 1 0-16,0-1 0 0,3 1 0 0,-3-1 0 16,-1-2 0-16,4 5 0 0,-2-3 0 0,1 1 0 15,1-1 0-15,2 1 0 0,-2-1 0 0,2 0 0 16,0 1 0-16,2-1 0 0,-2 1 0 0,2 1 0 16,4-2 0-16,-4 0 0 0,1 2 0 0,1-1 0 15,1 1 0-15,-2-1 0 0,3 1 0 0,-2 0 0 16,1 0 0-16,5 1 0 0,-7-1 0 15,9 1 0-15,-8-1 0 0,9 2 0 16,-4-1 0-16,3 2 0 0,0-1 0 0,-2 2 0 16,-2-4 0-16,7 4 0 0,-3 0 0 0,-1 1 0 15,-2-3 0-15,2 1 0 0,-3-2 0 0,7 5 0 16,-4-2 0-16,1-3 0 0,-3 3 0 16,3 1 0-16,-4-3 0 0,9 4 0 0,-7-2 0 0,3 0 0 15,-3 0 0-15,3-2 0 0,-7 0 0 16,10 4 0-16,-3-4 0 0,-3 2 0 15,3 0 0-15,1 0 0 0,-5-2 0 0,10 4 0 16,-4-3 0-16,3 0 0 0,-4-1 0 0,2 2 0 16,-7-1 0-16,9 1 0 0,-2-2 0 0,-4 2 0 15,4-1 0-15,-7-1 0 0,11 2 0 0,-8-3 0 16,1 5 0-16,-1-3 0 0,1-1 0 0,-4 2 0 16,8 4 0-16,-6-4 0 0,1 2 0 0,-1 0 0 15,0 0 0-15,-5-3 0 0,8 6 0 0,-3-6 0 16,-2 3 0-16,3 0 0 0,-3 1 0 0,-3-4 0 15,9 2 0-15,-4-1 0 16,0 3 0-16,-1-3 0 0,1 2 0 0,-5-4 0 16,8 4 0-16,-7-2 0 0,3 1 0 0,-2-1 0 15,2 3 0-15,-4-2 0 0,7-1 0 0,-1 2 0 16,-5-2 0-16,2 1 0 0,2-2 0 0,-2 0 0 16,2 1 0-16,-2 0 0 0,2-3 0 0,-3 3 0 15,1 0 0-15,-3-2 0 0,8 0 0 0,-7-1 0 16,2 1 0-16,-5-1 0 0,1-1 0 0,2 3 0 15,-4-3 0-15,3 0 0 16,1 0 0-16,-5 0 0 0,2 1 0 0,0-1 0 16,-4-2 0-16,2 3 0 0,-4-3 0 0,-2 0 0 15,1-1 0-15,-4 0 0 0,0-1 0 0,-2 0 0 16,0-1 0-16,-4-1 0 0,-2-1 0 0,-4-2 0 16,-2 0 0-16,-1 0 0 0,-4-2 0 0,-2 2 0 15,0-2 0-15,-2 0-38 0,0 1-280 0,-4 6 115 16,-13 8-925-16</inkml:trace>
  <inkml:trace contextRef="#ctx0" brushRef="#br0" timeOffset="1189.05">4937 10562 1397 0,'0'-19'0'0,"0"7"0"0,0 4 0 0,0-2 0 16,0 1 0-16,0 1 0 0,0-1 0 0,-2 4 0 0,-1 2 0 0,3 2 0 0,0-2 80 0,0 1 238 0,0 2-136 0,0 0-56 0,0 0-7 15,0 6-36-15,0 5-1 0,3 3-35 16,-1 0 148-16,-2 5-63 0,0 0-48 0,0 1-1 0,0 1 73 16,0-2-55-16,-2 2 1 0,-1-3-44 15,-4 0 38-15,4-4-50 0,-1-4 1 0,2-1 45 0,0-3 1 16,2-2-35-16,-1-2 18 0,1-1 0 15,0-1-74-15,0 0-2 0,0 0 0 16,0-9 0-16,0-5 0 0,0-4 0 0,0-2 0 16,3-1 0-16,1 0 0 0,1-2 0 0,2 5 0 15,-2-1 0-15,-2 1 0 0,-1 8 0 0,2-1 0 16,-2 5 0-16,0 2 0 0,-2 2 0 0,0 1 0 16,0 1 0-16,0 0 0 0,2 0 0 0,-2 9 0 15,0 4 0-15,0 2 0 0,1 0 0 0,-1 2 0 16,0 0 0-16,2-2 0 15,-2 2 0-15,0-4 0 0,0 0 0 0,0-4 0 16,0 2 0-16,0-1-161 0,0-2 8 0,0-1 60 16,0 1 0-16,0 1-399 0,-5 2 211 0,-5 6 123 15,0 6 55-15,-7 9-597 0</inkml:trace>
  <inkml:trace contextRef="#ctx0" brushRef="#br0" timeOffset="1595.87">4522 11223 2531 0,'0'-6'-8'0,"0"3"2"0,-2-4 3 0,0 4 2 0,2-1 1 0,-2 2 0 0,2 0 0 0,-1 0 0 0,1 2 0 0,0 0 0 0,0 0 126 0,0 4 94 0,0 9-86 15,3 8-43-15,1 3 159 0,-1 6-101 0,1 6-38 16,-1 9-12-16,-1 0 139 0,-2 4-238 0,0 4 0 16,0 1 0-16,0-2 0 0,0 4 0 0,0 1 0 15,0 0 0-15,0-1 0 16,0-4 0-16,0 1 0 0,0-2 0 0,0-6 0 15,0-7 0-15,0 3 0 0,0-6 0 0,0 0 0 16,0-11 0-16,0 0 0 0,0-3 0 0,0-9 0 16,0 1 0-16,-2-6 0 0,-1-3 0 15,-3-2-84-15,3-2-268 0,-6 0 151 0,2 0 77 0,-2-6-455 16,2-11 269-16,-2-9 130 0,7-12 64 0,-1-7-294 16,3-8 180-16,0-6 78 0</inkml:trace>
  <inkml:trace contextRef="#ctx0" brushRef="#br0" timeOffset="1879.45">4457 11437 2338 0,'0'-19'0'0,"0"0"0"0,0 0 0 0,0 1 0 0,0-2 0 0,3 2 0 0,4-1 0 0,5 3 0 0,4 2 0 0,5-1 0 0,-3 8 524 16,7 0-243-16,-1 1-117 16,-2 4-58-16,5 2 149 0,-2 0-104 0,-5 0-39 0,1 8-112 0,3 4 0 15,-6-1 0-15,-4 6 0 16,0 2 0-16,-4 0 0 0,-4 4 0 0,-3 1 0 15,-3 2 0-15,0-1 0 0,-5-3 0 0,-11 6 0 16,-2-3 0-16,-2-3 0 0,-1-2 0 0,1-2 0 16,1-6 0-16,-4 4 0 0,2-7 0 0,-1 1 0 15,3-4 0-15,3-5 0 0,-1 3 0 0,4-4 0 16,3 2 0-16,1-2 0 0,2 2 0 0,3-2 0 16,1 0 0-16,1 0-388 0,2 1 18 0,0 2 162 15,0 3 79-15,0 0-349 0,2 3 203 0,5 4 120 16,4-2-504-16,-1 4 305 15</inkml:trace>
  <inkml:trace contextRef="#ctx0" brushRef="#br0" timeOffset="2280.21">4890 11846 3406 0,'0'0'-8'0,"0"0"1"0,0-2 0 0,0-1 3 0,0 0 0 0,0 0 2 16,0 1-2-16,-2 1 1 0,2-2 2 0,0 3 1 0,0 0 116 0,0 0 85 0,0 0-66 0,0 0-50 0,0 4-57 0,0 7-28 0,0 6 0 15,0 5 0-15,2 5 0 0,-1 2 0 16,1 4 0-16,-2-1 0 0,0 2 0 16,0-1 0-16,0 0 0 0,0-2 0 0,0-1 0 0,0 1 0 15,0-5 0-15,0-6 0 16,0 3 0-16,0-2 0 0,0-4 0 0,0-5 0 0,0 0 0 0,0-4 0 16,0-5 0-16,-2 1 0 0,2-4 0 15,-1 0 0-15,-3 0 0 0,3 0 0 0,-6 0 0 16,3 0 0-16,0-4 0 15,4 1 0-15,-5-2 0 0,3 2-460 0,0-1 134 16,2 0 139-16,0 0-1142 0</inkml:trace>
  <inkml:trace contextRef="#ctx0" brushRef="#br0" timeOffset="4443.14">10909 12933 1929 0,'2'-19'0'16,"0"9"0"-16,-1 1 0 0,4-2 0 0,-1 6 0 0,-2 1 0 0,-1 2 0 0,3 1 0 0,0 1 0 0,-1 0 0 0,3 18 81 0,-4 6 251 0,-1 12-134 0,-1 17-82 0,0 10-36 0,-7 5 111 15,-4 6-74-15,-1 5-37 0,1-1 12 16,0 3 198-16,1-1-123 0,3 0-62 0,3-9-30 16,4-3 3-16,0-16-78 0,0 3 0 0,2-11 0 15,6-10 0-15,3-1 0 0,4-7 0 16,-1-8 0-16,2-3 0 0,1-3 0 0,-2-5 0 15,0-5 0-15,-2-2 0 0,1 0 0 0,-1-7 0 16,-1-13 0-16,0 0 0 0,1-4 0 0,1-4 0 16,-2-2 0-16,2 0 0 0,3-4-706 0,0 2 228 15,5-6 217-15,-5 10-593 0,4-2 395 0</inkml:trace>
  <inkml:trace contextRef="#ctx0" brushRef="#br0" timeOffset="4679.64">11459 13435 3915 0,'4'-2'0'0,"-2"-1"0"0,0 2 0 0,-2 1 0 0,0 0 0 0,0 1 0 15,0 14 0-15,0 1 0 0,0 5 0 0,-2 7 0 0,-2 2 16 0,1 4-16 0,-1 1 0 0,2 1 0 0,-1-2 0 0,1 0 0 16,2-2 0-16,0-3 0 0,0-2 0 16,0-4 0-16,0-2 0 0,0-3 0 15,0-3 0-15,0-3 0 0,0-2 0 0,0-5 0 16,0 1 0-16,0-3 0 0,0-2 0 0,0 2 0 15,0-3 0-15,0 0 0 0,-2 0 0 0,0 0 0 16,-1 1 0-16,1-1 0 0,2 0 0 0,-1 0 0 16,1 0-301-16,0 2-29 0,0-2 143 0</inkml:trace>
  <inkml:trace contextRef="#ctx0" brushRef="#br0" timeOffset="9098.84">6572 11664 672 0,'0'0'0'0,"0"0"0"15,0 0 0-15,-1-2 0 0,-2 0 0 0,3 1 0 0,-2 1 0 0,2-2 0 0,0-1 0 0,0 3 0 0,0-1 41 0,-3-2 0 0,1 2 10 0,2 1-10 0,-2-2-1 0,0-1 176 16,1 2-88-16,-1 0-44 0,2-1 11 0,-2 0-9 15,0-1 0-15,1 3-45 0,1-1 0 0,-2 1 129 16,2-2-59-16,0 0-41 0,-2 2 1 0,-1 0 132 16,3-1-82-16,-1 1-29 0,1-3-11 0,-3 3 109 15,3-1-74-15,-2 1 41 16,2-2-58-16,0 2-19 0,0-3-11 0,0 3 20 16,0 0-48-16,0 0 0 0,0 0-1 0,0-1 25 15,0 1-24-15,0 0 0 0,0-2-34 0,0 0-1 0,0 2 35 16,0-1 10-1,0-2-54-15,5 2-1 0,3-2 11 0,-1 1 0 0,3 1 19 16,-2-1 15-16,5-1-24 0,1 3 39 16,1 0-33-16,1 0-18 0,3 0-5 0,4 0 0 0,7 0 0 0,-2 0 0 15,4 0 0-15,9 0 0 16,-2 0 0-16,-1 0 0 0,9 0 0 16,-11 0 0-16,3 0 0 0,-3 0 0 0,-2 0 0 0,-1 0 0 15,-3 0 0-15,-3 5 0 0,-1-4-9 0,-5 4-23 16,-2-1 73-16,0-1-41 0,-4-1 0 0,-4-1-2 15,0 2 4-15,-3-1-2 16,0-2 0-16,-5 0 0 0,1 0 0 0,-3 0 0 0,1 0 0 16,1 0 0-16,-3 0 0 0,0 0 0 15,0 0 0-15,0 0-233 0,0 0 32 0,0-2 84 16,0-1 51 0,0 2-639-16,0-3 337 0,0 3 164 0,0-6 82 0,0 4 41 0,0-2-1 0</inkml:trace>
  <inkml:trace contextRef="#ctx0" brushRef="#br0" timeOffset="9417.28">7234 11193 2552 0,'-6'-4'0'0,"3"2"0"0,-2 0 0 0,4 0 0 0,-2-1 0 0,1 2 0 0,2 0 0 0,0 1 0 0,0 0 0 16,0 0 0-16,0 0 203 0,0 0-81 0,0 0-42 0,0 7 5 0,6 4 0 16,2 4-36-16,1 6 171 0,0 1-90 0,1 7-45 15,-1 2-1-15,2 2 118 16,-1 2-168-16,1-1-34 0,1 2 0 0,-3-5 0 16,0-2 0-16,1-2 0 0,-3-4 0 0,1 0 0 15,-1-4 0-15,-1-3 0 0,-3-1 0 0,1-3 0 16,-2-5 0-16,1 1 0 0,0-5 0 0,-3 0 0 15,0-3 0-15,0 0 0 0,0 0-169 0,0 0 65 16,0 0-2-16,-8 0-504 0,4-3 285 0,-2 2 143 16</inkml:trace>
  <inkml:trace contextRef="#ctx0" brushRef="#br0" timeOffset="10295.84">5548 11593 1776 0,'-7'-6'0'0,"2"2"0"0,0 0 0 0,-4 1 0 0,5-4 0 0,-3 5 0 0,4-3 0 0,-2 4 0 0,0-3 0 0,3 1 0 0,2 2 96 0,0 1 248 0,0 0-152 16,0 0-75-16,2 0 107 0,9 0-92 0,5 0-35 0,2 0-11 16,7 1 53-16,-1 2-49 0,5-1-1 0,-2-2-48 15,3 0 155-15,2 2-83 16,4-2-36-16,-4 0 37 0,2 0-106 0,0 0-8 16,-2 0 0-16,-2 0 0 0,0 0 0 0,-4 0 0 15,-6 0 0-15,2 0 0 0,-8 0 0 0,-1 0 0 16,-2 1 0-16,-1 1-184 0,-8 1 30 0,0-3 47 15,1 1-164-15,-2-1 88 0,-1 0 76 0,0 0-357 16,0 0 211-16,0 0 106 0,0-4 43 0,-1-6-476 16,-4-2 270-16</inkml:trace>
  <inkml:trace contextRef="#ctx0" brushRef="#br0" timeOffset="10522.32">5988 11387 2455 0,'-4'0'0'0,"3"-1"0"0,-3-1 0 0,4 2 0 0,0 0 0 0,0-2 0 0,0 2 0 0,7 0 0 0,8 0 0 0,0 0 0 0,5 5 150 0,5 5 154 0,-8 1-122 16,9 3-76-16,-1-1-32 0,-4 0 44 0,-3 0-39 15,1-1 0-15,-3 7-28 0,-3-5-70 16,-6 3 30-16,-3-1-1 0,-3 4-69 0,-1-1 59 16,-1 2-9-16,-12 0 50 0,-5 1-135 0,-2-2 68 15,-2 1 7-15,-3-3 7 0,0 1-306 0,-1-3 157 16,2 2 44-16,-4-3-489 0,0-2 282 0,1 2 132 15,-1 0 81-15,3 2-216 0,1 0 143 0</inkml:trace>
  <inkml:trace contextRef="#ctx0" brushRef="#br0" timeOffset="10949.31">5976 11947 1708 0,'0'0'0'0,"0"0"0"0,0 0 0 0,0-3 0 0,0-5 0 0,0-2 0 0,0 1-1 0,0-2 1 0,0-1 0 0,0 4 0 0,0-2 97 0,0-1-10 0,-3 1-34 16,1 1-13-16,-5 0 1 0,1 1-1 0,-2 2 64 15,-1 0-37-15,-3 3 0 0,-2 1 33 16,-2 0-29-16,-4 2 0 0,1 0-21 16,-4 2 173-16,-2 8-92 0,2 3-45 0,0-2 160 15,3 4-104-15,3-4-40 0,2 4-36 0,4 1 123 16,1-2-75-16,3 1-77 0,4 2-37 0,3-2 0 15,0 3 0-15,0-2 0 0,1 1 0 0,13 0 0 16,2 1 0-16,1-3 0 0,8 5 0 0,0-6 0 16,0 1 0-16,-1-1 0 0,1 1 0 0,-2-4 0 15,-2 2 0-15,-1 0 0 16,-3 0 0-16,-4 1 0 0,-4-1 0 0,-3-4 0 16,-2 6 0-16,-4-4 0 0,0 5 0 0,-6-3 0 15,-13 4 0-15,-1-3 0 0,-7-1 0 0,-3 2 0 16,-1-1 0-16,-4-3 0 0,1-3 0 0,2-1 0 15,4-3 0-15,6-2 0 0,1-2 0 0,1 0 0 16,8 0 0-16,2 0 0 16,2 0 0-16,4-2 0 0,4 0-423 0,0-7 47 0,6-1 157 0,17-1-596 15,2-2 388-15,3-1 193 16,3 1 96-16</inkml:trace>
  <inkml:trace contextRef="#ctx0" brushRef="#br0" timeOffset="11228.71">6173 12104 3279 0,'6'0'0'0,"-3"1"0"0,-1 1 0 0,0 2 0 0,-1-4 0 0,-1 0 0 0,0 0 0 0,0 3 0 0,0-2 0 0,0 2 0 0,0 5 342 0,0 1-156 0,0 4-62 16,0 3-124-16,0 0 0 0,2 5 0 0,0 4 0 15,0-4 0-15,1 3 0 0,-3 5 0 16,4-4 0-16,0 3 0 0,1-2 0 0,-4-1 0 0,3 0 0 15,-2 3 0-15,-1-8 0 0,-1 3 0 0,0-3 0 16,0 0 0-16,0-6 0 0,0 1 0 0,0-5 0 0,0-1 0 16,0-4 0-16,0-1 0 15,-1-1 0-15,-1-3 0 0,2 0 0 16,-2 0 0-16,2 0 0 0,0 0 0 0,-2 0-339 16,2 0-95-16,0 0 197 0,0 0-361 0,0 0 278 0,2-7 139 15</inkml:trace>
  <inkml:trace contextRef="#ctx0" brushRef="#br0" timeOffset="11394.2">6644 12540 3931 0,'0'0'0'0,"0"0"0"0,0 0 0 0,0 0 0 0,0 3 0 0,0-3 0 0,0 0 0 0,0 0 0 0,0 0 0 0,0 0 0 0,0 0 0 16,0 0 0-16,0 0 0 0,0 0 0 15,2 0 0-15,1 0 0 0,5 0 0 0</inkml:trace>
  <inkml:trace contextRef="#ctx0" brushRef="#br0" timeOffset="12974.07">4830 10708 1127 0,'0'-5'0'0,"0"1"0"0,0 1 0 0,0-4 0 0,0 4 0 0,0-2 0 0,0 4 0 0,0-1 0 0,0-2 0 0,0 3 0 0,0-1 130 0,0-1-45 0,1 2 85 0,1-1-65 16,-2 0-34-16,2 0 10 0,-2 2 117 0,2 0-80 15,-2 0-40-15,0 0 1 0,0 0 67 0,0 0-45 16,0 0-36-16,0 2 227 0,0 9-127 0,-7 4-63 15,0 2-32-15,-2 0 225 0,4 0-133 0,-1 1-61 16,3 2 62-16,3-2-136 16,0-3-27-16,0-3 0 0,0 1 0 0,5-3 0 15,2-5 0-15,4 1 0 0,-3-3 0 0,1-3 0 16,4 0 0-16,-3 0 0 0,-1-3 0 0,4-8 0 16,-5-7 0-16,1 0 0 0,-3-1 0 0,0-2 0 15,-2 0 0-15,-2 2 0 0,0 2 0 0,-2 5 0 16,0 0 0-16,0 1 0 0,0 4 0 0,0 1 0 15,-6 2 0-15,0 1 0 0,0 3 0 0,-1 0 0 16,0 0 0-16,0 3 0 0,-2 7 0 0,2 0 0 16,1 5 0-16,5-3 0 0,-1 1 0 0,2 2 0 15,0 0 0-15,0-1 0 16,2-1 0-16,5 0 0 0,3-2 0 0,1 1 0 16,-4-5 0-16,5-2 0 0,-3 0 0 0,-2 0 0 15,2-3 0-15,-3-2 0 0,0 0 0 0,0 0 0 16,-1 0 0-16,0-7 0 0,0-7 0 0,-2-3 0 15,2-5 0-15,-2-5 0 0,-1 1 0 16,0-2 0-16,-2-1 0 0,0 5 0 0,0 5 0 0,0-1 0 16,-7 7 0-16,2 3 0 15,0 3 0-15,-1 3 0 0,1 2 0 0,-5 2 0 16,3 0 0-16,-1 6 0 0,1 9 0 0,0 5 0 16,2 1 0-16,-1 6 0 0,6 1 0 0,0-4 0 15,0-4 0-15,0 3 0 0,2-4 0 0,7-4 0 16,0-2 0-16,1-6 0 0,-2 0 0 0,2-4 0 15,0-3 0-15,-3 0 0 0,2 0 0 0,0-6 0 16,-3-7 0-16,1-4 0 0,-1-3 0 0,0-1 0 16,-1-1 0-16,-3 0 0 0,1-1 0 0,-3 4 0 15,0 2 0-15,0 2 0 16,0 5 0-16,-5 1 0 0,0 3 0 0,-3 5 0 16,1-2 0-16,-1 3 0 0,1 0 0 0,-3 4 0 15,3 9 0-15,1 5 0 0,-1-2 0 0,3 3 0 16,2-2 0-16,2 0 0 0,0-2 0 0,0-4 0 15,0-2 0-15,0-3 0 0,4-2 0 0,0 0 0 16,-1-4 0-16,2 0 0 0,-4 0 0 16,1-3 0-16,0-8 0 0,-2 2 0 15,0-1 0-15,0 1 0 0,0 1 0 0,-2 1 0 16,-4 1 0-16,1 3 0 0,-1 1 0 0,2 0 0 16,0 2 0-16,1 0 0 0,0 15 0 0</inkml:trace>
  <inkml:trace contextRef="#ctx0" brushRef="#br0" timeOffset="17545.36">3306 7758 522 0</inkml:trace>
  <inkml:trace contextRef="#ctx0" brushRef="#br0" timeOffset="18566.09">3298 7758 999 0,'-5'0'0'0,"3"0"0"0,0 0 0 0,2 1 0 0,0-1 0 0,-3 2 0 0,3-2 0 0,0 0 0 0,0 0 0 0,0 0 0 0,0 2 50 0,0-2-67 16,0 2 74-16,0-2-12 0,0 3 0 0,3-3 9 0,-1 0-10 0,5 0 0 15,-2 0 51-15,0 0-50 16,3 0 0-16,2 0 0 0,-3 0 5 0,2 0-4 16,0 0 10-16,-1-3-30 0,1-1 21 0,-1 1-1 15,2 1 5-15,-3-1-40 0,1-2 49 0,2 2-13 16,-2 0-6-16,4-4-36 0,-2 1-7 0,0 1 43 16,0 0-60-16,3-3 55 0,-3 0-8 0,3-1 7 15,-1 1-48-15,2 1 44 0,-1 0 2 0,2-1-36 16,1 1 28-16,0-1 3 0,-2-2-4 0,1 3-18 15,0-1 25-15,0-1-6 0,2 1-2 16,-2-1-10-16,2 0 9 0,0-1 2 16,1 1-24-16,0 0 21 0,0-1 1 0,4 0-31 15,3 1 29-15,-8 1 1 0,6-2 1 0,3 0-37 16,-3 2 33-16,1-2-2 0,0 4 1 0,4-3-27 16,-5 1 30-16,4-3-7 0,-2 1 2 0,2-1-18 15,-1 0 16-15,2 0-2 0,1-1 4 16,-1-1-4-16,0 0 1 0,2-2-32 0,0 2 31 0,0-4-1 15,2 2 3-15,0-2 15 16,8-2-18-16,-5 2 0 0,-2 2 1 0,1-2 38 16,1 3-38-16,-1-1 2 0,1 1-1 0,-5 1-44 15,2 0 44-15,-2 2 2 0,5-2-40 0,1-3 36 16,-7 5 0-16,4-4 1 0,1 0-13 0,0-2 11 16,0 3 0-16,4-7 47 0,-1 4-47 0,2-2-2 15,-1-1 1-15,-2 6 44 0,7-6-4 0,-4 0-36 16,3 0-1-16,-3 1 22 0,3 0-19 0,-1 2 13 15,1-4-16-15,-4 3 10 16,1 1-3-16,-5 4-60 0,7-5 59 0,-8 2 3 16,9 1-7-16,-4 0 0 0,0 0-3 0,-1 0 4 15,0-2 0-15,-6 4-27 0,6-2 20 0,1 0 3 16,2-1-2-16,-3-2 47 0,-1 1-46 0,-2 2 4 16,7-1 42-16,-4-2-42 0,0 1 5 0,0 1-8 15,3-1 7-15,-4 1 2 0,9-2 0 0,-4 1 2 16,1 0-4-16,-2-2 0 0,1 3 2 0,-4 0 4 15,7-2-7-15,-2 1 1 0,-1 0-4 0,-1 0-23 16,-3 0 26-16,-1 2 4 16,6-4 8-16,-2 3-12 0,-2 1-1 0,2 0 0 15,-1 0-25-15,-1-1 29 0,5 0-5 0,-2 0 6 16,0-2-6-16,3 3 0 0,2-2-2 0,-10 1-19 16,13-4 18-16,-4 2 3 0,-1-1-2 0,2-1 7 15,1 0-6-15,3-1 2 0,-2 0-30 0,3 1 26 16,-1-3 1-16,3 0-1 0,5-3-21 15,-8 4 24-15,0-1-6 0,1 1-32 16,-3-1 31-16,2 1 1 0,-2 1-3 0,1 1-23 16,2-1 24-16,-3 0 0 0,1 2-5 0,2-2 2 15,1 0 0-15,1-2 0 0,7-1 1 0,-5-1-2 16,1 0 2-16,3 1 3 0,-5 2-2 0,13-8-1 16,-4 3-1-16,1 1-15 0,-1-1 16 0,-1 1-8 15,-8 2 2-15,15-4-14 0,-7 1 18 0,3 1 0 16,1-2 0-16,3 2-12 0,4-4 12 0,10-3-3 15,-6 1-1-15,-7 4 2 0,6-2 1 16,14-5 6-16,-16 7-7 0,15-10 0 16,-20 12 1-16,6-3-2 0,-7 6-6 0,-4-2 0 15,-16 5 1-15,3 0-8 0,-5 1 10 0,0 5 3 16,-7-1 2-16,0 2 37 0,-4 3-37 0,-1-1 1 16,-2 1 36-16,0 1-38 0,-4-1 0 0,0 1 0 15,-4 1 0-15,4-3 0 0,-9 4 0 0,1-1 0 16,-2 3 0-16,-6-2 0 15,-2 5 0-15,-1-3 0 0,-3 2 0 0,-1 2 0 0,-2-2 0 16,-1 1 0-16,-2 2 0 0,0 0 0 16,0 0 0-16,0-1 0 0,0-1 0 0,-2 2 0 15,-10 0-819-15,-2 0 356 0,-15 12 205 0</inkml:trace>
  <inkml:trace contextRef="#ctx0" brushRef="#br0" timeOffset="20237.39">6770 6205 1769 0,'-3'-2'0'0,"0"-1"0"0,1 2 0 0,2-1 0 0,0 2 0 0,-4 0 0 0,4 0 0 0,0 0 0 0,0 0 0 0,0 0 0 0,0 3 95 0,4 8 95 0,-2-1-74 15,4 4-36-15,-2 1 0 0,-1 2 188 0,1 4-102 16,-3-1-67-16,1 6 203 0,-2-7-130 0,0 3-64 16,0-1-32-16,0-2 123 0,0-2-83 0,0-6-36 15,0-1-65-15,0-3-15 0,0-3 0 0,0 0 0 16,0-4 0-16,0 0 0 0,0 0 0 0,0-4 0 16,2-11 0-16,5-6 0 0,-2-3 0 0,1-2 0 15,-1-2 0-15,-3 1 0 0,1 6 0 0,1-3 0 16,-1 2 0-16,-3 2 0 0,0 5 0 15,0 6 0-15,0 2 0 0,0 2 0 16,0 2 0-16,0 2 0 0,0 1 0 0,0 0 0 16,0 1 0-16,0 14 0 0,0 0 0 0,0 5 0 15,0 1 0-15,0 0 0 0,0 2 0 0,2-2 0 16,-1-4 0-16,2 1 0 0,-2-5 0 0,1-3 0 16,-2-1 0-16,2-5 0 0,0 0 0 0,-2-4 0 15,0 0 0-15,0 0 0 0,0 0 0 0,0-10 0 16,0-3 0-16,0-4 0 15,0-2 0-15,0-1 0 0,0 1 0 0,0 1 0 16,0 0 0-16,0 3 0 0,0 8 0 0,1-1 0 16,-1 5 0-16,2-2 0 0,0 4 0 0,0 1 0 15,1 0 0-15,-3 6 0 0,2 5 0 0,0 2 0 16,-2 1 0-16,0 2 0 0,0 1 0 0,0 0 0 16,0 0 0-16,0-3 0 0,0 1 0 0,-4-2 0 15,4-5 0-15,0 2-241 0</inkml:trace>
  <inkml:trace contextRef="#ctx0" brushRef="#br0" timeOffset="20255.95">6846 6424 435 0</inkml:trace>
  <inkml:trace contextRef="#ctx0" brushRef="#br0" timeOffset="20902.56">6231 5129 1634 0,'-8'-8'-2'0,"2"7"1"16,3-1 1-16,1-2 0 0,0 4-1 0,2-3 0 0,0 3 1 0,0 0 0 0,0 0 0 0,0 9 0 0,4 5 97 0,3 9 89 0,-2 1-70 0,2 6-35 15,-6 4 0-15,4 6 216 0,-4 4-132 0,-1 0-59 16,0 3-30-16,0 0 209 0,-6-1-119 0,3-4-49 16,-7 8 108-16,5-5-89 0,-2-2-45 0,1-2-14 15,-1-4-77-15,2 1 0 0,0-5 0 0,1-1 0 16,1-2 0-16,-2-7 0 0,4-2 0 0,-4-3 0 16,3 0 0-16,-1-7 0 0,1-2-97 15,0-2-28-15,-1-3 34 0,1 1-7 0,0-4-361 0,-1-1 172 16,0 0 120-16,2 0-311 0,-1-1 204 0,2-14 119 15,0-4 54-15,0-7-428 16,2-9 242-16,2-6 121 0</inkml:trace>
  <inkml:trace contextRef="#ctx0" brushRef="#br0" timeOffset="21166.88">6101 5210 2122 0,'-4'-24'0'0,"1"4"0"0,1 0 0 0,2-3 0 0,0 4 0 0,0 2 0 0,0 3 0 0,7 0 0 0,9 1 0 0,2 2 0 0,8 1 93 0,2 3 100 0,2 2-74 16,4 1-37-16,1 2 153 0,0 2-83 0,-2 0-60 16,1 6 1-16,-6 6 7 0,-1 3-55 0,-5 2 0 15,-5 2 11-15,-2 5-44 0,-4 1-1 0,-4 2 34 16,-6 2 0-16,-1 1 73 0,0 2-26 0,-8 0-11 16,-6 0 19-16,-4 0-100 0,-2-1 0 0,-2-6 0 15,0 0 0-15,1-3 0 16,-1-5 0-16,4-3 0 0,-3-3 0 0,2-2 0 15,0-4 0-15,3 1 0 0,-2-5-92 0,4-1 28 16,4 0-447-16,2 0 221 0,-1 0 83 0,6 0-346 16,-1 0 255-16</inkml:trace>
  <inkml:trace contextRef="#ctx0" brushRef="#br0" timeOffset="21188.94">6223 5504 451 0,'21'-1'0'0</inkml:trace>
  <inkml:trace contextRef="#ctx0" brushRef="#br0" timeOffset="21479.77">6471 5521 1871 0,'2'6'-2'0,"-1"-1"1"0,1-1-1 0,3 0 1 0,-1-4 1 0,3 2 0 0,0-2 0 0,5 0 0 0,2 0 0 0,2 0 0 0,0 0 151 0,4 4 231 0,-3-1-158 15,-1 5-95-15,-1 0 44 0,-4 1-64 0,2 3-32 16,-7 4 0-16,0-1-69 0,-5 3-12 0,-1 3 48 16,0 2 1-16,-7-2 29 0,-8 2 0 0,0-3-18 15,-6 0 50-15,3-2-30 0,-2-7-1 0,3 0-30 16,-3-2 100-16,6-3-145 15,2-1 0-15,3-2 0 0,4-2 0 0,1-1 0 16,1 0 0-16,3 0 0 0,0 0 0 0,0 0 0 16,10 0 0-16,9 0 0 0,6-1 0 0,2-4 0 15,6-2 0-15,-2-3 0 0,3 2 0 0,-1-2 0 16,-1 0 0-16,-6 1 0 0,8-1 0 0,-6 1 0 16,-1 4 0-16,-3-2 0 0,-2 5 0 0,0-2-724 15</inkml:trace>
  <inkml:trace contextRef="#ctx0" brushRef="#br0" timeOffset="21495.81">6977 5722 449 0</inkml:trace>
  <inkml:trace contextRef="#ctx0" brushRef="#br0" timeOffset="23069.16">8094 5538 846 0,'-1'0'0'0,"-2"0"0"0,1 0 0 0,-4 0 0 0,4 0 0 0,-1-2 0 0,1 0 0 0,0 0 0 0,-2 1 0 0,2-2 0 0,2 3 91 0,-1 0-36 0,1-1 49 16,-2 1-30-16,2 0 0 0,0 0-31 0,0 0 162 16,0 0-70-16,0 0-51 0,0 0 141 0,0 0-90 15,0 0-46-15,0-2 118 0,0 2-71 0,2-2-52 16,3 0 1-16,2 1 124 0,3-1-83 0,1 2-40 16,2-3 10-16,3 1 26 0,-2 0-38 0,4 1-1 15,1-1-39-15,2 2 88 0,-3-3-33 16,3 2-10-16,-1 0-86 0,4-2 41 15,-4 1-2-15,0 1-80 0,0-1 34 0,-3 0 1 16,1 0 47-16,-3 0-117 0,-6 1 57 0,0 1 12 16,-2 0-9-16,-3 0-9 0,1 0 40 0,-4 0-1 15,-1 0 72-15,0 0-84 0,0 0-5 0,0 0 0 16,0 0 0-16,0 0 0 0,0 0 0 0,-2 3 0 16,-6 4 0-16,1 5 0 0,0-1 0 0,-1 2 0 15,0 1 0-15,1-2 0 0,2 3 0 0,-5 4 0 16,2-2 0-16,-1 2 0 15,-2 3 0-15,1-1 0 0,-1 6 0 0,0-4 0 16,-2 4 0-16,3-1 0 0,-2 1 0 0,3-4-445 16,0 3 28-16,2-6 186 0,0 1 94 0,0-2-611 15,5-3 352-15,-1-2 165 0,-1-1 99 0</inkml:trace>
  <inkml:trace contextRef="#ctx0" brushRef="#br0" timeOffset="23338.4">7710 6253 2542 0,'-9'6'0'0,"3"-4"0"0,-2 0 0 0,1-2 0 0,5 0 0 0,1 0 0 0,1 0 0 0,0 0 0 0,0 0 0 0,1 0 0 0,13 0 432 0,2-2-183 16,4-2-108-16,4-1-49 0,2-1 220 0,-4 1-149 15,5-1-163-15,-6 2 0 0,4-1 0 0,-4 0 0 16,2 2 0-16,-4 1 0 0,-1 0 0 0,-2 0 0 16,-3 1 0-16,-1-1-44 0,-2 0-37 0,-2 2 62 15,-1-2-720-15,-1 2 363 0,0-2 100 0,-2-1 116 16,0 2-456-16,1-1 286 0,-2-5 132 0,1-2-301 16</inkml:trace>
  <inkml:trace contextRef="#ctx0" brushRef="#br0" timeOffset="23571.8">7995 5989 2552 0,'-10'-5'0'0,"2"2"0"0,1 1 0 0,2 1 0 0,0 1 0 0,3 0 0 0,0 0 0 0,2 0 0 0,0 0 0 0,9 0 0 0,7 0 233 0,8 0-100 0,1 0-44 0,3 0-1 16,-4 3-44-16,4 2 308 0,-5 2-85 16,2 0-117-16,-2 1-127 0,-4 1-23 0,-3 2 0 0,-5 0 0 15,-3-1 0-15,-4 6 0 16,-4-2 0-16,0 1 0 0,-9 4 0 0,-10-1 0 15,-4 1 0-15,-4 2 0 0,3-4 0 0,-3 0 0 16,2-2 0-16,0 0 0 0,6-4-504 0,-6 4 137 16,9-4 168-16,-4 6-239 0,3 0 196 0,-1 2 100 15,1 3 38-15,4 4-542 0,2 1 301 16</inkml:trace>
  <inkml:trace contextRef="#ctx0" brushRef="#br0" timeOffset="24011.65">7928 6708 1814 0,'0'0'0'0,"0"2"0"0,0-2 0 0,0 0 0 0,0 0 0 0,0 0 0 0,0-2 0 0,0-4 0 0,0-3 0 0,0 0 0 0,0-4 72 16,0 1-1-16,0-1 93 0,0 0-61 15,-2 0-29-15,-3 3 11 0,-1-3 93 0,-1 2-67 0,-3 3-33 16,-1 1 178-16,-2 1-106 0,0 4-42 0,-5 0 122 16,-2 2-93-16,-4 0-46 0,4 9-1 0,-3 3 29 0,5-1-119 15,2 5 0-15,2-2 0 0,3 1 0 16,6 3 0-16,1-3 0 0,4 2 0 16,0-3 0-16,0 5 0 0,8-4 0 0,4 2 0 15,10 0 0-15,-4-4 0 0,4 4 0 0,1-2 0 16,0-4 0-16,-7 2 0 0,2-1 0 15,-4 1 0-15,-2-2 0 0,-3 2 0 0,-3 0 0 0,-3-1 0 16,0 1 0-16,-3-4 0 0,0 5 0 16,-6-3 0-16,-7-3 0 0,-3 4 0 0,-5-2 0 0,1-6 0 15,-4 2 0-15,5-2 0 0,-4-1 0 16,1-3 0-16,1 0 0 0,4 0 0 16,-1 0 0-16,6 0 0 0,3-3 0 0,1 0 0 15,3-3 0-15,3 1 0 0,2-2-203 16,0-4-71-16,14 0 115 0,8 1-852 0,6-6 483 15,2 3 231-15</inkml:trace>
  <inkml:trace contextRef="#ctx0" brushRef="#br0" timeOffset="24331.1">8045 6762 2932 0,'3'0'0'0,"1"5"0"0,-1-5 0 0,0 0 0 0,-1 0 0 0,2 0 0 0,3 0 0 0,2-3 0 0,5 1 0 0,0 0 0 0,2 2 185 0,2 0 221 0,0 0-181 0,1 0-80 0,-3 0-107 15,1 8-38-15,-2 3 0 0,0 2 0 16,-4 1 0-16,-3 2 0 0,-3 1 0 0,0 3 0 16,-5-1 0-16,0 1 0 0,0-2 0 15,-9 0 0-15,0-3 0 0,-3-3 0 0,-4-2 0 0,2-1 0 16,-4-3 0-16,4-2 0 16,-2 0 0-16,3-3 0 0,3-1 0 0,-1 2 0 0,6-2 0 15,0 0 0-15,0 0 0 16,3 0 0-16,0 0 0 0,2 0 0 0,0 0 0 0,0 0 0 0,0 4 0 15,2-2 0-15,9 2 0 0,-3-2 0 16,5-1 0-16,3 1 0 0,0 2 0 0,3-4 0 16,2 2 0-16,2-2 0 0,0 0 0 0,-2 0 0 15,9 0 0-15,-3 0 0 0,3-2 0 0,2 0-389 16,4 0 73-16,1 0-997 0,10 1 637 0</inkml:trace>
  <inkml:trace contextRef="#ctx0" brushRef="#br0" timeOffset="24497.21">8822 7061 3931 0,'-4'0'0'0,"4"0"0"0,0 0 0 0,0 0 0 0,0 0 0 0,0 0 0 0,0 0 0 0,0 0 0 0,0 0 0 0,0 0 0 0,0 0 0 0,0 0 0 0,0 0 0 0,7 0 0 0,-2-2 0 0,3 0 0 0,-1 2 0 15,1 0-288 1,1 0-1208-16,0 4 739 0</inkml:trace>
  <inkml:trace contextRef="#ctx0" brushRef="#br0" timeOffset="35863.41">2671 8135 307 0,'2'0'0'0,"-2"0"0"15,0 0 0-15,0 0 0 0,0 1 0 0,0 5 0 0,0-5 0 0,-2 2 0 0,-1 1 0 0,-4-2 0 0,6 0 79 0,-4 0-49 0,0-1 54 0,5 1-9 0,-4-2-39 16,1 2-1-16,3-2 33 0,-2 0-30 0,2 0 9 16,0 0-10-16,0 0 46 15,0 0 1-15,0 0-27 0,0 0 42 0,0 0-33 16,0 0-10-16,0 0-5 0,0 0 26 0,0 0-25 16,0 0-1-16,0 0-23 0,0 0 24 0,0 0-1 15,2 0 1-15,5 0 30 0,-1-2-30 0,1-3 12 16,3-1-13-16,0 0-55 0,0-4 53 0,3 2 1 15,-3-1-39-15,2 1 11 0,-1-2 19 0,3 1 5 16,-3 2-71-16,0 0 32 0,-1 0-6 0,1-2-15 16,1 4-14-16,-1-3 60 15,-1 2-14-15,1 0-46 0,1 0-9 0,2 1 63 16,-2 0-16-16,3-1-32 0,3 1 26 0,-1 0 10 16,4-3-17-16,0 0-41 0,0-2 44 0,-1 3 7 15,0-3-52-15,2 2 49 0,-2-4-5 0,0 3-9 16,0 0 8-16,1-3 3 0,0 0-3 0,2 1-6 15,0 0 7-15,3-2 0 0,1 1-2 0,1-2-3 16,-1 0 4-16,3 1 1 0,2 0-1 16,-2 1-26-16,0-2 25 0,0 1 1 15,-3 2-57-15,1-1 1 0,0 1 46 0,-1 2-76 16,1-2 36-16,0-3-4 0,2 1 27 0,0-2-171 16,2 0 72-16,4-3 40 0,0 0 1 0,2 0-166 15,1-3 102-15,0 2 49 0,0 2-12 0</inkml:trace>
  <inkml:trace contextRef="#ctx0" brushRef="#br0" timeOffset="46736.75">3488 5423 1285 0,'-4'0'0'0,"1"0"0"0,1 0 0 0,0 2 0 0,2-2 0 0,-1 0 0 0,1 2 0 0,0 0 0 0,0 0 0 0,0 2 0 0,0-1 127 0,0 3-42 0,0-1 10 0,0 3 18 15,0 0-35-15,0 1 0 0,0 1 28 0,0 1-32 16,0-1 12-16,0 5-43 0,-2-1 49 0,0 1 1 15,-1 1-50-15,1-2 31 0,-2 1 10 0,-1 2-41 16,1 0 0-16,2 0 46 0,-1 0 0 0,0 0-46 16,1-3 11-16,0 3 26 0,1 1-37 15,-1-3 0-15,2 2 0 0,0-3-32 16,0 4 10-16,0-1 22 0,0 0-50 0,0-3 1 16,0 3 49-16,0 0-31 0,0-2-10 0,0 1 35 15,-3 2-31-15,3-1-10 0,-3 0-13 0,3-1 43 0,-2 0-17 16,2-1 15-16,-3 2-11 0,1 0 7 15,2-1-5-15,-2 1 4 0,2 1 10 0,-2 0-9 16,1-1-8-16,-1 2 9 16,0 1-3-16,2-1-17 0,-1 2 23 0,-4-3-5 0,5 3-1 15,-2 2 10-15,-3 0-10 0,2-1 0 0,3 2 1 16,-3 2-12-16,1-1 10 0,-1 1 0 0,1 1-1 16,0 1-3-16,0-5 10 0,1 6-5 0,-4-2 38 15,5-1-37-15,-5-2 0 0,3 1 43 0,-1-3-36 16,0 7-26-16,1-4 0 0,-1 4 0 0,1-2 0 15,-2 0 0-15,1 0 0 0,0 2 0 0,1-1 0 16,-3-1 0-16,3 1 0 0,-1 0 0 0,2-3 0 16,-1 5 0-16,0-2 0 15,1 0 0-15,1 0 0 0,-2 3 0 0,2-7 0 16,-2 6 0-16,0-2 0 0,2 0 0 16,-1-1 0-16,-1-2 0 0,-1 3 0 0,3-2 0 0,-2-1 0 15,2 2 0-15,0-2 0 0,-3-2 0 16,3 6 0-16,-2-5 0 0,2 1 0 0,0-4 0 15,-2 4 0-15,2-2 0 0,0 4 0 16,0-1 0-16,-3-1 0 0,3 0 0 0,0 2 0 16,-1-4 0-16,1 4 0 0,-4 2 0 0,4 2 0 15,-1-4 0-15,-1 1 0 0,-1-3 0 16,1 5 0-16,-1-2 0 0,1-2 0 0,0 0 0 0,2 3 0 16,-3-7 0-16,3 8 0 0,-2-1 0 0,2 0 0 15,-2 1 0-15,2 0 0 0,0 2 0 0,-3 0 0 16,3-2 0-16,-1 3 0 0,-1-2 0 0,0-2 0 15,2-3 0-15,-1 7 0 0,-1-5 0 0,-1 3 0 16,3-5 0-16,-2 2 0 0,-1-2 0 16,1 6 0-16,0-1 0 0,0-2 0 15,1 0 0-15,1-1 0 0,-2-2 0 0,2 6 0 16,-2-2 0-16,2-2 0 0,0 4 0 0,0-2 0 16,-1 0 0-16,1 1 0 0,0 0 0 0,-3-1 0 15,1 2 0-15,0 0 0 0,1-1 0 0,-1-2 0 16,-1 3 0-16,1-2 0 0,2 2 0 15,-3 0 0-15,3 0 0 0,-4-1 0 16,4-1 0-16,-2 2 0 0,2-5 0 0,0 1 0 16,-1-1 0-16,1 3 0 0,0-2 0 0,-2 0 0 0,2 2 0 15,0 0 0-15,0 0 0 0,-2 2 0 16,1 0 0-16,-1 0 0 0,-2 2 0 0,3-2 0 16,0-4 0-16,-4 4 0 0,3-3 0 0,2 0 0 15,0 1 0-15,-3 0 0 0,1-2 0 0,2 2 0 16,-2 3 0-16,2-2 0 0,-2 1 0 0,1-2 0 15,1 2-5-15,-2 0-42 0,0 1 39 16,1-4 2-16,-1 2-18 0,-2-4 8 16,3 5-1-16,0-1 5 0,-1-2-13 0,-1 1 5 15,1 2 6-15,0 0-17 0,1 2 6 0,-1 0 8 16,0 2-2-16,0-1 5 0,1 0-4 0,-1 3-1 16,0 0-7-16,1 1 9 0,1-1 2 0,-2-3-1 15,2 1-33-15,0 0-4 0,0 0 31 16,0-1 3-16,0-1-33 0,0 4 30 0,0-4-3 0,0 7-14 15,0-4 12-15,0 1 4 0,0 1-7 0,0 5 12 16,0-9-13-16,0 3-1 0,0 2 53 0,0-3-46 16,0 1 4-16,0-3-4 15,0 3-58-15,0-2 21 0,0 3 7 0,-4-4 29 16,4 2-116-16,-2-1 55 0,0 0 21 0,-1-4-212 16,1 0 123-16,2-1 56 0,-2-3 28 15,2-11-189-15,0 3 109 0,0-9 43 0</inkml:trace>
  <inkml:trace contextRef="#ctx0" brushRef="#br0" timeOffset="48105.12">3571 7756 683 0,'-2'-5'0'0,"2"0"0"0,-2 1 0 0,0-3 0 0,1 1 0 0,1 1 0 0,-2 0 0 0,2 0 0 0,-2 0 0 0,2-1 0 0,0 0 73 0,0 3 14 0,0-3 10 0,0 3-55 15,0-3 0-15,0 4 89 0,0-1-45 0,0 1 1 16,0 0-34-16,0 0 156 0,0 2-83 16,0 0-42-16,0 0 1 0,0 0 119 15,0 0-70-15,0 0-51 0,0 0 71 0,2 4-55 16,0 1-29-16,-1 4 160 0,1 1-84 0,2 1-57 0,-1 1 0 16,1 1 78-16,1 1-63 0,-2 3-31 15,1 3 11-15,0-2 23 0,-1 1-32 0,-1 1 0 16,3 1-33-16,-3 0-21 0,3 1-21 0,-2-1 0 15,1 1 0-15,0-3 0 0,0 1 0 0,-3 0 0 16,3-2 0-16,1 0 0 16,-2-2 0-16,0 0 0 0,1-4 0 0,-2 1 0 15,2 1 0-15,-2-5 0 0,1 1 0 0,-1 0 0 16,-2-4 0-16,0 2 0 0,0-3 0 0,0 2 0 0,0-4 0 16,0 2 0-16,0-3 0 0,0 3 0 15,0-2 0-15,0-1 0 0,0 0 0 0,0-2 0 0,0 2 0 16,0-2 0-16,0 1 0 15,0-1 0-15,0 0 0 0,0 0 0 0,0 0 0 0,0 2 0 0,-5-2 0 16,3 0 0-16,-2 3 0 16,-2-2 0-16,1 1 0 0,-3 0 0 0,-1 2 0 15,0-1 0-15,-6 3 0 0,2-2 0 0,-5 1 0 16,4 1 0-16,-3-1 0 0,-3 3 0 0,5-2 0 16,-5 0 0-16,4-1 0 0,-1 1 0 15,-3 1 0-15,5-1 0 0,-5 1 0 0,3-1 0 16,-1 3 0-16,0-2 0 0,4 2 0 0,-2-2 0 15,4 0 0-15,-2 1 0 0,5-2 0 0,-1-1 0 0,3 1 0 16,2-3 0-16,0 0 0 0,3-1 0 16,-1-1 0-16,3-1 0 0,0 0 0 15,0 0 0-15,0 0 0 0,0 0 0 0,0 0 0 16,0 0 0-16,0 0 0 0,0 0 0 0,0 2 0 16,2 0 0-16,9 2 0 0,3-1-66 0,7 3-74 15,2 4-1184-15</inkml:trace>
  <inkml:trace contextRef="#ctx0" brushRef="#br0" timeOffset="49104.62">3319 9795 1410 0,'-7'0'0'0,"1"0"0"0,1 0 0 0,0 0 0 0,-2 0 0 0,4 0 0 0,-4 0 0 0,4 0 0 0,0 0 0 0,1 0 0 16,-1 0 91-16,3 0 74 0,0 0-68 0,0-2-28 0,0 1 178 0,0-1-104 16,0 0-52-16,0 2-16 0,0-2-10 0,0 2 224 0,0 0-125 15,0 0-63-15,0 0-30 0,0 0 230 16,0 0-136-16,0 0-62 0,0 0-33 0,0 0 132 15,0 0-190-15,0 0-12 0,5 2 0 16,-2 3 0-16,3 1 0 0,1-2 0 16,2 1 0-16,-1 1 0 0,2 2 0 0,-2-2 0 15,1-1 0-15,0 2 0 0,0-1 0 0,1 0 0 16,0-1 0-16,0 1 0 0,0 2 0 16,0-3 0-16,3 2 0 0,-5 0 0 15,6 4 0-15,-3-2 0 0,0 0 0 0,3 1 0 0,-2 1 0 0,4 0 0 31,-2 0 0-31,-1 1 0 0,-1-3 0 0,3 2 0 0,-2-3 0 0,1 1 0 16,-3-1 0-16,1-2 0 16,-4-1 0-16,2-1 0 0,-3-1 0 0,0 2 0 15,-2-4 0-15,-2-1 0 0,1 3 0 0,-2-3 0 0,2 0 0 0,-1 0 0 0,-1 0 0 16,-2 0 0-16,0 0 0 0,0 0 0 0,0 0 0 16,0 0 0-16,0 0 0 0,0 0 0 15,0 0 0-15,0 0 0 0,2 1 0 0,-2 3 0 16,0-2 0-1,3 2 0-15,-3-3 0 0,2 4 0 0,-2 0 0 0,1 2 0 16,-1-1 0-16,0 3 0 0,0 1 0 0,0 1 0 16,0 2 0-1,0 2 0-15,0 2 0 0,-1 0 0 0,-4 3 0 0,1-1 0 0,-3 2 0 0,3 1 0 16,-1-2 0-16,1 1 0 0,1-5 0 0,-2 1 0 16,2-6 0-16,1 2 0 0,0-4 0 15,2 0 0-15,-2-1 0 0,2-2 0 0,0-1 0 16,-2-1 0-16,2-2 0 0,0 0 0 15,-2 0 0-15,2-1 0 0,0 2 0 0,-2-3 0 16,2 1 0-16,-2 1 0 0,2-2 0 0,0 0 0 16,-1 0 0-16,1 0 0 0,0 0 0 0,0 0 0 15,0 0 0-15,0 0 0 16,0 0 0-16,-2 0 0 0,2 0 0 0,0 0 0 0,0 0 0 16,0 0 0-16,0-2 0 0,0-2-302 0,0-3 57 0,0-6 105 0</inkml:trace>
  <inkml:trace contextRef="#ctx0" brushRef="#br0" timeOffset="55975.61">3169 7867 2054 0,'-5'-2'0'0,"2"0"-2"0,-3 0-3 0,4 0 2 0,-3 0 0 0,3 1 1 0,-1-1 1 0,-1 0 1 0,4 0 0 0,-2 1 0 0,2-4 131 0,0 1-43 0,0 3 109 16,0-5-65-16,0 4-49 15,0-2 0-15,0 1 203 0,0 0-120 0,2 2 157 16,2 1-128-16,1 0-80 0,2 0-35 0,0 0-66 16,0 0-14-16,5 0 0 0,-2 0 0 0,2 5 0 15,0 1 0-15,2-2 0 0,-2 1 0 0,-1-1 0 16,-2 1 0-16,1-2 0 0,-5-1 0 0,1 0 0 16,-2-1 0-16,-1 1 0 0,-3-2 0 0,2 0 0 15,-2 0 0-15,0 0 0 0,-2 0 0 0,-8 0 0 16,-1 0 0-16,-1 0 0 15,-3 0 0-15,1 0 0 0,0-2 0 0,0 1 0 16,6 1 0-16,-2 0 0 0,2-2 0 0,4 2 0 16,2 0 0-16,1 0 0 0,1 0 0 0,0 0 0 15,0 0 0-15,0 0 0 0,7 2 0 0,4 1 0 16,4 5 0-16,1-3 0 0,7 3 0 16,2-2 0-16,1 4 0 0,4-2 0 0,7 3-479 0,3 3 183 15</inkml:trace>
  <inkml:trace contextRef="#ctx0" brushRef="#br0" timeOffset="56630.84">3116 10305 1573 0,'-7'1'0'0,"2"1"0"16,0 0 0-16,-1-2 0 0,1 0 0 0,0 0 0 0,0 0 0 0,0 0 0 0,3 0 0 0,-3 0 0 0,0 0 75 0,4 0 11 0,-1 0 241 0,2 0-143 0,-2 0-71 16,2 0-35-16,0 0 243 0,0 0-129 0,0 0-81 0,10-2-34 0,2-3 44 15,3-2-39-15,0-4 0 16,0 1 114-16,1 2-82 0,0-1-36 16,-2 5 15-16,0 0-65 0,-5 0-28 0,0 2 0 15,-4 1 0-15,2-2 0 0,-6 3 0 0,0 0 0 16,3 0 0-16,-4 0 0 0,0 0 0 0,-4 0 0 0,-5 0 0 15,-1 4 0-15,-3 2 0 0,-1-2 0 16,0 0 0-16,-2 5 0 0,0-3 0 0,2-1 0 16,1 0 0-16,1 1 0 0,4 1 0 0,1-3 0 15,-1 2 0-15,5-2 0 0,1-1 0 0,2 2 0 16,0-4 0-16,0 3 0 0,0-2 0 0,5 1 0 16,7-3 0-16,1 0 0 0,5 0 0 0,1 0 0 0,2-5 0 15,2-6 0-15,4-1 0 0,1-3 0 0,4 0 0 16,10-3-273-16,0 1-302 15</inkml:trace>
  <inkml:trace contextRef="#ctx0" brushRef="#br0" timeOffset="98231.43">11745 4143 1766 0,'-2'-2'0'0,"0"0"0"0,2 2 0 0,0 0 0 0,0 0 0 0,2 0 0 0,12 0 0 0,2 0 0 0,10 0 0 0,1 0 0 0,-1 0 41 0,3 0 421 0,-9 0-201 16,4 2-114-16,-5 7-53 0,-4 4 65 0,-3 4-59 15,-5 2-29-15,-5 6 10 0,-2 3 6 0,0 0 0 16,-6 2-46-16,-6-4 225 0,3 0-113 0,0-7-45 15,2 2-101-15,2-10-7 16,4 0 0-16,-1-1 0 0,2-5 0 0,0-3 0 16,2-2 0-16,17 0 0 0,5-2 0 0,12-14 0 15,1-7 0-15,-5 3 0 0,14-8 0 0,-7 1 0 16,-2 1 0-16,2 1 0 0,-2 0 0 16,-5 7 0-1,2-2 0-15,-4 4-1241 0</inkml:trace>
  <inkml:trace contextRef="#ctx0" brushRef="#br0" timeOffset="98641.26">11612 3455 2088 0,'-4'-7'0'0,"2"1"0"0,-1 4 0 0,1 1 0 0,0 1 0 0,0 0 0 0,-4 6 0 0,0 15 0 0,3 14 0 0,-5 4 0 0,1 12 74 0,-1 4 290 0,-3 18-165 16,2 1-79-16,-3 8-38 0,1 13 313 0,2-7-176 15,2-7-77-15,2 4-55 0,3-9 74 0,2-6-161 16,0-17 0-16,6-1 0 0,6-15 0 0,4-2 0 16,3-8 0-16,0-8 0 0,-1-7 0 0,11-7 0 15,-3-5 0-15,2 0 0 0,8-21 0 0,-6-8 0 16,0-7 0-16,0-7 0 15,-3-2 0-15,-1-5-30 0,-4 1-1125 0</inkml:trace>
  <inkml:trace contextRef="#ctx0" brushRef="#br0" timeOffset="109747.24">6890 6192 660 0,'-3'-2'0'0,"1"0"0"0,-2 0 0 0,2 0 0 0,-2 0 0 0,0 1 0 0,0-2 0 0,1 1 0 0,-1 1 0 0,1-2 0 0,-1 3 37 0,-3-1 35 0,5 1-32 0,-3-3 11 0,1 2-11 15,1 0 36-15,-1-4-33 16,3 1-1-16,-3 2 0 0,2 1 86 0,2-1-12 16,-3 0-68-16,3 0 14 0,0 2 57 0,0 0-65 15,0 0 17-15,0 0-136 0,0 2 58 16,0 3 2-16,0 6-14 0,0-5 74 0,0 4-9 15,0 0-11-15,0-3-7 0,0-1-1 0,0 0 11 0,0-1-21 16,0-3 57-16,0 0-53 0,0-1 11 0,0-1-11 16,0 0 67-16,0 0 10 15,0 0-62-15,0 0 120 0,0 0-55 0,0-1-15 16,0-5-80-16,0-3 18 0,0-3 28 0,0 5 6 16,0-4-79-16,0-3 35 0,0 7 0 0,0-4 45 15,0 3 45-15,0 3-60 0,0-1 2 0,0 4-10 16,0 0 48-16,0 0-40 0,0 2-1 0,0 0-64 15,0 0 62-15,0 6-5 0,0 5 5 0,0 0-89 16,0 4 37-16,0 0 1 0,3 2 18 0,-3-1 20 16,0-2 3-16,2-2-2 15,-2 3-34-15,0-6 19 0,0 0 9 0,0 1-14 16,0-3-25-16,0 0 28 0,0-4 6 0,0 1-46 16,0-1-1-16,-2-1 52 0,-3 0-7 0,3 2-252 15,-3 3 106-15,0 5 64 0,-1 6-843 0,1 8 427 16</inkml:trace>
  <inkml:trace contextRef="#ctx0" brushRef="#br0" timeOffset="110995.86">4972 10732 814 0,'1'-7'-4'0,"4"1"1"0,-3-1 0 0,1 1 1 0,-1 1 0 0,-2-3 1 0,2 2 0 0,1 0 0 0,-3 3 1 0,1 1 0 0,-1 0 91 0,0 1-1 15,0-1-35-15,2 2 76 0,-2 0-25 0,2-3-13 16,0 3-38-16,-1 0 50 0,-1 0 1 16,2-1-51-16,-2 1 13 0,2 0 68 0,-2 0-40 15,0 0-1-15,2 0 3 0,-2 0 1 0,0 0-31 16,0 0 87-16,0 0-51 0,0 4 1 0,0 3-51 16,0-2 152-16,-2 1-82 0,0-2-1 0,0 0-68 15,2-2 67-15,-1 0 0 0,1 0-54 0,0-2-13 16,0 0-56-16,0 0 56 0,0 0 0 0,0 0 0 15,0 0-37-15,1 0 37 0,5-2 0 0,-2-2-53 16,1-2-2-16,-3 2 0 0,3 0 0 0,-4 1 0 16,1 1 0-16,0 0 0 15,-2 0 0-15,0 2 0 0,0 0 0 0,0 0 0 16,0 0 0-16,0 0 0 0,0 0 0 0,0 7 0 16,-8 8 0-16,1-1 0 0,-5 1 0 0,4 0 0 15,1 0 0-15,0-3 0 0,3-1 0 0,2-2 0 16,2-2 0-16,0-1 0 0,0-2 0 0,3-4 0 15,14 0 0-15,3 0 0 0,0-6 0 16,1-7 0-16,-2-2 0 0,-6 2 0 0,2-2 0 16,-5 3 0-16,-7 3 0 0,1 1 0 0,-2 1 0 15,-1 2 0-15,-1 3 0 0,0-1 0 16,-1 0 0-16,-8 3 0 0,-1 0 0 0,-3 0 0 16,1 6 0-16,-1 3 0 0,4 4 0 0,3-2 0 15,4 3 0-15,2 1-617 0,0 0-62 0,7 3 319 16,13-1 153-16</inkml:trace>
  <inkml:trace contextRef="#ctx0" brushRef="#br0" timeOffset="113614.29">4925 10683 972 0,'0'-2'0'0,"0"1"0"0,-2-1 0 0,1 0 0 0,-1 0 0 0,0 1 0 0,-2-4 0 0,3 4 0 0,-2-1 0 0,1 0 0 0,2 0 106 0,0-1 12 16,0 2-69-16,0-1 64 0,0 2-33 15,0-1 1-15,0 1 46 0,0 0-27 0,0-2-12 16,0 2-39-16,0 0 122 0,0 0-61 16,0-3-31-16,0 3 13 0,0 0 55 0,0-1-48 15,0-1-1-15,0 0-41 0,5 1-9 0,0-1 13 16,2-2 22-16,0 0-34 0,3 2 0 0,-2-1 0 16,2 0 40-16,-2 2 12 0,2-4-52 0,-1 4 0 15,2-3 39-15,1 2-39 0,-2-2 0 0,0 1 12 16,5-1 22-16,-4-1-34 0,3-1 0 0,-1-2-3 15,2 2 2-15,0-1-2 0,-1 1-46 0,2-1 0 16,-1 0 0-16,0 1 0 16,0-2 0-16,0 2 0 0,-1 1 0 0,0-1 0 15,0 1 0-15,-1-1 0 0,1 0 0 0,2 1 0 16,-2-1 0-16,2 1 0 0,1-2 0 0,2 0 0 16,-1-1 0-16,1 3 0 0,0-2 0 0,1-1 0 15,-1 1 0-15,0 1 0 0,1-2 0 0,-2 1 0 16,1 2 0-16,-1-4 0 0,0 4 0 0,0-2 0 15,1 1 0-15,-1 1 0 0,1-3 0 0,0 2 0 16,-2 0 0-16,3 1 0 16,-5-1 0-16,3-1 0 0,-2 3 0 0,2-2 0 15,0 4 0-15,-1-5 0 0,1 1 0 0,-1-1 0 16,2 4 0-16,0-5 0 0,0 1 0 0,2 2 0 16,-3-2 0-16,4 2 0 0,-2-3 0 15,-2 1 0-15,4 1 0 0,-4 0 0 0,1-1 0 16,0 1 0-16,-1 1 0 0,1-1 0 0,-2 0 0 15,3-2 0-15,-2 1 0 0,2-1 0 16,2 1 0-16,-2 0 0 0,-2-1 0 0,5 0 0 0,-1-1 0 0,-2 1 0 16,3-1 0-1,-4 1 0-15,2-1 0 0,-2 0 0 0,2-1 0 16,1 2 0-16,-7 0 0 0,5-2 0 0,-3 3 0 0,1-3 0 16,0 3 0-16,-1-1 0 0,1 1 0 0,1-1 0 15,-3 1 0-15,3-1 0 0,-1 2 0 0,-3-1 0 16,2-1 0-16,-2 3 0 0,3-3 0 0,-3 3 0 15,0-2 0-15,-1-2 0 0,-1 4 0 16,0-1 0-16,1-1 0 0,-1 1 0 16,0 1 0-16,0-1 0 0,-2-2 0 15,1 3 0-15,-1 1 0 0,1-1 0 0,-1-1 0 16,0 1 0-16,-1 0 0 0,2 2 0 0,-3-3 0 16,3 3 0-16,-1-3 0 0,0 2 0 0,-3 1 0 15,1-1 0-15,1-2 0 0,-5 4 0 0,1 0 0 0,-2 0 0 16,1 1 0-16,-4-2 0 0,0 2 0 0,1 1 0 15,-2 0 0-15,0 0 0 0,0 0 0 16,0 0 0-16,0 0 0 0,0 0 0 16,0 0 0-16,0 0 0 0,0 0 0 0,0 0 0 15,0 0 0-15,0 0 0 0,0-2 0 0,0 0 0 16,0 2 0-16,0 0 0 0,0 0 0 16,0 0 0-16,0 0 0 0,0 0-613 0,-3 0 157 15,-1 2 204-15,-2 5-785 0,5 3 493 0</inkml:trace>
  <inkml:trace contextRef="#ctx0" brushRef="#br0" timeOffset="115013.97">6557 9773 884 0,'0'0'0'0,"-1"-2"0"0,-1 0 0 0,0 0 0 0,-1 2 0 0,-1-2 0 0,0 2 0 0,-1 0 0 0,5 0 0 0,-5 0 0 0,3 0 59 15,0 0 42-15,2 0-54 0,0 0 0 0,-2 0 77 16,2 0-39-16,0 0 12 0,0 0-50 0,0 0 85 16,0 0-43-16,0 0 0 15,0 0 66-15,0 0-42 0,0 4-13 0,0 0 64 16,0-2-59-16,0 2 0 0,2-1 107 16,0 1-118-16,2 0-47 0,1-1 0 0,2 1 0 0,0 0 0 0,2 0 0 15,1-1 12-15,3 1 46 0,1-2 0 0,2 0-58 16,-2-2 0-16,2 2 0 0,1-2-27 0,-2 0 27 15,0 0 0-15,-2 0 0 0,2 0-56 0,-2 0 57 0,-5 0 10 16,4 0-54-16,0-2 43 16,-2 0 0-16,-2 0-17 0,4-2 21 0,-2 3-51 15,0-3 0-15,3 0 0 0,-3-2 0 0,-1 5 0 16,3-3 0-16,-5 0 0 0,2 1 0 0,-2 1 0 16,-3-1 0-16,-1 2 0 0,-1-1 0 0,0 0 0 15,-2 2 0-15,0 0 0 0,0 0 0 0,0 0 0 16,0 0 0-16,0 0 0 15,0 0 0-15,0 0 0 0,0 0 0 0,0 0 0 16,0 0 0-16,0 0 0 0,0 0 0 0,0 4 0 16,0 0 0-16,0 1 0 0,0 3 0 0,0-1 0 15,0 1 0-15,0 3 0 0,-2 0 0 0,-1 3 0 16,-3 0 0-16,-1 5 0 0,-3 0 0 0,-1 4 0 16,-3 1 0-16,2 1 0 0,-6-2 0 0,3 4 0 15,0-1 0-15,-2-1 0 0,0 0 0 0,4 0 0 16,-4-6 0-16,4 5 0 0,-2-6 0 0,4 0 0 15,-1-1 0-15,5-3 0 0,-1-3 0 0,1 2 0 16,4-4 0-16,-2-2 0 16,-1 0 0-16,5-1 0 0,-1-2 0 0,2 0 0 15,-1-3 0-15,1-1 0 0,0 3 0 0,0-3 0 16,0 0 0-16,0 0 0 0,0 0 0 0,0 0 0 16,0 0 0-16,0 0 0 0,0 0 0 0,0 0 0 15,0 0 0-15,0 0 0 0,0 0 0 0,0 0 0 16,0 0 0-16,0 0 0 0,0 0 0 15,1 0-50-15,13 0-297 0</inkml:trace>
  <inkml:trace contextRef="#ctx0" brushRef="#br0" timeOffset="119928.52">4858 10785 1262 0,'-3'-7'0'0,"-4"1"0"0,6 2 0 0,1 3 0 0,0 1 0 0,0-2 0 0,0 2 0 0,0-3 0 0,0 2 0 0,0-3 0 0,8 2 51 0,4-2 0 0,6 2-268 15</inkml:trace>
  <inkml:trace contextRef="#ctx0" brushRef="#br0" timeOffset="120264.5">6935 9899 1379 0,'0'-2'-3'0,"0"0"1"0,0 0 1 0,0 2 0 0,0 0-2 0,0-3 1 15,0 3 1-15,0 0 1 0,0 0 0 0,0 0 0 0,4 0-116 0,1 0 81 0,-1 13 42 0</inkml:trace>
  <inkml:trace contextRef="#ctx0" brushRef="#br0" timeOffset="132698.9">2345 8913 566 0,'8'-10'-1'0</inkml:trace>
  <inkml:trace contextRef="#ctx0" brushRef="#br0" timeOffset="132713.94">2371 8879 562 0</inkml:trace>
  <inkml:trace contextRef="#ctx0" brushRef="#br0" timeOffset="133510.49">2380 8851 753 0,'0'-4'0'0,"0"0"0"0,0 3 0 0,0-3 0 0,-2 2 0 0,2 0 0 0,-2-2 0 0,2 2 0 0,0 0 0 0,0 1 0 0,0-2 99 0,0 2 12 0,0-1-136 0,0 0 1 16,0 2 61-16,0-2-63 0,0 2 59 0,0 0 8 15,0 0-7-15,0 0-75 0,0 0 71 0,0 0-1 16,0 0-31-16,0 0 30 0,-3 0-3 0,-2 2-8 16,0 6 77-16,-3-3-71 0,1 1 2 0,0 1 6 15,-1 1 5-15,1 1-8 0,1-1-2 0,-1 1-24 16,-1 2 25-16,3-2 11 0,-3 5-10 15,1 1-66-15,0 1 64 0,-1-2 0 0,-2 2 0 16,2 4-35-16,1-2-6 0,-2 1 27 0,1 0-46 0,0 1 44 16,1 1 5-16,2-2-4 0,-3 2-8 0,3-3 6 15,-2 3 2-15,2-2-4 16,2 0 3-16,-2-1 2 0,-3 1-2 0,3 2-9 16,0-3 9-16,-2 1-1 0,2-1 18 0,-3 3-14 15,-4 0-2-15,3-1 0 0,-2 4 37 0,-1-4-36 16,2 2 0-16,-1-4 3 0,-1 6 24 0,2 0-25 15,0-6 3-15,-2 4-4 0,-1-3 3 0,5 2 3 16,-6 3 0-16,3-4-30 0,1 1 28 0,1 2-1 16,-2-1-72-16,1-1 72 0,-1 5-7 15,2-3 3-15,-1 1-55 0,1 1 52 16,2 1-7-16,-2-3 7 0,-1 5-38 0,3-4 33 16,-1 2-5-16,-2 1 1 0,3-3 0 0,-2 6 2 15,0-3-3-15,-1 1 13 0,1 0-11 0,-2-1 1 16,-1 2-1-16,0-4 1 0,-1 5 1 0,3-4-1 15,-5-1 1-15,3 3-1 0,2-3 2 0,-4 3-2 16,0-1-10-16,1 0 10 0,1 1 0 16,-3 1-9-16,4 3 8 0,-5-3 1 15,0 3-2-15,1 0-5 0,-2 0 5 0,-3 1 1 16,3 3-4-16,-2-3 3 0,2 2 1 0,-1-3-1 16,4 1-8-16,-2-1 8 0,4-1-1 0,-5 0 1 15,7-1-65-15,-3 0 60 0,1 0 3 0,2 3-27 16,-1-3 22-16,1 1-2 0,1 1 3 0,-4 0-9 15,5 2 8-15,-1-2-4 0,-2 3 25 0,1 0-22 16,-2-2 0-16,1 1-1 0,2-2 1 0,-3 2 2 16,3-3-3-16,0 2 7 15,-1-2-54-15,-1-1 50 0,2 2-2 0,1 0-32 16,-2 2 29-16,-2-2-2 0,4 2 3 0,-7 2 7 16,3 3-8-16,0-2-3 0,-2-3-16 0,-2 9 16 15,0-4 1-15,2 0-1 0,-4 0 7 0,6-6-6 16,-4 3-2-16,4-2 4 0,1-2 22 0,-1 0-20 15,2 1-2-15,-2-4 53 0,2 1-54 16,0 2 5-16,-1-2-2 0,-1 2 44 0,-1 0-42 16,1 2 4-16,0-2 23 0,-1 0-20 0,-1-3-3 15,3 0 6-15,-1-2-53 0,6-6 49 16,-1 0-2-16,-1-2 2 0,3-3-73 0,1-6 31 16,1 3 1-16,1-5 27 0,2-1-45 0,0-1 47 15,0-2 0-15,0 1-79 0,0-3 35 0,0 2-14 16,0 0 22-16,4-1-86 0,1 4 41 0,2 0 0 15</inkml:trace>
  <inkml:trace contextRef="#ctx0" brushRef="#br0" timeOffset="134137.78">861 12996 557 0,'0'0'0'0,"0"0"0"0,0 0 0 0,0 0 0 0,0 0 0 0,-2 0 0 0,2-3 0 0,0 3 0 0,0-2 0 0,0 1 0 15,3-1 36-15,6-2 0 0,0-1 0 0,3-1-3 16,-2 0 3-16,3 1 0 0,-2 1 0 0,3-1-39 0,-2-1 37 15</inkml:trace>
  <inkml:trace contextRef="#ctx0" brushRef="#br0" timeOffset="134706.01">3889 12682 538 0,'37'-2'0'0,"4"-1"0"0,-1-2 0 0</inkml:trace>
  <inkml:trace contextRef="#ctx0" brushRef="#br0" timeOffset="134803.31">4177 12655 1387 0,'40'-4'0'0,"2"3"0"0,-1-3 0 0,-4 0 0 0,8 2 0 0,0 1 0 0,-3-2 0 0,0 2 0 0,0-1 0 0,5 2 0 0,-2 0 0 0,-2 0 0 0,5-1 0 0,-2-2 0 16,-3 3 0-16,9-1 0 16,-4-1 25-16,3-3-24 0,1 2 0 0</inkml:trace>
  <inkml:trace contextRef="#ctx0" brushRef="#br0" timeOffset="134818.31">5248 12603 538 0</inkml:trace>
  <inkml:trace contextRef="#ctx0" brushRef="#br0" timeOffset="134921.6">5419 12590 1479 0,'54'-2'0'0,"-1"-2"0"0,0-1 0 0,1 3 0 0,4-2 0 0,-3 0 0 0,-3 0 0 0,3 1 0 0,0 1 0 0,-3-3 0 0,1 4 4 0,-4-3 0 15,-5 2 13-15,9-2-13 0,-2 3 1 0,-3-2-1 16,3 2 1-16,-6-1-1 0,0 0 2 0,2 0-23 16,-3 1 21-16,-3-2 0 0,-6 2-61 0</inkml:trace>
  <inkml:trace contextRef="#ctx0" brushRef="#br0" timeOffset="134981.76">6737 12509 536 0,'-13'-2'-1'0</inkml:trace>
  <inkml:trace contextRef="#ctx0" brushRef="#br0" timeOffset="136743.43">841 12940 561 0,'-15'-8'0'0,"0"-2"0"0,5 2 0 0,-1 1 0 0,0 1 0 0,-1 0 0 0,4 0 0 0,-2 0 0 0,2 0 0 0,1 2 0 0,0 0 88 0,-1 2-41 0,3 1 13 15,2-1 25-15,-1 0-35 0,3-1 1 0,-1 3 66 16,0 0-62-16,-1 0 13 0,3 0 64 0,0 0-74 15,0 0 0-15,0 0 10 0,0 0-62 0,0 0 18 16,0 0 36-16,3 0-1 16,2 3-58-16,2-1 56 0,0 1 0 0,4-1 8 15,-1 1-84-15,5 0 69 0,-3-3-8 0,2 2-5 16,2 0 1-16,2 1 19 0,-3-3-69 0,3 1 54 16,1-1-6-16,1 0 4 0,1 0-23 0,-2 0 22 15,4 0-1-15,-3 0 1 0,0 0-69 0,4 0 66 16,-3 0 4-16,1 0-5 0,3 0-63 0,-4 0 60 15,3 0-7-15,-2 0-20 0,1-1 27 0,0-2-5 16,0 1-4-16,3-2-3 16,-5 0 2-16,4-1 3 0,-5 3-2 0,5-2 1 15,0 0-3-15,2 1 2 0,-2-1-48 0,-1 0 47 16,-3 0 6-16,9 0-6 0,-5 1-14 0,1 0 13 16,1-2-3-16,-1 2-17 0,-4-1 21 0,8-2-3 15,-1 3-3-15,1-2-9 0,0 0 10 0,0 1 0 16,-4 1-13-16,6-3 13 0,-4 4-2 0,2-2 1 15,-5 3-55-15,0-1 53 0,3-1 3 16,2 2-3-16,0 1-50 0,-1-2 47 16,1-1-6-16,0 3 58 0,2-1-52 0,-1 1-3 15,2-1 2-15,-4-2-30 0,5 2 30 0,-2-2-1 16,3 2-18-16,-3-1 19 0,1 0-1 0,-3 0 3 16,2 1-42-16,-4-2 37 0,0 3 3 0,2 0-6 15,-2-1-34-15,2 1 30 0,-2 0 4 0,1 0-14 16,-2 0 2-16,8 0 7 0,-5 0 2 0,0 0 27 15,0-3-27-15,-3 3 0 0,3-1 2 0,3-1-1 16,-3-1 0-16,2 2 1 0,-3-1 5 0,1 0-4 16,-3 0-1-16,5 1-3 15,-4-1-5-15,0 0 9 0,0 2-1 0,2-3-15 16,-5 3 16-16,7 0-1 0,-4-1 0 0,-1 1-15 16,2-2 14-16,-1 2-4 0,-3 0 1 0,5-2 1 15,-4 2 1-15,3-2-1 0,-3 2 12 0,4-1-11 16,0-1 0-16,-2 0-4 0,2 2 2 0,-2-2-7 15,0 0 1-15,-2 0 25 0,4 0-17 0,0 2 2 16,0-1-1-16,2 0-8 16,-2-2 9-16,5 0 2 0,-2 2 12 0,1-1-14 15,0-2 1-15,0 2 0 0,0-1 9 0,0 1-8 16,1-1-1-16,7-2 1 0,-12 2-1 0,5 0-9 16,1-1 2-16,-1 3 8 0,2-3-4 0,-2 1 2 15,2 0 5-15,7 0-5 0,-5-1 3 0,-4 2 1 16,13-4-26-16,-8 5 23 0,2-2-1 0,2-3 2 15,0 1-8-15,-4 2 7 0,7-1-1 0,-4 1-5 16,0-2-2-16,1 4 5 16,-1-3 0-16,-3 3-10 0,10-2 11 0,-5 2 1 15,0-2-2-15,0 1-4 0,3 1 4 0,-8-1 2 16,15-1-22-16,-8 2 18 0,1-1-5 0,-3 0 2 16,3 1-14-16,-5-1 16 0,11 0 0 0,-5 2 1 15,0-2-13-15,1 2 13 0,-3 0-2 0,-3 0-27 16,10 0 26-16,-3 0-3 0,-4 0-4 0,2 0 10 15,-2 0-6-15,3 0 2 0,-1 0 9 0,2 0-8 16,1 0 0-16,2 0 0 16,-1 0 18-16,0 0-17 0,3 0 0 0,0 2 0 15,-1 0-12-15,-2-2 12 0,-3 2 2 0,7-1-16 16,-2 1 14-16,1-2 0 0,3 2 1 0,-4-1-8 16,2 2 6-16,3-1-2 0,-2-1 4 0,0 1-4 15,-5 1 1-15,3-2-2 0,0 3 23 0,1-2-21 16,1 1 0-16,0 2 3 0,-1-2 5 0,7 1-4 15,-4-1-2-15,-8 2-22 0,6-3 22 16,-1 2 1-16,8-3-1 0,-3 2 11 16,-5 0-11-16,11-2-1 0,-7 1-8 0,3 2 8 15,2-2 1-15,-6 1-2 0,-7 0 4 0,7 0-4 16,7 1 1-16,-5 0 14 0,2 0-13 0,-1-1 1 16,-5 2-2-16,15-2 16 0,-5 1-14 0,-3-3 0 15,-1 1 10-15,3 1-10 0,-5-2 0 0,18 1 1 16,-9-2 14-16,3 0-13 0,0 0 0 0,-1 0 2 15,-8 0 15-15,15 0-15 0,-6 0-2 0,-1 0 3 16,2 0-4-16,-2 0 3 16,4 0 0-16,-3 0 17 0,-1 0-17 0,-2 0 2 15,3 0-2-15,-2 0-9 0,6 1 11 0,-3-1-1 16,4 3-13-16,-1-3 12 0,2 0 0 0,-2 0-1 16,5 0-16-16,-5 0 16 0,5 0-1 0,-4 0-50 15,2 0-1-15,-6 0 49 0,-9 0-6 0,12 0-55 16,-6 0 52-16,-1 3 4 0,-1-2-44 0,0 2 40 15,-6-1-12-15,12 0 11 0,-7 0 36 0,2-2-38 16,-2 2-6-16,2-2 5 16,1 0 10-16,1 0-10 0,0 0 1 0,2 0 24 15,-2 0-21-15,-1 0-1 0,-8-2 5 0,13 0-77 16,-8-2 74-16,-1 1-2 0,-14 2 0 0,4-2-64 16,-10 0-10-16,4 2 70 0,-20-1-370 0,-6 1 173 15,-1-2 69-15,-8 1 46 0,-6 1-370 0,-7-3 212 16</inkml:trace>
  <inkml:trace contextRef="#ctx0" brushRef="#br0" timeOffset="138052.91">2503 8997 1033 0,'30'0'0'0,"2"0"0"0,6 0 0 0,-3 0 0 0,10 0 0 0,-5 0 0 0,6 0 0 0,0-2 0 0,-3 0 0 0,11 1 0 0,-3-1-31 0,-1-2-1 0,-2 0 49 0,4 1-1 15,2-4-39-15,1 4 35 0,2-3 1 16,8 3-36-16,-13-1 33 0,15 0 1 0,-12 0 2 15,13 0-17-15,-6 2 13 0,-2-3-6 16,3 3 18-16,3-1-15 0,-6 0 4 0,12 1-3 16,-2 1-17-16,-3-1 18 0,5 0 0 0,-5 0-1 15,-5 0-29-15,15 1 26 0,-4 1 2 0,2-2 16 16,-2 2-16-16,2-2-2 0,2 2 21 0,-6-2-19 16,1 2-1-16,0 0 1 0,3 0-24 0,0 0 24 15,1 0 1-15,1 0 0 0,3 0 27 0,-5 0-25 16,1 0-2-16,-2 0 4 0,7 0-20 15,-4 0 17-15,4 0-1 0,1 0-13 0,0 0 12 16,-3 0-1-16,-1 0 2 0,5 0 28 16,10 0-29-16,-9 0 0 0,2 0 30 0,5-1-26 15,-19-2 1-15,11 2-2 0,9-2-3 0,-17 1 4 16,17 1-1-16,-17-2 5 0,10 1-2 0,-4 1-2 16,-1-1 4-16,0 2-48 0,0 0 43 0,1 0 0 15,1-2-2-15,0 2-17 0,0-2 13 0,-3 2 4 16,-4 0 30-16,2 0-31 0,-2-1-1 15,1 1 0-15,-4 0-5 0,3-2 6 16,1 2 3-16,-5 0-3 0,-7-3-25 0,17 3 25 16,-10-1 3-16,4-1-19 0,-2 2 17 0,-7-2 0 15,17 0-17-15,-12-1 15 0,0 0-4 0,-1 2 3 16,3-3-10-16,0-2 10 0,3 2-6 0,-2-1 4 16,2 1 54-16,-1-1-53 0,0-1 1 0,-13 0 4 15,22 0-2-15,-6-1-1 0,1-1 3 0,-1 1 41 16,5 0-40-16,-3-1 0 0,-2-1 2 0,-1 1-19 15,2 0 20-15,-1-1-4 0,1 2-37 0,-1 0 39 16,2-1-1-16,-2 0-1 16,-4 1-37-16,2-1 35 0,-3 1-5 0,-8 0 6 15,17-2-14-15,-11 4 11 0,2-2-4 0,-1 1-11 16,-3 1 11-16,-7-3-2 0,17 0-1 0,-6 1 4 16,0-1 0-16,-1-1 0 0,3-1-2 0,-1 3 2 15,-3-3 0-15,-6 3 0 0,1-2-4 0,-4 3 3 16,2-2 1-16,-10 1-2 0,5 1 1 15,-1 1 0-15,-4-1 0 0,-2 0 17 16,0 0-16-16,-11 3 1 0,10-2 21 0,-14-1-21 16,8 3 0-16,-11-3 1 0,4 1-4 0,-5 2 5 15,1-1-1-15,-4 0 2 0,-3 1-15 0,-5 0 13 16,2 2 0-16,-3-1 2 0,-2 0-19 0,-4 1 16 16,0-3 1-16,0 4-55 0,-4-1 1 0,1 1 46 15,-2 0-34-15,0 0 31 0,0 0 3 0,-1 0-9 16,-2 0-5-16,1 0 6 0,-4 0 4 0,1 0-6 15,-1 0-23-15,-2 0 22 0,0 0 4 0,-1 0-9 16,1 0-82-16,0 0 39 16,-2 0 0-16,0 0-202 0,0 8 116 0,0 1 36 15</inkml:trace>
  <inkml:trace contextRef="#ctx0" brushRef="#br0" timeOffset="139024.76">13306 8595 1006 0,'0'-3'0'0,"0"-3"0"0,0 2 0 0,0 0 0 0,0 3 0 0,2-1 0 0,-2-1 0 0,0 2 0 0,0-1 0 0,0 0 0 0,1 2 135 0,-1 0-26 15,0 0-14-15,0 0-89 0,0 0 50 0,0 0-1 16,0 0 1-16,0 0-102 0,2 0 44 0,-2 0 0 0,0 0 58 15,0 0-67-15,0 5 3 0,0 4 12 16,0-2 37-16,-5 4-4 0,-2 0-25 16,-4 0 19-16,2 5 52 0,0 1 9 0,-4 0-64 15,0 5 59-15,-2-1-44 0,2 2-5 0,-4 0 19 16,0 6-14-16,-2-1 15 0,-3 6-13 0,1-3 16 16,-2 4-82-16,-2 0 67 0,4-5 11 0,-8 9-63 15,3-4 48-15,5-8-8 0,-1 7 6 0,-2-2-6 16,-1 6 3-16,2-4-6 0,5-4 9 15,-3 1-5-15,0 2 1 0,1 0 10 16,-3 4 40-16,2-1-47 0,1-1-1 0,-3-1 3 16,-1 4 23-16,1-8-10 0,-5 12-14 0,2-6-11 15,0-1 12-15,1 5 4 0,1-5-4 0,4-5-62 16,2 5-9-16,-1-6 65 0,3 4-44 0,-2-3-3 16,4-1 44-16,-4 3-1 0,4 0-70 0,-5 4 64 15,0 0-1-15,0-3-14 0,0 3 17 0,1-4-8 16,-5 7-6-16,6-7 5 0,-7 8 1 0,5-5-1 15,-2 1 2-15,5-4 14 16,-7 7-11-16,4-1-3 0,-1 1-12 0,1-3 3 16,-2 4 2-16,2-5 3 0,-3 9-25 0,1-5 20 15,2-2 0-15,-2 3 1 0,5-3-48 0,-1-4 53 16,-2 6-5-16,0-1-59 0,0-1 59 0,1 2 1 16,1-1-4-16,-1-5-25 0,-2 11 21 0,-1-3 5 15,0 1-17-15,3-1 14 0,-3 2-7 0,3-3 7 16,-5 5 4-16,4-2-5 0,-1-2-4 15,3-7 3-15,2 2 6 0,-2-1-5 16,1-1 1-16,2 0 26 0,-4-1-25 0,4 2-2 16,-2-2 4-16,2-1 39 0,-4 8-46 0,0-4-5 15,-1 2-19-15,-1-1 19 0,-1 0 3 16,-2 7 2-16,2-5 17 0,1 0-15 0,3-7 4 0,-1 4 0 16,0 0-61-16,2-4 2 0,1 1 54 0,-2-1-13 15,2 0 10-15,2 0 2 0,-4 2-9 0,2-2 4 16,1 1 2-16,2 0 0 15,-2-1-50-15,3-3 49 0,-3 3-2 0,3-3-2 16,0-2-58-16,0 2 54 0,0-5 4 0,2 1 6 16,0-5-75-16,0 3 58 0,2-4 7 0,1 1-34 15,1-3 30-15,-3 0-7 0,4-2 2 0,-1-1 44 16,1-5 1-16,2 0-44 0,0 1-16 0,-1-5 21 16,1 0-5-16,0 0 6 0,-1-4 28 0,3 1-23 15,0 0-4-15,0-2 7 0,0 0-8 0,-2 0 11 16,2 0-8-16,0 0 13 15,-1 0 61-15,-1 0-29 0,2 0 0 0,-2 0-297 16,0 0 125-16</inkml:trace>
  <inkml:trace contextRef="#ctx0" brushRef="#br0" timeOffset="139046.31">11015 12823 534 0</inkml:trace>
  <inkml:trace contextRef="#ctx0" brushRef="#br0" timeOffset="142860.47">6881 6300 1340 0,'0'0'0'0,"0"0"0"0,0 0 0 0,0 0 0 0,0 0 0 0,0 0 0 0,0 0 0 0,0 0 0 0,1-1 0 0,4-1 0 0,-4 2 49 0,3-2-3 0,-1 2 1 15,1-2-1-15,1 2 31 0,-4 0-18 0,3 0-11 16,-3-1-1-16,1 1 17 15,3 0-17-15,-2-3 1 0,1 2 69 0,-1 1-70 16,4-3 1-16,-5 3-1 0,6 0-51 0,-2 0 52 16,1 0 11-16,0 0-79 0,-1 0 31 0,2 0 1 15,1 0 28-15,-2 0-70 0,-1 0 38 0,3 0-23 16,0 0 48-16,0 4-37 0,0 0-1 0,2 0 19 16,-1 1 8-16,-1-1-15 0,3 0 12 0,-1-1-11 15,0 1 28-15,-1 1-14 0,2-2-3 0,-2 1 12 16,1 0-12-16,0 1 4 0,2-3-3 15,-5 1 3-15,6 1-3 0,-3-1 2 0,0 4-2 16,-2-5 27-16,5 4-26 16,-5-3 6-16,4 0-6 0,0 1 32 0,-2 0-30 0,3 0 2 0,-2 1-10 15,2-2 16-15,1 1-7 0,-2-1-37 16,1 2 36-16,-4-2 2 0,4 0-2 0,-3 1-14 16,4 1 13-16,-4 1-2 0,2 0 1 0,-1-2-19 15,0 1 18-15,0 1 0 0,1-1-1 0,2 1-24 16,-3 0 23-16,2 0-3 15,2 1-1-15,-1-1 6 0,0-1-3 0,1 0 12 16,1 3-12-16,-2-3 0 0,2 0 0 0,-2 1 40 16,0-1-39-16,0 1 1 0,0-3 0 0,0 3 28 15,1 0-27-15,-2-2 9 0,0 1-2 0,0 1-11 16,2-2 9-16,0 1 27 0,2 1-29 0,-1-2 8 16,-1 1-11-16,2 1 8 0,1-2-8 0,-1-1 1 15,0 4 0-15,3-4 10 16,-2 1-7-16,1-1 0 0,-1 1 3 0,1 0-19 0,-2-1 18 15,2 1 0-15,-3 0-26 0,1 0 0 16,-2 1 0-16,3-1 0 0,-2 0 0 0,0 0 0 16,0-2 0-16,1 2 0 0,0-1 0 0,1 1 0 15,-3 0 0-15,3-3 0 0,-2 3 0 0,2 0 0 16,-3-2 0-16,3 2 0 16,-1 0 0-16,0-2 0 0,-1 1 0 0,0 1 0 0,0 0 0 0,-1-3 0 15,0 3 0-15,-2 0 0 0,2-1 0 0,-1 3 0 16,0-2 0-16,0 0 0 15,0 2 0-15,1-3 0 0,0 1 0 0,-1-1 0 16,2 2 0-16,-1-2 0 0,2 1 0 0,-2 0 0 16,1-1 0-16,4 1 0 0,-8 0 0 0,6 0 0 15,-2-1 0-15,0 1 0 0,-3 0 0 0,4 2 0 16,-2-3 0-16,2 2 0 0,-3-2 0 0,1 3 0 16,-1-3 0-16,2 1 0 0,-1 0 0 0,-2 0 0 15,1-1 0-15,0-1 0 0,-2 2 0 0,4-1 0 16,-6-2 0-16,3 0 0 15,-4 2 0-15,2-2 0 0,-2 1 0 0,-1-2 0 16,-2 0 0-16,3 2 0 0,-6-2 0 0,0 0 0 16,0 0 0-16,-3 0 0 0,1 0 0 0,0 0 0 15,0 0 0-15,0 0 0 0,-2 0 0 0,0 0 0 16,0 0 0-16,0 0 0 0,0 0 0 0,0 0 0 16,0 0 0-16,0 0-200 15,0 0-63-15,0 0 95 0,0 0 54 0</inkml:trace>
  <inkml:trace contextRef="#ctx0" brushRef="#br0" timeOffset="143335.4">8537 6965 1980 0,'0'0'0'0,"0"0"0"0,0 0 0 0,0 0 0 0,0 0 0 0,0 0 0 0,2 0 0 0,8 0 0 0,2 0 0 0,1 0 0 0,4 0 108 0,1-1-32 0,1-3 0 0,-1 1 45 15,0 0-44-15,3 0 0 0,0-2 74 0,1 4-53 16,-1-1-1-16,4 0-41 0,-2 0 9 0,2-1-20 16,1 3-1-16,-3 0-50 0,0 0-1 0,-3 0 63 15,5 0-12-15,-3 0-53 16,-1 0 0-16,1 5 54 0,0-3-1 0,-5 0-73 15,-1-1 28-15,-1 2-1 0,-5-3 1 0,1 0 2 16,-2 0 21-16,-3 0-15 0,-2 0 67 0,-1 0-56 16,-1 0 3-16,0 0-54 0,0 0-1 0,-2 0 58 15,0 0-5-15,0 0-329 0,0-3 155 0,0 0 68 16,0-1 42-16,0 0-676 0,0 1 344 0,0-1 166 16</inkml:trace>
  <inkml:trace contextRef="#ctx0" brushRef="#br0" timeOffset="143353.44">9119 6914 445 0</inkml:trace>
  <inkml:trace contextRef="#ctx0" brushRef="#br0" timeOffset="143767.54">8939 6565 2401 0,'-2'-8'-2'0,"-2"3"2"0,4-1 0 0,-2 3 0 0,2-1 0 0,0 3 0 0,0-3 0 0,0 2 0 0,0-1 0 0,0 3 0 0,0 0 100 0,0 0-56 0,2 0 0 0,0 0-9 16,3 0 9-16,-1 9 0 0,3-2 11 0,-2 4 68 15,0 3-40-15,3 1 0 0,-1 0 73 0,1 3-56 16,1 0-17-16,2 5 55 0,3-3-46 16,-1 3-1-16,0 2-47 0,0-3 37 15,-2-1-26-15,3 4-18 0,-3-7-37 0,1 4 0 16,-1-3 0-16,-2-3 0 0,1-1 0 0,-3-2 0 15,-2-4 0-15,1 0 0 0,-3-1 0 0,1-3 0 16,-1 1 0-16,-1-2 0 0,0-2 0 0,0 0 0 16,-2-2 0-16,0 0 0 0,0 0 0 0,0 0 0 15,0 0 0-15,0 0 0 0,0 0 0 0,0 0 0 16,0 0 0-16,0 0 0 0,0 0 0 0,0 0 0 16,0 0 0-16,0 0 0 0,0 0 0 0,0 0 0 15,0 0 0-15,0 0 0 0,0 0 0 0,0 0 0 16,0 0 0-16,0 0-122 15,0 0 35-15,0 0-864 0,0 0 453 0,0 0 227 0</inkml:trace>
  <inkml:trace contextRef="#ctx0" brushRef="#br0" timeOffset="148462.54">3739 3083 804 0,'0'-2'-3'0,"-1"1"1"0,1-1 0 0,0 0 1 0,-2 2 1 0,0 0 0 0,-1 0 0 0,-1 10 0 0,1 0 0 0,-4 5 0 0,-2-2 24 0,0 5 7 16,-1 1 53-16,-5 1-57 0,2 2 0 0,0 2 0 0,1-2 44 15,0-2-33-15,-1 10-8 0,-2-4 0 0,0 4-38 16,-1-5 38-16,2 4 0 16,-1 1 8-16,0-1 3 0,1 1-10 0,0 3 5 15,-2-2-80-15,2 1 72 0,-5 1 8 0,1-2-12 16,-2 3-17-16,-2 3 10 0,-1-2 8 0,0-3-61 15,4 2 62-15,-7 5-10 0,4-2 4 0,-1 0-5 16,2 1 3-16,0-3 2 0,-2 7-2 16,2-1-59-16,-2-1 56 0,2 0 0 0,2-1-27 0,-1-5 28 15,-5 9-3-15,2-6-3 0,3 2-8 16,-8 1 8-16,4 1 2 0,3-5-3 0,-6 10 2 0,2-4-6 16,0 1 3-16,0 1-16 15,2 0 15-15,-5 2 4 0,4-1-3 0,-4-2-2 16,-2 2 2-16,0 1 1 0,-5 7 3 0,5-7-2 15,0 2-1-15,0 2-17 0,-4 6 17 0,4-4-2 16,0 2 1-16,7-9-7 0,-2 1 6 0,2-1 0 16,3-4 1-16,-2 1-34 0,3-3 25 0,0 1 4 15,-4 6-3-15,1 0-39 0,0 1-3 0,-6 11 42 16,1-6-28-16,3-2 26 0,-3 2-5 16,-3 7 4-16,-3-4-4 0,-1 4 3 15,3-4-2-15,1-5 47 0,-7 14-45 0,5-8 1 16,2-3 0-16,7-6 17 0,-5 4-13 0,3-2-3 15,-3-1 9-15,6-3-1 0,-3 0-9 0,2-4-2 16,1 2-3-16,5-5 7 0,-6 9 3 0,4-6-1 16,-4 2-10-16,0 5 11 0,1-1-1 0,0-1-6 15,-3 1 5-15,2 0 0 0,0-2 0 0,-3 0-2 16,2-1 2-16,-3 1 0 0,2 0-1 0,2-2 1 16,3-2 0-16,2 1 0 15,1-10 18-15,2 0-18 0,-1-1 2 0,2-2-33 16,2 0 32-16,-1-6-1 0,3-4 0 0,0 1-21 15,-1-3 19-15,2-2 2 0,1 1-3 0,-2-3-50 16,3-2 49-16,2-2-4 0,0 0-65 0,2-1-1 16,-1-2 61-16,-2 0 3 0,6-1-62 0,0 0-11 15,-3-2 65-15,3 1-196 0,0-1 91 0,0 1 34 16,3 0-10-16,5-2-118 16,4 0 80-16,6-2 30 0</inkml:trace>
  <inkml:trace contextRef="#ctx0" brushRef="#br0" timeOffset="149286.68">1091 7936 888 0,'-7'0'0'0,"2"0"0"0,3 0 0 0,0 0 0 0,2 0 0 0,0 0 0 0,0 0 0 0,0 0 0 0,0 0 0 0,2 0 0 0,10 0-5 15,1 0 65-15,1 0 0 0,7 0 0 0,-1 0-51 16,-1 0-14-16,4 0 59 0,3 0-72 0,1 0 1 16,-3 0 62-16,1 0 13 0,6 0-82 15,-1 0 33-15,2 0 27 0,1 0-20 16,5 0-16-16,-3 0 33 0,5 0-4 0,-3 0-12 16,0 0-14-16,1 0 15 0,2 0 6 0,-3 2-34 15,1 0 28-15,0 0-3 0,-3 2-40 0,2 1 41 16,-2-2 1-16,7 3 6 0,6 0 5 0,-5 0-11 15,3 1 2-15,0-1-5 0,4-2-16 0,1 2 20 16,-1 0-1-16,3-3 5 0,1 0-8 0,-4 3-1 16,1-2 2-16,6 0-14 0,5 1 15 0,-4-1 1 15,5 2 4-15,-3 0-5 0,2-1 0 16,-6-1 1-16,13 2-28 0,-6-1 21 16,0-3 3-16,1 4-2 0,-1-5-39 0,13 3 40 15,-7 0 0-15,2-4-32 0,4 2 27 0,-3-2-4 16,-7 1 6-16,10-1-51 0,0 3 48 0,0-2-4 15,0 1-17-15,0 0 15 0,3-2-3 0,-1 0 2 16,-1 2-14-16,3-2 14 0,2 0 2 0,11 2-1 16,-15-2-6-16,16 0 6 0,-5 0-2 0,-12 0 0 15,8 0 10-15,16 0-8 0,-18 0 1 0,17 0 10 16,-10 2-10-16,1-1 0 0,-2 1-1 0,-1-2-2 16,-4 0 4-16,17 2 0 15,-7-2-6-15,2 2 6 0,-4-2 0 0,1 0-1 16,-7 0 11-16,20 0-10 0,-8 0 1 0,3 0-1 15,-2 0-10-15,-2 0 8 0,-6 0 1 0,19 0 16 16,-9 0-15-16,-1 0-1 0,0 0-1 0,-3 0-3 16,-10 0 6-16,21 0-1 0,-5 0 23 0,-4 0-22 15,1 0 0-15,-3 0-3 0,-10 0 19 16,22 0-15-16,-9 0 2 0,0 0-1 0,-3 0-20 16,2 0 17-16,-12 0 4 0,27 0-29 15,-8 0 26-15,3 0 1 0,-4-2-4 0,-4-2 19 0,-14 3-16 16,22-1 0-16,-11 0-9 0,-3 2 9 15,-4 0-3-15,1 0 1 0,-15 0-27 0,18 0 28 16,-7 0-1-16,4 0 1 0,-2 0-33 0,1 0 31 16,-11 2-1-16,7 0-22 0,10-2 21 0,-11 1-4 15,1 1 4-15,-11-2-27 0,8 2 21 0,0-2-2 16,-7 2 4-16,2-1-1 16,-3 4 2-16,4-1-3 0,-4-2-70 0,-2 0 68 15,2 0 1-15,-2-1-6 0,-1 1 4 0,-3-2-7 16,4 0 4-16,-2 0-139 0,3 0 66 0,-5 0 27 15,-3 0 0-15,-8 0-159 0,1-2 94 0,-6 1 31 16,-5-3-131-16,-3-2 85 0,0-6 43 0</inkml:trace>
  <inkml:trace contextRef="#ctx0" brushRef="#br0" timeOffset="150334.29">3244 3293 701 0,'-8'-27'0'0,"8"14"0"0,-3 6 0 0,3 4 0 0,0 2 0 0,5-3 0 0,11 1 0 0,3 0 0 0,1 1 0 0,8 0 0 0,5 1-55 0,2-3 39 0,7-2 0 0,3-2 39 15,3-1 53-15,4-1-51 0,3-2-1 0,11-2 0 16,-1-1 62-16,4 3 0 0,4-2-50 0,4-2-4 16,4 2 0-16,10-3-1 0,-15 2-66 15,17-1 70-15,-13 2 5 0,15-3 0 16,-7 3-51-16,-1 2 41 0,1-1 2 0,-1 0-9 16,-9 0-63-16,18-5 20 0,-6 7 0 0,-1-2 5 15,1 2 31-15,0-1-14 0,-12 3-31 0,19-2 36 16,-4 1 3-16,5 0-4 0,0-2 33 0,4 3-31 15,-12-1 4-15,24-1-4 0,-8 2 26 0,2-1-23 16,1 1-1-16,2-1 4 0,-3 1-5 0,2 2 3 16,-2 1-1-16,1-3 2 0,1 6-1 0,-5-2 3 15,-12 1 6-15,21 0-48 0,-12 3 38 16,2-2 1-16,1 2-33 16,-4-1 31-16,-9-1-3 0,21 3 2 0,-6-1-26 0,-1 1 24 15,4-2-4-15,-2 0 4 0,2 1-20 0,3-5 18 16,14 0-3-16,-22 0 32 0,10 1-30 0,-2-1 1 0,2 1 0 15,-1-3 0-15,-3 0 0 0,2 3 0 16,-5-3 18-16,2 2-17 0,0 1 2 0,1 1-1 16,-2-2 11-16,-2 3-11 0,-2-1 2 0,3 2-1 15,-4-1-19-15,-1 0 19 16,1 2-1-16,-4-1-17 0,-5 2 16 0,3 0 0 16,-10 0-9-16,18 0 9 0,-9 0-1 0,1-1 0 15,-2 1 66-15,-10-3-63 0,21 1-3 0,-9 2 2 16,0-2 49-16,1 1-46 0,-3-1 3 0,-10 0-1 15,25 0 6-15,-11-1-6 0,1 0 5 0,2-2 9 16,-3 1-11-16,-11 1 7 0,25-3-36 0,-12 1 28 16,2 1 1-16,-2-2-1 0,-5 0-59 15,-10 0 54-15,18 3 2 0,-11-2-6 16,-2-1-39-16,0-1 39 0,-15 4 2 0,9-5-3 16,8 3-29-16,-21 1 23 0,7 1 6 0,-6-1 3 15,0 2-5-15,-12 0-2 0,11-1-34 0,-18 3 0 16,5 0 34-16,-4 0-1 0,-2 0-50 0,-1 0 45 15,-2 0 3-15,-5 0-5 0,-8 0-62 0,2 0 27 16,-3 0-1-16,-5 0 16 0,-2 0-60 16,-7 0 26-16,-3 0 0 0,-3 0-129 0,-4 0 78 0,-1 0 18 15,-5 3-153-15,1-1 96 0,-5 0 50 0,-1 2-1 16,0-1-30-16,1 3 26 16,-3 3 64-16</inkml:trace>
  <inkml:trace contextRef="#ctx0" brushRef="#br0" timeOffset="151078.51">15306 2581 878 0,'-2'1'-8'0,"-1"7"3"0,-1 0 0 0,-1 0 2 0,0 3 0 0,0 3-3 0,-5-1 2 0,1 3 0 0,-2 7 2 0,0-2 0 0,-5 5 56 0,2 1 0 0,-4 3 1 16,0 6 27-16,-3 0-28 0,-4 3 14 0,-1 2-13 16,-4 4-7-16,-2 2 7 0,-5 8 0 0,3-8-67 15,-2 4 81-15,-11 14-14 0,2-3-53 16,0 1 53-16,0 3-8 0,2 0 6 0,0-3-58 15,2-2-11-15,3-4 49 0,-2-1 9 0,-1 0-50 0,-2-1 0 16,7-7 38-16,-7 12 2 0,4-5-9 0,1-3 6 16,2 1-8-16,-1-1 9 0,1-5 4 15,-7 11-7-15,3-8-18 0,1 2 20 16,2 3-1-16,-1-3 0 0,3-3 17 0,-7 9-15 16,1 1-4-16,-1-2 0 0,1 0-48 0,3-2 47 15,5-8 8-15,-11 15-38 0,7-10 31 16,1 1-4-16,2-1-61 0,-1 3 60 0,1-2 7 15,0 8-12-15,6-12-6 0,-2 1 8 0,0 2-2 0,0-4-8 16,2 3 24-16,-8 3-21 0,10-11 2 0,-10 12-5 16,4-2-24-16,0 0 29 0,4-5 4 0,-8 12-68 15,5-7 62-15,4-9-1 16,-1 2 3-16,0 2-40 0,-2-4 40 0,-2 8-6 16,5-8-38-16,-1 3 34 0,3 0 4 0,-1 0-6 15,2 0-16-15,0-1 16 0,1 5 2 0,0-3-3 16,1-4-6-16,-1 1 1 0,-3 2 1 0,1 0-3 15,1 0 4-15,-6 7 1 0,4 2 16 0,3-12-14 16,-1 2 0-16,-1 6-1 0,-1-4-7 0,-1 1 9 16,4 1 1-16,-4-4 1 0,3 1-10 0,-1-1 9 15,3-1 0-15,-1-5 0 16,2 1-53-16,3-2 50 0,-3 4-1 0,2-6 1 16,1 3-6-16,-3 1 5 0,2 2-5 0,2-5-58 15,-4 10 53-15,0-5 0 0,3-3-48 0,1-7 46 16,-1 11-4-16,0-11 2 0,0 9 19 0,1-6-17 15,1-4-1-15,0 0 2 0,3-2-5 16,1-6 4-16,-2 4 1 0,4-8-34 0,1-2-2 16,1-1 36-16,1-4-1 0,1-3-69 0,2-2 33 0,2-5 0 15,-1 1-133-15,3-3 77 0,0-1 28 16,-2 0-8-16,2 0-172 0</inkml:trace>
  <inkml:trace contextRef="#ctx0" brushRef="#br0" timeOffset="181677.03">3592 5354 833 0,'-8'-4'0'0,"2"1"0"0,2 1 0 0,-3 0 0 0,2 0 0 0,2 0 0 0,-3 0 0 0,1 1 0 0,1-1 0 0,4-3 0 0,-3 2 71 0,3-2-28 0,-2-1-1 16,2 0 1-16,0-1-40 0,0-2 10 0,0 2 30 15,0 0-1-15,0 1 43 16,0 0-43-16,0 1 1 0,0 1 54 0,0 1-10 0,0 0-45 0,-2 1 219 15,1 1-110-15,-1 1-53 16,0 0-18-16,-1 0 251 0,1 0-144 0,-2 0-72 16,2 0-36-16,-1 0 189 0,-1 0-102 0,4 0-67 15,-3 6-28-15,-1-1 132 0,3 1-80 0,-3 1-41 16,2 2 6-16,1 1-88 0,-1 0 0 0,-2-1 0 16,4 1 0-16,-2-2 0 0,-1 2 0 15,3 1 0-15,-2-1 0 0,2 0 0 0,0-2 0 0,0 1 0 16,0 1 0-16,-2 0 0 0,2 0 0 0,0 2 0 15,-1-1 0-15,-1 1 0 0,0-1 0 16,-1 2 0-16,1 0 0 0,-2 1 0 16,1 1 0-16,-1-5 0 0,4 2 0 0,-5 1 0 15,3-4 0-15,0 4 0 0,2-3 0 0,0 2 0 16,0-2 0-16,0 0 0 0,0 3 0 0,0-2 0 16,0 0 0-16,0 3 0 0,0-1 0 15,0 1 0-15,0 2 0 0,-2-2 0 0,1 4 0 16,-1-2 0-16,-1 3 0 0,1 1 0 0,0-2 0 0,1 0 0 15,-4 3 0-15,5-2 0 16,-5 2 0-16,5-1 0 0,0-1 0 0,0-1 0 0,-3 3 0 16,1-1 0-16,2 0 0 0,0-1 0 15,0 0 0-15,-2 0 0 0,2-2 0 0,0 1 0 16,0-1 0-16,-2 1 0 0,2-2 0 0,0 1 0 16,0 0 0-16,0 0 0 0,-1-1 0 0,1 1 0 15,0 1 0-15,-2-2 0 16,2 4 0-16,-2-2 0 0,2 3 0 0,-1-2 0 0,-1 2 0 0,2 3 0 15,-3-2 0-15,3 0 0 0,-2 5 0 16,-1-7 0-16,3 5 0 0,-2-2 0 16,-1-1 0-16,3 0 0 0,-3 0 0 0,3 1 0 15,-4 0 0-15,4-1 0 0,-1 5 0 0,-1-6 0 16,0 6 0-16,0-2 0 0,-1 2 0 0,0-4 0 16,3 2 0-16,-2-4 0 0,-1 6 0 0,1-5 0 15,-1 0 0-15,1 4 0 0,2-4 0 0,-1-2 0 16,-1 2 0-16,2-1 0 0,-2 1 0 0,1-1 0 15,-1 4 0-15,2-3 0 0,-2 1 0 0,0 3 0 16,1-2 0-16,1 2 0 16,-2-1 0-16,2-4 0 0,-3 6 0 0,3-7 0 15,0 4 0-15,0-1 0 0,-2-3 0 0,2 3 0 16,0-3 0-16,0 7 0 0,-3-6 0 0,3-1 0 16,0 3 0-16,-2-1 0 0,2-1 0 0,0 0 0 15,-2 1 0-15,2 1 0 0,-3-3 0 0,3 3 0 16,-1-1 0-16,1 4 0 15,0-4 0-15,-2 1 0 0,2-2 0 0,0 0 0 0,-2-1 0 0,2 3 0 16,0-2 0-16,-1-2 0 16,1 2 0-16,0-1 0 0,-2-2 0 0,2 3 0 15,0 1 0-15,-2-1 0 0,0 0 0 0,2 4 0 16,-1-3 0-16,1 3 0 0,-2-5 0 0,2 2 0 16,0 2 0-16,-3-2 0 0,3-1 0 0,0 1 0 15,-2 1 0-15,2 0 0 0,0-1 0 0,0 1 0 16,0 0 0-16,0 2 0 0,0-4 0 0,0 5 0 15,0-5 0-15,-3 3 0 16,3-2 0-16,0 3 0 0,0-2 0 0,0-1 0 16,0 2 0-16,0-1 0 0,0 0 0 0,0-2 0 15,0 1 0-15,-2 0 0 0,2-1 0 0,-2 5 0 16,2-1 0-16,0-1 0 0,-3 1 0 0,2 1 0 16,-1-5 0-16,0 10 0 0,2-1 0 0,-1-2 0 15,-1 1 0-15,-1-1 0 0,3-6 0 0,0 6 0 16,0-4 0-16,-2-2 0 0,2 1 0 0,-3-2 0 15,3 2 0 1,0 2 0-16,0-1 0 0,0 0 0 0,-2 1 0 0,2-1 0 16,-2-1 0-16,2 3 0 0,-3-2 0 0,1 0 0 15,0-3 0-15,-1 5 0 0,2-5 0 0,1 1 0 16,-2 6 0-16,2-8 0 0,0 0 0 0,0 0 0 16,0 1 0-16,0-1 0 0,0-2 0 0,0 3 0 15,0-1 0-15,0 0 0 0,0 2 0 0,0 1 0 16,0-1 0-16,0-1 0 15,0 1 0-15,0-1 0 0,0 0 0 0,0 0 0 0,0-2 0 16,0 3 0-16,0-3 0 0,0-1 0 16,0 3 0-16,0 1 0 0,0-3 0 0,0 0 0 0,0 2 0 0,0-3 0 15,0 1 0-15,0 1 0 0,0 1 0 16,0 0 0-16,0 0 0 0,0 2 0 0,0 1 0 16,0-3 0-16,0 1 0 0,0-2 0 0,0-1 0 15,0 2 0-15,0-2 0 0,0-1 0 0,0 2 0 16,0-4 0-16,0 1 0 0,0 0 0 15,0 3 0-15,0-5 0 0,0 4 0 0,0 0 0 16,0 3 0-16,0-2 0 16,0 0 0-16,0 0 0 0,0 9 0 0,0-8 0 15,0 1 0-15,0-1 0 0,0-1 0 0,0-3 0 0,0 2 0 16,0-2 0-16,0 1 0 0,0-2 0 16,0-1 0-16,0 2 0 0,0-1 0 0,0 6 0 15,0-4 0-15,0 2 0 16,0-3 0-16,0 3 0 0,0-4 0 0,0 2 0 0,0 0 0 0,0-2 0 15,0 0 0-15,0 0 0 0,0-1 0 0,0-1 0 16,0 2 0-16,0 0 0 16,0-1 0-16,0 2 0 0,0-2 0 0,0 0 0 15,0 2 0-15,0 0 0 0,0 0 0 0,0 0 0 16,0 2 0-16,0-3 0 0,0 3 0 0,0-1 0 16,0 0 0-16,0-3 0 0,0 0 0 0,-2-2 0 15,2 0 0-15,0-3 0 0,0 1 0 0,0 0 0 16,0 0 0-16,-1 3 0 0,1-3 0 15,0 4 0-15,-2 1 0 0,-1-2 0 0,3 1 0 16,-2 2 0-16,2-3 0 0,-3-2 0 16,1 3 0-16,0-4 0 0,0-1 0 0,2-3 0 15,-1 1 0-15,-1-1 0 0,2 1 0 0,-2-3 0 16,1 2 0-16,1-1 0 0,-3 3 0 0,1-3 0 16,0 2 0-16,1 3 0 0,1-1 0 0,-2-1 0 15,-1 1 0-15,1-1 0 0,2-2 0 0,0 1 0 16,0-1 0-16,-3-3 0 0,1 0 0 15,2-2 0-15,0 0 0 0,-2 0 0 16,2-2 0-16,-2 0 0 0,1 0 0 0,-1 0 0 16,-3 0 0-16,-1-17 0 0,-1-11-494 0,-3-20 154 0</inkml:trace>
  <inkml:trace contextRef="#ctx0" brushRef="#br0" timeOffset="182947.44">3229 10815 1181 0,'-2'-13'0'0,"1"2"0"0,-3-1 0 0,3 5 0 0,-5 2 0 0,5 0 0 0,-2 1 0 0,0 1 0 0,3 1 0 0,0 0 0 0,-2 2 82 0,2 0-1 0,0 0-30 16,0 0 96-16,0 0-54 0,0 0-25 0,0 11-1 16,0 5 127-16,-3 2-66 0,1 7-49 0,0 3 176 15,-1 3-107-15,1 6-54 16,0 6 63-16,1-4-48 0,1 11-39 15,-6 2 0-15,6-2 104 0,-2 3-66 0,0-1-34 0,-1 3 11 16,-1-1 59-16,1 1-51 0,-1-4-26 16,1-3 45-16,1 0-112 0,1-10 0 0,-5 10 0 15,6-12 0-15,-2-1 0 0,0-1 0 0,-1-8 0 16,1 6 0-16,2-10 0 0,0 1 0 0,-2-2 0 16,1-5 0-16,-1-2 0 0,0 0 0 0,0-4 0 15,1 0 0-15,-1-3 0 0,0-1 0 0,1-1 0 16,-5-1 0-16,4 0 0 0,2-2 0 0,-3 0 0 15,-1 0 0-15,2-1 0 16,1 2 0-16,-3-3 0 0,3 1 0 0,-1-1 0 0,0 0 0 16,0 2 0-16,1-2 0 0,-1 0 0 0,2 0 0 15,-3 0 0-15,3 0 0 0,0 0-361 0,0-2-63 16,3-12 192-16</inkml:trace>
  <inkml:trace contextRef="#ctx0" brushRef="#br0" timeOffset="-195569.32">6858 6233 2524 0,'0'-4'0'0,"0"1"0"0,0-2 0 0,0 4 0 0,0-1 0 0,0 0 0 0,0 0 0 0,0 2 0 0,0 0 0 0,0 0 0 0,0 0 75 0,0 0 1 0,0 0 97 16,0 0-64-16,0 0-31 0,0 0 11 0,0 4 52 16,0-1-48-16,0 3 0 0,-1 0 62 0,-3 2-54 15,-1-2 11-15,1 3 0 0,-1-2-112 0,0 0 0 16,-1 5 0-16,1-5 0 0,-2 3 0 0,0 1 0 15,3-3 0-15,-1 5 0 0,-1-2 0 0,4-3 0 16,-6 5 0-16,5-5 0 16,-3 4 0-16,1 0 0 0,2-1 0 0,-2 0 0 15,-3 2 0-15,3-2 0 0,0 2 0 0,0-1 0 16,-2 1 0-16,-1 2 0 0,3-2 0 0,-3 2 0 16,1 2 0-16,2-2 0 0,-3 2 0 0,1-2 0 15,-1 2 0-15,1 0 0 0,-1-1 0 0,1 1 0 16,2 1 0-16,-5 0 0 15,-1-1 0-15,2 2 0 0,0-1 0 0,0 1 0 0,-1 1 0 16,1-2 0-16,-1 3 0 0,1-1 0 16,-2-1 0-16,1 2 0 0,1-1 0 0,0 3 0 15,0-4 0-15,0 5 0 0,-3-1 0 0,3 1 0 16,-3 0 0-16,1 1 0 0,3-2 0 0,-7 7 0 16,6-6 0-16,-3 0 0 0,1 1 0 0,0-2 0 15,1 0 0-15,-3 5 0 0,2-3 0 0,-2 0 0 16,3 1 0-16,-3-4 0 0,0 5 0 0,0-1 0 15,2-2 0-15,-2 3 0 0,0-1 0 16,-1 3 0-16,2-2 0 0,-4 2 0 0,4 1 0 16,-4-3 0-16,3 7 0 0,-1-5 0 15,-2 3 0-15,2-4 0 0,0 2 0 0,0 0 0 16,2-2 0-16,0 0 0 0,-3 1 0 0,4-1 0 16,-1 0 0-16,2 0 0 0,-6-2 0 0,3 2 0 15,0 3 0-15,-3-2 0 0,0 4 0 0,0-2 0 16,1 4 0-16,-3-2 0 0,-2 7 0 15,3-5 0-15,-1 2 0 0,2-5 0 0,-1 4 0 0,3-1 0 16,-2-4 0-16,2 2 0 16,-1-1 0-16,3-3 0 0,-2-1 0 0,3 2 0 15,-2-1 0-15,3-2 0 0,-1 2 0 0,0 1 0 16,-2 2 0-16,3-1 0 0,-3 4 0 0,0-2 0 16,0 2 0-16,0-2 0 0,2 0 0 0,-2-1 0 15,-1 2 0-15,1-4 0 0,3 3 0 0,-4-1 0 16,2-1 0-16,-1-1 0 0,0-2 0 0,2 3 0 15,-1-1 0-15,-1 0 0 0,2-3 0 0,0 1 0 16,-1 3 0-16,-1 1 0 0,-4-1 0 16,1 8 0-16,1-4 0 0,3-1 0 15,-8 5 0-15,3-1 0 0,2-7 0 0,-2 11 0 16,1-3 0-16,1-5 0 0,-1 4 0 0,-3 3 0 16,6-11 0-16,-2 7 0 0,0-2 0 0,3 0 0 15,-3-1 0-15,3 0 0 0,-2 0 0 0,2-3 0 16,0 2 0-16,-1-2 0 0,1-1 0 0,-3 0 0 15,4 0 0-15,-2-1 0 0,0-2 0 0,2 0 0 16,-2 3 0-16,1-3 0 0,-1-1 0 16,1 0 0-16,2-1 0 0,-2 2 0 15,1 0 0-15,4-5 0 0,-3-1 0 0,2 0 0 16,1-2 0-16,2-5 0 0,0-1 0 0,0-1 0 16,2-2 0-16,-2-5 0 0,3 0 0 0,2-2 0 15,0-1 0-15,0-1 0 0,-3-1 0 0,3 0 0 16,0 0 0-16,0 0 0 0,0 0 0 0,0 0 0 15,0 0 0-15,0 0 0 0,0 0 0 0,0 0 0 16,0 0 0-16,0 0 0 16,3-6 0-16,12-11-642 0,4-18 208 0,12-18 197 15</inkml:trace>
  <inkml:trace contextRef="#ctx0" brushRef="#br0" timeOffset="-194561.44">6642 6518 2116 0,'0'-3'0'0,"0"-3"0"0,0 3 0 0,0-3 0 0,-2 3 0 0,2 0 0 15,-1-1 0-15,1 3 0 0,-3-2 0 0,3 3 0 0,0 0 129 0,0-2-43 0,0 2 0 0,0 0 212 0,-2 0-126 0,-1 0-54 16,-1 2-42-16,-2 6 193 0,-3 4-112 0,-2 2 183 16,-1 4-256-16,-3-2-84 0,-3 7 0 15,-2-3 0-15,0 4 0 0,-2 2 0 0,-1 3 0 16,-4-1 0-16,3 1 0 0,-5 5 0 0,4-4 0 15,2-5 0-15,1 6 0 0,0-1 0 16,-1-2 0-16,4 0 0 0,1-3 0 0,2-1 0 16,3-3 0-16,-1-3 0 0,5 1 0 0,1-4 0 0,-1-2 0 15,2-2 0-15,1-1 0 0,3-3 0 16,-1 1 0-16,0-4 0 0,1-1 0 0,0 1 0 16,1-1 0-16,0-2 0 0,2-1 0 0,0 0 0 15,0 0 0-15,0 0 0 0,0 0 0 0,0 0 0 16,0 0 0-16,0 0 0 0,0-7 0 0,9-7 0 15,9-8 0-15,8-7 0 0,8-8-1 16,4-2-268-16,1-3 112 0,1-2-44 16,-1 6 79-16,-2-2 27 0,-2 2 12 0,-5 3 3 15,-3 3-1-15,-6 3 37 0,0 0 0 0,-3 2 183 16,-2 4-86-16,-3 3-48 0,-3 1 382 0,-1 3-215 16,-4 0-83-16,1 5 243 0,-2-1-332 0,-1 2 0 15,2 0 0-15,-4 3 0 0,1-1 0 0,0 3 0 16,0-1 0-16,1 2 0 0,-3 2 0 0,2 1 0 15,1-2 0-15,-2 2 0 16,-1-1 0-16,2 0 0 0,-2 2 0 0,2 0 0 16,0 0 0-16,-1 0 0 0,1 0 0 0,3 0 0 15,-2 0 0-15,1 0 0 0,0 0 0 0,1 4 0 16,-1 0 0-16,1 2 0 0,3-1 0 0,-4 2 0 16,0 1 0-16,1 2 0 0,-1 0 0 0,-1 2 0 15,1 3 0-15,2 2 0 16,-6 3 0-16,2 5 0 0,1-1 0 0,-1 2 0 15,-2 3 0-15,0 0 0 0,0-2 0 0,0 7 0 16,1-2 0-16,-1-4 0 0,1 0 0 0,2 2 0 0,-2-7 0 16,1 5 0-16,2-8 0 0,-3 5 0 15,3-5 0-15,2 1 0 0,-6-4 0 0,2-1 0 16,1-4 0-16,-2-2 0 0,1-1 0 0,0-1 0 16,-2-6 0-16,2 1 0 0,-2-1 0 0,0-2 0 15,0 0 0-15,0 0 0 0,0 0 0 0,0 0 0 16,0 0 0-16,0 0 0 0,0 0 0 15,0 0 0-15,0 0 0 0,0 0 0 0,0 0 0 16,0-2 0-16,0-1 0 0,0 2 0 16,0 0 0-16,0-1 0 0,0 1 0 0,0 1 0 15,0-3 0-15,0-1-180 0</inkml:trace>
  <inkml:trace contextRef="#ctx0" brushRef="#br0" timeOffset="-193339.1">6939 9824 1781 0,'0'-2'0'0,"0"-1"0"0,1 2 0 0,1-1 0 0,3 2 0 0,0 0 0 0,0 0 0 0,2 0 0 0,-2 0 0 0,4 0 0 0,0 0 85 0,-1 0 0 0,1 2 62 0,1-1-50 15,0 2 12-15,-2-1-24 0,2-1-38 0,0 2 0 16,-3-2 0-16,0 1-119 0,1 0 71 0,-2-2 19 16,1 0-1-16,-2 2-193 0,-1-2 109 0,1 2 36 15,-2-2-92-15,0 0 39 16,-2 2 47-16,1-2-26 0,0 0-71 0,-1 0 22 0,1 0 47 15,0 0-18-15,-2 0 1 0,2 0 19 16,0 0 21-16,-1 0-39 0,1 0 38 0,0-2 0 16,1 0 0-16,-1 0-46 0,-1-2 0 0,1 3 39 15,1-2-1-15,-3 2 4 0,1 1 1 0,1 0-4 16,0 0 35-16,-1 0-14 0,1 0-18 0,2 0 93 16,-2 0-44-16,1 0 3 0,2 0-47 0,-1 0 40 15,0 0 8-15,-1 0-18 0,0 0-17 0,1 0 39 16,3 1-34-16,-5 2 9 0,2-3-29 0,1 1 25 15,-2-1-2-15,-1 2 1 16,0-2 30-16,0 0-7 0,-1 2-24 0,1-2 48 16,-2 2-47-16,0-2 0 0,0 2 0 0,0-2 123 15,0 2-48-15,0-1-31 0,0-1 20 0,0 3 127 16,0-2-69-16,0 1-41 0,0 0 148 0,2 0-88 16,-2 0-26-16,2 0 74 0,1-2-61 0,-3 2-19 15,2-1-11-15,1 2 7 0,3-3-1 0,-3 1-37 16,3-1 0-16,2 2-69 0,0-2 29 0,2 2-1 15,3 0 41-15,0 2-365 0,0-2 160 16,3 1 103-16,-2 3-564 0</inkml:trace>
  <inkml:trace contextRef="#ctx0" brushRef="#br0" timeOffset="-193175.8">7549 9921 1844 0,'0'0'0'0,"0"0"0"0,0 0 0 0,0 0 0 0,0 0 0 0,0 0 0 0,0 0 0 0,3-2 0 0,-2 1 0 0,4-2 0 0,2 1 191 0,0 1-72 0,3 1-36 16,3 0 0-16,1 0-174 0,2 0 81 0,2 0 23 15,1 0-469-15,4 0 252 0,-1 0 125 0,6 3-590 16</inkml:trace>
  <inkml:trace contextRef="#ctx0" brushRef="#br0" timeOffset="-192864.94">7883 9978 2001 0,'4'1'0'0,"-1"1"0"0,-2 0 0 0,0-2 0 0,-1 0 0 0,0 0 0 0,0 0 0 0,0 0 0 0,0 0 0 0,0 0 0 0,2 0 100 0,1 0 0 0,-2 0-41 15,5 0 152-15,0 0-83 0,1 0-40 16,0 0-248-16,5 0 103 0,2 0 64 0,-4 0-475 0,4 0 257 16,0 2 130-16,2 2 63 0,-4 3-217 0,4-3 135 15,-2 3-29-15,0-1 62 16,1 2-244-16,0-3 133 0,2-1 65 0,-1-2-2 0,1 2 68 0,-1-4 0 0,0 1 84 15,0-1-42-15,1 0 0 16,-2 0 131-16,-3 0-81 16,2 0-46-16,-5 0 0 0,1 0 229 0,-1 0-114 0,-3 0-45 0,1 0-36 15,-3 0 0-15,0 0 109 0,-1-1-62 0,0 1 3 16,-1 0 186-16,1 0-116 16,-1 0-65-16,0 0 92 0,1 0-67 0,-2 0-33 15,0 0 13-15,3 0-267 0,0 0 110 0,3 0 56 16,3 1 0-16,1 5 55 0,3 0-669 0,2 0 317 15</inkml:trace>
  <inkml:trace contextRef="#ctx0" brushRef="#br0" timeOffset="-192686.95">8641 10158 2279 0,'2'7'0'15,"-1"-3"0"-15,1-4 0 0,-2 0 0 0,0 0 0 0,0 0 0 0,0 0 0 0,0 0 0 0,0 0 0 0,0 0 0 0,0 0 47 0,0 0 31 0,0 0 0 0,2 0-482 16,0 0 237-16,3 0 101 0,-1 0-502 16,1 0 287-16,2 4 143 0,-4 2 72 0,3 1 37 0,-2 0-1 15</inkml:trace>
  <inkml:trace contextRef="#ctx0" brushRef="#br0" timeOffset="-191960.85">7087 9786 1187 0,'-7'-2'0'0,"-1"0"0"0,2 2 0 0,-1 0 0 16,1 0 0-16,3 0 0 0,-3 0 0 0,4 0 0 0,0 0 0 0,1 0 0 0,1 0 87 0,0 0 52 0,0 2-47 0,0 0 1 16,0 2 42-16,0-2-44 0,1 1 10 0,6-3-55 15,-1 2 82-15,1-2-41 0,-1 0-1 16,2 0-40-16,1 0-29 0,-2 0-10 0,3 0 38 0,-3 0 1 15,1 0-293-15,-1 0 158 0,3 2 61 0,0 4-277 16,0 1 164-16,2 0 51 0,3 3 50 0</inkml:trace>
  <inkml:trace contextRef="#ctx0" brushRef="#br0" timeOffset="-191782.98">7397 9840 1878 0,'5'6'0'0,"3"-2"0"0,-3-2 0 0,-2-2 0 0,-1 2 0 0,0-2 0 0,-1 0 0 0,1 0 0 0,2 0 0 0,-1 2 0 0,6-1 96 0,-4 2 153 0,4 0-90 16,2 1-62-16,3 2-318 0,2-3 133 0,3 4 67 15,6 0 34-15,-2 0-572 0,7-1 292 0,0-1 152 16,-1 0 75-16,-1 1-280 0,0 1 81 0</inkml:trace>
  <inkml:trace contextRef="#ctx0" brushRef="#br0" timeOffset="-191497.67">7850 9983 1641 0,'7'6'0'0,"0"-1"0"0,0-1 0 0,-2 0 0 0,1-2 0 0,-3 0 0 0,2-1 0 0,-1 0 0 0,3-1 0 0,2 0 0 0,-2 0 131 16,2 0 87-16,1 0-85 0,-1 3-44 0,0-3 0 15,7 2 58-15,-5 0-38 0,4 2-13 0,0 0-260 16,2-1 105-16,1 3 53 0,3-1-1 0,0 1-362 16,-1 2 202-16,3-2 93 0,2 0 58 0,-5 2-364 15,1 0 139-15,0-2 36 0,-3 1 85 0,1-1 6 16,-1-1 34-16,-4-1-1 0,0 2 84 15,-2-4-12-15,-2 1-37 0,0 2 233 16,-3-4-116-16,1 3-59 0,-3-3-28 0,0 3 431 16,0-2-212-16,0 2-55 0,0-3-71 0,-2 3 348 15,0-2-178-15,3 2-106 0,-1 0-48 0,3 0 0 16,0 1-47-16,1 1 58 0,3-1-17 0,-1 2-12 16,3 1-29-16,2 0-450 0,3 2 226 0,-1 1 111 15,3-1 68-15,4 2-774 0,-6 0 379 0,4 1 112 16,-5-4 121-16</inkml:trace>
  <inkml:trace contextRef="#ctx0" brushRef="#br0" timeOffset="-191359.99">8708 10370 2308 0,'3'6'0'0,"-2"-1"0"0,-1-1 0 0,0-3 0 0,0-1 0 0,0 0 0 0,0 0 0 0,0 0 0 0,0 0 0 0,0 0 0 0,0 0 354 0,0 0-160 16,0 0-74-16,0 0 150 0,0 4-112 0,2 2-56 15,7 2-371-15,1 1 152 0,1 0 81 16,3 2-648-16,4-1 366 0,1 1 181 0,-1 2 103 0,7-1-449 15</inkml:trace>
  <inkml:trace contextRef="#ctx0" brushRef="#br0" timeOffset="-190708.28">7265 9758 1995 0,'0'-2'0'0,"-1"0"0"0,1 2 0 0,0 0 0 0,0 0 0 0,0 0 0 0,0 0 0 0,1 0 0 0,6 0 0 0,0 0 0 0,0 0 80 0,1 4 159 0,1-1-96 0,0 1-36 15,1 0-12-15,-3 0 10 0,2 2-58 0,5-1 0 16,-3-1 1-16,0 1-54 15,3 5 21-15,0-2 0 0,4 0 32 0,3 6-471 16,-3-3 247-16,8 2 106 0,1 1-811 0,1-2 424 16</inkml:trace>
  <inkml:trace contextRef="#ctx0" brushRef="#br0" timeOffset="-190577.93">7749 9994 1354 0,'7'6'0'0,"0"-2"0"0,-1-2 0 0,-1-2 0 0,1 0 0 0,2 0 0 0,-3 0 0 0,4 0 0 0,1 0 0 0,3 0 0 0,3 1 47 0,0 5 323 0,5 0-161 0,4 0-81 16,0 3-29-16,7 0-107 0,8 5 56 0,0-5-1 16,2 0 0-16</inkml:trace>
  <inkml:trace contextRef="#ctx0" brushRef="#br0" timeOffset="-190451.93">8452 10181 2186 0,'10'11'0'0,"-1"2"0"0,-3-2 0 0,-1-2 0 0,0-1 0 0,-2-1 0 0,-1 1 0 0,2-2 0 0,-1-2 0 0,1 5 0 0,3-2 127 0,2 0-40 0,0 2-117 16,2 1 51-16,1 2-13 0,2-1 40 0,3 0-533 16,5 4 267-16</inkml:trace>
  <inkml:trace contextRef="#ctx0" brushRef="#br0" timeOffset="-190017.31">7285 11741 1949 0,'0'-5'0'0,"-3"4"0"0,3-1 0 0,0 1 0 0,0-2 0 0,0-2 0 0,0-1 0 0,0-1 0 16,10-3 0-16,3 1 0 0,2-1 76 0,5-4-294 0,-2 3 143 0,9-4 56 0,-2 2-254 16,1-1 155-16,2 3 78 0,2 1 38 0,2 1-570 15</inkml:trace>
  <inkml:trace contextRef="#ctx0" brushRef="#br0" timeOffset="-189551.64">7851 11473 1779 0,'8'0'0'0,"1"0"0"0,-1 0 0 0,-1-1 0 0,1-3 0 0,-2 1 0 0,1-3 0 0,2-1 0 16,1 1 0-16,1-2 0 0,5 1 169 0,0-4-61 0,6-1-31 0,3 0 0 0,5-2-264 0,7-3 111 15,2 0 62-15,3 0-454 0,3 0 257 16,-1-3 129-16,-7 2-438 0,11 0 258 0,-15 6 86 0,3-4 74 15,-4 3 23-15,-4 3 46 0,-6 1 33 16,-3 0 0-16,-2-1 0 0,-6 3 0 0,-2 2 0 0,0-2 212 16,-2 2-164-16,-4-1-41 0,4 1-1 15,-5-1 476-15,4 0-209 0,2-1-136 0,-1 0 15 16,4-3 71-16,1 3-89 0,5-5-43 16,4 1-118-16,1 0 37 0,5-2 12 0,0 2 24 0,5-4-441 15,3 1 221-15,-3 1 110 0,0 2 56 0,-8 1-474 16,2 1 240-16,-4 0 39 0,-2 3 56 15,-8 0 46-15,-3 2 101 0,0 2 165 0,-4-1-129 16,-3 1-41-16,1-2-1 0,-2 2-40 0,-1-2 486 16,0-1-218-16,0-1-121 0,0 0 208 15,1-1-146-15,2 2 7 0,0-3 28 0,4 1-65 0,5-2-49 16,1 2 1-16,0-2-39 0,4 0-295 16,2 1 147-16,-1-1-171 0,1 0 154 0,0 1 82 15,-2 2 0-15,-1 0-141 16,-6 3 58-16,-1-3 50 0,2 4 90 15,-8 1 0-15,1-1-85 0,-2 0 22 0,-1 2 134 0,-1 0-76 16,0 0-16-16,0-2 0 0,0 2 28 0,0-2 243 16,0 2-101-16,0-2-139 0,0 2 14 0,0-2-18 15,0 2-551-15,4-2 265 0,3 1 131 0,2-1 68 16</inkml:trace>
  <inkml:trace contextRef="#ctx0" brushRef="#br0" timeOffset="-189268.78">9095 10569 1034 0,'-4'-6'0'0,"-1"3"0"0,-1-4 0 0,2 4 0 0,-1-3 0 0,-2 3 0 0,2-3 0 0,2 2 0 0,-1 1 0 0,2-1 0 0,0 3 184 0,0-2 226 0,2 1-182 15,0 1-91-15,0 1-46 0,0 0 12 0,0 0-150 16,8 0 46-16,4 0-431 0,4 1 239 0,0 7 119 16,3 1 72-16,6 0 18 0</inkml:trace>
  <inkml:trace contextRef="#ctx0" brushRef="#br0" timeOffset="-189119.2">9331 10639 2457 0,'0'-2'0'0,"0"0"0"0,0 0 0 0,0 2 0 0,0 0 0 15,0 0 0-15,0-2 0 0,0 2 0 0,0 0 0 0,2-2 0 0,4 2-172 0,1 0 109 0,6 0 55 0,-5 0 11 16,8 0 44-16,-2 0-925 0</inkml:trace>
  <inkml:trace contextRef="#ctx0" brushRef="#br0" timeOffset="-188206.6">8593 5457 1740 0,'0'0'0'0,"0"0"0"0,0 0 0 0,0-2 0 0,0 0 0 0,0 1 0 0,2-5 0 0,5 2 0 0,5-1 0 0,3 0 0 0,-3 0 281 0,2 1-116 0,-3 3-46 0,3-1-28 15,-1 0 0-15,0 1-42 16,2 1 0-16,-1 0 0 0,0 0 13 0,3 5-13 0,-2 4 0 0,2 0-1141 16</inkml:trace>
  <inkml:trace contextRef="#ctx0" brushRef="#br0" timeOffset="-188044.58">9093 5525 2074 0,'0'3'0'0,"2"1"0"0,1 0 0 0,3 0 0 0,-4-1 0 16,6 3 0-16,-1-2 0 0,2 0 0 0,1-1 0 0,3 3 0 0,4-1 47 0,0 1-1 0,7 1 1 0,1-2-41 0,1 3 53 15,6-3-13-15,4 0-683 0,5 2 330 0,2-4 167 16,2 1-486-16</inkml:trace>
  <inkml:trace contextRef="#ctx0" brushRef="#br0" timeOffset="-187891.82">9815 5668 1822 0,'9'5'0'0,"2"7"0"0,-1-7 0 0,-3 3 0 0,0-6 0 0,-1 3 0 0,0-1 0 0,-1-3 0 0,1 2 0 0,1-3 0 0,4 2 488 0,-3-1-221 0,3 1-98 0,3 0 65 15,-1 0-94-15,0-1-46 0,2 2 0 0,3 1-139 16,5 0 57-16,2 0-11 0,3-1 46 16,0 1-729-16,6-2 364 0,0 1 182 0,3 1 104 0</inkml:trace>
  <inkml:trace contextRef="#ctx0" brushRef="#br0" timeOffset="-187744.84">10445 5807 2735 0,'7'10'0'0,"0"-4"0"0,-4 0 0 0,1 0 0 0,-2-5 0 0,0 1 0 0,0 0 0 0,1-2 0 0,4 0 0 16,2 0 0-16,2 0 203 0,3 0-84 0,2 0-23 0,3 0 1 16,1 0-51-16,5 0 1 0,-3 0-518 15,8 0 252-15,-1 0 134 0,-1 0-312 0,-1 0 222 16,3 0 111-16,-3 0-768 0</inkml:trace>
  <inkml:trace contextRef="#ctx0" brushRef="#br0" timeOffset="-187618.99">10913 5850 2390 0,'0'0'-1'0,"0"2"1"0,0-2 0 0,0 0 0 0,-2 0 0 0,0 0 0 0,2 0 0 0,-2 0 0 0,2 0 0 0,0-2 0 0,0 2 110 15,0-3-12-15,2 3-235 0,2 0 92 0,4 0 45 16,-1 0-594-16,4 0 331 0,1 0 149 0</inkml:trace>
  <inkml:trace contextRef="#ctx0" brushRef="#br0" timeOffset="-187425.89">11018 5877 2084 0,'0'0'0'0,"0"0"0"0,0 0 0 0,0 0 0 0,0-3 0 0,0 1 0 0,0-3 0 0,0 1 0 0,0 2 0 0,0-2 0 0,0 2 248 15,0 0-102-15,0 1-49 0,0 1-1 0,0 0-50 0,0 0 29 16,0 0-30-16,0 0-294 0,0 0 147 16,-1 1 73-16,-1 7 38 0,-5-1-647 0,4 4 337 15,-3-1 127-15,1-2 99 0,-4 3-574 0</inkml:trace>
  <inkml:trace contextRef="#ctx0" brushRef="#br0" timeOffset="-187276.69">10838 5989 1903 0,'-14'7'0'0,"1"-1"0"0,1 0 0 0,-6-3 0 0,4 3 0 0,-3 1 0 0,-1 1 0 0,2-2 0 0,0 3 0 0,0 3 0 0,-3-1 312 0,-1 4-133 0,2 0-66 15,-1 1-183-15,-1 2 58 0,3-4 40 16,-3 9-11-16,-1-2-528 0,-2-2 278 0,-2 1 139 16,0 1-634-16</inkml:trace>
  <inkml:trace contextRef="#ctx0" brushRef="#br0" timeOffset="-187165.46">10126 6413 1799 0,'-24'8'-1'0,"-3"5"1"0,3-4 0 0,0-2 0 0,-1 2 0 0,2 0 0 0,3 0 0 0,-4 4 0 0,1 1 0 0,2-2 0 0,3 4 106 0,2-3-30 16,0 3-478-16,-1 1 218 0,1 0 115 0,-2 0 57 0</inkml:trace>
  <inkml:trace contextRef="#ctx0" brushRef="#br0" timeOffset="-187014.58">9523 6762 2040 0,'-18'0'0'0,"-1"6"0"0,-1 3 0 0,-1-1 0 0,-2-1 0 0,-2 3 0 0,2 0 0 0,1-4 0 0,-4 6 0 0,5-7 0 0,-2 5 136 16,-2 5-51-16,2-2-1 16,0 2-344-16,7-4 152 0,-3 3 75 0,3-3-557 0,3 0 301 15,6-5 154-15</inkml:trace>
  <inkml:trace contextRef="#ctx0" brushRef="#br0" timeOffset="-186891.78">9095 6961 1971 0,'0'3'0'0,"-6"1"0"0,-3 0 0 0,-5 4 0 0,0-2 0 0,-4 2 0 0,2-5 0 0,-1 3 0 0,0 1 0 0,2 1 0 0,2-2 134 0,3 1 63 0,3 0-77 16,-1 0-39-16,5 0-559 0,1 0 256 0,2 1 132 15</inkml:trace>
  <inkml:trace contextRef="#ctx0" brushRef="#br0" timeOffset="-185598.89">9022 6960 1674 0,'-4'0'0'0,"0"0"0"0,1 0 0 0,-2 1 0 15,1 5 0-15,-1-1 0 0,1 6 0 0,-1-3 0 0,3 2 0 0,-2 3 0 0,1-2 82 0,-2 2 0 0,3 1 0 0,-1-1-39 0,1 3 85 0,-4-2-47 16,3 2-1-16,-1 2 41 0,-1 0-39 0,-1 2 0 15,0-2-29-15,0 3 58 0,-1-3-34 0,2 3 0 16,-1-1-34-16,-2 3 48 0,4-3-37 16,-3 1-12-16,2 1 1 0,-4-2 2 0,4 0-2 0,-1 1-1 15,1-1 12-15,0 4-13 16,-4 0 2-16,2-5 13 0,0 7-13 0,-1-5 10 0,0 3-10 16,3 1-52-16,-3-1 51 15,2 0 1-15,0 3-1 0,-3-5-36 0,0 6-15 16,3-2 47-16,-2 3-7 0,-2-3-33 0,3 2-6 0,-1-5 41 15,-2 5-2-15,1 0 32 0,1-1-38 16,-2-2-11-16,-2 1-14 0,3 3 0 0,0 1 0 16,-4 0 0-16,1 2 0 0,2-3 0 0,2 3 0 15,0-5 0-15,-1 3 0 0,0 1 0 0,2-3 0 16,2 2 0-16,-3-2 0 0,0 2 0 0,2 0 0 16,-2-1 0-16,-1-2 0 0,0 2 0 0,2 1 0 0,-2 0 0 15,-1 0 0-15,-1 1 0 16,0 1 0-16,-1 0 0 0,1 2 0 0,0 2 0 15,-2 3 0-15,0-1 0 0,-1 1 0 0,3-2 0 16,2-3 0-16,-3 4 0 0,3 0 0 0,0-3 0 16,-3 1 0-16,3 2 0 0,0-3 0 0,-3 1 0 15,-1 5 0-15,2-1 0 0,0 0 0 0,-2 0 0 16,-1 2 0-16,1-1 0 0,-1 8 0 16,-2-8 0-16,4 3 0 0,-2-3 0 0,1-1 0 0,1-5 0 15,0 6 0-15,2-7 0 16,0 9 0-16,-2-5 0 0,4-6 0 0,-2 6 0 15,1-1 0-15,1 0 0 0,-3 5 0 0,0-3 0 16,4-6 0-16,-2 6 0 0,-1-2 0 0,-3 6 0 16,3-3 0-16,-1-3 0 0,2 3 0 0,-3-3 0 15,-1 10 0-15,1 0 0 0,0 0 0 0,1 2 0 16,2-6 0-16,-1-3 0 16,0 7 0-16,3-12 0 0,-1 2 0 0,1-1 0 15,-1-2 0-15,3 0 0 0,-2 1 0 0,0-3 0 16,0 3 0-16,0 0 0 0,-2 1 0 0,-2 5 0 15,2-2 0-15,-1 3 0 0,-2 1 0 0,1 4 0 16,-3 0 0-16,1 0 0 0,1-1 0 0,-4-2 0 16,3-3 0-16,1-7 0 0,0 2 0 0,-2-6 0 15,3-3 0-15,-2 0 0 0,2-3 0 0,1-5 0 16,-1 1 0-16,0-4 0 0,1-3 0 0,3 1 0 16,-3-2 0-16,4 0 0 15,-1-3 0-15,0 1 0 0,4-3 0 0,-4 1 0 16,6-2 0-16,-2-1 0 0,2-4 0 0,1 2-826 15,0-3 300-15,7-3 242 0,12-26 121 0</inkml:trace>
  <inkml:trace contextRef="#ctx0" brushRef="#br0" timeOffset="-184280.95">8728 5550 871 0,'-3'-12'0'0,"-1"2"0"0,0 0 0 0,2 0 0 0,1-1 0 0,-1 3 0 0,1 1 0 0,-2 1 0 0,1 0 0 0,2 1 0 0,-3-1 111 0,1 2-12 16,2 2-51-16,-3 1 0 0,3-2 0 0,0 3 155 15,0 0-66-15,0 0-50 0,0 0 144 0,0 0-91 16,0 0-46-16,0 0 135 0,0 0-78 0,3 0-58 15,4 0 0-15,0 0 152 0,1 0-99 0,-1 0-49 16,4 0 12-16,-3 0 107 0,-1 0-84 0,3 0-41 0,0 3 27 16,-1-2-35-16,1 1-72 0,1 0-11 15,1 2 0-15,-3 0 0 0,2-2 0 16,-1 1 0-16,1 1 0 0,-1 0 0 0,1 0 0 16,-1-1 0-16,1 1 0 0,1 0 0 0,-1 0 0 15,2-1 0-15,-1 0 0 0,0-1 0 0,1 1 0 16,4 0 0-16,-4-1 0 0,3 0 0 0,-2 1 0 15,2-1 0-15,-2-1 0 0,2 1 0 0,-1 0 0 16,2 0 0-16,-1 2 0 16,0-3 0-16,-2 3 0 0,2-2 0 0,-2 2 0 0,2 0 0 0,-2-1 0 15,0 1 0-15,0 0 0 16,-3 1 0-16,2 1 0 0,-1 0 0 0,0-3 0 16,1 5 0-16,-1-2 0 0,0 0 0 15,1-1 0-15,2 0 0 0,-2-1 0 0,4 2 0 16,-3-2 0-16,3-1 0 0,-3-1 0 0,4 2 0 0,-4 0 0 15,2-3 0-15,-2 3 0 0,-2 0 0 0,3 2 0 16,-1-3 0-16,-4 3 0 0,4 1 0 16,-3-2 0-16,2 0 0 0,-1 1 0 0,2-1 0 0,0 1 0 15,2 0 0-15,0-4 0 0,1 3 0 16,1-3 0-16,1 1 0 0,0 0 0 0,0-1 0 0,-1 1 0 16,1-1 0-16,-1 0 0 15,0 2 0-15,-4 0 0 0,4 0 0 16,-1-2 0-16,-2 1 0 0,-1 1 0 0,2 0 0 15,-2-1 0-15,4 1 0 0,-4-1 0 0,5 1 0 16,-1 1 0-16,-2-4 0 0,3 3 0 0,-1-3 0 16,1-1 0-16,2 2 0 0,-2 0 0 0,0-2 0 15,0 2 0-15,-1 1 0 0,1-3 0 0,-2 1 0 16,0 3 0-16,-1-2 0 0,2 2 0 16,-4-3 0-16,4 2 0 0,-4 0 0 15,4 0 0-15,-1-2 0 0,-3 0 0 0,7-1 0 16,-6 3 0-16,4-1 0 0,-2-2 0 0,3 2 0 15,0-2 0-15,-2 1 0 0,1-1 0 0,-1 2 0 16,0-2 0-16,-1 3 0 0,-1-2 0 0,2 1 0 0,-4-1 0 16,3 4 0-16,0-4 0 0,0 1 0 15,0 0 0-15,0-1 0 0,2 2 0 0,-1-3 0 16,1 0 0-16,1 0 0 16,1 0 0-16,0 0 0 0,-2 0 0 0,0 0 0 0,-5 0 0 15,2 0 0-15,-7 0 0 0,3 0 0 0,-5 0 0 16,-1 0 0-16,-3 0 0 0,1 0 0 0,-2 0 0 15,-1 0 0-15,1 0 0 0,-2 0 0 0,0 0 0 16,0-3 0-16,0 3 0 0,0 0 0 0,0 0 0 16,0 0 0-16,0 0 0 0,0 0 0 15,0 0 0-15,0 0 0 0,0 0-615 16,0 0 266-16,0 4-707 0,0 6 504 16,0 1 253-16</inkml:trace>
  <inkml:trace contextRef="#ctx0" brushRef="#br0" timeOffset="-183529.11">10946 5857 2092 0,'0'0'0'0,"0"0"-1"0,0-2 1 0,0 0 0 0,0 1 0 0,0-1 0 0,0-1 0 0,0 2 0 0,0-1 0 0,3 2 0 0,-1 0 119 0,0 0-37 0,0 0-1 0,1-2 15 16,-1 2-39-16,0 0-12 15,0 0 78-15,0 0-39 0,-1 0 0 0,-1 0-39 16,0 0 12-16,0 0 106 0,0 0-59 0,0 0-29 15,0 0 189-15,0 0-98 0,0 0-66 0,0 0-5 16,-3 2-95-16,-3 1 0 0,1 2 0 0,-2 0 0 16,-2 1 0-16,0-1 0 0,0 4 0 15,-1-1 0-15,-1 0 0 0,-3 2 0 0,2 0 0 16,-1 2 0-16,-1-3 0 0,0 3 0 0,0 1 0 16,-1-2 0-16,-2 3 0 0,3-2 0 15,-2 1 0-15,1-1 0 0,2-1 0 0,-2 2 0 16,0-2 0-16,0 1 0 0,-2 3 0 0,2-4 0 15,-4 4 0-15,4-4 0 0,-4 4 0 0,0 0 0 16,1 1 0-16,-3-1 0 0,3 1 0 0,0-2 0 16,-4 2 0-16,3 1 0 0,0-2 0 15,3-2 0-15,-7 4 0 0,6-6 0 0,-3 6 0 16,-1-1 0-16,0-3 0 0,-1 4 0 16,-1-2 0-16,-1 0 0 0,-3 1 0 0,1-1 0 0,-1 2 0 15,2 1 0-15,-2-2 0 0,3 0 0 16,-3 0 0-16,3 1 0 0,-3 2 0 0,4-2 0 0,-2 0 0 15,4-4 0-15,-4 4 0 0,5-1 0 0,-2-1 0 16,2-1 0-16,1 1 0 0,1-4 0 0,0 2 0 16,-1-2 0-16,0 3 0 0,-2-1 0 15,2-4 0-15,-2 2 0 16,3 0 0-16,-1 1 0 0,1-2 0 0,-3-2 0 0,2 2 0 0,2-1 0 16,-2 0 0-16,0 1 0 15,3 0 0-15,-2-3 0 0,4 2 0 0,-4 1 0 16,2-1 0-16,-1 1 0 0,0-2 0 0,-2 2 0 15,3-2 0-15,-2 3 0 0,-1-3 0 0,4 0 0 16,-3 2 0-16,1 0 0 0,0-1 0 0,2-2 0 16,0 1 0-16,2 0 0 0,1-2 0 0,-1 0 0 15,4-2 0-15,-4 2 0 0,4-2 0 16,-2 3 0-16,-1-3 0 0,1 2 0 0,-3-2 0 0,1 1 0 16,2 1 0-16,-2 0 0 15,0-2 0-15,-1 1 0 0,5-1 0 0,-2 1 0 16,-1-1 0-16,5 0 0 0,-2 0 0 0,4-2 0 15,-2-1 0-15,2 0 0 0,1 2 0 0,3-3 0 16,-2 0 0-16,2 2 0 0,1-2 0 0,0 0 0 16,0 0 0-16,0 0 0 0,0 0 0 0,0 0 0 0,0 0 0 15,0 0 0-15,0 0 0 16,0 0 0-16,0 0 0 0,0 0 0 0,0 0 0 16,7 0 0-16,16-5-1310 0</inkml:trace>
  <inkml:trace contextRef="#ctx0" brushRef="#br0" timeOffset="-182256.01">10990 5865 1024 0,'0'-4'0'0,"0"2"0"0,0 0 0 0,0 0 0 0,0 0 0 0,0 1 0 0,0-1 0 0,0 2 0 0,0 0 0 0,0 0 0 0,0 0 74 0,0 0 1 0,0 0 52 0,2 0-32 15,-2 0 11-15,0 0-33 0,0 0 1 0,0 0-32 16,0 0 91-16,0 3-36 0,0 3-9 0,0 0 24 16,0 1-35-16,0 0 0 0,0 3-35 0,0-1 11 15,-2 3 22-15,-2-2-1 0,1 2-6 16,-2 2-26-16,0-3 0 0,-1 3 11 0,1 0 8 16,-1 1-19-16,-1 0 1 0,1 2-1 15,-2 0 47-15,1 0-36 0,0 0-11 0,-1 0 0 16,0 1 0-16,-1 2 49 0,2-4 0 0,-1 2-38 15,-1 2 48-15,0-1-29 0,0-1 27 16,0 3-29-16,0-3 1 0,2 2-18 0,-3 0-11 0,1 1-33 16,1-1-9-16,-2 4 0 0,1-1 0 15,2-2 0-15,-2 5 0 0,-1-1 0 0,1 1 0 0,0-2 0 16,-1 3 0-16,2-5 0 16,-3 6 0-16,-1-2 0 0,3-1 0 0,0 1 0 15,-1-2 0-15,3-3 0 0,-4 5 0 0,4-2 0 16,-3-1 0-16,2 0 0 0,3-2 0 0,-2 1 0 15,-2 0 0-15,2-1 0 0,2 4 0 16,-3-4 0-16,0 1 0 0,1 5 0 0,0-3 0 0,-2-2 0 16,0 3 0-16,2 1 0 0,0-3 0 0,-2 3 0 15,-1 1 0-15,2-4 0 0,-1 5 0 16,-3-1 0-16,3 2 0 0,0-2 0 0,0 0 0 16,1-3 0-16,-1 3 0 0,1-2 0 0,0-2 0 15,-1 4 0-15,2-1 0 0,-2-2 0 0,0 4 0 16,2-2 0-16,-2 2 0 0,0 1 0 15,-1 1 0-15,1 2 0 0,-2 0 0 0,1 1 0 16,1-4 0-16,0 1 0 0,-1 0 0 0,0 2 0 0,0-3 0 16,-1 0 0-16,4-3 0 0,-4 6 0 0,1-2 0 15,3-1 0-15,-2 1 0 0,0-2 0 0,1 2 0 16,-2 0 0-16,0 2 0 0,-1 0 0 0,2-1 0 16,0 3 0-16,-1 1 0 15,1-2 0-15,-2-1 0 0,4 0 0 0,-3 0 0 16,1 0 0-16,0 0 0 0,-1 0 0 0,0-2 0 15,1-1 0-15,-1 2 0 0,1-1 0 0,0 2 0 16,2 0 0-16,-1 2 0 0,-1-1 0 16,1 1 0-16,-2 0 0 0,3-3 0 0,0 3 0 15,-2-2 0-15,-1 0 0 0,2 0 0 16,-1-1 0-16,0-2 0 0,-1 1 0 0,1 0 0 16,0 1 0-16,-1-1 0 0,2 0 0 15,1 0 0-15,0-1 0 0,-1 2 0 0,0-3 0 0,1 0 0 16,2 0 0-16,-2-3 0 0,2 5 0 0,-3-2 0 15,3-2 0-15,0 0 0 0,-4 3 0 0,2-4 0 16,0 6 0-16,-1-4 0 0,0 1 0 0,-1 2 0 16,0-2 0-16,3 0 0 0,-5-4 0 0,3 3 0 15,-1-1 0-15,1-3 0 0,1 1 0 0,-2 4 0 16,1-4 0-16,-2 5 0 16,3 1 0-16,-4 0 0 0,-1 0 0 0,0 10 0 15,1-3 0-15,-3 2 0 0,1 3 0 0,3-9 0 16,-3 6 0-16,2-3 0 0,0 2 0 0,0-3 0 15,2 0 0-15,-3 0 0 0,1-2 0 0,2 2 0 16,-1-2 0-16,2-1 0 0,-1 1 0 16,2-6 0-16,2-4 0 0,-4-1 0 0,2-1 0 15,3-2 0-15,1-7 0 0,-2-3 0 0,3-2 0 16,0-1 0-16,1-4 0 0,1-2 0 16,-2 2 0-16,2-2 0 0,0 0 0 0,0 0 0 15,-2 0-295-15,2-13 39 0,0-12 107 0,0-12-1104 16</inkml:trace>
  <inkml:trace contextRef="#ctx0" brushRef="#br0" timeOffset="-181698.93">8398 5404 2113 0,'-2'-2'0'0,"2"-1"0"0,-3 1 0 0,0 0 0 0,1 0 0 0,2 2 0 0,-2 0 0 0,2 0 0 0,0 6 0 0,0 5 0 0,-1 2 154 0,1 6-61 0,-2 0 66 0,-3 9-58 0,-3 3-29 15,1 2-306-15,-5 5 148 0,-1 6 60 16,0 3-1315-16,-2 5 1327 16,0 7 0-16,3-8 35 0,0 5 4 0</inkml:trace>
  <inkml:trace contextRef="#ctx0" brushRef="#br0" timeOffset="-181551.81">8004 6532 2715 0,'-14'24'0'16,"-1"2"0"-16,0-5 0 0,0-1 0 0,1-1 0 0,0 0 0 0,1-1 0 0,0 7 0 0,4-4 0 0,0 3 0 0,0 0 128 0,4 5-33 0,-1 3-384 0,4 2 166 0,1 1 82 0,-1 8 42 0,2 1-756 15,0-7 387-15,-2 12 190 16</inkml:trace>
  <inkml:trace contextRef="#ctx0" brushRef="#br0" timeOffset="-181416.7">7685 7521 2432 0,'-19'28'0'0,"1"1"0"0,0-3 0 0,1-3 0 0,2-3 0 0,0 0 0 0,4-5 0 0,2 2 0 0,0 1 0 0,4-2 0 0,1 2 182 16,2-1-75-16,1 1-32 0,1 0 0 0,0 3-188 15,0-2 78-15,1 2-636 0,3-1 351 16,2 3 182-16,-1 1 89 0,2 1-698 0</inkml:trace>
  <inkml:trace contextRef="#ctx0" brushRef="#br0" timeOffset="-181294.1">7489 8227 2420 0,'-14'29'0'0,"-2"-3"0"0,-1-4 0 0,2 1 0 0,-2 1 0 0,6-7 0 0,-2 2 0 0,7-2 0 0,-4-2 0 0,5 2 0 0,2-4 95 0,3 2-79 0,0 2-1 0,0-2 28 15,0 0-1-15,0 1-585 0,0 2 288 16,3-1 148-16,4 3-717 0</inkml:trace>
  <inkml:trace contextRef="#ctx0" brushRef="#br0" timeOffset="-181165.54">7348 8822 2514 0,'-6'20'0'0,"-1"4"0"0,-1-8 0 0,-4 3 0 0,-1 0 0 0,1-2 0 0,1-2 0 0,1 0 0 0,3-1 0 0,1-2 0 0,2 2 116 0,4-2-37 15,0 0-498-15,0-1 241 0,0 3 105 0,0-3 58 0,0 2-325 16,3 0 191-16,-2 2 95 0</inkml:trace>
  <inkml:trace contextRef="#ctx0" brushRef="#br0" timeOffset="-180905.34">7172 9363 1882 0,'-13'19'0'0,"1"2"0"15,2-3 0-15,-5 0 0 0,5-1 0 0,0-2 0 0,0-3 0 0,3 2 0 0,4-1 0 0,-1-1 0 0,0 3 142 0,4-3-39 0,0 0-11 16,0-1-325-16,0 0 138 0,0-1 69 0,0 1-458 16,0 0 252-16,0 3 120 0,0-7 63 0,0 6-225 15,-2-4 124-15,-1 2 62 0,-2-1-24 0,1 1 70 16,-3 0-1-16,1-1 1 0,-2 3 249 0,-1-2-124 15,0 2-74-15,-2 0 422 0,1 2-212 0,-1 1-124 16,2-1 2-16,-1 0 326 0,1 2-167 0,0-4-113 0,4 0-49 16,0-2-1-16,3-2 73 0,-2 1-62 15,4-2-369-15,0-5 148 0,0 1 80 16,0-2 39-16,3-1 1 0,5-1-253 16,4 0 157-16</inkml:trace>
  <inkml:trace contextRef="#ctx0" brushRef="#br0" timeOffset="-165639.22">3276 7904 2677 0,'0'0'-18'0,"0"0"5"0,-2 0 3 0,2-2 3 0,-1 1 3 0,1-1 2 0,0 2 2 0,0 0 0 0,0 0 0 0,0 0 0 0,0 0 166 0,0 0-62 16,0 0-97-16,1 0 48 0,3 0-1 0,4 0-85 0,2 0 57 0,2 0-14 16,1 0 43-16,2 0-620 0,5 9 301 0,0 4 150 15</inkml:trace>
  <inkml:trace contextRef="#ctx0" brushRef="#br0" timeOffset="-165213.9">3312 10252 1223 0,'-4'0'0'0,"0"0"0"0,3 0 0 0,-1 0 0 0,-1 0 0 15,1 0 0-15,-1 0 0 0,3 0 0 0,-2 0 0 0,2 0 0 0,0 0 86 0,0 0 116 0,0 0-79 0,0 0-27 0,0 0-12 0,0 0-85 0,0 0 47 16,0 0-1-16,0 0 1 0,2 0-104 15,1 2 46-15,2-2 29 0,2 1-138 0,4 2 83 16,-3 4 42-16,1 2-566 0</inkml:trace>
  <inkml:trace contextRef="#ctx0" brushRef="#br0" timeOffset="-160338.28">6782 6338 2222 0,'0'-9'0'0,"-3"7"0"0,1 0 0 0,-1 2 0 0,3 0 0 0,-2 0 0 0,2 0 0 0,0 0 0 0,0 0 0 0,0 0 0 0,0 2 79 0,0 5 114 15,0 2-73-15,0 1-25 0,0 3-9 0,2 2-39 16,1 2 0-16,1 2 0 0,-1 5-195 0,-1 1 110 15,0 5 36-15,2 2-512 0,-4 0 257 0,0 3 146 16,0 8-5-16,0-7-662 0</inkml:trace>
  <inkml:trace contextRef="#ctx0" brushRef="#br0" timeOffset="-160187.85">6768 7303 2312 0,'0'19'0'0,"0"0"0"0,-1-4 0 0,-4 0 0 0,1-4 0 0,-2 2 0 0,3-1 0 16,-1 1 0-16,3 2 0 0,1 2 0 0,0 2 319 0,0 3-141 0,0-1-520 0,3 3 195 0,2 2 97 0,5 1 48 0,2 1-823 15</inkml:trace>
  <inkml:trace contextRef="#ctx0" brushRef="#br0" timeOffset="-160049.68">6702 8082 2179 0,'-11'27'0'0,"1"-4"0"0,3-5 0 0,-1 1 0 0,1-4 0 0,3 0-5 0,3 2-2 0,1 0 0 0,0 4 1 0,0-3 0 0,1 5 102 0,6-3-446 0,7 7 192 15,-1-4 100-15,0 5-327 0,-1-2 206 16</inkml:trace>
  <inkml:trace contextRef="#ctx0" brushRef="#br0" timeOffset="-159911.09">6689 8910 2001 0,'-8'22'0'0,"3"-4"0"0,-2 1 0 0,-1-4-3 0,1 2-3 15,2-4 1-15,0 0 0 0,3 2 1 0,0 0 1 0,2 2 0 0,0 1 159 0,0-2-62 0,0 1-350 0,6 0 150 16,2 1 75-16,-1 3-578 0,1 0 310 0,2 7 151 16</inkml:trace>
  <inkml:trace contextRef="#ctx0" brushRef="#br0" timeOffset="-158956.37">6662 9596 1392 0,'-3'23'-1'0,"-2"9"0"0,0-5 0 0,0-7-1 0,0 0 1 15,0 1 0-15,2-4 0 0,0 2 0 0,3-4 1 0,0 3-1 0,0-1 87 0,0 1-100 0,0-1 28 16,3 1 1-16,-2 1 29 0,3 3-149 0,0-1 85 0,-2 6 26 16,2-2-279-16,-1 2 144 0,-3-3 73 0,2 4-149 15,1 2 97-15,-3-2 51 0,0-1-32 0,0 1 51 16,0-2-32-16,0 1 28 0,0-6-20 0,0 4 169 15,0-2-74-15,0 0-36 0,0-5 13 0,-3 1 186 16,1 0-94-16,-1-4-34 0,-1 2 85 0,2-1-45 16,-2-3-47-16,2 1 15 0,0-3 245 0,1 3-144 15,-2-5-67-15,2 4 112 16,-1-2-89-16,2 0-45 0,-1 1 10 0,1-1-49 0,0 0-6 0,0-1 0 16,0-1 0-16,0-1-130 15,0-1 59-15,0 1 36 0,0-1-151 0,0 0 92 16,0-1 47-16,0 2 3 0,0-2-41 0,0-1-7 15,0 0 31-15,0 1 54 0,0-3-36 0,-3 0-44 16,3 1 35-16,-2-4 107 0,2 0-49 0,0 2-21 16,0-2 0-16,0 0 115 0,-3 0-67 0,1 0-6 15,0 0 127-15,0 0-68 16,-1 0-44-16,0 0-3 0,0 0 148 0,0 0-94 16,1 0-46-16,0 0 74 0,2 0-61 0,-3 0-19 15,3 0-30-15,0 0-54 0,0 0 0 0,0 0 0 16,0 0 0-16,0 0 0 0,0 0 0 0,0 0 0 15,0 0 0-15,0 0 0 0,0 0 0 0,3 0 0 16,-1 1 0-16,0 2 0 0,1-1 0 0,-2-2 0 16,1 1 0-16,1-1 0 0,-3 0 0 0,0 0 0 15,0 0 0-15,0 0 0 16,0 0 0-16,0 0 0 0,0 0 0 0,0 0 0 16,0 0 0-16,0 0 0 0,0 0 0 0,-5 0 0 15,0 0 0-15,4 0 0 0,-4 0 0 0,3 0 0 16,-1 0 0-16,3 0 0 0,-2 0 0 0,2 0 0 15,0 0 0-15,0 4 0 0,0-1 0 0,0 2 0 16,3-4 0-16,6 1 0 0,-3-2 0 0,2 0 0 16,1 0 0-16,-3 0 0 0,0 0 0 0,-1-2 0 15,-1-2 0-15,0-1 0 0,-2 0 0 0,1 0 0 16,-3 2 0-16,0-1 0 16,0 1 0-16,0 2 0 0,0-1 0 0,0 2 0 15,0 0 0-15,0 0 0 0,-5 0 0 0,1 0 0 16,3 6 0-16,-2 0 0 0,3 1 0 0,0 0 0 15,0 1 0-15,0-1 0 0,0 0 0 0,0-2 0 16,4-1 0-16,2 0 0 0,-1-2 0 0,1-2 0 16,-1 0 0-16,2 0 0 0,-4 0 0 0,-1 0 0 15,0 0 0-15,1-2 0 0,-2-2 0 16,-1 0 0-16,0 0 0 0,0 1 0 0,0-1 0 16,-1 3 0-16,-6-2 0 0,1-1 0 15,1 2 0-15,-1 2 0 0,2-1 0 0,2 1 0 16,2 0 0-16,-3 0 0 0,3 0 0 0,0 0 0 15,0 0 0-15,0 0 0 0,0 0 0 0,3 0 0 16,2 0 0-16,2 0 0 0,1 0 0 0,-1 0 0 16,2 0 0-16,-3 0 0 15,-1 0 0-15,1 0 0 0,-4-3 0 0,0 1 0 16,-2 1 0-16,0-1 0 0,0-2 0 0,0 3 0 16,-12-1 0-16,3-1 0 0,-2 2 0 0,-1 1 0 15,1 0 0-15,-1 0 0 0,4 0 0 0,1 0 0 16,2 0 0-16,0 4 0 0,3-2 0 0,2-1 0 15,0 1 0-15,0 0 0 0,0 0 0 0,7-1 0 16,6-1 0-16,6 0 0 0,9 0-491 0,2-5-283 16</inkml:trace>
  <inkml:trace contextRef="#ctx0" brushRef="#br0" timeOffset="-153213.22">16183 5973 2526 0,'-9'-7'0'0,"7"4"0"0,0 0 0 0,0 2 0 0,2-1 0 0,0 0 0 0,0 2 0 0,0 0 0 0,0 0 0 0,0 0 0 0,2 0 191 0,9 0-66 0,3 5 126 16,2 8-106-16,1 5-52 0,3 5-27 15,-2 4 196-15,1 3-101 0,1 12-65 0,-1-3-81 0,-1 6-15 16,-2 0 0-16,1 2 0 16,-4-7 0-16,2 9 0 0,-2-6 0 0,0 0 0 15,-3-10 0-15,1 5 0 0,-2-3 0 0,1-5 0 16,-3-3 0-16,-1-7 0 0,1 0 0 0,-2-3 0 16,-3-8 0-16,-1-3 0 0,1-3 0 0,0 1 0 15,-2-4 0-15,0 0 0 0,0 0 0 0,0 0 0 16,-5 0 0-16,-2-4-65 0,0-2-248 0,1-1 137 15,1-3 58-15,1-2 45 0,4-5-1 0,0-4 35 16,0-8-1-16</inkml:trace>
  <inkml:trace contextRef="#ctx0" brushRef="#br0" timeOffset="-152911.52">16726 5750 3903 0,'0'-11'0'0,"0"3"0"0,0 3 0 0,0-1 0 0,-2 2 0 0,0 3 0 0,1 1 0 0,1 0 0 0,-2 0 0 0,2 0 0 0,0 1 28 16,0 11-28-16,0 8 0 0,0 3 0 0,-2 9 0 15,-3 9 0-15,-6 7 0 0,2 3 0 0,-3 14 0 16,-6-5 0-16,1 3 0 0,1 3 0 0,-2-7 0 16,-4 14 0-16,3-9 0 0,5-1 0 0,0-10 0 15,3 1 0-15,4-8 0 0,-1 4 0 0,4-13 0 16,-2-2 0-16,5-6 0 0,-1-6 0 0,0-8 0 15,0-1 0-15,2-8 0 0,0 0 0 0,-2-4 0 16,2-2 0-16,0 0 0 0,-1 0 0 0,-4 0 0 16,3 0 0-1,-2 0 0-15,3-5 0 0,-1-3 0 0,2-5 0 0,0-4-99 16,0-6-425-16,3-3 243 0,11-12-778 0,1 5 500 16</inkml:trace>
  <inkml:trace contextRef="#ctx0" brushRef="#br0" timeOffset="-152729.21">16907 6017 3265 0,'3'0'0'0,"3"0"0"0,-3 0 0 0,6 0 0 0,-2 3 0 0,2-3 0 0,5 1 0 0,0-1 0 0,5 2 0 0,-1-1 0 0,5-1 358 16,0 0-165-16,-2 0-78 0,0 0-115 0,4 0 0 15,-4 0 0-15,-1 0 0 0,-3 0 0 0,-2 2 0 16,-3-2-152-16,-1 4-179 0,-4 0 186 0,-2 0-976 15,2 3 496-15,-5 2 293 0</inkml:trace>
  <inkml:trace contextRef="#ctx0" brushRef="#br0" timeOffset="-152530.52">16972 6346 3806 0,'-7'13'0'0,"3"-4"0"0,2-4 0 0,1 1 0 0,1 0 0 0,0-2 0 0,5 0 0 0,9-1 0 0,9 1 0 0,2-1 0 0,3-2 125 0,4 1-125 0,0-2 0 16,1 0 0-16,1 0 0 16,0 0 0-16,-2 0 0 0,-4 0 0 0,-5 0 0 15,-2-2 0-15,-3 1 0 0,-7-2 0 0,-3 1 0 16,-3 0-112-16,-3 1-42 0,-2-1 13 0,0 0-491 16,-3 0 297-16</inkml:trace>
  <inkml:trace contextRef="#ctx0" brushRef="#br0" timeOffset="-150519.65">18209 5670 2325 0,'0'0'0'0,"0"-2"0"0,0 2 0 0,0 0 0 0,0 0 0 0,0 0 0 0,0 0 0 0,0 0 0 0,0 0 0 0,2 5 0 0,3 8 287 16,2 1-126-16,-2 6-62 0,3 7 234 0,-3 0-149 16,2 6-65-16,-4 6 130 0,1 3-107 0,-1 2-110 15,1 8-32-15,-2-1 0 0,0 3 0 0,0 0 0 16,-2 0 0-16,0-1 0 0,0-1 0 0,0 2 0 15,0-10 0-15,0 6 0 16,0-6 0-16,0-9 0 0,0 1 0 0,0-1 0 16,0-14 0-16,0 2 0 0,-2-4 0 0,2-8 0 15,-2 1 0-15,2-9 0 0,0 1 0 0,0-4 0 16,-2 0 0-16,2 0-385 0,0 0 93 0,0-9 119 16,0-4 74-16,0-5-293 0,2-4 179 0,5-2 89 15</inkml:trace>
  <inkml:trace contextRef="#ctx0" brushRef="#br0" timeOffset="-149872.48">19064 5900 1723 0,'0'0'0'0,"0"-2"0"0,0 1 0 0,0-1 0 0,0 0 0 0,0 1 0 0,0-3 0 0,0 0 0 0,0-2 0 0,0 0 0 0,0-1 73 0,0-1 60 0,0 1-48 16,0-1-25-16,0 1 32 0,0-1-19 16,0 2-10-16,0-1-27 0,0 2 67 0,0-1-33 15,0 0-1-15,0 1 13 0,0-1-10 0,-2 2-36 16,-5-2-1-16,2 2 73 0,-6 2-37 0,4-2 10 16,-6 1-46-16,2 1 70 0,0 1-35 0,-3-2 0 15,1 3 4-15,-2 0 8 0,0 0-46 16,1 3-1-16,-2 3 54 0,-1 2-27 0,0 0 9 0,2 2 43 15,0 1-91-15,4-2-23 16,-1 0 0-16,2 2 0 0,2-3 0 0,-2 4 0 16,7-3 0-16,-1 0 0 0,0 0 0 0,4 4 0 15,0-2 0-15,0 2 0 0,2-1 0 0,7 2 0 16,5 1 0-16,4 1 0 0,1-3 0 0,4 5 0 16,1-2 0-16,-2-4 0 0,1 3 0 0,-2 0 0 15,-4-2 0-15,2 2 0 0,-5 0 0 0,-2 0 0 16,-1 0 0-16,-5 2 0 0,-3-2 0 15,-1 2 0-15,-2-2 0 0,0 0 0 16,-2 2 0-16,-9-4 0 0,0 0 0 0,-4-2 0 16,0-1 0-16,-2 0 0 0,0-6 0 0,0-1 0 15,2-3 0-15,-2 0 0 0,0 0 0 0,3 0 0 16,0 0 0-16,3-6 0 0,4 1 0 0,-2-2 0 16,2 0 0-16,2 0 0 0,1 1 0 0,2-1-55 15,0 1-3-15,2-2-861 0,0 1 442 0,0-2 221 16,8 3 110-16</inkml:trace>
  <inkml:trace contextRef="#ctx0" brushRef="#br0" timeOffset="-148831.56">18719 5495 2792 0,'-4'-2'0'0,"2"0"0"0,0 2 0 0,2 0 0 0,0 0 0 0,0 0 0 0,0 0 0 0,2 0 0 0,9 0 0 0,6 0 0 0,2 0 273 0,9 0-123 0,-2 2-58 0,4 0 236 16,1 0-146-16,0-2-73 0,-4 0-104 15,5 0-5-15,-4 0 0 0,-6 0 0 0,2 0 0 0,-1 0 0 16,-4 1 0-16,-2-1 0 0,-2 0-220 15,-6 0 118-15,0 0 69 0,-1 0-742 16,-2 0 378-16,-2 0 154 0,1 0 103 0,1 0-614 16</inkml:trace>
  <inkml:trace contextRef="#ctx0" brushRef="#br0" timeOffset="-148620.05">19124 5363 2761 0,'-7'0'0'0,"1"0"0"0,2 2 0 0,2 3 0 0,0-2 0 0,2 2 0 0,0 3 0 0,10 1 0 0,10 0 0 0,1 1 0 0,8 3 296 0,1 0-131 0,2 0 192 0,1-1-161 16,-1-1-81-16,0 1-74 0,-2-2-41 0,-7-3 0 15,-3 6 0-15,-3-4 0 0,-9 0 0 0,-3-2 0 16,-5 5 0-16,0-1 0 0,-15 2 0 0,-9 2 0 16,-12 2 0-16,4-4 0 0,-10 4 0 0,9-4 0 15,-3 1-387-15,2-1 133 0,1-1 87 0,4 2-687 16,5 1 414-16,7 1 202 0</inkml:trace>
  <inkml:trace contextRef="#ctx0" brushRef="#br0" timeOffset="-148162.83">19323 6073 3580 0,'-6'0'0'0,"3"0"0"0,-1 0 0 0,0 0 0 0,3 0 0 0,-1 0 0 0,0 0 0 0,2 2 0 0,0 2 0 0,0 7 0 0,0-1 299 0,0 6-247 0,0 2-52 0,2 0 0 16,5 2 0-16,-1 1 0 0,-1 2 0 0,1-3 0 15,0 0 0-15,-2 1 0 16,-1-5 0-16,-1 1 0 0,0-4 0 0,-2-2 0 16,0 1 0-16,0-5 0 0,0 0 0 0,0-2-490 15,0-4 196-15,0 1 92 0,-4-2 75 0,-1 0-532 16,3 0 312-16,0-3 156 0,2-12 78 0</inkml:trace>
  <inkml:trace contextRef="#ctx0" brushRef="#br0" timeOffset="-147921.02">19932 5786 3826 0,'0'-2'0'0,"0"0"0"0,0 1 0 0,0 1 0 0,0 0 0 0,-2 0 0 0,2 0 0 0,-2 0 0 0,-2 0 0 0,1 3 0 0,-3 10 105 0,-2 4-105 0,-3 7 0 0,0 1 0 16,-3 4 0-16,0 0 0 15,-3 3 0-15,-2 0 0 0,0 0 0 0,-2 1 0 16,1-2 0-16,-1-2 0 0,2-1 0 0,5-11 0 16,-2 3 0-16,1-3 0 0,6-6 0 15,-1-2 0-15,3-3 0 0,0-4-1010 0,1-2 283 0,3 0 346 16,0-4 173-16</inkml:trace>
  <inkml:trace contextRef="#ctx0" brushRef="#br0" timeOffset="-147737.62">19637 5835 3673 0,'0'-12'0'0,"0"3"0"0,2 2 0 0,0 3 0 0,0 3 0 0,3 1 0 0,2 0 0 0,5 0 0 0,1 9 0 0,3 3 0 0,0 5 243 0,1 4-228 15,0 2-15-15,-4-3 0 0,4 8 0 0,-5-1 0 16,0-1 0-16,-1-2 0 0,-1 1 0 0,-1-5 0 16,1 1 0-16,0-2 0 0,-1-3 0 0,-2-2 0 15,0 0 0-15,-1-7 0 0,0 0-732 0,-2-4 163 16,1-1 267-16,1-2-651 0,6 0 459 0</inkml:trace>
  <inkml:trace contextRef="#ctx0" brushRef="#br0" timeOffset="-147539.5">20039 5700 3361 0,'-2'-2'0'0,"2"0"0"0,0 2 0 0,0 0 0 0,0 0 0 0,0 0 0 0,2 0 0 0,9 0 0 0,5 0 0 0,5-3 0 0,11 3 229 0,0-1 112 0,2-1-341 16,4 0 0-16,0 0 0 0,-3-2 0 0,1 3 0 16,-4-1 0-16,-4 2 0 0,-5 0 0 0,-2 0 0 15,-7 0 0-15,2 0-867 0,-7 0 151 0,-2-2 345 16,-3 2 147-16,-2 0-237 0</inkml:trace>
  <inkml:trace contextRef="#ctx0" brushRef="#br0" timeOffset="-147345.98">20404 5495 2369 0,'-7'-4'0'0,"2"1"0"0,3 0 0 0,0 2 0 0,2-1 0 0,0-1 0 0,2 3 0 0,9 0 0 0,8 0 0 0,6 0 0 0,-2 9 537 0,7 1-256 0,-5 2-122 0,3 3 90 16,-1 2-107-16,-3 1-53 0,-4-1-19 16,0 6-35-16,-7-6-35 0,-4 4 0 0,-3 1 0 0,-4 3-100 15,-2-5 3-15,-8 6 61 0,-6-3-154 16,-5-3 112-16,-2 2 57 0,-4-6-667 15,5-2 321-15,-8 0 163 0,1-2 84 0,-1-1-556 16,2 4 321-16</inkml:trace>
  <inkml:trace contextRef="#ctx0" brushRef="#br0" timeOffset="-146996.46">20441 6000 2639 0,'4'0'0'0,"-2"0"0"0,-1 0 0 0,-1-4 0 0,0-3 0 0,0-1 0 0,0 0 0 0,0 0 0 0,0-2 0 0,-3 1 0 0,-3 1 140 0,-2 1 177 0,-1-1-146 0,-2 5-68 16,-3 1-34-16,2 2 107 0,-6 0-71 0,0 0-27 15,-5 10-8-15,2 5-7 0,1 2-63 0,1 2 0 16,3 1 0-16,2-2 0 0,5 0 0 0,2 6 0 16,4-4 0-16,3 1 0 0,0 5 0 0,3-6 0 15,9 5 0-15,3-3 0 0,4-3 0 16,0 0 0-16,-1 0 0 0,0-6 0 15,-2 2 0-15,0 0 0 0,-4-2 0 0,-3-1 0 16,-4 1 0-16,-3-2 0 0,0 0 0 0,-2-1 0 16,-2-2 0-16,-12 0 0 0,0 2 0 0,-5-4 0 15,-1-1 0-15,-7-1 0 0,2 0 0 0,4-4 0 16,0 0 0-16,-2 0 0 0,0 0 0 0,2 0 0 16,3-2 0-16,1-6 0 0,7 5 0 0,1-4-266 15,3-2-4-15,4 1 119 0,2-3-789 0,2 0 453 16,12 0 226-16</inkml:trace>
  <inkml:trace contextRef="#ctx0" brushRef="#br0" timeOffset="-146704.66">20482 6182 3161 0,'16'0'0'0,"-4"4"0"0,1-2 0 0,-1 2 0 0,1 0 0 0,2-1 0 0,2 1 0 0,-2 2 0 0,1-1 0 0,2 2 0 16,-2 3 134-16,0-3 221 0,-2 5-159 0,-2 1-111 0,-5-2-85 0,-1 4 0 15,-4-2 0-15,0 3 0 0,-2 0 0 0,-4-1 0 16,-9 1 0-16,-6-2 0 0,-4 0 0 0,0-3 0 16,-4-2 0-16,-1-1 0 0,3-5 0 0,4 1 0 15,-2-2 0-15,5 0 0 0,4 0 0 0,4-2 0 16,1 0 0-16,5 0 0 0,2 0 0 0,0 0 0 16,2 0 0-16,0 1 0 0,9 3 0 0,6 0 0 15,2 0 0-15,2-1 0 0,1 1 0 0,1 2 0 16,2-2 0-16,-1 0 0 0,-1-1 0 15,2-1 0-15,-2 0 0 0,-1-2 0 16,-1 0 0-16,4 0-235 0,0 0-113 0,2 0 148 16,3-7 83-16</inkml:trace>
  <inkml:trace contextRef="#ctx0" brushRef="#br0" timeOffset="-146503.59">21109 6060 3931 0,'-5'0'0'0,"3"0"0"0,2 0 0 0,0 0 0 0,0 0 0 0,0 2 0 0,0 4 0 0,7-1 0 0,3 1 0 0,-1-2 0 0,2-1 0 0,1 3 0 0,-3-2 0 0,0-3 0 16,1 2 0-16,-2 0 0 0,-3-3 0 0,0 0 0 15,-3 0 0-15,0 0 0 0,3 0 0 0</inkml:trace>
  <inkml:trace contextRef="#ctx0" brushRef="#br0" timeOffset="-143616.15">21452 5560 3115 0,'-7'0'0'0,"0"0"0"0,3 0 0 0,3 0 0 0,-1 0 0 0,2 0 0 0,0 0 0 0,0 0 0 0,2 0 0 0,10 0 0 0,6 0 66 0,6 0 315 16,5 0-162-16,1 0-96 0,3 0-96 0,1 0-27 16,2 0 0-16,6-1 0 0,-5-3 0 0,6 2 0 15,-4-1 0-15,3 2 0 0,-3-2 0 0,-3 0 0 16,3 2 0-16,-2-1 0 0,0-2 0 0,-4 2 0 16,-1-1 0-16,-5-1 0 0,3 0 0 15,-8 1 0-15,-1-2 0 0,-4 1 0 16,-6 3 0-16,0-1 0 0,-6-1 0 0,0 2 0 15,-3 0 0-15,-1-2 0 0,-1 3-21 0,0 0-147 16,0 0 72-16,-1 0-550 0,-6 0 305 0,4 0 151 16,-3 0 77-16,1-2-500 0,-3-1 292 0,3-4 152 15,-2-2 60-15,2 0-254 0,-2-2 162 0,3 1 73 16,-3-1 50-16,0 4-8 0,2-2 24 0,-1 1 0 16,1 1 225-16,1 2-109 0,1 0-42 0,1 3 500 15,2 0-275-15,0 1-138 0,0-2-68 0,0 3 649 16,5 0-326-16,10 0-158 15,4 0-80-15,1 0 395 0,5 0-237 0,-1 4-109 16,8 5 198-16,-2-4-363 0,0 2 0 0,-1 2 0 16,-5 3 0-16,-4-3 0 0,1 2 0 0,-3 2 0 15,-6 1 0-15,-3-1 0 16,-4 0 0-16,-3 2 0 0,-2 0 0 0,0 0 0 16,-10 0 0-16,-8 3 0 0,-2-2 0 0,3-3 0 0,-8 2-91 0,2-2-332 15,-2-2 195-15,1 1 83 16,0-1-658-16,-1-2 373 0,-3 3 202 0,2-1-239 15</inkml:trace>
  <inkml:trace contextRef="#ctx0" brushRef="#br0" timeOffset="-143155.33">21795 5850 2264 0,'-5'-3'0'0,"0"0"0"0,3 1 0 0,-1 0 0 0,1 2 0 0,0 0 0 0,2 0 0 0,0 4 0 0,0 7 0 0,0 4 0 0,0 7 731 16,4-2-338-16,1 6-183 0,0 2 123 0,0 6-333 15,-3 0 0-15,2 3 0 0,-2 1 0 0,-2-1 0 16,0 1 0-16,0-1 0 0,0-1 0 0,0 0 0 16,0-7 0-16,0 5 0 0,0-9 0 15,0-3 0-15,0-2 0 0,0-2 0 0,0-6 0 0,-2-3 0 16,0-1 0-16,0-5-321 0,-1-3 108 16,-1 0 88-16,-1 0-479 0,0-2 288 0,1-15 139 0,1-5-414 15,1-4 277-15,-2-7 138 16,0-2 60-16,3-11-261 0,-1 1 169 0,-1 10 86 15,-1-11 42-15,3 2-34 0,1 7 37 0,0-5 77 16,0 3 17-16,0 5-34 0,0 6 17 0,0 6 0 16,0 0 386-16,0 6-230 0,5 2-97 0,3 3 695 15,3 4-314-15,5 3-209 0,0 0-46 0,3 2 480 16,6 0-314-16,-5 2-156 0,6 0-79 0,-7 2 277 16,1 8-393-16,0 1 0 15,-6 5 0-15,2-1 0 0,-7 1 0 0,-4 3 0 0,-3 2 0 16,-2-1 0-16,0 3 0 0,-5 0 0 15,-8-3 0-15,-4-2 0 0,2-2 0 0,-4-1 0 16,1-4 0-16,-2-2 0 0,3-2 0 0,1-2 0 16,5-4 0-16,-3 1 0 0,3-2 0 0,1 0-344 15,3 0 152-15,1 0 77 0,3 0-284 0,1 0 185 16,2 0 88-16,0 0-639 0,0 0 363 0,2 0 182 16</inkml:trace>
  <inkml:trace contextRef="#ctx0" brushRef="#br0" timeOffset="-142968.78">21955 6146 3821 0,'3'9'0'0,"1"2"0"0,-2-1 0 0,-2 2 0 0,0-1 0 0,0 2 0 0,0 2 0 0,0 2 0 0,0 0 0 0,0 1 0 0,0 2 110 16,0-1-110-16,0 1 0 0,2 1 0 0,0-2 0 16,-1-1 0-16,-1 1 0 0,0-2 0 0,2-2 0 15,-2-6 0-15,0 3 0 0,0-7 0 16,0 1 0-16,0-2 0 0,0-3 0 15,0-1-33-15,0 0-968 0,0-3 486 0,2-16 239 16,8-4-539-16</inkml:trace>
  <inkml:trace contextRef="#ctx0" brushRef="#br0" timeOffset="-142756.6">22162 5897 3931 0,'2'-5'0'0,"-1"2"0"0,1 2 0 0,0 1 0 0,0 0 0 0,0 10 0 0,-2 10 0 0,1 4 0 0,1 2 0 0,-2 6 0 0,0 2 0 0,0 2 0 0,0 1 0 16,0 1 0-16,0-1 0 0,0-1 0 0,0-2 0 16,0-2 0-16,-2-4 0 0,1-2 0 0,-1-4 0 15,-2-1 0-15,-1-4 0 0,-2-4-117 0,2-3-24 16,-2-5 84-16,-1-3-785 0,0-2 403 0,1 0 191 16,-1-2 110-16,1-11-462 0,2-9 282 15,-2-4 140-15,4-1 70 0,-3-12-282 0</inkml:trace>
  <inkml:trace contextRef="#ctx0" brushRef="#br0" timeOffset="-142594.16">22054 6008 2180 0,'0'-30'0'0,"0"9"0"0,0 2 0 0,4-1 0 0,3 2 0 0,5 6 0 0,1-4 0 0,2 3 0 0,5 0 0 0,-2 3 0 0,4 0 621 0,3 1-297 0,-7 1-143 16,5 1-72-16,-2 4 290 0,-3 1-282 0,1 1-117 16,-2 1 0-16,-2 0 0 0,-2 7 0 0,-3 4 0 15,-3 4 0-15,-5 3 0 0,0 3 0 0,-2 6-41 16,0-1-158-16,-9 1 118 15,-1-5 68-15,-1 4-921 0,4-5 448 0,-4 1 223 16,4-2 112-16</inkml:trace>
  <inkml:trace contextRef="#ctx0" brushRef="#br0" timeOffset="-142315.83">22236 6172 2917 0,'0'6'0'0,"2"-2"0"0,4 0 0 0,2-4 0 0,3 0 0 0,2 0 0 0,0 0 0 0,4 0 0 0,-2 2 0 0,0 2 0 0,-2 1 137 0,-2 3-49 0,-3 3 11 16,-5 2-30-16,-1 2-1 0,-2 4-21 0,-4 3-40 16,-10 1 1-16,-3-4 29 0,-2 0 40 0,0-2-39 15,0-5 8-15,-1 2-8 0,1-3 131 0,1-3-83 16,2-3-86-16,5-1 0 0,-1-3 0 0,7 2 0 16,1-3 0-16,2 0 0 0,2 0 0 0,0 0 0 15,2 0 0-15,12 0 0 16,1-3 0-16,4 0 0 0,-1-3 0 0,5 1 0 15,-1-1 0-15,5 1 0 0,-2 1 0 0,-2-2 0 16,-2 4 0-16,2-1-68 0,-1 0-282 0,-1 1 163 16,-2 0 60-16,-3 1-661 0,2 1 376 0,-2-2 187 15</inkml:trace>
  <inkml:trace contextRef="#ctx0" brushRef="#br0" timeOffset="-142030.22">22957 5357 3383 0,'-2'-7'0'0,"-1"4"0"0,1-1 0 0,0 0 0 0,-1 2 0 0,3 1 0 0,0 1 0 0,0 0 0 0,0 0 0 0,0 3 0 0,0 12 113 16,0 5 141-16,0 5-109 0,0 3-109 0,1 8-36 15,1 5 0-15,-2 3 0 0,0 0 0 0,0 7 0 16,-2 4 0-16,-7 2 0 0,-3 14 0 0,1-5 0 16,2 1 0-16,-1 2 0 0,1 0 0 0,4-9 0 15,-1 16 0-15,3-10-22 0,1-5-287 0,0-6 114 16,2 3 91-16,0-11-485 16,0 5 280-16,0-8 137 0</inkml:trace>
  <inkml:trace contextRef="#ctx0" brushRef="#br0" timeOffset="-131781.81">25683 6052 2175 0,'0'-13'0'0,"0"8"0"0,4-3 0 0,-2-1 0 0,-1-3 0 0,1 2 0 0,1-4 0 0,0-1 0 0,-2-2 0 0,4 0 0 0,-1-2 204 0,-2-1-81 15,1-1 90-15,-1 2-76 0,0 1-54 0,-2 1 1 16,0 2 1-16,0 1 1 0,0 3-46 15,-4 3-3-15,-7-2 4 0,-2 4-1 0,-2 2 1 0,-4 2-27 16,-2 1-1-16,-1 1 38 0,-4 0-10 16,-1 1 32-16,1 6 0 0,-3 4-33 0,3-1 1 15,6 0 134-15,-5 1-154 0,6 1-21 0,3 0 0 16,2-1 0-16,5 3 0 0,4-5 0 16,1 6 0-16,4 0 0 0,0 3 0 0,0 0 0 15,7 3 0-15,10 0 0 0,3 1 0 0,5 1 0 16,3-1 0-16,2 2 0 0,-1-1 0 0,-1 0 0 15,0-3 0-15,-4 3 0 0,-1 0 0 16,-4 1 0-16,-5-2 0 0,-2 1 0 0,-1 5 0 0,-5-2 0 16,-4 1 0-16,-2 0 0 0,0 3 0 0,-2 1 0 15,-9-3 0-15,-5 0 0 16,0 1 0-16,-3-5 0 0,-2-2 0 0,3-5 0 16,-9 1 0-16,3-8 0 0,-3-2 0 0,-1-6 0 15,4-1 0-15,-11-1 0 0,5 0 0 0,-1-5 0 16,3-6 0-16,-1-4 0 0,9 1 0 0,-6-3 0 15,9 3 0-15,0-4 0 16,4 2 0-16,1-1 0 0,4 2 0 0,5-2 0 0,3 0 0 0,0 0 0 16,0 0 0-16,8-1 0 15,7 1 0-15,7-4 0 0,4 2 0 0,8-3 0 16,3 5 0-16,5-3-527 0,-3 4-82 0,13-3 289 16,-6 4 139-16</inkml:trace>
  <inkml:trace contextRef="#ctx0" brushRef="#br0" timeOffset="-131598.78">25980 5985 3931 0,'-6'1'0'0,"2"-1"0"0,1 3 0 0,1-1 0 0,2-2 0 0,0 2 0 0,2-2 0 0,11 2 0 0,7 2 0 0,7-1 0 0,1 0 0 0,2 1 0 0,2 2 0 0,3-1 0 15,-1-2 0-15,0 0 0 0,-2 1 0 0,-1 0 0 16,-1 0 0-16,-3-1 0 0,-6 1 0 0,0 0-336 15,-5 1 177-15,-2 1 99 0,-3 2-1144 0</inkml:trace>
  <inkml:trace contextRef="#ctx0" brushRef="#br0" timeOffset="-131419.66">26111 6236 3788 0,'-15'11'0'0,"4"1"0"0,4-6 0 0,0-3 0 0,4 1 0 0,3-2 0 0,0 2 0 0,0-3 0 0,8 4 0 0,12-1 0 0,5 0 139 0,1-1-135 0,4 1-4 0,-1-3 0 16,4 1 0-16,-1 0 0 0,2-2 0 0,-1 0 0 16,-1 0 0-16,0 0 0 15,-4 0 0-15,1 0 0 0,-7 2-371 0,1 0 177 16,-1 3 117-16,1 0-1226 0</inkml:trace>
  <inkml:trace contextRef="#ctx0" brushRef="#br0" timeOffset="-130312.63">26859 5668 2617 0,'0'-3'0'0,"0"-2"0"0,0 3 0 0,0 0 0 0,-2 0 0 0,2 0 0 0,0 2 0 0,0 0 0 0,0 0 0 0,0 0 0 0,0 0 159 0,0 0-64 0,0 8 193 15,0 5-124-15,0 2-62 0,2 7-31 0,3 4 119 16,3 5-80-16,-1 9-35 15,-2 0-15-15,3 6-60 0,-2 3 0 0,-2 4 0 16,0 1 0-16,-2 0 0 0,-1 10 0 0,-1-11 0 16,0 15 0-16,-1-14 0 0,-7 17 0 0,-1-7 0 15,1 0 0-15,1-12 0 0,1 5 0 0,0-5 0 16,3-1 0-16,-1-6 0 0,1-8 0 0,0 1 0 16,3-4 0-16,-2-6 0 0,1-3 0 0,1-5 0 15,0-3 0-15,-2-5 0 0,2-3 0 0,0-3 0 16,0-3 0-16,0-3 0 0,0 2 0 0,0-2 0 15,0 0 0-15,0 0 0 0,0 0 0 16,0 0 0-16,0 0 0 0,-2 0 0 16,0 0 0-16,2-2 0 0,0 0 0 0,0 1 0 15,0-3 0-15,4-2-855 0</inkml:trace>
  <inkml:trace contextRef="#ctx0" brushRef="#br0" timeOffset="-129629.33">27315 5904 2471 0,'-3'-1'0'0,"1"-2"0"15,-1 3 0-15,3 0 0 0,0 0 0 0,0 0 0 0,0 0 0 0,0 0 0 0,0 0 0 0,12 0 0 0,3 0 471 0,5 0-204 0,5 0-117 0,3 0-54 0,1 0 127 0,2 0-90 16,1 0-46-16,1-2-54 16,0 2-33-16,-1 0 0 0,0 0 0 0,-4 0 0 15,0 0 0-15,-5 0 0 0,1 0 0 16,0 0 0-16,-3 0 0 0,0 0 0 0,-4 0-154 0,0 0-142 16,-4 0 84-16,-1 0 102 0,-1 0-650 0,-2 0 359 15,0 0 179-15,-1-1-208 0,-2-3 199 0</inkml:trace>
  <inkml:trace contextRef="#ctx0" brushRef="#br0" timeOffset="-129403.6">27802 5739 2399 0,'-7'-1'0'0,"-1"-1"0"0,6 0 0 0,-2 2 0 0,4-3 0 0,0 3 0 0,0 0 0 0,9 0 0 0,13 0 0 0,3 0 0 0,3 0 163 15,1 0 256-15,2 3-178 0,-2 4-105 0,-1 0-47 16,-8-1 93-16,3 3-70 0,-5 2-35 0,-2-1 36 15,-8 2-113-15,1 1 0 0,-5-1 0 0,-4 2 0 16,0 1 0-16,-2 2 0 0,-14 1 0 16,-3 0 0-16,-2-1 0 0,-2-3 0 15,-4 0 0-15,7-3 0 0,-8 1-75 0,4 1 2 16,1-4-677-16,0 2 357 0,3 0 151 0,-7 2 105 16,5 2 48-16,-1 4-1 0</inkml:trace>
  <inkml:trace contextRef="#ctx0" brushRef="#br0" timeOffset="-128812.83">27779 6381 1571 0,'0'-3'0'0,"0"-2"0"0,0 0 0 0,0 0 0 0,0-2 0 0,0 0 0 0,0 0 0 0,0-1 0 0,2-1 0 0,-1 0 0 0,3-1 79 0,0-1 0 15,1 1-37-15,-3 2-1 0,1-4 180 0,-1 3-95 16,0-1-43-16,-1 2 1 0,-1 1 59 0,0-3-51 0,0 3 11 0,0 0 18 15,-5-1-40-15,0 2 1 0,-8 1-41 0,5 1 180 16,-4 2-79-16,-3 1-56 16,3-2 1-16,-6 3 56 0,0 0-51 0,1 0 1 15,1 6-15-15,0 2-78 0,-2 3 0 0,1-2 0 16,3 5 0-16,3-4 0 0,-3 4 0 0,5-1 0 16,2 1 0-16,-1-2 0 0,5 3 0 0,0-2 0 15,3 1 0-15,0-2 0 16,0 4 0-16,6-2 0 0,7 1 0 0,6 0 0 0,3-1 0 0,3-1 0 15,-1 0 0-15,3 0 0 0,-1-1 0 0,-7 1 0 16,9 0 0-16,-11 0 0 16,-2 0 0-16,0 2 0 0,-5-2 0 0,-5 2 0 15,0-1 0-15,-3 0 0 0,-2 1 0 0,0-3 0 16,-7 3 0-16,-6-2 0 0,-4-2 0 0,2 0 0 16,-6-3 0-16,2 0 0 0,-1-3 0 0,-3 1 0 15,2-5 0-15,1-1 0 0,-3 3 0 0,2-3 0 16,2 0 0-16,1 0 0 0,3 0 0 0,0-4 0 15,5-2 0-15,2 1 0 16,-2-3 0-16,8 3 0 0,0-3 0 0,2 2-207 16,0-4 58-16,2 1 54 0,10 0 27 0,6 0-11 15,7-1 37-15</inkml:trace>
  <inkml:trace contextRef="#ctx0" brushRef="#br0" timeOffset="-128597.65">27940 6490 3396 0,'4'0'0'0,"-1"0"0"0,1 0 0 0,-3 1 0 0,1 4 0 0,-2-1 0 0,0 5 0 0,0-2 0 0,0 3 0 0,0 3 0 0,1 0 535 0,2 2-535 0,2 3 0 15,-1 0 0-15,1-1 0 0,-1 1 0 0,2 0 0 16,-3-2 0-16,0 1 0 0,-1-2 0 0,0-5 0 16,-1 1 0-16,-1-2 0 0,0-2 0 0,0-1 0 15,0-1 0-15,0-4 0 0,0 2 0 0,0-2-12 16,0-1-372-16,0 0 151 0,0 0-476 0,0 0 333 15,0 0 168-15,0-1 83 16,9-14-560-16</inkml:trace>
  <inkml:trace contextRef="#ctx0" brushRef="#br0" timeOffset="-128334.68">28596 6216 3346 0,'0'-13'0'0,"0"7"0"0,0 2 0 0,0 1 0 0,0-1 0 0,0 2 0 0,0 0 0 0,0 1 0 15,0 1 0-15,0 0 0 0,0 0 515 0,0 9-445 0,-4 10-70 0,-5 3 0 0,-4 4 0 0,-2 5 0 16,0-2 0-16,-2 3 0 0,0 0 0 0,-2 2 0 16,-4-2 0-16,2 0 0 0,-2 0 0 15,-4 2 0-15,4-9 0 0,-3 2 0 0,3-3 0 0,0-1 0 16,4-6 0-16,0 0 0 15,2-2 0-15,6-4-558 0,3-5 46 0,2 0 236 16,3-4 108-16,3-2-705 0,0 0 417 0,2-16 207 16</inkml:trace>
  <inkml:trace contextRef="#ctx0" brushRef="#br0" timeOffset="-128122.06">28333 6289 3206 0,'0'-12'0'0,"0"2"0"0,0 4 0 0,0 1 0 0,0-1 0 0,0 3 0 0,0 2 0 0,0-1 0 0,7 2 0 0,5 0 0 0,6 9 138 16,-2 6 230-16,6 5-168 0,-1 2-181 0,0 2-19 16,2 5 0-16,-3-1 0 0,0 2 0 0,2-2 0 15,-6 0 0-15,3 1 0 0,-4-1 0 0,-2-8 0 16,-3 1 0-16,4-3 0 0,-6-1 0 0,0-6 0 16,-1-1 0-16,0-5 0 0,0 1 0 0,-5-4-309 15,3-2 137-15,0 0-594 0,1 0 362 0,-1-2 173 16,6-13 99-16</inkml:trace>
  <inkml:trace contextRef="#ctx0" brushRef="#br0" timeOffset="-127922.77">28740 6203 3607 0,'0'0'0'0,"0"0"0"0,2-4 0 0,4-2 0 0,6 1 0 0,1-1 0 0,9 0 0 0,3 2 0 0,5-1 0 0,3 4 0 0,5-4 214 0,4 4-104 0,-5-2-110 0,1 3 0 16,-1 0 0-16,0 0 0 0,-7 0 0 0,1 0 0 16,-1 0 0-16,-7 4 0 0,-3-2 0 0,-1 2 0 15,-5-3-377-15,0 2-22 0,0-2 133 0,-10 2 143 16,6-2-909-16</inkml:trace>
  <inkml:trace contextRef="#ctx0" brushRef="#br0" timeOffset="-127711.35">29161 5955 2581 0,'2'-6'0'0,"0"5"0"0,4-4 0 0,7 4 0 0,-6-1 0 0,15 0 0 0,-6 2 0 0,1 0 0 0,2 0 0 0,2 0 0 0,0 5 469 16,5 9-219-16,-11-3-105 0,0 5 16 0,8 0-60 16,-16-1-30-16,8 4 9 0,-14-1-7 0,1 1-73 15,-2 0 0-15,0 4 0 0,-12-6 0 0,1 1 0 16,-14 2 0-16,6-2-65 0,-4-4-49 0,0 0 78 15,3-2 48-15,-10-2-782 16,-2 1 373-16,2 1 136 0,-3 1-213 0,6 0 217 0</inkml:trace>
  <inkml:trace contextRef="#ctx0" brushRef="#br0" timeOffset="-127372.34">29190 6471 2781 0,'4'0'0'0,"-3"0"0"0,-1-5 0 0,0-5 0 0,0-3 0 0,0 0 0 0,0 0 0 0,0 0 0 0,-4 0 0 0,-1 5 0 0,-3-2 185 0,1 2-73 0,-4 2-36 15,-1 3 90-15,-6 0-62 0,-1 3-23 0,-6 0-9 16,0 4 150-16,0 7-90 0,2 2-132 16,0 1 0-16,11-1 0 0,-4 0 0 0,7 1 0 0,2 1 0 15,2-1 0-15,5 1 0 0,0 2 0 0,0-2 0 16,5 0 0-16,7 2 0 15,6 0 0-15,-4-6 0 0,2 4 0 0,-2-4 0 0,4 1 0 16,-8-1 0-16,3-2 0 0,-6-2 0 16,0 1 0-16,-4 0 0 0,0-4 0 0,-2 1 0 15,-1-1 0-15,0-2 0 0,-4 2 0 0,-8-1 0 16,-4 1 0-16,0 0 0 0,-3-2 0 0,0 0 0 16,1-2 0-16,0 0 0 0,2 0-428 0,0 0 109 15,4 0 139-15,4 0-614 0,0-4 366 0,4-6 200 16,4-1 93-16</inkml:trace>
  <inkml:trace contextRef="#ctx0" brushRef="#br0" timeOffset="-127089.75">29101 6538 2541 0,'22'-6'0'0,"-3"2"0"0,5 2 0 0,-2 0 0 0,-4 2 0 0,1 0 0 0,5 0 0 0,-8 0 0 0,5 10 0 0,-5-1 0 15,1 2 271-15,1 0-115 0,-7 1-58 0,1 1 38 0,-3 0-38 0,-4 0-10 0,-1-2-94 16,-4 2-1-16,0-1 47 0,-2-1 0 0,-16 0-59 15,4 1 25-15,-11-3-1 16,2-2 36-16,5-1 47 0,-11-3 1 0,15 2-39 16,-7-4 149-16,5 0-182 0,8-1-17 0,1 0 0 15,0 0 0-15,4 0 0 0,3 0 0 0,0 0 0 16,0 0 0-16,0 0 0 0,15 0 0 0,0 3 0 16,3-1 0-16,9 0 0 0,-3 0 0 0,-5 0 0 15,13 0 0-15,-7 0 0 0,-1-1 0 0,6 1 0 16,-12-2 0-16,11 2 0 0,-10 0 0 0,2-1 0 15,-6 1-26-15,-5-2-1054 16,9 0 519-16,-9 0 261 0,6 0 130 0</inkml:trace>
  <inkml:trace contextRef="#ctx0" brushRef="#br0" timeOffset="-126667.88">29879 5748 2439 0,'0'-9'0'0,"0"4"0"0,0 2 0 0,-2 0 0 0,2 1 0 0,0-1 0 0,0 2 0 0,0 1 0 0,0 0 0 0,0 0 0 0,0 0 246 0,0 0-102 0,0 0-53 0,2 9-26 15,0-1 56-15,1 7-46 0,-3 1 0 16,0 2-36-16,4 6 246 0,-4 2-123 0,3 3-51 15,-3 2-33-15,0 2-78 0,0 1 0 16,0 1 0-16,0 3 0 0,0-3 0 0,0 2 0 16,-3 3 0-16,-1-2 0 0,1 5 0 0,1-4 0 15,-3-1 0-15,-7 10 0 0,12-4 0 0,-3 3 0 16,0 0 0-16,-2 2 0 0,-3-1 0 0,8 1 0 16,-4 0 0-16,2 0 0 0,2-2 0 0,0-2 0 15,0-7 0-15,0 3 0 16,0-5 0-16,0-4 0 0,2-12 0 0,-2 3 0 15,3-10 0-15,-2-1 0 0,-1-5 0 0,0-2 0 16,0-3 0-16,0-2 0 0,0 0 0 0,0 0 0 16,0 0 0-16,0 0 0 0,0 0 0 0,0 0 0 15,0 0 0-15,0 0 0 0,0 0 0 0,-6 0-499 16,6 0-22-16,0 0 241 0</inkml:trace>
  <inkml:trace contextRef="#ctx0" brushRef="#br0" timeOffset="-126479.71">30357 7279 3931 0,'0'-1'0'0,"0"-2"0"0,0 3 0 0,-2-1 0 0,2-2 0 0,-3 2 0 0,0-1 0 0,0-1 0 0,-1 2 0 0,3 0 0 0,1-2 0 0,-2 1 0 0,2 2 0 0</inkml:trace>
  <inkml:trace contextRef="#ctx0" brushRef="#br0" timeOffset="-121908.14">26183 8022 2348 0,'0'-24'0'0,"0"9"0"0,0 4 0 0,0 1 0 0,0 2 0 0,0 5 0 0,0 2 0 0,0-2 0 0,0 2 0 0,0 1 0 0,0 0 159 0,3 5-58 15,7 12 120-15,-3 4-78 0,3 9-56 0,0 9 323 16,-3 4-184-16,-1 6-91 0,-1 15-46 0,-2-11-77 16,-1 17-12-16,2-9 0 0,-2 2 0 0,2-11 0 15,-2 4 0-15,1-3 0 0,1 1 0 0,0-3 0 16,-2-2 0-16,2-4 0 16,-3-8 0-16,1 0 0 0,0-3 0 0,0-9 0 0,-1-3 0 0,-1-3 0 15,0-9 0-15,0-3 0 16,0-3 0-16,0-4 0 0,0 0 0 0,0 0 0 15,0-4 0-15,-3-9 0 0,-2-5 0 0,-5-5 0 16,3-3 0-16,-3-5 0 0,-2-2 0 0,-1-3 0 16,-1 0 0-16,1 3 0 0,-4 2 0 0,-1 7 0 15,4 9 0-15,-5 2 0 0,-1 5 0 0,-1 7 0 16,-4 1 0-16,1 0 0 0,0 14 0 0,1 7 0 16,0 4 0-16,6 4 0 0,2 0 0 0,3 3 0 15,3 0 0-15,6 2 0 0,1-3 0 16,2 1 0-16,0-1 0 0,2-4 0 15,10-2 0-15,0-7 0 0,8 3 0 0,-2-6 0 16,5-3 0-16,-1-3 0 0,3-2 0 0,-6-5 0 16,10 0 0-16,-4-2 0 0,1 0 0 0,1 0 0 15,1-2 0-15,0-7 0 0,4-5 0 0,2 3 0 16,3-7-245-16,-1-1-63 0,-3 0 118 0,11-7-866 16</inkml:trace>
  <inkml:trace contextRef="#ctx0" brushRef="#br0" timeOffset="-121737">26671 8613 3608 0,'0'-12'0'0,"0"6"0"0,0 3 0 0,-4-3 0 0,3 2 0 0,-1 3 0 16,2-5 0-16,0 2 0 0,2-2 0 0,8 1 0 0,8 1 323 0,-1-2-323 0,3 3 0 0,1-1 0 16,-3 3 0-16,1-2 0 0,0 3 0 0,-3 0 0 0,2 0 0 0,-3 4 0 15,-2 5 0-15,-1 4-294 16,-2 3-160-16,-2 2 247 0,-2 5-942 0,-4 5 554 15</inkml:trace>
  <inkml:trace contextRef="#ctx0" brushRef="#br0" timeOffset="-121581.59">26744 8838 2849 0,'-18'11'0'15,"2"-2"0"-15,3-3 0 0,5-1 0 0,0-2 0 0,5 0 0 0,3 1 0 0,0-2 0 0,0 2 0 0,16-2 0 0,6-1 355 0,2 1-156 0,1-2-79 0,-1 2 288 0,6 0-408 16,-1-2 0-16,-1 1 0 0,-2-1 0 0,2 0 0 15,-2 0 0-15,6 0-494 0,-2 0 160 0,0 0 188 16,-1 0 94-16,-2-1-543 0,0-3 287 16</inkml:trace>
  <inkml:trace contextRef="#ctx0" brushRef="#br0" timeOffset="-121341.33">27296 8692 3587 0,'-2'-7'0'0,"2"5"0"0,0-3 0 0,0-1 0 0,0 1 0 0,2-2 0 0,12 1 0 0,9 0 0 0,3 2 0 0,13 0 0 0,-1 3 256 0,14-1-168 0,-1 2-88 16,12 0 0-16,-3 0 0 0,4 0 0 15,-4 0 0-15,18 0 0 0,-9 0 0 0,-1 0 0 0,-7 0 0 16,-8-2 0-16,5 0 0 0,-7-2 0 16,-7 0 0-16,-9 1 0 0,-3 1 0 0,-9 0 0 0,-7 0 0 15,-2 0 0-15,-7 1 0 16,-3 1-276-16,-3-3 90 0,-1 1 72 0,0-3-329 15,-5-1 206-15,-7-1 97 0,3-2-499 0,-2-3 299 16,4 3 149-16</inkml:trace>
  <inkml:trace contextRef="#ctx0" brushRef="#br0" timeOffset="-120836.64">27675 7867 2476 0,'-7'-15'0'0,"1"3"0"0,1 3 0 0,0-2 0 0,-2-1 0 0,5 3 0 0,-3 0 0 0,1-1 0 0,2 4 0 0,2-3 0 0,-1 5 265 0,1 2-118 0,0 1 83 0,0-1-95 16,1 2-47-16,10 0-1 0,1 9-1 0,2 9-46 15,2 3 0-15,-2 10 166 0,4 6-82 0,-6 3-117 16,-1-1-7-16,0 14 0 0,-5-6 0 0,2 3 0 16,-1-1 0-16,-2 0 0 0,-1-6 0 0,1 8 0 15,-1-13 0-15,3-1 0 16,-2-5 0-16,2-8 0 0,-1-1 0 0,-1-6 0 15,-1-5 0-15,0-6 0 0,0-1 0 0,-1-5 0 16,4 0 0-16,3-10 0 0,3-13 0 0,-1-5 0 16,9-9 0-16,-3-5 0 0,1-5 0 0,6-13 0 15,-3 3 0-15,2-4 0 0,0 3 0 0,-2 9 0 16,-1-4 0-16,-2 6 0 0,1 3 0 0,-7 9 0 16,2 0 0-16,-5 3 0 0,-3 8 0 15,3 1 0-15,-5 4 0 0,-2 8 0 16,1 1 0-16,-3 5 0 0,2 2 0 0,-1 1 0 15,0 2 0-15,-2 0 0 0,5 5-319 0,0 12 62 16,0 2-772-16,0 6 500 0,3 0 244 0</inkml:trace>
  <inkml:trace contextRef="#ctx0" brushRef="#br0" timeOffset="-120279.83">28029 9102 2824 0,'0'-10'0'0,"0"-2"0"0,0-3 0 0,0 0 0 0,0-2 0 0,0-2 0 0,0-2 0 0,1 3 0 0,1-3 0 0,0 2 0 0,-2 1 126 0,0 1-32 16,0 2 12-16,0 1-32 0,0 3-1 16,-7 2-32-16,-5 3 65 0,-1 3-23 0,-6 1-9 0,-4 2 44 15,-4 0-39-15,-1 9 1 0,-2 6-39 16,2 0-29-16,1 3-12 0,4 0 0 0,5-1 0 15,4-1 0-15,1 1 0 0,8 0 0 16,3 0 0-16,2 0 0 0,0 0 0 0,11 4 0 16,10-3 0-16,4 2 0 0,8 2 0 0,1-2 0 15,2 3 0-15,-1-1 0 0,-4-1 0 16,0 1 0-16,-3 6 0 0,-1-3 0 0,-4 1 0 16,-6 2 0-16,-2-2 0 0,-8 0 0 0,-1 3 0 0,-4-4 0 15,-2 0 0-15,0-2 0 16,-12-1 0-16,-3-8 0 0,-5 1 0 0,-5-4 0 15,-1-3 0-15,-4-4 0 0,-2-4 0 0,0 0 0 16,0-2 0-16,-1-8 0 0,2-4 0 0,3-4 0 16,2-5 0-16,3-1 0 0,6 0 0 0,4-5 0 15,3 1 0-15,9 1 0 0,1 6 0 0,0 1 0 16,0 0 0-16,5 10 0 0,9 1-215 16,6 0 15-16,1 9 69 0</inkml:trace>
  <inkml:trace contextRef="#ctx0" brushRef="#br0" timeOffset="-119766.41">28728 8527 2894 0,'-13'-5'0'0,"10"2"0"0,1 1 0 0,0 2 0 0,2 0 0 0,0 0 0 0,0 0 0 0,0-2 0 0,6 0 0 0,15 0 0 0,6-5 322 0,2 2-129 16,7-2-80-16,-2 0 250 0,0 1-317 15,-1 3-46-15,-3-3 0 0,-3 2 0 0,5 0 0 0,-8 3 0 16,-4-2 0-16,1 2 0 0,-2 1 0 16,-2 0 0-16,-4 0-1097 0,-2 4 496 0,-2 6 207 15,-4 6-182-15</inkml:trace>
  <inkml:trace contextRef="#ctx0" brushRef="#br0" timeOffset="-119611.64">28895 8813 2631 0,'-15'0'0'0,"3"6"0"0,7 3 0 0,0-3 0 0,2 0 0 15,3-4 0-15,0 1 0 0,0 1 0 0,2-2 0 0,14 1 0 0,6 0 382 0,1-3-170 0,7 1 206 0,0-1-188 0,5 2-172 0,0 0-58 16,6 0-413-16,1 3 139 0,0 1 158 0,1 6-1115 15</inkml:trace>
  <inkml:trace contextRef="#ctx0" brushRef="#br0" timeOffset="-119096.03">29589 8639 2479 0,'-16'-4'0'0,"5"2"0"0,5 2 0 0,2 0 0 0,3-2 0 16,-2 2 0-16,3-2 0 0,0 0 0 0,0 0 0 0,3-1 0 0,12 1 312 0,11-5-135 0,4 1 211 0,9-2-173 16,-6 2-76-16,12 1-53 0,-3-1 49 0,-2 5-135 0,-5-2 0 15,11 2 0-15,-11 1 0 0,7 0 0 0,1 0 0 16,2 0 0-16,0 5 0 0,5-1 0 0,9 2 0 0,8-3 0 16,0-1 0-16,7-2 0 0,17 0 0 15,-4 0 0-15,1 0 0 0,24-4 0 16,1-5 0-16,-8-3 0 0,3 3 0 0,-6 0 0 15,-15 2 0-15,18-3 0 0,-9 2 0 0,-7 1 0 16,-13 2 0-16,5 1 0 0,-16-2 0 16,9 2 0-16,-11 2 0 0,-3 0 0 0,-8 0 0 0,-4 1 0 15,-8 1 0-15,-3-2 0 0,-4 2 0 0,-5-2 0 16,-3 2 0-16,-4-2 0 0,-2 0 0 0,-5 1 0 16,-3-1 0-16,-2-1 0 0,-4 0 0 0,-4 1 0 15,3 1 0-15,-2-3 0 16,-2 3 0-16,0 0 0 0,0-1 0 0,0 0 0 15,0 0 0-15,0 0 0 0,-7 2-224 0,-5 0-330 16,-1 0 256-16</inkml:trace>
  <inkml:trace contextRef="#ctx0" brushRef="#br0" timeOffset="-118640.02">29691 7556 2551 0,'-9'-22'0'0,"-2"12"0"0,6 1 0 0,2 2 0 0,-4 0 0 0,7 1 0 0,-2 2 0 0,2 3 0 0,0-3 0 0,0 4 0 0,0 0 331 0,2 9-134 0,7 10 158 0,3 7-156 16,-1 10-80-16,-1 3-38 0,-1 4 17 0,-2-2-98 15,-2 13 0-15,-1-9 0 0,-3-1 0 0,1-1 0 16,-2-7 0-16,0 3 0 0,0-1 0 0,0-4 0 16,0-2 0-16,0-6 0 0,-2-5 0 0,1-3 0 15,-1-4 0-15,2-5 0 0,0-4 0 0,0-1 0 16,0-2 0-16,0-2-256 0,0 0-159 0,0 0 187 16,10-13-476-16,7-8 330 15,4-9 167-15,-4 1 73 0</inkml:trace>
  <inkml:trace contextRef="#ctx0" brushRef="#br0" timeOffset="-118439.75">29907 7543 3267 0,'0'-5'0'0,"0"3"0"0,0-2 0 0,0-1 0 0,9-1 0 0,9-4 0 0,7 5 0 0,8-2 0 0,8-1 0 0,-6 3 0 0,13-1 400 0,-5 4-179 0,0 0-178 16,-1 1-43-16,-5 1 0 0,0 0 0 0,0 0 0 15,-5 0 0-15,-4 0 0 0,-1 1 0 0,-7 3 0 16,2-1-152-16,-4 4 45 0,-3-4 74 0,0 0-947 16,-5 2 472-16,-2-4 216 0,-1 1-209 0,-3 0 234 15</inkml:trace>
  <inkml:trace contextRef="#ctx0" brushRef="#br0" timeOffset="-118255.25">30397 7352 2634 0,'-5'-3'0'0,"0"0"0"0,3 2 0 0,0 1 0 0,2-2 0 0,0 2 0 16,0 0 0-16,2-2 0 0,7 2 0 0,4 0 0 0,5 0 305 0,2 2-131 0,-3 6-66 0,1-2 215 15,-1 4-130-15,-4-2-82 0,-3 3-127 0,-1 0 28 0,-1 1 0 0,-5 0 30 16,-3 3-416-16,0 3 202 16,-1 0 107-16,-13 3 53 0,-1 0-278 0,-3-1 159 15,3-1-47-15,-8 6-569 0,1-5 353 0,3 3 176 16</inkml:trace>
  <inkml:trace contextRef="#ctx0" brushRef="#br0" timeOffset="-117952.98">30270 7799 1833 0,'0'2'0'0,"-3"-2"0"0,1 0 0 0,-1 0 0 0,0 0 0 0,-2 0 0 0,0-6 0 0,-2-5 0 0,0 2 0 0,1-1 0 0,-2 1 482 0,-1-1-221 0,-1 6-99 15,-1-6 66-15,-3 6-93 0,4 2-47 0,-6 0 0 16,4 2 24-16,-3 0-24 0,1 2-11 0,2 5 86 15,3 5-61-15,2-1-30 0,2 1-32 0,-1 0-40 16,6 3 0-16,0 2 0 0,0 0 0 0,13 4 0 16,1-4 0-16,2 1 0 0,7 3 0 0,-3-3 0 15,0 0 0-15,2-2 0 0,-9-2 0 0,4 3 0 16,-4-4 0-16,-6 0 0 0,-2-2 0 0,-3-1 0 16,1-1 0-16,-3-1 0 15,0-3 0-15,-12 1 0 0,-5 0 0 0,-1-2 0 16,-2-3 0-16,2 1 0 0,-2-2 0 0,3 0 0 15,-1 0 0-15,6 0 0 0,-2 0-146 0,5 0-65 16,2 0 92-16,1-2-622 0,4 1 349 0,2-2 176 16,2-1 87-16</inkml:trace>
  <inkml:trace contextRef="#ctx0" brushRef="#br0" timeOffset="-117773.98">30397 7940 3340 0,'5'3'0'0,"0"4"0"0,-3-4 0 0,2 1 0 0,-2-1 0 0,0 3 0 0,-2 2 0 0,3-1 0 0,1 5 0 0,-1-1 0 0,1 0 97 16,2 1 385-16,-4 3-470 15,4-3-12-15,-1 2 0 0,-1-3 0 0,-1-2 0 0,1 0 0 16,-3-2-477-16,4 2 171 0,-5-3 174 16,2-5-701-16,1 1 323 0,0-2 187 0,-1 0 146 0</inkml:trace>
  <inkml:trace contextRef="#ctx0" brushRef="#br0" timeOffset="-117569.47">30865 7630 2811 0,'4'-8'0'0,"-3"5"0"0,1 1 0 0,-2 0 0 0,0 2 0 0,-3 4 0 0,-13 15 0 0,-2 5 0 0,-8 8 0 0,7-4 0 0,-7 11 663 15,1-2-310-15,0-2-249 0,4 1-104 0,2-6 0 16,-3 2 0-16,4-5 0 0,1 1 0 0,-2-3 0 15,6-4 0-15,0-4 0 0,3-2-424 0,3-5 119 16,-1-2 172-16,3 0-753 0,3-6 402 0,-1-2 221 16,0 0 101-16,3-2-159 0,0-13 140 0</inkml:trace>
  <inkml:trace contextRef="#ctx0" brushRef="#br0" timeOffset="-117402.47">30607 7692 2924 0,'5'-15'0'0,"-5"6"0"0,3 3 0 0,1 1 0 0,-2 2 0 0,-1 2 0 0,1 1 0 0,4 0 0 0,1 11 0 0,3 6 0 0,0 5 96 16,3 4 556-16,-2 3-393 0,-2 1-259 0,3 2 0 16,-4-2 0-16,1 2 0 0,4-2 0 0,-5-2 0 15,7-2 0-15,-5-2 0 0,2-5 0 0,1-1-603 16,2-2 209-16,2-2 169 0,-2-7-796 0,5-1 479 16,0-6 256-16</inkml:trace>
  <inkml:trace contextRef="#ctx0" brushRef="#br0" timeOffset="-117172.85">30912 7517 2720 0,'-2'-15'0'0,"2"12"0"0,0 0 0 0,0 2 0 0,0-1 0 0,0 0 0 0,10 1 0 0,12-4 0 0,4 3 0 0,9-1 0 0,7 1 774 15,-2 0-367-15,3 2-377 0,-3 0-30 0,-3 0 0 16,-2 2 0-16,-1 3 0 0,-6 5 0 0,-2-2 0 15,-4 1 0-15,-1 1 0 0,-7-1 0 0,2 0 0 16,-5 0 0-16,-5 0 0 0,-1-3 0 0,-1 0 0 16,2 0 0-16,-4-2 0 0,-1-1-169 0,1-1-111 15,0 1-691-15,0-3 455 0,-1 0 242 0,-1 0 117 16</inkml:trace>
  <inkml:trace contextRef="#ctx0" brushRef="#br0" timeOffset="-116964.77">31272 7432 3019 0,'-7'-8'0'0,"2"0"0"0,3 1 0 0,-1-1 0 0,3 1 0 0,0-3 0 0,0 3 0 0,5 1 0 15,5 0 0-15,1 2 0 0,3 2 139 0,-1 0 438 0,2 2-381 0,0 0-196 16,2 0 0-16,1 10 0 0,-4 0 0 0,2 3 0 16,-1 0 0-16,0 2 0 0,-5 2 0 0,0 0 0 15,-2-1 0-15,-3 2 0 0,-3 2-5 0,0 1-772 16,-2-2 387-16,0-1 194 0,-5 1-29 0,-7 0-356 15,-3-2 260-15,-6-1 145 0,-1 2 67 0,-2-3-265 16,-4-1 166-16,-2 1 83 0</inkml:trace>
  <inkml:trace contextRef="#ctx0" brushRef="#br0" timeOffset="-116621.31">31228 7824 1808 0,'9'3'0'0,"0"1"0"0,-2 0 0 0,0-3 0 0,-2-1 0 0,-3 0 0 0,0 0 0 0,-1 0 0 0,-1 0 0 0,0 0 0 0,0-1 183 0,0-5 319 0,0-3-231 0,-5 1-115 16,-5-1-57-16,3-1 75 0,-4 3-56 0,-1-2-44 16,-1 1 0-16,-1 2 29 0,-7 2-31 0,4 3 0 15,-5 1 52-15,-1 0-47 0,3 0-53 0,2 5-24 16,-2 7 0-16,6 1 0 16,2 2 0-16,0 2 0 0,3 3 0 0,2 3 0 15,7 0 0-15,0 3 0 0,0-6 0 0,0 2 0 16,0 1 0-16,12-2 0 0,-2-2 0 0,5-3 0 15,-1 0 0-15,0-3 0 0,0-1 0 0,-3-4 0 16,-4-2 0-16,0 2 0 0,-2-5 0 0,-2 1 0 16,-1 0 0-16,-2-2-15 0,0-2-84 0,0 2 160 15,-7-2-72-15,-5 0 10 0,-4 0-40 0,-1 0 147 16,-3 0-106-16,-3 0 0 0,4 0-78 16,-4 0-44-16,2 0 64 0,2 0 1 15,1 0-597-15,8 0 306 0,0 0 144 0,5-2-594 16,3 0 378-16,2 2 190 0</inkml:trace>
  <inkml:trace contextRef="#ctx0" brushRef="#br0" timeOffset="-116361.15">31163 8026 2424 0,'22'0'0'0,"-4"0"0"0,-1 0 0 0,0 0 0 0,-2 0 0 0,-2 0 0 0,0 0 0 0,-1 1 0 0,2 5 0 0,-3 3 0 0,-1 0 267 15,-1 0-113-15,-5 1-46 0,1 2 90 0,-2 0-78 16,-3-2-40-16,0 5 1 0,-3-5-179 0,-10 3 80 15,-2-5 24-15,-1 1-101 0,-2-3 68 0,0 3 34 16,1-7 0-16,-1 3-18 0,8-3 21 0,-1-1-39 16,2-1 0-16,4 2 230 0,4-2-93 0,-1 0-59 15,2 0 129-15,0 0-67 0,0 0-42 0,10 0-9 16,6 0-60-16,3 0 0 0,6 0 0 16,-2 0 0-16,2 0 0 0,1 0 0 15,0 0 0-15,-1 0 0 0,5 0 0 0,-3 0 0 16,-3 2 0-16,-5 0-745 0,3 0-6 0,-3-1 345 15,0 1-146-15</inkml:trace>
  <inkml:trace contextRef="#ctx0" brushRef="#br0" timeOffset="-116186.08">31637 7850 3522 0,'1'-11'0'0,"1"5"0"0,1 4 0 0,2-4 0 0,-2 5 0 0,4-2 0 0,-4 2 0 0,3 1 0 0,-3 0 0 0,3 0 0 0,-1 0 251 0,4 5-175 0,-4 5 1 16,2-1-72-16,0 1-5 0,0 3-611 0,-2-4 281 16,4 1 187-16,2 3 92 0,-1-6-952 15,2 2 473-15</inkml:trace>
  <inkml:trace contextRef="#ctx0" brushRef="#br0" timeOffset="-115952.43">31881 7506 3373 0,'0'-13'0'0,"0"6"0"0,10 6 0 0,2-4 0 0,3 0 0 0,5-2 0 0,1 4 0 0,14-1 0 0,7 0 0 0,6 1 0 0,4-1 419 0,5 2-280 16,-4 0-139-16,2 1 0 0,-6 1 0 15,-8 0 0-15,-1 0 0 0,-3 0 0 0,-4 0 0 16,-5 1 0-16,-6 3 0 0,1 0 0 0,-6-1 0 15,-4-1 0-15,-1 0 0 0,-5 0 0 0,-2 0 0 16,-1 0-715-16,-2-2 148 0,1 0 262 0,-3 0 131 16,0 0-576-16</inkml:trace>
  <inkml:trace contextRef="#ctx0" brushRef="#br0" timeOffset="-115714.46">32554 7324 2942 0,'-7'0'0'0,"4"0"0"0,1 0 0 0,2-2 0 0,0 0 0 0,0-4 0 0,2 3 0 0,5-5 0 0,5 4 0 0,-1 3 0 0,1-1 235 0,3 0 195 0,0-1-193 16,-3 3-150-16,2 0-87 15,0 0 0-15,-1 0 0 0,1 3 0 0,2 4 0 16,-4 3 0-16,1 1 0 0,-1 0 0 0,-2 1 0 16,1 0 0-16,-4-1 0 0,-4 3 0 0,1-2 0 15,-2-2 0-15,-2 4-176 0,0-1-384 0,-7 1 249 16,-10 0 134-16,0-1 56 0,-9 1-91 0,-1 2 85 15,-3-1 41-15,-3 0-339 0,3 2 191 0,-7 0 85 16,-3 3 58-16,-1-2-409 0</inkml:trace>
  <inkml:trace contextRef="#ctx0" brushRef="#br0" timeOffset="-115513.92">32186 7720 1872 0,'-7'2'0'0,"1"4"0"0,2-1 0 0,-2 1 0 0,1 0 0 0,2 0 0 0,-3-1 0 0,3 2 0 0,0 4 0 0,-1 1 0 0,-2 3 942 0,6 4-455 0,-2 1-222 15,-1 5 100-15,3-1-365 0,-2 2 0 0,2-1 0 16,-1 7 0-16,1-6 0 0,-2 2 0 16,2-1 0-16,0-6 0 0,0 1 0 0,0-1 0 0,0-3 0 15,0-3 0-15,0-4 0 16,0-1 0-16,0-3-7 0,0-1-339 0,0-2 162 16,0-4-601-16,0 0 371 0,0 0 185 0,0 0 82 15,0-13-352-15,0-10 227 0</inkml:trace>
  <inkml:trace contextRef="#ctx0" brushRef="#br0" timeOffset="-115310.36">32081 7759 3098 0,'-2'-14'0'0,"2"7"0"0,0-2 0 0,0 2 0 0,9-1 0 0,4 1 0 0,7 2 0 0,5 0 0 0,0 4 0 0,-3 1 0 0,6 0 120 0,-3 1 367 16,-3 9-261-16,-5 2-226 0,-1-2 0 0,-2 4 0 15,-5-3 0-15,-4 3 0 0,0-4 0 0,-3 0 0 16,-2 1 0-16,0 0 0 0,-7-1 0 0,-7-3 0 15,-2 1 0-15,0-1 0 0,1-3 0 0,-2 0 0 16,2-2 0-16,0 0 0 0,2-2-49 0,1 2-136 16,2-2-773-16,5 0 463 15,0 1 226-15,3 3 113 0,2 2-338 0</inkml:trace>
  <inkml:trace contextRef="#ctx0" brushRef="#br0" timeOffset="-115140.9">32278 7993 3200 0,'1'8'0'0,"5"4"0"0,-1 2 0 0,-3-5 0 0,0-2 0 0,0 1 0 0,1-2 0 0,-3 1 0 0,0-1 0 0,0 3 0 0,0 0 731 16,2 0-731-16,-2 3 0 15,3-1 0-15,-3-2 0 0,2 4 0 0,0-5 0 16,-2 1 0-16,1 0 0 0,1-2-13 0,0 1-40 16,0-3-959-16,-1-1 479 0,-1-3 136 0,2-1 188 15,1 0-541-15</inkml:trace>
  <inkml:trace contextRef="#ctx0" brushRef="#br0" timeOffset="-114940.8">32466 7819 3712 0,'5'0'0'0,"1"0"0"0,-2 0 0 0,-1 0 0 0,-1 0 0 0,1 1 0 0,1 8 0 0,2 4 0 0,-2 10 0 0,-4 1 0 0,4 7 160 0,-2 2-101 0,-2 3-59 15,0-1 0-15,0 1 0 0,0-2 0 0,0-1 0 16,0-4 0-16,-2 1 0 0,2-8 0 0,-4-3 0 15,4-6 0-15,0 1 0 0,0-4-302 0,0-5 105 16,0-2 11-16,0-3-697 0,0 0 420 0,-2 0 210 16,0-5 94-16,-4-13-55 0,2-6 86 0,3-3 42 15</inkml:trace>
  <inkml:trace contextRef="#ctx0" brushRef="#br0" timeOffset="-114730.23">32449 7836 2957 0,'-2'-20'0'0,"2"5"0"0,0 4 0 0,0-2 0 0,2 1 0 0,7 1 0 0,4 0 0 0,4 1 0 0,2 3 0 0,0 3 0 16,9 1 187-16,-3 1-72 0,3 2 328 0,-1 0-214 0,-2 7-229 0,-1 4 0 16,2 5 0-16,-11-4 0 0,2 5 0 0,-7 1 0 15,0 0 0-15,-7-1 0 0,-1 0 0 16,-2 0 0-16,-4-2 0 0,-9-1 0 16,-4 2 0-16,-1-3-36 0,1-2-4 0,-4-1-70 15,3-3-380-15,2-3 202 0,0 1 122 0,6-3-376 16,-4-2 254-16,5 2 123 0,2-2 61 0,0 2-420 15,4 2 241-15,3-1 109 0</inkml:trace>
  <inkml:trace contextRef="#ctx0" brushRef="#br0" timeOffset="-114481.4">32651 8109 2323 0,'7'8'0'0,"2"1"0"0,-2-3 0 0,2-2 0 0,-3 2 0 0,2-5 0 0,-1 2 0 0,-4 1-1 0,3 0 1 0,-5-1 0 0,1 3 217 16,1 2-92-16,-3-3-41 0,0 3-7 0,0 1-1 15,-10-1-33-15,0-1-58 0,-5-1 23 0,3-2 0 16,-4 2 35-16,4-5 20 0,2-1-20 16,0 2 10-16,2-2 144 0,3 0-77 0,1 0-39 0,4 0 1 15,0 0 194-15,0 0-248 16,0 0-28-16,4 0 0 0,13 2 0 0,8 0 0 16,1 2 0-16,4 0 0 0,0-3 0 0,2 3 0 15,-2 1 0-15,-7-3 0 0,2 3 0 0,-5-2 0 16,-2 2-478-16,-2-2 75 0,-7 1 133 0,1-3 122 15,-6 1-688-15,3-2 401 0</inkml:trace>
  <inkml:trace contextRef="#ctx0" brushRef="#br0" timeOffset="-114261.33">33144 7367 3717 0,'0'-6'0'0,"0"4"0"0,0 0 0 0,0 2 0 0,0 0 0 0,0 0 0 0,0 14 0 0,5 10 0 0,1 10 0 0,-2 9 0 0,-1 10 125 0,2 13-36 0,-3 1-89 15,1-6 0-15,-3 19 0 16,0-8 0-16,0 3 0 0,0-2 0 0,-5 2 0 16,0 2 0-16,0 3 0 0,-1 0 0 0,2-2-294 15,1 1 74-15,3-2 78 0,0 4-697 0</inkml:trace>
  <inkml:trace contextRef="#ctx0" brushRef="#br0" timeOffset="-113701.5">30099 9054 2726 0,'0'-4'0'0,"0"4"0"0,0 0 0 0,0 0 0 0,0 6 0 0,2 5 0 0,6 5 0 0,-1 6 0 0,-1 2 0 0,6 7 0 0,-2 11 455 0,-2-2-207 0,-1 5-102 15,-2 0-53-15,0-5 56 0,-4 13-59 0,-1-4-66 16,0-4-127-16,0-1 39 0,0-8 53 0,-1-1 38 15,-6-3-190-15,4-10 103 0,-2 1 51 0,3-6 0 16,1-6-582-16,1-4 196 0,0-3 191 0,0-4-512 16,0 0 336-16</inkml:trace>
  <inkml:trace contextRef="#ctx0" brushRef="#br0" timeOffset="-113528.03">30339 9185 3293 0,'0'-17'0'0,"2"13"0"0,5 3 0 0,5-7 0 0,2 0 0 0,6 1 0 0,1-1 0 0,1-2 0 0,3 5 0 0,2-2 0 0,4 3 138 0,4 0 130 0,2 1-118 15,6 1-68-15,-6-1-260 16,-2 3 103-16,-2 0 59 0,-1 0 39 0,-4 8-802 16,-6 2 411-16,-4 0 205 0</inkml:trace>
  <inkml:trace contextRef="#ctx0" brushRef="#br0" timeOffset="-113350.05">30777 9025 2507 0,'-5'-11'0'0,"5"5"0"0,0-3 0 0,0 0 0 0,13 0 0 0,7-3 0 0,4 6 0 0,4 1 0 0,3 3 0 0,-1 2 0 0,0 0 168 16,0 2-63-16,-5 9 43 0,-6-1-52 0,1 4-27 15,-7 1 10-15,-3 2-104 0,-7 2 33 0,-3 4 0 16,0-1-398-16,-18 3 216 0,-5 1 119 0,-9 2 43 15,3-3-643-15,1-5 332 0,-11 9 50 0</inkml:trace>
  <inkml:trace contextRef="#ctx0" brushRef="#br0" timeOffset="-113027.78">30652 9476 1935 0,'0'2'0'0,"0"0"0"0,0-2 0 0,0 0 0 0,0 0 0 0,-5 0 0 0,-2 0 0 0,-6 0 0 0,3-2 0 0,-3-2 0 0,-4 1 147 0,0 0 176 0,-3 1-129 16,-1 1-82-16,2 1-34 16,-2 0-1-16,-1 0-35 0,2 0 0 0,0 0 11 0,2 1 336 15,3 5-174-15,4 2-86 0,0-3 66 16,6 3-195-16,4-1 0 0,1 6 0 0,0-4 0 16,6 7 0-16,12-1 0 0,5 2 0 0,1 0 0 15,6 0 0-15,2 1 0 0,-2 0 0 0,-2 0 0 16,-3-1 0-16,-4-2 0 0,-3 2 0 0,-4 0 0 15,-4-1 0-15,-6-2 0 0,-2-1 0 0,-2-4 0 16,0 3 0-16,-9-3 0 0,-7-1 0 0,-5-2 0 16,3-3 0-16,-5-1 0 0,3-2 0 0,1 0 0 15,1 0 0-15,0 0-168 16,6 0 31-16,-1 0 37 0,3-2-521 0,3-5 289 16,2-1 145-16,5-1-276 0,0-2 210 0</inkml:trace>
  <inkml:trace contextRef="#ctx0" brushRef="#br0" timeOffset="-112875.93">30693 9664 3476 0,'9'5'0'0,"-4"5"0"0,0-4 0 0,-1 3 0 0,-3 0 0 0,1 3 0 0,2 1 0 0,-2-1 0 0,-2 2 0 0,3 1 0 0,-1 0 403 0,0 0-351 0,0 0-52 16,1 0 0-16,2-4 0 0,-1-1 0 0,5-3 0 15,-4 1-446-15,4-5 81 0,-1 2 204 0,3-5-902 16,3 0 530-16</inkml:trace>
  <inkml:trace contextRef="#ctx0" brushRef="#br0" timeOffset="-112673.38">31353 9310 3752 0,'0'-7'0'0,"2"5"0"0,-2 1 0 0,0 1 0 0,0 0 0 0,0 0 0 0,0 11 0 0,-9 4 0 0,-5 5 0 0,-3 6 0 0,1 2 179 0,-2 5-179 15,-5 5 0-15,2-3 0 16,0-4 0-16,-5 8 0 0,1-8 0 0,0-4 0 0,0 3 0 16,1-4 0-16,-2-3-558 0,4-4 221 0,6-5 188 15,1 0 19-15,1-1-401 0,5-5 213 16,2-1 130-16</inkml:trace>
  <inkml:trace contextRef="#ctx0" brushRef="#br0" timeOffset="-112493.27">31109 9405 3515 0,'6'-10'0'0,"-1"8"0"0,7 2 0 0,-2 0 0 0,1 0 0 0,1 4 0 0,6 11 0 0,-3 5 0 0,5 2 0 0,1 0 0 0,3 2 293 16,1 1-170-16,-2-2-123 0,7-1 0 0,2 1 0 16,3-3 0-16,-3-7 0 0,3 1 0 0,0-5 0 15,0 0 0-15,-5-1-158 0,0-3 11 0,-9-1-367 16,4 0 247-16,-3-2 144 0,5-2-193 0</inkml:trace>
  <inkml:trace contextRef="#ctx0" brushRef="#br0" timeOffset="-112312">31695 9207 3169 0,'-4'-13'0'0,"4"6"0"0,0-4 0 0,0-2 0 0,0 1 0 0,9 3 0 0,9-1 0 0,7 3 0 0,3 1 0 0,7 2 0 0,5 3 577 0,5-1-392 0,-5 2-185 15,-3 0 0-15,3 0 0 0,-2 7 0 0,0 3 0 16,-6 1 0-16,-2 2 0 0,-5-2 0 0,-10 1 0 16,2 0-857-16,-9 0 376 0,-3-1 255 0,-5 0-58 15</inkml:trace>
  <inkml:trace contextRef="#ctx0" brushRef="#br0" timeOffset="-112141.7">32155 9037 2566 0,'8'-8'0'0,"7"3"0"0,3-3 0 0,0-1 0 0,-1 3 0 0,0 2 0 0,3 2 0 0,-2 2 0 0,-3 0 0 0,0 4 0 0,-2 7 120 0,-6 4-44 0,-4 4 0 0,-3 0-35 0,0 5 442 15,-10 1-221-15,-8 0-100 16,-5 1-438-16,1-2 158 0,-5 0 80 0,4-2 39 16,-2-1-297-16,7-4 179 0,-7 1 73 0,2 0 43 15,1 1-924-15</inkml:trace>
  <inkml:trace contextRef="#ctx0" brushRef="#br0" timeOffset="-111839.25">31982 9456 3013 0,'-6'-4'0'0,"1"0"0"0,0-4 0 0,-5 0 0 0,0-5 0 0,2 4 0 0,-4-1 0 0,-1 2 0 0,-2 1 0 0,-5 6 0 0,3-1 406 15,-4 2-182-15,1 0-92 0,3 2 24 0,-3 7-156 16,6 3 0-16,1 1 0 0,5 2 0 0,1 0 0 15,5 3 0-15,2 1 0 0,0 1 0 0,4 3 0 16,8-6 0-16,6 4 0 0,-3-6 0 0,10 4 0 16,-2-2 0-16,-1-2 0 15,-4-2 0-15,-1 0 0 0,-4 0 0 0,-4 1 0 16,-6-5 0-16,2 3 0 0,-5-3 0 0,0 0 0 16,-5-1 0-16,-7-1 0 0,-7-1 0 0,-2-1 0 15,1-1 0-15,-3-2 0 0,1 0 0 0,1 0 0 16,-1-2 0-16,7 0-78 0,0 0-26 0,5 0 31 15,3 0-605-15,-1 0 324 0,7 0 156 0,1-6-622 16,1-3 389-16,16-4 195 0</inkml:trace>
  <inkml:trace contextRef="#ctx0" brushRef="#br0" timeOffset="-111592.58">31980 9632 3066 0,'20'-3'0'0,"-1"0"0"0,0 1 0 0,-1 0 0 0,-3 2 0 0,3 0 0 0,-4 0 0 0,2 0 0 0,1 2 0 0,-2 8 0 0,0 0 372 0,-2 1-166 0,-4 0-82 0,-2 1 39 15,-3-4-163-15,-2 4 0 0,-2 0 0 0,0-4 0 16,-13 0 0-16,-2-1 0 0,-5-1 0 0,-7 0 0 16,4-3 0-16,-4 1 0 0,7-2 0 0,-3 0 0 15,11 0 0-15,-4-2 0 16,7 0 0-16,2 2 0 0,7-2 0 0,0 1 0 16,0 1 0-16,9 4 0 0,14-2 0 0,7-1 0 15,5 2 0-15,5 0 0 0,-3-3 0 0,8 3 0 16,-9-3 0-16,8 4 0 0,-8-4 0 0,-1 2-46 15,2-3-71-15,-5-1-890 0,-4 0 484 0,-7 0 240 16,1 0 122-16</inkml:trace>
  <inkml:trace contextRef="#ctx0" brushRef="#br0" timeOffset="-111377.38">32642 9044 2539 0,'-3'-19'0'0,"3"18"0"0,0-2 0 0,0 3 0 0,0 0 0 0,0 0 0 0,3 0 0 0,-1 14 0 0,-2 8 0 0,0 4 0 0,0 12 39 15,0 4 1286-15,0-3-1297 0,0 13-28 0,0-5 0 16,0 2 0-16,0 1 0 0,-5 2 0 0,3-4 0 16,-1 1 0-16,0-2 0 0,-2-3 0 0,3-2 0 15,2-6 0-15,0 2 0 0,0-2 0 0,0 0-434 16</inkml:trace>
  <inkml:trace contextRef="#ctx0" brushRef="#br0" timeOffset="-111210.71">32792 9976 3931 0,'-18'-47'0'0,"10"43"0"0,8 2 0 16,0 2 0-16,0-2 0 0,0 2 0 0,0 0 0 0,0 0 0 0,0 0 0 0,0 0 0 0,0 4 0 0,1 11 0 0,3 6-984 0,-1 10 183 0</inkml:trace>
  <inkml:trace contextRef="#ctx0" brushRef="#br0" timeOffset="-98990.55">16174 8854 2549 0,'0'0'0'0,"0"0"0"0,0 0 0 0,0 0 0 0,0 0 0 0,0 0 0 0,2 0 0 0,-1 0 0 0,3 0 0 0,-2 0 0 0,3 3 74 0,-2 0-125 0,-1 1 43 15,2 1 0-15,-3 3-262 16,-1 3 135-16,0 1 69 0,0 3 33 0</inkml:trace>
  <inkml:trace contextRef="#ctx0" brushRef="#br0" timeOffset="-98946.43">16198 8981 401 0,'-1'16'0'0</inkml:trace>
  <inkml:trace contextRef="#ctx0" brushRef="#br0" timeOffset="-98840.14">16188 9106 1559 0,'-2'8'0'0,"-3"-1"0"0,3 1 0 0,-1 0 0 0,-1-3 0 0,2 0 0 0,0 3 0 0,1-3 0 0,1 3 0 0,0 0 0 0,0-1 117 15,0 3-38-15,0 0 14 0,0 2-27 0,1-3-374 0,3 5 169 0,3 1 90 16,0-2 44-16,0 2-585 0</inkml:trace>
  <inkml:trace contextRef="#ctx0" brushRef="#br0" timeOffset="-98781.98">16227 9444 401 0,'-2'10'0'0</inkml:trace>
  <inkml:trace contextRef="#ctx0" brushRef="#br0" timeOffset="-98706.77">16216 9493 1754 0,'-5'13'0'0,"3"-1"0"0,2-2 0 0,-2 0 0 0,2 1 0 0,0 3 0 16,0-5 0-16,0 4 0 0,0-4 0 0,6 4 0 0,0 1-5 0,2 1 45 0,1-2-282 0,-2 4 127 0,1-1 66 0,0 0-580 16</inkml:trace>
  <inkml:trace contextRef="#ctx0" brushRef="#br0" timeOffset="-98561.4">16269 9912 1652 0,'-7'19'0'0,"0"-1"0"0,0 1 0 0,0-2 0 0,0-2 0 0,1-2 0 0,3 2 0 0,1-3 0 0,0-1 0 0,2 0 0 0,0 0 183 0,0-2-77 0,0 2-33 0,2-3-78 16,2 2 45-16,3-3 1 0,0 3 9 0,3-1-457 16,-2 0 223-16,1 3 113 0,-2 3 55 0,-1-2 28 15,-2 2 10-15</inkml:trace>
  <inkml:trace contextRef="#ctx0" brushRef="#br0" timeOffset="-98098.58">16287 10312 1439 0,'-7'20'0'0,"-2"4"0"0,2-4 0 0,0 0 0 0,1 1 0 0,-2 0 0 0,4-2 0 0,-1-1 0 0,3-1 0 0,0-1 0 0,2 0 161 15,0-2-50-15,0 1-26 0,0 1-1 0,0-2-44 16,2 0 1-16,2 1-143 0,3 1 82 0,1-1 25 16,-2-1 0-16,1 2-443 0,-2-2 237 0,-1 2 118 15,1 0-366-15,-3 1 214 0,-1 0 68 16,-1 2 64-16,0 2 96 0,0 0 0 0,0-1-43 0,0 0 252 16,0-1-121-16,-3 4-61 0,-2-4-30 0,1 3 246 15,1-1-115-15,-1-1-69 16,2-1 23-16,1 0 37 0,-1-2 5 0,2 2-45 15,0-3-59-15,0-1-10 0,0 1 37 0,0-1-1 16,0 0-160-16,0 0 89 0,0-2 20 16,0-3-112-16,0 2 57 0,0-2 40 0,0-1-9 15,0 3 4-15,0-1-25 0,0-2 47 0,0 2-34 16,-2 2 147-16,-2-1-60 0,2-2-30 0,-4 6 79 16,4-4-47-16,-1-1-14 0,-1 0 1 0,2 0 152 15,0-1-58-15,2-1-53 0,0 0-11 0,0-3 0 16,0 2-24-16,0-3 10 0,0-2-129 0,0 2 55 15,0-1 34-15,0-1-1 0,0 1-185 0,0 0 98 16,0-1 35-16,0 3 27 16,0-2-64-16,0 2 38 0,0-1-5 0,0-1 73 15,0 2-72-15,0-1 28 0,0-2 124 16,0 0-59-16,0 0-27 0,0-3-1 0,0 2 61 0,0-2-39 16,0 0-2-16,0 0 0 0,0 0-60 0,0 0 36 15,0 0 24-15,0 0-21 0,0 0-210 0,0 0 99 16,0-2 43-16,0-4-85 0,0 1 46 15,0-1 41-15,0-4-238 0,0-2 124 0,0-1 62 0</inkml:trace>
  <inkml:trace contextRef="#ctx0" brushRef="#br0" timeOffset="-97123.66">16149 8984 285 0,'0'-9'0'0,"0"-1"0"0,0 1 0 0,0-1 0 0,2 1 0 0,-2-1 0 0,3 1 0 0,-3 2 0 0,0-3 0 0,2 3 0 0,-1 1 22 16,-1-1-1-16,2 1 1 0,0 2-1 0,0 1 6 15,0-1-5-15,0 0-1 0,-1 1 73 0,1-1-33 16,2 2-1-16,-1-2 11 0,3 0-8 0,-1 1-26 15,-2 1-34-15,3 0 5 16,-3 0 26-16,-1 0 13 0,2 2-52 0,-3 0-1 16,1 0 35-16,0 0 3 0,0 0 27 0,-2 2 4 15,0 6-41-15,0-1 6 0,0 1 51 0,0 1-24 16,0 0-2-16,0 3 54 0,0 1 4 16,0-2-36-16,-2 2 0 0,2 2-60 0,0 0 24 15,0 0 9-15,0 2-53 0,0 2 0 16,0 1 43-16,0 3 1 0,0 1-42 0,0-2 52 0,0 6-10 0,0-1 0 15,0 1-38-15,0 1 1 16,0-2 11-16,0 2 7 0,0-2-4 0,0 3 9 16,0 1-38-16,0-2 0 0,0 0 35 0,0-4 7 15,0 7-50-15,2-4 0 0,1-2 36 0,-1 0 3 16,-1 1-46-16,-1-3 45 0,2 4-13 0,-2-1 8 16,0 0-15-16,0-2 13 0,0 4-14 0,0-5 58 15,0 6-2-15,0-4-40 0,0 2-6 16,0-1 7-16,0-4 7 0,0 6 1 0,0-1-25 0,2-3 18 15,0 3 2-15,0-2-1 16,-1-1-40-16,1 5 34 0,-2 0 3 0,0-2-8 16,2 0 43-16,-2-1-36 0,0-2 0 0,0 6 43 15,0-6-42-15,0 3 2 0,0-2-6 0,0-2 8 16,0-1 1-16,0-1 2 0,0 2-34 0,0 0 32 16,0-4-2-16,0 1 4 0,0 0-12 0,0 0 6 15,2-1 1-15,-2 0-24 0,0 1 22 0,2-3-3 16,-2 5 6-16,0-2-31 0,0 3 0 15,0 1 23-15,0 0 2 0,0 0-42 0,0 0 41 0,0 4-4 16,0-3 30-16,0 1-29 16,0-3 0-16,0-2-2 0,0 2 9 0,0-2-10 15,0-1 2-15,0 0 27 0,0-1-25 0,0 1 2 16,0 0 0-16,0-2 9 0,0 1-9 0,0 1 3 16,0-1-1-16,0 1 0 0,0 2 1 15,0-5-1-15,0 3 44 0,0-2-44 0,0-2 0 16,0-1 1-16,0-4 46 0,0 3-42 0,0-4-3 0,0-1 51 15,2-1-48-15,-2-2 5 0,0-1-24 16,1-1 22-16,-1 1 4 0,0-2-3 16,0 2-31-16,0-1 0 0,0 1 32 0,0 2-3 15,0-1-49-15,0-1 46 0,0 1-7 0,0 1 5 16,0-3-46-16,0-1-1 0,0 0 36 0,0-2-31 16,0-1-7-16,0-1 39 0,0 0-160 15,0 0 76-15,0 0 28 16,0 0 1-16,0-1-390 0,0-9 202 0,0-1 92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2:18:40.86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82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12:19:48.875"/>
    </inkml:context>
  </inkml:definitions>
  <inkml:trace contextRef="#ctx0" brushRef="#br0">2608 9448 2241 0,'-8'0'0'0,"4"0"0"0,-2 0 0 0,4 2 0 0,-5-2 0 0,4 2 0 0,-2 0 0 0,0 0 0 0,2-2 0 0,3 1 0 0,0-1 136 0,-2 0-48 0,2 0 189 0,0 0-119 15,0 0-59-15,0 0-20 0,0 0 47 0,0 0-43 16,0 0 0-16,2 3-44 0,3-3 138 16,1 0-59-16,-1 0-44 0,4 0 79 0,-3 2-153 15,4-2 0-15,-3 0 0 0,3 0 0 16,-1 0 0-16,0 0 0 0,3 0 0 0,-2 0 0 16,3 0 0-16,1 0 0 0,2 0 0 0,-2 0 0 15,4 0 0-15,-3 0 0 0,3 0 0 0,2-2 0 16,-3-4 0-16,4 2 0 0,-2 1 0 0,1-4 0 15,1 4 0-15,2-1 0 0,1 3 0 16,1-3 0-16,-5 1 0 0,8-1 0 0,-7 2 0 0,5 0 0 16,-1-3 0-16,0 3 0 15,-2-1 0-15,1 1 0 0,-3 0 0 0,6-1 0 16,-2 2 0-16,-5-3 0 0,2 2 0 0,3 1 0 16,-2-1 0-16,3 0 0 0,-2-1 0 0,1 2 0 15,0-1 0-15,1 1 0 0,-1 1 0 0,7 0 0 16,-2-2 0-16,1 2 0 0,1-3 0 0,-2 3 0 15,0 0 0-15,0 0 0 0,0 0 0 0,-3 0 0 16,5 0 0-16,-2 0 0 0,2 0 0 16,2 0 0-16,1 0 0 0,0 0 0 15,3 0 0-15,1 0 0 0,1 0 0 0,6 0 0 16,1 0 0-16,-5 0 0 0,3 0 0 0,-2 0 0 16,-5 0 0-16,7 0 0 0,-2 0 0 0,-4 0 0 15,4 0 0-15,-3 5 0 0,-3-1 0 0,9 4 0 16,-7-4 0-16,2-1 0 0,3 2 0 0,1-2 0 15,-4 1 0-15,8 2 0 0,-3 0 0 0,-6-2 0 16,5 3 0-16,-9-3 0 0,5 1 0 0,-3 1 0 16,-3 0 0-16,2 0 0 0,-5-3 0 0,-3 3 0 15,-4-3 0-15,2 3 0 16,-5-3 0-16,-2 1 0 0,0-1 0 0,-4 2 0 16,-4-3 0-16,-2 0 0 0,0-1 0 0,-4 2 0 15,-2-3 0-15,-1 0 0 0,-1 0 0 0,-2 0 0 16,0 0 0-16,0 0 0 0,0 0 0 0,0 0 0 15,0-4 0-15,-4-2 0 0,-1 0 0 0,-1-1-3 16,-2-1-627-16,1-1 285 0,-1-4 158 0,1 2 74 16</inkml:trace>
  <inkml:trace contextRef="#ctx0" brushRef="#br0" timeOffset="243.45">5221 9198 2566 0,'-6'-2'0'0,"1"0"0"0,5 1 0 0,-3 1 0 0,3 0 0 0,0 0 0 0,3 0 0 0,5 0 0 0,7 0 0 0,2 5 0 0,4 4 771 0,-4 2-357 0,5 3-234 16,1-1-180-16,-2 4 0 0,1-1 0 15,-3 1 0-15,-1-1 0 0,-3 1 0 0,1-1 0 16,-4 1 0-16,-1-2 0 0,-4 1 0 0,-3-1 0 16,-3-1 0-16,-1 2 0 0,0-1 0 0,-3 1 0 15,-13 5 0-15,-3 0 0 0,-9 3 0 0,-5 0 0 16,-5 1 0-16,-2 2 0 0,-4 0 0 0,-7 2-74 15,-11 6-135-15,2-3 85 0,-4 4-797 16,-4 0 440-16,5 2 222 0,10-8 100 0</inkml:trace>
  <inkml:trace contextRef="#ctx0" brushRef="#br0" timeOffset="517.15">3867 10088 3673 0,'-20'-2'0'0,"6"2"0"0,3 0 0 0,3 0 0 0,3 0 0 0,3 0 0 0,-1 0 0 0,3 0 0 0,0 0 0 0,11 0 0 0,14 0 160 0,10 0-62 0,4 0-98 16,3 0 0-16,6 0 0 0,-8 0 0 0,15 0 0 16,-4 0 0-16,-1 0 0 0,-3 0 0 0,-2 0 0 15,-7 2 0-15,-1 2 0 0,-1-3 0 0,-6 2 0 16,-1-1 0-16,-12 0 0 0,3-1 0 0,-8-1 0 15,-1 2 0-15,-4-2-104 0,-4 0-105 0,-1 0-496 16,-2 0 325-16,0-10 175 0,-2-8 84 0,-12-4-443 16,-4-3 263-16,-3-1 132 0,-1-4-178 15,-13-2 159-15</inkml:trace>
  <inkml:trace contextRef="#ctx0" brushRef="#br0" timeOffset="692.64">4272 9856 2504 0,'-27'-6'0'0,"8"2"0"0,6 2 0 0,5 1 0 0,2 1 0 0,6 0 0 0,0 0 0 0,1 0 0 0,16 0 0 0,10 0 0 0,3 0 100 0,5 3 529 0,10 3-300 15,-1-1-146-15,-2 3-73 0,0 1-34 0,-8 0-76 16,0 3 0-16,-2 1 0 0,-6 0 0 16,-10 0 0-16,2 2 0 0,-8 0 0 0,-5 0 0 15,-4 2 0-15,-1 2 0 0,-5 2 0 16,-12 1 0-16,-4 1 0 0,-7-3 0 16,-2 2 0-16,-4-2 0 0,-3 0 0 0,0 1-707 0,-3-2 223 15,6 2 214-15,-6 5 121 0,3 4-378 0</inkml:trace>
  <inkml:trace contextRef="#ctx0" brushRef="#br0" timeOffset="1110.31">4287 10696 2320 0,'2'8'0'0,"-1"9"0"0,-1-8 0 0,0-3 0 0,0 0 0 0,0-5 0 0,0 2 0 0,0-3 0 0,0 0 0 0,-6 0 0 0,4 0 458 0,-3-3-210 0,0-8-105 0,-3 0-53 16,3 0 58-16,-2-3-46 15,-3-4-37-15,2 1 5 0,-2-3 1 0,1 1-33 0,-4-6-1 0,3 4 6 16,-2 1-5-16,1 1-1 0,-3 2-17 16,4 2-17-16,-3 4-3 0,3 4 0 15,-3 0 0-15,4 6 0 0,-3 1 0 0,-2 0 0 16,-1 11 0-16,-4 14 0 0,1 10 0 0,-2 7 0 16,0 5 0-16,5 3 0 0,0 3 0 0,9-10 0 15,4 10 0-15,2-18 0 0,0 0 0 16,7-2 0-16,9-9 0 0,-1-5 0 0,10-2 0 0,-3-8 0 15,1-3 0-15,4-6 0 0,-4 0 0 0,2-8 0 16,0-10 0-16,0-5 0 16,-8-1-5-16,1-4-64 0,-4 2-1 0,-3 5 209 0,-1-4-134 15,-3 7-5-15,-2 7 0 0,-2-1 0 16,-1 6 0-16,1 3 0 0,-3 1 0 16,0 2 0-16,0 0 0 0,0 0 0 0,0 14 0 0,0 7 0 15,1 6 0-15,1 2 0 0,5 0 0 0,3-1 0 16,3 2 0-16,4 0 0 0,5-4 0 0,4-5 0 15,1-3-110-15,6-4-360 0,2-6 216 0,4-8 99 16,7 0-976-16</inkml:trace>
  <inkml:trace contextRef="#ctx0" brushRef="#br0" timeOffset="2348.75">5389 9495 1419 0,'0'0'0'0,"0"0"0"0,0 0 0 0,0 0 0 0,0 0 0 0,0 0 0 0,0 0 0 0,0 0 0 0,0 0 0 0,0 0 0 0,0-5 79 0,0-3 186 0,0-2-114 0,0 0 202 16,0-4-162-16,0-1-77 0,0 0-39 16,0-3 209-16,0-1-124 0,2-2-52 15,0-4-40-15,1 1 124 0,1-3-77 0,2 0-39 16,-4-4 10-16,3-1-19 0,0-4 1 0,2-7-31 16,-2 0-14-16,3-2-23 0,0-6 0 0,-1-1 0 15,2-4 0-15,0-1 0 0,-2-9 0 0,0 6 0 16,-2 8 0-16,1-6 0 0,2 2 0 0,-3-2 0 15,4-1 0-15,-2 3 0 0,0-1 0 0,0-1 0 16,2 1 0-16,-2-8 0 0,2 7 0 16,0-3 0-16,-2 6 0 0,5-17 0 15,-1 2-61-15,-1-1-17 0,-1 1 36 0,2-1-158 16,-3 14 74-16,1-4 39 0,2 1 28 0,-4 3 21 16,-1 2 0-16,3 5 1 0,-4 7-10 0,2-8 89 15,-3 6-40-15,0 2 0 0,-1 8 140 0,1-4-79 16,0 0-51-16,-2 4 1 0,3-1 53 0,-4 0-17 15,3 3-27-15,-2 0 51 0,1 1-27 0,0 1 3 16,1-1-1-16,0 0-50 0,0 2 25 16,1 2 8-16,-2 3-1 0,-1 1-53 0,1 3 1 15,-1 0 36-15,0 5 82 0,0 3-59 16,-1 1-37-16,1 3 0 0,-2 0 0 0,0 3 0 16,0 0 0-16,0 3 0 0,0-2 0 0,0 2 0 15,0 1 0-15,0 0 0 0,0 0 0 0,0 2 0 16,0-1 0-16,0 1 0 0,0 0 0 0,0 0 0 15,0 0 0-15,0 0 0 0,0 0 0 0,0 0 0 16,0 0 0-16,-2 1 0 16,-3 11 0-16,-4 1 0 0,-3 7 0 0,0 7 0 15,-4 5 0-15,2 0 0 0,-1 1 0 0,-3 1 0 16,5 0 0-16,-1-2 0 0,0 0 0 0,3-4 0 16,1-2 0-16,3-5 0 0,-1 0 0 0,3-5 0 15,0 0 0-15,0-3 0 0,2-4 0 0,1-1 0 16,0-3 0-16,-2 0 0 0,4-2 0 0,0-3 0 15,-1 0 0-15,1 0 0 0,0 0 0 0,0 0 0 16,0 0 0-16,0-10 0 0,0-5 0 16,0-6 0-16,1-7 0 0,8-11 0 15,3 0-63-15,1-4-132 0,1-3 78 0,-2 9-68 0,1-3 78 16,-2 3 35-16,4 5-1 0,-7 2 171 16,-1 9-68-16,0 1-43 0,-2 5 9 0,0 3 119 15,-3 5-76-15,2-1-39 0,0 6 1 0,-3 1 443 16,3-2-342-16,0 3-102 0,5 0 0 0,-1 0 0 15,5 8 0-15,3 5 0 0,2 4 0 16,1 2 0-16,-2 3 0 0,1 3 0 0,-2 0 0 0,-4-3 0 16,4 4 0-16,-7-6 0 15,1 1 0-15,-4-4 0 0,-1-2 0 0,-1-4 0 16,-3-1 0-16,1-3 0 0,-2 1 0 0,0-6 0 16,0 2 0-16,0-3 0 0,0-1 0 0,0 0 0 15,0 0 0-15,0 0 0 0,0 0 0 0,0 0 0 16,0 0-45-16,0 3-982 0,0 2 494 0,0 8 247 15,2 2-635-15,8 6 431 0</inkml:trace>
  <inkml:trace contextRef="#ctx0" brushRef="#br0" timeOffset="2567.64">5996 7027 3763 0,'-10'-2'0'0,"4"1"0"0,4 1 0 0,0 0 0 0,-1 0 0 0,3 0 0 0,0 0 0 0,0 0 0 0,0 0 0 0,11 0 0 16,12 0 168-16,3 0-168 0,3 0 0 0,6 0 0 15,-1 0 0-15,3 1 0 0,4-1 0 0,-4 2 0 0,0-2 0 0,-1 0 0 16,-3 0 0-16,1 0 0 0,-4 0 0 0,-2 0-733 16,-5-2 217-16,0-5 243 0,-7-4 117 0,0 1 59 15,-5-4 29-15,-6-2-1 0,-2-2-939 0</inkml:trace>
  <inkml:trace contextRef="#ctx0" brushRef="#br0" timeOffset="2761.18">6381 6789 2451 0,'-12'0'0'0,"-1"0"0"0,8 0 0 0,0 0 0 0,2 0 0 0,3 1 0 0,0 1 0 0,8 1 0 0,10 2 0 0,5-1 0 0,1 1 260 0,4 1-110 16,1 0-46-16,1 1 119 0,3-1-93 0,-3 1-45 15,0 1 0-15,-5 2-82 0,-4-4 9 0,-1 4 27 16,-2 1 0-16,-6-1-61 0,-2 0 30 0,-6-2 1 15,-1 4-158-15,-3 1 90 0,0 0 48 16,-7 2 26-16,-8 4-342 0,-3-2 167 0,-2 4 16 0,-4 0-386 16,-3-1 245-16,-5 6 123 15,2 0 62-15,-5 0-570 0</inkml:trace>
  <inkml:trace contextRef="#ctx0" brushRef="#br0" timeOffset="3095.06">6311 7254 3249 0,'0'6'0'0,"0"2"0"0,0 3 0 0,0 1 0 0,0 5 0 0,0 7 0 0,0 1 0 0,0 6 0 0,0 5 0 0,0 1 0 0,0 8 379 0,0-2-170 0,0 3-115 15,0-6-94-15,-2-3 0 0,-5 0 0 0,1-1 0 16,1-4 0-16,0-5 0 0,-2-6 0 0,2-4 0 16,0-5 0-16,0-3 0 0,2-5 0 0,-1 0 0 15,3-4 0-15,-2 0 0 0,1 0 0 0,2-2 0 16,0-10 0-16,0-3 0 0,10-2 0 0,8 4 0 15,3-6 0-15,5 4 0 0,2 5 0 0,4 0 0 16,-2 5 0-16,-2 3 0 0,6 2 0 16,-6 0 0-16,-5 5 0 0,0 8 0 15,-7 1 0-15,0 2 0 0,-4 1 0 0,-7 3 0 16,-4 0 0-16,-1 0 0 0,0 5 0 0,-11-6 0 16,-9 3 0-16,-2-6 0 0,-5 1 0 0,-1-3 0 15,-4-2 0-15,-6-4 0 0,-5 2 0 0,1-5 0 16,-3-2 0-16,2 2 0 0,2-5 0 0,5 0 0 15,-2 0-899-15,8-5 253 0</inkml:trace>
  <inkml:trace contextRef="#ctx0" brushRef="#br0" timeOffset="4103.76">5706 6385 1410 0,'0'-2'0'0,"0"0"0"0,0 0 0 0,0 1 0 0,0 1 0 0,0-3 0 0,0 3 0 0,0 0 0 0,0 0 0 0,0 0 0 0,0 0 74 0,0 0 0 0,0 0-9 16,0 0 0-16,0 0-27 0,0 0 10 0,0 0 15 16,0 0-25-16,0 0 0 0,0 0 0 0,-2 8 0 15,-4 2 10-15,-1 0-10 0,-6 2 69 0,3 3-34 16,-4 0 0-16,-1 2-26 0,-3 4 45 0,-2 0-27 15,-2-1 0-15,1 1 13 0,-3 4-1 16,-4-2-29-16,-4 5-10 0,1 1 43 16,-6-1-43-16,1 2 0 0,1 2 1 0,2-4 8 15,-9 10-9-15,3-3 0 0,-9 9-55 0,2-3 27 16,0 4 1-16,1-4-37 0,-11 14 19 0,3-6 1 16,0-1 22-16,2 1-47 0,-4 1 20 0,7-7 4 15,-8 8 5-15,2-1 61 0,1-3-9 0,-4 1-36 16,1 3-11-16,-2 2 55 0,-9 11-2 0,4-6-35 15,-1 0 83-15,-4 2-40 0,2-2-9 0,2-2 8 16,-16 11 5-16,-1 5-18 0,2 3-13 0,-16 10-104 16,5-2 51-16,12-10 34 15,-7 6-9-15,3-2-92 0,2-2 53 0,7-1 15 16,3-4-1-16,10-6 65 0,-15 11-37 0,15-11-22 16,10-13 60-16,0 2-11 0,10-12-32 0,-3-2-9 15,10-3 147-15,1-6-93 0,6-4-52 0,0 0 0 16,3-2 0-16,3-3 0 0,0 2 0 15,2-2 0-15,0 0 0 0,2-1 0 0,2 2 0 0,2-4 0 16,0 0 0-16,-3-1 0 16,7 1 0-16,-1-3 0 0,0-5 0 0,3 0 0 15,1-2 0-15,4-3 0 0,-1-1 0 0,-1-2 0 16,3-2-41-16,0 0-7 0,0 0 28 0,0 0-12 16,0 0 10-16,0 0-6 0,5 0 5 0,0-4 31 15,0 0-29-15,0-2 8 0,1 1-269 0,-2 1 125 16,2-2 62-16,-1 3 19 15,1 0-558-15,3-1 298 0,-2-1 149 0,1-2-268 16,3 1 208-16</inkml:trace>
  <inkml:trace contextRef="#ctx0" brushRef="#br0" timeOffset="4427.46">2706 8942 2740 0,'0'-15'-2'0,"0"8"1"0,0 0 1 0,-3 0 0 0,3-2 0 0,0 4 0 0,0 1 0 0,0 3 0 0,0-1 0 0,0-1 0 0,0 3 136 15,0 0-47-15,0 5 120 0,0 8-84 0,0 9-42 0,0 2 10 16,0 9-2-16,-13 6-50 0,-1 0 0 16,-4 3-19-16,1 1 19 0,-4-4 10 0,-3 8 17 15,2-6 0-15,1-3-32 0,5-8-36 0,-2 2 0 16,4-9 0-16,2-2 0 0,3-1 0 0,2-9 0 15,5-1 0-15,-1-4 0 0,3-4 0 0,0-1 0 16,5-1 0-16,13 0 0 16,5-9 0-16,8-8 0 0,1-3 0 0,12-12 0 15,9-3 0-15,0 0 0 0,1-5 0 16,6 1 0-16,3-1 0 0,7 1 0 0,0 1 0 0,2-4-69 16,14 0-570-16,-1 0 300 0</inkml:trace>
  <inkml:trace contextRef="#ctx0" brushRef="#br0" timeOffset="4862.92">2558 7394 3324 0,'-5'-4'0'0,"5"2"0"0,0 0 0 0,0 0 0 0,2 0 0 0,9-1 0 0,13-4 0 0,4 2 0 0,10-5 0 0,7-2 0 0,2-4 197 0,4 1-66 0,2-1-50 0,1-1 117 0,3 0-198 15,-4 0 0-15,-3 0 0 0,-7 2 0 16,10-2 0-16,-9 2 0 0,-9 2-105 0,0 0-178 15,-3-3 160-15,-7 6-829 0,-2-3 466 16,-8 3 182-16,-5 1 129 0,-2 1-447 0</inkml:trace>
  <inkml:trace contextRef="#ctx0" brushRef="#br0" timeOffset="5063.16">3123 6853 2392 0,'-3'0'0'0,"3"0"0"16,0 0 0-16,5 0 0 0,13 1 0 0,5 5 0 0,2-1 0 0,6 3 0 0,3 0 0 0,8 1 0 0,-9-1 119 0,4 3 413 0,-4 0-245 0,-3 1-122 16,-7-1-51-16,0 2-26 0,-7 2 1 0,-5 0-47 15,-6 2 0-15,-5 4-206 0,0 0 113 0,-9 6 41 16,-12 0 1-16,-7 5-249 0,-2-2 150 0,0-2 75 16,2-2-604-16,-11 6 256 0,4-4 177 0,0 0 42 15,3 4-227-15,-5 4 174 0</inkml:trace>
  <inkml:trace contextRef="#ctx0" brushRef="#br0" timeOffset="5325.38">3252 7672 1888 0,'4'-2'0'0,"-3"-6"0"0,-1-5 0 0,0-3 0 0,0-2-1 0,-5-1 0 0,-3-1 1 0,-3-3 0 0,0 1 0 0,-3 5 0 0,0-2 82 0,-2 4-41 16,-1 0 484-16,-8 6-247 0,2 3-118 0,-2 6-59 0,-3 0 111 0,-4 7-84 15,0 14-34-15,-3 9 28 16,2 3-41-16,5 4 1 0,4 4-40 0,4 0 55 16,9-2-97-16,1 4 0 0,8-5 0 0,2 1 0 15,2-2 0-15,11-7 0 0,9 4 0 0,6-8 0 16,9-4 0-16,-1-4 0 0,6-6 0 0,5-8 0 16,2-4 0-16,4 0 0 0,-1-6 0 0,2-11 0 15,9-8 0-15,-8 2 0 0,-10-4 0 0,17-8 0 16</inkml:trace>
  <inkml:trace contextRef="#ctx0" brushRef="#br0" timeOffset="9458.53">3072 9682 2753 0,'0'-3'0'0,"0"-7"0"0,9 1 0 0,11-2 0 0,-1 2 0 0,5-2 0 0,5 3 0 0,-5 0 0 0,8 2 0 0,-4 3 0 16,1 1-27-16,-3 2 35 0,-4 0 0 0,1 0 45 0,-4 0-40 15,-4 9 0-15,-5 1 28 0,0 3 0 0,-5 4 31 16,-4 0 10-16,-1 1-45 0,0 2 0 0,-3-2 169 15,-7 1-82-15,0-2-41 0,0-4 111 16,-5 0-81-16,3-4-35 0,1-1-76 0,1-3-2 16,1-1 0-16,1 0 0 0,5-4 0 15,1 0 0-15,0 0 0 0,2 0 0 0,0 0 0 16,0 0 0-16,9 0 0 0,6 2 0 0,5-1 0 16,-2 4 0-16,4-1 0 0,1 1 0 0,4 5 0 15,-4 1 0-15,-1 0 0 0,-2 6 0 16,-1 2 0-16,-5-1 0 0,1 10 0 0,-9 1 0 0,-4-1 0 15,0 4 0-15,-2 0 0 16,-5 0 0-16,-11 1 0 0,-2-3 0 0,-6 0 0 16,-1 1 0-16,-9-1 0 0,6-10 0 0,-12 6 0 15,0-8 0-15,-1-4 0 0,0-6 0 0,-1-1 0 0,8-7 0 16,-4 0 0-16,1 0 0 0,3-9 0 0,3-8 0 16,1-4 0-16,8-4 0 15,3 4 0-15,10 0 0 0,1 0 0 0,6 2 0 16,2 2 0-16,2 4-151 0,19 2-529 0</inkml:trace>
  <inkml:trace contextRef="#ctx0" brushRef="#br0" timeOffset="10219.03">6198 8299 2611 0,'0'0'0'0,"0"0"0"0,0 0 0 0,0 1 0 0,0 8 0 0,0 3 0 0,0 4 0 0,0 1 0 0,-7 6 0 0,-2 2 0 0,-5 1 85 0,2 0-43 0,-6 2 134 0,1 0-56 16,-5-3 98-16,3-4-88 0,2-5-44 15,2 0-1-15,-1-3 185 0,4-6-162 16,1 1-108-16,3-4 0 0,1-3 0 0,4 0 0 15,0-1 0-15,3 0 0 0,0 0 0 0,0 0 0 16,4 0 0-16,11 0 0 0,9 0 0 16,3 0 0-16,4 0 0 0,4 0 0 0,7 0 0 0,1 0 0 15,-1 0 0-15,-4 0 0 0,13 0 0 0,-9 0 0 16,0 0 0-16,-6 0 0 0,1 0 0 0,-3 0 0 16,-4 0 0-16,-2 0 0 0,-7 0 0 0,-3 0 0 15,-4 0-272-15,-2 0 70 0,-5 0 85 16,-2 0-307-16,-1 0 191 15,-2 0 95-15,0 0-629 0,-2-6 353 0</inkml:trace>
  <inkml:trace contextRef="#ctx0" brushRef="#br0" timeOffset="10424.93">6542 8284 2853 0,'-13'0'0'0,"8"1"0"0,0 6 0 0,1-3 0 0,0 4 0 0,1 2 0 0,3 1 0 0,0 2 0 0,0 6 0 0,0 5 0 0,0 2 788 0,0 6-498 0,3 1-290 0,-2 12 0 16,-1-2 0-16,0 4 0 0,0-6 0 16,0 13 0-16,0-2 0 0,0 1 0 0,0 0 0 0,0 0 0 15,0-10 0-15,0 9 0 0,0-6 0 0,0-11 0 16,0 5 0-16,3-6 0 0,1-9-400 0,-1 8-200 16,0-12 280-16</inkml:trace>
  <inkml:trace contextRef="#ctx0" brushRef="#br0" timeOffset="11323.6">4052 6447 1620 0,'-6'-2'0'0,"4"0"0"0,2 2 0 0,-2 0 0 16,2 0 0-16,0 0 0 0,0 0 0 0,0 0 0 0,0 0 0 0,4 7 0 0,7 3 83 0,-3 3 24 0,1 0-34 0,-1 5 0 0,0-2-35 0,-1 3 50 15,-4-1-15-15,-1 3-9 0,0 1-26 16,-2-2 66-16,0 0-32 0,-7 1-1 15,-2-3-23-15,-3 2 238 0,1-5-124 0,3-2-62 16,-3-2 268-16,5-3-164 0,1-1-73 0,2-3-3 16,0-2-128-16,3-1 0 0,0-1 0 0,0 2 0 15,0-2 0-15,3 0 0 0,11 0 0 0,9 0 0 0,0 0 0 16,5 0 0-16,0 0 0 0,2 0 0 0,-1 0 0 16,-2 6 0-16,-1-1 0 0,-4 5 0 15,0 2 0-15,-4 0 0 0,-1 3 0 0,-4 2 0 16,-3 4 0-16,-5 0 0 0,0 1 0 15,-4 4 0-15,-1-1 0 0,0 0 0 16,-4-1 0-16,-5-3 0 0,-6 3 0 0,0-5 0 0,-1-1 0 16,-4-1 0-16,0-2 0 0,0-3 0 15,-8-1 0-15,2-4 0 0,1-1 0 0,-2-2 0 16,6-2 0-16,-4-2 0 0,2 0 0 0,3 0 0 0,1-7 0 16,3-7 0-16,1 0 0 0,3-8 0 0,2-6-568 15,7 0 3-15,3-8 264 16,0 3 131-16</inkml:trace>
  <inkml:trace contextRef="#ctx0" brushRef="#br0" timeOffset="11471.03">4035 6500 3461 0,'0'-4'0'0,"-1"2"0"0,1-2 0 0,0 0 0 0,0 1 0 0,0-1 0 0,5-2 0 0,10-1 0 0,7 0 0 0,-1 1 0 0,7 0 337 0,2 0-204 0,-2 4-133 16,2 1 0-16,2 1 0 0,0 0 0 0,5 0-622 15,-2 1 224-15,6 10 218 0</inkml:trace>
  <inkml:trace contextRef="#ctx0" brushRef="#br0" timeOffset="16491.41">4935 8915 2964 0,'-3'0'0'0,"3"0"0"0,-2 0 0 0,2 0 0 0,-3 0 0 15,3-2 0-15,0 2 0 0,0-2 0 0,0 2 0 0,0 0 0 0,0-1 81 0,0 1 34 0,3-3-42 0,-1 2-1 0,8-2 29 16,1 3-30-16,1 0-1 0,1 0-18 0,2 0 63 15,0 0-37-15,2 0 1 0,1 0-19 0,-1 0-60 16,3 0 0-16,-2 0 0 0,2 3 0 0,2-2 0 16,1 3 0-16,-1-2 0 0,0 0 0 0,-1 0 0 15,1-1 0-15,-1 1 0 0,1 0 0 0,-5-2 0 16,1 2 0-16,-4 0 0 0,2-2 0 16,-8 0 0-16,4 1 0 0,-5-1 0 15,-3 0 0-15,0 0 0 0,-2 0 0 0,-1 0-23 16,1 0-63-16,-2 0 33 0,0 0-258 0,0 0 139 15,0 0 66-15,-3-3-209 0,-3-1 137 0,0-1 68 16,-5 1 24-16,2 3-668 0</inkml:trace>
  <inkml:trace contextRef="#ctx0" brushRef="#br0" timeOffset="16939.02">5000 8885 2396 0,'-3'0'0'0,"-1"0"0"0,1 0 0 0,-2 0 0 0,3 2 0 0,-3-2 0 0,3 0 0 0,-1 0 0 0,3 0 0 0,0 1 0 0,0 1 85 0,0 0 33 16,0 0-28-16,0-1-11 0,0 1-38 16,0 1 28-16,0 0-28 0,0 0 0 0,0 1 10 15,0-1 53-15,3 1-32 0,-3 1 1 0,2-1 54 16,-2 2-43-16,0-1 11 0,0 0-3 0,0-1-1 15,0 2-49-15,0 2-1 0,0-3 30 0,2 1-43 16,-2 2-28-16,0-1 0 0,0 0 0 0,3 1 0 16,-3 3 0-16,0-2 0 0,2 5 0 0,-2-1 0 15,0 0 0-15,0 2 0 0,0 2 0 0,0 0 0 16,0 0 0-16,0-1 0 16,0 4 0-16,0-4 0 0,0 3 0 0,0-2 0 15,0 1 0-15,0 0 0 0,0-1 0 0,0-1 0 16,0 1 0-16,-2 0 0 0,-1-2 0 0,1 0 0 15,0-2 0-15,-1 2 0 0,2-3 0 16,-1-1 0-16,0-2 0 0,1 0 0 0,-1-2 0 0,2-3 0 16,0-3 0-16,-2 2 0 0,2-3 0 0,0 0 0 15,0 0 0-15,0 0 0 0,0 0 0 0,0 0 0 16,-2 0 0-16,2 0 0 0,-1 0 0 16,-2-3 0-16,1 2 0 15,0-3 0-15,1-1-683 0,-1 4 107 0</inkml:trace>
  <inkml:trace contextRef="#ctx0" brushRef="#br0" timeOffset="32337.91">10126 6449 2229 0,'0'0'0'0,"-2"0"0"0,2 0 0 0,0 0 0 0,-1 0 0 0,1 0 0 0,0 0 0 0,0 0 0 0,0 0 0 0,0 0 0 0,0 0 33 0,3 1 8 0,4 2 0 0,4-2 1 15,-1 1 123-15,1-2-67 0,0 3-28 0,-1-3 111 16,3 0-70-16,-1 0-35 0,-3 0 11 0,4 1 18 16,-3-1-32-16,1 0 0 0,-2 2 89 15,3-2-60-15,-1 0-20 0,0 0-10 0,0 0 16 16,3 0-88-16,-3 0 0 15,2 0 0-15,-2 0 0 0,2 0 0 0,0 0 0 0,-1 0 0 16,1 0 0-16,-2 0 0 16,2 0 0-16,0 0 0 0,-1 0 0 0,1 0 0 0,1 0 0 15,2 0 0-15,-2 0 0 0,4 0 0 0,-1 0 0 16,1 0 0-16,3 0 0 0,-3 0 0 0,3 0 0 16,2 0 0-16,-3 0 0 15,3 0 0-15,0 0 0 0,-2 0 0 0,-1 0 0 0,1 0 0 0,2 0 0 16,-2 0 0-16,4 0 0 0,-6 0 0 0,4 0 0 15,2 0 0-15,0 0 0 16,0 0 0-16,1 0 0 0,-1 0 0 0,7 0 0 16,0 0 0-16,-1 0 0 0,1 0 0 0,4 0 0 15,-1 0 0-15,1 0 0 0,1 0 0 0,2 0 0 16,-2 0 0-16,6 2 0 0,-8 0 0 0,5 0 0 0,5 0 0 16,-5 1 0-16,1-1 0 0,-2 0 0 15,-1 0 0-15,9 0 0 0,-4 0 0 0,1-1 0 16,2-1 0-16,-2 2 0 0,-3-2 0 15,10 3 0-15,-3-3 0 0,-2 1 0 0,2-1 0 16,0 0 0-16,-6 1 0 0,11-1 0 0,-5 0 0 16,2 0 0-16,-1 0 0 0,1 0 0 0,-1 0 0 15,1 0 0-15,5 0 0 0,-2 0 0 0,2 0 0 16,-3-1 0-16,0-3 0 0,1 1 0 0,0-1 0 16,-1 2 0-16,1 0 0 0,-2 0 0 15,-1 0 0-15,1 1 0 0,2 1 0 16,-3 0 0-16,3 0 0 0,-2 0 0 0,-1 0 0 15,3 0 0-15,0 0 0 0,-1 0 0 0,2 0 0 16,1 0 0-16,0 0 0 0,1 0 0 16,2 0 0-16,-2 0 0 0,1 0 0 0,1 0 0 15,0-2 0-15,6 0 0 0,-11 2 0 0,5-2 0 16,0 0 0-16,8 2 0 0,-12 0 0 0,12-2 0 0,-13 1 0 16,14-2 0-16,-5 1 0 0,0 1 0 15,-6-2 0-15,12 0 0 0,-8-1 0 0,4 0 0 16,-2 3 0-16,0-3 0 15,-8 2 0-15,14 0 0 0,-6 0 0 0,0 0 0 0,3 0 0 16,-3 1 0-16,-5-1 0 0,17-1 0 0,-9 3 0 16,1-1 0-16,-2-1 0 0,-4 0 0 15,14 0 0-15,-7 0 0 0,1 1 0 0,-1-1 0 0,2 0 0 16,-5 1 0-16,12-4 0 0,-7 3 0 0,0 1 0 16,1-3 0-16,-2 2 0 0,-8 1 0 0,15-2 0 15,-3 1 0-15,-5 0 0 0,0 0 0 16,1 1 0-16,-8-2 0 0,13 1 0 0,-5 0 0 0,-4 1 0 15,1-1 0-15,1 0 0 16,-8 1 0-16,13-1 0 0,-7-1 0 0,-2 3 0 16,0-1 0-16,0 1 0 0,-5 0 0 0,1 0 0 15,9 0 0-15,-3 0 0 0,-4 0 0 0,-5 0 0 16,5 0 0-16,0 0 0 0,8 0 0 0,-8 0 0 16,2 0 0-16,-2 0 0 0,-2 0 0 0,13 0 0 15,-5 0 0-15,-2 0 0 0,1 0 0 0,-2 0 0 16,-2 0 0-16,8 0 0 15,-5 1 0-15,-1-1 0 0,3 5 0 0,0-5 0 16,-8 3 0-16,11-1 0 0,-5-1 0 0,-2 1 0 16,0 3 0-16,-2-2 0 0,-7-1 0 0,12 4 0 0,-1-4 0 15,-2 0 0-15,-2 0 0 0,-7-1 0 16,7 1 0-16,1-2 0 16,-1 2 0-16,-2 1 0 0,-3-3 0 0,0 1 0 0,2 3 0 15,-2-3 0-15,-3 1 0 0,-2 2 0 16,0-2 0-16,-4 2 0 0,-6-1 0 0,7-1 0 0,-5 4 0 15,-7-3 0-15,3 1 0 0,-3 0 0 16,-3-2 0-16,-2 2 0 0,0 0 0 0,-3-1 0 16,-6 1 0-16,-1 2 0 0,-1-4 0 0,-5 1 0 15,-2-1 0-15,-1 0 0 0,-4 0 0 0,-3 0 0 16,2 0 0-16,-4-2 0 0,0 0 0 0,-2 2 0 16,0-2 0-16,0 0 0 0,0 0 0 0,0 0 0 15,0 0 0-15,0 0 0 16,0 0 0-16,-4 0 0 0,-4-2 0 0,-3 2 0 15,-1 0 0-15</inkml:trace>
  <inkml:trace contextRef="#ctx0" brushRef="#br0" timeOffset="38897.32">10755 7333 2290 0,'-5'0'0'0,"1"0"0"0,-2 0 0 0,5 0 0 0,-1 0 0 0,0 0 0 0,2 0 0 0,-3 0 0 0,3 0 0 0,0 0 0 0,0 0 305 0,8 0-137 0,7 0-63 16,6 0-33-16,4-4 288 0,5 1-159 0,3-3-70 16,3 0 168-16,7 0-299 0,-1-3 0 0,0 6 0 15,4-5 0-15,-5 5 0 0,12-3 0 16,-3 1 0-16,1-1 0 0,0-2 0 16,1 1 0-16,3-3 0 0,-2 0 0 0,-5-2 0 15,-3 3 0-15,-7-1 0 0,-3 3 0 0,-8 1 0 0,-3 2 0 16,-4 1 0-16,-6 0 0 0,-5 1 0 15,-3 2 0-15,-3 0 0 0,0 0 0 0,-3 0 0 0,0 0 0 16,0 0 0-16,0 0 0 0,0 0 0 16,0 0 0-16,0-2-8 0,-3 1-65 0,0-3-643 15,-1-7 337-15,2-2 159 0</inkml:trace>
  <inkml:trace contextRef="#ctx0" brushRef="#br0" timeOffset="39093.03">11589 6898 3046 0,'-11'-2'0'0,"4"0"0"0,1 2 0 0,2 0 0 0,0 0 0 0,2 0 0 0,2 0 0 0,0 0 0 0,6 0 0 0,15 0 0 0,0 4 504 0,3 1-232 0,3 3-163 15,-2-1-109-15,5 4 0 0,-2-1 0 0,1 2 0 16,-3 1 0-16,-1 0 0 0,-7 0 0 16,1 1 0-16,-3 2 0 0,-2 0 0 15,-7 1 0-15,-3 2 0 0,-2 2-202 0,-2 3-139 16,-2 0 174-16,-9 2-611 0,-6 2 368 0,-1-1 185 15,-5 4 82-15,-7 4-458 0</inkml:trace>
  <inkml:trace contextRef="#ctx0" brushRef="#br0" timeOffset="39615.85">11435 7867 2640 0,'-6'2'0'16,"3"1"0"-16,3-1 0 0,-2 0 0 0,2-2 0 0,0 0 0 0,0 0 0 0,0 0 0 0,0 0 0 0,0 0 0 0,0-5 186 0,0-9-73 0,2-1-37 0,1-3 9 0,3-3-73 16,-3 1 0-16,2-7 27 0,-3 3-57 15,-2-4 28-15,0 9 11 0,0-12 18 16,-5 5-24-16,-6 2 24 0,0 1 0 0,0 6 30 16,-4-1 9-16,-1 3-39 0,0 5-26 0,-1 3 60 15,0 3-23-15,-4 4-18 0,0 0 18 0,-2 11 24 16,0 11 0-16,-3 11-35 0,3 0-58 0,5 3 38 15,-5 13-9-15,5-1 12 0,6-2-22 0,1-1 0 16,4-2 0-16,6-10 0 0,1 5 0 0,0-6 0 16,1-2 0-16,9-6 0 0,1-4 0 0,3-2 0 15,2-3 0-15,2-4 0 0,-2-4 0 0,5-2 0 16,-3-3 0-16,5-2 0 0,2 0 0 0,-2-12 0 16,-3-5 0-16,1-5 0 15,-1-6 0-15,0-3 0 0,-2-2 0 0,1-8 0 16,-6 10 0-16,-1-2 0 0,0 5 0 0,-6 5 0 15,-1 3 0-15,-1 6 0 0,0 4 0 0,-3 1 0 16,2 6 0-16,-3 1 0 0,0 1 0 0,0 1 0 16,0 0 0-16,2 8 0 0,0 9 0 0,1 6 0 15,3 3 0-15,-1 3 0 0,3 0 0 0,0 3 0 16,1-3 0-16,0-5 0 16,5 7 0-16,-3-10 0 0,0-1 0 0,2 0 0 15,-2-3 0-15,1-2 0 0,-1-5 0 0,-4 1 0 16,2-4 0-16,0 0 0 0,-2-3 0 0,0-2 0 15,2-2 0-15,3 0-3 0,1 0-95 0,4-13-618 16,0-8 338-16,4-1 160 0,3-12 94 0,1-5-671 0</inkml:trace>
  <inkml:trace contextRef="#ctx0" brushRef="#br0" timeOffset="39767.74">11935 7586 3575 0,'0'-7'0'0,"0"4"0"0,0-1 0 0,0 0 0 0,0 2 0 0,6 0 0 0,5 0 0 0,4 1 0 0,1-2 0 0,5 2 0 0,6 0 356 16,-3 1-356-16,-3 0 0 0,3-3 0 0,-1 3 0 0,1 0 0 16,-3 0 0-16,-2 0-83 0,-3 0-182 15,0 4 147-15,-5 3 79 0,-2 5-1000 0</inkml:trace>
  <inkml:trace contextRef="#ctx0" brushRef="#br0" timeOffset="39924.11">12033 7810 3298 0,'-18'11'0'0,"6"-1"0"0,2-2 0 0,0-3 0 0,5 0 0 0,3-4 0 0,2-1 0 0,0 4 0 0,2-4 0 0,11 3 0 0,10 1 375 0,-2-2-159 0,9 0-174 15,-2 0-42-15,0 2 0 0,2-3 0 0,-3 3 0 0,0-3 0 16,5 6 0-16,-2-5 0 16,0 7-331-16,2 2 81 0</inkml:trace>
  <inkml:trace contextRef="#ctx0" brushRef="#br0" timeOffset="40534.06">12795 7598 3395 0,'-2'-2'0'0,"2"2"0"0,0 0 0 0,0 0 0 0,0 0 0 0,0 0 0 0,8 0 0 0,8 0 0 0,7 0 0 0,7 0 0 0,8 0 99 0,-3 0 307 0,14 0-375 15,-4 0-31-15,2-1 0 0,-2-1 0 0,-9-2 0 16,6 1 0-16,-5-2 0 0,-3 3 0 15,-6 1 0-15,-5-1 0 0,-2 0 0 0,-3 2 0 16,-3 0 0-16,-6 0 0 0,-1-2 0 16,-3 2 0-16,-1 0 0 0,0 0-209 0,-2-2-64 0,0 2 124 15,-2 0 14-15,2-2-470 0,0 0 282 0,-1-2 130 16,7-1 81-16,1-1-296 0</inkml:trace>
  <inkml:trace contextRef="#ctx0" brushRef="#br0" timeOffset="40748.3">13777 7175 2931 0,'-5'0'0'0,"5"0"0"0,0 0 0 0,0 0 0 0,0 0 0 0,0 0 0 0,3 0 0 0,11 0 0 0,6 0 0 0,6 0 0 15,8 0 191-15,3 0-76 0,7-3 278 0,-1-2-177 0,1-1-131 0,-5 1-85 16,10-2 0-16,-12 4 0 0,3-3-7 0,-7 2-92 15,1 2 69-15,-9-1 45 0,-2 1-628 0,-5 0 327 16,-3 0 149-16,-4 1 87 0,-1-2-897 16,-4 3 444-16</inkml:trace>
  <inkml:trace contextRef="#ctx0" brushRef="#br0" timeOffset="41383.08">14166 6868 2697 0,'-4'-3'0'0,"3"2"0"0,1 1 0 16,0 0 0-16,0-1 0 0,1 1 0 0,12 0 0 0,6 0 0 0,4 0 0 0,1 0 0 0,2 0 108 0,3 2 141 0,1 6-104 15,-2 0-54-15,-2 1-25 0,3 0 85 0,-7 1-45 0,4 3-39 16,-9-3-227-16,2 1 100 16,-6 2 49-16,-2-2 25 0,-5 1-398 0,0 0 206 15,-6 1 109-15,0 3-455 0,0-3 203 0,-12 2 145 16,-3 0 39-16,-7 3-190 0,-1-4 144 0,-3 1 72 15,-2-1 36-15,-2 0-118 0,-6 1 67 0,-4 0 48 0,8-1 1 16,-3-1-177-16,1-2 109 0,10-2 68 0,-6 4 49 16,5-3 28-16,5-1 0 0,3 0 36 15,2 3-72-15,1 1 36 0,7-3 0 16,0 2 314-16,5 2-196 0,0-2-79 0,2 4 2 16,0-2 456-16,0 4-236 0,0-1-97 0,0 1-63 15,0 1 103-15,2 2-83 0,-2-1-31 0,0 3 145 16,0 3-98-16,0-6-49 0,0 7 66 15,0-4-57-15,-6-3-19 0,0 1-10 0,1-1 9 16,-3-4-37-16,3-3-1 0,-1-4 0 0,0-2 19 0,2-1-19 16,1-2 0-16,-3 0 1 0,3-4-8 0,-1 0 7 15,-3 0 34-15,4 0-33 16,-1 0-1-16,2 0 0 0,1 0 16 0,-1 0-16 16,2 0 10-16,-2 0-9 0,2-2 11 0,0 0-12 15,0-1 1-15,2 1-1 0,7-3-35 0,5 2-9 16,0-1 44-16,3 2 0 0,0 0 23 0,2 2-62 15,0 0 0-15,1 0 0 0,-1 10 0 16,4 3 0-16,-5 2 0 0,0 3 0 0,-6-1 0 16,6 8 0-16,-7-1 0 0,-2 1 0 15,-3 1 0-15,-4-1 0 0,0-1 0 0,-2 4 0 16,0-4 0-16,-4-1 0 0,-6-4 0 0,-6 5 0 16,2-8 0-16,-2-1 0 0,-3-2 0 15,-1-6 0-15,-1-2 0 0,-2-5 0 0,0 0 0 0,3 0 0 16,-5-3 0-16,6-9 0 0,1-6 0 0,2-4 0 15,7 2 0-15,0-8 0 0,3 3 0 0,6 7-73 16,0-6-302-16,0 4 167 0,8-3 75 16,10 3-635-16,3 2 365 0,6 6 182 0</inkml:trace>
  <inkml:trace contextRef="#ctx0" brushRef="#br0" timeOffset="41650.11">14581 7547 3541 0,'-2'-4'0'0,"2"2"0"0,0 1 0 0,0-1 0 0,0 0 0 0,0 0 0 0,8 0 0 0,5-1 0 0,4-1 0 0,1 0 0 0,9 3 292 0,1-4-194 16,-1 4-98-16,1-2 0 0,-2 3 0 0,-4 0 0 15,6 0 0-15,-7 0 0 0,0 0 0 16,-1 0 0-16,-2 0 0 16,-6 0 0-16,2 3 0 0,-3-2 0 0,-2-1-655 0,1 2 237 15,-1 1 130-15,0-3 115 0,3 0-620 0,3 0 378 16</inkml:trace>
  <inkml:trace contextRef="#ctx0" brushRef="#br0" timeOffset="41884.61">15301 7157 3111 0,'0'-10'0'0,"0"6"0"0,0 2 0 0,0-1 0 0,0-1 0 0,0 1 0 0,7-1 0 0,6 1 0 0,6-3 0 0,7 2 0 0,4-2 285 0,4 2-123 0,7-1 125 15,-1 1-201-15,-6 2-86 0,5-2 0 16,-1 1 0-16,-1 2 0 15,-1 1 0-15,-10-1-88 0,7 1 12 0,-11-2 57 0,0 1 30 0,-1-4-575 0,-6 1 191 16,-3 0 185-16,-3-1-49 0,-4-1-390 16,-3 0 294-16,-2-3 147 0,0-2-322 0,-2 0 225 0</inkml:trace>
  <inkml:trace contextRef="#ctx0" brushRef="#br0" timeOffset="42083.53">15612 6871 2090 0,'-7'-3'0'0,"-1"0"0"0,4 2 0 0,2 0 0 0,2 1 0 0,0 0 0 0,12 0 0 0,10 0 0 0,5 0 0 0,1 0 0 0,6 0 449 0,-1 5-210 0,1 2-99 16,1 1-51-16,-2 0 78 0,-1 4-65 0,-8-2-20 0,6 3-11 15,-11-3 14-15,0 6-1 16,-4-3-44-16,-6 5-113 0,-3-4 66 16,-6 3 19-16,0 4-1 0,-6 0-131 0,-12-1 70 0,-3-1 49 15,-2 0-227-15,-2-2 86 0,-2-2 78 0,-3 0-17 16,2-2-444-16,-2-1 237 0</inkml:trace>
  <inkml:trace contextRef="#ctx0" brushRef="#br0" timeOffset="42095.56">15704 7235 395 0</inkml:trace>
  <inkml:trace contextRef="#ctx0" brushRef="#br0" timeOffset="42393.51">15751 7617 2026 0,'3'0'-1'0,"-1"0"1"16,-1 0 0-16,-1-6 0 0,0-5 0 0,0-3 0 0,-1-2 0 0,-4 2 0 0,1-6 0 0,-1 4 0 0,1-2 327 0,-3 1-145 0,-3 0-62 0,1 5-45 0,-2 1 118 0,-5 1-77 16,2 4-39-16,-2 2 128 0,-2 3-88 15,-7 1-39-15,3 3 0 0,-5 12-3 16,2 6 1-16,0 2-28 0,0 5 86 0,4-1-129 16,5 6-5-16,4-1 0 0,5 3 0 0,3 3 0 15,4 3 0-15,0-2 0 0,0 1 0 0,8-8 0 16,5 4 0-16,5-7 0 0,3 2 0 15,2-8 0-15,4-1 0 0,0-5 0 0,1-4 0 16,4-2 0-16,2-3 0 0,1-7 0 0,-2 1 0 16,3-2 0-16,-1 0-141 0,1-5-389 15,8-10 251-15,-5-4 120 0</inkml:trace>
  <inkml:trace contextRef="#ctx0" brushRef="#br0" timeOffset="42534.32">16326 7786 3931 0,'0'0'0'0,"0"0"0"0,0 0 0 0,0 0 0 0,0 0 0 0,0 0 0 0,0 0 0 0,0 0 0 0,0 0 0 0,0 0 0 0,2 0 0 0,0 0 0 0,1 0 0 15,-1 2 0-15,3 0 0 0,-3 0 0 16,1 4 0-16,1 4-170 0</inkml:trace>
  <inkml:trace contextRef="#ctx0" brushRef="#br0" timeOffset="45059.85">9068 8910 3064 0,'10'0'0'0,"3"0"0"0,4 0 0 0,5 0 0 0,6 0 0 0,2 0 0 0,2 0 0 0,5 0 0 0,0-3 0 0,2-3 0 0,0 2 216 0,2-1-88 16,-4 1-44-16,0-2 0 0,-1 3-36 0,-4 1 2 0,-2 0-9 15,-2-1-174-15,-7 3 86 0,-3 0 44 16,-4 0 1-16,-5 0-408 0,-2 0 217 16,-2 0 56-16,-3 0-583 0,-2 3 340 0,0 4 180 0,-10-1 65 15,-7 0-126-15</inkml:trace>
  <inkml:trace contextRef="#ctx0" brushRef="#br0" timeOffset="45300.54">9202 8897 1563 0,'-17'9'0'0,"2"0"0"0,8 2 0 0,-1-2 0 0,6 4 0 0,2 2 0 0,0 3 0 0,0 4 0 0,7 4 0 0,7 5 0 0,0 6 445 0,4 3-202 0,-6 4-91 0,4 5 437 15,-3 13-275-15,-1-4-136 0,-5 10 193 0,-3 3-295 16,-3-7-76-16,-1 19 0 0,0-9 0 0,0-5 0 15,0-2 0-15,-5-3 0 0,-1-10 0 16,-2 3 0-16,-1-5 0 0,0-7 0 0,-3-9 0 16,1-2 0-16,0-12 0 0,-4-1-395 15,2-8 136-15,-3-5 33 0,2-6-253 0,-2-2 219 16,2-2 100-16,-3-19 64 0,6-13-366 0,5-13 209 16,4-15 105-16,2-5 54 0</inkml:trace>
  <inkml:trace contextRef="#ctx0" brushRef="#br0" timeOffset="45558.21">9512 9170 2207 0,'30'-32'0'0,"-10"11"0"0,-3 6 0 0,-6 6 0 0,-2 1 0 0,-8 6 0 0,1 1 0 0,-2 1 0 0,0 0 0 0,-2 0 0 0,-10 5 145 16,-2 5-43-16,-3 1-7 0,0-2-28 16,0 3 1-16,0-1-28 0,2-2-82 0,6-1 51 0,-2 1-10 15,3-1-8-15,0-3 1 0,7 3 48 0,-1-2 0 16,2 1-24-16,0 3-9 0,0-2 33 0,0 2 49 15,3 4-80-15,5-2 20 0,0 3-30 16,1 3 24-16,-2 1-6 0,1-1 5 16,0-2 199-16,-3 4-90 0,-1-1-36 0,0-3-9 15,-3 1-193-15,1-1 74 0,0-7 36 0,0 1 0 16,-2-3-450-16,0-4 228 0,0 0 97 0,0-1 64 16,0-2-661-16,0-2 340 0,0-11-288 0,2-10 319 15</inkml:trace>
  <inkml:trace contextRef="#ctx0" brushRef="#br0" timeOffset="45792.9">9484 9157 2173 0,'-8'-12'0'0,"7"9"0"0,-3 1 0 0,1 0 0 0,3 2 0 0,0 0 0 0,3 0 0 0,8 0 0 0,5 0 0 0,3 0 0 0,8 0 355 0,-6 0-147 16,9 0-89-16,-5 2-40 0,2 1 53 0,-4 1-46 16,-1-2 0-16,0 2-36 0,-3 0 31 0,0-1-1 15,-8 3-40-15,2 0 69 0,-5-2-34 16,0 3 10-16,-1 3-45 0,-3-1 93 0,-1 2-133 0,2 2 0 15,-1 4 0-15,-1-2 0 16,1 5 0-16,-1-3 0 0,3 5 0 0,-2 0 0 16,-1-1 0-16,4 1 0 0,-4-1 0 0,1 0 0 15,0-1 0-15,-1-2-257 0,-1-4-97 16,1-1 123-16,-3 1 110 0,0-4-689 0,0-1 386 16,0 0 191-16,-7-3-443 0</inkml:trace>
  <inkml:trace contextRef="#ctx0" brushRef="#br0" timeOffset="45967.1">9526 9326 2740 0,'-14'-4'0'0,"4"1"0"0,1 2 0 0,3 0 0 0,3-1 0 0,1 2 0 0,2-2 0 0,0 0 0 0,13 1 0 0,9-2 0 16,1 2 124-16,4-2 36 0,1 1-60 0,2 1-20 0,-3-2-10 0,1 3-205 15,-4-2 88-15,-2 1 43 0,-2 1-589 0,-3 0 327 16,-6 0 147-16,1 0 80 15,-4 0-770-15,-7 9 385 0</inkml:trace>
  <inkml:trace contextRef="#ctx0" brushRef="#br0" timeOffset="46442.55">9590 9440 1858 0,'-20'7'0'0,"1"0"0"0,5-4 0 0,3 2 0 0,4-4 0 0,2-1 0 0,3 0 0 0,2 2 0 0,0-2 0 0,7 0 0 0,11 0 123 0,3 0 121 0,0 0-92 0,9 0-60 16,-3 0-27-16,-1 0 14 0,-1 0-39 15,-5 0 0-15,5 0-345 0,-4 0 167 0,-3-2 89 0,-3 1 45 16,-4-1-189-16,-2 2 103 16,0-3 71-16,-6 3-71 0,-1-1-387 0,-2 1 197 15,0-2 120-15,0 0 32 0,-5 0 34 0,-9 0 10 16,3 2 44-16,-3 0 120 0,1 0-60 0,2 0-30 16,-2 0 339-16,2 0-179 0,2 0-96 0,1 4-31 15,2 0 233-15,2 3-75 0,3 2-85 0,1 6 46 16,0 3 169-16,0 2-136 0,1 4-68 15,7 3 177-15,2 1-112 0,-3 2-72 0,2 0-29 0,-2 0 241 16,0 2-136-16,-2-2-69 16,-3-5 103-16,2 6-167 0,-2-8-43 0,-1-1 0 15,-1-1 0-15,0-4 0 0,0-6 0 0,0-2 0 16,0-1 0-16,-5-5 0 0,-1 0 0 0,-7-3 0 16,2 0 0-16,-3 0 0 0,0-8 0 0,-2-3-170 15,-4-9 22-15,3 3 28 0,-1-6-216 0,0-2 153 16,4 3 72-16,0 5 35 0,1 0-3 0,4 2 39 15,1 7-10-15,1-1 11 0,-1 5 267 16,5 1-133-16,1 1-68 0,-3 2 140 0,3 0-94 16,-1 0-49-16,1 7 19 0,0 3 142 0,-1 3-44 0,1 0-54 15,0 0-124-15,2 0 36 16,-2-2 22-16,2 0 19 0,0 1-556 0,0-4 267 16,0-1 103-16,2-3 75 0,5-2-743 0,7-2 387 15,2-4 194-15,5-11-331 0</inkml:trace>
  <inkml:trace contextRef="#ctx0" brushRef="#br0" timeOffset="46582.99">9733 9698 2283 0,'11'-3'-1'0,"1"3"1"0,3 0-1 0,-3 3 1 0,-1 5 0 0,-1 1 0 0,3 4 0 0,-3-2 0 0,1 4 0 0,1 0 0 0,-1 0 118 0,-1 2 304 0,1-2-191 16,-2 0-86-16,-2 0-93 0,2 0-12 0,-2-3-1 0,-2-2 1 0,3 0-483 15,-2-2 251-15,-1-4 111 0,3-1 60 16,-1-3-709-16,5 0 384 0</inkml:trace>
  <inkml:trace contextRef="#ctx0" brushRef="#br0" timeOffset="46776.08">10135 9194 2680 0,'0'-1'0'0,"0"-2"0"0,2 1 0 0,10 1 0 0,-1-1 0 0,3-2 0 0,7-1 0 0,4-1 0 0,-2 0 0 0,7 0 0 0,0 1 80 16,0-1 218-16,-1-1-130 0,4-1-65 0,-4-2-301 0,1 3 113 16,-2 2 61-16,-5 0 31 0,0 2-621 15,-8 1 325-15,-3 2 173 0,-5 0-692 0,-5 8 330 16</inkml:trace>
  <inkml:trace contextRef="#ctx0" brushRef="#br0" timeOffset="47226.89">10162 9435 1737 0,'-11'9'0'0,"3"-1"0"0,2-4 0 0,4 2 0 0,2-3 0 0,0 4 0 0,2 1 0 0,12 2 0 0,-3 3 0 0,1 2 0 0,4 4 109 0,-1 1 52 0,-5 2-61 0,-1 3-32 16,-4-3 53-16,-1 5-42 0,-2-8 10 0,-2 10-52 16,0-8-12-16,0-3 13 0,0 0 0 0,0-9-1 15,-4-1-37-15,2-2 14 0,2-5-1 0,-2-1 25 16,2 0-119-16,0-13 60 15,0-11 25-15,9-10-318 0,3-6 143 0,1-5 87 0,1-3-168 0,2-17 115 16,-4 9 22-16,1-17 46 16,-1 2-251-16,-1-4 142 0,-4-3 69 0,-2 1 36 15,-1 1-30-15,0 6 38 0,-3 15-1 0,1 1 295 16,-2 15-134-16,0 3-67 0,0 12-42 0,0 5 550 16,0 8-258-16,-2 4-150 0,-1 4 322 0,-1 3-211 15,0 0-64-15,3 21-73 0,1 13 173 0,0 7-119 16,0 17-59-16,0 6-29 0,7 8 324 0,8 5-245 15,-4-1-147-15,5 3 0 0,2-2 0 0,1 2 0 16,-1-2 0-16,3-2 0 0,0-5 0 16,-1-2 0-16,1-8 0 0,-3-12 0 15,-2-2 0-15,5 0 0 0,-8-13 0 0,4-2 0 16,-8-10 0-16,3-5 0 0,-6-6 0 0,-1-4 0 16,-1-2 0-16,-3-4 0 0,1 0-165 0,-2-2-116 15,0-16 113-15,0-8-152 0,0-9 141 0,-5-6 71 16,-2-8 35-16,-4-15 0 0,2 3 26 0,0-22 9 15,-4-8-1045-15,2 2 523 0</inkml:trace>
  <inkml:trace contextRef="#ctx0" brushRef="#br0" timeOffset="47346.94">10534 8888 2027 0,'0'-26'0'15,"0"6"0"-15,0 4 0 0,0 5 0 0,0 3 0 0,0 5 0 0,0 1 0 0,3 2 0 0,6 0 0 0,3 2 0 0,-1 11 91 0,3 0 188 0,-1 6-120 0,2 3-61 0,-2 2-30 16,1 3-60-16,2-1 9 0,-2 1 20 15,4 1-652-15,3-2 326 0</inkml:trace>
  <inkml:trace contextRef="#ctx0" brushRef="#br0" timeOffset="47519.02">11169 9168 3849 0,'-2'0'0'0,"2"0"0"0,0 0 0 0,0 0 0 0,0 0 0 0,2 0 0 0,9 0 0 0,3 0 0 0,4 0 0 0,8 0 0 0,-1 0 82 16,3 0-82-16,2 0 0 0,0 0 0 0,0 0 0 0,2 0 0 16,0 0 0-16,-4 0-531 0,-4 0 99 15,0 2 230-15,-1 9 121 0</inkml:trace>
  <inkml:trace contextRef="#ctx0" brushRef="#br0" timeOffset="47669.66">11247 9518 3298 0,'-23'11'-1'0,"7"0"1"0,7-6 0 0,1 1 0 0,4-4 0 0,4-2 0 0,0 0 0 0,2 0 0 0,19 0 0 0,3 0 0 0,5 0 634 15,3 0-634-15,-1 0 0 0,5-2 0 0,1 0 0 0,7-4 0 16,-10 5-206-16,3-1-208 0,0 0 225 0,-1 1 114 16,-2 1-594-16</inkml:trace>
  <inkml:trace contextRef="#ctx0" brushRef="#br0" timeOffset="48375.11">12189 8731 2223 0,'0'-2'0'0,"0"0"0"0,0 2 0 0,0 0 0 0,0 0 0 0,0 0 0 0,0 0 0 0,0 0 0 0,0 7 0 0,0 4 0 0,0 1 121 0,0 1-41 0,0 4 160 15,1 0-100-15,1 1-41 0,0 3 40 0,0 5-50 16,0-1-25-16,-1 1 1 16,1 2 82-16,0 3-43 0,0 0-38 0,0 3 0 15,0-1 100-15,-1 4-63 0,2-4-84 0,-1 5-19 16,0-2 0-16,1 1 0 0,1 6 0 0,0-4 0 16,-1 3 0-16,3-6 0 0,0 11 0 0,-2-7 0 15,1 3 0-15,3-4 0 0,-5 3 0 0,1-7 0 16,1 11 0-16,0-6 0 0,-3-4 0 0,1 2 0 15,-1 1 0-15,0 1 0 0,0 4 0 16,0-8 0-16,-1 2 0 0,-1-1 0 0,2 1 0 16,-2-2 0-16,0-3 0 0,2-1 0 15,-2-1 0-15,2-4 0 0,-2-1 0 0,2-2 0 16,0-1 0-16,-1-4 0 0,-1 0 0 0,3-4 0 16,-1-2 0-16,-2-3 0 0,0-1 0 0,0-1 0 15,0-4 0-15,0-1 0 0,0-1 0 0,0-2 0 16,0 3 0-16,0-3 0 0,0 0 0 0,0 0 0 15,0 0 0-15,-2 0 0 0,-2-5 0 0,0-2 0 16,2-1-627-16,0-4 105 16,2 1 241-16,0 2-419 0</inkml:trace>
  <inkml:trace contextRef="#ctx0" brushRef="#br0" timeOffset="48962.39">12797 9452 2415 0,'-2'0'0'0,"0"0"0"0,2 0 0 0,-2 0 0 0,2 0 0 0,0 0 0 0,0 0 0 0,0 0 0 0,4-2 0 0,7 2 0 0,6-2 326 0,2 2-134 0,7 0-80 16,1-1 175-16,3-2-123 0,2 3-62 0,2 0-31 16,-1-2 10-16,3 2-41 0,-3 0 0 0,-1-2 29 0,-2 1-60 15,-3-1 10-15,-2 2-15 0,-3-2-137 16,-2 2 69-16,-4-2 52 0,-7 2 26 0,0 0-349 16,-1 0 124-16,-4 0 106 0,-2 0-423 15,0 0 236-15,-2 0 126 0,0 0 54 0,0 0-396 0,0-1 235 16,1-2 116-16,1-5 59 0</inkml:trace>
  <inkml:trace contextRef="#ctx0" brushRef="#br0" timeOffset="49207.77">13543 9048 2974 0,'-2'0'0'0,"2"0"0"0,0 0 0 0,0 0 0 0,0 0 0 0,4 0 0 0,8 0 0 0,11-2 0 0,0 0 0 0,7-2 0 0,4 1 123 0,7-1 276 0,-8 0-169 16,15-1-100-16,-4 0-55 0,2 0-75 0,-1-1 0 15,-3 3 0-15,-5-3 0 0,2 2 0 0,-3 1 0 16,-3-1 0-16,-2 2 0 0,-9 0 0 0,1-1 0 16,-7 1-475-16,-4-1 240 0,-1 2 41 15,-3-2 94-15,-3 2-567 0,-1-1 303 0,-2-4 167 16,-2-1 78-16,0-1-424 0</inkml:trace>
  <inkml:trace contextRef="#ctx0" brushRef="#br0" timeOffset="49828.39">14065 8697 2075 0,'-5'-2'0'0,"0"0"0"0,5 1 0 0,0 1 0 0,0 0 0 0,2 0 0 0,10 0 0 0,8 0 0 0,1 0 0 0,7 3 0 0,0 1 434 0,2 1-197 16,0 3-98-16,4 0-50 0,-2-3 57 15,0 4-58-15,-2-1 0 0,-4 3 23 16,-1-1-36-16,-7-1 0 0,1 4-25 0,-6 0-166 16,-3 2 77-16,-4 0 40 0,-6 4-362 0,0 0 201 15,-2 2 109-15,-14 2 26 0,0-4-425 0,-3 2 174 16,-2-2 124-16,1 0 27 0,0-6-82 0,-6 2 88 16,2-2 39-16,0-2 1 0,-1-1-82 0,-1-3 61 15,3 1 20-15,1-1 18 0,1-2 22 0,4 1 0 16,2 3 152-16,6-7-76 0,-3 6-48 0,5 0 10 15,2 1 298-15,1 3-164 0,2 0-82 0,0 2 12 16,2 1 466-16,0 1-249 16,0 6-116-16,0 1-61 0,0 4 158 0,0 0-110 15,0 3-45-15,0-1 313 0,0 7-188 0,0-1-95 16,0 0-133-16,0 0-2 0,0-1 0 0,0 2 0 16,0-3 0-16,0-1 0 0,0-1 0 0,-4-3 0 15,0-8 0-15,0 3 0 0,3-4 0 0,-3-4 0 16,2-6 0-16,-2-1 0 0,3-4 0 15,1-2 0-15,-2-2 0 0,-2 0 0 16,4-2 0-16,0-10 0 0,0-3 0 0,0-4 0 16,4-1 0-16,7-1 0 0,2 0 0 0,2 1 0 15,1 3 0-15,7-6 0 0,-2 8 0 0,4 2 0 16,-2 2 0-16,0 5 0 0,-2 3 0 0,2 1 0 16,-1 2 0-16,-1 0 0 0,-2 5 0 0,-1 8 0 15,-2 4 0-15,-5 0 0 0,0 4 0 0,-3 0 0 16,-5 2 0-16,-1-3 0 0,-2 2 0 0,0 1 0 15,-2-1 0-15,-9-1 0 0,-2-2 0 16,-2-5 0-16,-2 2 0 0,0-5 0 16,-3-3 0-16,-1-2 0 0,1-3 0 0,-1-3 0 15,-2 0 0-15,2 0 0 0,3 0 0 0,0-7 0 16,4-3 0-16,0-1 0 0,5 0 0 0,0-1 0 16,5 3 0-16,2-2 0 0,2-2 0 0,0 3-146 15,0-1 28-15,11-1-783 0,10-1 431 0,1 2 215 16,4 4-634-16</inkml:trace>
  <inkml:trace contextRef="#ctx0" brushRef="#br0" timeOffset="50729.16">15190 9077 2252 0,'0'0'0'0,"0"0"0"0,0 0 0 0,0 0 0 0,0 0 0 0,0 0 0 0,-2 0 0 0,0 5 0 0,-2 2 0 0,-1 4 0 16,1 1 70-16,-2 1 303 0,-2 2-168 0,3 3-74 0,-4 7 244 0,-3 2-169 15,-1 1-84-15,-6 6-43 0,1 5 39 0,-1-4-118 16,-6 12 0-16,2 0 0 0,-2 0 0 0,0 0 0 16,1-2 0-16,1-5 0 0,-4 9 0 0,4-11 0 15,5-7 0-15,2 1 0 0,1-6 0 0,5-5 0 16,1-2 0-16,1-4 0 0,3-4 0 0,-1-1 0 16,3-5 0-16,-1-1 0 0,2-2 0 0,-2-1 0 15,0-1 0-15,-2 0 0 0,1 0 0 0,-1-5-437 16,1-8 124-16,1-2 138 0,0-4 68 15,2-7-286-15,2-3 178 0,0-1 79 16,0-1-604-16</inkml:trace>
  <inkml:trace contextRef="#ctx0" brushRef="#br0" timeOffset="51003.64">14782 9067 2555 0,'-2'-4'0'0,"1"2"0"0,1 2 0 0,0 0 0 0,0 0 0 0,0 0 0 0,0 0 0 0,7 7 0 0,8 2 0 0,0 6 0 0,6-1 388 0,-5 2 455 16,9 9-698-16,-2 2-145 0,1 6 0 0,0 3 0 16,1 3 0-16,1 5 0 0,2 1 0 0,2 2 0 15,2 0 0-15,0 1 0 0,0-6 0 0,4 2 0 16,-3-3 0-16,1-3 0 0,-2-5 0 0,0 1 0 16,-2-6 0-16,-6-2 0 0,1-1 0 0,-2-5 0 15,-7-4 0-15,-2-2 0 0,-3-5 0 0,-4-2 0 16,0 0 0-16,-4-5 0 15,-1 0 0-15,-2 0 0 0,0-2 0 0,0 0 0 16,0 0 0-16,-2-6 0 0,-1-2 0 0,-2 1 0 16,1-2 0-16,4-4-64 0,0 3-366 0</inkml:trace>
  <inkml:trace contextRef="#ctx0" brushRef="#br0" timeOffset="51524.28">15549 8950 2322 0,'-21'-17'0'0,"6"8"0"0,5 5 0 0,3 1 0 0,3 1 0 0,2-2 0 0,2 3 0 0,0-3 0 0,0-1 0 0,18-1 0 0,5 1 224 0,7-3-93 0,9-2-37 16,9 4 116-16,1-2-85 0,1 1-44 0,3-1 257 15,0 5-149-15,-1-3-67 16,1 2-46-16,-2 2-57 0,-3 0-19 0,0 1 0 15,-6-2-75-15,-8 2-44 0,3-1 73 0,-6 0 43 16,-7 2-565-16,-1 0 273 0,-6-2 160 0,-6 2-10 16,-4 0-549-16,-3-2 327 0,-2 2 165 0,1-2-117 15,-3 1 141-15,0-5 60 0,-9 0 44 0</inkml:trace>
  <inkml:trace contextRef="#ctx0" brushRef="#br0" timeOffset="51747.45">16044 8565 1640 0,'-7'0'0'15,"3"0"0"-15,3 0 0 0,1 0 0 0,0 0 0 0,7 0 0 0,11 2 0 0,3 2 0 0,9 2 0 0,0 3 0 0,2-2 422 0,9 7-192 0,-3-3-96 0,-2 0-38 0,0 4 155 0,-3 1-106 16,-3 0-53-16,-3 3-21 0,-4-2 0 0,-9 0-23 16,0-1-10-16,-7 3-38 0,-5 2-1 0,-2 0 40 15,0 1-81-15,-6-3 50 0,-11 3-9 0,-4-1 39 16,-1-1-87-16,-4-1 44 15,-1-2-4-15,-1 0 6 0,-2 1-353 0,2-4 176 16,0 3 59-16,-1-2-496 0,1 2 289 0,-2 2 136 16,3 1 81-16</inkml:trace>
  <inkml:trace contextRef="#ctx0" brushRef="#br0" timeOffset="52202.09">15887 9080 2155 0,'-4'-6'0'0,"2"4"0"0,0 1 0 0,1-2 0 0,-2 2 0 0,3 1 0 0,0 0 0 0,0 1 0 0,0 13 0 0,6 9 0 0,2 1 429 0,1 4-195 0,-2 8-98 0,3 4-49 15,-3-2 272-15,1 9-165 0,-1-2-78 16,-1-1 36-16,-2-3-83 0,0-6-69 0,-3 3 0 0,1-4 0 16,-2-4 0-16,0-2 0 0,0-7 0 0,0-4 0 15,-2-6 0-15,-1-2 0 0,-1-2 0 0,0-6 0 16,-2-1 0-16,1 0 0 15,1 0 0-15,0-11 0 0,4-2 0 0,0-2 0 16,0-1 0-16,0-2 0 0,4 1 0 0,7 0 0 16,4 2 0-16,3 0 0 0,0 4 0 0,6-1 0 15,-3 6 0-15,8 3 0 0,-6 1 0 0,2 2 0 16,-4 0 0-16,2 2 0 0,-3 7 0 0,1 3 0 16,-5-1 0-16,0 2 0 0,-4 0 0 0,-2 0 0 15,-2-1 0-15,-5 1 0 0,-1-2 0 0,-2 2 0 16,0-3 0-16,0 3 0 0,-11-4 0 0,-4 1 0 15,0 0 0-15,-4 0 0 16,-2-2 0-16,1-2 0 0,-1-1 0 0,-2-3 0 16,3 0 0-16,-1-2 0 0,2 0 0 0,3 0 0 15,-2-2 0-15,4-5 0 0,2-4 0 0,5 6 0 16,-1-4 0-16,3 3 0 0,3-1 0 16,0-1 0-16,2 3 0 0,0-1-308 15,0-1 98-15,9 1 76 0,9-1-731 0,2-3 414 0,3 2 206 0,3 3-252 16</inkml:trace>
  <inkml:trace contextRef="#ctx0" brushRef="#br0" timeOffset="52570.73">16659 9251 3224 0,'-8'-1'0'0,"2"-2"0"0,-1 1 0 0,1 0 0 0,3 2 0 0,1 0 0 0,2 0 0 0,-2-1 0 16,2 1 0-16,0 0 0 0,0 0 381 0,5 0-172 0,10 0-92 0,6-3-117 0,0 3 0 15,9-1 0-15,-2 1 0 0,2-2 0 16,2 2 0-16,2 0 0 0,1 0 0 15,-1 0 0-15,2 0 0 0,-3 2 0 0,-1 2 0 16,-2-1 0-16,-6 2 0 0,3-4 0 0,-4 1 0 16,-3-1 0-16,-7 2 0 0,-3-3 0 0,-3 0 0 15,-4 0 0-15,2 0 0 0,-3 0 0 0,-2 0 0 16,0 0 0-16,0 0 0 16,0-4 0-16,-2-2 0 0,-3 1 0 0,4-4 0 0,-1 4 0 0,2 1 0 15,0 1 0-15,0-1 0 16,8 4 0-16</inkml:trace>
  <inkml:trace contextRef="#ctx0" brushRef="#br0" timeOffset="53110.5">17623 8779 2402 0,'-20'-2'0'0,"-1"1"0"0,0-1 0 0,1 0 0 0,7 0 0 0,-2 2 0 15,5-2 0-15,4 2 0 0,3 0 0 0,1 0 0 0,2 0 259 0,0-2-115 0,7 2 218 0,14 0-162 0,4-2-80 0,3 1-42 16,4-2 176-16,4 3-142 0,1-3-112 0,10 3 0 16,-6 0 0-16,2 0 0 0,-3 0 0 0,9 0 0 15,-6 0 0-15,0 0 0 0,-7 0 0 0,3 0 0 16,-3 3 0-16,-2 0 0 0,-6-2 0 16,-8-1 0-16,1 0 0 0,-8 0 0 15,-1 0 0-15,-5 0-252 0,-1 0 85 0,-5 0 14 0,1 0-168 0,-2 0 132 16,0-4 80-16,0-5 36 15,-5-2-418-15,-2-2 227 0,-4-2 113 0,1-2-437 16,-1-2 280-16,-3-3 135 0</inkml:trace>
  <inkml:trace contextRef="#ctx0" brushRef="#br0" timeOffset="53309.33">18037 8487 2215 0,'-14'-5'0'0,"7"4"0"16,2 1 0-16,1 0 0 0,2 0 0 0,2 0 0 0,0 0 0 0,4 0 0 0,10 6 0 0,9 1 0 0,4 3 151 0,3 3-47 0,2 2 364 0,-1 0-215 15,1 3-108-15,-2 1-53 0,-3 1 194 0,-1 1-114 16,-6 2-127-16,-2-2-45 0,-7-3 0 0,0 3 0 16,-5 0 0-16,-3-3 0 0,-1 3 0 15,-2-2 0-15,0-2 0 0,-7 0 0 0,-5 0 0 0,-1-2 0 16,0 0 0-16,-2-2 0 0,-2-2 0 16,2 0 0-16,-2 1-629 0,-1-1 108 0,-3 2 237 0,2 2-618 15</inkml:trace>
  <inkml:trace contextRef="#ctx0" brushRef="#br0" timeOffset="53637.12">17975 9300 2228 0,'-4'0'0'0,"-2"0"0"0,2 0 0 15,-1 0 0-15,1-5 0 0,-1-8 0 0,3 2 0 0,-2-3 0 0,3 0 0 0,-4-1 0 0,1 0 176 0,-1 0-70 0,-2 0-33 16,-1 4 111-16,-2-1-78 0,-1 3-34 0,0 3 122 15,-4 4-77-15,-3 1-40 0,2 1 9 0,-5 0 137 16,-1 7-93-16,1 8-46 0,0 2-9 0,3 2-75 16,1-1 0-16,-2 9 0 0,4-3 0 0,4 4 0 15,5 1 0-15,2-1 0 0,4 2 0 0,0-1 0 16,2 2 0-16,10-1 0 0,2-1 0 0,6-1 0 16,2-2 0-16,4-2 0 0,0-3 0 0,4-2 0 15,0-4 0-15,2-4 0 0,-2-1 0 16,2-5 0-16,-3-3 0 0,-1 0 0 15,-4-2 0-15,-1 0 0 0,-3-2 0 0,1-5 0 16,-2-5 0-16,-2 1 0 0,-2-2-71 0,0-2-114 16,0-1-696-16,-2 2 426 0,4-9 209 0,0 3 104 15,-2 0-636-15</inkml:trace>
  <inkml:trace contextRef="#ctx0" brushRef="#br0" timeOffset="53871.94">18807 8969 3931 0,'2'-6'0'0,"-2"3"0"0,0-1 0 0,0 0 0 0,0 2 0 0,0 0 0 0,0 0 0 0,0 2 0 0,-4 0 0 0,0 4 0 0,0 13 0 0,-3 6 0 16,-1 1 0-16,-2 6 0 16,-4 8 0-16,1-3 0 0,-1-1 0 0,-6 9 0 0,1-4 0 0,-4 0 0 15,-1 4 0-15,2-4 0 16,1-5 0-16,-5 7 0 0,7-13 0 0,-2 0 0 15,8-7 0-15,-2-2 0 0,4-4 0 0,1-6 0 16,3-3-155-16,1-3 8 0,1-3-570 0,1 0 330 16,0 0 179-16</inkml:trace>
  <inkml:trace contextRef="#ctx0" brushRef="#br0" timeOffset="53891.56">18453 9499 380 0,'2'-37'0'0</inkml:trace>
  <inkml:trace contextRef="#ctx0" brushRef="#br0" timeOffset="54101.7">18505 8942 3148 0,'0'-10'0'0,"0"5"0"0,0 4 0 0,0-1 0 0,0 2 0 0,1 0 0 0,7 8 0 0,5 8 0 0,0 3 0 0,4 4 0 0,2 3 440 0,0 2-192 16,1 4-153-16,1-2-95 0,2 2 0 15,-2 0 0-15,0 0 0 0,2-2 0 0,-2-2 0 0,-1 0 0 16,-1-3 0-16,-2-1 0 0,-4-6 0 0,0 2 0 16,-1-3 0-16,-3-4 0 0,-2 0 0 0,-3-7 0 15,1 2 0-15,-2-5 0 16,-1-1 0-16,0 0-673 0,-2-2 211 0,2 0 212 15,0 0-539-15,3-7 366 0,2-6 197 0</inkml:trace>
  <inkml:trace contextRef="#ctx0" brushRef="#br0" timeOffset="54363.44">19103 8810 3509 0,'-11'-12'0'0,"4"4"0"0,-1 1 0 0,2-2 0 0,3-1 0 0,1 3 0 0,2 1 0 0,0 0 0 0,2 1 0 0,15-1 0 0,5 3 212 0,2-1-87 0,5 2-40 0,4 1-85 15,5 1 0-15,9 0 0 0,1 0 0 0,-4 0 0 16,3 0 0-16,-2 0 0 0,-7 0 0 0,1 0 0 16,1 0 0-16,-4 0 0 0,-6 0 0 15,-2 0 0-15,-5 0 0 0,-3 0 0 16,1 0 0-16,-7 0 0 0,0-4-36 0,-5-1-397 15,0 0 184-15,-2-1 110 0,-6-1-613 0,1-3 357 16,-2-1 178-16,0 2-440 0,0 3 299 0</inkml:trace>
  <inkml:trace contextRef="#ctx0" brushRef="#br0" timeOffset="54613.68">19631 8517 1280 0,'-2'-6'0'0,"2"-2"0"0,0 1 0 0,0 1 0 0,0-2 0 0,5 3 0 0,4-1 0 0,2 3 0 0,4 1 0 0,0 0 0 0,2 2 325 0,-1 0-143 0,5 4-63 0,2 9-45 16,-3 2 969-16,3 0-502 0,2 3-252 0,-1 1-211 15,2-2-78-15,-2 4 0 0,3-3 0 0,-3-1 0 16,-3 1 0-16,-6-3 0 0,1 2 0 0,-7-3 0 16,-4 1 0-16,-3 0 0 0,-2 1 0 0,-6 2 0 15,-9-3 0-15,-9 4 0 16,-2-4 0-16,-4 0 0 0,-2 0 0 0,-2-1-776 15,-4 1 310-15,-5-3 218 0,-2 1 105 0,2 0-455 16,0 2 280-16,9-5 140 0,6-1-365 0</inkml:trace>
  <inkml:trace contextRef="#ctx0" brushRef="#br0" timeOffset="55012.95">19462 8939 2376 0,'2'0'0'0,"-2"0"0"0,0 0 0 0,0 0 0 0,0 0 0 0,0 0 0 0,0 5 0 0,0 7 0 0,0 1 0 0,0 4 0 0,0 7 188 0,0 1-75 0,0 5 277 0,2 4-177 16,-2 1-87-16,0 3 399 0,0 7-525 0,0-4 0 16,0 1 0-16,0 1 0 0,0-1 0 0,-7-3 0 15,-2 5 0-15,-1-7 0 0,-1 0 0 0,-1-5 0 16,1-4 0-16,2-8 0 0,0-2 0 0,2-9 0 16,0-1 0-16,0-7 0 0,1-1 0 0,3 0 0 15,-2-1 0-15,5-12 0 16,0-5 0-16,5-2 0 0,9-1 0 0,5 0 0 15,3 2 0-15,3-1 0 0,1 3 0 0,2 4 0 16,2 3 0-16,-3 5 0 0,5 1 0 0,-4 4 0 16,-3 0 0-16,-2 4 0 0,-2 11 0 0,-3-2 0 15,-2 8 0-15,-3 1 0 0,-5-3 0 0,-4 4 0 16,-3-1 0-16,-1-1 0 0,0 1 0 0,-9 1 0 16,-8-6 0-16,-2 0 0 0,-3-4 0 0,1-6 0 15,-7 4 0-15,0-5 0 0,1-4 0 0,-1 0 0 16,4-2 0-16,3 0 0 15,-2 0 0-15,5-6 0 0,1-5 0 0,4-4 0 16,1 1 0-16,5-8 0 0,2 0-7 0,5-2-267 16,0 4 119-16,0 0 52 0,0 1-888 0,0 8 467 15</inkml:trace>
  <inkml:trace contextRef="#ctx0" brushRef="#br0" timeOffset="55654.93">20185 9215 2761 0,'-4'-4'0'0,"3"3"0"0,1-2 0 0,0 3 0 0,3 0 0 0,13 0 0 0,5 0 0 16,9 0 0-16,3 0 0 0,8 0 0 0,0 0 167 0,3 0 197 0,-5-1-153 0,14-2-91 0,-6 2-40 15,-2-1 0-15,0 0-41 0,-4 0 1 0,-5 0 23 16,0-2-229-16,-4 1 103 0,-4-1 51 0,-8 2-488 16,-1-2 269-16,-6 3 145 0,-5-3 58 0,-2 0-783 15,-4 0 385-15,-2-2 194 16,0-1-321-16,0-6 248 0</inkml:trace>
  <inkml:trace contextRef="#ctx0" brushRef="#br0" timeOffset="55857.07">20620 8815 2703 0,'-10'10'0'0,"2"10"0"0,3 3 0 0,-1 3 0 0,2 4 0 0,2 2 0 0,2 11 0 0,0-2 0 0,0 2 0 0,0 3 0 0,0-1 208 0,0-6-74 16,2 12-53-16,1-4 337 0,-2-3-189 0,1 0-95 16,-2-1-110-16,0-9-24 0,2 3 0 15,-2-5 0-15,2-7-205 0,-2-2 32 16,2-5 106-16,0-8 63 0,-1-1-667 0,3-5 347 15,1-4 64-15,6-2-424 0,3-17 322 0,3-7 152 16,3-10 90-16</inkml:trace>
  <inkml:trace contextRef="#ctx0" brushRef="#br0" timeOffset="56036.9">20907 8838 3066 0,'2'-8'0'0,"3"3"0"0,2-1 0 0,5-2 0 0,5-1 0 0,7 1 0 0,6-1 0 0,11 0 0 0,1-1 0 0,-3 4 0 0,14 0 125 16,-4 3 264-16,0-1-174 0,-3 2-89 0,2 2-236 16,-6 0 85-16,10 0 27 0,-10 0 0 0,0 0-610 15,-6 0 324-15,-2 0 161 16,-8 2-306-16,0 2 136 0,-4-4 149 0,-1 3-94 0</inkml:trace>
  <inkml:trace contextRef="#ctx0" brushRef="#br0" timeOffset="56598.27">21599 8513 1999 0,'-5'-3'0'0,"1"0"0"0,4 0 0 0,0-2 0 0,9 3 0 0,14-1 0 0,2 1 0 0,-2 0 0 0,8 2 0 0,-2 0 0 0,-2 2 253 0,-2 7-107 16,-4 1-53-16,0-1-83 0,-5 4 29 0,0-1 0 15,-7 0 0-15,-4 3-173 0,-5 3 87 16,0-1 52-16,-4 3-9 0,-10 1-122 0,-5-2 82 15,-2-1 42-15,-1-1 4 0,-1-4-503 0,-5 3 177 16,1-3 147-16,3-4-177 0,-3 1 157 0,2-3 79 16,2-1 30-16,-7-1-50 0,4 1 49 0,1 0 26 15,-2-1 133-15,9 1-54 0,-1 1-38 0,3 3 11 16,2-1 335-16,5 4-182 0,0 4-90 0,1 4-46 16,6 1 320-16,0 7-161 0,0 0 4 0,2 5 362 15,0 2-246-15,0 1-123 16,0 3-52-16,0 5 362 0,0-4-216 0,0 1-109 15,-2 0 197-15,-1-7-176 0,-1 2-168 0,-3-2 0 16,0-1 0-16,0-3 0 0,2-9 0 0,-3 1 0 16,0-5 0-16,4-10 0 0,-1 0 0 0,0-4 0 15,1-4 0-15,-2 0 0 0,3-2 0 0,3-11 0 16,0-10 0-16,0 0 0 0,2-1 0 0,5 1 0 16,9-5 0-16,2 3 0 0,3 3 0 0,0 1-13 15,6 5-35-15,-1 0 69 0,1 7 0 16,1 3-40-16,-8 5-6 0,5 1 88 15,-3 0-63-15,-2 0 0 0,-6 13 0 0,0 3 0 16,-3 0 0-16,-6 2 0 0,-1 4 0 0,-2-3 0 16,-2 8 0-16,0-7 0 0,-9 0 0 0,-2-1 0 15,-3-3 0-15,-1 0 0 0,-4-6 0 0,0-1 0 16,-1 0 0-16,-3-3 0 0,0-3 0 0,2-1 0 16,-2-2 0-16,2 0 0 0,3 0 0 15,2-2 0-15,3-4 0 0,3-6-205 16,7-2-7-16,3-5 87 0,0-5-554 0,19-6 320 15,7 0 159-15,1 7-621 0</inkml:trace>
  <inkml:trace contextRef="#ctx0" brushRef="#br0" timeOffset="56797.81">22254 8903 3931 0,'16'-11'0'0,"0"6"0"0,-9 0 0 0,-3 4 0 0,-4-1 0 0,0 2 0 0,-4 3 0 0,-12 12 0 0,0 10 0 0,-5-1 0 0,-5 11 0 0,2 0 0 15,-2 0 0-15,5-1 0 0,-6 10 0 0,4-7 0 16,1-1 0-16,7-6 0 0,-1 4 0 0,2-3 0 16,3-2 0-16,4-1 0 0,0-10 0 0,2 2 0 15,-1-5-190-15,3-4-31 0,-1-4-740 0,0-3 461 16,1-1 231-16,-2-3 115 0,2-3-426 0,1-8 276 16,0-12 133-16</inkml:trace>
  <inkml:trace contextRef="#ctx0" brushRef="#br0" timeOffset="56977.8">21934 8939 2832 0,'2'-13'0'0,"-1"4"0"0,1 5 0 0,3 2 0 0,2 2 0 0,4 0 0 0,3 16 0 0,2 7 0 0,3 6 0 0,1 2 0 0,3 9 126 0,-2-3 701 16,-1 3-681-16,-1-1-146 0,0 1 0 0,-2-8 0 0,0 5 0 16,0-2 0-1,0-6 0-15,-1 1 0 0,0-7 0 0,-3-5 0 0,0-3 0 16,2-5 0-16,0-5 0 15,2-5-332 1,4 0-109-16,-2-3 90 0,4-17 171 0,-2-2-16 0</inkml:trace>
  <inkml:trace contextRef="#ctx0" brushRef="#br0" timeOffset="57100.63">22440 8766 3312 0,'-10'-6'0'0,"4"3"0"0,3-3 0 0,-1 2 0 0,4 1 0 0,0-2 0 0,14 0 0 0,15 2 0 0,6 1 0 0,11-2 0 16</inkml:trace>
  <inkml:trace contextRef="#ctx0" brushRef="#br0" timeOffset="57196.89">23049 8725 1197 0,'30'0'0'0,"-3"0"0"0,-6 0 0 0,0 0 0 0,-7 0 0 0,-3 0 0 0,-3-4 0 0,-2-2 0 0,-4-1 0 0,-2-2 0 0,0 2-270 16,0-7 121-16</inkml:trace>
  <inkml:trace contextRef="#ctx0" brushRef="#br0" timeOffset="57361.16">23049 8492 2042 0,'-14'-10'0'0,"5"4"0"16,0 2 0-16,4 2 0 0,3-2 0 0,2 2 0 0,0 0 0 0,2 1 0 0,13 1 0 0,7 0 0 0,-1 0 246 0,2 7-103 0,-7 4 299 0,9 6-206 16,-6 2-99-16,-4 1 126 15,-2 5-112-15,-5 1-57 0,-3 4-17 0,-3 2-103 0,-2 0 33 16,-5 8-1-16,-8-9 33 0,-8 8-515 0,4-8 267 15,-3 1 119-15,0-3-277 0,-1 0 126 0,1-5 122 16,1-1-57-16,1-6-493 0</inkml:trace>
  <inkml:trace contextRef="#ctx0" brushRef="#br0" timeOffset="57623.04">22924 9153 2048 0,'0'0'0'0,"-2"0"0"0,-2 0 0 0,2-4 0 0,-3-7 0 0,-1 0 0 0,1 1 0 0,-2-2 0 0,0-1 0 0,0 1 0 0,-2 0 102 16,-1 4 346-16,-3 2-195 0,-3-2-113 0,0 6 195 16,-7 2-149-16,1 0-73 0,-2 6-38 0,-1 9 115 15,-1 3-149-15,-1 5-41 0,3 3 0 0,2 0 0 16,1 3 0-16,4 2 0 0,4 2 0 0,6 0 0 16,3 2 0-16,4 0 0 0,0 1 0 15,2-2 0-15,11-2 0 0,8-3 0 16,2-1 0-16,7-7 0 0,7-2 0 0,4-2 0 15,0-8 0-15,1-5 0 0,0-2 0 0,1-2 0 16,-4 0 0-16,7-7 0 0,-12-3-1075 0,-1-5 492 16,-4 4 273-16</inkml:trace>
  <inkml:trace contextRef="#ctx0" brushRef="#br0" timeOffset="58157.52">22392 8708 1469 0,'-7'0'0'0,"0"0"0"0,0 0 0 0,4 0 0 0,1 0 0 0,0 0 0 0,0 0 0 15,2 0 0-15,0 0 0 0,0 0 0 0,0 0 325 0,0 0-144 0,0 0-72 0,0 0 306 0,0 0-188 16,0 0-86-16,0 0 145 0,7 0-124 0,5 2-63 0,3-2-31 16,8 4 381-16,3-3-449 15,6-1 0-15,11 0 0 0,2 0 0 0,4 0 0 16,5 0 0-16,3-1 0 0,-1-7 0 0,1 2 0 15,-3-1 0-15,2 1 0 0,-5 1 0 0,-12-1 0 16,2 2 0-16,-4 1 0 0,-7-1 0 0,-10 2 0 16,1 0 0-16,-10-1 0 0,-1 1 0 0,-5 0 0 15,-3 0 0-15,0 2-198 0,-2-2 49 0,0 2 46 16,-5 0-726-16</inkml:trace>
  <inkml:trace contextRef="#ctx0" brushRef="#br0" timeOffset="59741.77">24113 9042 381 0,'-7'0'0'0</inkml:trace>
  <inkml:trace contextRef="#ctx0" brushRef="#br0" timeOffset="60274.48">24311 8789 3186 0,'0'-2'0'0,"0"0"0"0,0-2 0 0,0 0 0 0,0 3 0 0,11-3 0 0,-1 0 0 0,8 0 0 0,2 0 0 0,12-2 0 0,8 1 529 0,3 0-313 0,6-2-216 0,3 1 0 15,3-1 0-15,1 3 0 0,2-2 0 0,-3 2 0 16,-3 2 0-16,-3 0 0 0,-13 0 0 0,3 0 0 15,-8 0 0-15,-6 2 0 0,-2 0 0 0,-5 0 0 16,-6 0 0-16,-4 0 0 0,-5-1 0 0,-2 1 0 16,2 0-94-16,-3 0-78 0,0-2-454 0,0 0 299 15,-7 0 144-15,-4 1-512 0,1-4 329 0</inkml:trace>
  <inkml:trace contextRef="#ctx0" brushRef="#br0" timeOffset="60497.68">24941 8458 2935 0,'0'0'0'0,"0"0"0"0,0 0 0 0,0 0 0 0,4 0 0 0,10 0 0 0,9 0 0 0,6 0 0 0,2 4 0 0,3 5 0 0,2 2 194 16,7 4-77-16,-5 3-40 0,-6-4 10 0,1 4-49 16,-3 0 426-16,-5-1-445 0,-2 4-19 0,-10-4 0 15,-4 3 0-15,-5 3 0 0,-4-1 0 0,0 3 0 16,-13-4 0-16,-4-1 0 15,0-3-20-15,-10 5 1 0,3-5-723 0,-3-2 296 0,0 1 205 0,-1-3-235 16,-2 2 223-16,0 0 108 16,-9 1 53-16</inkml:trace>
  <inkml:trace contextRef="#ctx0" brushRef="#br0" timeOffset="61004.37">24867 9168 1174 0,'0'0'0'16,"0"0"0"-16,0-2 0 0,0-1 0 0,3-3 0 0,-1 0 0 0,-2-2 0 0,2-1 0 0,-1 2 0 0,1-1 0 0,-2-1 38 0,0-2 455 0,0 4-217 15,0-5-124-15,0 3-57 0,0-2 172 0,0 1-114 16,0-1-57-16,-5 1 169 0,-3 0-118 0,-1 3-54 15,1 0-28-15,-3-1 141 0,1 3-84 0,0 1-32 16,-2 0 33-16,0 2-47 0,0 1-76 0,0 1 0 16,1 0 0-16,-3 0 0 0,2 3 0 0,-1 6 0 15,-1 3 0-15,2 1 0 0,-4 2 0 16,3 3 0-16,-4 5 0 0,4-3 0 0,-1 5 0 16,4-1 0-16,1 1 0 0,3-5 0 15,0 5 0-15,4 0 0 0,2 1 0 0,0-3 0 16,0-3 0-16,6 2 0 0,7 3 0 0,1-4 0 15,2-3 0-15,0 1 0 0,5-2 0 0,-1-4 0 16,6 1 0-16,-2-4 0 0,4 0 0 0,2-4 0 16,0-5 0-16,0-1 0 0,2 0 0 0,2 0 0 15,-2 0 0-15,0-5 0 0,-8-2 0 0,6-2 0 16,-11 3 0-16,0-2 0 16,-6 2 0-16,-4 1 0 0,-1 1 0 0,-4 3 0 15,0-2 0-15,-2-1 0 0,-2 0 0 0,0 1 0 16,0-2 0-16,0 2 0 0,0 0 0 0,-4-1 0 15,-2 0 0-15,6 0 0 0,-2 2 0 0,2 1 0 16,-3 1 0-16,3-2 0 0,0 2 0 0,0 0-114 16,0 0-87-16,0 0-578 0</inkml:trace>
  <inkml:trace contextRef="#ctx1" brushRef="#br0">32688 16207 0,'-42'-227'15,"42"170"-15,0 86 16,0 84-1,0-14-15,0-41 16,0-58 0,0-15-16</inkml:trace>
  <inkml:trace contextRef="#ctx0" brushRef="#br0" timeOffset="68532.52">23486 9140 2321 0,'-5'0'0'0,"3"0"0"0,1 0 0 0,1 0 0 0,0 0 0 0,0 0 0 0,0 0 0 0,0 0 0 0,0 0 0 0,0 0 0 0,0 0 316 0,0 0-138 0,0 0-70 0,1 2-25 16,6-1 76-16,2 1-60 0,0 2-30 0,3-2 129 16,1 2-80-16,1-4-31 0,4 2-8 15,3-2 37-15,-3 0-116 0,5 0 0 0,3 0 0 16,-3 0 0-16,7 0 0 0,-5 0 0 0,4 0 0 16,1 0 0-16,0 0 0 15,2 0 0-15,-2 0 0 0,2 0 0 0,-2 0 0 0,0 1 0 0,-2 4 0 16,-5-4 0-16,1 3 0 0,-4-2 0 15,0 0 0-15,-5 0 0 0,-4 0 0 0,0-2 0 0,-4 1 0 16,0-1 0-16,-4 0 0 0,-1 0 0 16,1 0 0-16,0 0 0 0,-2 0 0 15,1-1 0-15,-2-3 0 0,2 0 0 0,-2 0 0 16,2 3 0-16,1 1 0 0</inkml:trace>
  <inkml:trace contextRef="#ctx0" brushRef="#br0" timeOffset="69763.2">26256 8614 2512 0,'0'-1'0'0,"0"-2"0"0,0 3 0 0,-3 0 0 0,3 0 0 0,-5 0 0 0,-2 10 0 0,-4 9 0 0,-6 3 0 0,-2 4 0 0,-7 11 201 0,-4-1-81 16,-2 8-39-16,-11 5-1 0,5-2 109 0,2-5-64 16,-11 11-48-16,11-13 125 0,-3 2-81 0,2 0-41 15,5-6 1-15,6-10-33 0,3 0-34 16,2-3-14-16,6-6-130 0,1-2 53 0,4-5 58 0,2-3 39 15,1-2-9-15,1-2 29 16,2-3 0-16,-2 0 0 0,3 0-766 0,-1 0 292 16,1-6 202-16,1-7 92 0,2-5-396 0,0-8 249 15,2-2 123-15</inkml:trace>
  <inkml:trace contextRef="#ctx0" brushRef="#br0" timeOffset="69978.75">25752 8751 2801 0,'0'-14'0'0,"0"4"0"0,0 3 0 0,0 2 0 0,0 4 0 0,0-1 0 0,0 2 0 0,0 0 0 0,8 0 0 0,9 12 0 0,4 3 191 0,5 6-66 16,3 6 493-16,4 3-422 0,-1 4-196 0,1 2 0 15,2 3 0-15,-2-2 0 0,-1 3 0 0,-2-1 0 16,-1-4 0-16,-3 2 0 0,-6-9 0 0,1 4 0 16,0-4 0-16,-6-2 0 0,-2-1 0 0,-4-7 0 15,0-1 0-15,-3-5 0 0,2-1-308 0,-5-4-59 16,0-3 158-16,-2-2 84 0,3-2-460 0,0 0 263 15,1-5 146-15,3-13 67 0,2-2-178 16</inkml:trace>
  <inkml:trace contextRef="#ctx0" brushRef="#br0" timeOffset="70191.34">26363 8749 3234 0,'-7'-9'0'0,"5"1"0"0,0 0 0 0,2-4 0 0,0 4 0 0,2-1 0 0,14-3 0 0,5 7 0 0,9-2 0 0,2-1 0 0,4 5 317 16,6-1-138-16,0 2-70 0,-4 2-17 0,9 0-92 16,-6 0 0-16,1 0 0 0,1 0 0 0,-9 0 0 15,5 4 0-15,-4-2 0 0,-1-1 0 0,-2-1 0 16,-4 0 0-16,-3 0-259 0,-2 0 145 0,-3 0 72 0,-3 0-782 16,-1 0 392-16,-7-1 196 0,-1-5 98 15,-3 0-420-15,0-3 264 0</inkml:trace>
  <inkml:trace contextRef="#ctx0" brushRef="#br0" timeOffset="70761.72">26937 8390 2041 0,'-13'-15'0'0,"3"5"0"0,9-1 0 0,0-1 0 0,1-1 0 0,0 2 0 0,12-1 0 0,13 2 0 0,3 6 0 0,4-1 0 0,3 3 259 0,8 2-110 0,-1 0-54 0,1 7 255 15,-4 5-144-15,-3 4-89 0,-1 2 61 0,-2 2-68 16,-6 3-36-16,-7 3 1 0,-3 3 9 0,-8-1-44 15,-5 2 0-15,-4 0-177 0,0 2 89 0,-9 0 44 16,-9 0 10-16,-3-4-362 16,-4 2 198-16,-2-4 49 0,-1 1-474 0,-4-5 243 15,-1-1 140-15,1-5 85 0,-2 0-339 0,-2-5 206 16,-1-3 105-16,-2-5 51 0,4-1-133 0,0-2 97 16,3 0 44-16,9 0 0 0,-1 0-94 0,3-5 84 15,1-3 50-15,8 1 128 0,3 3-82 0,3-2-1 16,1 2 432-16,5 2-247 15,-2 1-108-15,2 1-59 0,0 0 597 0,2 3-292 0,3 11-147 0,3 4-34 16,1 7 381-16,-1 1-242 16,-1 5-121-16,-1 2-61 0,-2 0 172 0,-1 3-105 15,-1-2-69-15,-2 2 166 0,0-3-264 0,0-3 0 16,-7 1 0-16,1-9 0 0,-3 2 0 0,-1-3 0 16,3-6 0-16,1-5 0 0,1-6 0 0,1 2 0 15,0-6 0-15,0 0 0 0,3 0 0 0,1-9 0 16,0-3 0-16,0-3 0 0,1-3 0 0,11 4 0 15,5-2 0-15,-1 3 0 0,9 0 0 0,-5 8 0 16,9-1 0-16,-3 4 0 16,1 2 0-16,2 0 0 0,-3 5 0 0,-5 9 0 15,6 6 0-15,-12 1 0 0,2 3 0 0,-6 3 0 16,-4-1 0-16,-5-1 0 0,2 4 0 0,-4-3 0 16,0-1 0-16,-8-5 0 0,-5 0 0 0,-2-5 0 15,-3-4 0-15,-2-3 0 0,-6-3 0 0,2-5 0 16,-5 0 0-16,6 0 0 0,-8-4 0 0,5-6 0 15,0-4 0-15,6-2 0 0,0-3 0 16,5 3 0-16,2-6 0 0,4 5 0 16,5-2 0-16,3 2 0 0,1 2-32 0,0 0-486 15,12 4 244-15</inkml:trace>
  <inkml:trace contextRef="#ctx0" brushRef="#br0" timeOffset="71360.8">27561 8960 2922 0,'-11'-8'0'0,"3"4"0"0,3 0 0 0,0-1 0 0,5 1 0 0,0 2 0 0,0-2 0 0,3-1 0 0,12 1 0 0,7 2 0 0,5 1 574 0,5-1-267 0,-1 0-179 0,3 0-128 16,-1 1 0-16,3 1 0 0,-4 0 0 0,-1 0 0 16,-1 0 0-16,-8 0 0 0,5 1 0 15,-4 1 0-15,-2 0 0 0,-5-2 0 0,-1 0 0 0,-2 0 0 16,-2 0 0-16,-2 0 0 0,1 0-18 0,-3 0-850 15,1 0 414-15,2 0 197 0,-3 0-528 16,9 0 372-16,-4-8 187 0</inkml:trace>
  <inkml:trace contextRef="#ctx0" brushRef="#br0" timeOffset="71583.36">28167 8643 3260 0,'-2'-3'0'0,"2"2"0"0,0-3 0 0,0-4 0 0,5 1 0 0,10 1 0 0,7-1 0 0,1 1 0 0,9 2 0 0,-2 0 0 0,4 3 148 0,9 1 375 16,-4 0-523-16,-1 0 0 0,11 0 0 0,-2 0 0 15,1 0 0-15,0 0 0 0,3-2 0 0,-12 0 0 16,1 0 0-16,-3 0 0 0,-4 2 0 0,-10 0 0 16,-3 0 0-16,-6 0-267 0,-4 0-8 0,-7 0 130 15,-1 0-33-15,-2 0-446 0,0 6 292 0,-4-3 135 16,-9 1-427-16,0-2 292 0</inkml:trace>
  <inkml:trace contextRef="#ctx0" brushRef="#br0" timeOffset="71784.11">28677 8360 3065 0,'-4'0'0'0,"1"0"0"0,3 0 0 0,0 0 0 0,0 0 0 0,5 0 0 0,13 0 0 0,8 3 0 0,0 2 0 0,10 1 0 0,-1 1 193 0,0 2-76 0,0 5 104 15,0-3-80-15,-3 5-55 0,-2-4-56 16,-2 3 10-16,-3-1-2 0,-8 1-38 16,0 1-235-16,-6 1 112 0,-9 0 82 0,1 0 40 15,-3 6-654-15,-10-3 347 0,-5 3 46 0,-6 0-544 16,-2-1 383-16,-2 2 191 0</inkml:trace>
  <inkml:trace contextRef="#ctx0" brushRef="#br0" timeOffset="72052.98">28745 8990 2457 0,'0'7'0'0,"0"1"0"0,0-1 0 0,0-3 0 0,0-2 0 0,0-2 0 0,0 0 0 0,0 0 0 0,-3 0 0 0,-2-6 0 0,-2-1 123 0,-2-1 192 0,-4-1-143 16,-2 0-66-16,-1 1-32 0,-2 0 172 0,-8 5-102 16,4 1-42-16,-6 2 90 0,0 0-192 15,-2 7 0-15,5 7 0 0,0 4 0 16,5-1 0-16,-1 8 0 0,9-3 0 0,3 4 0 15,4 1 0-15,5 1 0 0,0 0 0 0,3 0 0 16,11-2 0-16,4 0 0 0,4-5 0 0,6-3 0 16,-1 0 0-16,4-3 0 0,-1-5 0 0,2-3 0 15,2-6 0-15,-1-1 0 0,6 0 0 0,2 0 0 16,0-1-802-16,1-9 345 0,-4-1 209 0,4-1 104 16,-5-2-683-16,14-7 399 0</inkml:trace>
  <inkml:trace contextRef="#ctx0" brushRef="#br0" timeOffset="72258.53">29582 8774 3865 0,'0'-6'0'0,"0"1"0"0,0 2 0 0,0 3 0 0,-2-3 0 0,-7 3 0 0,0 3 0 0,-5 16 0 0,-5 6 0 0,-4 7 0 0,0 1 66 0,1 4-66 0,-3 0 0 15,0 1 0-15,5-5 0 0,-2 7 0 0,2-9 0 16,3 1 0-16,1 0 0 0,2-5 0 15,3-5 0-15,4-2 0 0,1-2-335 16,2-7-158-16,0-1 251 0,2-5-23 0,2-1-256 16,-2-4 245-16,2 0 119 0,0-4-411 0,0-19 263 15</inkml:trace>
  <inkml:trace contextRef="#ctx0" brushRef="#br0" timeOffset="72436.05">29270 8774 1397 0,'0'-11'0'0,"0"2"0"0,0 6 0 0,0 1 0 0,0 2 0 0,7 0 0 0,7 8 0 0,6 7 0 0,2 3 0 0,5 2 0 0,-2 2 40 0,1 4 1414 0,1 1-697 16,-6-1-474-16,1-2-283 0,-2 2 0 0,2-3 0 15,-2 1 0-15,-1-7 0 0,5 6 0 0,0-8 0 16,1-1 0-16,-1-2-333 0,1-2 172 0,-2-4 111 16,4-3-431-16,-1-1 105 0,0-2 179 15,1 0-2-15</inkml:trace>
  <inkml:trace contextRef="#ctx0" brushRef="#br0" timeOffset="72640.31">29832 8562 3257 0,'-8'-6'0'0,"3"4"0"0,2 0 0 0,1-2 0 0,2 3 0 0,0-3 0 0,18 0 0 0,4 2 0 0,15 2 0 0,1 0 0 0,2 0 198 0,11 6-84 0,-4 1 95 0,0 0-84 16,-2 1-97-16,3 2-28 0,-8-4 0 0,7 1 0 15,-11-2 0-15,1 3-345 16,-3-2 137-16,-6 0 125 0,-5-1 71 0,-6-2-718 16,-6 1 243-16,-2-2 225 0,-6 0-385 0,-1-2 304 15,-2 0 141-15</inkml:trace>
  <inkml:trace contextRef="#ctx0" brushRef="#br0" timeOffset="72810.7">30390 8432 1739 0,'0'-8'0'0,"6"6"0"0,2 1 0 0,5-1 0 0,-1 2 0 0,4 0 0 0,0 0 0 0,2 9 0 0,0 9 0 0,-1-2 0 0,-4 3 469 16,4 4-220-16,-4 0-104 0,-6-2 184 0,1 2-145 0,-6-1-71 15,-2 3-27-15,0 0-15 0,-6-3-1 0,-12 0-29 16,-3 1-297-16,-1-2 149 0,-3-1 83 0,-2-1 27 16,-3 0-502-16,1-4 270 0,-1 2 94 15,-1-4 81-15,3 2-795 0</inkml:trace>
  <inkml:trace contextRef="#ctx0" brushRef="#br0" timeOffset="73040.87">30234 8972 2177 0,'0'3'0'0,"0"-3"0"0,-2 0 0 0,-1 0 0 0,-5-3 0 0,-1-4 0 0,-1-2 0 0,-3-1 0 0,-2-1 0 0,-2 3 0 0,-9 1 610 16,4 5-285-16,-7 1-143 0,-1 1 308 0,-3 3-343 15,3 12-147-15,7 4 0 0,-4 2 0 0,6 5 0 16,7 0 0-16,3 3 0 0,4 0 0 15,7 1 0-15,0-2 0 0,10 1 0 16,7-5 0-16,6-2 0 0,12 2 0 0,-7-13 0 16,8 0 0-16,0-4 0 0,4-6 0 0,-3-1 0 15,1 0 0-15,2 0 0 0,-2-1-424 0,-3-4 118 16,2-7 133-16,-5 1 56 0,1-4-649 0,-1-3 363 16</inkml:trace>
  <inkml:trace contextRef="#ctx0" brushRef="#br0" timeOffset="73637.58">30920 8242 1918 0,'0'-15'0'0,"0"6"0"0,0 3 0 0,0-2 0 0,0-1 0 0,0 4 0 0,0 1 0 0,0 1 0 0,0 1 0 0,0-1 0 0,0 3 341 0,0 0-157 0,0 3-72 0,0 11 236 16,0 11-155-16,2 5-68 0,-2 9-47 0,3 3 381 15,-3 2-286-15,0 3-173 0,0 1 0 0,2-7 0 16,-2 11 0-16,2-8 0 0,-2 1 0 0,1-2 0 16,-1 1 0-16,0-6 0 0,0 11 0 15,0-3 0-15,-5 0 0 0,0-1 0 0,-3-1 0 16,0-5 0-16,-1 7 0 0,-1-4 0 0,5-6 0 16,0 4 0-16,-1-3 0 0,-1 0 0 15,2-2 0-15,1 4 0 0,-1-4 0 0,2 0 0 0,-2-1 0 16,0-3 0-16,-5 1 0 0,9-4 0 0,-6 2 0 15,-3-2 0-15,10-7 0 16,-5 0 0-16,3-5 0 0,1-4 0 0,1-1 0 16,0-3 0-16,0-2 0 0,0-2 0 0,0-1 0 15,0-1 0-15,0 0 0 0,0-1 0 0,0 3 0 16,0 0 0-16,0 0 0 0,0 1 0 0,-2 0 0 16,0 3 0-16,-3 0 0 0,5-4 0 0,0 3 0 15,-2-3 0-15,2 0 0 0,0 0 0 0,0-2 0 16,0-1 0-16,-3-1 0 15,3 0 0-15,0 0-233 0,0 0 46 0,0 0 74 16,0 0-261-16,0 0 172 0,2-7 82 0,-1-1 40 16,3 1-485-16,1 1 264 0,-3-2 121 0,1 5 75 15,0 0-256-15</inkml:trace>
  <inkml:trace contextRef="#ctx0" brushRef="#br0" timeOffset="77180.98">13300 10313 1507 0,'-15'-8'-2'0,"2"3"1"0,0 1 1 16,0-3 0-16,2 1 0 0,-1 3 0 0,5-3 0 0,-1 0 0 0,3-1 0 0,-2 3 0 0,6-1 106 0,-1-1 13 0,0-1 120 0,2 1-93 0,0 1-48 0,0-1 1 16,0 0 110-16,0 2-65 0,0 0-53 0,0 1 120 15,0-1-80-15,0 2-40 16,0 0 0-16,0-1 66 0,0 3-59 0,0 0-1 15,0 0-10-15,0 0-36 0,0 0 1 0,0 0 12 16,0 0-39-16,0 0-4 0,2 0-21 0,1 0 0 16,4 0 0-16,-2 0 0 0,3 0 0 0,1 0 0 15,1 0 0-15,1 3 0 0,-2 1 0 0,4-2 0 16,0 2 0-16,-1-1 0 0,-1 1 0 0,2 0 0 16,0-3 0-16,0 4 0 0,3-1 0 0,-2-3 0 15,5 3 0-15,0-2 0 0,0 0 0 16,7-2 0-16,-1 0 0 0,3 0 0 15,0 2 0-15,4-2 0 0,0 0 0 16,2 1 0-16,0 2 0 0,-1-2 0 0,3 1 0 0,-1 2 0 16,1 0 0-16,4-3 0 0,-3 2 0 0,-1 2 0 15,-1-3 0-15,1 1 0 0,0-3 0 0,0 2 0 16,0-2 0-16,-3 0 0 0,3 0 0 0,1 0 0 16,-1 0 0-16,0 0 0 0,0 0 0 0,-1 0 0 15,1 0 0-15,-1 0 0 0,4-2 0 0,-4 1 0 16,2-1 0-16,-1 0 0 15,-2 0 0-15,1-1 0 0,1 0 0 0,0 2 0 16,2-1 0-16,3 0 0 0,1-2 0 0,-1-2 0 16,-2 3 0-16,8-1 0 0,-2-1 0 0,0-1 0 15,0 0 0-15,-8 2 0 0,4 2 0 16,-4-1 0-16,-2-1 0 0,-1 2 0 0,-2 0 0 0,0 0 0 16,-6 2 0-16,6 0 0 0,-3 0 0 0,-1 0 0 15,0 0 0-15,0 0 0 16,-4 0 0-16,8 0 0 0,-2 0 0 0,0 0 0 15,5-3 0-15,-2 2 0 0,1-3 0 0,-2 1 0 16,2-1 0-16,-2-2 0 0,-2 3 0 0,-2-1 0 16,-3 0 0-16,5 0 0 0,-7 1 0 0,4 1 0 15,-6 0 0-15,3 0 0 0,-2-2 0 0,-1 2 0 16,0 0 0-16,-1-2 0 0,-1 3 0 0,-1-1 0 16,-2-2 0-16,0 3 0 0,-2-3 0 15,0 2 0-15,-3 0 0 0,-2 1 0 0,1-2 0 16,-5 1 0-16,3 1 0 0,-5-1 0 15,1 2 0-15,-2 0 0 0,-1-2 0 0,1 2 0 16,0 0 0-16,0 0 0 0,-2-2 0 0,0 2 0 16,0-3 0-16,3 2 0 0,-3-3 0 0,0 1 0 15,0-5 0-15,0 2 0 0,0-1 0 0,0-3 0 16,0 3 0-16,0 0 0 0,-7-2 0 0,-2 6 0 16,-7 2 0-16,-12 1 0 0,-18 36-195 0</inkml:trace>
  <inkml:trace contextRef="#ctx0" brushRef="#br0" timeOffset="79918.82">28115 9694 1711 0,'2'-15'-4'0,"-2"11"1"0,0 1 1 0,0 2 2 0,2-1-1 0,-2 1 0 0,0-5 1 0,0 1 0 0,0 1 0 0,1-2 0 0,2 3 248 0,-1-4-96 0,-2 2-35 16,5-1 163-16,0 2-112 0,-2-1-56 0,3 1-1 15,-3 1 100-15,3-1-64 0,-2 2-53 0,4-2 0 16,-5 3 37-16,2-2-39 0,1 1 1 0,0 1 88 16,-1 1-181-16,2 0 0 0,1 0 0 15,2 0 0-15,2 0 0 0,0 0 0 0,3 0 0 0,-1 0 0 16,4 0 0-16,1 0 0 0,-1 0 0 0,1 0 0 16,4 0 0-16,4 1 0 15,-3 1 0-15,3 1 0 0,0-2 0 0,3 3 0 16,5-2 0-16,7 2 0 0,-1-3 0 0,7 1 0 15,7 2 0-15,5-4 0 0,14 0 0 0,1 0 0 16,18 0 0-16,-4 0 0 0,2 0 0 0,-13 0 0 16,24 0 0-16,-14 0 0 0,-1 0 0 0,2 0 0 15,-15 0 0-15,6 0 0 0,-7 0 0 0,-1 0 0 16,-1 2 0-16,-2 1 0 0,-6 1 0 0,-6-1 0 16,2-2 0-16,-5 3 0 15,-4-2 0-15,-12-1 0 0,0 2 0 0,-11-3 0 16,-2 2 0-16,-5 0 0 0,-8-1 0 0,1-1 0 15,-5 2 0-15,-6-2 0 0,3 0 0 0,-3 0 0 16,-2 0 0-16,0 0 0 0,0 0 0 0,0 0 0 16,0 0 0-16,0 0 0 0,0 0 0 0,0 0 0 15,0 0 0-15,0 0 0 0,-4 4 0 0,-7 3 0 16,-6 4 0-16,-1 5 0 0,-6 5 0 0,-4 5-754 16</inkml:trace>
  <inkml:trace contextRef="#ctx0" brushRef="#br0" timeOffset="83643.66">21008 9889 1328 0,'-6'0'0'0,"-1"0"0"0,-1 0 0 0,1 0 0 0,-1 0 0 0,1 0 0 0,-3 0 0 0,3 0 0 0,0 0 0 0,1 0 0 0,1 0 64 0,0 0 178 0,1 0-94 0,3 0-59 16,-1 0 207-16,0 0-130 0,0 0-64 0,2 0-32 15,0-2 9-15,0 0-42 0,0 2 1 0,0 0 328 16,0 0-164-16,0 0-82 0,0-2-32 0,0 2 60 16,0 0-56-16,0-1-27 0,0 1 0 0,0 0 3 15,0 0-10-15,0-2-58 0,2 2 0 0,0-2 0 16,0 2 0-16,-1 0 0 0,1 0 0 0,0 0 0 15,1 0 0-15,-1 0 0 0,-1 0 0 0,1 0 0 16,0 0 0-16,2 0 0 16,-2 0 0-16,-1 0 0 0,3 0 0 0,-2 0 0 15,1 0 0-15,-1 0 0 0,3 0 0 0,-2 0 0 16,1 0 0-16,-2 0 0 0,2 0 0 0,-1 0 0 16,-1 0 0-16,2 0 0 0,-1 0 0 0,1 0 0 15,-1 0 0-15,2 2 0 0,-1 0 0 0,-1-2 0 16,3 1 0-16,-2 1 0 0,1 0 0 0,0-2 0 15,-2 2 0-15,1-2 0 16,0 1 0-16,-1-1 0 0,-1 0 0 0,2 0 0 16,-3 0 0-16,1 3 0 0,0-3 0 0,0 0 0 15,1 2 0-15,-1-2 0 0,-1 0 0 0,3 2 0 16,0-2 0-16,-1 2 0 0,1-2 0 0,1 0 0 16,2 2 0-16,-2-2 0 0,1 0 0 0,-1 0 0 15,1 2 0-15,-3-2 0 0,4 0 0 0,-4 0 0 16,1 0 0-16,-2 0 0 15,1 0 0-15,-1 0 0 0,0 0 0 0,0 0 0 16,0 0 0-16,-1 0 0 0,1 0 0 0,0 0 0 16,3 0 0-16,-2 0 0 0,1 0 0 0,1 0 0 15,1 2 0-15,-1-2 0 0,2 0 0 0,-4 0 0 16,3 0 0-16,-2 0 0 0,-1 0 0 0,-1 0 0 16,2 0 0-16,-3 0 0 0,1 0 0 0,0 0 0 15,0 0 0-15,1 0 0 0,0 0 0 0,-1 0 0 16,0 0 0-16,0 0 0 15,1 1 0-15,-1-1 0 0,2 0 0 0,-2 0 0 0,0 0 0 0,-1 0 0 16,1 0 0-16,0 0 0 16,1 0 0-16,-3 0 0 0,0 0 0 0,0 0 0 15,0 0 0-15,0 0 0 0,0 0 0 0,0 0 0 16,0 0 0-16,0 0 0 0,0 0 0 0,0 0 0 16,0 0 0-16,0 0 0 0,0 0 0 0,0 0 0 15,0 0 0-15,0 0 0 0,0 0 0 0,0 0 0 16,0 0 0-16,0 0 0 0,0 0 0 0,0 0 0 15,0 0 0-15,0 0 0 16,0 0 0-16,0 0 0 0,0 0 0 0,0 0 0 16,0 0 0-16,0 0 0 0,-7-1 0 0,4-1 0 15,-5 0 0-15,1 0-712 0</inkml:trace>
  <inkml:trace contextRef="#ctx0" brushRef="#br0" timeOffset="85066.59">17209 10013 1904 0,'0'-2'0'16,"0"-2"0"-16,0 3 0 0,0-1 0 0,0 0 0 0,1 0 0 0,5 2 0 0,1-2 0 0,0 2 0 0,3-2 0 0,-2 2 285 0,-1-2-123 0,-2 2-51 0,4-2 27 0,-4 0-50 15,-1-1 1-15,-1 1-50 0,1-2 195 0,0 2-88 16,-1 1-58-16,4-1 122 0,-2-2-85 0,3 0-43 15,1 0 0-15,1 1 47 16,1-1-110-16,2 0-19 0,0 0 0 0,-2 0 0 16,5 2 0-16,0 1 0 0,1-7 0 0,0 3 0 15,-2-1 0-15,0 2 0 0,0 0 0 0,0 1 0 16,-2 1 0-16,2-2 0 0,-1 3 0 0,-2-1 0 16,4 2 0-16,-3 0 0 0,4 0 0 0,-2 0 0 15,0 0 0-15,1 0 0 0,2 0 0 16,-4 0 0-16,4 0 0 0,-4 0 0 15,4 2 0-15,-4-1 0 0,4 1 0 0,-2 0 0 16,1 0 0-16,0 1 0 0,0 0 0 0,0-2 0 16,1-1 0-16,0 2 0 0,0 0 0 0,-1 0 0 15,0-1 0-15,0 2 0 0,0-1 0 0,2 1 0 16,-2-1 0-16,-1 0 0 0,3 2 0 0,-2-3 0 16,2 1 0-16,0 0 0 15,-1 0 0-15,3-2 0 0,-3 2 0 0,3-2 0 0,-1 2 0 0,0-2 0 16,-1 2 0-16,0 0 0 15,-1-1 0-15,1 2 0 0,2-2 0 0,-2 4 0 16,1-5 0-16,0 1 0 0,1-1 0 0,6 2 0 16,-4-2 0-16,-3 0 0 0,6 0 0 0,1 2 0 15,-3-2 0-15,1 2 0 0,-3-2 0 0,4 2 0 16,-3 1 0-16,2-1 0 0,-1 0 0 0,0 2 0 16,-1-4 0-16,1 2 0 0,-1-1 0 0,-1-1 0 15,2 0 0-15,-1 2 0 0,0-2 0 0,-1 0 0 16,1 2 0-16,-2-2 0 0,-1 2 0 0,-1-2 0 15,2 2 0-15,-1 0 0 16,-1-2 0-16,2 2 0 0,-3 0 0 0,3 0 0 16,2 0 0-16,-1 1 0 0,2-1 0 0,1-2 0 15,0 2 0-15,-1-2 0 0,0 0 0 0,4 0 0 16,0 0 0-16,1 0 0 0,-3 0 0 0,2 0 0 16,-3 0 0-16,5 0 0 0,-4 0 0 0,0 0 0 15,-1 0 0-15,-1 0 0 16,-1 0 0-16,3 0 0 0,0 0 0 0,-2 0 0 0,1 0 0 0,-4 0 0 15,6 0 0-15,-2 0 0 16,0 0 0-16,1 0 0 0,0 0 0 0,1-2 0 16,1 0 0-16,2-1 0 0,0 2 0 0,2 0 0 15,0-3 0-15,0-2 0 0,-2 2 0 0,2 1 0 16,-4-1 0-16,1 0 0 0,-4 2 0 0,1-1 0 16,-3-1 0-16,5 2 0 0,-1-1 0 0,-2 0 0 15,-2 1 0-15,2 1 0 0,-2-2 0 0,1 2 0 16,3-1 0-16,-4 0 0 0,4-2 0 0,1 2 0 15,-2 0 0-15,5-1 0 16,-5-1 0-16,2 2 0 0,-1-3 0 0,0 3 0 16,-4-4 0-16,7 1 0 0,-4 0 0 0,1 0 0 15,1 0 0-15,-2-1 0 0,-2 2 0 0,4-2 0 16,-1 1 0-16,1 1 0 0,-2 0 0 0,-3 1 0 16,-1-1 0-16,1 2 0 0,0-2 0 15,-2 0 0-15,-3 3 0 0,-1-1 0 16,-2 0 0-16,-2 0 0 0,-4 0 0 0,1 0 0 15,0 0 0-15,-1 2 0 0,0-4 0 0,-6 3 0 16,3-1 0-16,0 0 0 0,-2 0 0 0,0 2 0 16,-1-2 0-16,-1 0 0 0,2 2 0 0,-2 0 0 15,-1-1 0-15,1 1 0 0,0 0 0 0,-2 0 0 16,0-3 0-16,3 3 0 0,-3 0 0 0,0 0 0 16,0-1 0-16,0-1 0 0,-8-1 0 0,-7 2 0 15,-10 1 0-15</inkml:trace>
  <inkml:trace contextRef="#ctx0" brushRef="#br0" timeOffset="90371.5">11035 11593 2879 0,'-11'-6'0'0,"9"4"0"16,2 2 0-16,-2 0 0 0,2-2 0 0,0 2 0 0,0 0 0 0,0 0 0 0,0-1 0 0,4 1 0 0,9 0 304 0,2 0-136 0,3 0 243 0,7 0-242 0,-2 0-169 15,3 0 0-15,-3 0 0 0,7 0 0 0,-3 0 0 16,3 3 0-16,-1-1 0 0,3 2 0 0,-2-4 0 16,0 2 0-16,0-2 0 0,-2 0 0 15,0 0 0-15,-5 0 0 0,0-2 0 16,-1-2 0-16,-3-4 0 0,-2 3 0 0,-2-2 0 15,-4 1 0-15,1-4 0 0,-5 3 0 0,0-1 0 16,0 1-67-16,-2-1-887 0,0 1 447 0,1 3 238 16</inkml:trace>
  <inkml:trace contextRef="#ctx0" brushRef="#br0" timeOffset="90641.38">11201 11932 3707 0,'-10'7'0'0,"8"0"0"0,2-4 0 0,0-1 0 0,0 1 0 0,0 2 0 0,3-2 0 0,11 1 0 0,7-1 0 0,5 2 0 0,4-1 224 0,3-3-224 0,6 2 0 15,0-3 0-15,10 0 0 0,-13 0 0 0,5 0 0 16,-2 0 0-16,-1 0 0 0,-4 0 0 0,0 0 0 16,-6 0 0-16,-5-3 0 0,0 2 0 15,-4-1 0-15,-4-2 0 0,-1 1 0 16,-5 0 0-16,-4 1 0 0,-1 0 0 0,-2 1 0 15,-1 1 0-15,-1 0 0 0,0 0 0 0,0-2 0 16,0 2 0-16,0-2 0 0,0-1 0 0,-1 2 0 16,-3-1 0-16,0 0 0 0,1 2 0 0,-3 0 0 15,1 0 0-15</inkml:trace>
  <inkml:trace contextRef="#ctx0" brushRef="#br0" timeOffset="93104.15">12885 11538 684 0,'-2'0'-1'0,"0"0"1"0,-2 0 0 0,3 0-1 0,-1-2 1 0,0 0 0 15,0 0 0-15,0 0 0 0,1 1 0 0,-1-2 0 0,0 1 39 0,0 1 32 0,0-1 1 0,-2 0-31 0,4 1 10 0,-2-2 53 16,0 2-32-16,-2-3 1 0,3 3-32 16,-1-4 37-16,0 2 10 0,0 0-47 15,-1-1 0-15,1 3 67 0,0-3-33 0,0 1-1 16,-3-2 45-16,4 0-44 0,-1 0 0 0,2-1 43 15,-2-2-38-15,2 0-1 0,0 0-28 0,0 0-10 16,0-2 0-16,0 1 0 16,0 0 0-16,0 0 156 0,0-1-84 0,0 3-36 0,0-3 1 0,0 3 8 15,0-3-46-15,0 2 12 0,0-1 39 0,0 0 0 16,0 1-51-16,0 1 29 0,2-3-1 16,-2 0-17-16,2-2-10 0,-1 2 5 15,2 1-5-15,-1-2 0 0,2 2 0 0,-2-1 13 16,1 1-13-16,-1-1 0 0,2 1-21 0,-1 0-20 15,-1 1 0-15,2-2 0 0,-3 3 0 0,4-1 0 16,-3 3 0-16,2-1 0 0,-3 1 0 0,1-1 0 16,0 2 0-16,0 0 0 0,0 3 0 0,-1-3 0 15,3 2 0-15,0 0 0 0,-1 0 0 0,2 1 0 16,2-2 0-16,-1 2 0 0,3 1 0 0,1 0 0 16,1 0 0-16,0 0 0 15,2 0 0-15,0 0 0 0,3 0 0 0,-2 0 0 16,2 1 0-16,-2 5 0 0,4-1 0 0,-2 1 0 15,0 2 0-15,-2-1 0 0,2 1 0 0,-5 2 0 16,2-1 0-16,0 2 0 0,-4-2 0 0,3 2 0 16,-3 1 0-16,-2-1 0 0,2 1 0 0,0-1 0 15,-4 2 0-15,1-1 0 0,-1 3 0 0,0-2 0 16,0 1 0-16,-1-1 0 0,-2 3 0 0,-1-1 0 16,1-1 0-16,-2 3 0 15,0 0 0-15,0 1 0 0,-3 0 0 0,-8 0 0 16,1 4 0-16,-3-4 0 0,-3 2 0 0,0 0 0 15,-1 0 0-15,0-1 0 0,-7 2 0 0,1 0 0 16,0-4 0-16,-2 1 0 0,7-7 0 0,-3 3 0 16,3-3 0-16,-1-2 0 0,6 0 0 0,1-7 0 15,1 2 0-15,4-2 0 0,1-2 0 0,2 0 0 16,2 0 0-16,0 0 0 0,2 0 0 0,0 0 0 16,0-2 0-16,0 0 0 15,4-2 0-15,10-3 0 0,2-1 0 0,5 0 0 16,2 0 0-16,3-2 0 0,0 2 0 0,2 2 0 15,-2 0 0-15,6 0 0 0,-3 2 0 0,1 3 0 16,0 1 0-16,-2 0 0 0,-2 0 0 0,3 1 0 16,-5 6 0-16,-4 2 0 0,1 1 0 0,-1 3 0 15,-6-3 0-15,1 3 0 0,-2 0 0 0,-4 2 0 16,0 0 0-16,-2 1 0 0,-2-1 0 0,-1-1 0 16,-2 2 0-16,0-2 0 15,-2 1 0-15,0 2 0 0,0 0 0 0,-8 0 0 16,-4-2 0-16,-2 6 0 0,-5-2 0 15,-3-2 0-15,-4 1 0 0,-3 1 0 0,-6 0 0 0,-1-2 0 16,-2-2 0-16,4-4 0 0,-3 0 0 0,-8 1 0 16,3-5 0-16,3 1 0 0,4-5 0 0,-1 3 0 15,8-4 0-15,-6-2 0 0,11 0 0 0,-1 0 0 16,3 0 0-16,4 0 0 0,4-2 0 0,0-4 0 16,4 1 0-16,0-1 0 15,4 1 0-15,1-1 0 0,1-4 0 0,3 5 0 16,0-2 0-16,0-1 0 0,0 0 0 0,0-1 0 15,9 2 0-15,6-3 0 0,6 0 0 0,5 3-753 16</inkml:trace>
  <inkml:trace contextRef="#ctx0" brushRef="#br0" timeOffset="93870.78">14049 11024 2951 0,'0'-4'0'0,"0"0"0"0,-1 0 0 0,1 2 0 0,-2 0 0 0,2 2 0 0,0-1 0 0,0 1 0 0,0 0 0 0,0 0 0 0,0 1 148 0,0 13 86 0,2 1-102 0,1 3-46 16,-1 8-1-16,2 3 210 0,-1 5-295 0,0 2 0 15,-1 14 0-15,0-4 0 0,0 4 0 0,-1 4 0 0,1 1 0 16,-2-1 0-16,0 1 0 0,0-3 0 0,0 1 0 16,2-1 0-16,2-3 0 0,-1-7 0 15,3 4 0-15,0-10 0 0,0 0 0 0,-1-2 0 0,-1-4 0 16,-1-5 0-16,-1-1 0 0,0-4 0 16,0-1 0-16,0-4 0 0,-2-5 0 15,0-1 0-15,0-4 0 0,0-1 0 0,0-2 0 16,0-2 0-16,0 0 0 0,0 0 0 0,0 0 0 15,0 0-5-15,0-2-174 0,0-5 59 0,0-6-312 16,0-5 187-16,0-6 108 0,6-4 49 0,11-11-727 16</inkml:trace>
  <inkml:trace contextRef="#ctx0" brushRef="#br0" timeOffset="94168.66">14399 11253 3095 0,'-11'-10'0'0,"5"7"0"0,2 1 0 0,3-2 0 0,-1 0 0 0,0 0 0 15,2 3 0-15,0-3 0 0,0 0 0 0,9-2 0 0,12-1 189 0,7-3-75 0,8 1 301 0,3-1-297 16,-3 2-118-16,15-2 0 0,-7 0 0 16,4 3 0-16,-4-1 0 0,4 2 0 0,-7 1 0 15,8-1 0-15,-8-1 0 0,-7 3 0 0,1-1 0 16,-1 0 0-16,-2-2 0 0,-4 1 0 0,-2 1 0 15,-3 0 0-15,0-2 0 0,-5-2 0 0,0 2 0 16,-6 0 0-16,-3 1 0 0,-2 2 0 0,-3-2 0 16,-3 3 0-16,-1-1 0 0,0 0-85 0,0 0-511 15,-9 1 279-15,-4 1 139 0,0 0 71 0,-1 2-589 16,0-2 334-16,-2 2 162 0,1-2 81 16</inkml:trace>
  <inkml:trace contextRef="#ctx0" brushRef="#br0" timeOffset="94793.86">15053 10826 2663 0,'0'-9'0'0,"0"3"0"15,0 2 0-15,0-1 0 0,0-1 0 0,4 4 0 0,5-1 0 0,4 1 0 0,4 0 0 0,2 2 0 0,7 0 367 0,0 4-164 0,4 5 316 0,0 1-340 0,2-1-179 16,1 2 0-16,-1-1 0 16,-1 1 0-16,-2 0 0 0,-4 0 0 0,-6-2 0 15,1 3 0-15,-8 1 0 0,-3-2 0 0,-7 2 0 16,-2-1 0-16,0 7 0 0,-13-1 0 0,-9 3 0 15,-5 0 0-15,-8 3-2 0,1-3-270 0,0-1 120 16,-10 3 19-16,0-3-337 0,-1 1 216 0,0-2 108 16,-2-2 54-16,12-4-186 0,-2-2 125 0,7-1 57 15,10-6 29-15,-1-1-263 16,5-1 146-16,4-2 63 0,1 0 26 0,4 0 29 16,0 0 0-16,4 0 300 0,1 0-136 0,2 0-78 15,-2 0-24-15,2 0 438 0,0 0-236 0,0 0-118 16,0 4 16-16,0 5 511 0,2 4-284 0,0 4-142 15,1 6-72-15,1 1 208 0,0 4-130 0,-2 3-90 16,0 2-97-16,-2 3 0 0,0 8 0 0,0-12 0 16,0 6 0-16,0-1 0 0,-2-1 0 0,2-7 0 15,-2 3 0-15,2-2 0 0,0-6 0 16,-1 5 0-16,-2-9 0 0,1 1 0 16,-2-3 0-16,1-7 0 0,-1 1 0 0,2-6 0 15,-1-1 0-15,-1-3 0 0,0-2 0 0,0 0 0 16,0 0 0-16,4-8 0 0,-2-3 0 0,2-6 0 15,0 2 0-15,4-3 0 0,8-1 0 0,4-5 0 16,3 5 0-16,2 2 0 0,3-2 0 0,2 4 0 16,3 5 0-16,-1-1 0 0,2 5 0 0,-2 3 0 15,0 1 0-15,-3 2 0 0,-7 0 0 0,3 8 0 16,-2 6 0-16,-4 0 0 16,-4 4 0-16,-1 0 0 0,-5 2 0 0,-3 7 0 15,0-5 0-15,-2 3 0 0,0-2 0 0,-11 0 0 16,-3-2 0-16,-4 1 0 0,-3-4 0 0,-2-2 0 15,-5-3 0-15,0-3 0 0,-6-3 0 0,2-4 0 16,0-3 0-16,2 0 0 0,2 0 0 0,3-4 0 16,5-5 0-16,-2-3 0 0,5-1 0 15,4-1 0-15,5-1 0 0,5 3 0 0,3-4 0 0,0 3 0 16,3-4 0-16,20 6-362 16,5 2-240-16</inkml:trace>
  <inkml:trace contextRef="#ctx0" brushRef="#br0" timeOffset="95314.7">16114 11121 2351 0,'-4'-9'0'0,"2"3"0"0,0 3 0 0,1-1 0 0,1-1 0 16,-2 4 0-16,0-1 0 0,2 0 0 0,-4 2 0 0,1 0 0 0,-4 8 251 0,-2 10-107 0,-4 9-44 0,-4 10 112 15,-4 3-88-15,-1 7-43 0,-2 2 285 0,-3 1-165 16,-1 1-100-16,-2 0-101 0,2-3 0 0,-3-1 0 0,3-4 0 15,0-4 0-15,6-4 0 0,-6 2 0 0,7-10 0 16,0 1 0-16,3-6 0 0,4-3 0 0,-1-3 0 16,5-3 0-16,1-7 0 0,0 2 0 0,2-4 0 15,2-2-114-15,0-2-5 0,1 0 56 16,2 0-521-16,1-6 274 0,1-6 135 16,0-8 60-16,1-6-532 0,10-4 304 0,1-5 153 15,1-3 76-15,1-2-403 0</inkml:trace>
  <inkml:trace contextRef="#ctx0" brushRef="#br0" timeOffset="95531.3">15694 11426 2204 0,'0'-23'0'0,"0"6"0"0,0 3 0 0,0 4 0 0,-5 0 0 0,3 2 0 0,0 5 0 0,2-1 0 15,0 2 0-15,0 0 0 0,2 2 321 0,14 0-132 0,5 4 447 0,-1 9-299 0,6 2-150 16,4 4-130-16,4 7-57 16,-4-3 0-16,7 9 0 0,-3-3 0 0,1 3 0 15,-2 1 0-15,-1-1 0 0,-3-4 0 0,2 7 0 16,-9-7 0-16,3-1 0 0,-4-3 0 0,-3 1 0 15,-4-7 0-15,-2 2 0 0,0-6 0 0,-6-2 0 16,-1-2 0-16,-1-5 0 0,-2-1 0 0,0-2-42 16,-2-2-64-16,0 0-429 0,0 0 248 0,0-2 125 15,0-11 53-15,0-3-279 0,0-6 176 16,0-4 87-16</inkml:trace>
  <inkml:trace contextRef="#ctx0" brushRef="#br0" timeOffset="95778.38">16384 11172 3467 0,'-7'-17'0'0,"5"11"0"0,2 3 0 0,0-3 0 0,0-4 0 0,0 5 0 0,4-2 0 0,10-1 0 0,9 1 0 0,7-3 0 0,13-2 232 16,5 4-88-16,13-1-56 0,-2 0-88 0,3 2 0 15,-9 2 0-15,9-3 0 0,7 2 0 0,-16 1 0 16,2-1 0-16,-4 0 0 0,-2 2 0 0,-12 1 0 15,-1-3 0-15,-4 3 0 0,-9-1 0 16,-2-2 0-16,-3 2 0 0,-5 0 0 0,-2 1 0 0,-3-3-230 16,-5 2-81-16,1 1 137 0,-2-3-518 15,-2 0 317-15,0 0 174 0,0-3-592 0,-9 0 378 0</inkml:trace>
  <inkml:trace contextRef="#ctx0" brushRef="#br0" timeOffset="96003.57">17011 10740 2621 0,'0'-4'0'0,"8"-2"0"0,5-1 0 0,-1 0 0 0,6-1 0 0,8 4 0 0,1 3 0 0,6 1 0 16,3 0 0-16,3 0 0 0,7 9 139 0,-5 5 452 0,-9 0-277 0,3 4-138 0,-1 2-86 0,-4 2-90 16,-4-1 0-16,-5 1 0 0,-8 1 0 0,-7-3 0 15,-4 5 0-15,-2-5 0 0,-6 9 0 0,-14-7 0 16,-5 1 0-16,-3 0 0 0,-4-3 0 15,-3 0 0-15,-11 1 0 0,1-4 0 0,-2 0-254 0,-3 2 95 16,-10-1-559-16,9 1 330 0,-11 6 180 0,18-4-624 16,-4 5 397-16</inkml:trace>
  <inkml:trace contextRef="#ctx0" brushRef="#br0" timeOffset="96297.38">17103 11455 2020 0,'0'-7'0'0,"0"3"0"15,0-3 0-15,0-4 0 0,-6 1 0 0,-3 1 0 0,0-1 0 0,-3 3 0 0,-2-3 0 0,-4 2 0 0,0 3 223 0,-6 3-97 0,-1 2-44 0,-3 0 0 16,-4 0 154-16,-5 15-99 0,5 1-40 0,-10 6 291 16,3 3-175-16,0 3-88 0,3-1-43 0,4 4 38 15,10-6-120-15,-1 8 0 0,8-3 0 0,5 2 0 16,6 1 0-16,4 0 0 0,0-1 0 0,12-3 0 15,7 2 0-15,9 0 0 0,4-4 0 0,5-5 0 16,1-6 0-16,14 0 0 0,3-6 0 0,11-9 0 16,-7-1 0-16,3 0 0 0,-7-9 0 0,14-11 0 15,-7-5 0-15,-2-2 0 0,-5 0 0 16,-10 1-1020-16,2-5 462 0,-6 1 265 16,-5 2 127-16,-6-10-388 0</inkml:trace>
  <inkml:trace contextRef="#ctx0" brushRef="#br0" timeOffset="96754.92">17926 10730 2705 0,'-7'-14'0'0,"3"4"0"0,0 1 0 0,0-2 0 0,0 1 0 0,0 5 0 16,3-3 0-16,-3 2 0 0,2 3 0 0,0 1 0 0,2-1 349 0,0 2-146 0,0 1-87 0,0 0-39 0,0 0 356 16,0 0-385-16,0 9-48 0,0 5 0 0,2 4 0 15,0 6 0-15,0 3 0 16,0 5 0-16,-1 1 0 0,-1 9 0 0,0 0 0 16,2-8 0-16,-2 1 0 0,0 10 0 0,0-7 0 15,2 7 0-15,0-6 0 0,0 3 0 0,-1 1 0 16,4 0 0-16,1-4 0 0,-1 8 0 0,0-4 0 15,-1-2 0-15,0 4 0 0,0-1 0 0,-2-7 0 16,0 12 0-16,0-3 0 0,-2 2 0 0,0 1 0 16,0 0 0-16,0-1 0 0,2-8 0 0,-2 1 0 15,1 6 0-15,1-14 0 16,0 0 0-16,2-5 0 0,-1 1 0 0,-1-9 0 16,0 0 0-16,0-5 0 0,0-3 0 0,0-4 0 15,-2-1 0-15,0-1 0 0,0-4 0 0,0-1 0 16,0 1 0-16,0-2 0 0,0 0 0 0,0 0 0 15,0 0 0-15,-2 0 0 0,-2 0 0 0,-1 0 0 16,-1 0 0-16,1 0 0 0,-1 0 0 0,-2-2 0 16,1-5 0-16,1-2 0 0</inkml:trace>
  <inkml:trace contextRef="#ctx0" brushRef="#br0" timeOffset="99378.2">11792 13266 2182 0,'-25'-6'0'0,"4"6"0"0,5 0 0 0,-1 0 0 0,4 6 0 0,2 0 0 0,7 0 0 0,2-4 0 0,2 1 0 0,0 3 0 0,6-3 120 0,16 3 253 0,3-4-165 16,6-2-84-16,5 0 239 0,6 0-160 0,-6 0-71 15,1-4-51-15,0-2 64 0,-1-1-145 0,0 2 0 16,-2-1 0-16,-9 2 0 0,5 2 0 0,-7-2 0 15,0 2 0-15,-4 0-52 0,-2 2-158 0,-5 0 135 16,0 0-418-16,-1 0 185 0,-5 2 152 16,0 10-800-16,-4 1 457 0</inkml:trace>
  <inkml:trace contextRef="#ctx0" brushRef="#br0" timeOffset="99563.72">11971 13635 3777 0,'-23'0'0'16,"10"6"0"-16,3 1 0 0,1-1 0 0,4 0 0 0,3-4 0 0,0 2 0 0,2 0 0 0,0 1 0 0,4 0 0 0,8 2 154 0,7-2-154 0,6 3 0 15,1-1 0-15,2 0 0 0,4-1 0 0,-2 0 0 16,0 1 0-16,2-1 0 0,0-4 0 0,0 2 0 16,-1-4 0-16,1 0 0 0,3 0 0 0,-1 0-958 15,1 0 332-15,3 0 292 0</inkml:trace>
  <inkml:trace contextRef="#ctx0" brushRef="#br0" timeOffset="100098.24">13217 13144 3013 0,'-10'-8'0'0,"2"4"0"0,4 1 0 0,-2-4 0 0,3 3 0 0,-1 0 0 0,4-2 0 0,0 0 0 0,0-1 0 0,4-3 0 0,11 2 112 0,1 0 63 0,4 0-56 0,6 1-44 15,-2 3 25-15,2 0-29 0,1 3-1 0,1 1-34 16,-5 0 16-16,7 0-11 0,-6 5 0 0,-2 6-144 15,1 3 73-15,-9-2 45 0,2 7-10 0,-5 4-267 16,-5 2 145-16,-6 0 21 0,0 4-118 16,0 1 73-16,-15 1 62 0,-3 0-5 15,0-3 64-15,-5-2-47 0,1-3 26 16,3-7 332-16,-5 3-157 0,5-7-85 0,2-3-40 0,2-3 511 16,6-2-263-16,1-2-257 0,5-1 0 0,1-1 0 15,2 0 0-15,0 0 0 0,7 2 0 0,11 2 0 16,7 1 0-16,3 0 0 0,2 5 0 0,4 3 0 15,0 2 0-15,4 0 0 0,3 6 0 0,-13-2 0 16,2 3 0-16,-5 3 0 16,-5 1 0-16,-8-2 0 0,-3 4 0 0,-7 0 0 15,-2-1 0-15,-9 0 0 0,-12-1 0 0,-7-4 0 16,-10-2 0-16,-3-4 0 0,-6-3 0 0,-2-3 0 16,-5-4 0-16,-1-3 0 0,-1-3 0 0,3 0 0 15,6-2 0-15,14-9 0 0,-1-4 0 0,11-5 0 16,2-3 0-16,12 0 0 0,9-3 0 0,2 0 0 15,17 1-881-15,13 8 216 0</inkml:trace>
  <inkml:trace contextRef="#ctx0" brushRef="#br0" timeOffset="100904.6">14283 12833 2428 0,'-4'-9'0'0,"1"0"0"16,0 2 2-16,1 1 3 0,2 2 0 0,0 0 0 0,0 3-1 0,0-1 0 0,0 2-1 0,0 0 0 0,0 0 237 0,0 7-100 0,2 6-48 0,4 8-26 0,1 4 164 0,-1 2-85 15,-1 5-57-15,4 10 144 16,-2 0-96-16,0 3-49 0,-1 1-71 0,-1 3-16 0,1 2 0 16,-2-1 0-16,0 3 0 0,-2 0 0 15,-1 1 0-15,1 0 0 0,0 2 0 0,2-1 0 16,-3 1 0-16,1-5 0 0,0-1 0 0,0-8 0 16,0 0 0-16,1-3 0 0,-2-5 0 0,1-4 0 15,0-6 0-15,0-3 0 0,0-2 0 0,-1-7 0 16,1 0 0-16,-2-6 0 0,2-3 0 15,-2-1 0-15,0 1 0 0,0-3 0 0,0 0 0 0,0 0 0 16,0 0 0-16,0 0 0 16,0-3 0-16,0-6 0 0,0-2-116 0,0-4-83 15,0-8 81-15,2-5-770 0,13-8 429 0,0-1 210 16,4 0 105-16</inkml:trace>
  <inkml:trace contextRef="#ctx0" brushRef="#br0" timeOffset="101150.27">14591 13130 2588 0,'-4'-9'0'0,"4"7"0"0,0 1 0 0,0-3 0 0,0-2 0 0,7 2 0 0,6 0 0 0,6-1 0 0,2 1 0 0,5 3 0 0,6-2 71 0,4 1-30 0,7 2 961 15,-2 0-773-15,1 0-229 0,8 0 0 0,-3 0 0 16,2 0 0-16,0-1 0 0,-3-5 0 0,4-3 0 15,-7-1 0-15,-9 1 0 0,0-1 0 0,-6 0 0 16,-8 4 0-16,-4 0 0 16,-5 2 0-16,-6 1 0 0,0 1-10 0,-4-1-791 15,-1 2 370-15,0-4 200 0,0 1-491 0,-8-4 341 16</inkml:trace>
  <inkml:trace contextRef="#ctx0" brushRef="#br0" timeOffset="101399.96">15232 12644 2508 0,'-2'-4'0'0,"2"3"0"0,0 1 0 0,0-3 0 0,0 3 0 0,2-1 0 0,7 1 0 0,5 0 0 0,7 0 0 0,4 0 0 0,-1 4 78 0,5 7-37 16,-2 0 0-16,5 2 556 0,-2 0-268 0,2 4-150 16,-4 0-21-16,-2-1-158 0,-3 4 0 0,-5-5 0 15,-4 6 0-15,-5-3 0 0,-2 4 0 0,-5 2 0 16,-2 1 0-16,0-3 0 0,-9-1 0 0,-7 4 0 15,-1-2 0-15,-5 0 0 0,-5-3 0 0,-1 3 0 16,-2-3 0-16,-2-1 0 16,2 3-351-16,-2-7 5 0,0 4 152 0,0-2 77 15,4-2-563-15,2 1 325 0,1-2 157 0,6 2-521 16</inkml:trace>
  <inkml:trace contextRef="#ctx0" brushRef="#br0" timeOffset="101870.21">15097 13228 2170 0,'-7'-3'0'0,"2"-1"0"0,-1 1 0 0,0-3 0 0,2 3 0 0,1 2 0 0,1-1 0 16,0-1 0-16,0 3 0 0,2 0 0 0,0 0 441 0,0 15-201 0,0-1-99 0,0 2-40 0,0 9 130 0,4 2-96 16,3 1-46-16,0 3 213 0,-2 3-221 0,0 0-81 15,-1 1 0-15,0 3 0 0,-3-2 0 0,-1 0 0 16,0-1 0-16,0-1 0 0,0 0 0 0,0-4 0 15,-5-3 0-15,1-7 0 0,-1 1 0 16,1-6 0-16,1-5 0 0,0-1 0 0,1-6 0 16,0 0 0-16,0-3 0 0,1 0 0 15,1-3 0-15,0-12 0 0,0-1 0 0,0-4 0 16,0 0 0-16,5-3 0 0,5-3 0 0,-1 4 0 16,4-1 0-16,1 3 0 0,-2 2 0 0,6 2 0 15,-4 2 0-15,5 3 0 0,1 4 0 0,-2 1 0 16,3 4 0-16,-1 2 0 0,1 0 0 0,3 6 0 15,-1 5 0-15,-3 3 0 0,-1 0 0 0,-4 2 0 16,0 2 0-16,-2 0 0 0,-5 4 0 0,-2-2 0 16,-4 1 0-16,-2-3 0 15,0 4 0-15,-4-4 0 0,-11 1 0 0,-2-3 0 16,-4-2 0-16,2-3 0 0,-6 0 0 0,0-1 0 16,0-5 0-16,1-3 0 0,1-2 0 0,1 0 0 15,-1 0 0-15,4-4 0 0,3-6 0 0,0-3 0 16,5 1 0-16,6 1 0 0,1-5 0 0,4 4 0 15,0-2 0-15,2 0-780 0,13-5 306 0,2 3 207 16,5-2 118-16,4-3-644 16,1 4 376-16</inkml:trace>
  <inkml:trace contextRef="#ctx0" brushRef="#br0" timeOffset="102374.75">15951 12708 2209 0,'0'-7'0'0,"0"3"0"0,0 0 0 0,0 1 0 0,0-2 0 0,1 4 0 0,1-3 0 0,0 2 0 0,0-2 0 0,0 2 0 0,-1 1 222 0,1 1-81 0,0 0-55 15,0 0 109-15,-2 0-78 0,3 0-39 0,-3 0 254 16,2 1-137-16,-2 7-82 0,0 2-37 0,1 1 91 15,1 0-167-15,-2 2 0 0,0 2 0 16,2 2 0-16,0-1 0 0,-2 5 0 0,2 0 0 0,-2-1 0 16,0 4 0-16,0 6 0 15,0-1 0-15,0 0 0 0,0 1 0 0,0 2 0 16,0-1 0-16,0 4 0 0,0-2 0 0,0-1 0 16,0 2 0-16,0-2 0 0,0 2 0 0,0-2 0 15,0 1 0-15,1 1 0 0,1 2 0 0,0 1 0 16,0 3 0-16,0 8 0 0,0-8 0 0,-2 3 0 15,0 0 0-15,0 1 0 0,0-7 0 0,0 9 0 16,0-4 0-16,0-8 0 16,0 2 0-16,0-3 0 0,0-1 0 0,0-1 0 15,0-3 0-15,0-2 0 0,0-4 0 0,0 1 0 16,0-3 0-16,0 0 0 0,0-5 0 0,0-7 0 16,-2 2 0-16,2-4 0 0,-2-4 0 0,2 0 0 15,-2-2 0-15,2 0 0 0,-2 0 0 0,0 0 0 16,-1 0 0-16,1 0 0 0,0-2 0 0,-1-2 0 15,1-1 0-15,-1 1 0 0,1-2 0 0,0-1 0 16,2 0 0-16,0 2 0 16,0 2 0-16,0-2-785 0</inkml:trace>
  <inkml:trace contextRef="#ctx0" brushRef="#br0" timeOffset="103395.18">16370 13172 2303 0,'-8'0'0'0,"6"0"0"0,2 0 0 0,0 0 0 0,0 0 0 0,0 0 0 0,0 0 0 0,0 0 0 0,0 0 0 16,0 2 0-16,2 0 236 0,1 0-99 0,5-1-49 15,0 2 89-15,-3-2-59 0,1 1-44 0,-1 0-157 0,0-1 62 0,-2 2 30 16,-1-3 0-16,0 2-157 16,-2 0 89-16,0 1 49 0,0 1 25 0,0 2-606 15,0-2 214-15,0 3 182 0</inkml:trace>
  <inkml:trace contextRef="#ctx0" brushRef="#br0" timeOffset="103698.4">16671 12838 2878 0,'-3'-3'0'0,"1"3"0"0,0 0 0 0,2 0 0 0,0 6 0 0,0 4 0 0,0 3 0 0,0 6 0 0,0 2 0 0,2 12 0 0,3 9 177 0,2 3-69 0,-4 6 470 15,1 3-388-15,-2 4-190 0,0 8 0 16,0-3 0-16,-1-2 0 0,3 1 0 0,3-6 0 0,2 10 0 15,0-15 0-15,0 1 0 0,3-3 0 16,0-6 0-16,-4-10 0 0,2 2 0 16,-3-7 0-16,-3-7 0 0,-3-3 0 0,1-4 0 15,-2-4 0-15,0-2 0 0,0-2 0 0,0-5 0 16,-2-1 0-16,-5 0 0 0,2 0 0 0,0 0 0 16,1-12 0-16,3-8-90 0,1-5-836 0,0-11 443 15,1-3 212-15,8-8 121 0,5-4-697 0</inkml:trace>
  <inkml:trace contextRef="#ctx0" brushRef="#br0" timeOffset="103948.88">16926 13005 2706 0,'-9'-14'0'0,"6"5"0"0,-1 2 0 0,2-1 0 0,2 1 0 0,0 2 0 0,0 0 0 0,9 2 0 0,11 1 0 0,8 0 0 0,5-1 95 0,10 2 472 0,6-4-264 0,13 4-132 16,-2-4-82-16,8 1-89 0,-6-4 0 15,17 1 0-15,-6-1 0 0,-4-1 0 16,-3 4 0-16,-13 0 0 0,1 0 0 0,-6 3 0 16,-11 0 0-16,-1 2 0 0,-14 0 0 0,-2 0 0 15,-8 0 0-15,-3 0 0 0,-5 0 0 0,-2 0 0 16,-2 0 0-16,-4 0 0 0,-10 0 0 0,0 0-9 16,-5 0-104-16,2-1 37 0,-2-5 0 0,-1-1-949 15,-1-1 483-15,0-2 256 0,3-1 123 0,1-1-538 16</inkml:trace>
  <inkml:trace contextRef="#ctx0" brushRef="#br0" timeOffset="104148.42">17627 12706 2192 0,'2'-5'0'0,"4"4"0"0,1-5 0 0,4-1 0 0,-1 2 0 0,5 1 0 0,-2-2 0 0,6 5 0 0,0-1 0 0,1 2 0 0,3 0 597 16,-2 9-279-16,-1 6-140 0,1 2 270 0,-6-2-250 15,3 7-198-15,-4 3 0 0,-5-1 0 0,-1 3 0 16,-7-3 0-16,1 1 0 0,-2 3 0 0,0-3 0 15,-7-2 0-15,-6 0 0 0,-2-4 0 0,-2-3 0 16,-6 2 0-16,1-3 0 16,-3-4 0-16,-1-2-116 0,-2 3-805 0,0-5 431 15,0 2 230-15,0 1 111 0,7-3-259 0,1 3 185 16</inkml:trace>
  <inkml:trace contextRef="#ctx0" brushRef="#br0" timeOffset="104446.02">17701 13379 2138 0,'0'5'0'0,"0"-3"0"0,0-2 0 0,0 0 0 0,0-6 0 0,-2-6 0 0,-5-4 0 0,2 1 0 0,1 0 0 16,-1 0 0-16,-2 0 116 0,-1 3 85 0,-5 4-80 0,-2 2-42 0,-4 4 1 0,-4 2 217 15,-5 0-134-15,0 9-62 0,0 10-31 0,0 3 141 16,2 3-86-16,3 4-33 0,4 0-10 0,6 1-27 15,6 2-55-15,3 2 0 16,4-2 0-16,0 0 0 0,7-2 0 0,10-2 0 16,4-2 0-16,3-3 0 0,6-4 0 0,0-4 0 15,2-5 0-15,2-2 0 16,-2-4 0-16,0-4 0 0,0 0 0 0,0 0 0 0,-2-7 0 0,-2-6 0 16,0 0-174-16,0-2 13 0,-1-3-658 15,-1-1 395-15,2-1 193 0,2-6 95 0,-4 3-563 0</inkml:trace>
  <inkml:trace contextRef="#ctx0" brushRef="#br0" timeOffset="104800.67">18290 12674 2690 0,'0'-13'0'0,"0"3"0"0,0 3 0 15,-1-2 0-15,1 2 0 0,-2 3 0 0,2 1 0 0,0 2 0 0,0-1 0 0,0 2 0 0,0 0 194 0,0 2 328 0,0 14-241 16,0 3-110-16,0 10-98 0,0 1-73 0,0 11 0 16,0 0 0-16,0 4 0 0,-2 4 0 0,-4 4 0 15,2 1 0-15,-2 10 0 0,3-6 0 0,1-5 0 16,-2 7 0-16,2 8 0 0,2-9 0 0,0 4 0 16,0-1 0-16,0 4 0 15,0-9 0-15,0 11 0 0,2-14 0 0,4 1 0 0,-3-5 0 16,1-4 0-16,-2-8 0 0,0-1 0 15,0-6 0-15,-2-3 0 0,0-8 0 0,0 0 0 16,0-4 0-16,0 0 0 0,0-7 0 0,0-3 0 16,0 0 0-16,0-2 0 0,0-2 0 0,0-2 0 15,0 0 0-15,0 0 0 0,0 0 0 0,0 0 0 16,0 0-144-16,0 0-50 0,0-8 77 0,0-2-650 16,0-8 364-16,0-2 171 0</inkml:trace>
  <inkml:trace contextRef="#ctx0" brushRef="#br0" timeOffset="105007.33">18703 13200 3931 0,'-9'-15'0'0,"9"13"0"0,-2 1 0 0,2 1 0 0,0 0 0 0,0 0 0 0,0 0 0 0,0 0 0 0,0 0 0 0,0 0 0 0,2 0 0 0,4 0 0 15,-1 0 0-15,3 3 0 0,-1 0 0 0,1 0 0 16,-1-1 0-16,3 0 0 0,-1-1 0 0,-2 1 0 16,4-2 0-16,-6 2-1139 0,0 6 327 0</inkml:trace>
  <inkml:trace contextRef="#ctx0" brushRef="#br0" timeOffset="105646.23">19902 13137 1440 0,'-20'-19'0'0,"2"3"0"0,5 5 0 16,2-2 0-16,-2-4 0 0,-1 1 0 0,5-3 0 0,-2-1 0 0,3 4 0 0,1-3 0 0,-1 2 68 0,1-3 119 0,-1 4-79 0,1 2-35 15,-1 0 35-15,-3 6-34 0,-2-2 0 0,-2 5-25 0,-4 4 95 16,-6 1-52-16,-1 0-27 15,-4 7 1-15,-6 12 58 0,6 1-33 0,-5 8-9 16,8-1 192-16,4 2-118 0,3-4-58 0,11-3-29 16,3 0 237-16,6 0-139 0,2 1-151 0,15-3-16 15,9-3 0-15,6-2 0 0,2 1 0 0,7-1 0 16,-9-5 0-16,5 6 0 0,-6-3 0 0,-2 0 0 16,-13 2 0-16,0 3 0 0,-7-2 0 0,-8 1 0 15,-1 4 0-15,-1 3 0 0,-17-1 0 16,-4 1 0-16,-6 0 0 0,-5 4 0 0,6-7 0 15,-3 3 0-15,5-10 0 0,1 1 0 16,1-4 0-16,8-1 0 0,6-7 0 0,-1-1 0 16,7-2 0-16,1 0-86 0,2 0-435 0,2-5 214 15,17-16 135-15,7-4 56 0,10-1-775 0</inkml:trace>
  <inkml:trace contextRef="#ctx0" brushRef="#br0" timeOffset="105804.19">19923 13200 2835 0,'1'2'0'0,"-1"5"0"0,0 3 0 0,0 1 0 0,-5 2 0 0,-1 1 0 0,2 2 0 0,2 3 0 0,0-2 0 0,2 3 0 0,0 2 463 0,0-2-212 0,0 0-106 15,2-1-53-15,4-4-349 0,2-3 143 0,-1-6 76 16,0-1-712-16,2-5 395 0,0 0 197 0,0-2 108 16,-4-14-680-16,3 0 271 0</inkml:trace>
  <inkml:trace contextRef="#ctx0" brushRef="#br0" timeOffset="106149.75">20167 12755 2290 0,'3'6'0'0,"3"15"0"0,1 11 0 0,0-1 0 0,-2 3 0 0,-1 6 0 0,1 3 0 0,1 6 0 0,-3-6 0 0,-1 9 0 0,3-4 183 0,-4-4 233 15,1-7-188-15,-2 0-93 0,0-9-38 0,0-4 70 0,0-9-64 16,0-3-31-16,0-5-59 0,0-6-1 0,0-1 39 15,0 0-11-15,2-12 26 16,5-13-8-16,2 3-58 0,5-6 0 0,1-1 0 16,4-2 0-16,-1 4 0 0,5-1 0 0,2 3 0 15,-3 5 0-15,-2 5 0 0,5 2 0 0,-4 6 0 16,-1 5 0-16,-1 2 0 0,-2 3 0 0,-2 14 0 16,-4 7 0-16,-1 4 0 0,-6 7 0 0,-3-2 0 15,1 5 0-15,-2-2 0 0,0-3 0 16,0-1 0-16,0-4 0 0,0-5 0 0,0-3 0 15,0-8 0 1,0-1 0-16,-2-4 0 0,2-5 0 0,0 0 0 0,0-2 0 0,0 0 0 16,0 0 0-16,0-2 0 0,0-3-51 0,4-4-205 15,5 1 98-15,5 3-1077 16</inkml:trace>
  <inkml:trace contextRef="#ctx0" brushRef="#br0" timeOffset="106970.49">21316 12644 615 0,'0'-9'0'0,"-4"3"0"0,4 1 0 0,-1-1 0 0,-1 0 0 0,0 3 0 0,0-1 0 0,2 2 0 0,-2 0 0 0,2 1 0 0,0 1 68 0,-2 0 8 0,1 0 1 0,-1 0-29 15,-3 0-9-15,2 0 112 0,1 0-56 0,-2 1-28 16,0 3 0-16,3 0 157 0,-3-1-97 15,0 1-44-15,1 0 172 16,-2 0-108-16,1 0-54 0,-1 1-18 0,0-2-9 0,-3 3 181 16,0 0-104-16,1 0-52 0,-1-1 129 0,-1 1-81 15,-4 0-54-15,4 0 25 0,-2-1-36 0,-1 0 1 16,3 1-37-16,-2 2 99 0,1-1-54 16,-1 4 1-16,0 2-52 0,-1 1-32 0,3 1 0 0,0 2 0 15,-3 5 0-15,1 2 0 0,4 5 0 0,-3 8 0 16,4 1 0-16,3-1 0 0,-1 12 0 15,4-1 0-15,0 2 0 0,0-1 0 16,0-2 0-16,4-10 0 0,8 10 0 0,4-13 0 16,0 2 0-16,3-5 0 0,4 0 0 0,2-2 0 15,-2-4 0-15,2-2 0 0,-2-5 0 0,0-1 0 16,-5-2 0-16,-1-1 0 0,0-3 0 0,-6-4 0 16,-1 1-102-16,-3-3-75 0,-2-3 59 0,0 0-230 15,-3 0 155-15,-1-2 76 0,-1 0 40 16,0 0-476-16,0-2 248 0,0-7 137 0,0-10 65 15,2 2-396-15</inkml:trace>
  <inkml:trace contextRef="#ctx0" brushRef="#br0" timeOffset="111700.3">23109 12525 1097 0,'0'-9'0'0,"0"3"0"0,0 1 0 0,0 0 0 0,0-1 0 0,0 1 0 16,0 1 0-16,2-2 0 0,1 4 0 0,-1-2 0 0,0 2 283 0,0 0-123 0,-1 0-51 0,1 2 267 0,0 0-169 16,0 0-84-16,0 0-42 0,1 0 160 0,3 0-92 15,4 6-60-15,1 8-25 16,1 3 0-16,4 4-25 0,0 8-1 0,2 5 773 15,3 10-811-15,-5-2 0 0,0 5 0 0,-4 2 0 16,-1 2 0-16,-2 3 0 0,-4 3 0 0,-3 7 0 16,-2-6 0-16,-4-6 0 0,-10 4 0 0,-4 3 0 15,-8 3 0-15,3-16 0 0,-7 5 0 0,0-4 0 16,-2-3 0-16,2-13 0 0,-8 7 0 0,3-10 0 16,-1-5 0-16,6-7 0 0,-2-1 0 0,8-5 0 15,-1-2 0-15,11-5 0 16,2-1 0-16</inkml:trace>
  <inkml:trace contextRef="#ctx0" brushRef="#br0" timeOffset="116401.14">5759 6439 49 0,'0'0'0'0,"0"0"0"0,0 0 0 0,0 0 0 0,0 0 0 0,0 0 0 0,0 0 0 0,0 2 0 0,0-2 0 0,0 0 0 0,0 2 3 0,0-2 0 0,0 0-1 0,0 0 1 15,0 0-1-15,0 0 1 0,0 0 39 0,0 0-38 16,0 0 0-16,0 0 49 0,0 2-47 0,0-2 0 16,0 0 5-16,0 0 40 0,0 0-40 0,0 0-1 15,0 0 4-15,0 0 10 0,0 0-5 0,0 0-6 16,0 0 8-16,0 0-11 16,0 0 8-16,0 0-3 0,0 0 33 0,0 0-33 15,0 0 2-15,0 0 9 0,0-2-9 0,0-2 0 16,0-3 5-16,0 1-6 0,0-2 3 0,0-1-2 15,0 0 3-15,0 0-4 0,0-1 9 0,0-1-8 16,0 0 6-16,0-1-18 0,-1 3 14 0,1-4 11 16,0 4-8-16,0-5-4 0,-2 1-1 0,2 1-1 15,-2-2 2-15,2 1 0 0,0-2 6 0,0 0-27 16,0-2 21-16,0 0 0 0,0-2 0 0,0-2-5 16,0 1 9-16,0-6-5 15,0 3-1-15,2-2-2 0,0-1 1 0,1-1-10 16,-1-4 13-16,1 1-3 0,1 0 0 0,-1-4-43 15,0 2 42-15,-1-1 1 0,1-2-1 0,-2 2-19 16,1-3 17-16,0 2-1 0,0-2 1 0,-1 1-2 16,1 0 0-16,2-5-1 0,-1 4 1 15,2 0-41-15,0 0 40 0,-1-4 0 0,3-6-11 0,-1 7 8 16,-3 3 1-16,6-9-33 16,-2 4 32-16,0 5-1 0,2-11 1 0,-1 6-18 15,-2 8 15-15,1-7-2 0,0 3 3 0,-2-1-5 16,3 2 3-16,-5 2-2 0,1 2 2 0,-1 0 11 15,1 4-11-15,0-6 2 0,0-1 43 0,-3 3 1 16,4 0-43-16,-2 2-2 0,-1 2 3 0,2 1 6 16,-1-7-4-16,4 2 52 0,-5 3-50 0,2 1 7 15,2-3-5-15,-2 9-24 0,3-10-4 0,-5 6 30 16,3 1-2-16,0 0-30 16,-4 0 0-16,3 1 20 0,0-3 5 0,0 1-4 15,-2-3 3-15,1 3-11 0,3-2 9 0,-2 3-2 16,-1-5-7-16,1 10 2 0,-2-4 5 0,2 1 1 15,-2 1 0-15,3 2-9 0,-4 1 11 0,0 3-1 16,2 1 0-16,-2-1 15 0,1 2-15 0,0-2-12 16,0 3 11-16,-1-1 0 0,1 1 0 0,2-2-40 15,0-3 38-15,0 3 0 0,0-2 0 16,1-4-14-16,-1 3 11 0,1 0 2 16,3-2-3-16,-6 4 4 0,3 1-5 0,-2 0 2 15,-1 0-6-15,1 1 46 0,-1 1-39 0,0 0 49 16,-1 0 3-16,1 2-48 0,0-3 5 0,-2 5 35 15,0 0 5-15,0 1-36 0,0 1 6 0,2-1-1 16,-2 1 0-16,0 1-3 0,0 1 7 0,0 1-15 16,0-1 15-16,0 1-5 0,0 2-15 0,0-1 14 15,0 0 3-15,0 0-3 0,0 2-22 0,0-1 21 16,0 2-7-16,0 0-1 16,0 0 8-16,0 0-3 0,0 0 0 0,0 0-17 15,0 0 17-15,0 0 0 0,0 0 2 0,0 0-36 16,0 0 0-16,0 2 32 0,0 5-3 0,-2 5-8 15,-3-1 5-15,-2 2-3 0,0 2 77 0,-6 4-36 16,3 0 0-16,-2 3 24 0,-1-3 3 0,-4 6-48 16,2-2-6-16,-2 0 53 0,1 3-48 0,-4 1 13 15,2 0-4-15,-1-3-4 0,2-2 2 0,0 1 9 16,4-6-7-16,-1-1-24 16,2 1 29-16,3-5-11 0,0-3-26 0,4-3-8 15,1 0 34-15,2-5-105 0,1-1 53 0,-1 0 16 16,2 0 1-16,0 0-144 0,0-9 79 0,7-11 25 15,9-3 0-15,2-4-296 0,6-8 158 0,-1 1 55 16,-2-1 48-16,-1-1-57 0,-3 6 41 0,2-4 96 16,-4 3-1-16,0 0-34 0,-2 4 0 0,-3 9 65 15,1-3-44-15,-4 6 12 0,-1 5-34 0,0 3 187 16,-1 1-93-16,-1 4-27 16,1 1-39-16,3 1 271 0,0 0-128 0,1 12-24 15,5 6 109-15,0 4-72 0,6 3-20 0,-3 3 91 16,4 0-84-16,2 3-39 0,-2-1-1 0,1-3 19 15,-1-3-21-15,-1 1-11 0,-1-5-30 0,-6-2-45 16,2-3 0-16,-2-2 44 0,-3-4 11 0,-3 1-252 16,-1-4 121-16,-1-1 60 0,-3 1-507 0,0-2 265 15,0 1 87-15,-2 5-392 0,0 5 260 0</inkml:trace>
  <inkml:trace contextRef="#ctx0" brushRef="#br0" timeOffset="117228.98">5782 5641 781 0,'0'-2'0'0,"-1"-2"0"15,1 3 0-15,-3-3 0 0,1 2 0 0,2 0 0 0,-3-1 0 0,-2 1 0 0,3 1 0 0,1-2 0 0,-1 1 99 0,-2 1-11 0,1-2-43 0,-1 3 80 0,0 0-41 16,2 0 1-16,-6 0 23 0,3 0-11 16,-2 0-52-16,-1 0 0 0,0 0 35 0,-3 0 1 15,3 0-25-15,-5 4 22 0,0 2 0 0,0-3-33 16,-1 5 0-16,0-1 7 0,-2 3 4 15,0-3-12-15,-1 5 1 0,0-1 21 0,2 0-22 0,-3 2 1 16,2 0-4-16,-1 1 3 0,1 1 1 16,-4 3 5-16,7-3-5 0,-7 4-1 15,5-2 12-15,-2 4 8 0,2-1-19 0,0 2 0 16,0-1-1-16,2 6-14 0,-2-3 26 0,2 5-11 0,1-3-1 16,-3 4 8-16,2 1-7 0,2 0-1 15,-1 3 26-15,0-3-25 0,0 4-1 0,4-2 1 16,-4 1 40-16,2 0-41 0,2 2 12 0,1-4 0 15,4-2-12-15,-1-1 1 0,2 0 0 0,2-9-69 16,0 4 45-16,0-1-12 0,2-2 35 0,3 1-107 16,4-3 49-16,-1-1 0 0,2 2 5 0,-3-5-21 15,3 2 55-15,-2-4-31 0,-1 0-7 0,0 0-19 16,-2-4 46-16,1-1-33 0,0 0 26 0,-2-3-11 16,-2-1 9-16,-1 0-28 15,1-2 29-15,0-2 1 0,1 2-2 0,-3-2-111 16,0 0 53-16,0 0-5 0,0 0-320 0,0 0 172 15,0 0 90-15,0 0 28 0,0 0-345 0,2 0 184 16</inkml:trace>
  <inkml:trace contextRef="#ctx0" brushRef="#br0" timeOffset="118448.34">4895 5105 1880 0,'0'0'0'0,"0"0"0"0,-4 0 0 0,3 0 0 0,-1 0 0 0,0 5 0 0,1 5 0 0,-1 2 0 0,-1 5 0 0,1 0 0 0,1 3 120 0,1 4-37 0,-3 3 0 0,3 0 98 16,0 0-56-16,-2 4-45 0,2-1 129 0,0 0-81 15,0 0-41-15,0-2 69 16,0-3-43-16,0 5-12 0,2-4-55 0,2-5 67 16,3 3-33-16,1-4-1 0,1-2-21 0,2-1 33 15,-1-4 1-15,5-2-66 0,-1-2-26 0,1-1 0 16,3-2 0-16,-3-3 0 0,5-3 0 0,-4 0 0 15,-1 0 0-15,-1 0 0 0,2 0 0 0,1-3 0 16,-5-7 0-16,0-1 0 0,0-2 0 0,1-1 0 16,-2-4 0-16,1 1 0 15,-2-3 0-15,0-2 0 0,1-1 0 0,-2 1 0 16,-1 2 0-16,0-6 0 0,-1 3 0 0,-3 3 0 16,1-5 0-16,-1 2 0 0,-2 1 0 0,0-1 0 15,1 3 0-15,-2 1 0 0,-1-2 0 0,0 2 0 16,0 2 0-16,0-3 0 0,-1 4 0 0,-4-4 0 15,-3 2 0-15,3 1 0 0,-4-2 0 0,0 0 0 16,-1 1 0-16,-1-2 0 0,0 2 0 0,-1 1 0 16,2 2 0-16,-5 1 0 0,5 2 0 0,-3 2 0 15,-1 0 0-15,1 5 0 0,0-2 0 16,-2 3 0-16,1 0 0 0,1 3 0 16,-3-3 0-16,2 4 0 0,-2 0 0 0,4 0 0 15,-5 0 0-15,4 5 0 0,0 5 0 0,1-3 0 16,-2 3 0-16,5 3 0 0,-3-3 0 0,3 6 0 15,0-2 0-15,2 1 0 0,2 1 0 16,0 0 0-16,3 2 0 0,0-1 0 0,2-2 0 0,0 2 0 16,0-2 0-16,0-2 0 0,0-1 0 15,2 1 0-15,1-5 0 0,3 2 0 16,4-1 0-16,1 0 0 0,1-3 0 0,1 2 0 16,4-2 0-16,-1-1 0 0,3 0 0 0,1 0 0 15,3-2 0-15,-1-1 0 0,-1 0 0 0,3 0 0 16,-7-2 0-16,2 2 0 0,-3-2 0 0,-5 0 0 15,1 0 0-15,-2 0 0 0,-2 0 0 0,-3 0 0 16,-1 0 0-16,-1 0 0 0,-3 0 0 0,2 0 0 16,1 0 0-16,-1 0 0 0,-2 0 0 0,1 0 0 15,-1 0 0-15,2 0 0 16,1-2 0-16,-2 2 0 0,1-2 0 0,0 0 0 16,0 0 0-16,-1 0 0 0,3 1 0 0,1 1 0 15,2 0 0-15,2 0 0 0,5 7-177 0,4 13-68 16</inkml:trace>
  <inkml:trace contextRef="#ctx0" brushRef="#br0" timeOffset="125810.69">21778 12616 1485 0,'-9'2'0'0,"0"1"0"0,-3 4 0 16,5-3 0-16,-2-1 0 0,0-2 0 0,2 3 0 0,3-4 0 0,1 2 0 0,1-2 0 0,0 0 202 0,2 0-81 0,0-2 262 0,2-10-176 0,12-7-85 15,4-5-41-15,5-1 162 0,2-10-103 0,0 6-40 16,8-10-36-16,-3-1 43 0,2 2-34 0,-2 2-1 15,1-1 36-15,-5 8-25 16,8-9-9-16,-6 6-5 0,2 2-30 0,-7 3 2 16,5-1 1-16,-3 2-39 0,-3 3-9 0,-1 3 47 15,-7 2-4-15,3 4-37 0,-4 3 0 0,-3 5 0 16,-1 0 0-16,-1 2 0 0,0 3 0 0,-1 1 0 16,0 0 0-16,2 3 0 0,2 9 0 0,-1 3 0 15,6 5 0-15,-3 2 0 0,1 5 0 0,4 1 0 16,-1 2 0-16,-1 2 0 0,2 0 0 0,-2 0 0 15,3 2 0-15,-2-4 0 0,0 0 0 16,-3 0 0-16,2-2 0 0,-1-2 0 0,0 0 0 16,-4-7 0-16,1 1 0 0,-3-4 0 15,0-1 0-15,-2-6 0 0,0 1 0 0,-4-5 0 16,-1 1 0-16,0-3 0 0,0-2 0 0,-2-1-717 16,0 1 264-16,0 3 197 0,-2-3-617 0,-12 4 418 15</inkml:trace>
  <inkml:trace contextRef="#ctx0" brushRef="#br0" timeOffset="126084.22">21301 12866 3718 0,'-15'-8'0'0,"11"7"0"0,2-2 0 0,1 2 0 0,1-1 0 0,0-1 0 0,7 2 0 0,12-3 0 0,4 0 0 0,6 0 0 0,6-1 171 15,7 2-129-15,1-1-42 0,-4 2 0 0,7-2 0 16,-10 2 0-16,4 2 0 0,-3 0 0 0,0 0 0 16,-5 0 0-16,-2 0 0 0,-7 0 0 0,-3 0-552 15,-1 3 175-15,-6 0 85 0,-1-3 138 16,-3 2-684-16,-2-2 400 0,-2 0 198 0</inkml:trace>
  <inkml:trace contextRef="#ctx0" brushRef="#br0" timeOffset="126754.89">21814 12678 2473 0,'-6'-6'0'0,"2"3"0"0,3 0 0 0,1 2 0 0,0-3 0 0,0 2 0 15,5 0 0-15,12 0 0 0,2 2 0 0,5 0 0 0,1 6 273 0,-2 5-117 0,-3 2-58 0,-3 3 153 0,-1 0-111 16,0 1-50-16,-5 0 188 0,-1-1-119 0,-6 4-146 15,-3-1-13-15,-1 5 0 16,-5-3 0-16,-11 1 0 0,-5 1 0 0,1-3 0 16,-4-2 0-16,-5 1 0 0,3-3-747 0,-2-5 161 15,0 0 288-15,-3-2 49 0,1-4-376 0,-2-1 297 16,2-2 144-16,-1-1-103 0,0-1 124 0,3 0 61 16,5 0 21-16,-2 0-79 0,4 0 79 0,3-1 41 15,2 1 40-15,7 0 113 0,-1 0-107 0,3 0-17 16,3 0 518-16,2 3-273 0,2 11-137 0,0 1 596 15,0 3-286-15,2 6-189 0,4 3-89 0,4 3 461 16,-5 2-275-16,2 2-127 16,-3 3-80-16,0 1 178 0,-3 1-235 0,-1-2-51 15,0-1 0-15,0 2 0 0,0-3 0 0,-3-7 0 16,-1-5 0-16,-3-4 0 0,2-6 0 0,-2-1 0 16,2-9 0-16,-1-1 0 0,1-2 0 0,-1 0 0 15,4-11 0-15,2-5 0 0,0-2 0 0,2-1 0 16,11-1 0-16,4 1 0 0,1 2 0 0,3 4 0 15,8-4 0-15,-1 8 0 0,2 3 0 16,-3 4 0-16,1 2 0 0,-6 0 0 16,4 8 0-16,-7 7 0 0,-2 4 0 0,-4 3 0 15,-4 0 0-15,-5 1 0 0,-2 5 0 0,-2-7 0 16,0 3 0-16,-2-3 0 0,-9-3 0 0,-4 0 0 16,-2-6 0-16,-4 0 0 0,-2-3 0 0,0-2 0 15,0-2 0-15,0-5 0 0,-3 0 0 0,1 0 0 16,7 0 0-16,-3-2 0 0,6-8 0 0,3-3 0 15,7-2 0-15,5 0-719 0,0-3 264 0,16 2 207 16,5 2 104-16,8-2-659 16,1 5 387-16,2 0 188 0,1 3-125 0,1 1 157 15,1 1 78-15,-2 2 29 0,-2 3-12 0,-8-2 40 16,0 3 61-16,-2 0 179 0,-3 0-130 0,-4 0-54 16,-1 10 10-16,-3-1 634 0,-5 3-340 0,-1-1-169 15,-2 2-85-15,-2 2 859 0,0 0-438 0,0 0-212 16,0 2 217-16,-6-2-215 0,-1-4-108 0,0 1-75 15,0-5-55-15,2 1-18 16,-1-3 0-16,1-3-484 0,0 0 212 0,1-2 165 16,1 0 69-16,3 0-854 0,0-6 455 0</inkml:trace>
  <inkml:trace contextRef="#ctx0" brushRef="#br0" timeOffset="126935.39">22024 13118 3639 0,'4'-16'0'0,"-1"7"0"0,6-2 0 0,-4 0 0 0,4-1 0 0,2 3 0 0,6 2 0 0,3-1 0 0,3 2 0 0,4 5 0 0,1-1 187 0,2 0-82 0,2 2-105 15,0 0 0-15,1 0 0 0,1 0 0 0,1 2 0 16,-3 0-6-16,-2-1-16 0,-8-1 41 0,2 0-748 16,-5 1 385-16,-2-1 192 0,-5 3-841 0,-1-1 477 15</inkml:trace>
  <inkml:trace contextRef="#ctx0" brushRef="#br0" timeOffset="127147.64">22481 12883 2379 0,'-11'-11'0'0,"2"3"0"0,2 1 0 0,2-2 0 0,1 4 0 0,4 1 0 0,0 0 0 0,2 2 0 0,12 2 0 0,9 0 0 16,0 0 482-16,0 8-211 0,9 5-121 0,-5 0-55 0,6 3 203 0,-1-1-129 0,-2-3-82 15,0 3-87-15,-6-1 0 0,-5 0 0 0,0-2 0 16,-6 2 0-16,-6-3 0 0,-5-1 0 0,-2 4 0 15,0 0 0-15,-11-3 0 16,-10 4 0-16,-2-4 0 0,-2 2 0 0,-4-1 0 16,3-1 0-16,-4 0-580 0,2 2-49 0,-2-1 294 15,-1 6 138-15,3 1-596 0,0 2 377 0</inkml:trace>
  <inkml:trace contextRef="#ctx0" brushRef="#br0" timeOffset="127384.92">22550 13368 2708 0,'2'0'0'0,"0"0"0"0,-2-4 0 0,0-8 0 0,-4 1 0 0,-5-1 0 0,-2 1 0 0,-3 0 0 0,1 4 0 0,-4 1 0 0,-1 4 146 0,-5 2-53 0,-1 0 218 16,-3 11-136-16,1 8-57 0,2 4-44 0,1 3 232 16,4 3-306-16,4 0 0 0,5-1 0 0,7-1 0 15,3 4 0-15,0-2 0 0,2-5 0 0,13 0 0 16,5-3 0-16,3-4 0 0,5-4 0 0,4-4 0 15,0-3 0-15,2-6 0 16,-1 0 0-16,1 0 0 0,1-1 0 0,-3-9 0 16,0-2-280-16,1 3 18 0,1 2-834 0,0 3 518 15</inkml:trace>
  <inkml:trace contextRef="#ctx0" brushRef="#br0" timeOffset="127524.85">23051 13628 3931 0,'-4'-2'0'0,"3"2"0"0,1-1 0 0,-2-2 0 0,0 2 0 0,2-1 0 0,0 1 0 0,0-2 0 0,0-3 0 0,0 1 0 0,0-1 0 0,4 0 0 15,1 1 0-15,3 1 0 0,0 3-61 0,-3 1-90 16</inkml:trace>
  <inkml:trace contextRef="#ctx0" brushRef="#br0" timeOffset="129240.43">5868 5682 475 0,'4'-7'0'0,"-2"3"-168"0,0 1 84 0</inkml:trace>
  <inkml:trace contextRef="#ctx0" brushRef="#br0" timeOffset="129860.75">5883 5656 206 0,'-2'0'0'0,"-1"0"0"0,-1 0 0 16,1 0 0-16,-4 0 0 0,3 0 0 0,2-2 0 0,-1 2 0 0,1-2 0 0,0 0 0 0,0 1-4 0,2-1 38 0,-2 0-35 0,2-2 0 15,0 2 0-15,-1 1 123 0,1-3-54 0,-2 2-3 16,0 0 17-16,1-2-33 0,-2 2 0 15,2 1 124-15,-1-1-66 0,-3 1-33 0,3-2 114 16,0 1-68-16,1 2-37 0,-1-1 0 0,-2 1-23 16,1-3 43-16,-1 3 1 0,0-2-57 15,2 0 91-15,-6 2-46 0,3-2 12 0,1 1-56 16,-1 1-1-16,-1 0 1 0,1 0 65 0,-2 0-32 0,2 0 11 0,-2 0-5 16,1 0-39-16,-2 0-1 0,1 3 28 15,0 5-28-15,-3-2 13 16,0 5 36-16,3-2-48 0,-1 0-1 0,-5 1 29 15,4 0-29-15,1-1 12 0,-5 0-11 0,6 1-1 16,-3-3 1-16,1 3 46 0,0-3 0 0,-3 5-34 16,3-1 29-16,0-1-42 0,-1 1 1 15,3-1-8-15,-3 2-34 0,4-4-6 16,-6 3 0-16,5 0 0 0,-4 0 0 0,2 0 0 0,1-1 0 0,-3 3 0 16,2-2 0-16,-1 0 0 0,-1 2 0 0,0 1 0 15,3-1 0-15,-3 2 0 0,0-5 0 16,3 6 0-16,-5-3 0 0,4 3 0 15,1-2 0-15,-3 3 0 0,2 0 0 0,0-1 0 0,-1 0 0 0,1 1 0 16,2-2 0-16,-1 2 0 0,0 0 0 16,1-1 0-16,0 2 0 0,2-1 0 15,-4 0 0-15,3 1 0 0,0-1 0 0,2 2 0 16,-3 2 0-16,2 3 0 0,3-5 0 0,-2 1 0 0,0 3 0 16,3 0 0-16,-4 2 0 15,5-5 0-15,-3 2 0 0,-1-1 0 16,2-2 0-16,1 3 0 0,-1-3 0 0,0 0 0 0,0-1 0 15,1-1 0-15,1 2 0 0,0 0 0 16,0-5 0-16,0 2 0 0,0-1 0 0,0-2 0 0,0 0 0 16,0-3 0-16,0-1 0 0,0 1 0 15,1-5 0-15,1 0 0 0,0-1 0 0,0 1 0 0,-1-4 0 0,1-1 0 16,-2 0 0-16,0 3 0 0,0-3 0 16,0 0 0-16,0 0 0 0,0 0 0 0,0 0 0 15,0 0 0-15,0 0 0 0,0 0 0 0,0 0 0 16,0 0 0-16,0 0 0 0,0 0 0 0,2 0 0 15,0 0-110-15,3 0-51 16,7 0-512-16,6 0 301 0</inkml:trace>
  <inkml:trace contextRef="#ctx0" brushRef="#br0" timeOffset="130760.4">4978 7185 1676 0,'-2'-2'0'0,"-2"1"0"15,0-4 0-15,3 3 0 0,-1 1 0 0,0-1 0 0,2 0 0 0,0 2 0 0,-2 0 0 0,2 0 0 0,0 0 137 0,0 0 159 0,0 0-124 0,0 0-63 0,0 0-31 16,0 0 0-16,0 0 263 0,0 0-154 15,0 0-69-15,0 0 250 16,0 0-161-16,0 0-80 0,0 0-90 0,0 0-37 0,0 0 0 16,0 0 0-16,0 0 0 0,0 0 0 0,0 0 0 15,0 0 0-15,2 0 0 0,0 2 0 0,1 1 0 16,2 4 0-16,2-4 0 0,-2 2 0 0,1 2 0 16,0 0 0-16,1-2 0 0,2 3 0 0,-2-3 0 0,0 3 0 15,0 0 0-15,4-1 0 0,-5 2 0 16,3 0 0-16,-1-4 0 0,2 5 0 15,-3-3 0-15,2 2 0 0,3-2 0 0,-3 3 0 16,1-3 0-16,-1 3 0 0,2-3 0 0,-1 3 0 16,1-1 0-16,0-2 0 0,0 3 0 0,2-2 0 15,1-1 0-15,1 1 0 0,0-1 0 0,0 1 0 16,1-1 0-16,1 1 0 0,0-1 0 0,1 0 0 16,0 3 0-16,-1-2 0 0,-2-1 0 0,2 1 0 15,-2-1 0-15,-2 0 0 0,-1 1 0 0,2-2 0 16,-3-1 0-16,3 1 0 15,-3-2 0-15,2-1 0 0,-2 1 0 0,0-1 0 16,3-2 0-16,0 1 0 0,-4 0 0 0,3 0 0 16,-4-2 0-16,3 1 0 0,-3 1 0 0,0 2 0 15,2-2 0-15,-4 1 0 0,-2 1 0 0,3-2 0 16,-3 2 0-16,1 0 0 0,-2-3 0 0,1 3 0 16,-3-2 0-16,3 0 0 0,-4-2 0 0,1 2 0 15,0-2 0-15,-2 0 0 16,0 0 0-16,0 0 0 0,0 0 0 0,0 0 0 0,0 0 0 15,0 0 0-15,0-2 0 0,0-6 0 16,0-1 0-16,-2 1 0 0,-1-2 0 0,-2-1 0 16,5 1 0-16,-2 1 0 0,-1-1 0 0,1 5 0 15</inkml:trace>
  <inkml:trace contextRef="#ctx0" brushRef="#br0" timeOffset="136962.84">12521 15005 2379 0,'-17'-10'0'0,"8"10"0"0,5 0 0 0,4 0 0 0,0 0 0 0,0 0 0 0,0 0 0 0,0 0 0 0,9-3 0 0,8-3 0 0,5-2 577 0,8-1-261 0,1-2-144 16,0-2 256-16,3 0-369 15,-2-1-59-15,0 0 0 0,-2 0 0 0,0 1 0 0,-2 0 0 0,1 4 0 16,-5-1 0-16,3 1 0 16,-6 2 0-16,8-3 0 0,-6 1 0 0,-1-3 0 15,1 3 0-15,-5-3-219 0,0 5 6 0,-2-3 107 16,-4 5-714-16,-3 4 392 0,-2-2 195 0,-3 3-564 15</inkml:trace>
  <inkml:trace contextRef="#ctx0" brushRef="#br0" timeOffset="137168.07">12697 15208 3869 0,'-18'17'0'0,"-3"1"0"0,6-5 0 0,2-4 0 0,7-1 0 0,1-4 0 0,5 0 0 0,0-1 0 0,11 1 0 0,15-4 0 0,4 0 62 0,2 0-62 15,4 0 0-15,1 0 0 0,1-2 0 0,1 0 0 16,-1 1 0-16,1-1 0 0,-1-2 0 0,-2 3 0 16,-3-4 0-16,-1 4 0 0,-7-1 0 0,-1-2 0 15,-3 2 0-15,-4 1 0 0,-2-2 0 0,-5 1-79 32,2 2-53-32,-3 0-1406 0</inkml:trace>
  <inkml:trace contextRef="#ctx0" brushRef="#br0" timeOffset="137746.96">13805 14901 2035 0,'-13'-1'0'0,"2"-2"0"0,2 3 0 0,-4-1 0 0,1-1 0 0,3-1 0 0,0 2 0 0,-1-1 0 0,2-4 0 0,3 3 0 0,1-3 156 0,2 3-59 16,2-5 349-16,0-2-205 0,2 3-102 0,9-2 187 16,5-2-150-16,4-3-69 0,3 5-35 0,1 0 64 15,3 2-136-15,-5 2 0 0,10-1 0 0,-3 5 0 16,-2-1 0-16,3 2 0 0,-2 0 0 0,2 2 0 15,-2 7 0-15,-1 2 0 0,-1 5 0 0,-5 0 0 16,-2 3 0-16,-6 0 0 0,-2 5 0 0,-5 3 0 16,-5 1 0-16,-1 0-41 0,-3 2-56 0,-12 2 32 15,-4-2-24-15,-6-4 226 16,1 1-98-16,-2-4-39 0,-2-2 1 0,0-2 114 0,0-1-115 0,1-5 0 16,4-4 0-16,3 1 0 15,7-5 0-15,2 0 0 0,3-3 0 0,2 0 0 16,6-2 0-16,0 2 0 0,4 0 0 0,17 1 0 15,5 2 0-15,4-2 0 0,4 3 0 0,3 1 0 16,3 3 0-16,7 1 0 0,-8 1 0 0,1 0 0 16,-10 0 0-16,4 5 0 15,-6-1 0-15,-6 5 0 0,-6-1 0 0,-7 0 0 0,-6 5 0 16,-3 1 0-16,0 0 0 0,-20 0 0 16,-8 3 0-16,-6-6 0 0,-4-1 0 0,-5-6 0 15,4-2 0-15,-16-2 0 0,2-3 0 16,3-4 0-16,-3-4 0 0,4-1 0 0,14 0 0 0,-1-2 0 15,8-13 0-15,7-1 0 0,8 0 0 0,6-2 0 16,7-3 0-16,0-1 0 0,9 1 0 0,12 4-1003 16</inkml:trace>
  <inkml:trace contextRef="#ctx0" brushRef="#br0" timeOffset="138568.06">15235 14786 2098 0,'0'0'0'0,"0"4"0"0,-2 2 0 0,-1 2 0 0,0 3 0 0,-1 0 0 0,-1 4 0 0,-1 2 0 0,-3 6 0 0,-3 0 0 0,0 3 71 0,-4 4 145 0,0 3-80 0,-9 7-54 15,0-2 141-15,-1 3-92 0,-2 1-48 0,-2 1 1 16,2 1 95-16,-3-1-76 0,-1 3-33 0,2-1 30 15,0-4-32-15,1-1 1 0,6-10-23 0,-1 2-47 16,6-6 0-16,-2-4 39 16,5-4-1-16,2-2-56 0,0-3 38 0,2-3-10 0,2-3-248 0,-1-3 135 15,4 0 36-15,-1-3 45 16,1-1-524-16,3 0 263 0,-1 0 96 0,2 0-283 16,0 0 216-16,1-5 109 0,1-4 45 0,0-4-298 15,0-5 181-15,1-1 90 0,5-7 46 0</inkml:trace>
  <inkml:trace contextRef="#ctx0" brushRef="#br0" timeOffset="138927.03">14711 14960 1741 0,'0'-17'0'0,"0"4"0"16,-2 3 0-16,-2 3 0 0,0-2 0 0,-1 2 0 0,1 4 0 0,2-1 0 0,0 2 0 0,1 0 0 0,1 2 218 0,0 0-90 0,0 0-36 0,0 0 203 0,1 4-129 0,3 6-64 15,3 1-33-15,3 2 222 0,-1 4-118 0,0 0-72 16,3 2-32-16,3 4 149 0,0 0-90 0,0 2-45 16,2 1-26-16,0 2-57 15,4 4 0-15,2 2 0 0,0 0 0 0,2 3 0 16,-2-5 0-16,8 8 0 0,-2 0 0 0,1-4 0 16,2 3 0-16,-4-9 0 0,6 7 0 0,-4-5 0 15,-6-8 0-15,2 2 0 0,-2-2 0 0,-4-7 0 16,-2 1 0-16,-1-5 0 0,-6-2 0 0,-1-1 0 15,-3-3 0-15,-1-3 0 0,-3 0 0 0,-1-3 0 16,-2-1 0-16,0 0 0 0,0 0 0 0,0 0 0 16,0 0 0-16,0 0 0 0,0 0 0 0,0-3 0 15,0-3 0-15,-2 1 0 16,2-1 0-16,-1 2 0 0,1-1 0 0,0 0-633 16,0 2 119-16,0 1 229 0,0 0 128 0</inkml:trace>
  <inkml:trace contextRef="#ctx0" brushRef="#br0" timeOffset="140203.66">15761 14725 1443 0,'0'-16'0'0,"0"7"0"0,0 2 0 0,2 1 0 0,0-1 0 0,-1 3 0 0,1 2 0 0,0 1 0 0,-2-2 0 0,0 3 0 0,2 0 268 0,-2 0-115 0,0 12-49 16,0 4-37-16,-2 9 103 0,-9 0-67 0,-1 4-32 15,-2 4 88-15,-4 2-52 0,0-1-39 0,-3 0 0 16,-2 0 48-16,2-3-39 0,0-1 0 0,-2-2 97 15,2-3-73-15,1-5-31 0,2-7-1 0,-2 2-11 16,3-3-21-16,0-4 10 0,0 0-10 0,5-6 142 16,2-2-71-16,-1 0-108 0,3 0 0 0,2 0 0 15,4 0 0-15,0 0 0 16,1 0 0-16,1 0 0 0,0 0 0 0,3-1 0 16,11 0 0-16,4-2 0 0,7 2 0 0,1-1 0 15,4 2 0-15,4-2 0 0,7 2 0 0,1 0 0 16,2-2 0-16,4 2 0 0,0-2 0 0,3 2 0 15,0 0 0-15,-1-2 0 0,3 2 0 0,-2-2 0 16,-8 0 0-16,12 1 0 0,-12-1 0 0,-8-1 0 16,3 2 0-16,-4-2 0 0,-7 2 0 0,-4 0 0 15,-4 1 0-15,-8-3 0 16,-1 3 0-16,-4-2 0 0,-4 2 0 0,-1 0 0 16,-1-1 0-16,0-1 0 0,-3 0-50 0,-9-1-20 15,5 0-8-15,-6-2-871 0,-1 1 456 0,3-4 228 16,2-1 114-16</inkml:trace>
  <inkml:trace contextRef="#ctx0" brushRef="#br0" timeOffset="140510.56">16140 14595 2176 0,'-13'-2'0'0,"3"1"0"0,3 1 0 0,0 0 0 0,-1 0 0 0,5 0 0 0,-2 3 0 0,3 6 0 0,2 6 0 0,0 5 0 0,0 6 385 15,0 6-174-15,0 10-87 0,2 5-43 16,3 3 177-16,-2 4-101 0,1 3-65 0,0 1-27 16,-2 10 67-16,-1-8-48 0,1 0-23 0,-2-4 28 0,0 11-73 15,0-6-16-15,0-9 0 16,-3 0 0-16,-1-8 0 0,2-6 0 0,-2-1 0 16,3-3 0-16,-1-6 0 0,-1-7 0 0,1 0 0 15,0-9 0-15,1 2 0 0,-1-7 0 0,0-1 0 16,0-3 0-16,2-3 0 0,-2 0 0 0,2 0 0 15,-2 0 0-15,2 0 0 0,-1 0 0 0,-1 0 0 16,2 0 0-16,0-1 0 0,0-3-31 0,0-1-81 16,0 0 0-16,0 0-829 0,5 1 456 0</inkml:trace>
  <inkml:trace contextRef="#ctx0" brushRef="#br0" timeOffset="141172.7">16996 14633 1744 0,'0'-14'0'0,"0"11"0"0,0 1 0 0,0 2 0 0,0 0 0 16,0 0 0-16,0 0 0 0,0 0 0 0,0 0 0 0,0 0 0 0,0 12 79 0,0 2 218 0,-3 9-134 0,-3 3-64 15,-2 4 193-15,-1 2-127 0,-2 11-64 16,-2-6-24-16,-4 11 106 0,-2-3-73 0,0 0-37 16,-1 2 0-16,-3-2 101 0,0 2-60 0,0-1-43 15,-4 0 45-15,1 1-116 0,-1-2 0 0,-1 2 0 16,0-4 0-16,1 1 0 0,4-4 0 0,0-2 0 15,2-8 0-15,0 0 0 0,5-1 0 0,-2-6 0 16,7-5 0-16,1 3 0 0,-1-8 0 0,6-2 0 16,0-2 0-16,1-2-55 0,2-4-383 0,0-1 205 15,2-2 77-15,0 0-349 16,0 0 225-16,0 0 126 0,0-6 59 0,6-11-470 16,5-6 265-16,6-12 132 0</inkml:trace>
  <inkml:trace contextRef="#ctx0" brushRef="#br0" timeOffset="141461.47">16568 14894 2372 0,'-3'-17'0'0,"-4"8"0"0,0-1 0 0,2 0 0 0,-3 3 0 0,7 4 0 0,-3-1 0 0,2 2 0 0,2 2 0 0,0 0 0 0,2 0 117 0,11 7 321 0,4 10-205 0,3 3-98 15,3 1-50-15,7 9 246 0,0 3-148 0,2 0-146 16,2 7-37-16,-1-2 0 0,1 0 0 0,2 4 0 15,0-3 0-15,1 1 0 0,-5 0 0 0,0-3 0 16,0 1 0-16,-4-2 0 0,-4-2 0 0,-4-5 0 16,1 3 0-16,-3-4 0 0,-4 1 0 15,-5-7 0-15,1-2 0 0,-2-2 0 16,-5-7 0-16,-1 0 0 0,0-3 0 0,-2-5 0 16,0-3 0-16,0 3 0 0,-7-3 0 0,-2 0-17 15,-3-3-589-15,3-7 285 0,0-1 142 0,-2-1-603 16,6-6 377-16,1-6 184 0,4 0 92 0</inkml:trace>
  <inkml:trace contextRef="#ctx0" brushRef="#br0" timeOffset="141895.31">17441 14765 2361 0,'-4'-6'0'0,"2"4"0"0,1 0 0 0,1 1 0 0,0 1 0 0,0 0 0 0,0 1 0 16,0 10 0-16,0 4 0 0,0 4 0 0,0 6 90 0,0-2-26 0,0 2-69 16,0 3 42-16,0-5 10 0,-2 7-11 0,-7-7 42 0,-1-3-41 0,-1-1 0 15,-2-4 153-15,-1-2-67 16,2-5-47-16,2-2-1 0,-1-3 202 0,2-1-121 16,1-2-59-16,2 0 58 0,2 0-155 0,2 0 0 15,2-2 0-15,0-5 0 0,12-1 0 0,5 2 0 16,5-3 0-16,5 7 0 0,-1-1 0 0,6 3 0 15,0 0 0-15,2 0 0 0,-2 3 0 0,0 11 0 16,-1 1 0-16,1 3 0 0,-3 0 0 0,-1 6 0 16,-2-3 0-16,-4 6 0 0,-1-3 0 0,-5 2 0 15,0-3 0-15,-5 8 0 0,-3-6 0 16,-4 0 0-16,-4 1 0 0,0 0 0 16,-2-5 0-16,-14 8 0 0,0-7 0 0,-7-1 0 15,-5-3 0-15,0 0 0 0,-6-3 0 0,-5 0 0 16,-1-7 0-16,-1 4 0 0,-2-4 0 0,1-3 0 15,6-1 0-15,-1-4 0 0,2 0 0 0,1 0 0 16,6-11 0-16,1-8 0 0,8-6-425 0,4-5 22 16,5-10 182-16,9-3 93 15,1-5-709-15,0 0 400 0,6-6 191 0</inkml:trace>
  <inkml:trace contextRef="#ctx0" brushRef="#br0" timeOffset="142052.56">17473 14737 2942 0,'0'-8'0'0,"0"4"0"0,0 2 0 0,0-2 0 0,2 3 0 0,4-2 0 0,7 2 0 0,4-1 0 0,5-1 0 0,6 2 0 0,4 0 131 0,0-2 355 0,6 1-224 0,5 2-152 15,-5 0-307-15,11 0 93 16,-3 0 71-16,5 0-763 0,0 0 417 0,-1 0 207 16,3 0 114-16,2 0-739 0,-1 0 342 0</inkml:trace>
  <inkml:trace contextRef="#ctx0" brushRef="#br0" timeOffset="142280.19">18848 14614 2210 0,'4'0'0'0,"-2"-1"0"0,1 1 0 0,-1 0 0 0,-2 0 0 0,0 0 0 0,0 3 0 0,0 7 0 0,-5 4 0 0,-3 7 0 0,-3 2 468 0,-2 2-216 15,-4 11 342-15,0-4-269 0,-8 10-243 0,1 1-82 16,-5 0 0-16,-1 3 0 0,-3-4 0 0,-1 3 0 15,0-1 0-15,0-1 0 0,3-2 0 16,1-3 0-16,-1-1 0 0,9-7 0 0,-2 0 0 16,3-1 0-16,2-7 0 0,4-8 0 15,2 2-682-15,2-9 291 0,2-1 181 0,1-4-449 16,0-2 312-16,4 0 154 0</inkml:trace>
  <inkml:trace contextRef="#ctx0" brushRef="#br0" timeOffset="142545.47">18310 14666 3477 0,'0'-5'0'0,"0"5"0"0,0 0 0 0,3 4 0 0,4 5 0 0,3 8 0 0,5 6 0 0,1 2 0 0,5 10 0 0,11 10 0 0,6 6 454 15,1-5-454-15,5 4 0 0,0 0 0 0,-2-8 0 0,12 7 0 0,-1-7 0 16,-2-2 0-16,-1-4 0 0,-8-6 0 0,2-1 0 15,0 0 0-15,-5-5 0 0,-8-5 0 0,-1 0 0 16,-6-2 0-16,-7-7 0 0,0 3 0 16,-8-8 0-16,-2 1 0 0,-3-3 0 0,-2-3 0 15,1 0 0-15,-3 0 0 0,0 0 0 16,-9-6 0-16,0-5-676 0,-2-4 255 0,-2 0 197 16,-6-7-814-16</inkml:trace>
  <inkml:trace contextRef="#ctx0" brushRef="#br0" timeOffset="143805.37">4983 7202 690 0,'-7'-17'1'0,"3"2"-1"0,2-2 1 0,2 2-1 0,-2 6 1 0,1-2-1 0,1 7 1 16,0-2-1-16,-2 4 1 0,0 0-1 0,-1 0 71 0,-2 2 0 0,2 0-27 0,1 0 76 0,-2 0-41 0,2 0-2 16,2 0 0-16,-2 0-37 0,0 0 9 15,2 0 75-15,0 0-42 0,0 0 0 0,0 0-42 16,0 0 65-16,0 0-23 0,0 0-10 0,0 0 43 16,0 0-37-16,0 0-1 0,0 0-37 0,0 0 151 15,0 2-80-15,0-2-36 0,0 4 1 0,0-1 24 16,0 2-29-16,0 0 9 0,2 1-82 0,0 0 42 15,2 1 1-15,1 0 0 0,-1 2 37 0,2-3-28 0,-2 2-9 16,-1-1-1-16,3 2 4 0,-4 3-4 16,3-1 0-16,-3 2 71 0,0 3-41 15,2-1 0-15,0 0-29 0,-1 0-1 16,3-2 0-16,3-1 10 0,-1 2-9 0,1-3-48 16,6 1 0-16,-5-1 10 0,3-2 37 0,2 1 9 15,0 1-36-15,-3-2-13 0,3 0 0 0,0 1 0 0,0 1 0 16,0-1 0-16,0 3 0 0,0-2 0 0,0 1 0 15,0 0 0-15,1-2 0 0,1 1 0 0,3-1 0 16,-2-3 0-16,1 1 0 16,1-3 0-16,3 1 0 0,-1-5 0 15,-1 1 0-15,-1-2 0 0,2 0 0 0,-5 0 0 16,-1 0 0-16,-5 0 0 0,1 0 0 0,-3 0 0 16,-4 0 0-16,2 0 0 0,-3 0 0 0,-2 0 0 15,-1 0 0-15,1 0 0 0,0-2 0 16,-2 1 0-16,0-1 0 0,2 0 0 0,-1 0 0 0,-1 0 0 15,2 1 0-15,0-1 0 0,0 0 0 0,1 0 0 0,-1 1 0 16,-2 1 0-16,0-3 0 16,0 3 0-16,0 0 0 0,0 0 0 0,0 0 0 15,0 0 0-15,0 0 0 0,0 0-42 0,0 0 5 16,0 0-5-16,0-1 9 0,0-2-13 0,0 1-243 16,0-3 124-16,0-1 53 0,0 3-818 0,0-3 444 15</inkml:trace>
  <inkml:trace contextRef="#ctx0" brushRef="#br0" timeOffset="146111.53">19655 14168 2539 0,'-5'-12'0'0,"3"-1"0"0,0 0 0 0,2-2 0 0,0 1 0 0,0 1 0 0,4-4 0 0,13-2 0 0,5 1 0 0,5-1 0 0,5 2 118 15,5-2-44-15,1 5 20 0,1 0-27 0,1 4 0 16,-3 8-16-16,1-1 46 0,-2 3-28 0,-3 0 0 15,-1 0-63-15,-5 10 0 0,-4 3 44 16,-2 4-9-16,-7 3-104 0,-3 3 52 16,-9 1 26-16,-2 4-113 0,0 1 55 0,-7-1 5 15,-11 0 29-15,0-1 62 0,-5-1-42 0,-1-5-25 16,-1 1 21-16,1-5 95 0,3-6-47 0,-1-1 0 16,3-3 208-16,4-4-105 0,6-1-54 0,2-2-68 15,2 0-36-15,3 0 0 0,2 0 0 0,0 0 0 16,8 0 0-16,14 0 0 0,5 0 0 0,4 0 0 15,11 0 0-15,-2 3 0 0,-1 2 0 0,10 3 0 16,-6-1 0-16,-8 1 0 0,4 4 0 16,-9 2 0-16,-8 1 0 0,2 5 0 15,-11 1 0-15,-5 4 0 0,-6-3 0 0,-2 3 0 16,-4-5 0-16,-13 5 0 0,-4-5 0 0,-3-1 0 16,-2-2 0-16,-4-4 0 0,0-1 0 0,-2-6 0 15,-2 1 0-15,1-4 0 0,2-3 0 0,1 0 0 16,6 0 0-16,-1 0 0 0,6-2 0 0,3-6 0 15,5 3 0-15,1-2-224 0,6 1-364 0,2 0 279 16,2 3 134-16</inkml:trace>
  <inkml:trace contextRef="#ctx0" brushRef="#br0" timeOffset="146387.97">19753 14755 3243 0,'-16'-4'0'0,"4"3"0"0,3 1 0 0,3 0 0 0,3 0 0 0,1 0 0 0,2 0 0 0,0 0 0 0,2 0 0 0,16 0 0 0,8 5 319 0,6-1-145 0,10 2-67 15,4-1-33-15,15 2-60 0,-12-3-14 0,9 1 0 16,10-1 0-16,-6-1 0 0,0 0 0 0,0 1 0 16,0-2 0-16,-8-2 0 0,5 2 0 0,-2-2 0 15,-4 0 0-15,-4 0 0 0,-6 0 0 0,-8 0 0 16,-1 0 0-16,-4-2 0 0,-9-4 0 15,-2-1 0-15,-6 1 0 0,-4 0 0 0,-2 1 0 0,-4-1 0 16,-3 0-146-16,0 1-22 0,0 0-533 0,-10-1 321 16,-3 1 174-16,-1 5-620 15,-9-2 393-15</inkml:trace>
  <inkml:trace contextRef="#ctx0" brushRef="#br0" timeOffset="146797.81">20315 14864 2801 0,'-8'-2'0'0,"3"2"0"0,3 0 0 0,-2 0 0 0,-1 6 0 0,1 5 0 0,-1 6 0 0,0 3 0 0,0 5 0 0,-1 0 0 0,-1 6 102 0,0 1-31 0,-2 2 239 0,0 0-134 16,0 0-68-16,-1-2 64 0,-1 0-71 0,0-2-30 15,-2-5-52-15,2 1-19 0,0-10 0 0,1 1 0 16,2-7 0-16,1-1 0 0,2-5 0 0,-2 0 0 15,5-4 0-15,1 0 0 0,1 0 0 16,0 0 0-16,0 0 0 0,0 0 0 16,5 0 0-16,12 0 0 0,8 0 0 0,1 0 0 15,3 0 0-15,3 3 0 0,3 7 0 0,1-1 0 16,-1 5 0-16,1 1 0 0,-4 3 0 16,-1 0 0-16,0 5 0 0,-5-3 0 0,-1 5 0 0,-6-4 0 15,-6-2 0-15,-3 1 0 0,-6-2 0 16,-2 0 0-16,-2-3 0 0,0-2 0 0,-9 1 0 0,-9 0 0 15,-7-1 0-15,-1 3 0 16,-3-4 0-16,-3 2 0 0,-3-3 0 0,-7 2 0 16,8-5 0-16,-1-1 0 0,-1-1 0 0,2-4 0 15,4-2 0-15,2 0 0 0,5 0 0 0,3-9 0 16,1-8 0-16,8-7 0 0,3-1 0 0,4-15-806 16,4 3 261-16,0-12 257 0</inkml:trace>
  <inkml:trace contextRef="#ctx0" brushRef="#br0" timeOffset="146950.23">20262 15094 3439 0,'6'-3'0'0,"3"1"0"0,3-1 0 0,1-1 0 0,2-2 0 0,7-2 0 0,4 3 0 0,6 1 0 16,4-1 0-16,8 1 0 0,-2 0 285 0,2 1-123 0,-6 0-117 0,6 3-294 0,-7-2 111 0,0 1 90 15,-1 0 44-15,-5-2-934 0,-4 1 484 0,3 2 234 16</inkml:trace>
  <inkml:trace contextRef="#ctx0" brushRef="#br0" timeOffset="147267.87">19840 15071 2397 0,'-23'-19'0'0,"5"7"0"0,2 8 0 0,5 1 0 0,2-1 0 0,1 2 0 0,4 2 0 0,4 0 0 0,0 0 0 0,2 9 0 0,19 10 596 16,11 12-283-16,13 10-136 0,11 6 271 0,14 18-448 15,-2 5 0-15,3 7 0 0,3 2 0 0,-2 4 0 16,1-8 0-16,-1-4 0 0,-1-4 0 0,-5-10 0 15,12 5 0-15,-21-15 0 16,8-1 0-16,-8-4 0 0,-10-14 0 0,-2-7 0 16,4-1 0-16,-13-6 0 0,-2-3-299 0,-4-3-273 15,-9 0 266-15,-2 1 123 0</inkml:trace>
  <inkml:trace contextRef="#ctx0" brushRef="#br0" timeOffset="147712.17">17081 14648 1796 0,'-19'-25'0'0,"4"6"0"16,3 5 0-16,5 5 0 0,2 1 0 0,3 6 0 0,2 0 0 0,0 2 0 0,9 8 0 0,10 12 0 0,11 12 117 15,6 13 398-15,1 8-236 0,2 9-110 0,9 19-69 0,-4-4 188 0,4 7-124 16,0 1-62-16,3 3 267 0,-2-11-337 0,10 19-32 16,-7-19 0-16,0-2 0 0,-3-4 0 0,-6-15 0 15,-2 1 0-15,5 5 0 0,-7-8-157 0,-9-8 78 16,-1 1-853-16,-7-6 407 0,4 0 176 15</inkml:trace>
  <inkml:trace contextRef="#ctx0" brushRef="#br0" timeOffset="148258.31">21840 14907 2693 0,'-16'-19'0'0,"4"17"0"0,4 2 0 0,5 0 0 0,1 0 0 0,2 0 0 0,0 2 0 0,0 4 0 0,5-4 0 0,15 2 0 0,8-4 259 0,13 0-109 0,3 0-54 0,17-4 159 16,-1-10-107-16,-4 5-44 15,15-6-36-15,-9 2-140 0,-11 2 56 0,10 0 28 16,-12 2-488-16,-8 0 268 0,-2 6 119 0,-7 1 65 16,-9 2-834-16,-9 0 362 0,-2 20 225 0</inkml:trace>
  <inkml:trace contextRef="#ctx0" brushRef="#br0" timeOffset="148417.41">22030 15379 3389 0,'-20'0'0'0,"4"2"0"0,7-1 0 0,2-1 0 0,2 0 0 0,3 0 0 0,2-1 0 0,2-8 0 0,15 2 0 0,6 0 0 0,5 0 343 16,12-3-152-16,-1 3-183 0,-2 3-8 0,14 0 0 15,-3 2 0-15,-2-1 0 0,5 3 0 0,-3 0 0 16,-4 0 0-16,13 0-925 0,-4 0 435 0,11 5 266 16</inkml:trace>
  <inkml:trace contextRef="#ctx0" brushRef="#br0" timeOffset="149134.38">23337 14816 1342 0,'-17'-22'0'0,"6"5"0"0,4 6 0 0,5-1 0 0,2-5 0 0,0-1 0 0,15-3 0 15,13 1 0-15,9-4 0 0,5 1 0 0,5 3 41 0,2 2 426 0,1 6-214 0,-5 4-106 0,-9 6-43 16,1 2 51-16,-3 0-57 0,-6 10-28 15,-3 7-57-15,-4 6 0 0,-7 2 37 0,-3 5-9 0,-6 2-43 16,-5-1-1-16,0 5 44 16,-8-1-1-16,-10-2-44 0,-9 3 16 0,-3-4 1 15,-2-4 134-15,-2-2-53 0,-2-2-31 0,5-5-21 16,-6 0 201-16,7-3-101 0,12-7-51 0,5-2 127 16,2-3-218-16,3-2 0 0,5-1 0 0,3 1 0 15,2-2 0-15,19 0 0 0,16 0 0 16,4 0 0-16,5 0 0 0,4 0 0 0,2 6 0 0,0 3 0 15,-1 5 0-15,-1 2 0 16,-8 8 0-16,-3-1 0 0,-7 6 0 0,-7-2 0 16,-8 6 0-16,-6-1 0 0,-9 2 0 0,-2 0 0 15,0-1 0-15,-24 3 0 0,-2-7 0 0,-2-4 0 16,-16-3 0-16,3-7 0 0,-3-1 0 0,0-8 0 16,1-2 0-16,5-4 0 0,-3 0 0 0,3-2 0 15,3-11 0-15,5-3 0 0,5-3 0 0,4-5 0 16,5-2 0-16,6-5 0 0,4 1 0 0,6-3 0 15,0 3 0-15,6 2-775 16,13 3 330-16,5 3 202 0,5 1-477 0,1 1 340 16,7 1 169-16,-3 2 76 0,13-6-139 0,1 5 117 15</inkml:trace>
  <inkml:trace contextRef="#ctx0" brushRef="#br0" timeOffset="149574.03">24924 14224 2215 0,'10'-29'0'0,"-6"13"0"0,-1 6 0 0,-1 1 0 0,-2 1 0 0,0 3 0 0,-2 3 0 0,-7 0 0 0,-6 2 0 0,3 5 0 0,-6 15 161 0,-3 7 282 0,-3 8-190 0,-4 8-112 16,-8 13 220-16,1 1-160 0,0 4-81 0,1 5-84 16,-1 4-36-16,-4 16 0 0,5-10 0 0,4 8 0 15,5-13 0-15,2 6 0 0,11-11 0 0,2 9 0 16,10-10 0-16,0-5 0 0,0-9 0 15,17 4 0-15,4-7 0 0,4-5 0 16,5-7 0-16,5-5 0 0,-1-9 0 0,0-9 0 16,3-6 0-16,6-7 0 0,-3 0 0 0,-1-11 0 15,-4-11 0-15,-4-5 0 0,-1 3 0 0,0-12 0 16,-9 7 0-16,-3-5 0 0,-4 2 0 0,-3-2 0 16,-8-2 0-16,-1 2 0 0,-2-1 0 0,-2 3 0 15,-12 2 0-15,-2 1 0 0,-3 6 0 16,-3 1 0-16,-4 3 0 0,-1 6 0 15,-1 4 0-15,-2 2 0 0,3 1 0 0,-4 3 0 16,5 3 0-16,3 0 0 0,0 0 0 0,1 0 0 16,2 6 0-16,-1 2 0 0,1 2 0 0,2 0 0 15,1 0 0-15,1 2 0 0,0-2 0 0,5 0 0 16,-3-1 0-16,5 1 0 0,4-3 0 0,-1 1 0 16,1-1 0-16,3-1 0 0,2 2 0 0,0-2-180 15,0 4-479-15,6 0 299 0,8 3 165 0,7 2 77 16</inkml:trace>
  <inkml:trace contextRef="#ctx0" brushRef="#br0" timeOffset="149712.41">25124 15300 1880 0,'-18'-21'0'15,"7"13"0"-15,6 7 0 0,-3-1 0 0,2-1 0 0,1 2 0 0,1 1 0 0,4 0 0 0,0 0 0 0,0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2:21:43.4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12641 4426 2934 0,'-13'-5'0'0,"4"1"0"0,7 3 0 0,-2-2 0 0,4 3 0 0,0 0 0 0,-3 0 0 0,3 0 0 0,0 0 0 0,0 0 0 0,5 0 211 0,10 0-87 0,6 0-34 0,3 0 123 15,2 4-88-15,4-3-44 0,3 2 1 0,6-1-11 16,-2-2-71-16,8 0 0 0,0 0 0 0,-2-2 0 15,3-2 0-15,-3-4 0 0,-6 1 0 0,5 0 0 16,-5-2 0-16,-1 3 0 0,-4-3 0 0,-2 2 0 16,-9 0 0-16,-1 0 0 0,-3 1 0 15,-4-2-16-15,-3 2-91 0,-3-1-303 0,-3-2 163 0,-2 2 109 16,-1 0-588-16,-1-4 345 16,0-2 171-16,0 1-475 0,-9-3 315 0</inkml:trace>
  <inkml:trace contextRef="#ctx0" brushRef="#br0" timeOffset="198.87">13216 4132 3007 0,'-17'-4'0'0,"2"1"0"15,6 3 0-15,1 0 0 0,2 0 0 0,4 0 0 0,2 0 0 0,0 0 0 0,2 0 0 0,17 0 0 0,6 0 121 0,10 3 384 0,4-1-234 0,3-2-244 0,-4 0-27 0,12 2 0 16,-6 1 0-16,-11 1 0 16,3 0 0-16,-4 3 0 0,-9 3 0 0,-5 1 0 15,-1 2 0-15,-8 2 0 0,-5 4 0 0,-4 3 0 16,0 5 0-16,-13-1 0 0,-6 0 0 0,-3 3 0 15,-4-3-33-15,-1 0-151 0,-1-2 83 0,0 1-512 16,1-5 288-16,1-1 144 0,0 0 72 0,2 1-601 16,-1 3 340-16</inkml:trace>
  <inkml:trace contextRef="#ctx0" brushRef="#br0" timeOffset="726.89">13141 5010 2438 0,'2'10'0'0,"0"1"0"0,-1-5 0 0,3-3 0 0,-2-1 0 0,1-2 0 16,3 0 0-16,0 0 0 0,3-5 0 0,-1-7 0 0,-1 1 96 0,1-1-33 0,0-3 206 0,-3 1-115 0,0-2-59 15,-1 0-28-15,0-1 3 16,-3-2-9-16,-1 2-23 0,0-1 22 0,0 0-23 16,0-2 1-16,-7-1 65 0,-2-2-37 0,-2 5 0 15,-1 1-29-15,0 0 84 0,-4 2-69 0,3 4-52 16,-4 1 0-16,1 5 0 0,-4 3 0 0,2 0 0 15,-6 2 0-15,4 2 0 0,-6 12 0 0,4 4 0 16,-1 3 0-16,2 3 0 0,3 1 0 0,-1 5 0 16,2 7 0-16,2-1 0 0,1 3 0 0,7-6 0 15,2 1 0-15,1 2 0 16,4-3 0-16,0-3 0 0,0-8 0 0,0 1 0 0,2-3 0 0,7-3 0 16,5-3 0-16,-2-3 0 15,4-4 0-15,2-4 0 0,7-3 0 0,-4 0 0 16,7-7 0-16,0-9 0 0,1-11 0 0,0-1 0 15,-1-3 0-15,-5 5 0 0,1-6 0 0,-1 2 0 16,-3 0 0-16,-2 7 0 0,-8 5 0 0,-1-2 0 16,-2 10 0-16,-2 2 0 0,-3 3 0 15,0 1 0-15,-2 2 0 0,0 2 0 16,0 0 0-16,0 0 0 0,0 0 0 0,0 6 0 16,0 5 0-16,0 5 0 0,0 2 0 0,2 5 0 15,3-5 0-15,1 9 0 0,2-7 0 0,1 2 0 16,2-1 0-16,-1-1 0 0,1-2 0 0,0-5 0 15,1 0 0-15,-1-3 0 0,0-1 0 0,1-3 0 16,-5-3 0-16,2 1 0 0,1-1 0 0,1-3 0 16,0 0 0-16,2 0 0 0,2 0-112 0,8-5-66 15,0-8 41-15,3-1-785 0,10-9 443 0,-1-2-516 16</inkml:trace>
  <inkml:trace contextRef="#ctx0" brushRef="#br0" timeOffset="909.82">13768 4659 3714 0,'-9'-4'0'0,"-1"3"0"0,2-1 0 0,3-1 0 0,1 3 0 0,3-1 0 0,1 1 0 0,0 0 0 0,0 0 0 0,10 0 0 0,6 0 107 16,0 0-34-16,7 1-36 0,4-1-37 0,-1 0 0 16,-2 0 0-16,6 0 0 0,-4 0 0 0,-3 0 0 15,0 0 0-15,0 0 0 0,-5 0 0 0,1 0-611 16,-6 3 118-16,-1-1 254 0,-2-1-30 0</inkml:trace>
  <inkml:trace contextRef="#ctx0" brushRef="#br0" timeOffset="1087.02">13864 4907 3687 0,'-17'11'0'0,"2"1"0"0,6-6 0 0,-2-1 0 0,6-1 0 0,3-4 0 0,0 2 0 0,2-1 0 0,0-1 0 0,9 0 0 0,9 0 128 0,1 0-12 0,3 0-116 0,-1 0 0 15,2 0 0-15,5-1 0 0,-5-3 0 0,-2 2 0 16,2 0 0-16,0-1 0 16,-3-1-178-16,1 4 54 0,0-2 81 0,-3 2-1028 0,3-2 518 0,0 2 243 15</inkml:trace>
  <inkml:trace contextRef="#ctx0" brushRef="#br0" timeOffset="1358.8">14664 4364 3069 0,'2'-11'0'0,"-2"4"0"0,0 1 0 0,0 1 0 0,0 2 0 0,0 1 0 0,-6 1 0 0,-3 1 0 0,-5 0 0 0,2 6 0 0,-6 12 180 0,-2 4 259 15,-3 12-201-15,4-2-233 0,-4 14-5 0,3 1 0 16,3 3 0-16,6 4 0 0,4-1 0 0,7-8 0 15,0 10 0-15,0-10 0 0,7-2 0 0,11-5 0 16,-4-7 0-16,5 1 0 0,3-3 0 0,1-3 0 16,0-4 0-16,-1 0 0 15,0-4 0-15,-3-5 0 0,2 2 0 0,-1-4-456 16,0-1-112-16,1-3 267 0,0 0 131 0</inkml:trace>
  <inkml:trace contextRef="#ctx0" brushRef="#br0" timeOffset="1966.75">14989 4603 2220 0,'-14'-24'0'0,"7"8"0"0,2 6 0 0,1-2 0 0,2-2 0 0,2 1 0 0,0 4 0 0,0 1 0 0,6-2 0 0,6 0 0 0,6 4 134 0,6-1 55 0,2 4-76 0,4 3-28 16,2 0-10-16,2 3 122 0,2 8-79 16,0 4-41-16,-3 4 0 0,-1 6 32 0,-4-2-40 15,-3 5-1-15,-7 5-30 0,-2 1-12 16,-5 1 11-16,-8 3 10 0,-1-3 26 0,-2 3 0 16,0-2-36-16,-13-4 32 0,-4-1-69 0,-3-4 0 15,-5-4 0-15,1-3 0 0,-4-3 0 0,-3-6 0 16,1-2 0-16,-2-3 0 0,2-3 0 0,-2-3 0 15,2 0 0-15,2 0 0 0,8 0 0 0,-1-6 0 16,4-2-255-16,6-2 4 0,4-2 86 0,3-1-428 16,4-3 278-16,2-6 129 0,14-1 79 0,11-3-592 15,5 1 330-15</inkml:trace>
  <inkml:trace contextRef="#ctx0" brushRef="#br0" timeOffset="2187.01">15571 4352 2649 0,'0'-6'0'0,"0"4"0"15,-11 2 0-15,-4 0 0 0,-2 0 0 0,-6 9 0 0,5 4 0 0,-3 6 0 0,-2 5 0 0,3 3 0 0,1 4 572 0,2 9-267 0,4 1-134 0,4 0 63 0,5 5-234 16,4-7 0-16,0 10 0 0,0-6 0 16,5-2 0-16,8-1 0 0,3-8 0 0,2 0 0 15,3-4 0-15,2-3 0 0,1-4 0 0,3-2 0 16,-6-3 0-16,2-7 0 0,0-1 0 0,-1-3 0 15,-1-5 0-15,2 0-792 0,1 0 330 0,-4-2 202 16,3-9 116-16,2 2-717 0</inkml:trace>
  <inkml:trace contextRef="#ctx0" brushRef="#br0" timeOffset="2396.55">15899 4811 3180 0,'4'0'0'0,"1"0"0"0,-3 0 0 0,1 0 0 16,-1 0 0-16,3 2 0 0,-1 2 0 0,2 5 0 0,-1 1 0 0,1 3 0 0,0 2 528 0,-2 2-305 0,-3 1-223 16,-1 3 0-16,0 4 0 0,0-7 0 0,-7 8 0 0,-7-2 0 15,0-5 0-15,0-2 0 0,-2 2 0 16,-3-5 0-16,-1-1 0 0,-5-3-137 0,2-1 79 16,-1-5-510-16,5-1 279 0,-5-3 55 0,3 0 103 15,3 0-339-15,-2-7 216 0,8-14 109 0,3 2-530 16</inkml:trace>
  <inkml:trace contextRef="#ctx0" brushRef="#br0" timeOffset="2594.75">16018 4638 3028 0,'2'-2'0'0,"3"1"0"0,3-2 0 0,2 2 0 0,0-1 0 15,6 2 0-15,2-1 0 0,1-2 0 0,8 1 0 0,-3 0 0 0,5 0 298 0,-2 2-130 0,3-1-87 0,0 1 10 0,0 0-53 16,-2 0 0-16,-1 0-489 0,-6 0 244 0,2 0 122 16,-5 0 72-16,-3 0-696 0,0 0 370 15,-6 0 184-15,-1 0-414 0,0 0 265 0</inkml:trace>
  <inkml:trace contextRef="#ctx0" brushRef="#br0" timeOffset="2942.43">16425 4416 1984 0,'7'-9'0'15,"4"2"0"-15,0 2 0 0,4-5 0 0,1 2 0 0,7 1 0 0,0 1 0 0,9 1 0 0,0 1 0 0,0 2 0 0,1 2 538 0,-2 0-250 0,-5 0-115 16,4 9-73-16,-5 4 214 0,-5 4-138 0,-5 4-69 16,-4 3-16-16,-4 3-17 0,-5 2-9 0,-2 5-67 15,-2 1 1-15,-10 1 25 0,-8 2-24 0,2-7 0 16,-8 6 0-16,5-11 0 0,-6 3 0 0,-1-3 0 15,0-4 0-15,-4-3-27 0,0-2-35 0,2-4 151 16,0-2-89-16,3-3 0 0,6-1 0 16,0-5 0-16,4 0 0 0,7 0 0 0,3-2 0 0,2 0 0 15,3 0 0-15,2 0 0 16,0 0 0-16,2 0 0 0,10 0 0 0,11 0 0 16,0 0 0-16,2 0 0 0,6-2 0 0,0 0 0 15,2 0 0-15,-1 1 0 0,0-1 0 0,-4 0 0 16,4 0 0-16,-2 0 0 0,-3 0 0 0,-4 2 0 15,0 0 0-15,2 0-262 0,-2-1-281 0,-3 1 252 16,-1-3 127-16,0 2-425 0,-3-1 275 16</inkml:trace>
  <inkml:trace contextRef="#ctx0" brushRef="#br0" timeOffset="3146.48">17034 4806 2634 0,'3'-1'-1'0,"3"1"0"0,2-3 1 16,3 3 0-16,-2 0 0 0,5 0 0 0,-2 0 0 0,2 9 0 0,-1 1 0 0,0 3 0 0,-2 0 382 0,-1 4-177 0,-5 0 370 0,-1 4-438 0,-4-1-137 0,0 3 0 0,-6 3 0 31,-7-4 0-31,-4 2 0 0,-3-3 0 0,-3-2 0 0,-1-2 0 0,-3 0 0 16,-1-5 0-16,-2-1 0 16,0-5 0-16,0-1 0 0,10-3 0 0,-3-2 0 0,6 0-29 0,3 0-116 15,4-13-723-15,7-8 415 0,3-4 198 16</inkml:trace>
  <inkml:trace contextRef="#ctx0" brushRef="#br0" timeOffset="3317.06">17242 4625 3607 0,'15'-6'0'0,"0"3"0"0,-2 0 0 0,3-1 0 0,-4 0 0 0,8 1 0 0,0 0 0 0,6 2 0 0,2-2 0 0,4 1 0 0,2-2 229 0,0 2-134 0,0 0-95 16,0 2 0-16,-2 0 0 0,-2 0 0 15,-2 0 0-15,-6 0 0 0,1 0-492 0,-4 0 127 16,-4 0 202-16,-5 0 100 0,2 0-937 0,-1 0 473 0</inkml:trace>
  <inkml:trace contextRef="#ctx0" brushRef="#br0" timeOffset="3546.45">17950 4330 1773 0,'0'0'0'16,"0"0"0"-16,0 0 0 0,-1 2 0 0,1 2 0 0,-2 2 0 0,0 2 0 0,0 1 0 0,0 6 0 0,2 6 0 0,0 2 1461 0,-1 4-764 0,1 3-697 15,0 2 0-15,0 0 0 0,0 2 0 0,1-1 0 16,1 1 0-16,4-2 0 0,-1 0 0 0,-1 3 0 16,-2-6 0-16,-1 1 0 0,1-3 0 0,-2 0 0 15,0-8 0-15,0 2 0 0,-2-4 0 0,-3-4-728 16,1-3 231-16,-1-3 229 0,-1-3 115 0,0-4-586 15,0 0 356-15,3 0 173 0</inkml:trace>
  <inkml:trace contextRef="#ctx0" brushRef="#br0" timeOffset="3773.65">18078 4284 3447 0,'9'-10'0'0,"5"0"0"0,0 3 0 0,6-1 0 0,4 1 0 0,2 4 0 0,4 0 0 0,3 3 0 0,2 0 0 0,1 13 0 0,5 8 151 0,-6 5 182 0,-1 7-333 16,-2 0 0-16,-2 8 0 0,-6-5 0 0,3 13 0 0,-8 0 0 16,-3-1 0-16,-2 5 0 15,-8 2 0-15,-3-2 0 0,-3-1 0 0,0 2 0 16,-7-7 0-16,-12-1 0 0,-4-4 0 0,-1-6 0 16,-10 2 0-16,0-6 0 0,-3-4 0 0,-4-1 0 15,-3-4 0-15,-3-2 0 0,0 0 0 0,-1 0 0 16</inkml:trace>
  <inkml:trace contextRef="#ctx0" brushRef="#br0" timeOffset="4489.46">20178 4269 2140 0,'-9'0'0'0,"5"0"0"0,2 0 0 0,2 0 0 0,0 0 0 0,0 0 0 0,2 0 0 0,13 0 0 0,7 0 0 0,7 0 0 0,6 0 152 0,8 0-56 0,-1-2 421 15,14-2-244-15,-2 0-118 0,10 0 257 0,-4 3-226 16,-7-1-186-16,2 2 0 0,-2 0 0 0,-5 0 0 15,-11 0 0-15,1 0 0 0,-6 0 0 0,-8 3 0 16,-1-1 0-16,-6 0-51 0,-6 0-149 16,0-2 119-16,-5 0 58 0,-2 0-786 15,-2 0 373-15,-2-2 199 0,0-8-324 0,0-5 261 16,0-3 131-16,-4 0-333 0,-6-11 236 0</inkml:trace>
  <inkml:trace contextRef="#ctx0" brushRef="#br0" timeOffset="4666.79">20905 4021 2574 0,'-10'-8'0'0,"3"1"0"0,3 3 0 0,2 2 0 0,0 0 0 0,2 2 0 0,2 0 0 0,11 0 0 0,12 4 0 0,3 1 0 0,4 1 307 0,3-1-134 0,7 5-67 16,-8-2 476-16,3 1-393 0,-3 2-189 15,-4 0 0-15,-4 1 0 0,-6-1 0 0,-4 4 0 16,0-1 0-16,-9 6 0 0,-4-1 0 0,-3 7 0 16,0-1 0-16,-12 1 0 0,-7 0 0 0,-4 0-31 15,-2-2-380-15,1 2 222 0,-2-3-9 0,-2-2-598 16,0-2 379-16,-1-2 179 0,-1-3 105 0,0-6-406 15,-2 0 251-15</inkml:trace>
  <inkml:trace contextRef="#ctx0" brushRef="#br0" timeOffset="5036.14">20875 4460 1417 0,'-34'-2'0'0,"2"-7"0"0,4-1 0 0,9 3 0 0,-2-1 0 0,5 1 0 0,3 1 0 0,3 2 0 0,2 3 0 0,5-2 0 0,1 3 327 0,2 0-149 0,0 4-70 0,0 12 497 16,2 6-283-16,5 2-142 0,0 9 567 0,3 6-700 15,-4 2-47-15,-1 5 0 0,-1 0 0 0,-2 3 0 16,0-8 0-16,-2 12 0 0,0-8 0 0,0-2 0 15,0-9 0-15,-2 4 0 0,-2-12 0 0,-1 2 0 16,-1-7 0-16,3-9 0 0,-2-2 0 0,0-5 0 16,1-2 0-16,0-3 0 15,1 0 0-15,-1-3 0 0,4-9 0 0,0-2 0 16,0-2 0-16,2-1 0 0,9-1 0 0,8 0 0 16,1 1 0-16,4 2 0 0,5 0 0 0,1 6 0 15,0 1 0-15,-2 6 0 0,0 2 0 0,-1 0 0 16,-9 2 0-16,5 15 0 0,-8-2 0 0,0 10 0 15,-8-3 0-15,0-3 0 0,-6 5 0 0,-1 4 0 16,0-9 0-16,0 6 0 0,-10-3 0 0,-1-3 0 16,-4-3 0-16,-1-1 0 15,-4-1 0-15,-3-3 0 0,0-2 0 0,-3-6 0 16,1-1 0-16,-5-1 0 0,0-1 0 0,3 0 0 16,1 0 0-16,4-9 0 0,5-3 0 0,-3-4 0 15,6-5 0-15,9-1 0 0,3-3 0 0,2-3-328 16,5-2-264-16,20-5 281 0,7-1 137 0,5 0 67 15</inkml:trace>
  <inkml:trace contextRef="#ctx0" brushRef="#br0" timeOffset="5202.52">21387 4524 3670 0,'6'0'0'0,"2"0"0"0,-1 0 0 0,0 0 0 0,0 0 0 0,0 0 0 0,2 0 0 0,7 0 0 0,2 0 0 0,8 0 0 0,2 0 261 0,3 0-261 0,-1 0 0 15,2 0 0-15,-6 0 0 0,8 0 0 0,-6 0 0 16,-2 0 0-16,-7 0-420 0,0 0-61 0,-8 10 270 16,-3 6-482-16</inkml:trace>
  <inkml:trace contextRef="#ctx0" brushRef="#br0" timeOffset="5360.27">21417 4845 3931 0,'-16'11'0'0,"5"0"0"0,4-5 0 0,4 0 0 0,3-3 0 0,0 1 0 0,5 1 0 0,14-4 0 0,10 0 0 0,3-1 0 0,8 4 0 0,2-4 0 0,-6 0 0 16,3 0 0-16,2 0 0 15,-3 0 0-15,0 0 0 0,-4 0 0 0,-3 0 0 16,0 0-314-16,-5 0-191 0,0 0 271 0</inkml:trace>
  <inkml:trace contextRef="#ctx0" brushRef="#br0" timeOffset="5867.88">22552 4203 2481 0,'-2'-10'0'0,"-2"2"0"0,1 5 0 0,-1 0 0 0,-1 0 0 0,-4 1 0 0,2 2 0 0,-6 0 0 0,-2 11 0 0,-2 13 0 0,-7 11 155 0,-1 6-58 0,-7 14 397 15,8-3-218-15,-6 16-123 0,8-4 122 0,4 3-275 16,7-1 0-16,10-2 0 16,1-10 0-16,1 2 0 0,14-5 0 0,11-5 0 15,5-4 0-15,6-5 0 0,5-6 0 0,2-5 0 16,4-1 0-16,0-4 0 0,3-4 0 0,-1-2-250 16,0-4-349-16</inkml:trace>
  <inkml:trace contextRef="#ctx0" brushRef="#br0" timeOffset="6503.22">22688 4599 1689 0,'-12'-10'0'0,"1"3"0"0,2-1 0 0,-1 1 0 0,0-3 0 0,1-2 0 0,-1 1 0 0,3-1 0 0,3 0 0 0,3 0 0 0,1-2 131 15,0-1-51-15,1-2 242 16,12 1-143-16,8-2-70 0,2 2-36 0,5 0 193 0,0 4-119 16,1 2-54-16,1 5 176 0,-2 3-115 15,-3 2-57-15,0 0-20 0,3 5 52 0,-3 13-45 16,-2 2-52-16,-3 4-32 0,-1 4 0 0,-4 1 0 16,-2 2 0-16,-6 4 0 0,-3-3 0 0,-2 2 0 15,-2-1 0-15,0 0 0 0,-6-2 0 0,-6-2 0 16,-6-2 0-16,-1-1 0 15,3-7 0-15,-9 2 0 0,2-6 0 0,5-6 0 0,-5 1 0 16,1-5 0-16,2-1 0 0,-1-2 0 16,0-2 0-16,4 0 0 0,0 0 0 0,1 0 0 15,4 0 0-15,1-2-30 0,2-3-235 0,0-1 113 16,6 0-413-16,1 0 264 0,2-1 122 0,0-4 75 16,12-5-541-16,12-2 304 0,9-2 152 0</inkml:trace>
  <inkml:trace contextRef="#ctx0" brushRef="#br0" timeOffset="6726.57">23274 4317 2159 0,'1'-15'0'0,"-1"4"0"0,0 4 0 0,-1 2 0 0,-15-2 0 16,0 5 0-16,-4 2 0 0,-4 0 0 0,4 9 0 0,-3 7 0 0,0 6 554 0,0 7-258 0,2 6-129 0,1 1 374 0,10 5-327 15,1-2-214-15,7 11 0 0,2-6 0 0,0 1 0 16,11 1 0-16,3-5 0 15,3-5 0-15,3 0 0 0,5-5 0 0,0-5 0 0,1-1 0 0,2-5 0 16,-6-6 0-16,8-1 0 16,-3-7 0-16,-6 0 0 0,2-5 0 0,-2-1-203 15,0 0-42-15,-2 0 113 0,0-5-821 0,-2-5 458 16,-2 0 229-16</inkml:trace>
  <inkml:trace contextRef="#ctx0" brushRef="#br0" timeOffset="6921.98">23553 4720 2741 0,'2'-6'0'0,"0"6"0"0,0-3 0 0,1 3 0 0,3 0 0 0,-1 0 0 0,4 0 0 0,0 12 0 0,-2 1 0 0,-2 3 0 0,0 2 128 0,-3 0 535 0,-2 7-312 0,0-1-303 16,-5 1-48-16,-6-3 0 0,-5 5 0 0,-1-6 0 16,-1-1 0-16,-2-2 0 0,5-4 0 0,-5-3 0 15,1-2 0-15,-2 0 0 0,6-4 0 0,-4-1-76 16,2-4-190-16,2 0 98 0,0 0 91 0,5 0-823 15,1-2 431-15,6-1 216 0</inkml:trace>
  <inkml:trace contextRef="#ctx0" brushRef="#br0" timeOffset="7546.82">23980 4579 2581 0,'-14'-12'0'0,"2"7"0"0,4-3 0 0,-2-1 0 0,3-2 0 0,1 1 0 0,5-4 0 0,-1 1 0 0,2-5 0 0,0 0 0 0,9 2 277 0,10-5-125 0,4 0 207 0,4 4-161 16,3 1-81-16,4 1-40 0,4 4 93 0,5-1-170 15,-4 7 0-15,-7 5 0 0,4 0 0 0,-3 2 0 16,-5 15 0-16,1 3 0 0,-8 5 0 0,-4 5 0 15,-4 1 0-15,-8 4 0 0,-2 0 0 0,-3 0 0 16,0 1 0-16,-8 2 0 16,-10-5 0-16,0 2 0 0,-5-4 0 0,-1-1 0 15,-4-4 0-15,-1-2 0 0,-1-6 0 0,1-1 0 16,-6-2 0-16,4-5 0 0,1-3 0 0,-2-2 0 16,2-1 0-16,1-4 0 0,9 0 0 0,-1 0 0 15,5 0 0-15,4-4 0 0,5-8-216 0,7-6 47 16,0-3-568-16,17-8 356 0,12-2 171 0,10-1 87 15,2 0-665-15,15-3 376 0</inkml:trace>
  <inkml:trace contextRef="#ctx0" brushRef="#br0" timeOffset="7747.36">24612 4311 3402 0,'18'-18'0'0,"-7"5"0"0,-4 0 0 0,-4 5 0 0,-3 3 0 0,0 0 0 0,-3 4 0 0,-14 1 0 0,-5 6 0 0,-3 10 0 0,-3 9 225 0,-2 1-93 0,6 3 40 16,-6 9-172-16,7-2 0 0,6-4 0 0,4 5 0 15,6 4 0-15,5-4 0 0,2-2 0 16,2 1 0-16,12-2 0 0,9-3 0 16,0 1 0-16,5-7 0 0,-1-3 0 0,2-2 0 15,1-8 0-15,-2-2 0 0,0-2 0 0,-3-4-253 16,5-1-222-16,-4-3 219 0,1 0 109 0,-2 0-308 16,2 0 209-16,-3-2 96 0</inkml:trace>
  <inkml:trace contextRef="#ctx0" brushRef="#br0" timeOffset="7956.7">25035 4689 3520 0,'2'-4'0'0,"0"3"0"0,0-1 0 0,-2 2 0 0,1 0 0 16,3 0 0-16,1 0 0 0,2 9 0 0,-2 4 0 0,1 3 0 0,-1 3 411 0,-2 4-411 0,0 0 0 0,-3-1 0 0,0 11 0 0,-8-7 0 15,-4 1 0-15,-4 0 0 0,2-2 0 0,-2-6 0 16,-4 4 0-16,-1-7 0 0,-2-2 0 0,-1-3 0 15,0-4 0-15,1-4 0 0,-5-1 0 16,9-2 0-16,-1 0-301 0,3-2 56 16,4-8 105-16,5-9-657 0,6-10 385 0,2-8 188 15</inkml:trace>
  <inkml:trace contextRef="#ctx0" brushRef="#br0" timeOffset="8114.12">25170 4505 3509 0,'12'-7'0'0,"2"2"0"0,2 4 0 0,-2-1 0 0,2 0 0 0,4 1 0 0,6-2 0 0,6 1 0 0,4 2 0 0,1-1 0 0,2-1 155 16,-1 2 112-16,0 0-267 0,-2 0 0 0,-4 0 0 15,-4 0 0-15,0 0 0 0,-9 0 0 0,2 0-343 16,-6 0 3-16,-4 0 188 0,-1 0 95 0,-3 0-925 16</inkml:trace>
  <inkml:trace contextRef="#ctx0" brushRef="#br0" timeOffset="8311.15">25838 4242 3426 0,'0'-3'0'0,"0"-1"0"0,0 3 0 0,0 1 0 0,-1 0 0 0,1 0 0 0,0 0 0 0,0 1 0 0,0 12 0 0,0 2 0 0,0 7 255 16,0 4-110-16,0 0-40 0,1 5-105 0,-1 1 0 16,0 0 0-16,0 2 0 0,0-1 0 0,0 0 0 15,0-1 0-15,0 2 0 0,0-7 0 0,-3 3 0 16,0-6 0-16,-1-4 0 0,0-2 0 15,2-6 0-15,-2-1-569 0,2-3-9 0,0-4 270 0,0-4-544 16,2 0 407-16</inkml:trace>
  <inkml:trace contextRef="#ctx0" brushRef="#br0" timeOffset="8522.02">26034 4137 3853 0,'17'-9'0'0,"3"3"0"0,7 2 0 0,-2 3 0 0,5 1 0 0,5 2 0 0,5 18 0 0,-7-1 0 0,9 11 0 0,-8 3 0 0,-1 5 78 0,-3 5-78 0,-5 5 0 16,-2 2 0-16,-7 2 0 0,-4 5 0 0,-7-2 0 15,-5 10 0-15,0-10 0 0,-10 11 0 0,-13-11 0 16,-4 0 0-16,-1-10 0 0,-6 2 0 0,-1-6 0 16,-7-5 0-16,1-6 0 0,-4-4 0 0,-6-3 0 15,-1-2 0-15,0-2 0 0,4-3 0 0,5-1 0 16</inkml:trace>
  <inkml:trace contextRef="#ctx0" brushRef="#br0" timeOffset="10440.7">12198 6209 3441 0,'-8'0'-3'0,"3"0"1"0,1 0 1 0,1 0-4 0,3 0 2 0,0-2 2 0,5-5 1 0,17 0 0 0,4 0 0 0,10-4 0 0,-1 2 207 0,2 0-70 0,8-2-52 0,-4 6-9 15,-5-2-76-15,3 3 0 0,-3 0 0 0,1 2 0 16,-1-2 0-16,0 2 0 0,-2-1 0 0,-2-2 0 16,0 2 0-16,-6-1 0 0,2-3 0 0,-6 1 0 15,1 1 0-15,-4-3 0 0,-4 1 0 0,-6 3 0 16,1-2 0-16,-5 5-239 0,-3-2-90 15,0 1 114-15,-2 0 85 0,0 0-586 16,0 2 341-16,-7-1 165 0,-3-1 83 0,-1-2-277 16</inkml:trace>
  <inkml:trace contextRef="#ctx0" brushRef="#br0" timeOffset="10654.28">12733 5836 2364 0,'-8'-4'0'0,"5"3"0"0,1 1 0 0,2 0 0 0,0 0 0 0,0 0 0 0,9 0 0 0,12 4 0 0,4-1 0 0,1 1 0 0,2 0 571 0,4 2-254 0,0-1-143 16,0 1-65-16,-2 1 287 0,-2 1-396 0,-8-1 0 16,3 3 0-16,-7 3 0 0,-2-1 0 0,-7 2 0 15,-5 5 0-15,-2 3 0 0,-5 2 0 0,-14 1 0 16,-3 1 0-16,-5 3 0 0,-1-3 0 0,0 3-280 16,0 0 112-16,-4 4-2 0,9-6 83 0,-5 7-786 15,6-2 416-15,-1 4 206 0,4-4 94 0,-3 7-411 16,1 0 263-16</inkml:trace>
  <inkml:trace contextRef="#ctx0" brushRef="#br0" timeOffset="11139.28">12628 6696 1515 0,'0'14'-2'0,"0"3"1"0,0-6 1 0,0-2 0 0,0-3 0 0,0-3 0 0,0 0 0 0,0-3 0 16,0 0 0-16,2 0 0 0,5 0 521 0,-1-2-240 0,2-9-109 0,-1-2 211 0,0-4-171 0,0 0-85 15,2-3-42-15,-4 2 34 0,1-1-29 0,-3-2-9 16,-1 3-40-16,0 0 10 15,-2-4-9-15,0 4 0 0,0-3 10 0,-2 3 9 16,-7-4-20-16,-2 4-23 0,-1 1-18 0,-1 2 0 16,-2 4 0-16,-1 1 0 0,-2 5 0 0,0 3 0 15,-7 2 0-15,3 2 0 0,-3 14 0 0,1 7 0 16,-4 9 0-16,2 4 0 0,1 3 0 0,4 4 0 16,6-4 0-16,-2 13 0 0,8-7 0 15,5-3 0-15,4-5 0 0,0 2 0 0,2-4 0 0,7-3 0 16,5-4 0-16,2-3 0 0,-2-8 0 15,6-1 0-15,-1-6 0 0,2-4 0 16,-1-6 0-16,5 0 0 0,-2-6 0 0,-2-13 0 16,4-5 0-16,-2-4 0 0,0-4 0 0,-1-6 0 15,-2 3 0-15,-4 3 0 0,-1-6 0 0,-2 4 0 16,-4 4 0-16,-3 5 0 0,-3 3 0 0,-1 7 0 16,0 0 0-16,-2 8 0 0,0 1 0 15,0 2 0-15,0 4 0 0,0 0 0 0,0 2 0 0,-2 15 0 16,2 4 0-16,0 1 0 0,0 5 0 15,0 1 0-15,2 1 0 0,8 0 0 16,3-2 0-16,0-1 0 0,2-1 0 0,-2-7 0 16,6 4 0-16,-6-5 0 0,2-2 0 0,0-1 0 15,0-3 0-15,-2-4 0 0,-1 0 0 0,1-2 0 16,-4-1 0-16,5-4-4 16,-4 0-793-16,0 0 368 0,5 0 198 0,-2 0-223 0,4-3 206 0,-2-9 103 15,2 1 51-15</inkml:trace>
  <inkml:trace contextRef="#ctx0" brushRef="#br0" timeOffset="11614.92">13433 6110 2711 0,'-1'-10'0'0,"-1"6"0"0,-2 0 0 0,2-2 0 0,-1 5 0 0,3-1 0 0,-2 2 0 0,2 0 0 0,0 0 0 0,0 11 0 0,0 10 235 0,0 7-97 0,2 4-48 0,1 9 364 15,1-7-196-15,0 13-213 0,1-4-45 0,-1 0 0 16,-3 0 0-16,4 1 0 0,-3-7 0 0,2 2 0 16,-3 1 0-16,1-5 0 0,0 0 0 0,-2-3 0 15,0-9 0-15,0 2 0 0,0-4-270 0,0-5 73 16,-5-1 109-16,-1-5-928 0,0-1 477 16</inkml:trace>
  <inkml:trace contextRef="#ctx0" brushRef="#br0" timeOffset="11801.43">13187 6839 3432 0,'-20'4'0'0,"5"2"0"0,2-4 0 0,3 1 0 0,3-3 0 0,3 2 0 0,4-2 0 0,0 0 0 0,4 0 0 0,15 0 0 0,9 0 354 0,4 0-209 0,9 0-145 16,0 0 0-16,6 0 0 0,-4 0 0 0,12 0 0 16,-6-2 0-16,1 2 0 0,-4 0 0 15,-5 0 0-15,6 0 0 0,-13 0 0 0,0 0 0 16,-4 0 0-16,-6 0 0 0,0 0 0 0,-3 0-963 15,-4 0 351-15,0 0 286 0,-8 0-549 16</inkml:trace>
  <inkml:trace contextRef="#ctx0" brushRef="#br0" timeOffset="12039.09">13907 6141 3763 0,'-4'-3'0'0,"4"0"0"0,0 2 0 0,0 1 0 0,3 0 0 0,13 0 0 0,7-3 0 0,7 2 0 0,9-5 0 0,8-2 0 0,17-1 168 0,-4-2-168 0,2 0 0 0,-10 3 0 15,6 1 0-15,-3-1 0 0,-2 5 0 0,-8 0 0 16,-12 1 0-16,-3 2 0 0,2 0 0 0,-11 0 0 16,-4 0 0-16,-4 0 0 0,-2 0 0 0,-7 0 0 15,1 0-999-15,-4 0 440 0,-1 0 260 0,0 0-398 16,-6 0 328-16,-1-2 155 15,-10-9 92-15</inkml:trace>
  <inkml:trace contextRef="#ctx0" brushRef="#br0" timeOffset="12564.18">14563 5802 1975 0,'1'-13'0'0,"7"5"0"0,-1-2 0 0,5 5 0 0,1-1 0 0,4 3 0 15,-1 3 0-15,7 0 0 0,2 0 0 0,1 9 0 0,-2 3 144 0,-3 2 378 0,3 6-246 0,-4-1-118 0,-6 3 146 0,-1 4-132 16,-7 0-66-16,-4 7-23 15,-2-3-235-15,-5 2 96 0,-13-2 48 0,-3 0-176 16,-2 0 122-16,-4-2 46 0,-1-3 28 0,-2-2-466 16,-2-5 245-16,-2-2 36 0,1-2 93 0,-6-2-477 15,4-5 259-15,-3-2-77 0,6-5 168 0,2 3 83 16,9-3 33-16,1 0 125 0,7 0-36 0,2-3-1 16,3 0-37-16,2 1 406 0,4 0-213 15,2 2 142-15,0 0-168 0,0 0-83 0,2 5-42 16,4 9 42-16,4 4 537 0,-1 9-276 0,0 3-133 15,-1 10 415-15,-3 1-273 0,-3 3-138 16,0 5-106-16,-2 2-70 0,0-1 0 16,0-4 0-16,-9-3 0 0,1 1 0 0,-1-10 0 15,1-3 0-15,1-8 0 0,-1-3 0 0,2-7 0 16,1-2 0-16,1-5 0 16,1-4 0-16,-3-2 0 0,3 0 0 0,0-8 0 0,3-6 0 0,0-4 0 15,0-3 0-15,8-2 0 0,7-2 0 16,2 4 0-16,5 1 0 15,2 1 0-15,3 4 0 0,3 4 0 0,0 1 0 0,0 7 0 16,0 3 0-16,-5 0 0 0,3 6 0 0,-6 9 0 16,-3 1 0-16,-3 7 0 0,-7-1 0 0,-4-1 0 15,-3 6 0-15,-2-4 0 0,0 0 0 0,-7 0 0 0,-9-2 0 16,3-7 0-16,-9 3 0 0,-1-7 0 16,1 0 0-16,-5-3 0 0,-1 1 0 0,4-7 0 0,-8 1 0 15,5-2 0-15,7 0 0 0,-3 0 0 16,6-3 0-16,3-7 0 0,2-5 0 15,4-2 0-15,7-4 0 0,1 3 0 16,0-7 0-16,5 6-423 0,14-5-129 0,0 5-673 0</inkml:trace>
  <inkml:trace contextRef="#ctx0" brushRef="#br0" timeOffset="12806.19">14959 6325 3931 0,'2'-3'0'0,"-2"-1"0"0,0 4 0 0,0 0 0 0,0 0 0 0,0 0 0 0,0 0 0 0,2 0 0 0,3 0 0 0,8 0 0 0,2 0 0 0,6 0 0 0,5 0 0 15,0 0 0-15,2 0 0 0,1 4 0 0,-1-4 0 16,-3 0 0-16,1 0 0 0,-1 0 0 0,-5 0 0 16,-1 0 0-16,-3 0 0 0,-4 0 0 0,1 0 0 0,-4 0 0 15,1 0 0-15,-1 0 0 16,-2 0-23-16,3-4-128 0,-2 3-294 15,-1 1 203-15,2 0 101 0,1 0-704 0,-3 0 402 0</inkml:trace>
  <inkml:trace contextRef="#ctx0" brushRef="#br0" timeOffset="13313.7">14923 6633 3641 0,'-13'-2'0'0,"4"2"0"0,-3-2 0 0,6 2 0 0,3 0 0 0,-1 0 0 0,4 0 0 0,0-2 0 0,0 0 0 0,16 0 0 0,9-1 269 0,7-3-248 0,4-1-21 16,11-3 0-16,0 3 0 0,0-1 0 0,-2 1 0 16,-2 3 0-16,-9 0 0 0,5 2 0 0,-5 0 0 0,-1 2 0 15,-6 0 0 1,-6-2 0-16,2 2 0 0,-7 0 0 0,-2-1 0 0,-5-2 0 15,-2 3-710-15,-3-1 225 0,-1-1 214 0,-2-4-515 16,-1-1 373-16,0 0 187 0</inkml:trace>
  <inkml:trace contextRef="#ctx0" brushRef="#br0" timeOffset="13578.11">15295 6113 3107 0,'-8'-8'0'0,"4"3"0"0,1 1 0 0,-1 0 0 0,4 2 0 0,0-2 0 0,0 3 0 0,7-3 0 0,14 4 0 0,6 0 0 0,5 0 639 0,7 4-454 16,-5 7-185-16,11 2 0 0,-4 4 0 0,0 0 0 0,-1 3 0 15,1 3 0-15,-7-4 0 0,0 2 0 16,-2-1 0-16,-4 1 0 0,-3 0 0 16,-4-3 0-16,-7-2 0 0,0 0 0 0,-5-5 0 0,-4 3 0 15,-3-2 0-15,-2 6 0 16,0 0 0-16,-19 5 0 0,-8 7 0 0,-6 2 0 15,-6 4 0-15,-11 9 0 0,6-8 0 0,-15 14 0 16,6 0 0-16,-4 1 0 0,-1 2 0 0,0 5 0 16,-1 1 0-16,-6 11 0 0</inkml:trace>
  <inkml:trace contextRef="#ctx0" brushRef="#br0" timeOffset="14480">16611 6059 2212 0,'-16'-7'0'0,"0"4"0"0,4 1 0 0,3 0 0 0,-2 0 0 0,6 2 0 0,1 0 0 0,3 0 0 0,1 0 0 0,0 0 0 0,0 0 140 0,7 0-49 0,12 2 112 0,6 2-86 16,5-4-38-16,3 0 308 0,8 0-172 0,0 0-88 15,-2 0-33-15,7-2 172 0,-2-2-266 0,-1-1 0 16,-11-1 0-16,1 2 0 0,-1 2 0 0,-9 0 0 16,-1 1-95-16,-2-1-115 0,-2 2 125 0,-7 0 73 15,2 0-388-15,-5 0 143 16,-3 0 134-16,-1 0-767 0,-3-1 424 0,-1-2 203 15,0-3 117-15,0-3-209 0,-12-2 158 0,0-5 78 16,-5-4 39-16,4 3-62 0,-4-11 51 0,2 6 91 16,0-3 106-16,6 6-93 0,-3 2-27 0,5 1-10 15,2 4 450-15,1 1-233 0,2 4-117 0,2 0 267 16,0 5-177-16,6 1 20 0,8 1-13 0,9 0 143 16,0 0-138-16,5 7-69 0,2 7-34 0,0 3 210 15,0 1-127-15,-2 5-59 0,-2 1-29 0,-3 2 116 16,-6 1-73-16,-6-4-26 15,-4 11-52-15,-5-7 6 0,-2 3-1 0,-4-1-194 16,-12-2 97-16,-5 0 59 0,-5-3-10 0,1-1-116 16,-1-4 82-16,-3-2 41 0,6-3-40 0,2-2-513 15,-2 1 213-15,3-2 153 0,-3 4-395 0,4 2 272 16,3 4 135-16</inkml:trace>
  <inkml:trace contextRef="#ctx0" brushRef="#br0" timeOffset="14917.7">16822 6656 1832 0,'-4'9'0'0,"0"0"0"0,3-1 0 0,1-6 0 0,0-2 0 0,0 0 0 0,0-5 0 0,1-9 0 0,9-7 0 0,1-2 0 0,2-1 155 15,-2-3-46-15,3-4-40 0,-5 3 38 0,0 0-33 0,-4 1 0 16,-4 6-33-16,1-1 45 0,-2 2-9 0,0 0-37 16,-8 7 1-16,-3 2 35 0,-3 4 0 15,-6 5-26-15,-2 2 72 0,-3 0-41 16,-1 17 0-16,-5 11-9 0,2 4 0 0,7 1-22 15,-5 14-9-15,6 1 114 0,3 0-58 0,2 3-28 16,5 0 11-16,8-5 24 0,3 1-104 0,0-11 0 16,0 3 0-16,11-6 0 0,2-3 0 0,4-4 0 15,0-4 0-15,-2-8 0 0,4-2 0 0,-1-5 0 16,1-7 0-16,2 0 0 0,1-3 0 0,-1-16 0 16,2-6 0-16,3-9 0 0,-6 4 0 0,5-12 0 15,-2 3-124-15,-2-3 5 0,-3-2 47 16,-3 3-83-16,-2 5 48 0,-2-2 37 15,-3 9 60-15,-5 7-1 0,-1 7-29 0,0 2 311 16,0 7-163-16,-2 3-60 0,0 1-40 0,0 2 265 16,0 11-273-16,0 11 0 0,2-1 0 0,1 10 0 15,3-2 0-15,2 1 0 0,1 2 0 0,0-1 0 16,-2-6 0-16,7 7 0 0,-3-8 0 0,3-1 0 16,-5-4 0-16,4 0 0 0,-3-4 0 0,1-2 0 15,-2-1 0-15,-1-5 0 0,-1-1-274 16,1 0-1-16,1-4 107 0,3-2-704 15,-2 0 416-15,2 0 207 0</inkml:trace>
  <inkml:trace contextRef="#ctx0" brushRef="#br0" timeOffset="15075.85">17313 6600 3043 0,'0'-7'0'0,"-3"4"0"0,-1 1 0 0,2 0 0 0,-1 1 0 0,1 1 0 0,2-3 0 0,0 3 0 0,0 0 0 0,0 0 0 0,2 0 197 0,5 4 157 0,-2 1-146 0,4 4-89 15,-2 0-109-15,0 2-283 0,0-2 121 0,1-2 97 16,0 1 58-16,1-2-375 0,0 0 207 0,5-6 102 16,-1 0-840-16,4 0 445 0</inkml:trace>
  <inkml:trace contextRef="#ctx0" brushRef="#br0" timeOffset="15278.07">17599 6124 3315 0,'-9'-4'0'0,"3"0"0"0,1 3 0 0,1-1 0 0,2-2 0 0,2 2 0 0,0-5 0 0,7 3 0 0,13-2 0 0,7 2 0 0,1 1 188 0,8-3-79 0,7 0 210 15,-9 5-319-15,5-1 0 0,-1 0 0 0,-4 1 0 16,0 1 0-16,-4 0 0 0,-4 0-69 0,-4 0-2 16,1 0 56-16,-2 1-682 15,1 1 363-15,-1-2 57 0,0 0 136 0,-1 0-636 16,-3-2 368-16,0-5 174 0</inkml:trace>
  <inkml:trace contextRef="#ctx0" brushRef="#br0" timeOffset="15888.59">18094 5771 2293 0,'-18'-11'0'0,"9"3"0"0,-1 3 0 0,5-1 0 0,1 3 0 0,4-1 0 0,0 1 0 0,2 2 0 0,13 1 0 0,3 0 0 0,7 0 132 0,2 4 184 0,-1 5-138 0,2 3-69 16,-1 4-34-16,0 1 45 0,-4 2-45 0,0 3 0 15,-9 1-34-15,0 3 42 0,-9 1-43 0,-3 6 11 16,-2-3-227-16,-5 4 108 0,-16 2 54 0,-2-3 27 16,1-7-307-16,-4 3 171 0,-5-1 22 0,1-4-294 15,0-2 154-15,-2-2 102 0,4-4 40 0,2-2-267 16,-4 1 168-16,3-3 78 0,3-4 41 0,4 0-129 16,-1-2 74-16,4-5 52 0,4-1-1 0,3 0-196 15,1 0 119-15,1 0 60 16,4 0 6-16,-1-3 46 0,1-1 48 0,3 0 260 15,-3 0-170-15,2 3-66 0,0-1-42 0,-1 2 568 16,2 0-252-16,1 0-157 0,0 0-4 0,0 7 477 16,0 6-276-16,0 3-155 0,0 9-70 0,0 3 214 15,1 5-143-15,2 8-72 0,-1-5 436 0,0 11-518 16,0-4-30-16,0-7 0 0,-1 3 0 16,1-1 0-16,-2-11 0 0,0 9 0 0,0-11 0 0,0 0 0 15,0-7 0-15,0-7 0 0,0-2 0 16,0-3 0-16,0-2 0 0,0-4 0 15,-2 0 0-15,-1-2 0 0,-1-7 0 0,4-7 0 16,0 0 0-16,0-1 0 0,0-1 0 0,4 0 0 16,7 0 0-16,2 3 0 0,4-1 0 0,2 4 0 15,1 2 0-15,5 4 0 0,-5 5 0 0,9 1 0 16,-5 0 0-16,2 5 0 0,-3 8 0 0,1 6 0 16,-5-2 0-16,1 7 0 0,-4 0 0 0,-5 1 0 15,-4 1 0-15,-5 1 0 16,0-5 0-16,-2 4 0 0,0-1 0 0,-11-4 0 15,-7-2 0-15,0-3 0 0,1-2 0 0,-8-4 0 16,2-2 0-16,2-2 0 0,-4-3 0 0,3-3 0 16,-1 0 0-16,3 0 0 0,0 0 0 0,2-7 0 15,3-3 0-15,2-3 0 0,6 2 0 16,1-2 0-16,4 0 0 0,2 2 0 16,0 0 0-16,2-1-218 0,11 1-290 0,8-2 240 15,-1 2 113-15,5-3-736 0,-3 6 425 0</inkml:trace>
  <inkml:trace contextRef="#ctx0" brushRef="#br0" timeOffset="16119.22">18457 6447 3429 0,'-9'-8'-4'0,"4"4"1"0,1 1 2 0,0-1 1 0,2 2 0 0,0 0 0 0,2 1 0 0,0-1 0 0,10 2 0 0,8 0 0 0,5 0 151 16,9 0 208-16,-1 0-359 0,3 2 0 0,5-1 0 0,-2 1 0 0,0 0 0 16,1-2 0-16,-3 0 0 15,-3 0 0-15,-4 0 0 0,-5 0 0 0,0 2 0 0,-5-2 0 0,-2 2 0 16,-7 0-367-16,0 3-201 16,-5 1 159-16,-4 8 174 0</inkml:trace>
  <inkml:trace contextRef="#ctx0" brushRef="#br0" timeOffset="16289.68">18630 6671 3463 0,'-21'11'-1'0,"5"-4"1"0,4-1 0 0,5-5 0 0,1 2 0 0,4-3 0 0,2 1 0 0,2-1 0 16,13 0 0-16,9 0 0 0,5 0 469 0,3 0-469 0,1 0 0 16,5 0 0-16,0-1 0 0,-1-2 0 0,1 0 0 15,-5 1 0-15,-1-1-97 0,-2 1-37 0,-3 0 97 16,3 0-448-16,-4-1 263 0,1-2 131 0,-1-1-973 15,4 1 512-15</inkml:trace>
  <inkml:trace contextRef="#ctx0" brushRef="#br0" timeOffset="16631.6">19409 6357 2643 0,'0'-17'0'0,"0"6"0"0,0 0 0 0,0 3 0 0,-3 0 0 0,-1 5 0 0,-1 1 0 0,-3 2 0 0,-2 0 0 0,1 9 0 0,-2 12 92 16,1 8-26-16,1 4 0 0,-2 8-27 0,5 0 453 15,4-3-217-15,2 10-123 0,0-5-46 0,0-10-106 16,10 1 0-16,5-2 0 0,6-6 0 0,3-4 0 16,5-5 0-16,1-8 0 0,3-3 0 0,3-6 0 15,1 0 0-15,4-4 0 0,-2-11 0 16,-2-5 0-16,-2-2 0 0,-6 3 0 16,1-8 0-16,-6 1 0 0,-4 0 0 0,-2-4 0 15,-7-4 0-15,-4-2 0 0,-4-1 0 0,-2-8 0 16,-1 3 0-16,-6 2 0 0,-9 1 0 0,-4 11 0 15,-7 2 0-15,-4 5 0 0,-4 6 0 0,-9 6 0 16,-1 7 0-16,-6 2 0 0,1 7 0 0,3 8 0 16,7 4 0-16,9 1 0 0,-2 2 0 0,5 4 0 15,4-1 0-15,6 4 0 16,4-2 0-16,4 2 0 0,3 0 0 0,2 1 0 16,4-4 0-16,0 6 0 0,0-2-229 0,4-2 46 15</inkml:trace>
  <inkml:trace contextRef="#ctx0" brushRef="#br0" timeOffset="17499.12">12929 7964 2287 0,'-20'0'0'0,"8"0"0"0,3 0 0 0,4 0 0 0,1 0 0 0,4 2 0 0,0 0 0 0,0 0 0 0,6 2 0 0,15-1 0 0,5-3 147 0,6 0 480 15,9 0-298-15,1 0-144 0,-1-2 148 16,2-5-310-16,2-1-23 0,-4 1 0 0,10-3 0 15,-8 5 0-15,-1-1 0 0,-6 1 0 0,-1 2 0 16,-1-1 0-16,-2 1 0 0,-4 1 0 0,-5 2 0 16,-3-1 0-16,1 1 0 0,-4 0 0 0,-4 0 0 15,-2 0 0-15,-1 0 0 0,-1 0-943 16,-2 0 436-16,1 0 222 0,0-2-205 0,-1-6 225 0,-5 0 112 16,0-4 57-16</inkml:trace>
  <inkml:trace contextRef="#ctx0" brushRef="#br0" timeOffset="17689.73">13513 7664 1986 0,'-12'-6'0'0,"3"5"0"0,3-2 0 0,3 3 0 0,1 0 0 0,2 0 0 0,0 0 0 0,7 4 0 0,12 6 0 0,5 1 0 0,1 2 411 0,5 2-185 0,0 0-83 16,0 2 322-16,-2 2-213 0,-3 0-105 16,-3-1-54-16,-3 3 115 0,-4-4-208 15,-4 4 0-15,-4-1 0 0,-1-1 0 0,-4 2 0 16,-2 1 0-16,0-1 0 0,-6-3 0 0,-7 8-43 15,-2-8 33-15,2 2-324 0,-4-1 163 0,0 0 110 16,-5 3-935-16,1 1 478 0,2 3 238 0</inkml:trace>
  <inkml:trace contextRef="#ctx0" brushRef="#br0" timeOffset="18173.82">13329 8537 2337 0,'-14'19'0'0,"3"0"0"0,4-4 0 0,1-8 0 0,0-3 0 0,2-1 0 0,2-3 0 0,2 0 0 0,0 0 0 0,0-3 0 0,0-8 257 0,2-4-98 0,4-3-65 0,0 0 113 16,-2-1-88-16,-2 0-40 0,-1-1 0 0,-1 1 83 16,0 0-62-16,0 2-19 0,-3 0 33 0,-7 3-37 15,-1-1-11-15,0 1-66 0,-5 2 0 0,2 5 0 16,-2 2 0-16,2 1 0 0,-4 4 0 0,2 0 0 16,-5 5 0-16,2 15 0 0,2 4 0 0,0 4 0 15,-1 11 0-15,2 3 0 16,2 5 0-16,4 2 0 0,2 2 0 0,3-2 0 15,5-1 0-15,0-3 0 0,0-9 0 0,7 1 0 16,9-5 0-16,0-5 0 0,3-7 0 0,2-5 0 16,-4-7 0-16,6-3 0 0,1-5 0 15,0 0 0-15,2-15 0 0,-1-8 0 0,-1-3 0 0,-1-4 0 16,-1-9 0-16,-5 1 0 0,-2 1 0 16,-3-2 0-16,-3 3 0 0,-2-2 0 0,-1 7 0 15,-3 6 0-15,-2 0 0 0,1 7 0 16,-2 8 0-16,0 1 0 0,0 5 0 0,0 2 0 15,0 1 0-15,0 1 0 0,0 0 0 0,0 10 0 16,0 9 0-16,4 5 0 0,-1 1 0 0,5 5 0 16,-3 1 0-16,3 0 0 0,0 1 0 0,1-2 0 15,0-2 0-15,1-1 0 0,-1-7 0 0,0 1 0 16,-1-4 0-16,-2-2 0 0,-3-4 0 0,3-1 0 16,-2-3 0-16,-1-1 0 0,-1-1 0 15,2-3 0-15,-3 2 0 0,4-2-65 16,1-2-416-16,-1 0 226 0,4 0 107 0,5-2-693 15,2-12 400-15,3-8 201 0,-1 3 90 0</inkml:trace>
  <inkml:trace contextRef="#ctx0" brushRef="#br0" timeOffset="18337.99">13700 8680 3058 0,'2'-15'-1'0,"0"4"1"0,0 1 0 0,-2 3 0 0,0 1 0 0,0 2 0 0,0 2 0 0,2-1 0 0,1 3 0 0,3 0 0 0,2 0 191 0,1 3 350 0,0 7-399 16,1 1-142-16,-2 3 0 0,1-2 0 0,-2 5 0 15,1-2 0-15,-1 2 0 0,-1-1 0 0,1-2 0 16,0-2 0-16,0-5-381 0,-2 0-17 0,3-1 220 0,-1-6 108 16,1 0-929-16,5 0 485 15,-2-4 237-15</inkml:trace>
  <inkml:trace contextRef="#ctx0" brushRef="#br0" timeOffset="18533.14">14083 8216 3384 0,'0'-12'0'0,"0"6"0"0,2 0 0 0,8-3 0 0,5 0 0 0,4-2 0 0,4 4 0 0,4-3 0 0,5 0 0 0,2 1 0 0,4 4 322 0,-3 0-141 0,1 1-137 16,-2 2-44-16,-1 2 0 0,-1 0 0 0,0 0 0 16,-4 0 0-16,-3 0 0 0,3 0-37 15,-5 0 21-15,-1 0-789 0,1 0 423 0,-2-2 210 16,-3-3-772-16,-1-2 458 0,-4 0 223 0</inkml:trace>
  <inkml:trace contextRef="#ctx0" brushRef="#br0" timeOffset="18762.97">14614 7880 1724 0,'-12'-15'0'0,"1"4"0"0,5 1 0 0,0-1 0 0,2 3 0 0,4 2 0 0,0-3 0 0,0 2 0 0,4 2 0 0,11 2 0 0,8 1 350 15,1 1-155-15,2 1-78 0,4 0 267 0,4 6-162 16,0 4-97-16,1 2 246 0,-2-1-166 0,1 4-82 15,-4-2-42-15,-5 0-47 0,4 1-34 16,-10 1 0-16,0-2 0 0,-4 0 0 0,-2-2 0 16,-5-2 0-16,-3 4 0 0,-3-3-116 0,-2 1 75 15,0 3 41-15,-11 0-132 0,-6 1 93 0,-6 3-28 0,1-2-456 16,-4 1 218-16,-1-4 132 16,-3 3 67-16,-2 2-545 0,2-4 311 0,-2 2 150 15,0-3 75-15,0 3-393 0</inkml:trace>
  <inkml:trace contextRef="#ctx0" brushRef="#br0" timeOffset="19129.12">14575 8214 2957 0,'-2'0'0'0,"1"0"0"0,1 0 0 0,-2 2 0 0,2 7 0 0,-2 5 0 0,2 6 0 0,0 3 0 0,0 7 0 0,0 4 0 0,0 3 368 0,0 1-165 0,0 7-81 0,0-10 159 0,0 12-281 16,0-5 0-16,0-7 0 15,0 3 0-15,-2-2 0 0,0-8 0 16,-1 5 0-16,-1-14 0 0,0 2 0 0,0-10 0 15,0-1 0-15,1-5 0 0,-1-3 0 0,-2-2 0 16,1 0 0-16,0 0 0 0,-2-7 0 0,5-3 0 0,2-7 0 16,0 0 0-16,0 0 0 0,10-4 0 15,7 3 0-15,2 3 0 16,7 1 0-16,0 2 0 0,2 4 0 0,2 7 0 0,0 1 0 0,0 0 0 16,-1 3 0-16,-1 12 0 0,-5 2 0 15,-2 4 0-15,-5 3 0 0,-5-3 0 0,-1 7 0 16,-6-6 0-16,-4 1 0 0,0 0 0 15,0-3 0-15,-12-1 0 0,-3-4 0 0,-2-4 0 16,-7 0 0-16,1-1 0 0,-3-4 0 0,-2-1 0 0,-2-1 0 16,0-1 0-16,1-3 0 0,3 0 0 15,6 0 0-15,-3-3 0 0,4-8 0 0,4-4 0 16,4-6 0-16,5-6 0 0,6-2-158 0,0-3-1021 16,5-8 575-16,13 6 282 0,1 5 142 15</inkml:trace>
  <inkml:trace contextRef="#ctx0" brushRef="#br0" timeOffset="19280.16">15180 8358 3349 0,'15'0'0'0,"2"0"-1"0,1 0-2 0,0 0 0 0,1 0 1 0,3 0-1 0,4-1 2 0,3-2 0 0,1 0 0 0,2 2 1 0,-2-2 73 0,1-1 451 0,-2 3-524 0,-6 1 0 15,-1 0 0-15,-3 0-23 0,-4 4 23 16,-2 7-1115-16,-4 2 577 0,-6 10 288 0</inkml:trace>
  <inkml:trace contextRef="#ctx0" brushRef="#br0" timeOffset="19423.59">15267 8704 3931 0,'-17'16'0'0,"9"-7"0"0,5 1 0 0,-1-5 0 0,4-4 0 0,0 1 0 0,15-2 0 0,9 2 0 0,14-2 0 0,5 0 0 0,4 0 0 0,6-2 0 0,1-3 0 0,0-5 0 16,1 5 0-16,0 2 0 0,-4 0 0 0,-9 3 0 0,10 0 0 15,-17 11-730-15</inkml:trace>
  <inkml:trace contextRef="#ctx0" brushRef="#br0" timeOffset="20857.54">16611 8621 2017 0,'-5'-3'0'0,"-1"-5"0"0,3-3 0 0,-1 0 0 0,2-5 0 0,0 0 0 0,2-8 0 0,0 2 0 0,0-6 0 0,0 3 0 0,6-6 86 0,-1 7 165 16,1 3-105-16,-1-2-53 0,3 5 88 0,-2 2-60 0,1 1-45 15,0 2 0-15,2 4 157 0,-2 2-96 0,0 1-48 16,2 1 10-16,5 1 61 0,-1 3-59 0,4-2-36 15,3 3-65-15,3 0 0 0,0 0 0 16,5 10 0-16,-2 4 0 0,3 3 0 0,-4 5 0 0,2 0 0 16,-5 4 0-16,-2 4 0 0,-6 1 0 15,-3 4 0-15,-3-2 0 0,-6 1 0 16,-2 2 0-16,0 0 0 0,-2 0 0 0,-12-1 0 16,-5 5 0-16,-4-9 0 0,0-1 0 0,-3-2 0 15,-1-1 0-15,-3-3 0 0,0-3 0 0,1-3 0 16,-4-2 0-16,4-5 0 0,1-2 0 0,1-3 0 15,4-2 0-15,2-3 0 0,3-1 0 0,3 0 0 16,6 0 0-16,0 0 0 0,2 0 0 0,3 0-102 16,4-2-72-16,0-8 71 0,9-4-509 0,9-1 285 15,6-3 143-15,5-1-520 16,4-2 322-16,8-3 175 0,3 1 83 0</inkml:trace>
  <inkml:trace contextRef="#ctx0" brushRef="#br0" timeOffset="21108.26">17186 8395 2149 0,'5'-21'0'0,"-1"1"0"0,-2 1 0 0,-2-4 0 0,0 3 0 0,0 0 0 0,-8 4 0 0,-1 0 0 0,0 7 0 0,-4 2 0 0,-2 4 367 0,-2 3-153 16,-4 0-91-16,-1 14-41 0,-1 10 80 0,-3 9-60 16,1 2-30-16,7 1 291 0,-3 12-166 0,9-1-97 15,0 2-100-15,8-2 0 0,4 0 0 0,0-8 0 16,9 8 0-16,12-7 0 0,3-4 0 0,8-5 0 15,2-4 0-15,1-6 0 0,13-1 0 0,-5-7 0 16,-1-1 0-16,0-5 0 0,-6-4 0 0,1 0 0 16,-1-3 0-16,-4 0 0 0,-2 0-10 0,-4 0-861 15,-1-6 414-15,-4-1 198 0,-1-5 114 0,-1-3-459 16,-2-3 282-16</inkml:trace>
  <inkml:trace contextRef="#ctx0" brushRef="#br0" timeOffset="21442.68">17586 7865 3262 0,'0'-8'0'0,"0"0"0"0,5 1 0 0,11 0 0 0,0 3 0 0,9 2 0 0,-4 0 0 15,7 2 0-15,0 0 0 0,-4 0 0 0,4 6 90 0,-1 5 20 0,-5 2-35 0,-5 1 1 0,-2 4-35 0,-6 2-100 16,-3 6 45-16,-6-1 27 0,0 1-143 0,-11 1 85 15,-8-1 53-15,-3-3-44 0,-3-3 14 0,-1-5 0 16,0-1 3-16,-1-5 182 0,5-5-85 0,-2-1-36 16,3-3-19-16,1 0 138 0,4 0-66 0,7 0-54 15,-1 0-41-15,5-1 0 0,1-1 0 0,4 0 0 16,0 0 0-16,0 1 0 16,11-1 0-16,6 0 0 0,6 0 0 0,1 0 0 15,4 2 0-15,0 0 0 0,-3 0 0 0,7 0 0 16,-2 0 0-16,-2 0 0 0,0 0 0 0,0 0 0 15,-1 0 0-15,3 0 0 0,-4-2-94 0,0 0-11 16,-2 2-732-16,-1 0 398 0,0 0 189 0</inkml:trace>
  <inkml:trace contextRef="#ctx0" brushRef="#br0" timeOffset="21666.29">17867 8488 3196 0,'0'-1'0'0,"-1"1"0"0,1-2 0 16,0-1 0-16,0 2 0 0,1-1 0 0,11-5 0 0,5 3 0 0,6-2 0 0,1 1 0 0,0-1 168 0,4 1-63 0,2-3 214 16,-5 3-176-16,8 0-143 0,-4 3 0 0,-1 0 0 15,-2 0 0-15,-1 2 0 0,-5 0 0 16,3 0-240-16,-2 0-1 0,-3 0 140 0,-1 0-773 0,-2 0 365 15,0 0 235-15</inkml:trace>
  <inkml:trace contextRef="#ctx0" brushRef="#br0" timeOffset="22043.07">18491 8207 2578 0,'0'-9'0'0,"0"-5"0"0,0 1 0 0,14-2 0 0,2 1 0 0,8-1 0 0,7 3 0 0,0-2 0 0,9 1 0 16,-4 7 0-16,1 3 434 0,-1 3-186 0,-2 0-109 0,-4 7 98 0,-4 10-98 0,-3 4-50 0,-7 5-22 0,-2 5-67 15,-7-2 0-15,-5 5 0 16,-2 7 0-16,-3-1 0 0,-15 1 0 0,0-7 0 0,-8 8 0 16,1-8 0-16,2-7 0 0,-11 5 0 15,8-7 0-15,-4-3 0 0,-4-3 0 0,2-4 0 16,0-2 0-16,-1-3 0 0,3-5 0 15,5-1 0-15,1 0 0 0,3-4 0 0,8 2 0 0,2-2 0 16,4 0 0-16,3 0 0 16,2 0 0-16,2 0 0 0,0 0 0 0,13 2 0 0,8 2 0 0,1 1 0 15,8-1 0-15,0-1 0 16,0 3 0-16,5-2 0 0,-4-1 0 0,3 1 0 16,-2 0 0-16,0-2 0 0,-2 0 0 0,-2 0 0 15,-2-1 0-15,-5 1 0 0,2 0 0 0,-1-2 0 16,-4 2 0-16,3 0 0 0,-4-2-783 0,0 0 244 15</inkml:trace>
  <inkml:trace contextRef="#ctx0" brushRef="#br0" timeOffset="22294.75">19050 8276 3080 0,'1'-11'0'0,"8"-3"0"0,2 3 0 0,3 0 0 0,4 2 0 0,9 1 0 0,1 4 0 0,2 3 0 0,4 1 0 0,-2 0 0 0,1 9 321 0,-3 8-146 15,-1 4-67-15,-7 2 139 16,-2 6-247-16,-6 3 0 0,-7 0 0 0,-5 4 0 0,-2 0 0 0,-3 4 0 16,-16-3 0-16,-5-4 0 0,1-7 0 0,-5 0 0 15,-2-1 0-15,-2-4 0 0,0-6 0 16,-2 0 0-16,-1-3 0 0,-1-5 0 16,2 0 0-16,3-1 0 0,6-4 0 0,2-2 0 15,9 0-37-15,0 0-283 0,5 0 139 0,5-8-525 16,4-5 332-16,2-8 167 0,14 1 74 0,7-1-308 15,4-2 201-15,10-4 100 0</inkml:trace>
  <inkml:trace contextRef="#ctx0" brushRef="#br0" timeOffset="22494.29">19404 8227 2638 0,'5'-17'-1'0,"-1"0"1"0,-2 0 0 0,-2 6 0 0,0 2 0 0,0 3 0 0,-4 4 0 0,-8 2 0 0,1 2 0 0,-9 19 0 0,5 7 128 0,-1 9 445 16,2 3-266-16,5 2-134 0,5-3-60 0,2 13-113 15,2-10 0-15,2 1 0 0,7-10 0 0,9 3 0 16,0-2 0-16,3-4 0 0,2-3 0 0,1-5 0 16,0-5 0-16,0-4 0 0,-3-5 0 15,4-4 0-15,-3-4 0 0,1 0 0 0,-2 0 0 16,-3-3 0-16,3-4-971 0,0-6 453 16,-1-4 239-16,1-1 120 0</inkml:trace>
  <inkml:trace contextRef="#ctx0" brushRef="#br0" timeOffset="22694.49">19772 8393 3011 0,'-17'-4'0'0,"2"2"0"0,6-2 0 0,-6 1 0 0,7 0 0 0,3 0 0 0,1 1 0 0,4 0 0 0,0 0 0 0,11 0 0 0,12 1 190 0,3-4-76 16,6 3 277-16,2-2-180 0,7 1-197 16,0-1-14-16,1 0 0 0,-8 3 0 0,1-1 0 15,-1 0 0-15,-4 1 0 0,-7-1 0 0,1 2 0 16,-5 0 0-16,-4 0 0 0,-4 0 0 0,-4 0-478 15,-3 0 109-15,1 0 97 0,-4 0 128 0,-1-3-598 16,0 0 357-16,0-2 172 0,-3-1-374 0</inkml:trace>
  <inkml:trace contextRef="#ctx0" brushRef="#br0" timeOffset="22910.58">20031 8049 2561 0,'-9'-4'0'0,"2"1"0"0,-1 0 0 0,-2 2 0 0,5-1 0 0,-2 2 0 0,1 0 0 0,1 0 0 0,0 7 0 0,3 8 0 0,0 8 81 0,2 0 374 0,0 6-208 0,0 1-103 16,0 5-53-16,0 0 261 0,0 1-352 0,0-1 0 15,0 1 0-15,0-1 0 16,0-1 0-16,0-4 0 0,-1 1 0 0,-3-4 0 16,0-5 0-16,1-2-482 0,-1-3 183 0,2-4 167 15,0-4-10-15,1-1-284 0,1-4 185 0,0-1 101 16,0-3 50-16,0 0-415 0,0 0 237 0,0-3 115 15</inkml:trace>
  <inkml:trace contextRef="#ctx0" brushRef="#br0" timeOffset="23306.1">20321 7882 2342 0,'3'-13'0'0,"1"1"0"0,-2-1 0 0,0 0 0 0,1 3 0 0,-1-1 0 0,0 2 0 0,3 1 0 0,-2 1 0 0,1 4 0 0,0-2 212 0,-1 2-87 0,1 2-43 0,-1-2 0 16,-1 3-33-16,2 0 77 0,1 0 108 0,-4 0-97 15,1 4-49-15,2 4 111 0,-2 2-70 16,-1 4-50-16,1 0-32 0,-2 1-47 16,0 6 0-16,0 6 0 0,0-5 0 0,0 8 0 15,0-2 0-15,0 3 0 0,0-2 0 0,0 4 0 16,-2 0 0-16,-1 6 0 0,-1 1 0 0,1 3 0 15,-4 1 0-15,2 0 0 16,-1 6 0-16,1-2 0 0,-1 3 0 0,3-3 0 0,-4 0 0 0,0 2 0 16,1 3 0-16,1 1 0 15,0 1 0-15,-4 1 0 0,2 10 0 0,2-6 0 0,-1-6 0 0,1 4 0 16,-2 1 0-16,4-5 0 16,-3-1 0-16,2-8 0 0,3-7 0 0,-3-3 0 15,2-4 0-15,-1-12 0 0,-2 3 0 0,3-5 0 16,-2-6 0-16,-1 1 0 0,1-5-198 0,-1-1 35 15,-1-3-404-15,0 0 263 0,1 2 122 0,-3-4-597 16</inkml:trace>
  <inkml:trace contextRef="#ctx0" brushRef="#br0" timeOffset="24274.25">20985 8271 2765 0,'-4'0'0'0,"4"1"0"15,0 1 0-15,0 1 0 0,2 0 0 0,12 1 0 0,6-4 0 0,6 0 0 0,6 0 0 0,10 0 0 0,1 0 242 0,-2-2-91 0,14-6-61 0,-6 5 158 16,-1-1-104-16,0-2-51 0,-2 4-27 0,-7 0-90 16,1 2 27-16,-4 0 0 0,-4 0-508 0,-9 0 272 15,0 4 137-15,-7 4 78 0,-4 0-858 0,-5 7 370 16</inkml:trace>
  <inkml:trace contextRef="#ctx0" brushRef="#br0" timeOffset="24446.26">21229 8582 2745 0,'-16'17'0'0,"4"-8"0"0,5-1 0 0,1-3 0 0,6-1 0 0,0-2 0 0,2 0 0 0,16 2 0 0,5-2 0 0,4 0 0 0,3 0 104 0,0-1 199 0,5-1-132 0,-1 0-55 15,3 0-314-15,-2 3 119 0,-1-3 60 0,-1 1 29 16,-1-1-660-16,0 0 355 16,-2 0 163-16,-1 0-663 0</inkml:trace>
  <inkml:trace contextRef="#ctx0" brushRef="#br0" timeOffset="24796.53">21932 8375 2621 0,'0'-9'0'0,"0"6"0"0,0 0 0 0,0 1 0 0,0 2 0 0,-4 0 0 0,-1 2 0 0,-1 13 0 0,5 8 0 0,-1 3 0 0,2 4 169 0,0 3-55 0,0 0 441 0,2 3-258 16,9-2-129-16,3-3-161 15,5 0-7-15,4-3 0 0,4-6 0 0,-1-3 0 16,3-3 0-16,4-9 0 0,-1-2 0 0,2-5 0 16,-3 0 0-16,1-4 0 0,-3-10 0 0,-1-5 0 15,-3-1 0-15,-2-1 0 0,-4-2 0 0,-4-3 0 16,-1 3 0-16,-5-1 0 0,-4 1 0 0,-3-9 0 15,0 4 0-15,-2-3 0 0,0-2 0 0,-13 1 0 16,-4 1 0-16,-3 1 0 0,-5 4 0 0,-5 6 0 16,-2 7 0-16,-10 4 0 0,7 7 0 0,-12 2 0 15,5 2 0-15,3 13 0 16,9-1 0-16,-4 8 0 0,4 2 0 0,2 2 0 16,3 2 0-16,5 2 0 0,1 1 0 0,5 2 0 15,2-1 0-15,4 3 0 0,3 0 0 0,5 0 0 16,0-1 0-16,0 4 0 0,2-3 0 0,5 7 0 15,-2-3-881-15,6 0-112 0</inkml:trace>
  <inkml:trace contextRef="#ctx0" brushRef="#br0" timeOffset="25976.98">24492 8542 2086 0,'-16'-20'0'0,"2"8"0"0,5-4 0 0,3 1 0 0,3 0 0 0,3-3 0 0,0 3 0 0,0-1 0 0,11-1 0 0,8 2 0 0,7 0 334 0,1 1-146 0,5 6-73 15,3 0-37-15,1 2 185 0,-1 5-101 0,2 1-66 16,-1 0-27-16,1 6 114 0,0 7-71 0,-5 5-36 16,-4 1 17-16,-3 5-17 0,-5 1-76 0,-2 3 0 15,-6-2 0-15,-7 1 0 16,-3 6 0-16,-2-2 0 0,0-4 0 0,-11 2 0 16,-8-3 0-16,-5-2 0 0,-4-3 0 0,-4-2 0 15,-3-6 0-15,2-2 0 0,-1-5 0 0,0-3 0 16,4-3 0-16,0 0 0 0,4 0 0 0,6 0 0 15,-1-11 0-15,6 2 0 0,1-2 0 0,5 0 0 16,4-3-121-16,5 2-28 0,0-2 64 0,0-1-594 16,13-2 324-16,8 2 157 15,7 0 78-15,2 0-512 0,4-2 295 0,3 0 138 16</inkml:trace>
  <inkml:trace contextRef="#ctx0" brushRef="#br0" timeOffset="25988.01">24825 8499 411 0</inkml:trace>
  <inkml:trace contextRef="#ctx0" brushRef="#br0" timeOffset="26170.47">25044 8285 2028 0,'18'-29'0'0,"-9"8"0"0,-6 2 0 0,-1 6 0 0,-2 3 0 0,0 3 0 0,-14 7 0 0,-4 0 0 0,-5 13 0 0,2 9 0 0,-6 8 158 0,4 6-58 0,5 4 458 16,3-2-248-16,0 10-140 0,9-3 422 15,4-4-577-15,2-5-15 0,2 4 0 0,13-7 0 16,9 3 0-16,3-8 0 0,7-3 0 0,3-2 0 16,2-4 0-16,-1-7 0 0,9 0 0 0,-11-5 0 15,3 0 0-15,-1-5 0 0,-2-2-251 0,-2 0-116 16,-1 0 69-16,-1 0-501 0,-2-2 380 0,-2-9 188 15,-1-2 95-15,3-3-456 0</inkml:trace>
  <inkml:trace contextRef="#ctx0" brushRef="#br0" timeOffset="26338.2">25525 8374 3289 0,'-9'-2'0'0,"-2"0"0"0,5-2 0 0,2 3 0 0,2-1 0 0,2-3 0 0,0 0 0 0,12-1 0 0,12 2 0 0,0 1 0 0,1 0 158 0,1 1-58 15,-3 2 70-15,1 0-70 16,1 0-30-16,1 0-266 0,-6 0 118 0,3 5 60 0,-2 1 40 0,-5 1-718 16,2 3 369-16,-4-1 184 15,-2 2 92-15,0 2-33 0</inkml:trace>
  <inkml:trace contextRef="#ctx0" brushRef="#br0" timeOffset="26503.71">25516 8595 3108 0,'-28'9'0'0,"7"1"0"0,2-3 0 0,8-6 0 0,2 2 0 0,3-3 0 0,6 0 0 0,0 0 0 0,17 0 0 0,13 0 0 0,6 0 184 0,3 0 82 15,0-3-112-15,3 2-57 0,-7 1-18 0,7 0-169 16,-4 0 65-16,-1 0 33 0,-2 0 0 0,-1 0-593 16,-7 0 324-16,6 0 145 0,-4 0-742 0,-1 0 420 15</inkml:trace>
  <inkml:trace contextRef="#ctx0" brushRef="#br0" timeOffset="26717.52">26429 8047 2740 0,'0'-17'0'0,"0"6"0"0,0-1 0 0,0 1 0 0,0 5 0 0,0 2 0 0,0 3 0 0,0 1 0 0,0 0 0 0,0 21 0 0,0 12 86 0,0 10 439 0,0 18-243 0,0 3-120 15,0-2-26-15,0 20-136 16,-3-2 0-16,-2-1 0 0,2-1 0 0,-7 1 0 16,5-1 0-16,-2 2 0 0,0-2 0 0,0 0 0 15,1-5 0-15,2-10-51 0,0 14-545 0</inkml:trace>
  <inkml:trace contextRef="#ctx0" brushRef="#br0" timeOffset="27681.6">2290 9057 2026 0,'-3'-7'0'16,"3"7"0"-16,0 0 0 0,0 0 0 0,0 4 0 0,0 2 0 0,5 2 0 0,6 6 0 0,3 1 0 0,2 2 0 0,4 3 89 0,2 4 195 0,4 5-109 0,3 5-71 16,-1-1-29-16,0 2 124 0,0 4-77 0,-2 2-39 15,0-5 11-15,3 7 54 0,-6-4-52 0,-7-5 0 16,0 2 113-16,-5-4-82 0,-1-4-123 0,-3-1-4 16,-5-3 0-16,-1-4 0 0,-1-1 0 0,0-8 0 15,0 1 0-15,0-7 0 0,0-1 0 0,0-3 0 16,0-1 0-1,0 0 0-15,0 0 0 0,12-16 0 0,20-14 0 16,18-13 0-16,18-19 0 0,12-9 0 0,23-26 0 0,3 0 0 0,13-5 0 16,21-15 0-16,-1 7 0 0,-10 9 0 15,33-25 0-15,-8 12 0 0,1 3 0 16,2 6 0-16,-9-2 0 0,-21 16 0 0,1 1 0 16,-15 15 0-16,-30 19 0 0,-16 9 0 0,-3 4 0 15,-19 13 0-15,-9 5 0 0,-16 8 0 0,-4 4 0 16,-7 8 0-16,-7 1 0 0,-2 2 0 15,0 0 0-15,-11 2 0 0,-12 0-168 0,-2 5-170 0,4 9 144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2:22:42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12723 4706 1942 0,'-10'0'0'16,"2"0"0"-16,-4 1 0 0,5 2 0 0,-2 1 0 0,1-4 0 0,2 3 0 0,1 1 0 0,3-2 0 0,0 0 0 0,0-2 187 0,2 2-74 0,0 0 112 0,0-2-92 0,0 1-37 0,8 1 61 15,4 1-58-15,4-3-30 0,3 0 0 16,1 0 247-16,3 0-128 0,3 0-79 0,-1 0-35 0,0 0 80 16,0 0-154-16,1-3 0 15,-1 3 0-15,5 0 0 0,0 0 0 0,2 0 0 16,0 0 0-16,0 0 0 0,2 0 0 0,1 0 0 16,-1 4 0-16,0-1 0 0,-3-2 0 0,4-1 0 15,-9 2 0-15,6-2 0 0,-8 2 0 0,-1-2 0 0,-2 0 0 16,-5 2 0-16,-2-2 0 0,-3 0 0 0,-2 0 0 15,-4 0 0-15,0 0 0 0,-3 0-13 16,0 0-116-16,0 0-315 0,-2 0 202 0,0 0 101 16,0-4 51-16,0-2-220 0,0-1 125 0,-2-2 77 15,-2-1 35-15,-1-1-607 0</inkml:trace>
  <inkml:trace contextRef="#ctx0" brushRef="#br0" timeOffset="233.63">13293 4535 2696 0,'-12'-5'0'0,"3"2"0"0,0 1 0 0,1 1 0 0,4-1 0 0,2 2 0 0,2-3 0 0,0 3 0 0,2 0 0 0,15 0 0 0,6 0 616 0,1 0-289 0,1 0-133 15,5 3-96-15,0 2-98 0,0 2 0 0,0-2 0 16,-2 1 0-16,-1 2 0 0,3 1 0 0,-6-2 0 16,-4 0 0-16,-1 4 0 0,-4 1 0 0,-3-2 0 15,-7 0 0-15,-1 2 0 0,-4 3 0 0,0 0 0 16,-7 0 0-16,-13 4 0 0,-1 0 0 15,0-3 0-15,-6 4-106 0,-1 0 3 0,-2-2-540 0,2 0 307 16,-2 4 148-16,-2-1 75 16,-4 5-622-16,6 2 348 0,5-1 163 0</inkml:trace>
  <inkml:trace contextRef="#ctx0" brushRef="#br0" timeOffset="788.73">13148 5291 2388 0,'0'9'0'0,"0"-2"0"0,2-2 0 0,0 1 0 0,0-3 0 0,-1 0 0 0,1-3 0 0,0 2 0 0,0-2 0 0,2 0 0 0,0 0 205 0,0 0-82 16,1 0-42-16,1-5 1 0,-3-5 82 0,5-1-66 15,-4-3-30-15,2 1 1 0,-3 0-62 16,-1-2 33-16,0-2 10 0,0 2-11 0,-2-3-62 0,0 0 31 16,0 1 0-16,-2 1-14 0,-7-1 10 0,-1 0 36 15,-1 2 14-15,0-1-14 0,-3 4-45 16,2 0 36-16,-4 3 62 0,1 3-36 0,-2 3-11 15,1 1-19-15,-3-1 116 0,-1 3-143 0,2 0 0 16,-5 8 0-16,2 5 0 0,1 4 0 0,-1 4 0 0,0 2 0 16,3 2 0-16,1 2 0 15,1 6 0-15,-2 8 0 0,6-2 0 16,0 6 0-16,3-6 0 0,1 12 0 0,5-8 0 0,3-7 0 16,0-1 0-16,0-1 0 0,1-7 0 0,12 1 0 15,5-7 0-15,-2-5 0 0,5-2 0 0,3-5 0 16,-4-4 0-16,9-2 0 0,-5-3 0 15,3 0 0-15,-3-4 0 0,1-11 0 0,-1-4 0 16,-2-5 0-16,-1-5 0 0,-2 0 0 0,-2-4 0 0,-2 1 0 16,-2 0 0-16,-4 2 0 15,-1 2 0-15,-2 7 0 0,-4 2 0 0,0 3 0 16,-2 5 0-16,0 2 0 0,0 3 0 0,0 4 0 16,0 0 0-16,0 2 0 0,-2 0 0 0,-2 7 0 15,1 9 0-15,2 7 0 0,1 0 0 16,0 4 0-16,0 1 0 0,1 3 0 0,8 0 0 0,0 1 0 15,2-4 0-15,1-4 0 0,-2 6 0 16,2-5 0-16,-3-4 0 16,1 1 0-16,0-4 0 0,-1 2 0 0,0-3 0 0,-2-4 0 15,1-2 0-15,-2-4 0 0,-1-1 0 0,3-2 0 16,-1-3 0-16,3-1 0 0,1 0 0 0,4-1-388 16,2-15 122-16,4-6-320 0,5-10 279 0,0-5 132 15</inkml:trace>
  <inkml:trace contextRef="#ctx0" brushRef="#br0" timeOffset="956.27">13702 5170 3354 0,'-2'-2'0'0,"-1"2"0"0,1-2 0 0,2 2 0 0,0 0 0 0,0 0 0 0,0 0 0 0,9 0 0 0,6 0 0 0,2 0 0 0,2 4 370 0,1 0-171 0,1 1-191 15,6 0-8-15,-3 0 0 0,0-2 0 0,-3 2 0 16,2 0-101-16,-3-2 4 15,-1 3-429-15,-2 0 283 0,-2 0 141 0,-6-1 80 0</inkml:trace>
  <inkml:trace contextRef="#ctx0" brushRef="#br0" timeOffset="1125.2">13787 5491 3931 0,'-19'17'0'0,"4"-4"0"0,3-3 0 0,3-3 0 0,4-2 0 0,5 0 0 0,0-3 0 0,0 3 0 0,11-1 0 0,10-1 0 15,3 1 0-15,2 0 0 0,4 0 0 16,2-1 0-16,0-1 0 0,0 0 0 0,2 2 0 0,-4-3 0 16,-6 4 0-16,6-2 0 0,-9 2 0 0,0-2 0 15,-5 2-48-15,-2 2 10 0,-3 0-720 0</inkml:trace>
  <inkml:trace contextRef="#ctx0" brushRef="#br0" timeOffset="1874.87">14801 5177 2098 0,'-13'-2'0'0,"0"1"0"0,1 1 0 0,3-3 0 0,2 3 0 0,3 0 0 0,0-1 0 0,3 1 0 0,1-2 0 0,0 2 0 0,1 0 155 0,12-2-58 15,6 0 316-15,3 0-187 0,1 0-85 0,9-1-55 0,0-1-1 16,0 3-47-16,1-3 1 0,3 2 514 16,0 0-553-16,0 0 0 0,-1 0 0 0,-1 1 0 0,0-2 0 15,-2 1 0-15,-6 2 0 0,6 0 0 16,-11 0 0-16,1 0 0 0,-3 0 0 0,-3 0 0 15,-6 0 0-15,1 0 0 0,-5-2 0 0,-2 2 0 16,-2 0 0-16,0 0-382 0,0 0 19 0,-2-1 163 16,0-1 81-16,0 0-492 0,0-2 286 15,0-5 134-15,5-2 81 0,6-5-545 0</inkml:trace>
  <inkml:trace contextRef="#ctx0" brushRef="#br0" timeOffset="2089.36">15620 4775 3757 0,'0'0'0'0,"-2"0"0"0,2 0 0 0,-2 0 0 0,2 0 0 0,0 0 0 0,9 0 0 0,12 2 0 0,4 2 0 0,7-3 0 0,3 2 174 0,10 0-174 0,-1 0 0 0,0 1 0 16,4-3 0-16,0 1 0 0,-4 0 0 0,9 0 0 16,-9 1 0-16,-6-3 0 0,2 1 0 0,-5-1 0 15,-7 0 0-15,1 0 0 0,-9 0-334 16,-3 0-69-16,-6 0 194 0,-4 0 32 15,-3 0-244-15,-1-1 195 0,-3-4 95 0,0-4 45 0,0-5-446 16,-3-3 246-16</inkml:trace>
  <inkml:trace contextRef="#ctx0" brushRef="#br0" timeOffset="2676.22">16147 4357 2590 0,'-5'-2'0'0,"1"2"0"0,4 0 0 15,0 0 0-15,0 0 0 0,6 0 0 0,11 0 0 0,5 0 0 0,2 0 0 0,7 0 0 0,0 0 193 0,5 0 274 0,-4 4-214 16,3 3-107-16,-4 2-54 0,-2 2 20 16,-4 3-42-16,-2 2-62 0,-4 2-8 0,-6 2 0 0,-6 1 0 15,-2 9 0-15,-5 0 0 0,0 4-44 0,-10 3 22 16,-7-1 30-16,0-4 10 0,-6 8-350 0,1-6 101 16,1-7 121-16,-3 4-504 0,-1-3 288 0,-3-4 134 15,2 0-335-15,-4-1 244 16,0-4 123-16,-2 0 60 0,2-5-274 0,0-1 158 0,-2-4 94 0,2-1 41 15,0-2-50-15,2 0 66 0,5-2 38 16,0-3 27-16,7 2 0 0,4-1 0 16,1-1 0-16,4-1 349 0,3 3-213 15,1 1-96-15,3-1 589 0,0 2-311 0,0 5-72 0,1 3-104 16,5 3-45-16,3 4-20 0,0 4-9 0,1 4-30 16,-3 0 789-16,1 7-394 0,-3-4-197 0,0 5 29 15,-3 0-235-15,-1-2-30 0,-1 0 0 0,0-2 0 16,0-3 0-16,-3-8 0 15,-4 1 0-15,2-5 0 0,1-8 0 0,-1-4 0 0,1 1 0 0,1-6 0 16,-4 0 0-16,3 0 0 16,3-8 0-16,1-6 0 0,0-2 0 0,0-4 0 15,5-1 0-15,11 1 0 0,0 1 0 0,3 0 0 16,4 5 0-16,0 2 0 0,9 3 0 0,-5 4 0 16,1 5 0-16,-1 0 0 0,-1 2 0 0,-3 12 0 15,0 7 0-15,-5 3 0 0,-3 3 0 0,-4 0 0 16,-3 6 0-16,-7-4 0 0,-1 3 0 15,0-1 0-15,-5-1 0 0,-8-2 0 0,-6-4 0 0,4-3 0 16,-9 0 0-16,1-6 0 16,0-5 0-16,-2 1 0 0,-2-6 0 0,-3-1 0 15,4-4 0-15,-2 0 0 0,1 0 0 0,6-2 0 16,1-9 0-16,3-4 0 0,4-4 0 0,3 0 0 16,6-2 0-16,4 0-464 0,0 3 49 0,0-2 193 15,14-2-595-15,4 6 389 0,5 0 195 0</inkml:trace>
  <inkml:trace contextRef="#ctx0" brushRef="#br0" timeOffset="3132.57">16563 5217 2335 0,'-2'0'0'0,"0"0"0"0,1 0 0 0,-1 0 0 0,0 0 0 0,-1 0 0 0,3 0 0 0,0 0 0 0,0 0 0 0,0 0 0 16,0 0 114-16,3 0 455 0,10 0-266 0,6 0-123 0,4 0 250 0,4 0-430 16,5 0 0-16,3 0 0 0,4 0 0 0,0 0 0 15,5-2 0-15,-2-2 0 0,-1 0 0 0,-7 1 0 0,1-2 0 16,-3 1 0-16,-4 1 0 0,-7-3 0 0,0 4 0 15,-4-3 0-15,-8 1 0 0,1 3 0 16,-7-3 0-16,1 2 0 16,-2 0 0-16,-2-2-126 0,0 1-226 0,0-1 162 0,0 1 75 15,0-1-322-15,-2-2 199 0,2 3 100 0,0-5 41 16,0-2-710-16</inkml:trace>
  <inkml:trace contextRef="#ctx0" brushRef="#br0" timeOffset="3380.39">17383 4823 3529 0,'-6'-2'0'0,"1"-1"0"0,1 2 0 0,0-3 0 16,1 1 0-16,3-1 0 0,0 0 0 0,0-2 0 0,5 2 0 0,16 0 0 0,6-2 297 0,17-1-192 0,3 0-105 0,6-1 0 15,3 1 0-15,2 2 0 0,-1 1 0 0,-2 0 0 16,0 3 0-16,-4-2 0 0,-4 3 0 15,-9-1 0-15,3 1 0 0,-5 0 0 0,-6-3 0 0,2 3 0 16,-11-2 0-16,-2 1 0 0,-5-3-150 0,-5 2-11 16,-3-1-6-16,-2-3-522 0,-2 2 327 15,-2-2 161-15,0-1 82 0,-6-1-216 0,-2 3 140 16</inkml:trace>
  <inkml:trace contextRef="#ctx0" brushRef="#br0" timeOffset="3608.31">17845 4464 2861 0,'10'0'0'0,"6"3"0"16,1-1 0-16,2 0 0 0,3-2 0 0,3 4 0 0,0 0 0 0,1 4 0 0,4 2 0 0,0-2 0 0,0 4 206 0,-2 1 513 0,0 0-574 0,-2 4-145 0,-1-3 0 16,-8 1 0-16,0 5 0 15,-4-4 0-15,-4 5 0 0,-5-3 0 0,-4 5 0 0,0 0 0 0,-9 3 0 16,-10-3 0-16,-4 0 0 0,-9 5 0 15,0-4 0-15,0-2 0 0,-10 4 0 16,4-3-65-16,2 0-372 0,8-3 162 0,-2 5 119 16,4 0-754-16,5-1 441 0,8 3 215 0</inkml:trace>
  <inkml:trace contextRef="#ctx0" brushRef="#br0" timeOffset="3891.09">17883 5292 2570 0,'0'0'-1'0,"0"0"1"0,0 0 0 0,-2 0 0 0,-2 0 0 0,0-6 0 0,0-1 0 0,-1-5 0 0,1 1 0 0,1 0 0 0,-1-2 194 16,-3 2-69-16,2-5-48 0,0 6 57 0,-3-1-48 15,-1 1-24-15,-3 2 0 0,-2 2 211 0,-5 5-123 16,-4 1-56-16,-3 1 11 0,-4 13-105 0,-6 9 0 16,6 0 0-16,-6 6 0 0,12-3 0 0,0 6 0 15,5 2 0-15,0 7 0 0,9-6 0 0,3 7 0 16,7-3 0-16,0 3 0 0,0-8 0 0,9 1 0 15,10-1 0-15,1-2 0 16,7-7 0-16,1 1 0 0,2-5 0 0,2-5 0 16,2-1 0-16,-2-5 0 0,1-2 0 0,2-7 0 15,1-1 0-15,-1 0 0 0,3 0 0 0,4-5 0 16,-2-9-1110-16,3 2 523 0,7-4 274 0</inkml:trace>
  <inkml:trace contextRef="#ctx0" brushRef="#br0" timeOffset="4017.87">18514 5605 3931 0,'3'4'0'0,"-1"1"0"0,-2-2 0 0,0-3 0 0,0 0 0 0,0 0 0 0,-2 0 0 0,0 0 0 0,1 0 0 0,1 0 0 0,0 0 0 0,0 0 0 0,0 0 0 16,0-2 0-16,0 2 0 0,0 0-554 0</inkml:trace>
  <inkml:trace contextRef="#ctx0" brushRef="#br0" timeOffset="5000.62">11553 7116 2953 0,'-12'0'0'0,"2"0"0"0,0 0 0 0,3 0 0 0,2 1 0 0,1 0 0 0,1 2 0 0,1 0 0 0,2-2 0 0,0 1 0 0,11 2 203 0,13-2-82 0,6-2-41 0,8 0 494 15,10 0-574-15,3-4 0 0,4-7 0 16,1 3 0-16,-2-1 0 0,0-3 0 0,-1 1 0 16,0 3 0-16,-4 1 0 0,-4 0 0 15,-9 3 0-15,-1 0 0 0,-3 1 0 0,-9 0 0 16,-1 1 0-16,-5 0 0 0,-4 0 0 0,-1 2 0 16,-5 0 0-16,-3-1 0 15,-1 1 0-15,-1 0 0 0,0-2-441 0,-2 0 188 0,0-2 107 0,0-3-656 0,0-6 381 16,-6-3 191-16,-5-3-419 0,-2-4 309 15,-2 0 151-15,-2 3-16 0,1-1 82 16,0 6 43-16,0-1 28 0,0 5 451 16,2 3-239-16,0 1-99 0,7 3-50 0,-1 1 356 15,5 0-212-15,1 2-92 0,2 1 896 0,0 0-461 0,11 0-222 16,12 0-118-16,5 0 356 0,2 0-242 16,2 5-234-16,3 3-38 0,1 0 0 0,1 1 0 15,-1-2 0-15,-3 4 0 0,-3 2 0 0,-5-3 0 16,-6 0 0-16,-2 3 0 0,-5 0 0 0,-7-2 0 15,-3 5 0-15,-2-2 0 0,-2 6 0 16,-14-4 0-16,-4 4 0 0,-6 1 0 16,-2 0 0-16,-6 5-313 0,0-1-156 0,-1 1 214 15,3-2 99-15,-10 9-770 0,5-2 443 0</inkml:trace>
  <inkml:trace contextRef="#ctx0" brushRef="#br0" timeOffset="5491.96">12006 7613 2287 0,'0'11'0'0,"0"-2"0"0,0-3 0 0,0-2 0 0,0-4 0 0,0 0 0 0,2 0 0 0,0 0 0 0,3 0 0 0,1 0 0 0,2-8 116 0,-1 1 414 0,-1-4-245 0,-1-2-123 15,1 4 68-15,-3-8-101 0,0 3-44 0,-1-1 22 16,-2-2-107-16,0 2 0 0,0 0 0 0,0-2 0 16,-5 0 0-16,-2 1 0 0,-2-1 0 0,0 0 0 15,-1 3 0-15,-1 0 0 0,0 3 0 0,-3 0 0 16,2 4 0-16,-4 3 0 0,1 3 0 15,-2 1 0-15,1 0 0 0,-9 12 0 16,2 8 0-16,2 4 0 0,-4 10 0 0,6 3 0 0,0 4 0 16,4 3 0-16,4 3 0 0,5-8 0 15,2 11 0-15,4-12 0 0,0 0 0 0,2-4 0 16,6-2 0-16,3-9 0 0,2 0 0 0,2-6 0 16,0-2 0-16,0-4 0 0,2-6 0 0,-2-2 0 15,0-3 0-15,0 0 0 16,0-1 0-16,2-16 0 0,-2 0 0 0,-2-2 0 0,2-7 0 0,-1-1 0 15,0-1 0-15,-2-2 0 0,1 3 0 0,-4 0 0 16,1-1 0-16,-3 9 0 16,-1 0 0-16,-4 6 0 0,1 1 0 0,-1 6 0 15,0 1 0-15,-2 4 0 0,0-1 0 0,0 2 0 16,0 0 0-16,2 5 0 0,0 9 0 0,-1 5 0 16,6 1 0-16,-2 5 0 0,3-3 0 0,1-1 0 0,3 8 0 15,-2-10 0-15,1 0 0 16,3 2 0-16,-1-4 0 0,-1-2 0 15,0-3 0-15,0 0 0 0,-3-2 0 0,0-5 0 0,-1 3 0 16,0 0 0-16,-1-3 0 0,1-1 0 16,-1 3 0-16,3-1 0 0,-1 2 0 0,4-5-974 15,4-3 302-15,9 0 317 0</inkml:trace>
  <inkml:trace contextRef="#ctx0" brushRef="#br0" timeOffset="5719.08">12837 7365 3931 0,'0'-6'0'0,"0"4"0"0,0 1 0 0,0 1 0 0,0 0 0 0,0 0 0 0,0 0 0 0,0 0 0 0,0 11 0 0,0 4 0 0,-4 10 0 0,-4 0 0 0,0 6 0 16,-3 8 0-16,-2-1 0 0,-2 3 0 0,0 2 0 16,-4 1 0-16,2-8 0 15,-5 11 0-15,3-8 0 0,0-8 0 0,3 2 0 0,-4-5 0 16,8-6 0-16,-2-2 0 0,1-6 0 0,4-2-109 15,-1-4 11-15,3-2-715 0,0-2 378 16,-1-4 204-16,2 0-514 0,0 0 355 0</inkml:trace>
  <inkml:trace contextRef="#ctx0" brushRef="#br0" timeOffset="5926.71">12530 7421 2924 0,'0'-11'0'0,"0"4"0"0,0 3 0 0,2 2 0 0,2 2 0 0,3 0 0 0,3 0 0 0,5 15 0 0,2 2 0 0,1 4 0 16,5 4 229-16,0 4-86 0,3 7 492 0,-2-2-635 0,0 1 0 0,1 1 0 16,2 1 0-16,-5-6 0 0,4 9 0 0,-5-13 0 15,3 3 0-15,-4-1 0 0,1-5 0 0,-5-5 0 16,-2-5 0-16,0-1 0 0,-7-2 0 0,1-6 0 16,-1-1 0-16,-3-2 0 0,-3-2-520 0,4 0 15 15,-3-2 234-15,0-15 117 0,1-6-584 0</inkml:trace>
  <inkml:trace contextRef="#ctx0" brushRef="#br0" timeOffset="6125.88">13041 7345 3006 0,'0'-10'0'0,"0"4"0"0,0 1 0 0,0 1 0 0,0-2 0 0,6 0 0 0,9 1 0 0,9-4 0 0,4 0 0 0,12-1 0 0,1 0 756 0,4 1-587 0,-4 2-169 0,14-3 0 16,-8 4 0-16,-2-3 0 15,-2 3 0-15,-1 1 0 0,-7 1 0 0,3 1 0 16,-7-1 0-16,0-1 0 0,-9 1 0 0,-1 0 0 16,-6 0-150-16,-4 2-223 0,-3-2 95 0,-4 2 138 15,-2-1-715-15,-2-1 409 0,0-2 195 0</inkml:trace>
  <inkml:trace contextRef="#ctx0" brushRef="#br0" timeOffset="6350.91">13522 6929 2945 0,'0'-1'0'0,"0"-1"0"0,3 0 0 0,8-2 0 0,1 0 0 0,5 1 0 0,9-1 0 0,2 2 0 0,2 1 0 0,6-2 0 0,2 3 398 0,5 0-185 16,-4 0-88-16,1 0-44 0,-6 6 88 0,-2 5-169 16,-6 1 0-16,3 2 0 0,-8 4 0 0,-7-3 0 15,-3 3 0-15,-5 1 0 0,-6 5 0 16,0 3 0-16,-8-1 0 0,-9-1 0 15,-5 3 0-15,-2-2 0 0,-7-1 0 0,-6 2 0 16,-3-4-7-16,-1 0-34 0,-2-3-844 0,-4 3 424 16,0-3 202-16</inkml:trace>
  <inkml:trace contextRef="#ctx0" brushRef="#br0" timeOffset="6758.29">13451 7311 3581 0,'3'2'0'0,"-1"3"0"0,0 1 0 0,0 2 0 0,0 1 0 0,-2 6 0 0,1 4 0 0,-1 5 0 0,2 6 0 0,0 4 0 0,0 4 281 0,0 8-212 0,0-2-69 0,0 3 0 0,0-3 0 15,0 0 0-15,0-7 0 0,0 3 0 0,-1-4 0 16,-1-3 0-16,0-10 0 0,0-1 0 0,0-7 0 16,0-4 0-16,0-3 0 0,0-5 0 15,0 0 0-15,0-3 0 0,-3 0 0 0,-1-7 0 16,0-7 0-16,4-1 0 15,0-2 0-15,0-2 0 0,0-1 0 0,4-1 0 16,9 2 0-16,1 2 0 0,6-1 0 0,1 5 0 0,-3 4 0 16,5 0 0-16,3 6 0 0,-1 1 0 0,-1 2 0 15,0 0 0-15,-3 9 0 0,4 8 0 16,-7 1 0-16,-3 0 0 0,-2 2 0 0,-3 0 0 16,-3 1 0-16,-5 1 0 0,0 0 0 15,-2-1 0-15,-2-1 0 0,-9-1 0 0,-2-4 0 0,-4 0 0 16,-6 0 0-16,1-3 0 0,-3-3 0 0,-3 1 0 15,-2-3 0-15,-1-3 0 0,0-1 0 16,3-3 0-16,6 0 0 0,-1 0 0 0,4 0 0 16,4-4 0-16,2-9 0 0,5 1 0 0,4-4 0 15,4-3 0-15,0-2-898 0,2-5 329 0,16 2 265 16</inkml:trace>
  <inkml:trace contextRef="#ctx0" brushRef="#br0" timeOffset="6933.83">14131 7431 3789 0,'5'-2'0'0,"4"0"0"0,1 2 0 0,1 0 0 0,2 0 0 0,2 0 0 0,5 0 0 0,3 0 0 0,2 0 0 0,5 0 0 0,0 0 142 0,2 0-142 0,2 0 0 16,-1 0 0-16,-1 0 0 0,0 0 0 0,-4-2 0 15,-5 1-92-15,0-2 0 0,-7 3-1073 16,-4 0 598-16,-5 0 301 0</inkml:trace>
  <inkml:trace contextRef="#ctx0" brushRef="#br0" timeOffset="7111.67">14226 7732 3931 0,'-2'0'0'0,"2"0"0"0,0 1 0 0,0-1 0 0,0 2 0 15,4 1 0-15,11-3 0 0,6 0 0 0,5 0 0 0,2 0 0 0,6 0 0 0,2-3 0 0,7 0 0 0,-9-1 0 0,3-2 0 16,1 3 0-16,-5-2 0 0,-4 4 0 0,4-1 0 16,-10 0 0-16,-2 2 0 0,-1 0-783 0</inkml:trace>
  <inkml:trace contextRef="#ctx0" brushRef="#br0" timeOffset="9127.23">15473 7391 1367 0,'-7'0'0'0,"5"0"0"0,0 0 0 0,0 0 0 0,2 0 0 0,0 0 0 0,0 0 0 0,0 0 0 16,4 0 0-16,10 0 0 0,-2 0 96 0,3 0-28 0,2 0 353 15,2 0-191-15,-2 0-96 0,2 0 380 0,1 0-243 0,1 0-116 16,5 0 324-16,1 0-283 0,3-1-196 0,0-5 0 16,2 2 0-16,3-1 0 0,-1-2 0 15,3 4 0-15,2-3 0 0,-4 1 0 0,1 3 0 16,-3-1 0-16,-2 0 0 0,-9 2 0 15,0-1 0-15,-3 2 0 0,-8 0 0 16,1 0 0-16,-5 0 0 0,-5 0-265 0,0 0 121 0,0 0-9 16,-2 0-341-16,0 2 227 0,0-1 115 0,0 2 55 15,-2-3-233-15,0 0 136 0,2 0 82 0</inkml:trace>
  <inkml:trace contextRef="#ctx0" brushRef="#br0" timeOffset="9376.57">16264 7003 3892 0,'-4'-8'0'0,"4"7"0"0,0 1 0 0,0-3 0 0,0 2 0 0,9-3 0 0,12-2 0 0,6 0 0 0,1-1 0 0,15 0 0 0,3-1 39 0,0 2-39 0,7 1 0 16,0 3 0-16,0-3 0 0,2 3 0 0,0-1 0 15,0 2 0-15,-4-1 0 0,2 0 0 0,-5 0 0 16,-6 0 0-16,-8 0 0 0,-1 0 0 15,-6 0 0-15,-6 1 0 16,-8-1 0-16,-2 0 0 0,-5 0 0 0,-4 1 0 0,-2 1-294 0,0-3-59 16,0 1 157-16,-12 2 80 0,-1 0-522 0,2-2 301 15,-6-1 139-15,1-3 86 0,0-3 36 0</inkml:trace>
  <inkml:trace contextRef="#ctx0" brushRef="#br0" timeOffset="9918.52">16928 6699 2408 0,'-4'-3'0'0,"1"2"0"0,3-1 0 0,0 2 0 0,0-2 0 0,10 0 0 0,10 1 0 0,4-1 0 0,5 2 0 0,1 0 0 0,1 0 606 0,1 5-284 0,0 8-142 0,-2 0-71 15,2 4 197-15,-5 2-306 0,-3 0 0 0,-6 1 0 16,-2 1 0-16,-7 4 0 0,-7-3 0 0,-2 6 0 16,0 0 0-16,-9 1 0 0,-10-3 0 0,-3 0 0 15,-3 1 0-15,-1-5 0 16,-4-1-659-16,0-4 244 0,-4 0 188 0,0-4 95 15,-3 0-334-15,0-4 219 0,0 1 104 0,2-4-133 16,1-1 118-16,6-1 60 0,5-3 21 0,3 1 141 16,3-2-51-16,8 3-26 0,0-2 420 0,0 1-223 15,8 2-120-15,-1 4-46 0,2 3 235 0,0 5-71 16,0 8-97-16,3 1 70 0,6 7 507 16,-2 7-318-16,0 3-152 0,-3 1-77 0,1 0 58 0,-3 2-173 15,0-6 0-15,1 13 0 0,-1-10 0 16,-2-3 0-16,0-2 0 0,0-3 0 15,0-4 0-15,0-7 0 0,0-2 0 0,0-11 0 16,0 0 0-16,-2-7 0 0,-1-1 0 0,1-2 0 16,0-2 0-16,2-15 0 0,0-5 0 0,0-3 0 15,12-2 0-15,3-4 0 0,6 1 0 0,3 2 0 16,6 1 0-16,2 5 0 0,0 4 0 0,1 6 0 16,-1 3 0-16,-2 7 0 0,-1 2 0 0,-9 0 0 15,2 6 0-15,-2 7 0 0,-6 2 0 0,-4 6 0 16,-4-1 0-16,-4 3 0 15,-2 3 0-15,0-3 0 0,-4 0 0 0,-10-4 0 16,-2 0 0-16,-2-4 0 0,-6 4 0 0,0-2 0 16,-2-4 0-16,-2-1 0 0,-3-1 0 0,0-4 0 15,-1 1 0-15,2-4 0 0,2-1 0 0,9-3 0 16,0 0 0-16,6 0 0 0,0-3 0 0,8-11-343 16,5-9 95-16,1-10 105 0,21-5-867 15,10-2 476-15</inkml:trace>
  <inkml:trace contextRef="#ctx0" brushRef="#br0" timeOffset="10133.83">17965 6964 3931 0,'0'-3'0'0,"0"3"0"15,0 0 0-15,-5 7 0 0,-5 10 0 0,-7 2 0 0,-3 13 0 0,-5 4 0 0,1 3 0 0,-3 6 0 0,1 1 0 0,2 3 0 0,-2 3 0 16,1-1 0-16,1 2 0 0,1-4 0 15,3 1 0-15,1-3 0 0,4-2 0 0,1-11 0 0,3 2 0 16,1-10 0-16,1 0 0 0,0-7 0 0,4-7 0 16,-1-4 0-16,0-2-188 0,0-6-631 0,3 0 396 15,-4-2 192-15,3-18-478 0,2-6 336 16,0-14 168-16</inkml:trace>
  <inkml:trace contextRef="#ctx0" brushRef="#br0" timeOffset="10310.12">17515 7189 3597 0,'0'-15'0'0,"0"5"0"0,0 5 0 0,2 3 0 0,5 2 0 0,6 0 0 0,4 4 0 0,4 14 0 0,1 5 0 0,4 9 0 0,1 2 162 16,-1 4 10-16,1 2-172 0,-3-4 0 0,3 7 0 15,0-3 0-15,-3-3 0 0,3-1 0 0,-1-4 0 16,-3-6 0-16,1 0 0 0,-1-3 0 0,-4-6 0 16,-1-2 0-16,-3-6 0 0,-4-3 0 15,5-2-176-15,-5-4 44 0,0 0-52 16,-1-2-936-16,4-17 541 0</inkml:trace>
  <inkml:trace contextRef="#ctx0" brushRef="#br0" timeOffset="10536.31">18145 7012 3931 0,'-5'-9'0'0,"5"7"0"0,0-4 0 0,0 1 0 0,0 0 0 0,13-3 0 0,11-1 0 0,10 2 0 0,12-2 0 0,16-2 0 0,0 2 0 0,-2 1 0 0,14 0 0 15,-8 5 0-15,0 1 0 0,-3 0 0 0,-13 2 0 16,4 0 0-16,-4 0 0 0,-8 0 0 0,-8 4 0 16,0-1 0-16,-10 1 0 0,-3-2 0 0,-6 0 0 15,-4 0 0-15,-5-2-381 0,-4 0 26 16,0 0 151-16,-2 0-606 0,0-2 387 0,-4-8 193 0,-4-3 97 16,-1-2-398-16,-4-8 238 0</inkml:trace>
  <inkml:trace contextRef="#ctx0" brushRef="#br0" timeOffset="10732.85">18914 6633 1911 0,'-2'-13'0'0,"2"3"0"0,0 0 0 0,7-2 0 0,7 2 0 0,2 3 0 0,7 1 0 0,0 2 0 0,5 3 0 0,-1 1 0 0,-2 0 554 0,1 5-259 0,1 10-129 0,-4 5 451 16,-1 1-295-16,-2 4-256 0,-2 1-66 16,-4 1 0-16,-2 1 0 0,-6-3 0 15,-1 2 0-15,-5 0 0 0,0 0 0 0,0-4 0 16,-9 2 0-16,-5-5 0 0,-2 7 0 0,-5-6 0 15,-2-2 0-15,-3 1 0 0,-2-1 0 0,-6-1 0 16,-7 3-135-16,0-2-68 0,-3 0 92 0,1 1-20 16,-1 0 48-16,5-4 13 0</inkml:trace>
  <inkml:trace contextRef="#ctx0" brushRef="#br0" timeOffset="11110.64">18585 7146 3375 0,'0'-5'0'0,"0"2"0"0,0-1 0 0,0 3 0 0,0-1 0 0,0 0 0 0,2 2 0 0,6 0 0 0,-1 12 0 0,2 11 0 0,-1 6 130 0,-2 8 296 0,-4 4-426 16,-2 5 0-16,0 1 0 0,0 3 0 0,-8 1 0 15,2-5 0-15,0 1 0 0,3-1 0 16,-1-12 0-16,1 2 0 0,-1-7 0 0,2-8 0 16,-2-2 0-16,0-8 0 0,2-2 0 0,0-4 0 0,0-5 0 15,1 0 0-15,-1-3 0 16,2-11 0-16,0-4 0 0,0-1 0 0,3 1 0 15,11-1 0-15,2-1 0 0,2 6 0 0,10-2 0 16,0 6 0-16,4 2 0 0,2 6 0 0,3 2 0 16,-1 0 0-16,1 6 0 0,-5 11 0 0,0 2 0 15,-6 6 0-15,-5-2 0 0,-1 4 0 0,-10 0 0 16,-2-3 0-16,-6-4 0 0,-2 4 0 0,0-4 0 16,-15-3 0-16,-8-1 0 0,0-4 0 0,-5-3 0 15,-2-3 0-15,0-3 0 16,-2-3 0-16,0 0 0 0,4 0 0 0,2-1 0 15,2-8 0-15,1-3 0 0,9-3 0 0,0 0 0 16,3-2 0-16,5 3 0 0,2-2 0 0,4 6 0 16,0 0 0-16,0-2 0 0,4 2-807 0</inkml:trace>
  <inkml:trace contextRef="#ctx0" brushRef="#br0" timeOffset="11732.07">19788 7368 2491 0,'-23'0'0'0,"2"-1"0"0,8-1 0 0,1 2 0 0,5 0 0 0,2 0 0 0,3-1 0 0,2 1 0 0,0-3 0 0,0 3 0 0,9-2 217 0,8 2-79 0,7-2 582 0,2 2-355 16,4 0-365-16,6 0 0 0,9 0 0 0,2 0 0 16,4 0 0-16,2 0 0 0,3 0 0 0,-2 0 0 15,3 0 0-15,-3 0 0 0,-4 0 0 16,-6 0 0-16,-10 0 0 0,0 0 0 0,-12 0 0 16,-1 0 0-16,-8 0 0 0,-4 2 0 15,-2 0 0-15,-4 1 0 0,-1-3 0 0,-2 0 0 16,0 0 0-16,0 0 0 0,-2 0 0 0,-6 0 0 15,3 0 0-15,-1 0 0 0,2 0 0 0,1 0 0 16,1-3 0-16,2 1-3 0,0-5-159 0,5-2 39 16,16-5-1089-16</inkml:trace>
  <inkml:trace contextRef="#ctx0" brushRef="#br0" timeOffset="11970.34">20910 6815 3931 0,'-10'-3'0'0,"3"0"0"0,7 1 0 0,0 2 0 16,0 0 0-16,2 0 0 0,17 0 0 0,6 0 0 0,7 0 0 0,1 0 0 0,10 0 0 0,10 0 0 0,2 0 0 0,3 0 0 16,0 0 0-16,-1 0 0 0,-3 0 0 15,-3 0 0-15,-7 0 0 0,-5 0 0 0,-2 0 0 16,-5 0 0-16,-4 5 0 0,-5-2 0 0,-3-1-23 15,-3-1-217-15,-2 2 113 0,-3-2-904 0,-1-1 497 16,-1 0 248-16,1 0 123 0</inkml:trace>
  <inkml:trace contextRef="#ctx0" brushRef="#br0" timeOffset="12434.37">21624 6528 2870 0,'-11'-4'0'0,"7"2"0"0,1 0 0 0,3 2 0 0,0 0 0 0,0 0 0 0,13 0 0 0,8 0 0 0,0 4 0 0,6 7 0 0,1 4 353 0,2 0-157 0,0 5-79 16,-2 1 278-16,1 0-395 0,-6 2 0 0,-4 1 0 16,-3 2 0-16,-9-1 0 0,-3 3 0 0,-4 1 0 15,0-2 0-15,-7 2 0 0,-11-2 0 0,0-1 0 16,-3 1 0-16,0 0-26 0,-2-5 7 16,0 1-380-16,-2-3 101 0,0 1 139 0,2-1-583 15,0-1 343-15,0 0 185 0,2 0 88 16,7-3-428-16,-4 0 258 0,6 0 130 0,-1-2 53 15,3-2-105-15,1-4 98 0,1 0 38 0,-2-2 283 16,3-1-139-16,0-1-60 0,0-2-15 0,-2-2 657 16,2 0-341-16,0 0-170 0,-2 0 379 0,0 0-140 15,2-2-172-15,-2 1-79 0,2-7 586 0,-3 1-335 16,1-1-166-16,0 1-97 0,-3-1-109 0,1 2 0 16,-5 0 0-16,2 5 0 0,-6-1 0 15,-1 2 0-15,-6 2 0 16,1 11 0-16,-2 6 0 0,-1 3 0 0,-3 8 0 0,10-4 0 15,0 6 0-15,4 0 0 0,4 10 0 0,6-10 0 16,6 5 0-16,2 2 0 0,0 3 0 0,12-5 0 16,6-1 0-16,6-3 0 0,7-4 0 15,-1-6 0-15,9-1 0 0,0-9 0 0,1-4 0 16,-6-3 0-16,3-3 0 0,-1-3 0 0,-3 0 0 0,-1-3 0 16,0-4 0-16,-4-2 0 0,1-6 0 15,-3 3-132-15,1-3-363 0,1-4 229 16,6-4 114-16,-1-1-902 0</inkml:trace>
  <inkml:trace contextRef="#ctx0" brushRef="#br0" timeOffset="12650.7">22400 7024 3931 0,'0'-6'0'0,"0"4"0"0,-4 0 0 0,-3 2 0 0,-6 0 0 0,3 2 0 0,-3 13 0 0,-4 10 0 0,2 1 0 0,-4 10 0 0,1 3 0 0,0 4 0 0,1-5 0 15,-5 10 0-15,1-1 0 0,-1-3 0 0,0-3 0 16,1-5 0-16,-4 6 0 0,2-6 0 0,5-6 0 16,-3 1 0-16,5-7 0 0,0-6 0 0,2 0-75 15,-2-4-175-15,5-7 113 0,-2-6-708 16,3-1 403-16,1 0 193 0,-1-1-464 0,5-15 337 0,-1-10 170 16</inkml:trace>
  <inkml:trace contextRef="#ctx0" brushRef="#br0" timeOffset="12827.79">22003 7157 3931 0,'7'-11'0'0,"0"5"0"0,0 2 0 0,0 2 0 0,2 2 0 0,0 0 0 0,2 18 0 0,6 4 0 0,1 2 0 0,7 11 0 0,-1-4 0 0,3 4 0 0,-3 1 0 0,0 1 0 16,-1-6 0-16,5 8 0 0,-3-5 0 16,-2-6 0-16,0 0 0 0,0 1 0 0,-4-9 0 15,1 1 0-15,-2-6 0 0,-6-5 0 16,2-7 0-16,-1-3-397 0,-1 0-275 0,0 0 306 15,-1-9-595-15,3-12 461 0</inkml:trace>
  <inkml:trace contextRef="#ctx0" brushRef="#br0" timeOffset="13036.93">22560 6971 3648 0,'-6'-10'0'0,"4"3"0"0,0-1 0 0,2 1 0 0,0-3 0 0,5 1 0 0,20 2 0 15,12-3 0-15,11 3 0 0,8-1 0 0,15-1 283 0,0 3-283 0,5 3 0 0,-1 1 0 0,-1-1 0 16,-14 3 0-16,13 0 0 0,-19 0 0 16,3 0 0-16,-9 0 0 0,-11 0 0 0,-6 0 0 0,-1 3 0 15,-9-1 0-15,-9-1 0 0,-2 1-844 16,-8-2 332-16,-2 0 242 0,0 0 116 0,-7 0-216 16,-7-5 167-16,0-9 82 0,2-1-392 0,1-2 242 15</inkml:trace>
  <inkml:trace contextRef="#ctx0" brushRef="#br0" timeOffset="13227.12">23401 6571 2326 0,'0'-21'0'0,"0"10"0"0,0-2 0 0,4 3 0 0,8 1 0 0,6 2 0 0,8 3 0 0,4-1 0 0,8 5 0 0,1 0 0 0,5 0 663 0,0 6-313 0,0 6-156 16,-7 1-70-16,3 6 150 0,-7 0-274 16,-3 1 0-16,-7 6 0 0,-6-3 0 0,-9 1 0 15,-6 7 0-15,-2 1 0 0,-18 4 0 0,-10-3 0 16,-4-1 0-16,0-4 0 0,-12 6 0 0,0-4 0 15,-1-3-349-15,-6-2-88 0,1-1 110 0,-5-2 135 16,-7-4 81-16,13-5 36 0,-1 0 1 0,1-7-644 16</inkml:trace>
  <inkml:trace contextRef="#ctx0" brushRef="#br0" timeOffset="13569.76">23134 7016 2416 0,'-5'-9'-1'0,"3"-1"1"0,2 3 0 0,0 3 0 0,0 1 0 0,0 0 0 0,0 3 0 16,5 3 0-16,3 14 0 0,2 7 0 0,-3 5 115 0,2 11 828 0,-7-2-485 0,3 13-458 0,-2-3 0 15,-3 1 0-15,0 1 0 0,0 0 0 0,-3-11 0 16,-4 8 0-16,2-13 0 0,-3 1 0 0,1-5 0 16,1-8 0-16,-2-4 0 0,3-5 0 0,-1-6 0 15,3-1 0-15,-4-6 0 0,2 0 0 0,-1 0 0 16,3-8 0-16,3-8 0 0,0-4 0 16,0-4 0-16,9 0 0 0,10 1 0 0,6 1 0 15,3 5 0-15,4 0 0 0,3 8 0 16,3 4 0-16,6 2 0 0,-9 3 0 0,2 3 0 15,-3 11 0-15,-4 5 0 0,-3 5 0 0,-7 5 0 16,-5-2 0-16,-4 6 0 0,-7-3 0 0,-4 1 0 16,0-4 0-16,-17-2 0 0,-6 0 0 0,-3-6 0 15,-4-2 0-15,-4-2 0 0,-1-3 0 0,-3-5 0 16,1-3 0-16,0-3 0 0,4-1 0 0,3 0 0 16,6 0 0-16,-1-3 0 15,4-8 0-15,5-2 0 0,2-3 0 0,7 0 0 16,2-5 0-16,5 0 0 0,0 3-215 0,0 1 35 15</inkml:trace>
  <inkml:trace contextRef="#ctx0" brushRef="#br0" timeOffset="13709.66">23665 7938 354 0,'-26'-13'0'0,"19"9"0"0,8 4 0 16,15-1 953-16,-12-10-459 0,-3 10-229 0</inkml:trace>
  <inkml:trace contextRef="#ctx0" brushRef="#br0" timeOffset="24775.59">15869 8280 3188 0,'-5'0'0'0,"3"-3"0"0,0 2 0 0,0 1 0 0,2-2 0 0,0 2 0 0,0 0 0 0,0 0 0 0,0 0 0 0,0 0 0 0,0-2 181 15,0 2-70-15,2 0-36 0,7 0 141 0,0 0-93 16,3 0-86-16,-1 0-37 0,3 0 0 0,-1 4 0 16,0 0 0-16,2 0 0 0,-1-3 0 0,2 3 0 15,1 0 0-15,2-4 0 0,0 2 0 0,2-1 0 16,4-1 0-16,-4 0 0 0,2 0 0 0,0 0 0 15,0 0 0-15,-2 0 0 16,2 4 0-16,-1 0 0 0,1 1 0 0,-2 0 0 16,2 1 0-16,2-1 0 0,0 1 0 0,3 0 0 15,0-3 0-15,4-1 0 0,0-1 0 16,4-1 0-16,6 0 0 0,-7 0 0 0,2 0 0 0,1 0 0 16,-1 0 0-16,0 0 0 0,-2-1 0 0,-3 1 0 0,0 0 0 15,0 0 0-15,2 0 0 0,-4 0 0 16,-1 0 0-16,1 0 0 15,2 1 0-15,-2-1 0 0,2 3 0 0,2-3 0 16,0 0 0-16,1 0 0 0,2 0 0 0,0 0 0 16,0-3 0-16,1-2 0 0,-3-1 0 0,-1 1 0 15,0 2 0-15,2-1 0 0,0 2 0 0,-3-1 0 16,1 2 0-16,0 1 0 0,-1 0 0 0,-1 0 0 16,2 0 0-16,0 0 0 0,4 0 0 0,-2 0 0 15,6 0 0-15,-1 0 0 0,-2-2 0 0,7-1 0 16,0-2 0-16,0 1 0 0,2-1 0 0,-2-1 0 15,-6 4 0-15,9-1 0 0,-7 1 0 0,0 2 0 16,-1 0 0-16,-5 0 0 16,9 0 0-16,-4 0 0 0,1 0 0 0,-1 0 0 15,-1 0 0-15,-3 0 0 0,10 0 0 0,-13 0 0 16,3 0 0-16,-3-2 0 0,-2 2 0 0,-6-3 0 16,1 3 0-16,-3 0 0 0,-3 0 0 0,-4 0 0 15,-2 0 0-15,-2 0 0 0,-2 0 0 0,-3 0 0 16,0 0 0-16,-3 3 0 0,-1-3 0 0,-3 2 0 15,1-2 0-15,0 0 0 16,0 0 0-16,-2 0 0 0,0 0 0 0,0 0 0 16,0 0 0-16,0 0 0 0,0 0 0 0,0 0 0 15,0 0 0-15,0 0 0 0,0 0 0 0,0 0 0 16,0-2 0-16,0-1 0 0,0 2 0 0,0 1 0 16</inkml:trace>
  <inkml:trace contextRef="#ctx0" brushRef="#br0" timeOffset="26072.08">20151 8124 2883 0,'-2'-2'0'0,"2"0"0"0,0-1 0 0,-1 1 0 0,1 0 0 0,0 0 0 0,0 0 0 0,0 2 0 0,0 0 0 0,0-2 0 0,0 2 219 16,0 0-88-16,0 0 146 0,0 0-122 0,0 0-56 16,0 0 68-16,5 0-167 0,3 0 0 0,1 0 0 15,4 0 0-15,1 0 0 16,-1-3 0-16,4 2 0 0,-1-1 0 0,0 0 0 0,2 0 0 15,-1 1 0-15,1-1 0 0,-4 0 0 16,4 0 0-16,-2 2 0 0,0 0 0 16,-2 0 0-16,3 0 0 0,-2 0 0 0,2 0 0 15,0 0 0-15,2 0 0 0,-1 0 0 0,7 0 0 0,-3 0 0 16,3 0 0-16,0 0 0 0,2 0 0 0,1 0 0 16,0 0 0-16,3 0 0 0,-3 0 0 0,4 0 0 15,0 0 0-15,-1 0 0 0,1 0 0 0,2 0 0 16,-2 2 0-16,3 2 0 0,-2-3 0 0,-1 3 0 31,2-2 0-31,0 2 0 0,-1-2 0 0,3 0 0 0,1 2 0 0,2-4 0 16,-2 2 0-16,2-2 0 0,-2 2 0 0,2-2 0 15,-4 0 0-15,1 1 0 0,-1-1 0 0,1 0 0 16,-2 2 0-16,1 0 0 0,0 0 0 0,0-1 0 16,3 1 0-16,3 1 0 0,-1-2 0 0,-3 1 0 15,8-2 0-15,-1 0 0 0,-2 0 0 0,3 0 0 16,3 0 0-16,-9 0 0 15,12 0 0-15,-8-2 0 0,0 1 0 0,-2-2 0 16,-2 0 0-16,7 1 0 0,-5-2 0 0,-5 3 0 16,4-1 0-16,-1 2 0 0,-2-2 0 0,6 2 0 15,-1 0 0-15,3 0 0 0,2 0 0 0,1 0 0 16,-4 0 0-16,13 0 0 0,-5 0 0 0,0 0 0 16,-2 0 0-16,-4 0 0 0,-9 0 0 0,5 0 0 15,-4 0 0-15,-1 2 0 0,-3 1 0 16,-4 1 0-16,-4-2 0 0,4 1 0 0,-3 0 0 0,-6-2 0 15,1 1 0-15,-1-1 0 0,-2 2 0 16,-3 0 0-16,2-3 0 0,-2 1 0 16,1-1 0-16,-2 2 0 0,-3-2 0 0,-1 1 0 15,-2-1 0-15,-1 0 0 0,-3 2 0 0,-1-2 0 16,0 0 0-16,-1 0 0 0,-1 2 0 0,-2-2 0 16,0 0 0-16,0 0 0 0,0 0 0 0,0 0 0 15,0 0 0-15,0 0 0 0,0 0 0 0,0 0 0 16,0 4 0-16,-2 5 0 0,-12 11 0 0,-11 13-462 15</inkml:trace>
  <inkml:trace contextRef="#ctx0" brushRef="#br0" timeOffset="27865.15">24855 7152 3103 0,'-9'0'0'0,"3"0"0"0,6 0 0 0,0 0 0 0,0 0 0 0,0 0 0 0,0 1 0 0,6 3 0 0,5-2 0 0,7 1 0 0,3 2 324 0,0 0-132 16,11 0-82-16,-2 3 92 0,0-3-202 0,0 5 0 0,0-1 0 15,-6 0 0-15,8 3 0 16,-5-3 0-16,-1-1 0 0,-2 1 0 0,-3-2 0 0,0-2 0 0,-3 1 0 15,-2-5 0-15,-2 2 0 16,-4-3 0-16,-3 0-42 0,-3 1-418 0,-2-1 224 16,-2 2-726-16,0 5 462 0,-12 8 231 0</inkml:trace>
  <inkml:trace contextRef="#ctx0" brushRef="#br0" timeOffset="28061.24">24920 7613 3235 0,'-12'2'0'0,"4"0"0"0,2 0 0 0,2-2 0 0,1 0 0 0,3 0 0 0,0 0 0 0,0 0 0 0,0 0 0 0,18 0 0 0,6 0 674 16,5 0-652-16,1 0-22 0,6 0 0 0,-2 0 0 15,3 0 0-15,1 0 0 0,-3 0 0 0,-1 0 0 16,-2 0 0-16,-6 0 0 0,1 0 0 0,-5 0 0 0,1 0 0 16,-6 0 0-16,-4 0 0 15,-4 0 0-15,-1 0 0 0,-3-2-504 0,-1 0-235 0,-2 0 350 16,-1 0 175-16</inkml:trace>
  <inkml:trace contextRef="#ctx0" brushRef="#br0" timeOffset="29022.08">25903 6879 1804 0,'-5'-1'0'0,"2"-2"0"0,0 1 0 0,-1 0 0 0,0 2 0 0,2-1 0 0,-2 1 0 0,2-2 0 0,-1 2 0 0,3 0 0 0,0 0 109 0,0 0-35 0,0 0 129 16,0 0-82-16,0 0-41 0,0 0 79 0,0 0-65 15,0 0-28-15,0 0 1 0,0-3 82 0,0 3-46 16,0 0-37-16,0 0 0 0,0 0 110 0,0 0-68 16,0 0-36-16,0 0 11 0,0 0 28 0,0 0-36 15,3 0 0-15,1 0-5 0,2 0-70 0,2 0 0 16,-1 0 0-16,2 0 0 15,2 0 0-15,1-1 0 0,0 0 0 0,2-2 0 16,1 2 0-16,0-2 0 0,3 1 0 0,5-1 0 16,2 1 0-16,3 0 0 0,6 0 0 0,5 0 0 15,5 0 0-15,2 0 0 0,7 1 0 0,2-2 0 16,-1 2 0-16,2 0 0 0,-1-4 0 0,1 3 0 16,-5 0 0-16,-8 0 0 0,4 2 0 0,-11 0 0 15,-2-1 0-15,-10 1 0 0,0-3 0 0,-5 3 0 16,-6-1 0-16,-3 1 0 0,-4 0 0 0,-4-2 0 15,1 2 0-15,-3-2 0 16,0 1 0-16,0-4 0 0,0 2 0 0,0-4 0 16,-5 0 0-16,-1 0 0 0,-4-1 0 0,3 5 0 15,-1-1 0-15,-1 0 0 0,-2 2 0 0,4 0-1018 16,1 2 472-16,0 0 254 0,0 0 127 0,1 0-665 16</inkml:trace>
  <inkml:trace contextRef="#ctx0" brushRef="#br0" timeOffset="29300.16">26816 6567 2242 0,'2'-11'0'0,"-1"3"0"0,3-1 0 0,3-2 0 0,1 3 0 0,2 1 0 0,1 3 0 0,4 1 0 0,3 1 0 0,2 2 0 0,4 0 501 16,-2 0-231-16,-1 3-106 0,4 8 226 0,-3 0-176 0,0 3-87 15,-4-3-104-15,0 5-23 0,-1-1 0 16,-2 0 0-16,-4 3 0 0,0-1 0 15,-3 1 0-15,-4 1 0 0,-2 0 0 0,0 1 0 16,-2 0 0-16,0-2 0 0,-5 1 0 0,-6 1 0 16,0-4 0-16,-4 1 0 0,0-4 0 0,-4 0 0 15,-2 0 0-15,-4-3 0 0,-3-1 0 0,-2 0 0 16,-2-3-67-16,-4 1-214 0,-9 1 121 0,5 1 61 16,1 1-478-16,-10 3 274 0,8-2 132 0,0 4 67 15,12 1-263-15,-3-2 165 0,4 3 72 0</inkml:trace>
  <inkml:trace contextRef="#ctx0" brushRef="#br0" timeOffset="29773.31">26491 7095 2279 0,'-5'0'0'0,"2"0"0"0,0 0 0 15,-3 0 0-15,4 0 0 0,-2 0 0 0,2 0 0 0,0 1 0 0,2 2 0 0,0 4 0 0,0 3 579 0,0-1-270 0,0 4-135 0,0 2 360 16,0 2-478-16,2-1-56 0,0 4 0 15,2 0 0-15,-2 7 0 0,0-6 0 0,2 8 0 16,-3-3 0-16,-1 4 0 0,0-1 0 0,0-1 0 16,0 2 0-16,-1 0 0 0,-5 0 0 0,0-2 0 15,-2 0 0-15,3-1 0 0,0-7 0 0,-1 3 0 16,0-6 0-16,2-4 0 0,2-3 0 0,0-3 0 16,1-4 0-16,1-3 0 0,0 3 0 0,0-3 0 15,0 0 0-15,0-4 0 0,0-7 0 0,5-5 0 16,7 1 0-16,2-3 0 15,0 3 0-15,3 0 0 0,7-4 0 0,-1 5 0 16,-1 3 0-16,4 0 0 0,-1 6 0 0,-2 3 0 16,7 0 0-16,-10 2 0 0,6 0 0 0,-5 5 0 15,0 9 0-15,-3 1 0 0,1 5 0 0,-4 1 0 16,-1 4 0-16,-5 0 0 0,-2 0 0 0,0-3 0 16,-6 7 0-16,1-4 0 0,-2-4 0 0,0 3 0 15,-3-3 0-15,-9-4 0 0,-1-1 0 0,-2-3 0 16,2-4 0-16,-5-1 0 15,-2-4 0-15,-1-1 0 0,0-3 0 0,0 0 0 16,-7 0 0-16,6-3 0 0,-2-3 0 0,5-3 0 16,0-5 0-16,2-1 0 0,2 0 0 0,3 0 0 15,5 1 0-15,2 2 0 0,1 0 0 0,4-1 0 16,0 5 0-16,0-2 0 0,0 2 0 0,6 5-707 16</inkml:trace>
  <inkml:trace contextRef="#ctx0" brushRef="#br0" timeOffset="30343.64">28043 7014 2844 0,'-3'-4'0'0,"-1"-2"0"0,0 5 0 0,2-2 0 0,1 0 0 0,-3 3 0 0,1 0 0 0,-4 0 0 0,3 6 0 0,-6 9 0 0,-1 5 123 0,-5 7 177 0,-3 7-130 15,-1-2-56-15,-6 11-42 0,-3 0 79 0,-4 3-56 16,1-2-33-16,-4 0-62 0,1-1 0 16,-1-2 0-16,-3-1 0 0,4-4 0 15,0-4 0-15,1-1 0 0,8-7 0 0,-1 0 0 0,3-5 0 16,7-3 0-16,0-3-65 0,4-4-218 15,4-3 154-15,1-3 21 0,2-1-344 0,4-2 185 16,2 0 114-16,0 0 57 0,0-8-607 0</inkml:trace>
  <inkml:trace contextRef="#ctx0" brushRef="#br0" timeOffset="30581.83">27497 7141 2926 0,'0'-20'0'0,"0"7"0"0,0 1 0 0,-1 2 0 0,1 5 0 0,-2-2 0 0,2 3 0 0,0 2 0 0,5 2 0 0,15 0 0 0,0 6 217 16,11 13 437-16,-4 4-520 0,8 10-134 0,-1 3 0 16,-1 5 0-16,3 3 0 0,-1 0 0 0,0 1 0 15,2-3 0-15,-2-1 0 0,-2-3 0 0,1-4 0 16,-4-5 0-16,-5-4 0 0,-1 0 0 0,-7-7 0 16,0-1 0-16,-7-4 0 15,-1-5 0-15,-1 0 0 0,-7-5 0 0,1 1 0 0,0-4 0 0,-2 0 0 16,0 0-169-16,0 0 44 15,0 0-629-15,0 0 358 0,0-4 178 0,1-9-712 16</inkml:trace>
  <inkml:trace contextRef="#ctx0" brushRef="#br0" timeOffset="30799.07">28317 7084 3378 0,'-5'-10'0'0,"3"4"0"0,2 3 0 0,0-3 0 0,0 0 0 0,2 1 0 0,14-1 0 0,9 0 0 0,5 1 0 0,12-1 0 0,-4 5 150 0,16-3 253 0,-1 2-403 16,-1 2 0-16,3 0 0 0,-2 0 0 0,-10 0 0 15,15 0 0-15,-14 0 0 0,-8-2 0 0,1 0 0 16,-4 0 0-16,-6 0 0 0,-1 1 0 0,-4-1 0 16,-5-2 0-16,-7 2-176 0,3-4 9 0,-6 1-45 15,-2-2-756-15,-2-4 465 0</inkml:trace>
  <inkml:trace contextRef="#ctx0" brushRef="#br0" timeOffset="31036.51">28988 6689 2607 0,'-1'0'0'16,"1"0"0"-16,0 0 0 0,3 0 0 0,11 0 0 0,4 4 0 0,7 3 0 0,3 3 0 0,3-2 0 0,4 7 0 0,7 1 484 0,-7-1-223 0,1 0-101 0,5 4-65 15,-10-5 72-15,-1 4-63 0,-1-1-51 0,-6 0-53 16,-11-2 0-16,0 4 0 0,-6-4 0 0,-6 1 0 16,0 4 0-16,-12-2 0 0,-8 0 0 0,-5-3 0 15,-3-1 0-15,-4 1 0 0,-3 2 0 0,-5 0-48 16,7-2-72-16,-15 6 64 0,6-2-831 0,-6 9 423 16,2 0 213-16,2 4 106 0,5 1 43 15</inkml:trace>
  <inkml:trace contextRef="#ctx0" brushRef="#br0" timeOffset="31429.85">29056 7517 2017 0,'0'-13'0'0,"0"4"0"0,0-4 0 0,3-1 0 0,-1 2 0 0,3 1 0 0,-1-3 0 0,-3 3 0 0,1 1 0 0,0 1 0 0,-2-1 74 0,0 3 77 0,0 0-57 0,-2-2-29 16,-10 5 168-16,-1-3-102 0,-4 4-48 0,-1 1-23 16,-8 1 256-16,2 1-131 0,-7 0-79 0,1 0-35 15,-2 5 274-15,0 6-345 0,2 1 0 0,0 0 0 16,3 6 0-16,0 0 0 0,4 3 0 0,2 2 0 16,4 2 0-16,4 4 0 0,1 3 0 0,3 2 0 15,2 2 0-15,5 1 0 0,2 1 0 0,0-1 0 16,2-2 0-16,9-5 0 15,8 1 0-15,4-7 0 0,5-1 0 0,6-6 0 16,4-2 0-16,5-5 0 0,0-9 0 0,4-1 0 16,3 0 0-16,3-1 0 0,2-11 0 0,0-1 0 15,-11-2 0-15,4 2 0 0,-17 1 0 0,4-1 0 16,-5 2 0-16,-13 1 0 0,5 4 0 0,-15-3 0 16,7 2 0-16,-7 3 0 0,-4-2 0 0,-1 5 0 15,0-1-82-15,-2 0-971 0,0 2 508 16</inkml:trace>
  <inkml:trace contextRef="#ctx0" brushRef="#br0" timeOffset="31611.87">29869 7958 3931 0,'0'0'0'0,"0"0"0"0,0 0 0 0,0 0 0 0,0 0 0 0,0 0 0 0,0 0 0 0,0 0 0 0,0 0 0 0,0-1 0 0,0-2 0 16,-2 2 0-16,2-5 0 0,-1 1 0 0,1-2 0 0,0 1 0 16,0 2-216-16,0 4-243 0</inkml:trace>
  <inkml:trace contextRef="#ctx0" brushRef="#br0" timeOffset="33528.48">2258 9472 2120 0,'-8'-12'0'0,"6"4"0"0,-1 6 0 0,3 0 0 0,0-2 0 0,0 0 0 0,0 1 0 0,5 1 0 0,5 0 0 0,5 2 0 0,3 0 417 0,4 2-185 0,-2 7-84 0,6 9 210 16,-5-2-156-16,2 5-80 0,0 2-38 0,0 4 164 15,-2 2-248-15,5 4 0 0,-3-2 0 16,2 2 0-16,2 3 0 0,0-1 0 0,-2 1 0 15,3 7 0-15,-1-3 0 0,-4 3 0 0,2 0 0 16,-3 2 0-16,-3-5 0 0,5 9 0 0,-9-8 0 16,0-6 0-16,-3 3 0 0,-2-6 0 15,-1-6 0-15,0 6 0 0,-6-13 0 0,1-2 0 16,1-4 0-16,-4-4 0 0,1-3 0 0,-2-3 0 0,3-3 0 16,-3 2 0-16,0-2 0 0,0 0 0 15,0 0 0-15,1-2 0 0,3-8 0 0,6-7 0 0,5-7 0 16,7-6 0-16,8-8 0 15,7-10 0-15,6-2 0 0,7-7 0 0,10-10 0 16,-2 5 0-16,20-17 0 0,2 2 0 0,21-14 0 16,5 0 0-16,0-6 0 0,13-4 0 0,-1-1 0 15,-2 8 0-15,2 5 0 0,-11 8 0 0,-7 5 0 16,-20 14 0-16,3 0 0 0,-9 5 0 16,-17 14 0-16,1 4 0 0,-13 9 0 15,-6 6 0-15,-7 3 0 0,-4 4 0 0,-10 5 0 16,1 5 0-16,-8-1 0 0,-1 5 0 0,-4-1 0 15,-3 2 0-15,-1 0 0 0,0 1 0 0,-2 1 0 16,0 0 0-16,0 0 0 0,0 0 0 0,0 0 0 16,0-3 0-16,0 2 0 0,0-1 0 0,0-1 0 15,0 2 0-15,0-1 0 0,0 0 0 0,0 0 0 16,0 0 0-16,-2 1 0 0,0 1 0 0,-1-2 0 16,-1 2-24-16</inkml:trace>
  <inkml:trace contextRef="#ctx0" brushRef="#br0" timeOffset="41314.97">4420 7998 1785 0,'-6'-9'0'0,"6"5"0"0,0 2 0 0,0 0 0 0,0 0 0 0,6 0 0 0,4-1 0 0,2 1 0 0,3 0 0 0,2 2 0 0,4 0 357 16,4 0-154-16,3 0-77 0,4 5 226 0,3 1-139 15,10-1-87-15,5-1-39 0,13-1 236 0,6-3-136 16,9 0-69-16,12-4-64 0,18-15-54 16,2 2 0-16,22-5 0 0,-14 3 0 0,4 2 0 15,-8 4 0-15,23-2 0 0,-10 2 0 0,-4 1 0 16,-1 1 0-16,-13 1 0 0,10-1 0 0,12-1 0 15,-28 0 0-15,9 1 0 0,-8-1 0 0,-14 3 0 16,9 1 0-16,-22 4 0 0,-5 0 0 0,-14-1 0 16,2 4 0-16,-18-2 0 0,-1 3 0 15,-15 0 0-15,-3 0 0 0,-4 0 0 16,-8 0 0-16,-6 0 0 0,-1-1 0 0,-1 1 0 16,-1-2 0-16,-2 0 0 0,0-2 0 15,0-2 0-15,0 1 0 0,0-5 0 0,-7 1 0 16,0-2 0-16,0 2 0 0,-3 3 0 0,-3 0 0 0</inkml:trace>
  <inkml:trace contextRef="#ctx0" brushRef="#br0" timeOffset="45790.75">12415 9410 2786 0,'-10'-2'0'0,"-1"-1"0"0,4 1 0 0,2-2 0 0,3 2 0 0,-2-2 0 0,4 3 0 0,0-6 0 0,13 1 0 0,10-2 0 0,7 0 158 0,9-1-60 0,1-2 296 0,-2 3-169 15,16-3 45-15,-4 4-270 16,1 0 0-16,2 0 0 0,-3 1 0 0,3 3 0 16,-2-2 0-16,-4 3 0 0,-2-1 0 0,-7 1 0 0,1 2 0 15,-5 0 0-15,-6 0 0 0,-5 0 0 16,-2-1 0-16,-3-1 0 0,-3 1-190 16,-4-6 22-16,-2 0-687 0,-3-4 408 0,0-3 204 0,-4-3 102 15,0-2-603-15</inkml:trace>
  <inkml:trace contextRef="#ctx0" brushRef="#br0" timeOffset="46354.95">13099 8992 2191 0,'-15'-4'0'0,"8"2"0"0,1 0 0 0,2 2 0 0,4 0 0 0,0 0 0 0,5 0 0 0,13 0 0 0,5 0 0 0,1 0 0 0,4 8 243 0,0-1-93 0,4 2-60 16,0 1 327-16,-4 1-189 0,0 2-94 0,-9-4 158 15,2 5-117-15,-4-2-164 16,-5 4-11-16,-5-1 0 0,-5 4 0 0,-2-1 0 0,0 5 0 0,-14 3-50 15,-4-2 28-15,-5 1 30 0,-2 0-485 0,-3-1 257 16,-2-1 68-16,2-5 82 0,-1 1-562 0,0-2 297 16,-1-2 148-16,-4-2-227 15,2-2 179-15,-4-1 102 0,4 0 48 0,0-3-68 16,6 0 57-16,6-2 29 0,1-2 49 0,6 1 9 16,1-2-29-16,5 2-1 0,3-2 343 0,2 1-171 15,2 3-95-15,0 1-34 0,0 5 459 0,4 4-165 16,7 3-143-16,1 5 408 0,1 5-253 15,0 0-140-15,2 11-66 0,-2 1 338 0,-3 6-202 16,-3 0-100-16,-3 4-80 0,-3 1-60 0,-1 3 0 16,0-3 0-16,-1-1 0 0,-5-4 0 15,-3-8 0-15,1 3 0 0,-1-8 0 0,0-6 0 16,1-7 0-16,2-8 0 0,-1-5 0 0,1-3 0 16,1-5 0-16,-4 0 0 0,6-7 0 0,3-11 0 15,0-6 0-15,0-2 0 0,2 2 0 0,9-3 0 16,2 2 0-16,3 4 0 0,4-1 0 0,3 5 0 15,-1 6 0-15,3 4 0 0,-1 5 0 0,-2 2 0 16,5 0 0-16,-4 6 0 16,-3 10 0-16,1 5 0 0,-4 2 0 0,-6-1 0 15,2 8 0-15,-7 0 0 0,-2 1 0 0,-2-1 0 16,-2-1 0-16,-2 2 0 0,-10-3 0 0,-5-3 0 16,-2-2 0-16,-5-2 0 0,-2-2 0 0,-2-4 0 15,-4-4 0-15,-4-2 0 0,0-3 0 0,0-3 0 16,1-3 0-16,7 0 0 0,-6-3 0 15,9-9 0-15,3-8 0 0,5-4 0 16,8-6 0-16,4-3 0 0,5 0 0 0,3-1-50 0,17-7-1086 16,14 3 549-16</inkml:trace>
  <inkml:trace contextRef="#ctx0" brushRef="#br0" timeOffset="46533.66">13717 9671 3931 0,'-2'0'0'0,"2"0"0"0,0 0 0 0,0 0 0 0,0 0 0 0,6 0 0 0,4 0 0 0,2 0 0 0,2 0 0 0,2 1 0 0,7-1 0 0,4 0 0 0,1 0 0 0,4 0 0 0,-2 0 0 16,4 0 0-16,-3 0-393 0,-1 0-69 16,-1 0 250-16,-6 0 126 0,-2 7-587 0</inkml:trace>
  <inkml:trace contextRef="#ctx0" brushRef="#br0" timeOffset="46676.78">13832 9968 3642 0,'-25'19'0'0,"7"-4"0"0,1-4 0 0,7-3 0 0,3-3 0 0,4-1 0 0,3 2 0 0,0-2 0 0,12-1 0 0,15 1 0 0,3-2 163 16,5 0-37-16,8-2-126 0,-3 0 0 0,1 0 0 16,2 0 0-16,1 0 0 0,-7 0 0 0,11 0-82 15,-6 0-411-15,-1 0 267 0,1 0-1156 0</inkml:trace>
  <inkml:trace contextRef="#ctx0" brushRef="#br0" timeOffset="47090.06">14908 9887 3140 0,'-15'-11'0'0,"5"8"0"0,7 1 0 0,1-1 0 0,2 2 0 0,0-3 0 0,2-2 0 0,15 3 0 0,8-3 0 0,2-2 0 0,9 3 138 0,7-2 515 0,-2 1-653 0,1 2 0 16,-1 2 0-16,0 0 0 0,-4 0 0 0,0 2 0 15,0-1 0-15,-3 1 0 0,-2-3 0 0,-4 3 0 0,-5-1 0 16,-3-1 0-16,-4 0 0 15,-4-2-362-15,0 2-41 0,-3-3 77 0,0-3 141 16,1-3-650-16,3-2 398 0</inkml:trace>
  <inkml:trace contextRef="#ctx0" brushRef="#br0" timeOffset="47299.41">15710 9419 3828 0,'-2'-6'0'0,"2"6"0"0,0 0 0 0,2 0 0 0,9 0 0 0,4 0 0 0,6 0 0 0,3 0 0 0,4 0 0 0,9 0 0 0,6 0 103 0,-1 0-103 16,6 0 0-16,2-1 0 0,3-1 0 0,-2-1 0 15,-1-4 0-15,-1 2 0 0,-3 0 0 0,-9-1 0 16,0 1-121-16,-5-2-229 0,-9 2 193 0,-1 1 98 16,-8 1-880-16,-5 1 439 0,-6-2 236 0,-1-2 112 15,-2-2-398-15,-3 1 256 0</inkml:trace>
  <inkml:trace contextRef="#ctx0" brushRef="#br0" timeOffset="47493.95">16213 9164 2027 0,'-15'-13'0'0,"0"2"0"0,8 2 0 0,1 0 0 0,3 2 0 0,3 2 0 0,1 1 0 0,19 3 0 0,5-2 0 0,8 3 0 0,10 0 593 0,-4 0-278 0,5 8-138 0,-2 1-70 16,-4 3 249-16,9 0-163 0,-15 2-78 0,4 1-67 15,-5 3-48-15,-2 2 0 16,-5-2 0-16,-5 4 0 0,-4-6 0 0,-4 5 0 0,-4-1 0 15,-2 1 0-15,-5-3 0 0,0 3 0 16,-12 0-401-16,-4-2 139 0,-7-2 37 0,-2 1-453 16,-1 2 310-16,-6 0 170 0,-7 3 80 0,1 1-242 15,-2 5 160-15</inkml:trace>
  <inkml:trace contextRef="#ctx0" brushRef="#br0" timeOffset="47908.32">16227 9992 2001 0,'0'10'0'0,"1"-1"0"0,1-5 0 0,2-2 0 0,0-2 0 0,-1 0 0 0,4 0 0 0,-2-9 0 0,1-3 0 0,1-3 0 0,-2 1 159 0,2-6-65 0,-4 2 142 0,-1-1-99 15,0-1-49-15,-2 3-26 0,0 0 46 0,0-2-40 16,-5 0 0-16,-7 2 7 0,-3 2-37 16,-2 2-1-16,0 1 53 0,-5 7-10 0,-3-1-42 0,-1 6-1 15,-3 0 173-15,-1 10-87 16,0 9-33-16,-5 9-9 0,3 4-70 0,3 5-11 0,3 6 0 0,6 5 0 15,4 4 0-15,6 2 0 16,2-3 0-16,6-1 0 0,2-2 0 0,0-5 0 16,10-9 0-16,6-3 0 0,5-3 0 0,2-7 0 15,5-7 0-15,2-6 0 0,2-8 0 0,2 0 0 16,5-7 0-16,-5-13 0 0,-1-8 0 16,1-5 0-16,-6 3 0 15,4-13 0-15,-5 2 0 0,-3 0 0 0,-3 1 0 0,-8 7 0 0,-4 5 0 16,-1 1 0-16,-6 4 0 0,0 12 0 0,-2 0 0 15,0 4 0-15,0 5 0 0,-9 2 0 0,-1 2 0 16,1 18 0-16,3 5 0 0,4 5 0 16,2 3 0-16,0 1 0 0,0 2 0 0,11-3 0 15,5 2 0-15,4-4 0 0,3-3 0 0,5-3 0 16,2-4 0-16,7-1 0 0,2-7 0 0,-3-1 0 16,11-5 0-16,-2 1 0 0,2-3-1297 0</inkml:trace>
  <inkml:trace contextRef="#ctx0" brushRef="#br0" timeOffset="48473.2">17032 9905 3589 0,'-9'-8'0'0,"5"6"0"0,2 0 0 0,-1-2 0 0,3 0 0 0,0 2 0 0,0-1 0 0,11-3 0 0,5 5 0 0,5-4 0 0,5 2 333 16,1 1-324-16,1 0-9 0,6 2 0 0,-1 0 0 15,3 0 0-15,-1 0 0 0,1 4 0 0,0 2 0 16,0-3 0-16,0 1 0 0,1-2 0 0,0-2 0 16,-1 0 0-16,-4 0 0 0,-4-2 0 0,-5-5 0 15,-2-1 0-15,-7-1 0 16,-4 3 0-16,-1-2 0 0,-3 1 0 0,-4 2 0 0,0-1 0 0,-2 2 0 15,0 0 0-15,0 2 0 16,-2 1-780-16,-2-2 333 0,2 2 194 0,2-3 111 16</inkml:trace>
  <inkml:trace contextRef="#ctx0" brushRef="#br0" timeOffset="48708.98">17843 9421 3931 0,'-7'-3'0'0,"7"2"0"0,-2-3 0 0,2 3 0 0,0-1 0 0,3 0 0 0,15-1 0 0,6-2 0 15,8 2 0-15,7-2 0 0,6 1 0 0,4 1 0 0,6 0 0 0,0 2 0 0,2-1 0 0,1 2 0 16,-1-3 0-16,-1 3 0 0,-1-1 0 0,-5 1 0 16,-4-3 0-16,-9 2 0 0,-1-1 0 0,-8 0 0 15,-2 1 0-15,-5-2-307 0,-4 1-189 0,-8 1 230 16,-3-1 114-16,-2-1 48 15,-4-2 37-15,0-2 1 0,-4-1-833 0,-8-3 430 16,-2-2 216-16</inkml:trace>
  <inkml:trace contextRef="#ctx0" brushRef="#br0" timeOffset="48916.42">18446 9125 2248 0,'-7'-8'0'0,"1"5"0"0,4 1 0 0,2-2 0 0,0 1 0 0,8 0 0 16,10 1 0-16,3 2 0 0,7 0 0 0,2 5 0 0,0 7 174 0,2 3 471 0,4 8-303 0,-8-2-143 15,8 6-86-15,-12-4 97 0,1 5-210 0,-5 5 0 16,-3-3 0-16,-4-1 0 0,-5 4 0 0,-4-4 0 16,-4 2 0-16,0-2 0 0,-10 0 0 0,-5-4 0 15,-4 1 0-15,-1-6 0 0,-5-1 0 0,1-2 0 16,-3-2 0-16,1-4 0 0,-4 3 0 0,0-3-806 16,-2 0 322-16,-2 4 223 0,1-2-596 15,2 4 400-15</inkml:trace>
  <inkml:trace contextRef="#ctx0" brushRef="#br0" timeOffset="49290.07">18411 9962 2343 0,'3'-5'0'0,"1"-1"0"16,-2 0 0-16,0-3 0 0,-2 2 0 0,0-1 0 0,0-1 0 0,0 0 0 0,0 1 0 0,0-2 0 0,0 1 105 0,-2-2-23 0,0 0 311 0,-4 0-177 15,3 1-89-15,-4 1 180 0,-4-1-135 16,1 3-58-16,-4 1-43 0,-4 4-70 0,-1 0-1 16,-8 2 0-16,1 0 0 0,-3 10 0 0,-3 7 0 15,-3 5 0-15,3 3 0 0,0 3 0 16,4 4 0-16,8-2 0 0,-3 9 0 0,10 1 0 0,1-1 0 16,9 2 0-16,1 0 0 0,2-3 0 0,0 2 0 15,2-5 0-15,9 1 0 0,6-3 0 0,6-2 0 16,2-7 0-16,4-1 0 15,1-4 0-15,4-7 0 0,2-1 0 0,-1-5 0 16,1-6 0-16,1 0 0 0,-1 0 0 0,2-7 0 16,-2-6 0-16,-3-2 0 0,-1-2 0 0,0 0 0 15,-4 0 0-15,-3 2 0 0,-5 3 0 0,-1-1 0 16,-2 2 0-16,-4 2 0 0,0-1 0 0,-5 7 0 16,0-2-396-16,-3 0 171 0,2 4-989 0,3 1 593 15</inkml:trace>
  <inkml:trace contextRef="#ctx0" brushRef="#br0" timeOffset="49451.13">19103 10425 3931 0,'-2'0'0'0,"2"0"0"16,0-3 0-16,0 2 0 0,-1-1 0 0,1 0 0 0,0-2 0 0,-2 2 0 0,2 1 0 0,-2-2 0 0,2 1 0 0,-2 1 0 0,2-2 0 15,0 2 0-15,0 1 0 0,0 11-824 0</inkml:trace>
  <inkml:trace contextRef="#ctx0" brushRef="#br0" timeOffset="50620.32">12500 11659 2739 0,'-26'-12'8'0,"8"12"-1"0,8 0-1 0,2 0-1 0,3 0-1 0,3 0 0 0,2 0-1 0,0 0 0 0,0 0-1 0,13 0 0 0,15 0 441 0,7 0-200 16,9 0-101-16,5-3-51 0,12-1 126 0,-8-4-205 16,15-1-12-16,-8 0 0 0,0-1 0 15,2 0 0-15,-2-1 0 0,-9 2 0 16,5-3 0-16,-5 3 0 0,0-2-135 0,-8-1-126 15,-10 3 151-15,-2 0 76 0,-3 0-904 0,-5 0 449 16,-11 4 224-16,-2-3 114 16,-4 3-464-16,-6-4 278 15</inkml:trace>
  <inkml:trace contextRef="#ctx0" brushRef="#br0" timeOffset="50776.74">13229 11314 2026 0,'-21'-22'0'0,"9"6"0"0,2 1 0 0,4 3 0 0,4 1 0 0,2-1 0 0,2 3 0 0,14 3 0 0,13 5 0 0,9-2 0 0,-1 3 84 0,4 0 296 0,3 7-170 15,-7 7-76-15,10 5 87 0,-7 2-91 0,-6 3-45 16,-6-1 102-16,-4 4-74 0,-5 3-27 0,-8 5-10 16,-9-1-245-16,-2 6 104 0,-4 0 52 0,-16 0 26 15,-1-7-432-15,-9 11 224 0,0-9 116 0,2-1 58 16,-3-2-745-16,7-9 363 0,-2 1 172 0,2-1-128 16,1 0 159-16</inkml:trace>
  <inkml:trace contextRef="#ctx0" brushRef="#br0" timeOffset="51157.78">13223 11953 2178 0,'-9'9'0'0,"0"1"0"0,0 3 0 0,2-5 0 0,0-2 0 0,1 0 0 0,1 0 0 0,-1-2 0 0,0-2 0 0,2 0 0 0,1-2 184 0,-1 0 164 0,1 0-155 15,-1-2-67-15,-3-7-48 0,2-1 171 0,0-1-104 16,-3-2-54-16,-3 1-25 0,-1 1-54 0,0-1-8 16,-4 3 35-16,-2 5 0 0,-3 3-70 0,-4 1 35 15,1 1 10-15,0 19 52 0,-2 3-27 16,-1 12 0-16,6 2 0 0,3 2-30 15,6 1-9-15,3 9 0 0,7-4 0 0,2-2 0 16,0-3 0-16,9-7 0 0,11 2 0 0,0-7 0 16,6-6 0-16,2-5 0 0,2-8 0 0,0-6 0 15,2-3 0-15,-2 0 0 0,0-14 0 0,-3-11 0 16,-1-8 0-16,-3-1 0 0,-8 4 0 0,2-6 0 16,-4 1 0-16,-4 0 0 0,-1 8 0 0,-2 5 0 15,-5 1 0-15,3 9 0 0,-2 1 0 0,0 3 0 16,-2 6 0-16,0 1 0 0,1 1 0 0,1 0 0 15,0 13 0-15,6 9 0 0,-2 1 0 16,3 3 0-16,0 3 0 0,1 0 0 16,1 3 0-16,-2-1 0 0,5-2 0 0,-3-4 0 15,4 3 0-15,-4-9 0 0,7-2 0 0,-4-6 0 16,5-2 0-16,1-6 0 0,5-3 0 0,-1 0-787 16,7-6 238-16,4-18 254 0</inkml:trace>
  <inkml:trace contextRef="#ctx0" brushRef="#br0" timeOffset="51340.83">14125 11714 3614 0,'11'-15'0'0,"-2"7"0"0,-2 2 0 0,-4 4 0 0,-1 2 0 0,-2 3 0 0,-2 15 0 0,-10 6 0 0,0 4 0 0,-4 9 0 0,0-2 167 0,-9 9-17 0,0 1-150 16,3-1 0-16,0-1 0 0,1-3 0 0,3-4 0 15,2 2 0-15,-1-6 0 0,0-2 0 16,4-3 0-16,0-8 0 0,4-3 0 15,1-1 0-15,4-6 0 0,0-1-831 0,3-5 272 16,-1-3 250-16,2 0 125 0</inkml:trace>
  <inkml:trace contextRef="#ctx0" brushRef="#br0" timeOffset="51511.28">13869 11802 3034 0,'-2'-26'0'0,"2"8"0"0,-2 3 0 0,2 4 0 0,0 3 0 0,0 6 0 0,0 2 0 0,12 0 0 0,5 13 0 0,4 8 0 0,1 3 897 0,2 12-897 0,-5-3 0 15,8 12 0-15,-7-1 0 0,1 0 0 0,1-5 0 16,1-1 0-16,-1-10 0 0,3 1 0 0,-1-2 0 16,1-6 0-16,-3-5 0 0,-1-5 0 0,2-1 0 15,-5-4-203-15,3-4-400 0,0-2 290 0,-1 0 79 16</inkml:trace>
  <inkml:trace contextRef="#ctx0" brushRef="#br0" timeOffset="51701.36">14431 11578 3844 0,'-12'-14'0'0,"11"11"0"0,1-1 0 0,0-4 0 0,0 6 0 0,1 1 0 0,17-1 0 0,5-3 0 0,6 4 0 0,7-1 0 0,2 0 87 0,10 2-87 0,3 0 0 16,2 0 0-16,0 0 0 0,0 0 0 0,-2-2 0 16,0 2 0-16,-4-2 0 0,-10 1 0 0,5 1 0 15,-8 0 0-15,-8 0 0 0,-4 0-311 0,-6 0 165 16,-4 0-879-16,-4 0 498 15,-4-3 245-15,-2-2 122 0,-2-6-470 0</inkml:trace>
  <inkml:trace contextRef="#ctx0" brushRef="#br0" timeOffset="52360.89">15047 11140 2716 0,'-6'-11'0'0,"6"1"0"0,0-1 0 0,0 2 0 0,5 3 0 0,9 0 0 0,9 2 0 0,2 2 0 0,2 2 0 0,3 0 0 0,0 5 499 0,2 6-221 0,-2 2-125 15,0 2-58-15,-4 2-4 0,1 1-27 0,-6 1-29 16,-7 2-188-16,0 7 76 0,-12 0 57 0,-2 2 29 16,-2 8-506-16,-15-2 268 0,-4-6 142 0,-6 8 58 15,-2-7-550-15,-1-1 275 0,-2-1 116 0,-1-5 75 16,0-4-145-16,-8 3 116 0,2-4 52 0,-1-3-75 16,-2-1 63-16,5 0 33 0,3-1-10 15,1-2 45-15,3 3-3 0,9-7-1 0,2 4 139 16,4-3-69-16,6-1-44 0,-1 0 9 15,4 0 322-15,3-2-135 0,3 0-102 0,-2 0 479 16,2-3-267-16,0 1-127 0,0 2-65 0,0-5 273 16,0 3-169-16,0-2-75 0,0 0 79 0,2 1-86 15,-1 0-43-15,1-1 0 0,-2-2 142 0,0 1-200 16,0 3-23-16,0 1 0 0,0 2 0 0,0 0 0 16,0 3 0-16,0-3 0 0,0 4 0 0,0 0 0 15,0 0 0-15,0 3 0 0,0-3 0 0,2 2 0 16,2 0 0-16,4 2 0 15,-1 2 0-15,2 6 0 0,0 1 0 0,-4 3 0 16,-1 3 0-16,-2 2 0 0,-1-2 0 0,-1 3 0 16,0-1 0-16,0-1 0 0,-1-2 0 0,-7 2 0 15,-2-5 0-15,-1 0 0 0,0-3 0 0,1-4 0 16,-1-2 0-16,0-5 0 0,3-4 0 0,1-2 0 16,0-5 0-16,-1-1 0 0,2 0 0 0,4-4 0 15,2-10 0-15,0-4 0 0,0-2 0 0,7-3 0 16,9-3 0-16,5 2 0 15,4 1 0-15,2 1 0 0,1 5 0 0,4 4 0 16,-2 1 0-16,0 7 0 0,-2 3 0 0,1 2 0 16,-5 0 0-16,-3 11 0 0,1 6 0 0,-6 2 0 15,-4 2 0-15,-6 2 0 0,-3 1 0 0,-3 0 0 16,0 6 0-16,-14-6 0 0,-2 1 0 0,-5-5 0 16,-2-3 0-16,0-5 0 0,-7-1 0 0,3-4 0 15,-4-5 0-15,1-2 0 0,2 0 0 16,4 0 0-16,-5-9 0 0,6-4 0 0,5-4 0 15,5 0 0-15,0-9 0 0,9 3 0 16,4-13 0-16,0 4 0 0,4-11-188 0,16 8-297 16,3 6 214-16,12-6 121 0</inkml:trace>
  <inkml:trace contextRef="#ctx0" brushRef="#br0" timeOffset="52520.89">15501 11838 3923 0,'10'0'0'0,"5"0"0"0,-1-1 0 0,-4-1 0 0,1-1 0 0,5-1 0 0,0-2 0 0,9 1 0 0,1 0 0 0,3 2 0 0,4-4 8 0,1 2-8 0,0 0 0 15,1 0 0-15,-3 2 0 0,-2 1 0 0,-5 2-181 16,-1 0 56-16,-3 0-533 0,-4 11 348 0</inkml:trace>
  <inkml:trace contextRef="#ctx0" brushRef="#br0" timeOffset="52653.75">15593 12128 3597 0,'-18'8'0'0,"8"4"0"0,1-2 0 0,3-7 0 0,5 0 0 0,1-2 0 0,1-1 0 0,19 0 0 16,3 0 0-16,7 0 0 0,4-1 334 0,4-2-334 0,7 2 0 0,-4-3 0 16,-4 1 0-16,2 0 0 0,-2 1-100 0,2 2-277 0</inkml:trace>
  <inkml:trace contextRef="#ctx0" brushRef="#br0" timeOffset="53178.65">16559 11989 2363 0,'-13'-2'0'0,"5"2"0"0,5 0 0 0,3 4 0 0,0-1 0 0,0 1 0 0,7 3 0 0,12-1 0 0,8 0 0 0,3 0 0 0,3-3 598 16,10 0-279-16,-4-3-139 0,-5 0 252 0,8 0-393 16,3 0-39-16,-5 0 0 0,-5 0 0 0,1 0 0 15,-5 0 0-15,-6 0 0 0,1 0 0 0,-6 0 0 16,-2 0 0-16,-4 0 0 0,-2 0-100 0,-3 0 10 16,-3 0 60-16,-3 0-935 0,3-3 462 0,-3 3 232 15,4-1-488-15,0-1 350 0</inkml:trace>
  <inkml:trace contextRef="#ctx0" brushRef="#br0" timeOffset="53399.25">17563 11487 3852 0,'0'0'0'0,"0"0"0"0,8 0 0 0,5 0 0 0,2 0 0 0,7 0 0 0,5 0 0 0,1 0 0 0,6 0 0 0,3 0 0 0,0 0 79 0,7 0-79 0,-3 0 0 0,10 0 0 16,-8 0 0-16,1 0 0 0,-3 0 0 15,0 0-309-15,-7 0-44 0,0 0 191 0,-6-1 100 0,-7 1-415 16,-2-3 132-16,-8 1 167 0,1-1-647 0,-9-2 398 16</inkml:trace>
  <inkml:trace contextRef="#ctx0" brushRef="#br0" timeOffset="53599.77">18073 11294 1629 0,'-21'-15'0'0,"0"0"0"0,4 2 0 0,8 3 0 0,1 3 0 0,4-1 0 0,4 5 0 0,0-1 0 0,21 2 0 0,6 2 0 0,10 0 39 0,2 4-1 15,-2 5 11-15,15 7-10 0,-7-2 643 0,2 2-322 16,-4 0-161-16,-3 1 476 0,-9-2-454 0,1 2-221 16,-7 2 0-16,-9-3 0 0,-2 4 0 0,-10 2 0 15,-4 1 0-15,-2 7 0 0,-21 0 0 16,-5-1 0-16,-8 2 0 0,-1-1 0 15,3-6 0-15,-11 8 0 0,5-4-615 0,1 1 142 16,1-1 172-16,2 0 131 0,10-2-717 0,4 2 430 16</inkml:trace>
  <inkml:trace contextRef="#ctx0" brushRef="#br0" timeOffset="53960.67">18076 11944 2935 0,'-5'0'0'0,"-4"0"0"0,0 0 0 0,-3 0 0 0,-2-2 0 0,-1-8 0 0,0-1 0 0,0 0 0 0,0-2 0 0,2-2 0 0,-1 0 219 15,-2 1-95-15,3-1 195 0,-2 5-140 0,0-2-70 16,1 5-63-16,0 3-46 0,-3 1 0 0,0 3 0 16,-2 8 0-16,0 15 0 0,-1 9 0 0,3 0 0 15,0 15 0-15,5 0 0 0,3 2 0 0,6 1 0 16,3-1 0-16,0-8 0 0,7 6 0 0,10-13 0 16,3-2 0-16,5-6 0 0,3-5 0 15,2-8 0-15,0-7 0 0,2-6 0 16,-2 0 0-16,-2-8 0 0,-1-13 0 0,-5-3 0 15,-1-4 0-15,-4-3 0 0,-2 2 0 0,-2-1 0 16,-2-2 0-16,-2 0 0 0,-3 9 0 0,0-1 0 16,-2 4 0-16,-2 7 0 0,-1 3 0 0,1 6 0 15,-2 0 0-15,0 3 0 0,0 1 0 0,0 7 0 16,2 10 0-16,0 3 0 0,2 7 0 0,1-3 0 16,1 2 0-16,0 3 0 0,3-3 0 15,0-3 0-15,5 2 0 0,-3-9 0 0,6 1 0 16,-1-6 0-16,5-4-460 0,0-4-68 15,5-3 249-15,-2 0 120 0,5-2-709 0,-1-12 415 16</inkml:trace>
  <inkml:trace contextRef="#ctx0" brushRef="#br0" timeOffset="54293.08">18896 11733 3628 0,'7'-13'0'0,"-2"7"0"0,-1-1 0 0,-2 4 0 0,-2 0 0 0,0 3 0 0,-6 0 0 0,-6 6 0 0,-6 13 0 0,-1 3 0 0,1 5 256 15,-7 7-209-15,2 0-47 0,3 1 0 0,-2 1 0 16,1-4 0-16,-4 9 0 0,9-11 0 0,-4 0 0 16,6-2 0-16,2-7 0 0,1-1 0 0,2-3 0 15,4-7-843-15,-4-3 412 0,6-3 49 0,-3-4-442 16,3 0 393-16,-3 0 196 0,0-11 98 0,0-12-207 16,3-1 173-16,-3-5 85 0,-1-3 39 15,1-1 47-15,0-1 0 0,0 4 0 16,3 2 116-16,3 5-97 0,-2 1-38 0,2 3 9 15,0 5 670-15,0 5-318 0,7 2-185 0,7 5 774 16,2 2-436-16,9 2-233 0,0 17 509 0,5 5-564 16,-2 6-207-16,2 2 0 0,-2-2 0 0,6 12 0 15,-2-9 0-15,-2 3 0 0,2-4 0 0,0-2 0 16,-6-6 0-16,2-1 0 0,-2-3 0 0,-3-4 0 16,0-9 0-16,-1-1-908 0,0-4 332 0,5-2 189 15</inkml:trace>
  <inkml:trace contextRef="#ctx0" brushRef="#br0" timeOffset="54483.97">19162 11574 3843 0,'-10'-15'0'0,"9"13"0"15,1-1 0-15,0-2 0 0,1 0 0 0,12 3 0 0,8-2 0 0,7 0 0 0,6 2 0 0,11 0 0 0,8 1 88 0,10-4-88 0,-1 4 0 16,0-3 0-16,-5 0 0 0,12-2 0 0,-14 0 0 15,0 0 0-15,-4 1-281 0,-7 0 153 0,-10 4 92 16,-6-4-832-16,-5 4 437 0,-10 1 96 0,-6-2 149 16,-5 0-488-16,-2-1 310 0</inkml:trace>
  <inkml:trace contextRef="#ctx0" brushRef="#br0" timeOffset="54658.66">19746 11335 1934 0,'-34'-18'0'0,"4"5"0"0,11 5 0 0,4 1 0 0,4-1 0 0,3 2 0 0,8 2 0 0,0 2 0 0,10 1 0 15,18 1 0-15,4 0 484 0,7 5-223 0,1 8-113 0,-3 2-55 0,-5 2 165 16,10 6-115-16,-12-4-54 0,0 3 13 0,-5 1-33 16,-5 0 0-16,-8-2-23 0,-3 2-209 0,-8-1 100 15,-1 5 50-15,0-4 25 0,-12-3-485 0,-6-1 265 16,-6 3 113-16,-1-2-654 0,0-1 337 0,-5 1 188 16,-1 2 94-16,1 3-441 0</inkml:trace>
  <inkml:trace contextRef="#ctx0" brushRef="#br0" timeOffset="55055.7">19678 11932 2116 0,'2'4'0'0,"0"4"0"0,0-5 0 0,0 1 0 0,-2-4 0 0,0 0 0 0,0 0 0 0,0 0 0 0,-4 0 0 0,-3-2 0 0,-2-5 155 0,-2-3-49 16,-1 1 112-16,-2 0-91 0,0-2-45 16,-4-1 0-16,2 1 127 0,-3 2-76 0,0-3-53 0,0 5 155 15,0 1-98-15,-1 4-51 16,1 1-24-16,0 1 41 0,-3 3-103 0,3 15 0 15,1 4 0-15,0 6 0 0,3 4 0 0,2 5 0 16,0 9 0-16,5-4 0 0,4 3 0 0,3-3 0 16,1-7 0-16,0 4 0 0,11-9 0 0,8 1 0 15,3-7 0-15,3-5 0 0,-1-7 0 0,9-3 0 16,-3-9 0-16,-1 0 0 0,1-4 0 0,-4-14-183 16,-1-5 24-16,-6 1 52 0,-3-6-78 0,-2 1 74 15,-5-1 37-15,-2-2 1 16,-3 6 173-16,-2-3-64 0,-2 5-36 0,0 5 170 15,0 1-103-15,0 9-53 0,0 0-34 0,-4 3 545 16,2 1-525-16,1 3 0 0,1 0 0 0,0 17 0 16,0 8 0-16,1 1 0 0,7 2 0 0,5 6 0 15,4 0 0-15,2-2 0 0,4 2 0 0,3-4 0 16,1-4 0-16,0-1 0 0,3-7 0 0,0-1 0 16,0-5 0-16,0-3 0 0,-1-2-208 15,-7-1 35-15,3-4-845 0,-3-2 491 16,-1 0 236-16</inkml:trace>
  <inkml:trace contextRef="#ctx0" brushRef="#br0" timeOffset="55216.87">20158 11985 3931 0,'-5'-11'0'0,"5"9"0"0,0 2 0 0,2-3 0 0,6 2 0 0,7-1 0 0,4 0 0 0,5 2 0 0,5 0 0 0,6 0 0 0,8 0 0 0,3 0 0 0,-2-2 0 15,4 1 0-15,4-3 0 0,2 0 0 0,-1 0 0 16,1-1 0-16,-1 3-234 0</inkml:trace>
  <inkml:trace contextRef="#ctx0" brushRef="#br0" timeOffset="55712.61">21454 11509 3153 0,'-23'-28'0'0,"9"20"0"0,3 7 0 0,6 0 0 0,1-3 0 0,2 1 0 0,2 0 0 0,0-1 0 0,6 0 0 0,13 0 0 0,6-2 207 0,12 0-84 15,4 0 258-15,2 4-314 0,-1 1-67 0,11-1 0 16,-2 2 0-16,2 0 0 0,1 0 0 0,-3 7-676 15,-7-2 309-15,8 3 198 0,-17-1-381 0,4 4-176 16,-9-4 316-16</inkml:trace>
  <inkml:trace contextRef="#ctx0" brushRef="#br0" timeOffset="55900.83">21896 11315 2290 0,'-24'-19'0'0,"8"6"0"0,0 1 0 0,7-1 0 0,5 2 0 0,4 0 0 0,8 0 0 0,25 1 0 0,8 5 0 0,10 0 0 0,17 4 96 15,-10 1-19-15,18 0-10 0,-11 7 100 0,1 7-64 16,-6 1-32-16,-13-1-219 0,-6 1 102 0,-5 8 38 16,-10 0-344-16,-11 1 196 0,-11 2 96 0,-4 5 50 15,-11-1-380-15,-23 3 144 0,-3-3 110 16,-7-1 16-16,-3-1-69 0,0-2 75 16,1 1 29-16,0 0 9 0</inkml:trace>
  <inkml:trace contextRef="#ctx0" brushRef="#br0" timeOffset="56149.78">21964 11904 2149 0,'7'5'0'0,"0"-5"0"0,-4 1 0 0,-1-1 0 0,-2 0 0 0,0-1 0 0,-4-7 0 0,-7-2 0 0,-2 2 0 0,-3-1 0 16,-2 0 260-16,-7 1-111 0,-1 4-55 16,-4 3 238-16,-4 1-152 0,-5 0-70 0,4 13-37 15,-4 5 301-15,4 8-167 0,5-3-204 0,-4 11-3 16,7-2 0-16,13-1 0 0,0 5 0 0,9-2 0 15,5 2 0-15,0 0 0 0,15-2 0 0,14 0 0 16,1-7 0-16,0-3 0 0,14-2 0 16,-1-6 0-16,3-2 0 0,-3-6 0 0,-1-3 0 0,-7-3 0 15,4-2 0-15,-1 0 0 16,-3 0-603-16,0-2 126 0,-2-7 210 0,3-2-547 0,3-7 392 0,0 4 193 16</inkml:trace>
  <inkml:trace contextRef="#ctx0" brushRef="#br0" timeOffset="56350.33">22941 11665 3676 0,'-2'-5'0'0,"-2"4"0"16,1-1 0-16,-5 2 0 0,-3 0 0 0,0 3 0 0,-7 13 0 0,2 4 0 0,-3 4 0 0,-2 6 0 0,-4 6 150 0,5 0-45 0,-1 1-105 15,2 1 0-15,1-5 0 0,-3 9 0 0,5-10 0 16,-2 2 0-16,2-3 0 0,0-1 0 0,5-9 0 15,-2 2-219-15,4-6 49 0,0-4 104 0,0-4-47 16,0-1-808-16,2-5 431 0,0 0 231 0,-2-3 111 16</inkml:trace>
  <inkml:trace contextRef="#ctx0" brushRef="#br0" timeOffset="56536.48">22582 11619 3832 0,'0'-12'0'0,"2"10"0"0,10 2 0 0,-2 0 0 0,6 9 0 0,-2 7 0 0,4 8 0 0,2 7 0 0,-1-1 0 0,7 13 0 0,-4-2 99 16,1 4-99-16,0 2 0 15,-2-2 0-15,-5-3 0 0,7 6 0 0,-5-7 0 0,3-1 0 0,2-4 0 16,-2-6 0-16,3-2 0 16,2-7 0-16,-1-4-206 0,1-4 67 0,2-3-1111 15</inkml:trace>
  <inkml:trace contextRef="#ctx0" brushRef="#br0" timeOffset="57120.1">23332 11534 2331 0,'-16'-2'0'0,"2"-4"0"0,2 4 0 0,1-1 0 0,0 0 0 0,1-1 0 0,1 0 0 0,2 0 0 0,-2 1 0 0,6-2 0 0,1 4 276 0,0-2-119 16,2 2-59-16,0 0 207 0,0-2-138 15,0 1-64-15,4 1 43 0,8-2-54 0,0 1-27 0,4 1 10 16,0 1 23-16,2 0-80 16,0 0-18-16,1 0 0 0,2 0 0 0,-1 0 0 15,6 0 0-15,-1 0 0 0,1 0 0 0,1 1 0 16,5-1 0-16,3 0 0 0,6 0 0 0,0 0 0 15,3 0 0-15,3 0 0 0,2-5 0 0,0-3 0 16,-1 4-156-16,0-3-70 0,-4 2 109 16,-8 1 24-16,-1 2-317 0,-8 0 177 0,-1 2 102 0,-3 0-663 15,-5 0 378-15</inkml:trace>
  <inkml:trace contextRef="#ctx0" brushRef="#br0" timeOffset="57503.73">23922 11168 1528 0,'-12'-3'0'0,"4"-2"0"0,1 2 0 0,2 1 0 0,3 0 0 0,-2 0 0 0,4 0 0 0,0 2 0 0,4 0 0 0,14 0 0 0,5 4 711 0,5 3-336 0,4 3-159 0,0-1-94 16,2 3 196-16,-1-1-140 0,1 2-70 16,-2-2-35-16,-2 3 56 0,-2-1-51 15,-5 0 0-15,-4-3-68 0,-4 3-3 0,-4-3-7 16,-4 0 0-16,-4 1 0 0,-3 0 0 0,0 0 0 15,-12 1 0-15,-10 3 0 0,-6-2 0 0,-11 4 0 16,2 0 0-16,-1 0 0 0,7-2 0 0,-7 2-617 16,3-1 259-16,0 4 138 0,3-3 94 0,0 3-555 15,5 1 321-15,1 2 161 0,1 5-446 0</inkml:trace>
  <inkml:trace contextRef="#ctx0" brushRef="#br0" timeOffset="60436.97">21949 11972 1251 0,'2'0'0'0,"2"2"0"0,-2 2 0 0,-1-4 0 0,1 1 0 0,0-1 0 0,0 0 0 0,-2 0 0 0,0 0 0 0,0 0 0 0,0 0 70 0,0 0 113 0,0 0-77 16,0-1-32-16,0-5 167 16,0-2-100-16,0 3-50 0,0-3 9 0,0 1 67 15,-4-1-64-15,2 1-31 0,-3-1 59 0,1 1-45 16,-1-3 10-16,0 3-55 0,-2-3 31 0,0 1 1 15,-1 2-33-15,0-3 0 0,1 4 28 0,-2-3-27 16,-2 4-1-16,1-3-27 0,-1 3 27 16,-1 0 1-16,3 2-25 0,-4-1 24 0,0 2 1 0,0 0-1 15,-3 0-1-15,0 2 1 0,0 0 4 16,2 0-4-16,-2 0 8 0,2 0-10 16,-2 0-5-16,2 6 37 0,-2 1-49 0,2 3-21 15,1 1 0-15,-1 4 0 0,0 4 0 0,0 1 0 16,3-1 0-16,-1 8 0 0,1-2 0 0,2 4 0 15,2 2 0-15,0-1 0 0,4 0 0 0,1-1 0 16,2-1 0-16,0 3 0 0,0-6 0 0,7 2 0 16,3-7 0-16,5 5 0 0,2-5 0 0,1-2 0 15,3-2 0-15,4-2 0 16,-5-5 0-16,10 1 0 0,0-6 0 0,0-4 0 16,0 0 0-16,2 0 0 0,0-10 0 0,-2-7 0 15,0-2 0-15,-3-3 0 0,-5 2 0 0,1-5 0 16,-8 6 0-16,2-9 0 0,-4 3 0 0,-3 1 0 15,-1-3 0-15,-2-1 0 0,-3 2 0 0,1-6 0 16,-1 4 0-16,-1 0 0 0,-1 7 0 0,-1-1 0 16,-1 1 0-16,0 2 0 15,0 4 0-15,0 2 0 0,0 3 0 0,0 1 0 0,0 4 0 0,-1 0 0 16,-1 2 0-16,2 2 0 16,0-1 0-16,-3 2 0 0,3 0 0 0,0 0 0 15,0 0 0-15,-2 5 0 0,2 8 0 0,-2 2 0 16,-1 8 0-16,1-1 0 0,-2 6 0 0,1 3 0 15,-1 5 0-15,0-1 0 0,1 8 0 16,-2-9 0-16,5 5 0 0,0-2 0 0,0 0 0 16,0-2 0-16,3-1 0 0,4-4 0 0,6-3 0 0,4-3 0 15,0-4 0-15,2-2 0 0,4-4 0 0,-2-2 0 16,2-5 0-16,-2-3 0 16,1-2 0-16,1-1 0 0,1 1 0 0,-1-2 0 15,6 0 0-15,-6 2 0 0,4 2-247 0,-3-2-17 16,6 0-959-16,-1 4 591 0</inkml:trace>
  <inkml:trace contextRef="#ctx0" brushRef="#br0" timeOffset="60903.84">23902 11880 2316 0,'-1'-9'0'0,"1"2"0"0,-4-4 0 15,4 1 0-15,-4-1 0 0,2-4 0 0,1 0 0 0,-3 0 0 0,2 1 0 0,-2-1 0 0,-2 1 423 0,1 2-193 0,-3 0-96 0,-2 1-48 0,-1 3 116 0,-1 3-86 0,-8 3-40 16,-4 0 1-16,-4 2 194 0,-8 7-271 16,4 10 0-16,-11 10 0 0,3 1 0 0,5 6 0 15,1 4 0-15,8 5 0 0,7-6 0 0,0 12 0 16,14-13 0-16,5 3 0 0,0-1 0 0,7-3 0 15,14-5 0-15,11 2 0 0,5-9 0 16,4-2 0-16,5-5 0 0,0-3 0 0,-2-6 0 0,11-3 0 16,-7-4 0-16,1 0 0 15,-1-4 0-15,-2-6 0 0,-7-2 0 0,0 1 0 0,0-2 0 0,-2-1-109 16,-3 2-365-16,-2-3 219 16,-8 4-965-16</inkml:trace>
  <inkml:trace contextRef="#ctx0" brushRef="#br0" timeOffset="63121.7">25760 11569 2543 0,'0'0'0'0,"0"0"0"0,0 0 0 0,0 0 0 0,-2 0 0 0,2 0 0 0,0 0 0 0,0 0 0 0,0 3 0 0,0-1 0 0,2 2 334 0,10 0-148 0,0-1-64 16,6-1 341-16,2 0-212 0,4-2-219 0,3 0-32 15,-2 0 0-15,6 0 0 0,3 0 0 0,0 0 0 16,1-2 0-16,1-2 0 0,0-1 0 16,1 3-79-16,-3-2-218 0,-4 4 167 0,-1 0 85 15,-7 0-1136-15</inkml:trace>
  <inkml:trace contextRef="#ctx0" brushRef="#br0" timeOffset="63288.05">25975 11947 3425 0,'-18'0'0'0,"5"0"0"0,5 7 0 15,7-2 0-15,-1-3 0 0,2-1 0 0,0 3 0 0,5-2 0 0,13-2 0 0,4 0 0 0,2 0 291 0,6 0-126 0,1 0-115 0,6 0-50 16,-3 0 0-16,3 0 0 0,-2-2 0 0,3-2-381 16,-2 3 191-16,1-1 109 0,-5 0-842 0,1-1 481 15</inkml:trace>
  <inkml:trace contextRef="#ctx0" brushRef="#br0" timeOffset="63523.41">26754 11758 3931 0,'0'-10'0'0,"0"10"0"0,7 0 0 0,2 0 0 0,5 0 0 15,2 0 0-15,5 0 0 0,6 0 0 0,3 0 0 0,4 0 0 0,8 0 0 0,-1 0 0 0,-6 0 0 0,4 0 0 0,-1 0 0 16,-6 0 0-16,5 0 0 0,-7 0 0 0,-5-1 0 0,-4-2 0 16,-4 0 0-16,-4-2 0 0,-4 4 0 15,-6-2-262-15,1 0-68 0,-3 0 16 16,-1 1-443-16,0-2 361 0,0 0 179 0,0 2 89 16,0-1-241-16</inkml:trace>
  <inkml:trace contextRef="#ctx0" brushRef="#br0" timeOffset="63757.7">27757 11572 3931 0,'-1'-4'0'0,"1"3"0"0,0-4 0 0,1 2 0 0,7-2 0 0,4 4 0 0,9-3 0 0,5 2 0 0,7 1 0 0,8-3 0 0,-2 1 0 0,12 2 0 0,-5-1 0 16,4 2 0-16,-2-2 0 0,3 2 0 0,-6-2 0 15,7 0 0-15,-4 1 0 0,-6-4 0 0,1 2 0 16,-8 0 0-16,-5-1 0 0,2-1-304 16,-12 0 130-16,-2-2-785 0,-1-1 461 0,-6-3 230 15,-4-2 106-15,-5-3-439 0,-2-5 282 0,-4-4 141 16</inkml:trace>
  <inkml:trace contextRef="#ctx0" brushRef="#br0" timeOffset="63933.28">28388 11276 1887 0,'-21'-8'0'16,"1"6"0"-16,12-3 0 0,-1 4 0 0,9-1 0 0,0 0 0 0,12 0 0 0,21 1 0 0,10-1 0 0,3 2 0 0,6 0 86 0,2 3 315 0,-2 9-172 0,3 3-101 0,-4 3 148 16,-6 3-120-16,0 0-59 0,-8 3-29 15,-9-3 37-15,-1 3-38 0,-9-1-1 16,-5 1-1-16,-6-3 0 0,-7 5-27 0,0-6 9 16,-15 5-310-16,-7-2 151 0,-6-2 75 0,-2 0 37 15,-2-1 0-15,-3 0 47 0,-8 2-9 0,5 1-1403 16,3 4 663-16</inkml:trace>
  <inkml:trace contextRef="#ctx0" brushRef="#br0" timeOffset="64313.57">28528 12098 2314 0,'0'0'0'0,"0"0"0"0,0 0 0 0,0-13 0 0,0-5 0 0,-3 0 0 0,3-2 0 0,-2-4 0 0,-1 4 0 0,1-1 0 0,0 1 185 0,-2-1-74 16,-2 2-36-16,-2 2 118 0,0 1-68 0,-2 2-49 15,-2 4 1-15,-3 4 46 0,0 2-42 0,-3 4-1 16,-3 0 134-16,-4 9-93 0,2 11-41 0,0 7-4 16,-2 6-76-16,4 3 0 0,7 0 0 15,-6 13 0-15,10-2 0 0,0-2 0 16,9-2 0-16,1-7 0 0,0 0 0 0,5-4 0 16,10-6 0-16,6-6 0 0,1-9 0 0,3-4 0 15,4-7 0-15,2 0 0 0,-1-14-138 0,-1-7 70 16,-3-1-374-16,-3-2 202 0,-1-3 92 0,-7 1 60 15,1 1 27-15,-6 7 23 0,-3-2 0 0,-2 0 136 16,-3 11-77-16,0 0-25 0,1 3 0 0,-3 4 532 16,0 0-274-16,0 2-145 0,1 0 150 0,-1 6-259 15,2 9 0-15,3 2 0 16,0 1 0-16,4 5 0 0,0-5 0 0,1 6 0 16,1-4 0-16,2-1 0 0,4-2 0 0,2-2-943 15,0-6 366-15,10 0 275 0,-1-5 132 0,2 0-260 16,3-4 196-16,10 0 98 0,-8-4-320 0</inkml:trace>
  <inkml:trace contextRef="#ctx0" brushRef="#br0" timeOffset="64491.75">29361 11864 2894 0,'13'-21'0'0,"-4"6"0"0,-4 3 0 0,-2 3 0 0,-1 3 0 0,-2 4 0 0,0 0 0 0,-3 2 0 0,-9 10 0 0,-5 11 0 0,0 4 215 0,-6 11-89 0,-2 0 464 0,3 3-484 16,-3 1-106-16,2-6 0 0,0 8 0 0,6-11 0 15,-1 1 0-15,8-6-12 0,3-5-261 0,-1-6 164 16,7-2-811-16,0-4 415 0,1-4 254 0,0-4 14 16,0-1-263-16,0 0 222 0,0-17 125 15</inkml:trace>
  <inkml:trace contextRef="#ctx0" brushRef="#br0" timeOffset="64665.78">29171 11762 3397 0,'2'-10'0'0,"1"8"0"16,9 2 0-16,-4 0 0 0,4 2 0 0,1 13 0 0,2 5 0 0,3 3 0 0,0 5 0 0,6 8 0 0,1-4 155 0,0 1 224 0,-2 2-379 0,1-7 0 15,4 0 0-15,0-4 0 0,-1-3 0 0,1-2 0 0,2-6-76 16,-5-5-299-16,8-1 201 16,-6-1 106-16,-5-5-435 0,2 2 243 0,-7-2 145 15,-6-1-959-15</inkml:trace>
  <inkml:trace contextRef="#ctx0" brushRef="#br0" timeOffset="64831.57">29682 11649 3261 0,'0'-19'0'0,"2"14"0"0,14-3 0 0,5-2 0 0,2 2 0 0,5 5 0 0,6 0 0 0,2 1 0 0,1 0 0 0,8 2 0 15,-2 0 404-15,12 0-188 0,-8 0-166 0,3 0-50 0,0 4-149 0,-7-3 14 16,-3 1 95-16,2 0-690 0,-4-1 384 0,-6 2 191 15,-6-3 96-15,-3 2-378 0</inkml:trace>
  <inkml:trace contextRef="#ctx0" brushRef="#br0" timeOffset="65012.18">30270 11386 2634 0,'-8'-10'0'0,"6"5"0"0,2 1 0 0,0 1 0 0,10-1 0 0,8 0 0 0,8 2 0 0,2 2 0 0,1 0 0 0,1 11 0 0,1 4 204 0,-1 4-84 15,-1 2 287-15,0 3-185 16,-5-1-83-16,-1-1-56 0,-8 3-257 0,-1-1 106 0,-7 0 52 16,-6 1-608-16,-1 2 340 0,-8-1 155 15,-8-1 83-15,-5 2-391 0,-4 1 220 0,-7 0-43 16,7-3-340-16,-10 3 286 0</inkml:trace>
  <inkml:trace contextRef="#ctx0" brushRef="#br0" timeOffset="65224.31">30318 11930 1318 0,'0'3'0'0,"0"3"0"0,0-1 0 0,0-3 0 0,0-2 0 16,0 0 0-16,0 0 0 0,0-2 0 0,0-4 0 0,-11-2 0 0,-4-1 65 0,-7 0 555 0,-6 3-292 0,-5 4-136 0,-9 1 552 15,-1 1-353-15,3 3-178 0,-10 14-153 0,3 6-60 16,4 5 0-16,3 8 0 0,8 3 0 0,4 2 0 16,5 4 0-16,8 2 0 0,8-5 0 0,2 11 0 15,5-9 0-15,5-3 0 0,17-1 0 0,8-6 0 16,18-6 0-16,-3-9 0 0,19-6 0 0,-3-8 0 15,4-5 0-15,-7 0 0 0,17 0 0 0,-23 0 0 16,6 0-843-16,-3 0 236 0,-2 0 285 0</inkml:trace>
  <inkml:trace contextRef="#ctx0" brushRef="#br0" timeOffset="65358">30878 12471 3931 0,'0'-14'0'0,"2"11"0"0,8 2 0 0,-1-8 0 0,-6 3 0 0,-1-2 0 0,1 2 0 0,-2 1 0 0,-1 1 0 0,0 0 0 0,0 1 0 16,0-1 0-16,0 0 0 0,-6 2 0 0,1 0 0 0,-2 2 0 0,-3 0 0 16,-3 13 0-16</inkml:trace>
  <inkml:trace contextRef="#ctx0" brushRef="#br0" timeOffset="69134">3889 13939 1795 0,'0'-25'0'0,"0"6"0"0,0 10 0 0,0 1 0 0,0 0 0 0,-3-1 0 0,3 3 0 0,0-1 0 0,0-1 0 0,0 2 0 16,0 1 421-16,0 1-192 0,0 1-91 0,0 0-46 0,0 2 215 15,0-1-130-15,0 2-53 0,0-2 164 0,0 2-121 16,0 0-59-16,0 0-31 0,0 0-69 0,0 0-8 15,0 0 0-15,0 0 0 0,0 0 0 16,0 0 0-16,3 0 0 0,5 0 0 16,-3 0 0-16,2 0 0 0,3 0 0 0,-1 0 0 15,0-1 0-15,5 1 0 0,2-3 0 0,-2 3 0 16,2 0 0-16,-1 0 0 0,2 0 0 0,3 0 0 16,-2 0 0-16,5 0 0 0,2 0 0 0,1 0 0 15,4 0 0-15,6 3 0 0,4-3 0 0,3 1 0 16,9-1 0-16,9 0 0 0,-4 0 0 0,20 0 0 15,-4 0 0-15,17-1 0 16,0-3 0-16,-2 2 0 0,-5-1 0 0,21 3 0 16,-5 0 0-16,-2 0 0 0,7 0 0 0,-2 3 0 15,-13 0 0-15,23 5 0 0,-15-4 0 0,1-1 0 16,1-1 0-16,0 0 0 0,-15-2 0 0,15 0 0 16,-13 0 0-16,-10 0 0 0,3 0 0 0,-3-4 0 15,-10-2 0-15,9 0 0 0,-21 0 0 0,1-3 0 16,-4 6 0-16,-7-3 0 0,-10 3 0 0,-2 1 0 15,-7 0 0-15,-3 0 0 16,-7 1 0-16,-2 1 0 0,-7 0 0 0,0 0 0 16,-3 0 0-16,-1 0 0 0,0 0 0 0,-2 0 0 15,0 1 0-15,0 7 0 0,-4 2 0 0,-1 5 0 16,-4 6-233-16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2:24:19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14320 4541 1601 0,'0'-4'0'0,"-2"2"0"0,1-1 0 0,-1 1 0 0,0-1 0 0,0 1 0 0,0 1 0 0,0-1 0 0,1-1 0 0,1 3 0 0,0 0 130 0,-3 0-44 0,3 0 0 15,0 0 140-15,0 0-97 0,0 0-44 0,0 0 110 16,0 0-76-16,0 0-39 0,0 0 11 15,0 0 125-15,0 0-88 0,0 0-42 0,0 0-1 16,0 0 129-16,0 0-75 0,3 0-54 0,0 0 0 16,3 0-20-16,-1 0-65 0,1 0 0 0,1 0 0 15,-1 0 0-15,2 3 0 0,1-3 0 16,-2 2 0-16,3-1 0 0,-1 1 0 0,-2-2 0 16,1 3 0-16,0-1 0 0,-1-2 0 15,0 2 0-15,1-2 0 0,0 1 0 0,-3-1 0 0,3 2 0 16,-1-2 0-16,1 2 0 0,0 0 0 15,-1-2 0-15,0 0 0 0</inkml:trace>
  <inkml:trace contextRef="#ctx0" brushRef="#br0" timeOffset="717.1">14525 4554 3931 0,'7'0'0'16,"3"0"0"-16,-1 0 0 0,1 0 0 0,-1 0 0 0,2 0 0 0,-1 2 0 0,-1-1 0 0,5 4 0 0,-3-4 0 0,-2 0 0 0,4 2 0 0,-2-1 0 0,2 0 0 15,1 0 0-15,-2-1 0 0,0-1 0 0,3 2 0 0,-1-2 0 0,-2 3 0 16,1-3 0-16,3 0 0 15,-4 1 0-15,4-1 0 0,-3 0 0 0,2 0 0 16,0 0 0-16,0 0 0 0,-2 0 0 0,4 2 0 16,-2-2 0-16,0 0 0 0,0 0 0 0,0 0 0 15,0 0 0-15,2 0 0 0,0 0 0 0,2 0 0 16,-1 0 0-16,3 0 0 0,0 0 0 16,-1 0 0-16,1 0 0 0,2 0 0 0,-3-2 0 15,1 1 0-15,0-2 0 0,0 3 0 16,-1 0 0-16,1 0 0 0,0 0 0 0,0-2 0 15,0 2 0-15,2 0 0 0,1-1 0 0,1-1 0 16,1 0 0-16,-3 0 0 0,5-1 0 0,-2 1 0 16,0-3 0-16,0 4 0 0,1-1 0 0,-3 1 0 0,5-2 0 15,-3 1 0-15,1 1 0 0,-2-1 0 16,0 0 0-16,-3 2 0 0,7-2 0 0,-5 2 0 16,0 0 0-16,2 0 0 15,1-2 0-15,-3 0 0 0,7 0 0 0,-1 1 0 0,0-1 0 0,2 0 0 16,-1-3 0-16,5 2 0 15,-2 0 0-15,-2 2 0 0,1 0 0 0,-1 1 0 16,2 0 0-16,-1 0 0 0,-1 0 0 0,-2 0 0 16,0 0 0-16,-1 0 0 0,1 0 0 0,-2 0 0 15,2 0 0-15,2 0 0 0,-2 0 0 0,2 0 0 16,0 0 0-16,0 0 0 0,1-3 0 0,-4 1 0 16,4-1 0-16,-4 1 0 0,1 0 0 15,5 0 0-15,-3 1 0 0,1-2 0 16,-1 2 0-16,0-4 0 0,0 4 0 0,-1-1 0 15,3 0 0-15,0 1 0 0,0-2 0 0,1 0 0 16,1-1 0-16,2 0 0 0,5 0 0 0,-10 2 0 16,5-1 0-16,2-1 0 0,-3 2 0 0,1 0 0 15,-1-2 0-15,-1 4 0 0,-2-3 0 0,0 1 0 16,-2 0 0-16,-2 0 0 0,2 2 0 0,0-2 0 16,-2 0 0-16,3 0 0 0,1 1 0 0,2-1 0 15,1 0 0-15,5-2 0 16,-3-1 0-16,4 0 0 0,3 0 0 0,-7 1 0 15,10 1 0-15,-6 0 0 0,0 2 0 0,-1-1 0 16,-3 0 0-16,-2 2 0 0,3 0 0 0,3 0 0 16,-9 0 0-16,3-2 0 0,-1 1 0 0,0-2 0 15,-4-1 0-15,0 1 0 0,-2-5 0 0,-2 1 0 16,-8-1 0-16,1 1 0 0,-4-2 0 0,-5-1 0 16,-3 1 0-16,-4-1 0 15,-3 0 0-15,-2-1 0 0,0 0-461 0</inkml:trace>
  <inkml:trace contextRef="#ctx0" brushRef="#br0" timeOffset="1483.73">11882 1938 2451 0,'-1'-3'0'0,"-1"3"0"0,2 0 0 0,0 0 0 0,0 0 0 0,0 0 0 15,9 4 0-15,2 8 0 0,2 3 0 0,2 2 0 0,6 5 214 0,-2 1-86 0,1 1-44 0,1 1 194 0,2-1-119 0,1 1-48 16,-2-3-40-16,1 1 54 0,0-3-42 0,-5-1 0 16,-1-6-41-16,2 2 55 0,-4 0-92 0,-2-4-5 15,-3-1-50-15,-3-2 6 0,-1-2 43 0,-4-1 10 16,1 0-361-16,-1-5 194 16,-2 0 43-16,0 0-430 0,0 0 225 0,0 0 130 0,0 0 79 0,-4 0-331 15,1 0 201-15,1-6 100 16,2-6 49-16,0-5-181 0,0-5 120 0</inkml:trace>
  <inkml:trace contextRef="#ctx0" brushRef="#br0" timeOffset="1829.47">12331 1830 2676 0,'1'-14'0'0,"-1"5"0"15,0-3 0-15,0 3 0 0,0 1 0 0,0 5 0 0,0-1 0 0,-1 2 0 0,-1 0 0 0,2 2 0 0,-2 0 192 0,-2 0-76 0,1 14 209 16,-3 0-131-16,3 8-82 0,-6 1-35 0,4 5 162 15,-2 7-239-15,-4 3 0 0,3-1 0 0,-3 8 0 16,0-4 0-16,-3 5 0 0,-1 4 0 0,0 2 0 16,-1 3 0-16,-2-1 0 0,0 1 0 0,1-1 0 15,-1-3 0-15,4-2 0 0,1-8 0 0,-2 5 0 16,4-12 0-16,-1 2 0 0,4-2 0 0,1-4 0 16,2-7 0-16,-1-1 0 0,2-1 0 15,2-6 0-15,0-3 0 0,0-2 0 16,0 0 0-16,2-3 0 0,-1-3 0 0,1-1 0 15,0 2 0-15,-2-4 0 0,2 2 0 0,0-3 0 16,0 2 0-16,-2-2 0 0,2 0 0 0,0 0 0 16,0 0 0-16,0 0 0 0,0 0 0 0,0 0 0 15,0 0 0-15,0 0 0 0,0 0-285 0,0 0 50 16,2-2-609-16,5-4 401 0,7-4 201 0,0-5-175 16,5-2 177-16,0-6 104 0</inkml:trace>
  <inkml:trace contextRef="#ctx0" brushRef="#br0" timeOffset="2112.48">12521 1921 3089 0,'-4'-2'0'0,"-2"0"0"0,1-2 0 0,-1 3 0 0,1-1 0 0,1 2 0 0,-1 0 0 0,4 0 0 0,-3 0 0 0,2 11 0 0,0 6 193 15,1 2-76-15,1 7-27 0,0 0-11 0,0 4 204 16,0 2-203-16,0 0-80 0,0 0 0 0,0-2 0 16,1 0 0-16,3-2 0 0,0-2 0 0,2-5 0 15,0 2 0-15,1-1 0 0,-2-4 0 0,1-2 0 16,0-1 0-16,0-3 0 0,-3-3 0 16,1-1 0-16,1-2 0 0,-1-1-379 0,0-4 96 0,0-1 124 15,2 0-521-15,-1 0 308 16,6 0 171-16,1-12-393 0,1-9 277 0,2-3 137 0</inkml:trace>
  <inkml:trace contextRef="#ctx0" brushRef="#br0" timeOffset="2364.92">12682 2092 2718 0,'0'-7'0'0,"-1"2"0"0,-1 0 0 0,0 3 0 0,2-1 0 0,0 0 0 0,0 0 0 0,2-1 0 15,7 3 0-15,8-2 0 0,0 2 191 0,4 1-75 0,-3 0 468 0,3 0-271 0,-2 7-304 0,-3 6-9 16,2 1 0-16,-4 3 0 0,0 2 0 0,-3 1 0 15,-2 0 0-15,-4 3 0 0,-2-1 0 16,-3 5 0-16,0-5 0 0,-6 1 0 0,-9-1 0 16,-2 1 0-16,-1-2 0 0,-3-5 0 0,-4-2 0 15,0 1 0-15,2-4 0 0,-7 1 0 0,1-5 0 16,5-2 0-16,3-1 0 0,6-2 0 0,0-2 0 16,6 0-182-16,1 0-188 0,7 0 163 15,1-6 83-15,1-6 31 0,19-10-570 16,13-3 310-16,-1-6 156 0,4-1 77 0,-1-1-482 0</inkml:trace>
  <inkml:trace contextRef="#ctx0" brushRef="#br0" timeOffset="2561.65">12987 2026 2473 0,'5'-12'0'0,"1"3"0"0,-4 2 0 0,-2 1 0 0,0 4 0 0,0 1 0 0,-11 1 0 0,-3 0 0 0,1 0 0 0,0 10 0 0,-4 8 206 0,2 0-82 0,2 3 519 0,4-2-301 15,1 6-199-15,4-4-143 0,4 3 0 0,0 2 0 16,0-2 0-16,10 1 0 0,3-3 0 15,-1-4 0-15,8 4 0 0,-5-6 0 0,3-1 0 16,2-1 0-16,-2-4 0 0,-3-3 0 0,2-2 0 16,-2-2 0-16,0-3-256 0,-2 0-203 0,0 0 208 15,1-4-422-15,-1-11 321 0,0-1 155 0,0-6 77 16,0-3-433-16</inkml:trace>
  <inkml:trace contextRef="#ctx0" brushRef="#br0" timeOffset="2798.05">13176 1814 2820 0,'-3'-6'0'0,"1"2"0"0,0 1 0 0,0 1 0 0,2 1 0 0,0-2 0 0,6 0 0 0,7 3 0 0,2 0 0 0,3 12 0 0,0 4 314 0,4 6-141 0,-3 3-66 0,0 3 187 16,-5 2-127-16,2 2-111 0,-5 1-56 16,-2 3 0-16,-6 2 0 0,0-1 0 15,-3 7 0-15,0-6 0 0,-8 1 0 0,-7 6 0 16,-2-6 0-16,-1-1 0 0,-1-6 0 0,0-1 0 15,-1-3 0-15,0-4 0 0,4-8 0 0,-3-1 0 16,4-2 0-16,0-6 0 0,2-1 0 0,1-2 0 16,3-3-163-16,2-1-573 0,1 0 346 0,2 0 164 15,4 0 98-15,0 0-667 0</inkml:trace>
  <inkml:trace contextRef="#ctx0" brushRef="#br0" timeOffset="2954.04">13599 2419 3931 0,'0'0'0'16,"0"0"0"-16,0 0 0 0,0 0 0 0,0 0 0 0,-4 0 0 0,0 1 0 0,2-1 0 0,0 0 0 0,2 3 0 0,0-3 0 0,0 2 0 0,0-1 0 0,0 3 0 16,0 1 0-16,0 6-235 0</inkml:trace>
  <inkml:trace contextRef="#ctx0" brushRef="#br0" timeOffset="50938.02">10762 4985 1912 0,'-3'-5'0'16,"-1"-1"0"-16,0 3 0 0,3-1 0 0,-1 0 0 0,0 3 0 0,0-1 0 0,2-1 0 0,0 2 0 0,0 1 0 0,0 0 201 0,0 0-83 0,0 0-37 0,6 0 133 15,3 1-85-15,1 5-42 0,2 2 12 0,-1 0 137 16,3 0-95-16,1 3-48 0,0 0 0 0,0 2 81 16,0 0-53-16,0 1-44 0,0 1 1 0,-2 0-1 15,4 5-77-15,-2-5 0 0,0 3 0 0,0 2 0 16,0-4 0-16,0 1 0 0,1 0 0 0,-4-2 0 16,2 0 0-16,-3-2 0 0,0-2 0 0,-1 0 0 15,-3-3 0-15,0-1 0 0,-1 2 0 0,-2-7 0 16,0 3 0-16,-2-3 0 15,0 0 0-15,-2-2 0 0,0 0 0 0,0 0 0 16,0 0 0-16,0 0-351 0,0 0 143 0,0 0 70 16,-2 0 37-16,-3 0-257 0,4 0 156 0,-1 0 78 15,0 0 39-15,2 0-548 0,0-2 300 0,0-6 143 16,0-2 73-16,5-2-359 0</inkml:trace>
  <inkml:trace contextRef="#ctx0" brushRef="#br0" timeOffset="51303.44">11284 4841 2186 0,'0'-9'0'0,"0"3"0"0,0 1 0 0,0 0 0 0,0-1 0 0,0 3 0 0,0 2 0 0,0 0 0 0,0-2 0 0,0 3 0 0,0 0 181 0,0 0-67 0,-1 0-35 0,-1 8 26 16,0 3-11-16,0 4-49 0,-1 1 0 0,-1 5 99 15,-2 3-50-15,1 1 12 16,-3 5 43-16,0 2-52 0,-2 4 0 0,-4 5 64 0,-1 1-58 0,2-5-18 15,-6 12-39-15,2-3-46 16,-1 5 0-16,-1-1 0 0,0-2 0 0,0-1 0 16,0 1 0-16,3-2 0 0,-2-3 0 0,4 0 0 15,-2-4 0-15,5-3 0 0,0 1 0 0,3-3 0 16,1 1 0-16,2-6 0 0,-1 0 0 0,2-7 0 16,0 1 0-16,0-2 0 0,2-5 0 0,1 1 0 15,-3-6 0-15,4 0 0 0,-2-1 0 0,0-2 0 16,2-4 0-16,-1-1 0 0,1 0 0 0,0-3 0 15,0 0 0-15,0 0 0 16,0 0 0-16,0 0 0 0,0 0 0 0,0-4 0 16,0-7-66-16,3-3-672 0,8-7 345 0,3-1 173 15,0-5 76-15,4-5-631 0,3-4 365 0</inkml:trace>
  <inkml:trace contextRef="#ctx0" brushRef="#br0" timeOffset="51589.71">11748 4396 2437 0,'0'-10'0'0,"0"8"0"0,0-1 0 0,0 2 0 0,0-2 0 0,0 1 0 0,0 2 0 0,0 0 0 0,0 0 0 0,3 0 0 0,-1 5 162 0,-2 7 139 0,0 3-128 16,0 2-65-16,0 4 124 0,0 3-82 15,-5 4-59-15,-2-1 0 0,-2 3 2 16,0 0-49-16,-5 0 0 0,3 2-39 0,-2 1-5 16,0-5 0-16,0 4 0 0,-1-5 0 0,0-1 0 15,0-1-29-15,0 3-386 0,0-3 196 0,3-4 118 16,2-1 13-16,1-3-529 0,0-2 274 0,3 4 155 16,3-7 72-16,0 1-464 0,2-1 268 0,0 2 134 15</inkml:trace>
  <inkml:trace contextRef="#ctx0" brushRef="#br0" timeOffset="51874.17">11698 5013 2926 0,'0'4'0'0,"0"-1"0"0,2-1 0 0,-2-2 0 0,0 0 0 0,2 1 0 0,0 1 0 0,3 1 0 0,5-2 0 0,3 5 0 0,0-3 292 0,2 1-113 0,3 2-72 0,2-2 320 15,1 1-427-15,-1-1 0 16,1 2 0-16,0 0 0 0,-3-3 0 0,1 3 0 16,0-1 0-16,-1 1 0 0,0 0 0 0,-2-1 0 15,1-1 0-15,0 2 0 0,-2-2 0 0,-2-1 0 16,1-1 0-16,-3 0 0 0,-1 0 0 0,1 0 0 16,-2-2 0-16,0 0 0 0,-3 0 0 0,0 0-400 15,-3 0 9-15,1 0 174 0,-2 0-216 0,-1 0 194 16,-1 5 98-16,0 1 37 15,-3 6-542-15,-10 6 302 0</inkml:trace>
  <inkml:trace contextRef="#ctx0" brushRef="#br0" timeOffset="52112.35">11810 5457 3051 0,'-5'6'0'0,"1"-2"0"0,1-1 0 0,1-3 0 0,0 3 0 0,2-3 0 0,0 0 0 0,0 0 0 0,0 0 0 0,9 0 0 0,8 0 208 0,2 0 345 0,5 0-434 16,1 0-119-16,-4 0 0 0,2 0 0 0,2 0 0 16,0 1 0-16,-3 1 0 0,1 1 0 0,-1 0 0 15,-1 3 0-15,-2-3 0 0,-4 1 0 0,-1 1 0 16,-4-2 0-16,1-1 0 0,-2 3 0 0,-2-4 0 16,-4-1 0-16,1 2 0 0,-2-2 0 0,0 0-419 15,-2 0 83-15,0 0 147 0,0 0 73 0,0 0-327 16,0 5 190-16</inkml:trace>
  <inkml:trace contextRef="#ctx0" brushRef="#br0" timeOffset="54741.62">16002 4042 1220 0,'0'0'0'0,"0"-3"0"0,0 0 0 0,0 1 0 0,0 0 0 0,0 1 0 0,0 1 0 0,0-3 0 0,0 3 0 0,0 0 0 0,5 0 63 0,-1 0-64 16,-1 0 1-16,1 0 41 0,0 0-1 0,-1 0 29 15,1 0-28-15,2 0 0 0,-2 0 0 0,1 0 76 16,1 0-36-16,1 0 12 0,1 0-48 0,1-1 22 16,-1-2-18-16,2 0 5 0,-1-1-4 0,0 3 35 15,2-6-35-15,1 5 0 0,-1 1-54 0,1-3 1 16,0 2 53-16,1-2-45 0,3 2-12 0,-4 0 45 16,6 1 5-16,-2-2-59 0,1 0-1 0,1-1 44 15,-2 2 5-15,3 0-23 16,-1-4 19-16,0 5-5 0,0-5-3 0,3 4 10 15,-2 1-5-15,1-3 1 0,1 3-18 0,0-2 18 16,-1 2-1-16,1-1-25 0,2 0 25 0,0 0-2 16,0 2 1-16,2-3-43 0,0 2 41 0,-3 0 2 15,5-2-2-15,-2 3-47 0,2-2 44 0,-3 1-6 16,3 1 14-16,-3 0-7 0,5 0-3 0,-1 0-3 16,-1 0 3-16,3 0-1 0,0 3 0 15,0 1 4-15,2 2-4 0,0-2 0 16,0 0 0-16,-1-1 14 0,4 0-13 0,-3 1 4 15,2-2-4-15,1 0 23 0,1-2-22 0,-1 0 2 16,-1 0 34-16,0 0 6 0,2 0-35 0,0 0-65 16,1 0 61-16,6 0 2 0,-3 0-1 0,-4 0-38 15,3 0 37-15,-2 0 0 0,1 0-1 0,-2 0-47 16,0 0-6-16,-1 0 52 0,-1 0-17 0,3 0 35 16,-1 0-33-16,0 0 7 0,0 0 53 0,1 0-51 15,0 0-4-15,3 1 29 0,-2 4-23 0,1-4-1 16,-2 3 7-16,1 0-30 15,2-2 28-15,3-1-3 0,-2 2 6 0,1-2-46 16,1 1 42-16,-4-2 2 0,10 0-7 0,-2 0-32 16,3 0-7-16,5 0 38 0,0 0-41 0,3 0 36 15,-2 0-9-15,2 0-20 0,0 0 23 0,-1 0 3 16,-1 0-4-16,-3 0-15 0,-4 0 16 0,0 0 0 16,-1 0 0-16,-2 0 0 0,-7 0 0 0,10 0 0 15,-6 0 7-15,1 0 38 16,0 0-44-16,1-2 0 0,-5 2 27 0,10-1-26 15,-6-2 3-15,-1 2-1 0,-1-1-16 0,-1 1 16 16,-8-2 7-16,3 1-4 0,-4 0-1 0,-2 2-1 16,-7 0 1-16,1 0 3 0,-6 0-3 0,2 0-3 15,-6 0 2-15,-2 0 63 0,-1 0-63 0,-2 0 1 16,-1 0 19-16,0 0-13 0,-5 0-4 0,3 0-45 16,-3 0-1-16,-1 0 48 0,0 0 0 0,-2 0-221 15,0 0 104-15,0 0 42 0,0 0 1 16,0 0-576-16,-5 0 282 0,-20 15 159 15</inkml:trace>
  <inkml:trace contextRef="#ctx0" brushRef="#br0" timeOffset="62127.41">15230 2435 1037 0,'0'0'-2'0,"0"0"-1"0,-5 3 1 0,0-3 0 0,-3 1 1 0,1 1 0 0,-3 1 0 0,1-2 0 0,2-1 0 0,-1 0 1 0,2 1 84 0,2-1 136 0,2 0-74 0,1 0-56 0,-1 0 65 16,2 0-54-16,0 0 1 0,0 0 78 16,0-2-72-16,0-8-31 0,2 1 1 0,3-3 18 15,3-3 0-15,1 2-36 0,1-2-13 0,1-3 32 16,0-1 0-16,2 3-32 0,1-3 1 0,0 1 50 15,5-3-51-15,2 0 1 0,-1 0-1 0,3 2 1 16,0-3-1-16,4 3-18 0,-2-1-13 0,1 1 32 16,3 1-1-16,-1-2-38 0,-2 4 0 0,4-2 38 15,-1 2-1-15,1 0-44 0,2 0 39 16,1 1-10-16,1 1 7 0,2 0-38 16,-1 0-9-16,7-1 35 0,-3 2 6 0,0 1-5 15,2 0 5-15,-6 3-30 0,8-3-7 0,-2 3 25 16,-6 2 7-16,2-1-52 0,0 2 48 0,1 3-2 15,-1-1 0-15,7 3 41 0,-5-2 0 0,2 1-61 16,3 0-1-16,-7 2 0 0,11 0 0 0,-7 0 0 16,1 0 0-16,2 0 0 0,-3 7 0 0,-2-4 0 15,7 6 0-15,-7-2 0 0,0 3 0 0,3-2 0 16,-3 1 0-16,-5 0 0 0,1 4 0 16,2-3 0-16,0 1 0 0,-2 0 0 15,1 0 0-15,-2 1 0 0,-1-1 0 0,-1 1 0 16,0 1 0-16,0 0 0 0,0 2 0 0,-2-2 0 15,0 2 0-15,-2 2 0 0,1 1 0 0,1-2 0 16,0 3 0-16,0-1 0 0,0 1 0 0,0 2 0 16,0-1 0-16,0 3 0 0,-2-1 0 15,3 3 0-15,-1 0 0 0,-2-1 0 0,2 1 0 16,-2-2 0-16,-1 2 0 0,0-3 0 16,-1 1 0-16,-1-2 0 0,1 1 0 0,-1-1 0 15,-3-3 0-15,2 3 0 0,-1-3 0 0,0 0 0 16,-1-1 0-16,-1-2 0 0,-4-2 0 0,0 1 0 15,-2 0 0-15,0 0 0 0,-4-3 0 0,-1-2 0 16,-5-2 0-16,2 2 0 0,-3-3 0 0,0-2 0 16,0-2 0-16,-2 1 0 0,0-3 0 0,-2 3 0 15,0-3 0-15,0 0 0 0,0 0 0 0,0 0 0 16,0 0 0-16,0 0 0 16,0 0 0-16,0 0 0 0,0 0 0 0,0 0 0 15,0 0 0-15,0 0 0 0,0 0-335 0,0 0 56 16,-4 0 117-16,-2 0-788 0,0 0 441 0,1 0 238 15,-6 2 112-15</inkml:trace>
  <inkml:trace contextRef="#ctx0" brushRef="#br0" timeOffset="62457.64">17807 2612 2130 0,'-9'0'0'0,"4"0"0"0,-1-2 0 0,0-2 0 0,0 0 0 0,3 1 0 0,-1-1 0 0,2 0 0 0,1 3 0 0,1-1 0 0,0 2 149 0,0 0-42 0,0 0 240 15,3 0-152-15,10 0-75 16,8 5 222-16,2 3-149 0,5 1-63 0,4 1 88 16,9-2-218-16,-4 5 0 0,5-4 0 0,1 1 0 15,-4-2 0-15,10 6 0 0,-8-4 0 0,-5-1 0 16,0 2 0-16,-6-2 0 0,-6 0 0 0,-1-1 0 15,-4-1 0-15,-4 1 0 0,-6-4 0 0,-3-1 0 16,-2 1 0-16,-2-4 0 0,-2 3 0 0,0-3 0 16,0 0 0-16,0 0 0 0,0 0 0 0,0 0 0 15,0 0 0-15,-4-3-353 0,2 2 24 0,0-3 131 16,-1-2 82-16,2 1-575 16,-3-1 322-16,4-3 163 0,-2-1-443 0</inkml:trace>
  <inkml:trace contextRef="#ctx0" brushRef="#br0" timeOffset="62695.84">18307 2383 2560 0,'-6'-5'0'0,"3"5"0"0,1-2 0 0,0 2 0 0,0-3 0 0,2 3 0 0,-2 0 0 0,2 0 0 0,0 5 0 0,0 6 0 0,0 4 276 0,2 1-104 15,2 9-70-15,3 0 174 0,1 1-116 0,0 3-58 16,-3 1 181-16,2-1-283 0,-1-1 0 0,-4 1 0 15,0-3 0-15,0-4 0 0,-2 1 0 0,0-3 0 16,0-3 0-16,0 1 0 0,0-7 0 16,-4 1 0-16,0-3 0 0,-1 0 0 15,3-4 0-15,-2-1 0 0,2-1 0 0,0-3 0 0,-1 3 0 16,1-3 0-16,-2 0-75 0,-2 3-1146 16</inkml:trace>
  <inkml:trace contextRef="#ctx0" brushRef="#br0" timeOffset="64294.07">12702 4899 898 0,'0'-2'0'0,"-1"-3"0"0,-3 1 0 0,2 2 0 0,0-2 0 0,1 3 0 0,1-3 0 0,-2 2 0 0,2 0 0 0,0 0 0 0,0 2 76 0,0 0 18 0,0 0 1 15,0 0-51-15,0 0 42 0,0 0 10 0,0-1-51 16,0 1-1-16,0 0 114 0,0 0-57 0,0 0-28 15,0-3 11-15,2 2 87 0,-1-1-64 0,5-2-31 16,0-2 0-16,2 4 46 16,-1-5-28-16,2-1-10 0,3 3 10 0,-1-1 1 0,0 1-50 15,-1 1 31-15,2-2-31 0,0 2-1 16,1 2 1-16,2-3 37 0,-2 1-38 0,4 3 12 16,0-3-12-16,4 1 18 0,-1 0-17 0,6 0-1 15,-1 1 1-15,0-1 21 0,7 1-21 0,-1 1-1 16,3-2-31-16,5 2 32 0,3-1-1 0,7 0-32 15,3-4-11-15,10 1 37 0,-1 0 5 0,1-3-37 16,-2 2 0-16,-6 0 31 0,8 3-19 0,-4-3-35 16,2 2-8-16,5 1 52 0,-6 3 1 15,-6-3-58-15,1 2 18 0,1 1 0 0,-1 0 15 0,-3 0-24 16,0 0-6-16,-6-3 8 16,6 2-6-16,-7-3 33 0,0-1-9 0,-3-3-36 15,-7 3 37-15,-1-3-1 0,-8 1-7 0,-2 1 2 16,-5-2-3-16,-4 5 5 0,-5-1-4 0,-4 0-27 15,-1 2 28-15,-2 0 2 16,-2 2-101-16,0-2 48 0,0 2-7 0,0-2 50 0,-4 2-362 0,-7 0 171 16,0 0 71-16,-2 0-637 0,-2 8 364 0,-2 3 170 15</inkml:trace>
  <inkml:trace contextRef="#ctx0" brushRef="#br0" timeOffset="64995.64">12767 4897 1512 0,'-4'-6'0'0,"-2"1"-4"0,4 1-3 0,1 3 2 0,-1-1 0 0,0 0 1 0,2 0 1 0,0 0 1 0,0 0 0 0,0 2 2 16,0 0 56-16,0 0-11 0,0 0 1 0,0 4-1 0,0 3 53 15,0 3 11-15,0 5-63 0,0 0-1 0,0 4 1 16,0 4-1-16,0 2 1 0,0 4 248 0,0 2-130 15,0 5-59-15,0 0 55 0,0 9-58 16,2-6-28-16,1-1 11 0,3 11 15 16,0-5-55-16,0-2-4 0,-3 0-1 0,3-7 36 15,-3 3-25-15,1-3-11 0,-2-3 0 0,2-1 34 16,-2-5-33-16,0-4 0 0,0 4 60 0,-2-6-11 16,0 0-48-16,0-2-24 0,0 2-18 0,0-6 0 15,0-1 0-15,-2-1 0 0,-2-2 0 0,0-3 0 16,0-2 0-16,1 0 0 0,-1-3 0 0,-1-2 0 15,-3 0 0-15,0 0 0 0,-3 0 0 0,0-4 0 16,-1-7 0-16,0-3 0 0,-6-7 0 0,2 1 0 16,-2-3 0-16,4-3 0 0,-2 5 0 0,0-7 0 15,4 9 0-15,-1-1 0 16,0 2 0-16,2 3 0 0,0 4 0 0,1 0 0 16,3 5 0-16,-1-1 0 0,3 5 0 0,-2-1 0 15,4 0 0-15,-1 3 0 0,0 0 0 0,3 0 0 16,-3 0 0-16,2 10 0 0,0 1 0 0,-1 6 0 15,-1 1 0-15,2 2 0 0,-2 4 0 0,2-2 0 16,0 5 0-16,-2-6 0 16,3 1 0-16,-3 1 0 0,2-3 0 0,0 1 0 15,-1-3 0-15,1-2 0 0,0-2 0 0,0-2 0 16,-1-3 0-16,2 1 0 0,-1-5 0 0,0-1 0 16,2 1 0-16,-2-4 0 0,2-1 0 0,-2 0 0 15,1 0 0-15,-1 0 0 0,2 0 0 0,-2 0-598 16,2 0 258-16,0 0 138 0,0-1 84 0,9-4-384 15</inkml:trace>
  <inkml:trace contextRef="#ctx0" brushRef="#br0" timeOffset="65997.73">13244 5356 1117 0,'0'-2'0'0,"0"-2"0"0,0 1 0 0,0 1 0 0,0-4 0 0,0 3 0 0,0-4 0 0,0 2 0 0,0-1 0 0,0 0 0 0,2-1 86 0,-1 2-11 0,-1-3-34 0,0-2 81 16,0 3-41-16,0-2 1 0,0-1-3 0,0 1-38 15,0-4 0-15,0 4 4 0,0-3-4 0,-1-1 0 16,-5 4 10-16,-1-3-18 0,0 1 8 0,-2 3 0 15,0 1 0 1,0 0 26-16,-3 3 11 0,0 2-47 0,-2 1 9 0,-1 1 34 0,-2 0-34 0,1 0 1 16,-4 10-3-16,2 3 2 0,-1 4 1 15,2 3 12-15,0 1-12 0,4 0 0 16,2 2 10-16,0 6 25 0,3 2 0 0,4-1-35 16,0 2 0-16,4 0 79 0,0-2-29 0,0 0-11 15,2-4-39-15,5 1 70 0,2-8-35 0,2 2-1 16,0-1-47-16,2-4 13 0,0-3-1 0,1-3-84 15,0-2 42-15,4-3 0 0,-4-3 53 0,3-2-125 16,0 0 58-16,0-2 12 0,2-13 0 0,0-4-102 16,0-1 65-16,-1-4 3 0,1-5 1 15,-2 1-98-15,2-1 63 0,-4-1-17 16,-4 8 31-16,0-8 11 0,-3 11-1 0,-1-2 50 16,-3 7-1-16,-2 2-42 0,0 3 14 0,0 3 206 15,-2 2-97-15,0 3-45 0,0-1-26 0,0 2 199 16,0 0-103-16,-2 12-29 0,-2 3-75 0,-1 3 37 15,-1 5-15-15,4-1 29 0,0 4-24 0,2 1 13 16,0-1-9-16,0-1-1 0,0-7 1 0,6 3 5 16,3-3-28-16,2-3-11 0,3 1 0 15,-2-7 0-15,2-2 0 0,1-3-4 16,-2-1-8-16,2-3 0 0,-2 0-8 0,0 0 36 16,2-9 0-16,0-4-26 0,-2-2-7 0,1 0 28 15,-3-1-13-15,0-3-20 0,-1-3-1 0,-1 2 24 16,-2-6-2-16,-1-1-37 15,-4-1-1-15,0-2 40 0,-2 4-3 0,0 6-84 0,0-3 35 16,-2 4 0-16,-8 4 112 0,1 2-35 16,-2 4-12-16,1 3 148 0,-4 0-80 0,-2 4-82 15,3 2 0-15,-2 0 0 0,0 0 0 0,0 0 0 16,0 8 0-16,2 1 0 0,-2 1 0 0,4 1 0 16,-1 1 0-16,5-4-1 0,0 6-106 0,3-5 58 15,-1 4 9-15,5-1-455 0,0-3 198 0,0 1 118 16,5 0-482-16,8-3 311 0,6-2 154 0,1-1-422 15</inkml:trace>
  <inkml:trace contextRef="#ctx0" brushRef="#br0" timeOffset="66350.78">13892 5189 2311 0,'0'-8'0'0,"0"1"0"0,0 3 0 0,0-2 0 0,0 2 0 0,-2 3 0 0,-3-1 0 0,-3 2 0 0,0 0 0 0,-3 0 0 0,-2 7 234 0,0 4-97 16,-2 3-48-16,1-1 262 16,3 2-144-16,0 0-89 0,5 0-38 0,1-2 145 15,3 2-92-15,2 1-87 0,0-4-46 0,0 1 0 16,2 0 0-16,5 3 0 0,1-4 0 0,1 1 0 16,2 1 0-16,-1-1 0 0,-1 2 0 0,0-2 0 15,-1 2 0-15,-2-2 0 0,-2 1 0 0,-1 1 0 16,-1 0 0-16,-2-2 0 0,0 0 0 0,0 0 0 15,0-3 0-15,-9 3 0 0,-1-2 0 0,-3-4 0 16,0 2 0-16,-2-3 0 0,-2 2 0 0,-1-4 0 16,0-1 0-16,-2 1 0 15,1-4 0-15,0 0 0 0,1 0 0 0,0 0 0 16,4 0 0-16,0 0 0 0,7-2 0 0,0-2 0 16,1-1 0-16,4-1-442 0,2-2 77 0,0-1 162 15,4-2-660-15,12-2 412 0,2 0 194 0</inkml:trace>
  <inkml:trace contextRef="#ctx0" brushRef="#br0" timeOffset="66665.16">13999 5210 2047 0,'8'-11'0'0,"-1"3"0"0,2 1 0 0,-1-2 0 0,0 4 0 0,-1 1 0 0,2-2 0 0,1 5 0 0,3-1 0 0,0 2 0 0,4 0 84 0,0 0 304 16,0 0-174-16,0 5-86 0,1 7 157 0,-1 0-121 15,-2 4-52-15,0 2-41 0,0 3 108 0,-3 0-59 16,-5 2-45-16,-3 3-11 0,-2-1-64 16,-2 6 0-16,0-3 0 0,-8 0 0 15,-3 1 0-15,-2-7 0 0,-4 7 0 0,0-7 0 16,-2-1 0-16,-1-2 0 0,-1-5 0 0,2-1 0 16,-5 0 0-16,3-3 0 0,-2-2 0 0,3-5 0 15,-3 1 0-15,4-4 0 0,-1 0 0 0,3 0 0 16,2 0 0-16,2-2 0 0,0-2-125 0,5 0-33 15,0-2 34-15,5-4-103 0,3 3 94 0,0-6 45 16,0 0-446-16,7 1 236 0,10-5 134 0,4 2-518 16,1-1 320-16,1-2 161 0</inkml:trace>
  <inkml:trace contextRef="#ctx0" brushRef="#br0" timeOffset="67086.61">14497 5155 2325 0,'2'-9'0'0,"0"2"0"0,-1 0 0 0,-1 0 0 0,0 2 0 0,0-1 0 0,-3 3 0 0,-4 2 0 0,-4-1 0 0,1-1 0 0,-1 3 163 15,-1 0 242-15,-3 5-172 0,1 5-102 0,-2 4-44 16,2 1 85-16,0 2-65 0,0 6-33 0,5-2 160 16,-2 6-234-16,3 0 0 0,2 1 0 0,3 1 0 15,-1-2 0-15,4-2 0 0,0 6 0 0,0-4 0 16,0-1 0-16,0-1 0 0,4-4 0 0,3-1 0 15,5 0 0-15,1-3 0 0,0 0 0 16,4-3 0-16,2-3 0 0,1 1 0 0,5-5 0 0,-6-2 0 16,4-1 0-16,-2-2 0 0,2-2 0 15,-2 0 0-15,-1 0 0 0,-1 0 0 16,-1-2 0-16,-2-2 0 0,0-1 0 0,-6 1 0 16,0 1 0-16,-3-2 0 0,1 3 0 0,-6 0 0 15,2 1 0-15,-3-1 0 0,1 2 0 0,-2-2 0 16,0 2 0-16,0 0 0 0,0 0 0 0,0 0 0 15,0 0 0-15,0 0 0 0,0 0 0 0,0-1 0 16,0 1 0-16,0 0 0 0,0-2 0 0,0 2 0 16,0 0 0-16,0 0 0 15,-2 0 0-15,2-3 0 0,-1 1 0 0,-1 2 0 16,2-1 0-16,-2-1 0 0,0-1 0 0,0 2 0 16,2 0 0-16,-2-2 0 0,-2 1-116 0,4-2-127 15</inkml:trace>
  <inkml:trace contextRef="#ctx0" brushRef="#br0" timeOffset="78774.66">5538 6409 1596 0,'-2'-1'0'0,"0"-1"0"0,2 0 0 0,-2 1 0 0,1-4 0 0,1 3 0 0,-2-1 0 0,2 1 0 0,-3 0 0 0,3 1 0 0,0-2 75 0,0 3 0 16,0-2 107-16,0 2-71 0,0 0 56 0,0 0-74 15,0 0-26-15,0 0 0 0,0 0 73 0,3 0-39 16,-1 8-11-16,-1-1-50 0,1 4 81 0,0 3-40 16,0 2-1-16,-1 4-30 0,1 0 40 0,0 7 0 15,0-4-50-15,1 5 57 0,-3 3-28 16,2 1 10-16,-2 1-11 0,2 5 1 0,1 4-29 15,0-3 0-15,0 2 39 0,0-1-45 0,3 8-34 16,-3-3 0-16,3 3 0 0,1-4 0 0,-1 2 0 16,-2-6 0-16,0 0 0 0,-1 0 0 0,2-3 0 15,-3-3 0-15,1-2 0 0,-1-6 0 0,-1 2 0 16,1-5 0-16,-2 0 0 0,0-5 0 0,0-1 0 16,3-3 0-16,-3 1 0 0,0-8 0 15,0 1 0-15,0 1 0 0,0-5 0 0,0-1 0 0,0-3 0 16,0 0 0-16,0 2 0 15,0-2 0-15,0 0 0 0,0 0 0 0,0 0-15 16,0 0-179-16,0 0 56 0,0 0 48 0,1-2-572 16</inkml:trace>
  <inkml:trace contextRef="#ctx0" brushRef="#br0" timeOffset="78804.31">5645 7461 402 0,'13'-23'0'0,"2"-5"0"0</inkml:trace>
  <inkml:trace contextRef="#ctx0" brushRef="#br0" timeOffset="79270.25">5909 6627 2417 0,'-7'0'0'0,"4"0"0"0,-2 0 0 0,-1-2 0 0,3 0 0 0,-1 0 0 0,2 2 0 0,1-1 0 0,1 1 0 0,0 0 0 0,0 0 155 0,0 0-47 0,0 1 46 15,0 9-58-15,3-3-27 0,4 5 0 0,-1-5 31 16,4 4-10-16,-1-1-20 0,-2 0 1 0,4-3-31 15,-1-2 1-15,-2 1 34 0,1-2-9 0,1-3-26 16,0 2 1-16,-4-3 17 0,4 0-18 0,-1 0 10 16,-1 0-10-16,-1-3 1 0,3-4-41 0,-5-2 0 15,3 0 0-15,-3-5 0 0,3 1 0 0,-6-4 0 16,3 2 0-16,-3-2 0 0,1 0 0 16,-2-1 0-16,-1 0 0 0,0 0 0 0,0 1 0 0,0-1 0 15,-1 0 0-15,-7 3 0 16,4 0 0-16,-6 2 0 0,2 2 0 0,-2 2 0 15,-2 1 0-15,4 4 0 0,-6 1 0 0,1 1 0 16,0 0 0-16,1 2 0 0,1 0 0 0,2 0 0 16,-2 5 0-16,-1 4 0 0,5 1 0 0,-1 3 0 15,2 2 0-15,1 0 0 0,1 3 0 0,2-1 0 16,2-1 0-16,0 1 0 0,0-2 0 0,0 1 0 16,0-1 0-16,6-3 0 0,-1 0 0 15,4-3 0-15,-2 2 0 0,0-4 0 16,3 3 0-16,-2-4 0 0,-1-1 0 0,1 1 0 15,-1-1 0-15,0-1-119 0,4 0-6 0,-3-1-794 16,4 2 440-16,4-3 219 0</inkml:trace>
  <inkml:trace contextRef="#ctx0" brushRef="#br0" timeOffset="80633.45">6994 6565 1863 0,'-3'0'0'0,"3"0"0"0,-2-2 0 0,1 0 0 0,1 1 0 0,0-2 0 0,0 0 0 0,0-1 0 0,1 0 0 0,10 1 0 0,6-1 121 16,-2 0-31-16,8-2 273 0,2 3-161 0,3-1-81 16,4 0-41-16,1 1 187 0,1-1-104 0,2-1-66 15,-3-2 84-15,1 4-71 16,-2-2-35-16,-2 3 13 0,-3-3-38 0,3 4-10 0,-9-1-20 16,1 0-65-16,-2 0 33 0,-4 0 26 15,-5 0 10-15,1 2-334 0,-5 0 175 0,-3 0 66 16,-1 0 50-16,-1 0-693 0,0 0 310 0,-2 0-296 15,0 2 329-15,-2 2 164 0,-7 3 82 0</inkml:trace>
  <inkml:trace contextRef="#ctx0" brushRef="#br0" timeOffset="80836.97">7214 6518 2244 0,'-12'4'0'0,"6"2"0"0,-1 1 0 0,2-1 0 0,0-1 0 0,1 3 0 0,4 1 0 0,0 3 0 0,0 1 0 0,0 5 0 0,2-3 77 0,2 4 324 16,1 2-185-16,2 4-88 0,-2 0-79 0,1 4-9 16,-3 1 0-16,-1 2-286 0,0 0 139 0,1-1 73 15,-3 3 37-15,2 2-439 16,-2-3 239-16,0 0 128 0,0-5-39 0,0-5-450 0,0-3 252 16,0-7 133-16,3-2 66 0,-2-3-120 15</inkml:trace>
  <inkml:trace contextRef="#ctx0" brushRef="#br0" timeOffset="81131.78">7389 6565 2754 0,'3'-2'0'0,"0"0"0"0,-1 2 0 0,-2 0 0 0,0 0 0 0,0 0 0 0,2 0 0 0,-2 0 0 0,1 11 0 16,3 7 0-16,2 2 398 0,0 6-179 0,1 5-89 0,0 8-45 0,-1-2 199 0,4 10-223 0,-4-2-61 15,1 6 0-15,0 2 0 0,2 9 0 0,-6-6 0 16,2 16 0-16,1-4 0 0,-3-2 0 0,1-3 0 16,0 1 0-16,-2-9 0 0,2 2 0 15,-2-1 0-15,2-5 0 0,-1-2 0 0,1-10 0 0,-1 3 0 16,-3-6 0-16,2-8 0 16,0-7 0-16,-2-6-128 0,0-2 18 0,0-8-62 15,0-1 66-15,0-4 33 0,0 0-1 0,-4-2-164 16,-5-15 88-16,2-11 60 0,-3-9 1 0,6-8-481 15,-3-6 264-15,2-3 134 0,-3-7 55 0</inkml:trace>
  <inkml:trace contextRef="#ctx0" brushRef="#br0" timeOffset="81300.28">7306 6878 3017 0,'-3'-10'0'0,"-1"2"0"0,2 2 0 0,-1 1 0 0,1 1 0 0,0 0 0 0,2 1 0 0,0-1 0 0,0 3 0 0,0-2 0 0,2 1 105 0,3 0-32 0,4 0 10 0,5 0-43 16,-1 2 0-16,1 0-392 0,-2 0 196 0,1 0 98 16,-3 0 59-16,1 8-636 0,-2 0 337 0,-1 3 169 15,-8 0-675-15</inkml:trace>
  <inkml:trace contextRef="#ctx0" brushRef="#br0" timeOffset="81424.13">7352 6916 1986 0,'-8'2'0'0,"2"0"0"0,1 2 0 0,-1-2 0 0,1-2 0 0,1 2 0 0,4-2 0 0,-1 0 0 0,1 0 0 0,0 1 0 0,0-1 215 16,0 3-88-16,3-1-43 0,9 0 0 0,0 1-366 16,2 1 171-16,0-1 71 15,0 3 40-15,0 2-674 0,-2 4 350 0</inkml:trace>
  <inkml:trace contextRef="#ctx0" brushRef="#br0" timeOffset="81587.55">7279 7183 2478 0,'-15'12'0'0,"3"-5"0"0,-1 0 0 0,4-1 0 0,2-3 0 0,0 1 0 15,5-4 0-15,-1 2 0 0,1-2 0 0,2 2 0 0,0-2 133 0,0 2-47 0,7-2-245 16,5 0 94-16,2 0 53 0,0 0 26 0,2 0-470 0,2-6 248 0,1-4 134 16,5-7 52-16,-3-1 32 15</inkml:trace>
  <inkml:trace contextRef="#ctx0" brushRef="#br0" timeOffset="81942.06">7536 6885 403 0,'7'-17'0'0,"-1"5"0"0,3-1 0 0,1 0 0 0,-1 0 0 0,4 2 0 0,4 2 0 0,2 0 0 0,3 0 0 0,1 5 0 0,3 2 0 0,-1 2 642 0,1 0 131 16,-5 6-366-16,-2 5 124 0,2 8-250 0,-7 0-121 15,-3 4-59-15,-2 1-25 0,-6 2 1 0,-1 2-27 16,-2 0-10-16,0 3-76 0,-7-5 38 0,-4-2 0 15,1-5-120-15,-2 0 89 0,-3-4 29 0,1-2-160 16,-2-6 68-16,2-1 50 0,-4-5-5 0,4-1-29 16,-2 0 12-16,2-1 0 0,-2-8-2 0,3-4 46 15,2-4-25-15,1 2 9 0,5 0-15 0,-1 0 130 16,5 3-52-16,-1 3-28 0,2 0 375 16,0 1-188-16,0 4-72 0,0 1 254 15,9 1-183-15,4 2-185 0,2 0 0 0,2 0 0 16,6 11 0-16,-3 2 0 0,4 4 0 0,2 4 0 15,1-1 0-15,-1 1 0 0,2 0 0 0,-1 0 0 16,-1-3 0-16,-2 1 0 0,-2-4 0 16,2 4 0-16,-5-6 0 0,-2 0 0 0,1 0 0 0,-5 0 0 15,1-2 0-15,-3-1-718 16,-2 0 249-16,-2-4 214 0,1 2 108 0,1-1-338 0</inkml:trace>
  <inkml:trace contextRef="#ctx0" brushRef="#br0" timeOffset="82583.58">8712 6614 2149 0,'-6'-5'0'0,"-2"2"0"0,4-3 0 0,1 6 0 0,1-5 0 0,2 3 0 0,0 0 0 0,0 1 0 0,0-1 0 0,0 0 0 0,9 2 89 0,5-1 123 0,0-2-91 0,4 1-39 16,3 0 257-16,0 1-149 0,0-1-75 0,2-1-26 15,2 2 121-15,-5 0-85 0,3 1-41 0,0-3-83 16,-4 3 40-16,2-2 10 0,-3 0-18 0,-1 0-292 16,-2 1 146-16,-3-2 77 0,-1 2 39 0,-2-1-627 15,-2-2 312-15,-1 2 155 16,-3-1 2-16,-1 1-243 0,0 0 179 0,-2-1 78 16,0-1 55-16,0-1 1 0,-4 2 44 0</inkml:trace>
  <inkml:trace contextRef="#ctx0" brushRef="#br0" timeOffset="82939.62">8843 6554 1760 0,'-16'3'0'0,"4"1"0"0,1 2 0 16,2-2 0-16,0 0 0 0,2-2 0 0,5-1 0 0,-1 1 0 0,3 0 0 0,0 1 0 0,0 2 235 0,0 5-97 0,0 0-49 0,0 3 266 16,3 6-163-16,3 4-75 0,-1 1 191 0,-1 4-134 15,2 2-56-15,-2 6-12 0,0-1-33 0,-3 3 1 16,3 5-33-16,-2-1 28 0,0-4 10 0,1 7-76 15,-3-4-3-15,2-5 0 0,-2-1 0 0,0 1 0 16,0-10 0-16,0 6 0 0,0-9 0 0,0-2 0 16,0-5 0-16,0 0 0 0,0-5 0 0,0-2 0 15,0-2 0-15,0-1 0 0,0-2 0 0,0-1 0 16,0 0 0-16,0-1 0 0,2 1 0 0,3-1 0 16,0-1 0-16,2 1 0 15,4 0 0-15,3 1 0 0,1-2 0 0,2-1 0 16,1 0 0-16,3 0 0 0,0 0 0 0,-3 0 0 15,1 0 0-15,1 0 0 0,-6 0 0 0,0-1 0 16,-5-2 0-16,0 1 0 0,-2 0 0 0,1-1 0 16,-6 1 0-16,2 1 0 0,-2-1 0 0,0-1-408 15,0 2 26-15,1-1 170 0,1-2-647 0,3-2 409 16,1 1 194-16</inkml:trace>
  <inkml:trace contextRef="#ctx0" brushRef="#br0" timeOffset="83224.92">9158 6901 3061 0,'0'-11'0'0,"2"4"0"0,1-5 0 0,3 1 0 0,1 2 0 0,2-1 0 0,5 2 0 0,0-3 0 0,7 4 0 0,4-1 0 0,0 5 150 0,2 1-54 0,-1 0-27 0,0 2 185 15,-3 0-96-15,5 4-63 0,-9 5-47 0,0 4-48 16,-5 4 0-16,0 0 0 0,-7 2 0 0,-3 1 0 15,-4 7 0-15,0 1 0 0,0-2 0 0,-13 4 0 16,-2-2 0-16,-2 1 0 0,0-5 0 0,-1-4 0 16,-1 2 0-16,-1-8 0 0,0 0 0 0,-2-1 0 15,1-4 0-15,1-2 0 16,-3 0 0-16,4-4 0 0,2 1-123 0,3-2-79 16,4-2 89-16,1 0-537 0,0 0 305 0,8 0 142 15,1 0 85-15,0-4-534 0,8-12 305 0</inkml:trace>
  <inkml:trace contextRef="#ctx0" brushRef="#br0" timeOffset="83457.63">9523 6734 3133 0,'0'-9'0'0,"0"1"0"0,0 5 0 0,-2-1 0 0,-3 0 0 0,-1 2 0 0,2 0 0 0,1 0 0 0,-2 2 0 0,2 0 0 0,-3 0 340 0,3 16-149 0,-1 4-76 0,2 4 37 16,0 6-152-16,2 2 0 0,0 2 0 15,0 1 0-15,0 0 0 0,9-1 0 0,7-4 0 0,0-2 0 16,5-1 0-16,1-5 0 16,3-4 0-16,1-1 0 0,1-3 0 0,-3-3 0 0,6-2 0 0,-2-4 0 15,-4 1 0-15,1-4 0 16,1 1 0-16,-6-3-73 0,4 0-142 0,-1 0-716 16,-3 0 445-16,1 0 223 0,-1 0-547 0</inkml:trace>
  <inkml:trace contextRef="#ctx0" brushRef="#br0" timeOffset="83661.66">9960 7048 2455 0,'0'-6'-1'16,"0"4"1"-16,0 0 0 0,0 0 0 0,0 1 0 0,0-1 0 0,0 2 0 0,0 0 0 0,9 0 0 0,-2 3 0 0,2 7 484 0,1 0-223 0,-3 2-110 16,1 2-55-16,-5 0 142 0,1 1-89 0,-2 3-60 15,-2-1-80-15,0-1-9 0,0-1 0 0,-2 1 0 16,-5-2 0-16,-3 0 0 0,-1-2 0 0,0-4 0 15,-2 0-133-15,-1-1 67 0,0 1 63 0,-2-2-723 16,2-5 303-16,3 2 200 0,1-3 52 0,2 0-596 16,3 0 353-16</inkml:trace>
  <inkml:trace contextRef="#ctx0" brushRef="#br0" timeOffset="84124.53">10429 7007 2246 0,'-8'0'0'0,"2"0"0"0,-1 0 0 0,0-3 0 0,1 0 0 0,0-1 0 0,-2-3 0 0,3-3 0 0,-1 1 0 0,6-2 0 0,-5-3 397 0,5 0-170 0,-3-5-98 16,3 2-45-16,0-4 169 0,0 2-107 16,0-2-53-16,3 3 206 0,2-1-242 15,1 3-57-15,3 1 0 0,-2 0 0 0,3 1 0 16,3 5 0-16,-1-2 0 0,2 4 0 0,2 2 0 16,0 3 0-16,2 0 0 0,0 2 0 0,3 0 0 15,-2 6 0-15,3 7 0 0,-3 2 0 0,-3 1 0 16,2 4 0-16,-4-2 0 0,-4 1 0 0,-1 2 0 15,-5 2 0-15,0-1 0 0,-4 4 0 0,0-3 0 16,0 2 0-16,-11-3 0 0,-2 1 0 0,-1-5 0 16,-5 5 0-16,-1-5 0 0,-3-1 0 0,1-2 0 15,-2-1 0-15,5-5 0 0,-4 0 0 0,3-2 0 16,1-4 0-16,3 1 0 16,5-4 0-16,1 0 0 0,-1 0 0 0,6 0-139 15,1 0-168-15,3 0 134 0,1 0 67 0,0 0-258 16,0-2 167-16,7-6 79 0,10-2 39 0,6 0-660 15,-1 0 350-15</inkml:trace>
  <inkml:trace contextRef="#ctx0" brushRef="#br0" timeOffset="84368.92">10840 6721 3754 0,'0'-7'0'0,"-8"1"0"0,-3 0 0 0,0 0 0 0,0 3 0 0,1-1 0 0,1 3 0 0,-2-1 0 0,2 0 0 0,2 2 0 0,0 0 177 15,1 0-177-15,-2 7 0 0,5 8 0 0,-1 2 0 16,0 7 0-16,4 1 0 0,0 3 0 0,0 0 0 16,2 3 0-16,4-4 0 15,5 1 0-15,0 1 0 0,3-5 0 0,-1-1 0 16,4 1 0-16,-2-2 0 0,-1-5 0 0,4 0 0 16,-3-2 0-16,1-4 0 0,2-1-212 0,-2-2 1 15,0-4 87-15,2-1-588 0,1-3 326 0,2 0 179 16,-1 0 83-16,3-3-271 15,-4-4 178-15</inkml:trace>
  <inkml:trace contextRef="#ctx0" brushRef="#br0" timeOffset="84535.29">11086 6890 2642 0,'-9'-7'0'0,"2"3"0"0,2 0 0 0,1 0 0 0,1 3 0 0,3-1 0 0,0-2 0 0,0 0 0 0,5 3 0 0,12-4 0 0,3 2 132 16,7-1 108-16,-1-2-100 0,2 3-50 0,3-1-26 0,-3-2-185 15,-4 4 90-15,7-2 30 0,-5 0-518 0,-6 3 280 16,-1-1 139-16,-1 0-638 16,-6 1 300-16,-1 1 207 0,-4 0 99 0</inkml:trace>
  <inkml:trace contextRef="#ctx0" brushRef="#br0" timeOffset="84728.71">11233 6570 2617 0,'-6'-5'0'0,"1"3"0"0,4 0 0 0,-1 1 0 0,2 1 0 0,-2 0 0 0,2 7 0 0,0 8 0 0,0 9 0 0,0-1 0 0,0 7 287 0,0 2-124 15,0 6 52-15,-4 0-78 0,1-1-54 16,-1 8 1-16,2-6-341 0,0 2 148 0,1-6 74 16,1 4 47-16,0-4-320 0,0 1 173 0,0-4 87 15,3-4 44-15,8-3-799 0,3-9 301 0,6 4 236 16</inkml:trace>
  <inkml:trace contextRef="#ctx0" brushRef="#br0" timeOffset="85230.89">11828 7065 2058 0,'1'-17'-1'0,"1"2"0"0,-2-4 0 0,0-1 1 15,0-3 0-15,0 3 0 0,0-3 0 0,0-4 0 0,0 4 0 0,-2-2 0 0,1 5 81 0,-3-4 52 0,-1 4-52 0,-1 3 0 0,0 1-42 0,-2 1 21 16,1 5-22-16,-2 4 112 0,-1-1-61 0,-1 6-25 16,0 0 0-16,-4 1 116 0,0 0-71 15,-4 13-25-15,2 4-11 0,0 5 75 16,0 0-55-16,4 6-27 0,2 3-1 0,1 1 110 16,3 3-172-16,3 1-3 0,1 0 0 0,3-3 0 15,0 2 0-15,0-5 0 0,5 0 0 16,2-10 0-16,2 1 0 0,3-6 0 0,3-2 0 0,-5-8 0 15,4 2 0-15,2-7-233 0,-1 0 79 0,2-7 38 16,-3-11 52-16,4-7-110 0,-4-4 73 0,2-4 31 16,-2-10-78-16,0 2 55 0,-3-6 27 15,0-4-65-15,3-9 51 0,-5-1-1 0,2-5 43 0,-1-4-160 16,-1-4 80-16,-4 13 30 16,1-3 9-16,-3 10-21 0,0 14 31 0,-1 0-1 15,-2 15 31-15,0 0 436 0,0 8-213 0,0 6-111 16,0 5 580-16,0 4-295 0,-2 1-173 0,-1 1 121 15,2 5-152-15,-1 20-154 0,0 8 0 16,0 11 0-16,2 4 0 0,0 9 0 0,0 12 0 0,0-5 0 16,0 1 0-16,0-1 0 15,0-11 0-15,6 3 0 0,0-1 0 0,1-6 0 16,2-5 0-16,-1 0 0 0,0-7 0 0,1 1 0 16,-2-6 0-16,0-9-193 0,2-1-36 0,-2-3-380 15,2-6 276-15,1-3 152 0,-3-7 71 0,4-3-739 16</inkml:trace>
  <inkml:trace contextRef="#ctx0" brushRef="#br0" timeOffset="85467.53">12076 6767 2502 0,'0'-11'0'0,"0"1"0"0,0 2 0 0,0 4 0 0,1 1 0 0,5 1 0 0,4 2 0 0,3 0 0 0,4 5 0 0,1 10 0 0,1 0 247 15,-4 4-94-15,4 4 225 0,-4 1-170 0,-4 0-85 16,-3 1-42-16,-3 2 124 0,-3-4-171 15,-2 5-34-15,0 0 0 0,-4-3 0 0,-8 0 0 0,-6-3 0 16,2-3 0-16,-9 0 0 0,-1-4 0 16,-4-1 0-16,-2-5 0 0,0-2 0 15,7-4 0-15,1-3 0 0,4 0 0 0,1 0 0 16,6 0 0-16,5-5-591 0,4-6 196 0,4-5 182 16,2-2 87-16,13-3-642 0,14-3 364 0,2 1 184 15</inkml:trace>
  <inkml:trace contextRef="#ctx0" brushRef="#br0" timeOffset="85651.04">12361 6672 3821 0,'0'-7'0'0,"0"1"0"0,-2 3 0 0,-13-1 0 0,-2 2 0 0,-3 2 0 0,1 0 0 0,-2 3 0 0,1 12 0 0,3 5 0 0,4 0 110 0,-1 10-110 16,9-1 0-16,1 1 0 0,4 1 0 0,0 1 0 15,2-1 0-15,11 2 0 0,2-5 0 0,1 0 0 16,4-1 0-16,2-5 0 0,-2 0 0 0,3-8 0 15,-2-3 0-15,2-1 0 0,-3-1-376 0,1-5-236 16,0-1 293-16,-1-3 133 0,1 0 74 0,-2 0 37 16</inkml:trace>
  <inkml:trace contextRef="#ctx0" brushRef="#br0" timeOffset="86094.59">12564 6426 2447 0,'-4'-11'0'0,"4"5"0"15,0 1 0-15,0-1 0 0,2 1 0 0,7 0 0 0,7-2 0 0,4 1 0 0,4 2 0 0,3 1 0 0,1 1 143 0,0 1 17 0,1-1-61 0,-3 2-31 16,-4 0-1-16,3 0-44 0,-3 0-9 0,-4 0 23 16,0 0 0-16,-4 0-36 0,-4 0-1 0,0 0 46 15,-3 2-9-15,-1-2-29 0,-4 1 29 0,0-1 0 16,0 0 108-16,0 0-45 0,-2 0-36 0,0 0 214 15,0 0-195-15,0 0-83 0,0 0 0 0,0 0 0 16,0 0 0-16,0 0 0 0,0 0 0 16,0 2 0-16,0 1 0 0,1 5 0 0,1 4 0 15,0 3 0-15,0 3 0 0,1 8 0 0,1 1 0 16,-2 3 0-16,2 4 0 0,0 2 0 16,-2-1 0-16,2 3 0 0,-1 0 0 0,1-1 0 15,0 0 0-15,-1 1 0 0,1 0 0 0,2-5 0 16,-4 3 0-16,0-4 0 0,0 0 0 0,0-2 0 15,-2 0 0-15,0-4 0 0,0-7 0 0,0 1 0 16,0-5 0-16,-2-2 0 0,-2-6 0 0,-1-2 0 16,2-1 0-16,-3-3 0 0,-3-1 0 0,0 0 0 15,-5 0 0-15,0 0 0 16,-5 0 0-16,0-1 0 0,-5-5 0 0,-1 1 0 16,1 0 0-16,-1-2 0 0,0 4 0 0,-5-3 0 15,1 2 0-15,-4 2-594 0</inkml:trace>
  <inkml:trace contextRef="#ctx0" brushRef="#br0" timeOffset="87238.56">14016 6633 1117 0,'2'0'0'0,"-2"0"0"0,0 0 0 0,0 0 0 0,1 0 0 0,-1 0 0 0,0 0 0 0,0 0 0 0,0 0 0 0,0-2 0 0,0-2 397 0,0 0-178 0,0 1-91 0,0-3 86 15,0 1-88-15,-1-1-34 0,-3 0 61 16,0 0-58-16,1 0-27 0,-3-1 25 0,0 0-26 0,-2-1 9 16,-1 1-37-16,0-1 70 15,-1 3-35-15,-1-3 0 0,-2 2-35 0,-2-1 39 16,-2 1-9-16,0 3-30 0,-2-3 0 0,-1 5 19 16,-1-1-19-16,0-2 10 0,1 4 18 0,-3 0-28 15,2 0 0-15,-1 0 10 0,2 7 0 0,-1 1-10 16,0-1 1-16,2 3 18 0,2-1-58 0,-1 2 0 15,2 0 0-15,0 3 0 0,-3 0 0 0,4 4 0 16,-4 0 0-16,2 1 0 0,2 0 0 0,-2 5 0 16,2-2 0-16,2 0 0 0,0 1 0 0,4-6 0 15,-1 5 0-15,3-2 0 16,1 0 0-16,2-1 0 0,4-2 0 0,0 0 0 16,0 1 0-16,0-4 0 0,0 1 0 0,2 1 0 15,4-3 0-15,-1 2 0 0,1 0 0 0,4-2 0 16,-1 0 0-16,-2 2 0 0,5-2 0 0,1 0 0 15,0 0 0-15,2-1 0 0,4 1 0 0,-1-2 0 16,5 0 0-16,4-3 0 0,-5-1 0 0,10-2 0 16,0 0 0-16,2-2 0 0,0 0 0 0,1-3 0 15,1 0 0-15,3 0 0 16,-1 0 0-16,-1 0 0 0,-1 0 0 0,-1 0 0 16,1 0 0-16,-4 0 0 0,4 0 0 0,-5-3 0 15,0 0 0-15,-3-2 0 0,-4 0 0 16,-1 2 0-16,-2-3 0 0,-3 3 0 0,-2-3 0 0,-5 4 0 15,-2 0 0-15,-3-2 0 0,-2 2 0 16,0 0 0-16,-3 0 0 0,1 2 0 0,-2-2 0 16,0 2 0-16,0-1 0 0,0 1 0 15,0-2 0-15,0 2 0 0,0-3 0 0,2 2 0 16,-2-1 0-16,0 0 0 0,2 0 0 0,-2-1 0 16,0 2 0-16,2 0 0 0,-2-1 0 0,0 2 0 15,0-1 0-15,0 1 0 0,0 0 0 0,1 0 0 16,3 0 0-16,4 0-706 0</inkml:trace>
  <inkml:trace contextRef="#ctx0" brushRef="#br0" timeOffset="109576.09">22721 4146 2128 0,'-5'-1'0'0,"0"-1"0"0,3 0 0 0,1 2 0 0,-1-2 0 0,2 2 0 0,-2 0 0 0,2 0 0 0,0 0 0 0,0 0 0 0,0 0 220 0,5 0-80 0,7-2-54 15,3 0-1-15,-1 1 81 0,2 1-62 0,1-2-32 16,1 0 10-16,0 0 113 0,1-1-77 0,-3 2-38 15,5 1-1-15,-1 0 65 0,3 0-41 0,5 0-36 16,2 0-5-16,4 0-62 0,7 0 0 16,1 0 0-16,-3 0 0 0,12 0 0 15,-2 1 0-15,0-1 0 0,0 3 0 0,-1-3 0 16,-4 2 0-16,10 0 0 0,-3 0 0 0,0-1 0 16,-3 1 0-16,0 0 0 0,-6 0 0 0,8-2 0 15,-9 0 0-15,-6 0 0 0,1 0 0 0,-4 0 0 16,-6 0 0-16,-1 0 0 0,-6-2 0 0,-5 0 0 15,-5 0 0-15,0 1 0 0,-6 1 0 0,-1-2 0 16,0 2 0-16,-2 0 0 0,0 0 0 0,0-2 0 16,0 0 0-16,-4 2 0 15,-8-3 0-15,2 2 0 0,-3 1 0 0,-5 0-191 16,-1 0-246-16,-1 0 203 0,-6 4 97 0,-1 2-751 16,-3 3 424-16</inkml:trace>
  <inkml:trace contextRef="#ctx0" brushRef="#br0" timeOffset="110087.7">22738 4211 2482 0,'-13'-6'0'0,"4"1"0"0,1 4 0 0,2 1 0 15,1 0 0-15,3 0 0 0,-2 0 0 0,2 0 0 0,1 0 0 0,1 6 0 0,0 5 241 0,0 4-100 0,0 3-51 0,1 3 186 0,3 5-123 0,1 5-56 16,3-1 186-16,-3 4-122 0,5 7-154 16,-4-6-7-16,-1 12 0 0,1-4 0 15,-1 6 0-15,0 0 0 0,-2 0 0 0,-1-5 0 16,0 10 0-16,-2-7 0 0,0-3 0 0,0-1 0 16,0-8 0-16,-4 1 0 0,1-3 0 0,-6-5 0 15,4 1 0-15,0-8 0 0,-1-3 0 0,1-5 0 16,-2-2 0-16,2-3 0 0,-1-5 0 15,-1 0 0-15,0-3 0 0,-5 0 0 0,1-3 0 0,-3-9 0 16,0-8 0-16,-2-5 0 0,-2-10 0 16,4 2 0-16,-4-15 0 0,3 2 0 15,2-1 0-15,-1 13 0 0,1-3 0 0,2 10 0 16,0 1 0-16,0 5 0 0,2 7 0 0,0 4 0 16,2 3 0-16,2 3 0 0,1 2 0 0,-2 2 0 15,3 0 0-15,-2 4 0 0,0 11 0 0,1 2 0 16,-1 5 0-16,1 3 0 15,-1 1 0-15,-2 0 0 0,4 2 0 0,-3-5 0 0,2 7 0 0,1-9 0 16,-3 1 0-16,3-2 0 0,-4-2 0 0,4-3 0 16,-1-2 0-16,0-4 0 15,1-2 0-15,1 2 0 0,0-6 0 0,2 0-337 16,0-3-24-16,0 0 161 0,0 0-262 0,4 0 210 16,15 0 96-16,3-5 63 0,4-6 26 0</inkml:trace>
  <inkml:trace contextRef="#ctx0" brushRef="#br0" timeOffset="111192.03">23129 4706 2015 0,'0'-15'0'0,"0"3"0"0,0 0 0 0,0-3 0 0,-4 1 0 0,0 1 0 0,1 2 0 0,-4-4 0 0,2 3 0 0,1 1 0 0,-1 4 90 0,-1 0 108 15,-1 1-68-15,-3 3-50 0,-3 0 0 0,-2 3 59 16,0 0-49-16,-8 13 0 0,1 3-39 0,0 4 170 16,1 0-91-16,2 7-44 15,2-1 259-15,3 6-159 0,4 0-186 0,0 2 0 16,5 2 0-16,2-5 0 0,3 3 0 0,0-3 0 16,0-7 0-16,3 4 0 0,8-5 0 15,2-7 0-15,2 1 0 0,2-4 0 0,0-4 0 0,2-3 0 16,-1-2 0-16,0-4 0 0,0 0 0 0,1-2 0 15,-3-13 0-15,3-6 0 16,-1 1 0-16,-2-4 0 0,0-4-25 0,-5 3-54 16,-2 2-10-16,-1 1 48 0,-3 0 0 0,-1 5 40 15,-2 4-1-15,0 3-39 0,-2 2-10 0,0 4 219 16,0 1-85-16,0 0-58 0,0 3 69 0,0 0-94 16,-8 13 0-16,5 3 0 0,-4 7 0 0,4-1 0 15,1 4 0-15,2-3 0 0,0 4 0 0,0-5 0 16,2 1 0-16,3-2 0 0,5-5 0 0,1-2 0 15,3-5 0-15,-1-2 0 0,-4-3 0 16,4-4 0-16,0 0 0 0,-1 0 0 0,1-6 0 0,-1-7 0 16,2-7 0-16,-5 4 0 15,5-7 0-15,-8 1 0 0,4-8 0 0,-4 0 0 16,-3-2 0-16,-1 1 0 0,-2 1 0 0,0 5 0 16,0-1 0-16,-2 3 0 0,-8 4 0 0,-1 4 0 15,-5 4 0-15,2 4 0 0,-4 2 0 0,4 4 0 16,-2 1 0-16,0 0 0 0,2 0 0 0,5 0 0 15,0 7 0-15,1 2 0 0,4-3 0 0,0 4 0 16,4 1 0-16,0-3 0 0,0 3 0 0,8-1 0 16,7-3 0-16,1-1 0 15,9-4 0-15,-2-2 0 0,9 0 0 0,-2 0 0 16,2-2 0-16,0-7-29 0,1-1-39 0,-1-2 54 16,-2 1 10-16,-1 2-37 0,-8 1 0 0,-1 3 89 15,-9 1-44-15,0 3-11 0,-5-2-34 0,-3 1 212 16,-1 0-149-16,-2 2-22 0,0 0 0 0,0 0 0 15,-12 7 0-15,-3 1 0 0,-2 4 0 0,1 0 0 16,2 4 0-16,1-3 0 0,3 2 0 0,1-2 0 16,5 0 0-16,2 1 0 15,2-2 0-15,0 2 0 0,0-3 0 0,4 2 0 16,5 0 0-16,1 0 0 0,1-2 0 0,-2 4 0 16,3-5 0-16,-3 0 0 0,-3 1 0 0,-1 0 0 15,-3 2 0-15,0-5 0 0,-2 5 0 0,0-4 0 16,-6 2 0-16,-3-1 0 0,-5-3 0 0,2 1 0 15,-3-3 0-15,1 1 0 0,5-4 0 0,-4-1 0 16,7 2 0-16,1-3 0 16,1 0 0-16,4 0 0 0,0 0 0 0,0 0 0 15,2 0 0-15,11-4 0 0,8-5 0 0,3-4 0 16,3-3 0-16,4 0 0 0,1-4 0 0,6-5 0 16,-3 2 0-16,1-4 0 0,-1-3 0 0,4-4 0 15,-2-4 0-15,4-12 0 0,-5 4 0 0,-5 2 0 16,4-3 0-16,-8 7 0 0,-7 6 0 0,-1 3 0 15,-10 7 0-15,-2 1 0 0,-3 5 0 0,-2 2 0 16,-2 7 0-16,0-1 0 0,-6 6 0 0,-5 1 0 16,-1 2 0-16,-2 1 0 15,-2 0 0-15,2 11 0 0,-4 5 0 0,4 5 0 16,1 5 0-16,1 2 0 0,3 7 0 0,2 5 0 16,0 2 0-16,4-1 0 0,3 1 0 0,0 1 0 15,0-9 0-15,0 5 0 0,0-5 0 16,6 0 0-16,1-3 0 0,1-4 0 0,-1-4 0 0,3 1 0 15,-3-3 0-15,2 0 0 0,-1-5 0 16,2-3 0-16,-3-2 0 0,2-1 0 16,-2-5 0-16,2 0 0 0,0-4 0 0,0-1 0 15,3 0-189-15,-1 0-38 0,1 0 90 0,2-10-679 16,-1-2 386-16,1-3 194 0,0-2-278 0</inkml:trace>
  <inkml:trace contextRef="#ctx0" brushRef="#br0" timeOffset="111384.57">23670 4682 2613 0,'-10'-8'0'0,"3"4"0"0,1 1 0 0,3 0 0 0,1 2 0 0,2-1 0 0,0 0 0 0,0 2 0 0,5 0 0 0,13 0 0 0,7 0 553 0,3 0-257 0,4 0-118 15,4 0 79-15,7 0-223 0,-3 0-34 0,1 0 0 16,2-2 0-16,-5 0 0 0,6 1 0 0,-7-1-426 15,7-1 133-15,-3 2 167 0,0 1 83 0</inkml:trace>
  <inkml:trace contextRef="#ctx0" brushRef="#br0" timeOffset="111563.12">24641 4791 3931 0,'-6'0'0'0,"4"0"0"0,2 0 0 0,-2 0 0 0,2 0 0 0,0 0 0 0,0 0 0 0,0 0 0 0,0-3 0 0,2 1 0 0,7 1 0 0,-3-3 0 0,4 0 0 15,-3 1 0-15,-1 0 0 0,-1 2 0 0,-1-1-69 16,-3 2-313-16,1 0 220 0</inkml:trace>
  <inkml:trace contextRef="#ctx0" brushRef="#br0" timeOffset="112973.42">26025 3313 2393 0,'-7'-10'0'0,"0"5"0"0,2 3 0 0,1-1 0 0,0 0 0 0,3 0 0 0,-1 0 0 0,0 3 0 0,2-3 0 0,0 3 0 0,0 0 171 0,0 0-64 0,11 0 224 15,6 0-144-15,8 0-73 16,-2 0-25-16,8 0 188 0,1 0-118 0,0 3-58 0,0 0-99 0,2-1-2 15,-3 2 0-15,4-3 0 0,-5 1 0 0,0-2 0 16,0 0 0-16,-8 0 0 16,0 0 0-16,-2 0 0 0,-9 0 0 0,0 0-6 15,-2 0-56-15,-5 0 8 0,-3 0 45 0,2-2-473 16,-1 1 227-16,-2-3 76 0,0-1 69 0,0-2-365 16,-5 3 222-16,0-1 106 0,0 0 53 0,-3 2-451 15,0 1 251-15,-1-2 117 0</inkml:trace>
  <inkml:trace contextRef="#ctx0" brushRef="#br0" timeOffset="113243.75">26278 2988 2176 0,'-12'-10'0'0,"6"5"0"0,-1 2 0 0,0-1 0 0,4 2 0 0,-1 0 0 0,1 0 0 0,2 2 0 0,1 0 0 0,0 11 0 0,0 3 424 0,0 12-197 0,1 0-92 16,4 5-47-16,0 8 304 0,-1 5-175 0,-2-5-78 15,-1 13-6-15,-1-1-133 0,0-1 0 16,0 2 0-16,0-1 0 0,-5-8 0 0,0 11 0 16,1-10 0-16,1-8 0 0,2 1 0 15,1-5 0-15,0-6 0 0,0 1 0 0,0-5 0 16,8-4 0-16,2-3 0 0,2-4 0 0,3-4 0 16,1-4 0-16,5-3 0 0,0 0 0 0,4-2 0 15,-2-5 0-15,-1-5-147 0,6-3-133 0,-4 3-738 16,1-1 488-16,-1-1 244 0,5-1 122 0</inkml:trace>
  <inkml:trace contextRef="#ctx0" brushRef="#br0" timeOffset="113634.59">27081 3217 1329 0,'0'-10'0'0,"0"1"0"0,-2 1 0 0,2 2 0 0,-1-2 0 0,0 0 0 0,-3-1 0 0,-2 1 0 0,1 3 0 0,0-2 0 0,-6 5 74 0,1-2 164 0,-2 3-98 0,-3 1-50 15,-3 0 11-15,1 0 130 0,-4 10-95 0,-2 1-47 16,1 4 0-16,-3 4 215 0,1 3-122 0,1 3-75 15,1 1 305-15,1 3-185 16,4 1-94-16,4 6-84 0,2-6-49 0,5 5 0 16,1-2 0-16,5 1 0 0,0-2 0 0,3-2 0 15,11-2 0-15,-1-2 0 0,7-1 0 0,1-3 0 16,1-3 0-16,3-1 0 0,-5-6 0 0,9 0 0 16,-7-5 0-16,-1-6 0 0,2 1 0 0,-6-2 0 15,3 0 0-15,-5 0-224 0,-5-2 8 0,0-1-212 16,-2-2 199-16,-2-5 94 0,-4 1 37 0,0-2-496 15,-2-1 277-15,0-1 137 0,0 2 70 0</inkml:trace>
  <inkml:trace contextRef="#ctx0" brushRef="#br0" timeOffset="113802.07">26848 3466 2994 0,'-17'-5'0'0,"10"3"0"15,-1-2 0-15,2 2 0 0,4 0 0 0,0 1 0 0,2 1 0 0,0 0 0 0,4 0 0 0,10 0 0 0,6 0 273 0,4 1-121 0,0-1-56 0,3 2-80 16,-2 0 25-16,-2-2 11 0,7 0-11 16,-6 2-241-16,-2-2 121 0,1 0 60 0,-2 0 30 0,-1 0-686 15,-1 2 353-15,-1-2 182 0,-1 0-795 0</inkml:trace>
  <inkml:trace contextRef="#ctx0" brushRef="#br0" timeOffset="114035.37">27347 3159 2953 0,'0'0'0'0,"0"-2"0"0,2 0 0 0,2 0 0 0,2 0 0 0,7 0 0 0,-1-1 0 0,6 3 0 15,-1-4-2-15,5 1 0 0,4 2 104 0,-3 0 104 0,7 1-87 0,-6 0-39 0,-3-4 0 0,1 4-246 16,-1 0 103-16,-4 0 64 0,-3 0-11 0,-3 0-355 15,-2 0 203-15,-4 0 103 16,-1 0-539-16,-3 0 246 0,3 0 168 0,-4-1 20 16,0 1-302-16,-4 0 213 0,-6 0 105 0</inkml:trace>
  <inkml:trace contextRef="#ctx0" brushRef="#br0" timeOffset="114319.29">27349 3159 2003 0,'0'5'0'0,"0"3"0"0,0 1 0 0,0 0 0 0,0 3 0 0,0-1 0 0,0 4 0 0,2 0 0 0,0 4 0 0,1 3 0 0,-1 5 335 0,-2-1-146 0,0 3-73 0,0 0 410 15,-2 0-247-15,-7 0-118 0,-1 2-60 0,-1-3-30 16,0-3 11-16,-1 2-14 0,1-7-68 0,1-1 0 16,4-1 0-16,-1-4 0 0,6-3 0 0,-1-1 0 15,2 0 0-15,0-3 0 0,0-1 0 0,2-1 0 16,6 1 0-16,7 0 0 0,1-3 0 0,5 1 0 15,4-2 0-15,-1 0 0 16,-3-2 0-16,8 0 0 0,-9 0 0 0,2 0 0 16,-1 0 0-16,-4 0 0 0,2 0-130 0,-6 0-96 15,2 0 91-15,-2 0-284 0,-2 0 187 0,1-4 94 16,-1-3 37-16,2-5-591 0,5-4 325 0</inkml:trace>
  <inkml:trace contextRef="#ctx0" brushRef="#br0" timeOffset="114614.69">27800 3343 2952 0,'-8'-6'0'0,"1"4"0"0,-1 2 0 0,1 0 0 0,-1 0 0 0,-3 0 0 0,4 11 0 0,-2 3 0 0,1 2 0 0,3 3 0 16,2 6 130-16,-1 0 355 0,4-4-213 0,0 8-180 0,0-8-92 0,2 0 0 16,5-1 0-16,7-1 0 0,-1-4 0 0,1-4 0 15,2-4 0-15,1-3 0 0,0-1 0 0,-2-3 0 16,0 0 0-16,0-3 0 0,-3-8 0 0,-2-3 0 15,0-2 0-15,-3-3 0 16,-1 0 0-16,-4-3 0 0,0-4 0 0,-2 1 0 16,0 3 0-16,-2 3 0 0,-7-2 0 0,-3 4 0 15,-4 2 0-15,0 3 0 0,-1 2 0 0,-3 2 0 16,1 5 0-16,0 0 0 0,0 0 0 0,3 3 0 16,-1 0 0-16,9 0 0 0,-1 3-110 0,3 5 22 15,-1 3 41-15,7 3-713 0,0 0 361 0,0 3 168 16,11 0 101-16,8 1-634 0</inkml:trace>
  <inkml:trace contextRef="#ctx0" brushRef="#br0" timeOffset="114790.2">28170 3468 3410 0,'3'3'0'0,"-1"0"0"0,0 1 0 0,-2 2 0 0,0-1 0 0,0 1 0 0,0 3 0 16,-4 3 0-16,-2-1 0 0,-4 4 0 0,0-1 313 0,-1 2-142 0,-2 0-134 0,-2 2-37 15,-3-3 0-15,4-1 0 0,0 1 0 16,2-3 0-16,5-2-434 0,-2-3 183 0,4-2 146 16,1-5-718-16,1 0 421 0,3 0 73 0,0 0 149 15</inkml:trace>
  <inkml:trace contextRef="#ctx0" brushRef="#br0" timeOffset="115013.97">28247 3284 3010 0,'13'-7'0'0,"2"5"0"0,0 0 0 0,2 0 0 0,2 2 0 0,0 0 0 0,3 0 0 0,1 0 0 0,-2 4 0 0,-3 5 0 0,-1 1 213 0,-3 1-76 0,-1 3 391 0,-4 2-485 15,-6-1-43-15,-1 2 0 0,-2 1 0 0,0 2 0 16,-9 2 0-16,-6-3 0 0,-2 1 0 0,-4 1 0 16,-2-2 0-16,2-2 0 0,-4 0 0 0,4-4 0 15,3-2 0-15,1-1 0 0,7-7 0 0,-1 4-115 16,5-6-334-16,1-1 190 0,3 0 109 0,2 0 55 15,0 0-529-15,2-7 282 0,20-9 156 16,9-3-498-16</inkml:trace>
  <inkml:trace contextRef="#ctx0" brushRef="#br0" timeOffset="115211.54">28608 3290 2828 0,'7'-15'0'0,"-4"8"0"0,-1-1 0 0,-2 2 0 0,0 2 0 0,0 0 0 0,-12 3 0 0,0 1 0 0,-1 0 0 0,-2 5 0 0,0 7 351 0,2 4-155 0,-2 5-78 15,3-1 320-15,5 4-438 0,-1 4 0 16,5-3 0-16,3 3 0 0,0-2 0 0,0-2 0 16,5-3 0-16,8 3 0 0,2-3 0 0,0-8 0 15,4 1 0-15,2-5 0 0,-1-4 0 0,-1-1 0 16,2-4 0-16,-3 0 0 0,1 0 0 0,1-1-950 16,-1-7 432-16,-3-6 243 0,3-2-560 0</inkml:trace>
  <inkml:trace contextRef="#ctx0" brushRef="#br0" timeOffset="115670.51">28810 3098 2412 0,'-7'-7'0'0,"5"5"0"0,-2-1 0 0,4 0 0 0,0 0 0 0,0 1 0 0,1-2 0 0,11 2 0 0,5 2 0 0,1 0 0 0,2 0 218 0,1 0-90 0,4 0-43 15,0 0 0-15,1 4-45 0,-3 0 10 16,7-1-10-16,-5 0 1 0,-4 0 91 0,0-1-46 0,-2 0 1 15,-7 0-50-15,5-1 3 0,-9 1 0 16,0-2 46-16,-3 3 0 0,-3-3-45 16,-1 0 9-16,1 0 97 0,-2 0-147 0,0 0 0 15,0 0 0-15,0 0 0 0,0 0 0 0,0 1 0 16,0-1 0-16,0 2 0 0,0 1 0 0,0 3 0 16,0 2 0-16,0 2 0 0,0 1 0 0,0 2 0 15,0 2 0-15,2 3 0 0,0 1 0 0,-1 2 0 16,1 7 0-16,0 0 0 0,-2 1 0 15,0 4 0-15,0 1 0 0,0 4 0 0,0 5 0 16,0-2 0-16,0-1 0 0,0-5 0 16,0 5 0-16,1-4 0 0,6-5 0 0,-2-2 0 15,0-4 0-15,0-5 0 0,-2-2 0 0,1-5 0 16,-3-2 0-16,1-2 0 0,1-6 0 0,-1-1 0 16,-2 0 0-16,0-2 0 0,0 0 0 0,-7 0 0 15,-3 0 0-15,-8 0 0 0,-4-2 0 0,-3-1 0 16,-5-2 0-16,-5 2 0 0,-1 0 0 0,-3 2 0 15,2-3 0-15,-1 2 0 16,2 0 0-16,4 0 0 0,10 2 0 0,1 0 0 16,1 0 0-16,10 0 0 0,-1 0-1101 0,2 0 459 15,4 0 301-15</inkml:trace>
  <inkml:trace contextRef="#ctx0" brushRef="#br0" timeOffset="115857.66">29569 3976 3931 0,'-5'-5'0'0,"5"4"0"0,0-1 0 0,0 0 0 0,0 0 0 0,-2-1 0 0,-1-1 0 0,2-3 0 0,-3-1 0 0,1 1 0 0,-2-1 0 16,3 2 0-16,1 2 0 0</inkml:trace>
  <inkml:trace contextRef="#ctx0" brushRef="#br0" timeOffset="120345.92">26902 4589 1147 0,'2'-2'0'0,"-2"0"0"0,0 2 0 0,0-1 0 0,2 1 0 0,-2-2 0 0,2 0 0 0,-1 1 0 0,2-4 0 0,-2 0 0 0,0-2 155 0,4-1-59 0,-2-1 95 0,1-1-82 15,-2-1-35-15,1-1 21 0,2 2-28 16,-4-4-1-16,2 5-19 0,-3-6 17 15,0 3-26-15,0 1-1 0,0 1 0 0,0 0 33 16,-3 2-23-16,-3 1-9 0,-1-1-1 0,-3 2 57 16,-2 2-29-16,-1 2 1 0,-2 2 20 0,-5 0-9 15,4 0-40-15,-8 16 47 0,3 3-1 0,2 3-46 16,1 4 10-16,2 7 22 0,3 6-1 0,4 0-31 16,2 0 1-16,6 3 34 0,1-4-25 0,0 2-9 15,0-4-1-15,9 0 0 0,5-4 1 16,-1-4-1-16,2-2-9 0,4-3 10 15,0-4-1-15,-2-6 1 0,-2-2-63 0,5-1 32 16,-1-6 13-16,0-2-296 0,1-2 142 0,2 0 57 16,1-9 39-16,2-9-85 0,-2-2 43 0,-1-5 20 15,0 0 0-15,-2-1 17 0,-2-2 18 0,-3 0-1 16,-5 8 21-16,-3-3-2 0,1 6-22 16,-5 6 226-16,-1-1-106 0,-2 5-47 0,0 1-26 0,0 2 342 15,0 3-171-15,0 1-59 0,-7 0-51 0,1 0-25 16,-2 11-54-16,3 2 0 15,-1 3 0-15,5 0 0 0,-1 4 0 0,2 1 0 16,0 0 0-16,0-1 0 0,5 1 0 0,8-4 0 16,1 0 0-16,2-4 0 0,3-1 0 0,0-5-68 15,0-3-24-15,2-2 9 0,-3-2 36 0,1 0-60 16,-2 0 29-16,1-8 23 0,-3-3 1 0,1-3 71 16,-3-2-24-16,0-3-12 0,-3 0 86 0,1-6-46 15,-6 3-15-15,1-3 1 16,-4 0 13-16,-2 2-10 0,0-5 6 0,0 7 71 15,-4 1-33-15,-8 1-26 0,-1 3 2 0,-1 3 81 16,-3 2-41-16,-2 3-27 0,2 3-20 0,-4 2-23 16,2 0 0-16,1 3 0 0,3 0 0 0,3 0 0 15,4 0 0-15,4 0 0 0,0 0 0 0,4 3 0 16,0 2 0-16,1 2 0 0,11 1 0 0,13-1 0 16,3 0 0-16,7-6-195 0,1 1 45 15,0-2 68-15,5 0-145 0,-4 0 95 16,1-3 47-16,-4-7 14 0,-1 2 7 0,-3 2 0 15,-7 1 27-15,-4 0 112 0,-6 0-55 0,-2 2-39 16,-4 1 10-16,-2 0 321 0,-3-1-153 0,-2 2-91 16,0 1-14-16,0 0 240 0,0 0-141 0,0 0-153 15,-8 0 0-15,-2 0 0 0,3 0 0 0,-2 0 0 16,0 0 0-16,2 4 0 0,0 5 0 0,4 2 0 16,2 5 0-16,1-1 0 0,0 2 0 0,1 2 0 15,13 3 0-15,2-3 0 0,0 0 0 16,-2-4 0-16,2 2 0 0,-2-3 0 15,-2 1 0-15,-3-2 0 0,-4 1 0 0,1 0 0 16,-5-4 0-16,-1 1 0 0,0 4-36 0,-7-5 72 16,-7 1-36-16,-2 0 0 0,-3 2 0 0,-2-5 0 15,1 1 0-15,1-1 0 0,0 0 0 0,4-6 0 16,5 3 0-16,1-3 0 0,2 0 0 0,5-2 0 16,2 0 0-16,0 0 0 0,0 0 0 0,2 0 0 15,14 0 0-15,11 0 0 16,3-2 0-16,10-7 0 0,-1-7 0 0,5 0 0 15,3-3 0-15,1-6 0 0,2-1 0 0,7-7-114 16,-4-5-12-16,-3-5 44 0,0-1 0 0,-2-3 8 16,-7 4 27-16,-2-3 10 0,0 2 34 0,-4-1-1 15,-6 7-33-15,-13 12 185 0,-2 4-103 0,-7 3-36 16,-3 6 0-16,-3 0 381 16,-1 6-385-16,0 2-5 0,-3 2 0 0,-12 0 0 0,3 3 0 0,-4 0 0 15,-1 11 0-15,-3 9 0 16,2 6 0-16,-4 9 0 0,9 8 0 0,-4 3 0 15,9 7 0-15,0 1 0 0,1 0 0 0,7 3 0 16,0-2 0-16,0-5 0 0,0-3 0 0,0-10 0 16,3 5 0-16,5-6 0 0,-1-5 0 0,3-2 0 15,-3-7 0-15,1-2 0 0,1 0 0 0,-1-7 0 16,-1-2-403-16,-1-5 111 0,-3 0 127 0,2-5-201 16,0-1 155-16,-1 0 92 0,1-3 40 0,3-16-542 15,5-7 290-15</inkml:trace>
  <inkml:trace contextRef="#ctx0" brushRef="#br0" timeOffset="120525.16">27930 4409 2536 0,'-18'0'0'0,"9"0"0"0,4 0 0 0,1 0 0 0,4 4 0 0,0 1 0 0,0 3 0 0,4 3 0 0,14 4 0 0,5 0 0 0,7 2 357 16,7 1-165-16,3-2-78 0,3-2-39 0,0-3-215 15,2-1 87-15,-7-6 54 0,4 2-9 0,-3 0-144 16,-2-4 94-16,-1 1 47 0,-1-3 23 0,1 2-675 16</inkml:trace>
  <inkml:trace contextRef="#ctx0" brushRef="#br0" timeOffset="120888.69">28721 4424 2656 0,'-2'-1'0'0,"-2"1"0"0,4-2 0 0,0-1 0 0,0 3 0 0,13 0 0 0,2 0 0 0,9 0 0 0,4 3 0 15,2 7 0-15,2-2 222 0,2 2-93 0,2-1 1 0,-1 0-38 0,-1 1-33 0,-1 0 0 16,-1-4 7-16,-2 3-1 0,-8-4-29 0,1 0-20 16,-3 1 20-16,-10-2 0 15,2-2 0-15,-4-1 48 0,-4 1-25 0,0-2 10 16,-3 3-33-16,-1-3 9 0,0 0-45 0,0 0 0 15,0 0 0-15,0 0 0 0,0 0 0 0,0 0 0 16,0 0 0-16,0 0 0 0,0 0 0 0,0 2 0 16,0 0 0-16,0 1 0 0,-4 3 0 0,-3 1 0 15,-4 3 0-15,-2 1 0 0,-5 3 0 0,-1 3 0 16,-6 0 0-16,-2 0 0 0,-3 2 0 16,2 0 0-16,-2-2 0 0,2 2 0 0,1-2 0 15,4-2 0-15,4-2 0 0,-1 0-144 16,4-1-8-16,-1-1 46 0,5-2 36 0,4-2-444 15,-2-1 230-15,8-2 128 0,-2 0 61 0,4-2-549 16,0 1 305-16</inkml:trace>
  <inkml:trace contextRef="#ctx0" brushRef="#br0" timeOffset="121184.19">29341 4757 2977 0,'0'-2'0'0,"0"2"0"0,3 0 0 0,-3 0 0 0,0 0 0 0,2 0 0 0,-2 0 0 16,0 0 0-16,0 0 0 0,0 0 0 0,-2 0 151 0,-9 7-58 0,-1 2 94 0,-5 2-75 0,-3 3-39 15,-1 1 221-15,-6 2-250 0,1 2-44 16,0-2 0-16,0 0 0 0,-1-1 0 0,7-2 0 0,-8 3 0 16,11-4 0-16,-2-2 0 0,1 1 0 15,6-2 0-15,1-2 0 0,1-1 0 16,1-3 0-16,3 2 0 0,1-2 0 0,-1-3 0 15,4 2 0-15,-3-1 0 0,4-2 0 0,-1 1 0 16,0-1 0-16,2 0 0 0,-1 0 0 0,1 0 0 16,-2 3-174-16,2-3 40 0,0 0 40 0,0 0-672 15,0 1 356-15,0 2 192 0,0-2 91 0,5 1-712 16</inkml:trace>
  <inkml:trace contextRef="#ctx0" brushRef="#br0" timeOffset="122306.43">29718 4576 1292 0,'0'-2'0'0,"0"1"0"0,0-1 0 0,0 0 0 0,0 0 0 0,0 2 0 0,0 0 0 0,0 0 0 0,0 0 0 0,0 0 0 0,0 0 99 15,0 0-22-15,0 0 179 0,0 0-109 0,0 0-56 16,0 0-27-16,0 0 128 0,0 0-68 0,0 0-49 15,0 0 52-15,0 0-45 0,0 0 0 0,0 0-45 16,0 0 9-16,0 0-10 0,0 4 1 0,0 1 80 16,-2 3-40-16,-5 3 0 0,5 0-31 0,-5 2 86 15,1 0-47-15,1 4-24 0,0 1-1 0,0 0 90 16,3 3-48-16,2 2-37 0,0 1 30 0,0-6-95 16,0 9 0-16,12-4 0 15,6-3 0-15,3 3 0 0,5-3 0 0,1-2 0 16,3-2 0-16,-2-2 0 0,5-3 0 0,-2-2 0 15,0-5 0-15,-1 0 0 0,0-4 0 0,-4 0 0 16,-1 0 0-16,-2 0 0 0,0 0 0 0,-4-3 0 16,0 0 0-16,-4-3 0 0,-2 1 0 0,2-2 0 15,-5-1 0-15,0 0 0 0,0-1 0 0,-3-3 0 16,1-1 0-16,-1 0 0 0,-1-4 0 0,-1-2 0 16,0 0 0-16,-3-3 0 0,0-3 0 0,1 2 0 15,-1-2 0-15,-2 1 0 16,0 4 0-16,0-4 0 0,0 1 0 0,0 5 0 15,-7-1 0-15,-1 3 0 0,-4-1 0 0,2 0 0 16,-3 2 0-16,-5 2 0 0,1-1 0 0,-1 3 0 16,-6-2 0-16,3 3 0 0,-5-1 0 0,1 5 0 15,-1-1 0-15,-1 3 0 0,1 0 0 0,3 3 0 16,-7 1 0-16,4 0 0 0,6 0 0 0,-3 3 0 16,5 5 0-16,-2 3 0 0,0 0 0 0,5 4 0 15,-1 0 0-15,2 0 0 16,2 3 0-16,-1 0 0 0,4 1 0 0,-2-1 0 15,4 0 0-15,1 0 0 0,2-1 0 0,-1-2 0 16,3-1 0-16,2-1 0 0,0-2 0 0,0 0 0 16,0-4 0-16,0 2 0 0,0-2 0 0,0-2-57 15,0 2-309-15,0 0 154 0,0 4 88 0</inkml:trace>
  <inkml:trace contextRef="#ctx0" brushRef="#br0" timeOffset="129965.7">25574 7096 1436 0,'-11'-5'0'0,"1"3"0"0,-1 2 0 0,2 0 0 0,-1 0 0 0,1 0 0 0,0 0 0 0,1 0 0 0,3 0 0 0,1 0 0 0,-1 0 86 0,5 0 218 16,0 0-121-16,0 0-77 0,0 0 106 0,0 0-85 16,0 0-44-16,0 0 1 0,0 0 103 0,3 0-78 15,3 2-34-15,-1 2 0 0,3-3 167 0,3 4-101 16,-2-4-39-16,1 3 167 0,5-2-159 16,-4-2-110-16,2 0 0 0,0 0 0 0,2 0 0 15,1 0 0-15,3 0 0 0,1-2 0 0,1 0 0 16,-4-3 0-16,5 1 0 0,1 0 0 0,1-1 0 15,0 3 0-15,0 0 0 0,2 1 0 0,0-2 0 16,5 1 0-16,1 0 0 0,4 0 0 0,7 2 0 16,-3-2 0-16,-1 0 0 0,10 1 0 0,-2 1 0 15,3-2 0-15,-1 2 0 0,4-2 0 16,3 2 0-16,-1 0 0 0,1 0 0 16,10 0 0-16,-6 0 0 0,-8 0 0 0,8 0 0 15,-1 0 0-15,8 0 0 0,-7 0 0 0,4 0 0 16,-1-2 0-16,-5 0 0 0,23 0 0 0,-9-2 0 15,3 2 0-15,0-3 0 0,3-1 0 0,4 2 0 16,-2-1 0-16,15-1 0 0,-5 2 0 0,-2-1 0 16,-12 1 0-16,5 1 0 0,-6 1 0 15,1-1 0-15,-9 2 0 0,0-1 0 16,-4 1 0-16,-10 1 0 0,2 0 0 0,-3 0 0 16,-4 0 0-16,-4 0 0 0,0 0 0 0,-7 0 0 15,8 0 0-15,-3 0 0 0,-1 0 0 0,0 0 0 16,3 0 0-16,-7-3 0 0,0 1 0 0,-1 1 0 15,-6-3 0-15,-5 2 0 0,-3 0 0 0,-2 1 0 16,-9-1 0-16,-2 2 0 0,-4-3 0 0,1 3 0 16,-4 0 0-16,0 0 0 0,-2 0 0 0,0 0 0 15,0 0 0-15,0 0 0 16,0 0 0-16,0 0 0 0,0-1 0 0,0-1 0 16,0-3-22-16,1 0-96 0,5-5-903 0,2-2 495 15,-1 1 243-15</inkml:trace>
  <inkml:trace contextRef="#ctx0" brushRef="#br0" timeOffset="130185.14">29266 6700 2832 0,'0'0'0'0,"4"0"0"0,4 0 0 0,5 0 0 0,5 2 0 0,10 2 0 15,4 4 0-15,8 1 0 0,2 2 0 0,5 2 0 0,3 2 345 0,1 0-157 0,-3 3 103 0,-1 0-126 0,-2 2-62 0,-12-4-96 16,1 5-7-16,-6-3 0 0,-8 3 0 0,-7-4 0 15,-6 2 0-15,-4 0 0 0,-3-3 0 0,-8 5 0 16,-15-1 0-16,-12 1 0 0,-4 0 0 16,-9 0 0-16,-10 1 0 0,-14 3 0 0,2 0 0 15,-18 1-14-15,0-2-174 0,-4 3 34 16,4-7-553-16,-19 10 335 0</inkml:trace>
  <inkml:trace contextRef="#ctx0" brushRef="#br0" timeOffset="130976.27">26892 5213 1548 0,'0'-11'0'0,"-1"4"0"0,-1 3 0 0,0-1 0 16,-1 3 0-16,2-1 0 0,1 1 0 0,-1 0 0 0,1 0 0 0,0 2 0 0,0 0 326 0,0 0-134 0,0 2-82 0,0 10 67 0,0-1-70 0,1 6-24 16,0 3-10-16,4 5 128 15,-2 1-82-15,3 2-40 0,-2 3 0 0,0 2 115 16,-1 4-83-16,0 3-36 0,-2 0 149 0,0 1-93 16,-1 5-46-16,0-6-68 0,0 13-17 15,0 0 0-15,0 9 0 0,-6-1 0 0,-2 6 0 0,-1 4 0 16,-3 3 0-16,1 0 0 0,0 1 0 0,0 6 0 15,-1-3 0-15,2 3 0 0,4 3 0 16,0-6 0-16,2-3 0 0,2 1 0 0,2-10 0 0,0 14 0 16,0-8 0-16,0-1 0 15,2 2 0-15,0 0 0 0,2-10 0 0,0 15 0 16,-3-9 0-16,-1-1 0 0,0 3 0 0,0 5 0 16,-5-1 0-16,-8 3 0 0,3-1 0 0,-5-2 0 15,2 2 0-15,0-4 0 0,-1 2 0 0,4-1 0 16,0-9 0-16,2-8 0 0,1 1 0 15,0-1 0-15,1-3 0 0,2-5 0 0,-2-2 0 0,3-4 0 16,-1-2 0-16,0-4 0 0,1-4 0 16,-2-1 0-16,0-11 0 0,1-1 0 15,2-3 0-15,-1-8 0 0,1-1 0 0,0-5 0 16,0-3 0-16,-3 0-71 0,3 0-26 0,-2-3-434 16,2-14 237-16,-1-9 132 0,3-12 62 0,0 0-318 15,0-10 190-15,0 1 96 0,3-14 37 0</inkml:trace>
  <inkml:trace contextRef="#ctx0" brushRef="#br0" timeOffset="131228.94">26806 5105 1982 0,'-17'0'0'0,"-2"0"0"0,1 16 0 0,-1-1 0 0,-4 2 0 0,0 1 0 0,-5 3 0 0,3 2 0 0,-5 3 0 0,1 0 0 0,3-1 78 0,-2 1-50 0,7-1 13 0,2-5 9 16,-3 3-369-16,9-7 179 0,5-6 91 0,2 0 44 15,4-5-284-15,2-5 154 0,0 0 71 0,12-2-488 16</inkml:trace>
  <inkml:trace contextRef="#ctx0" brushRef="#br0" timeOffset="131362.93">26703 5095 1827 0,'15'-13'0'0,"0"4"0"0,-2 4 0 0,6 4 0 0,0 1 0 0,3 0 0 0,3 0 0 0,8 7 0 0,7 6 0 0,3 0 0 0,5 1 89 16,-4 3-10-16,4 4-39 0,-2-2 1 0,1 5 603 15,-3 2-301-15,-7-2-141 0,8 8-86 0,-7 0-758 16,-3 0 342-16,-2 1 170 0</inkml:trace>
  <inkml:trace contextRef="#ctx0" brushRef="#br0" timeOffset="132060.79">25030 7114 1143 0,'-6'-6'0'0,"-1"2"0"0,2 2 0 0,2 1 0 0,-3-1 0 0,3-1 0 0,3 2 0 0,0 1 0 0,-2 0 0 0,2 0 0 0,0 0 174 16,2 0-67-16,10 0-35 0,6 0 10 0,6-2 16 15,2 0-30-15,6 0 1 0,4-1-31 0,5 2 121 16,10-2-65-16,-3-1-27 16,7 0-80-16,9-2 27 15,-13 3-1-15,9-1 35 0,-2 2-410 0,8 0 200 0,-4-2 85 0,-6 3-538 16,-2 1 271-16</inkml:trace>
  <inkml:trace contextRef="#ctx0" brushRef="#br0" timeOffset="134601.72">25754 7110 584 0,'0'0'0'0,"0"0"0"0,0 0 0 0,0 0 0 0,0 0 0 0,0 0 0 0,0 0 0 0,0 0 0 0,0 0 0 0,0 0 0 0,0 0 74 0,0 0-10 15,0 0-25-15,0 0 64 0,0 0-33 0,0 0 1 16,0 0-22-16,0 0 27 0,0 0 0 0,0-2-37 16,0 0 56-16,0 2-29 0,0 0 11 0,0-2-38 15,0 2 33-15,0-2-1 0,0 2-32 0,0-1 36 16,-2-1-26-16,2-1-10 0,0 2 0 0,0-1-3 15,0-2 3-15,0 0 0 16,0 1 10-16,0-1-24 0,0 0 14 0,0-2 0 0,0 1-16 0,0-1 16 16,0 1 10-16,0-1-57 15,0 0 42-15,0 1 4 0,0-3-9 0,0 2-37 16,2-1 46-16,-1 0-10 0,2 0 3 0,-1-2-26 16,-2 1-1-16,6-3 28 0,-2 3-4 0,-1-4-38 15,1 3 0-15,1 1 30 0,-1-3-29 0,0 1 2 16,2 3 26-16,-2-2-4 0,-1-1-12 0,1 3 8 15,1-3 5-15,-1 3-12 0,0-1 10 0,0-1-5 16,0 0 4-16,1-3-1 0,0 1 0 0,0 2 2 16,2-5-2-16,-1 4-14 0,2-4 13 0,-4 2 2 15,4-3-33-15,0 3 34 16,0 0-3-16,-3-1-1 0,3 2-10 0,-3-3 7 16,0 3 3-16,1 0 8 0,2-2-9 0,-2 2-3 15,1-1 2-15,-1 0-15 0,2-2 15 0,-1 1 0 16,0 1-1-16,3-4-40 0,-3 1 39 0,3 0 0 15,-1 0-45-15,-1 0 0 0,3 0 42 0,-4 2-5 16,2-3-21-16,-1 4 19 16,1-2 3-16,-1 3-10 0,0-2 8 0,-1 2-11 15,0 0 9-15,1-1 32 0,2 2-32 0,-3-3-2 16,2 3 2-16,-1-1 27 0,2-1-26 0,-1 1 5 16,0 1 5-16,-1 0-5 0,1-1 2 0,-1 0-23 15,1 1 20-15,0 1-1 0,1 0 0 0,-1 0 3 16,-1 0-4-16,3 1 1 0,-2-2-1 0,1 1 3 15,-2 1-3-15,2 0 0 0,2 0-1 0,-4 0-9 16,4 1 10-16,-2 0 0 16,1-1-1-16,-2 0-10 0,5 1 11 0,-3-1-1 15,-1 1 4-15,1 1-4 0,-2-2 0 0,0 3-1 16,1-1 13-16,-1-1-11 0,0 4-1 0,-1-3 12 16,0 1-11-16,1 1 0 0,-3-1 1 0,5 1 11 15,-2 1-9-15,1-1-2 0,-1 0 3 0,0 0 1 16,3-1-2-16,-2 1 0 0,2 1-2 0,-4-2 2 15,3 1 0-15,2 1-3 16,-4 1 2-16,1-2 1 0,0 3-1 0,0-1 2 16,-1-2-2-16,2 1 1 0,0 2-1 0,-2 0 32 15,3 1-31-15,-2-3 0 0,2 3 36 0,1-2 0 16,0 2-30-16,0 0-2 0,0-1 47 0,-1 1-45 16,1 0 10-16,1 0-8 0,-2 0 3 0,1 0-1 15,-1 0 5-15,1 0-11 0,-4 0 11 0,4 0-4 16,-3 0 0-16,1 0 42 0,-1 0-43 0,0 0 2 15,0 0 39-15,1 0-37 0,0 1-2 0,1 1 37 16,-1 1-1-16,0-1-26 0,-2 1 0 0,1-1 24 16,1 2 1-16,1-3-18 0,-3 3-6 15,2-2 11-15,-1 0-2 0,1 2 7 16,-1-1-35-16,1 0 22 0,-2 0 0 0,-1 0 0 16,3 0 20-16,-2 0-21 0,1 1 1 0,1 0-2 15,0 0 11-15,0-1-11 0,-1 1 8 0,2 0 5 16,0-1-11-16,-1 1 2 0,1 0-1 0,1 1 3 15,-3-4-21-15,4 3-10 0,-4-1 0 16,3 1 0-16,-4 2 0 0,3-3 0 0,-3 1 0 16,1 2 0-16,1-2 0 0,0 3 0 15,-3-1 0-15,0-1 0 0,2 1 0 0,-3 1 0 16,4 0 0-16,-4 0 0 0,0 0 0 0,0 1 0 16,2-2 0-16,-2 0 0 0,-2 3 0 0,4-2 0 15,-3 1 0-15,2-1 0 0,-2 1 0 0,0-1 0 16,1 1 0-16,2-1 0 0,-1 1 0 0,-2-2 0 15,1 3 0-15,2 0 0 0,-1-2 0 0,-2 3 0 16,-1-3 0-16,4 3 0 0,-3-1 0 16,-1 0 0-16,3 1 0 0,-4 1 0 15,1-3 0-15,1 2 0 0,-2-1 0 0,2-1 0 16,-4 2 0-16,5 0 0 0,-4 1 0 0,3-2 0 16,-2 2 0-16,1-1 0 0,-1 1 0 0,0 0 0 15,2 1 0-15,-5-3 0 0,5 4 0 0,0-3 0 16,-2 5 0-16,3-2 0 0,-1 0 0 0,-1 0 0 15,3-2 0-15,0 2 0 0,-1-1 0 0,0-2 0 16,1 2 0-16,-2-3 0 0,1 3 0 16,0-3 0-16,-2 1 0 0,1-1 0 15,1-2 0-15,-2 3 0 0,0 1 0 0,-1-4 0 16,-1 5 0-16,3-3 0 0,-1 3 0 0,-1-3 0 16,1 2 0-16,1 0 0 0,-4 1 0 0,6-1 0 15,-1 1 0-15,-2-3 0 0,3 4 0 0,-3 0 0 16,3-2 0-16,-2 1 0 0,1 0 0 15,-1 1 0-15,-1-1 0 0,1 1 0 0,0 0 0 0,-3 0 0 16,2 1 0-16,0-1 0 16,-2 2 0-16,1-1 0 0,0 1 0 0,0-3 0 15,-1 3 0-15,1-2 0 0,-1 3 0 0,2-2 0 16,0 0 0-16,-1 1 0 0,0-3 0 0,0 4 0 16,1-2 0-16,-1 1 0 0,0-1 0 0,-1-1 0 15,1 2 0-15,-1 0 0 0,0-2 0 0,1 2 0 16,0 0 0-16,-2 0 0 0,1 0 0 0,-1 0 0 15,2 1 0-15,-3-1 0 0,3-1 0 0,-1 1 0 16,1 1 0-16,-1 1 0 0,1-2 0 0,-2 0 0 16,1-1 0-16,1 2 0 15,0-2 0-15,1 3 0 0,0-1 0 0,-1-2 0 16,3 3 0-16,-2-2 0 0,0 0 0 0,0 2 0 16,3 0 0-16,-1 0 0 0,0 0 0 0,-2 0 0 15,4 0 0-15,-2 0 0 0,0-1 0 16,0 4 0-16,2-4 0 0,-2 2 0 0,0 0 0 0,0-1 0 15,4 0 0-15,-2 0 0 0,0-2 0 16,0 2 0-16,1 0 0 0,-2-2 0 0,2 0 0 0,0 0 0 16,-1 0 0-16,-1-2 0 15,2-2 0-15,-2 2 0 0,0-2 0 16,-1 1 0-16,3 0 0 0,-2-2 0 0,-1 0 0 0,2 1 0 16,-1 0 0-16,-2 0 0 0,3 2 0 0,0-3 0 15,-3-1 0-15,2 2 0 0,1 1 0 0,-1-2 0 16,3-2 0-16,-2 0 0 0,-1 2 0 0,5-3 0 15,-2 0 0-15,3 2 0 0,-2-3 0 0,1-2 0 16,2 1 0-16,0 0 0 0,0-3 0 16,0 1 0-16,2-1 0 0,-2-2 0 15,1 0 0-15,-2 0 0 0,3 0 0 0,-2 0 0 16,1 0 0-16,0 0 0 0,1 0 0 0,1 0 0 16,-2 0 0-16,0-2 0 0,0-3 0 0,3 1 0 15,-5-2 0-15,2 2 0 0,-2-2 0 0,2-1 0 16,-1 2 0-16,-2-3 0 0,1 2 0 15,2-4 0-15,-3 0 0 0,5-3 0 0,-2 1 0 0,1-3 0 16,0 3 0-16,2-7 0 16,-1 1 0-16,1 2 0 0,0 0 0 0,1-4 0 15,-2 3 0-15,3-5 0 0,-5 4 0 0,0-4 0 16,1 4 0-16,-1-3 0 0,-4 0 0 0,5-2 0 16,-4-3 0-16,2 1 0 0,-1-4 0 0,4-1 0 15,-5 0 0-15,5-2 0 0,-1 2 0 0,-2-1 0 16,2 1 0-16,1-1 0 0,-1-1 0 0,3 2 0 15,-1-1 0-15,-3 2 0 0,0 1 0 0,1-1 0 16,-1 3 0-16,-3 2 0 0,1 2 0 0,-5 2 0 16,2 1 0-16,-1 1 0 15,-3 1 0-15,0 3 0 0,-1 2 0 0,-2-1 0 16,2 4 0-16,-2-2 0 0,-3 3 0 0,1 0 0 16,0 1 0-16,-2 5 0 0,0-4 0 0,0 2-461 15,-12 0 162-15,-6 3 131 0,-14 1 65 16</inkml:trace>
  <inkml:trace contextRef="#ctx0" brushRef="#br0" timeOffset="135604.13">25690 7027 673 0,'0'0'0'0,"0"0"0"0,0 0 0 0,0 0 0 0,-1 0 0 0,1 0 0 0,-2 0 0 0,2 0 0 0,0 0 0 0,-2 0 0 0,2 0 80 0,0 0-40 16,0 0-1-16,0 0 12 0,0 0-2 0,0 0-9 15,0 0-1-15,0 0 29 0,0 0-1 0,0 0-27 16,-2 0 42-16,2 0-10 0,-2 0-33 0,2 0 1 16,-3 0 23-16,3 0-14 0,0 2-9 0,0-2-42 15,0 2 41-15,-2-2 0 0,2 2 1 0,-2 0-14 16,2-2 14-16,0 1-1 0,-2 1 0 15,2 0-51-15,-2 0 17 0,0 1 9 0,-1-2-34 0,3 1-1 16,0 1 37-16,-1-2 10 16,1 0-37-16,0 2 5 0,-2-2 18 0,2-1-15 15,0 2 17-15,0-2 3 0,0 2-7 0,0-2 3 16,0 2-1-16,-2-2 2 0,2 2-1 0,0-2 2 16,-2 2-2-16,2-1 5 0,0-1-5 0,-1 2-42 15,1 0 40-15,0-2 1 0,0 0-29 0,-2 2 2 16,2-2 22-16,0 0 2 0,0 0-47 15,0 0 44-15,0 2-5 0,0-2 30 0,0 0-29 16,0 0 2-16,0 0-4 0,0 0 37 16,0 0-1-16,-2 2-29 0,2-2 1 0,0 0 6 15,0 0-3-15,0 0-3 0,0 0-49 0,0 0 55 16,0 0-5-16,0 0 0 0,0 0-101 0,0 0 47 16,0 0 20-16,0 0-132 0,0 0 75 0,0 0 23 15,0 0 1-15,0 0-163 0,0 0 93 0,0 0 23 16</inkml:trace>
  <inkml:trace contextRef="#ctx0" brushRef="#br0" timeOffset="136769.01">23313 7221 755 0,'-13'0'0'0,"3"-3"0"0,1 2 0 0,0 1 0 0,-1-2 0 0,2 2 0 0,3 0 0 0,-1 0 0 0,5 0 0 0,-1 0 0 0,0 0 85 0,2 0 45 0,0 0-45 0,0 0 11 16,0 0-30-16,0 0 1 0,0 0-26 0,0 0 91 15,0 0-46-15,0 0 11 0,0 0-57 0,0 0 103 16,2 0-51-16,1 0-26 0,1 0 0 0,0 0 42 16,3 0-39-16,0 0 0 0,2 0-28 0,3 0 37 15,-1 0 0-15,3 0-28 0,0 0-36 0,4 0 26 16,-2 0 1-16,1 0-8 0,1-2 8 0,-2 1 9 16,0-2-9-16,0 3-5 0,0 0 5 0,-2 0-1 15,2 0 1-15,0 0-35 0,0 0-10 16,0 0 34-16,3 0 8 0,-3 0-44 0,4-2 40 0,1 1-4 15,-3-1-42-15,1 0-2 0,2 0 42 0,-3 0-31 16,1 1 0-16,0-3 27 16,0 0-12-16,-2 1-27 0,-1 2 0 0,0-1 25 15,0 1 7-15,2-2-8 0,-4 1-2 0,3 0 5 16,-2 1 35-16,2 1-34 0,0-2-2 0,-2 2 4 16,2-2 31-16,0 0-31 0,1 2 4 0,0-1 4 15,-1-2-4-15,-1 3 3 0,3-2-1 0,-2 1 2 16,2-1-2-16,0 0-2 0,-1 1 1 15,1-2-20-15,0 2 17 0,0-4 1 0,2 4-20 16,-1-2 19-16,-1 1-2 0,2-1 6 16,-3 1 17-16,1 0-21 0,-2 1-2 0,0-1 32 15,-2 2-30-15,0 0 5 0,0-2-2 16,0 2 21-16,-3 0-21 0,4 0 0 0,-2 0 9 0,3 0-9 16,-1 0 6-16,-1 0-5 0,2 0-6 0,0 0-15 15,-1 0 0-15,4 0 0 0,-3-2 0 0,-1 0 0 16,2 1 0-16,-2-2 0 0,1-1 0 0,-2 1 0 15,2 0 0-15,0 0 0 0,-2 1 0 0,2 0 0 16,2-1 0-16,0 1 0 16,1-2 0-16,2 2 0 0,0-2 0 0,0 1 0 15,-1 1 0-15,3 0 0 0,-3-2 0 0,1 2 0 16,-1 0 0-16,-1 0 0 0,1 0 0 0,2 0 0 16,0-1 0-16,3-1 0 0,-2 0 0 0,1-1-38 15,6-1 30-15,-1 0-192 0,4 1 90 16,0-3 35-16,4 1-141 0,7-3 75 0,-8 4 40 0,14-1 10 15,-6 1-372-15,0 1 212 0,2 2 105 16,0 0-501-16,-8 3 293 0</inkml:trace>
  <inkml:trace contextRef="#ctx0" brushRef="#br0" timeOffset="139127.01">29580 7063 649 0,'-2'0'0'0,"-2"0"0"0,4 0 0 0,-1 0 0 0,-1 0 0 0,0 0 0 0,2 0 0 0,-3-2 0 0,3 2 0 0,0 0 0 0,0 0 41 0,0 0-1 0,0 0-26 0,0 0 27 16,0 0-1-16,0 0-95 15,0 0 45-15,0 0-1 0,0 0 53 0,0 0-23 16,3 0 11-16,-3 0 0 0,2 0 0 0,-2 0 25 16,0 0-22-16,0 0-16 0,0 2 52 0,0 2-43 15,0-1 0-15,0 3 4 0,0-1-7 0,0-1 15 16,-5 2-9-16,1-1-81 0,0 1 40 0,-2 0 1 16,0 2 45-16,3-6-168 0,-1 5 75 0,-1-1 25 15,2-3 0-15,0 3-84 0,1-3 39 0,-1 0 36 16,1 0-9-16,-1 0 33 0,1 1 1 0,0-3-30 15,2-1 176-15,-3 2-73 16,3-2-33-16,0 0 0 0,-2 0 93 0,-1 0-61 16,3 0-4-16,-2 0 218 0,2 0-99 0,-1 0-69 15,-1 0 3-15,2 0 58 0,0 0-65 0,0 0-27 16,-2 0 27-16,2 0-27 0,-1 0-1 0,1 0-17 16,-2-2 24-16,0 2 1 0,1 0-36 0,-1 0 1 15,-3 0-34-15,2 0 44 0,1 0-11 0,2-1 36 16,-2 1-35-16,-1 0 0 0,2-3-1 0,-1 2 96 15,0-2-53-15,0-3 0 16,2 1 42-16,-1-2-43 0,1-3 1 0,0-1-33 16,0-3-45-16,0 0-1 0,1-3 37 0,5-2-82 15,2 0 41-15,3-1 10 0,-1-4 30 0,2-2-84 16,1 1 33-16,2-1 0 0,3-1 14 0,0-1-8 16,1-2-10-16,1-1-1 0,2 0 20 0,5-3 6 15,-4 0-21-15,0 2 19 0,2-7 14 0,3 1-15 16,-6-1 2-16,5 0-25 0,1-1 26 15,5 0 5-15,-13 7-6 0,12-8-34 16,-15 14 33-16,8-4 1 0,0 0-1 0,1 3 34 16,-1 2-33-16,-1 0-10 0,4 0 53 0,2 2-45 15,-2 2 1-15,6-2 5 0,-4 1-31 0,1 2 29 16,-1 3-2-16,-1 0-39 0,1 2 38 0,-2 0 4 16,0 2-3-16,0 3 3 0,-1 1-4 0,1-1-4 15,-1 4 3-15,-5-1 42 0,6 1-2 0,-3 2-41 16,0 2 2-16,1-1 35 15,-3 3 0-15,2-2-18 0,1 2 28 0,-1-2-18 16,1 2-35-16,-1-1 0 0,-1-1 0 0,-6 2 0 16,4 0 0-16,-4 1 0 0,-1-3 0 0,-2 3 0 15,-5 0 0-15,-2-2 0 0,-1 2 0 0,0 0 0 16,-4 0 0-16,-1 0 0 0,1 0 0 0,-3-2 0 16,0 2 0-16,0 0 0 0,0 0 0 0,0 0 0 15,0 0 0-15,0 0 0 0,0 0 0 0,0 0 0 16,0 0 0-16,0 0 0 0,0 0 0 0,-3 0-944 15,-9 8 409-15</inkml:trace>
  <inkml:trace contextRef="#ctx0" brushRef="#br0" timeOffset="140129.29">26727 7164 1955 0,'0'-3'-1'0,"0"-1"1"0,0 0 0 0,0 0 0 0,0 1 0 0,-1-2 0 0,-3 2 0 0,1 1 0 0,0 0 0 0,-2 1 0 0,2-1 330 0,-2 2-134 0,-1 0-81 15,1 0 55-15,-6 2-63 0,5 5-33 16,0 0 1-16,1 2-22 0,0-1-11 0,2 3 1 16,1-1-1-16,2 0 140 0,0 1-70 0,0-2-24 15,0-2-11-15,5 1 29 0,5-3-31 0,1-1-1 16,1 0-58-16,1-4-16 0,1 0 0 0,2 0 0 16,1-5 0-16,-1-9 0 15,0-1 0-15,0-1 0 0,2-5 0 0,-6 1 0 0,-1 1 0 0,-3-4 0 16,-3-1 0-16,0 5 0 15,-3 0 0-15,-2 2 0 0,0 2 0 0,-2 2 0 16,-11 4 0-16,-3 1 0 0,-4 5 0 0,-4 0 0 16,-3 3 0-16,-1 0 0 0,3 10 0 0,-1 4 0 15,4 3 0-15,9-2 0 0,0 2 0 0,4 2 0 16,8 0 0-16,1-2 0 0,0-1 0 0,4-2 0 16,9 0 0-16,2-5 0 0,4 0 0 0,2-5 0 15,1-4 0-15,2 0 0 0,-1 0 0 0,-2-2 0 16,-4-9 0-16,3-3 0 0,-3 1 0 15,-6 0 0-15,-1-2 0 0,-5 0 0 16,-3 5 0-16,0-6 0 0,-2 3 0 0,0 1 0 16,-9 3 0-16,-4 2 0 0,-4 1 0 0,-2 2 0 15,-5 2 0-15,-1 2 0 0,5 0 0 0,1 6 0 16,2 3 0-16,1 4 0 0,5-1 0 0,2 1 0 16,6 0 0-16,3 2 0 0,0-2 0 0,0-1 0 15,5 3 0-15,8-5 0 0,4 0 0 16,1-1 0-16,1-1 0 0,2-3-111 0,-1 3-37 15,-6-1-830-15,1 5 468 0</inkml:trace>
  <inkml:trace contextRef="#ctx0" brushRef="#br0" timeOffset="140572.76">26190 7692 2851 0,'-7'-6'0'0,"7"5"0"0,-1-2 0 0,1 2 0 15,-1-1 0-15,-1 2 0 0,0 0 0 0,0 0 0 0,-2 0 0 0,1 11 0 0,-4 8 371 0,2 4-165 0,0 3-82 0,3 2 137 0,2 2-143 0,0 3-118 16,0-2 0-16,2-2 0 15,5 2 0-15,6-5 0 0,2-2 0 0,2-3 0 16,6 0 0-16,-1-6 0 0,1-4 0 0,-4-2 0 16,4-5 0-16,1-4 0 0,-2 0 0 0,3 0 0 15,-6-9 0-15,3-6 0 0,-5-5 0 0,-4 2 0 16,3-10 0-16,-7 1 0 0,0-2 0 0,-4-3 0 16,1-4 0-16,-2-2 0 0,-2-6 0 0,-2 1 0 15,0 8 0-15,0-2 0 0,-4 4 0 0,-7 6 0 16,-2-3 0-16,-4 7 0 0,4 7 0 15,-9-1 0-15,4 5 0 0,-2 5 0 16,-3 2 0-16,0 1 0 0,-2 4 0 0,0 0 0 16,-1 4 0-16,6 5 0 0,0 3 0 0,3 4 0 15,0 0 0-15,2 5 0 0,4 1 0 0,3 1 0 16,2 7 0-16,3 1 0 0,3 1 0 0,0 4-952 16</inkml:trace>
  <inkml:trace contextRef="#ctx0" brushRef="#br0" timeOffset="156939.14">19211 980 2567 0,'0'-9'0'0,"0"7"0"0,0 2 0 0,0 0 0 0,0 0 0 0,0 0 0 0,2 0 0 0,1 0 0 0,3 0 0 0,-1 8 0 0,2-2 155 0,0 3 69 16,2 0-92-16,-2 2-47 0,3 1 1 0,-2-3-127 16,-1 2 35-16,0 3 0 0,0-3 45 0,-2-2-327 15,-1 3 164-15,-3-3 91 0,1 4-594 0,-2-1 278 16,0 3 172-16,0-1-290 0</inkml:trace>
  <inkml:trace contextRef="#ctx0" brushRef="#br0" timeOffset="157105.6">18989 1288 2588 0,'-12'6'0'0,"5"2"0"0,2-1 0 0,1 1 0 0,2-1 0 0,0 0 0 0,2 0 0 0,0 1 0 0,0-1 0 0,0 3 0 0,2 1 118 0,6-1 96 0,-1 1-87 0,2 1-33 16,3 0-453-16,-3 0 199 0,2 1 100 0,1-2-636 15,-3 1 363-15,-2-3 188 0,1 0 84 0,0 0-595 16</inkml:trace>
  <inkml:trace contextRef="#ctx0" brushRef="#br0" timeOffset="157753.96">18933 1363 2140 0,'-16'-12'0'0,"4"2"0"0,3 4 0 0,2 1 0 0,3 1 0 0,4 0 0 0,0 0 0 0,6 3 0 0,20-4 0 0,10 2 0 0,6 0 98 0,4-1-30 0,5-4 324 15,2 2-177-15,-10 3-77 0,14-1 113 0,-13 1-106 16,-6 2-52-16,0 1-205 0,-4 0 76 0,-10 0 48 15,-2 4-10-15,-3 2-256 0,-8 3 147 0,-3-3 73 16,-2 4 37-16,-4-2-272 16,-2 5 136-16,-4 0 6 0,-13 3 56 0,-3-4 5 15,-5 3-20-15,-1 0 10 0,-3 0 193 0,-1 1-79 16,2-3-39-16,0-2 226 0,5-3-133 0,-1 1-27 16,3 0-41-16,2-3 242 0,10-2-125 0,0 0-23 15,3-2-37-15,5-2 14 0,1 2-29 0,0-1 1 16,5-1-27-16,11 2-196 0,5-2 107 0,6 0 40 15,-1 0-27-15,0 0 23 16,-3 0 0-16,-1 0-49 0,-1 0 42 0,-4 0-9 16,-5 0 1-16,-3 0-8 0,-2 0 0 0,-3 0 2 15,-3 4 21-15,-1 0 8 0,0 1-7 0,0 2 7 16,-10 5-6-16,-10-1 138 0,4 0-63 0,-7 5-22 16,0-3 92-16,7-2-57 0,-3-1-31 0,3 0 19 15,4-2 5-15,3-1-32 0,-1-2-14 0,6 0-30 16,2-4 36-16,2 4 22 0,0-1-10 0,0-3-192 15,2 3 87-15,10 0 41 0,-1-1 1 0,2 1-103 16,-4-2 66-16,6 2 8 16,-7 0 10-16,1 0 15 0,0-1 14 0,-3 1 8 15,-2 0-34-15,0-2 17 0,-2 1 0 0,-2 3-35 16,0-3 1-16,0 5 37 0,-10 0 10 0,-5 1-10 16,-4 2 12-16,-1 0-10 0,-3-3 5 0,-1 2 17 15,1-3-33-15,-7 0 10 0,3 2 103 0,-2-6-49 16,3 0-25-16,5 1 201 0,0-2-98 0,5-2-55 15,6 2-11-15,2-2-1 0,3 0 11 0,3 0-41 16,2 0 42-16,0 0 103 16,0 2-164-16,7 1 0 0,9 2 0 0,0 0 0 15,7 1 0-15,1 3 0 0,5-2 0 0,-1 2 0 16,2 0 0-16,0-2 0 0,2 1 0 0,4-1 0 16,-1-1 0-16,1 0 0 0,-1-3 0 0,1 1 0 15,0-2 0-15,-4-2 0 0,2 0 0 0,-4 0 0 16,0 0-352-16,-5 0-128 0,5-2 225 0,-5-3 108 15,2-7-662-15,-3 1 384 0</inkml:trace>
  <inkml:trace contextRef="#ctx0" brushRef="#br0" timeOffset="158123.94">20089 1240 3189 0,'9'-3'0'0,"-4"2"0"0,-1 1 0 0,-1 0 0 0,-3 0 0 0,0 6 0 0,0 10 0 0,-12 7 0 0,-4 2 0 0,-5 2 0 0,-3 11 133 0,0-6 285 0,-6 11-227 0,0-4-191 16,1-1 0-16,3 2 0 0,1-3 0 0,5-7 0 15,-3 4-64-15,3-4 25 0,1-3 39 0,0-2-591 16,2-2 316-16,2-6 166 0,0-1 69 0,-2-4-748 16,2-4 374-16,0-5 188 0,-2-3 94 0,2 0-294 15,0-2 199-15,-1-14 94 0,0-4-43 0,3-5 69 16,2-4 33-16,-1-4 36 0,5-3-1 0,2 2 6 15,1 2 33-15,0 8 163 0,4 1-120 0,0 7-51 16,0 2 10-16,0 5 560 16,2 1-295-16,9 7-62 0,4-1-104 0,4 2 588 15,7 0-330-15,1 11-160 0,1 3 474 0,2 4-317 16,0 1-158-16,0 1-76 0,-1 4-122 0,-2-1 0 16,-1-1 0-16,1 2 0 0,-5 0 0 15,1-3 0-15,-3 3 0 0,-4-4-595 0,-5-3 293 0,-2 2 171 16,-1-6 94-16,-4 0-850 0,-2-2 424 0,-1-3 212 15</inkml:trace>
  <inkml:trace contextRef="#ctx0" brushRef="#br0" timeOffset="158288.99">19853 1281 2730 0,'-8'-3'0'0,"4"2"0"0,1 1 0 0,-1 0 0 0,4 0 0 0,0 0 0 0,0 0 0 0,0 0 0 0,0 8 0 0,6 1 0 0,5 3 15 0,0 0 24 0,4 3-1 0,0 0 1 16,0 0-632-16,1 3 316 0,-4-2 167 0,4-1-751 15</inkml:trace>
  <inkml:trace contextRef="#ctx0" brushRef="#br0" timeOffset="158449.88">20039 1473 2544 0,'2'0'0'0,"2"1"0"0,5 1 0 0,0-2 0 0,1 0 0 0,3 0 0 0,2 0 0 0,3 0 0 15,3-2 0-15,6-2 0 0,-6 3 117 0,6-4-32 0,-1 1-1 0,1 3-45 0,-1 0-394 0,-5-2 197 16,-1 1 108-16,0 1-686 0,-10-2 365 0,4 2 183 16</inkml:trace>
  <inkml:trace contextRef="#ctx0" brushRef="#br0" timeOffset="158777.31">20227 1216 2866 0,'-7'5'0'0,"0"4"0"0,2 6 0 0,3 2 0 0,0 3 0 0,2 7 0 0,0 5 0 16,0 4 0-16,0 6 0 0,0-1 0 0,0 2 183 0,0-2-72 0,2 0 12 0,0-6-32 0,1 5-11 0,-1-2-189 15,2-3 73-15,0 1 38 0,-2-7-1 16,0-7-309-16,2-2 168 0,-1-7 90 15,1-2 44-15,1-5-455 0,1-3 240 0,2-3-6 0,1-3 106 16,2-14-186-16,1-3 134 0,-5-6 67 16,2-4-10-16,0-6 29 0,-2-9 9 0,0 1 26 15,1-3 14-15,2 1-1 0,1 1 0 0,-2 9 23 16,4-4 9-16,0 6-32 0,3 4 1 0,-2 7 296 16,-1 3-130-16,2 4-88 0,5 3 527 0,-4 3-273 15,3 3-94-15,1 0 111 0,-1 3-136 0,0 3-59 16,0 1-43-16,-2 0-199 0,-1 0 82 0,0 0 41 15,-3 1 1-15,-2 6-206 0,-1 3 119 16,-5-1 64-16,-3 3 31 0,0 0-720 16</inkml:trace>
  <inkml:trace contextRef="#ctx0" brushRef="#br0" timeOffset="159254.97">20452 1544 1455 0,'-9'9'0'0,"-3"8"0"0,7-6 0 0,3-2 0 0,0-1 0 0,2-2 0 0,0-1 0 0,0 1 0 0,2-2 0 0,1-1 0 0,6 1 273 0,-4-2-107 16,1 0-69-16,1-2-124 0,-4 0 33 0,3 0 0 16,-1 0 33-16,-4 0-246 0,1-4 118 0,0-3 64 15,-2-5 31-15,0 1-305 0,0-4 123 0,0-2 46 16,0-3 65-16,0-7-155 0,0-1 91 0,0-6 45 16,0-3-26-16,2-8 40 0,0-1 1 0,1-4 43 15,3-3-13-15,-1-1 1 0,2 8-11 0,-2-5 130 16,1 17-61-16,-3 7-29 0,1 3 0 0,-1 10 419 15,-1 3-215-15,0 7-68 0,3 4 170 0,-3 4-101 16,1 23-82-16,-1 10-14 16,0 9 329-16,1 15-201 0,-1 5-94 0,2 5 411 15,1 4-253-15,2 2-126 0,0-9-55 0,2 15 197 16,2-12-308-16,3-4 0 0,0-2 0 0,2-15 0 16,2 3 0-16,-1-8 0 0,3-4 0 0,-6-9 0 15,2-2 0-15,0-6 0 0,-7-5 0 16,1-8 0-16,-3-3 0 0,-1-4-434 15,-3-4 157-15,3 0 47 0,-3-14 90 0,-1-11-126 16,-1-4 114-16,-1-5 55 0,0-10 29 0,0-1-101 16,0-6 56-16,0 0 42 0,0 2-6 0,-3 12 1 15,-2-1 38-15,0 6 356 0,1 12-188 16,-3-1-79-16,0 7-45 0,-4 7 222 0,1 2-132 0,-3 5-7 16,-6 0 13-16,-4 2-51 0,-2 13 66 0,0 0-49 15,-5 7-24-15,0-2 83 0,1 1-35 0,3-2-10 16,7-4-599-16,4 2 278 0,5-8 126 0,3 0-740 15,1 0 392-15,6-7 216 0</inkml:trace>
  <inkml:trace contextRef="#ctx0" brushRef="#br0" timeOffset="159404.41">20831 984 3165 0,'10'-7'0'0,"-3"4"0"0,8 3 0 0,-1 4 0 0,-3 3 0 0,-4 5 0 0,-2 1 0 0,-2 1 0 0,1 6 0 0,-2 2 0 0,-2 4 63 0,0 5 0 0,0 3-25 0,0 4 10 16,-6 8-940-16</inkml:trace>
  <inkml:trace contextRef="#ctx0" brushRef="#br0" timeOffset="167896.71">26868 6043 159 0,'-2'0'0'0,"2"0"0"0,-2 0 0 0,-1 0 0 0,3 0 0 0,-2-2 0 0,2 0 0 0,-2 1 0 0,-1-2 0 0,0 3 0 0,1-1 18 0,-1 1-4 0,1 0 16 16,-1-2-14-16,0 2-1 0,1 0 1 0,0 0 34 15,2 0-33-15,-3 0 0 0,3 0 35 0,0 0-33 16,0 0 0-16,0 0 5 0,0 0 56 0,0 0-58 16,0 0 6-16,0 0 11 15,0 0-12-15,0 0 4 0,0 0-2 0,0 0 42 16,0 0 2-16,0 0-45 0,0 0 4 0,0 0-16 15,0 0 16-15,0 0-2 0,0 0 69 0,0 0-66 16,0 0 6-16,0-2 4 0,0 0-14 0,0 0 7 16,0-1 7-16,5 0-33 0,0-3 28 0,0 0 9 15,0 0-11-15,-2 0 4 0,4 1-5 0,-4-1 1 16,1 2 2-16,-2 1-3 0,2 0 0 0,-2 1 0 16,0 0-1-16,-1 1 0 0,2 1 8 15,-2 0-7-15,0 0-38 0,2 0 0 16,1 0 36-16,-3 0-30 0,3 0 33 0,0 0-10 15,-2 0 4-15,4 0 36 0,-2 0-37 0,1 0-3 16,0-2 9-16,1 0 62 0,0 1-66 0,0-4 1 16,-2 4-1-16,1-1-34 0,0 0 43 0,1 0-1 15,0-1-68-15,-2 2 64 0,0 1-2 0,-1 0-68 16,1 0 6-16,-2 0 49 0,-1 0 6 0,1 0-51 16,0 0 0-16,0 0 29 0,-1 0 15 0,3 0-7 15,-3 0 0-15,0 0-10 16,2 0 76-16,-1 0-67 0,0 0 4 0,3 0-2 15,0 0 57-15,1 0 3 0,0 0-55 0,2-1 28 16,-3 1-20-16,0-2 5 0,1-1-8 0,-2 3-12 16,-1 0 15-16,2-1 7 0,-1 1 0 0,-1 0-68 15,2 0 60-15,-1 0 1 0,-1 0-48 0,3 0-4 16,-1 0 52-16,0 0-15 0,-1 0-33 0,2 0-7 16,-1 0 42-16,-1 0-11 15,2 0-12-15,-1 0 12 0,-1 0 6 0,2 0-43 16,-4 0 40-16,3 1-6 0,0 2-1 0,-2-3 21 15,-1 2-18-15,1-1 2 0,-1-1-2 0,2 1 36 16,-3 2-32-16,2-1-1 0,-1 0 38 0,1-2-36 16,-1 2 4-16,0-1-4 0,1 2 26 0,0-1-23 15,1-1 3-15,-3 1-3 0,3 0 3 0,-1-1-1 16,2 1 3-16,-5 3-28 0,5-4 24 0,-1 4 0 16,0-4-2-16,-2 3-32 15,1-2 32-15,1 2 0 0,-3-3-16 0,4 3 15 16,-3-2-3-16,1 1 3 0,1 0 15 0,-2-2-16 15,2 4-2-15,0-4 70 0,-3 1-66 0,4 1 1 16,-5 0 1-16,5-2 1 0,-1 3 3 0,-1 0-5 16,1-1 29-16,0 1-23 0,1 0 3 0,0 2-5 15,-2-3 24-15,1 1-22 0,1 2 4 0,-1-2-48 16,1 1 45-16,-1-1-1 0,1 0-1 16,-2 2-40-16,1-2 38 0,0-1 3 0,-1 1-9 0,0 0-35 15,2-1 37-15,-3 1 1 16,2-2-6-16,-2 2-17 0,1-1 20 0,-1 1 0 15,0 0-33-15,0 0 31 0,0-2-5 0,-1 2 13 16,1 0-10-16,0-1 0 0,-1-1 0 0,2 1 29 16,0 1-29-16,-3-2 2 0,2 1-1 0,1-1 12 15,-1 1-10-15,0-2 1 0,-1 4-4 0,1-4 6 16,2 3-2-16,-2-3 3 0,-1 3-22 0,1 1 19 16,0-2 0-16,2-1-6 0,-1 2 5 0,-3-1-3 15,3 0 3-15,-1 0-17 16,0-2 15-16,0 4-1 0,0-3 1 0,-1 2-1 15,1-3 1-15,0 3-1 0,1 0-4 0,-1-3 5 16,0 4 0-16,2-2-1 0,-2 1 24 0,1-2-23 16,0 1 0-16,-1 0 9 0,0 0-8 0,1 0 0 15,-1 2 0-15,0-1-1 0,-1-1 1 16,2 1 2-16,0 0-1 0,-2-1-16 0,2 1 15 0,2 0 1 16,-4 0 6-16,3-1-6 15,-2 1-1-15,1 0 0 0,1-2 14 0,0 2-14 16,-1-1 0-16,1 1 0 0,-2 0 1 0,4-2-1 15,-4 2 1-15,2-3-12 0,-1 4 12 0,0-4 2 16,0 1-3-16,-1 2-20 0,0-2 20 0,3 0-1 16,0-1-17-16,-4 3 16 0,1-2 1 0,2 0-3 15,-3 2-8-15,3-3 8 0,-3 1-1 0,2 2-1 16,-1-1 2-16,0-2 0 0,-2 1-1 0,3-1 1 16,-1-1 0-16,0 3 0 0,1-1 0 0,-2-1 0 15,1 1 0-15,-2 0 0 16,2-1 0-16,-1 1 0 0,1 0 0 0,1 1 0 15,-3-2 0-15,1 1 0 0,0 0 0 0,2 3 1 16,-1-2-1-16,0-1 0 0,-1 1 0 0,1 4 0 16,0-4 0-16,2 0 0 0,0 3 0 15,-2 0 10-15,1-3-10 0,0 3 1 0,-2-1 48 0,3 1-47 16,0-2 1-16,-2 1 0 16,-1-1 14-16,1 1-13 0,0-2 3 0,1 1-7 0,0 0 6 0,-1-1-1 15,-1 1 2-15,2-2-17 16,-1 2 17-16,0-1-2 0,-2 1 1 0,0 0-13 15,3 1 10-15,-1 2 2 0,0-2-14 0,0 0 13 16,-1 3-4-16,1-3 3 0,0 4 9 0,0-2-9 16,3-2-1-16,-3 2-4 0,1-1 4 0,-1 2 0 15,0-2 1-15,1-1-3 0,1 1 3 0,-2-1 0 16,-1-1 0-16,1 2-5 0,0 0 4 0,1-1 1 16,1-1 0-16,-3 1-2 15,0-1 1-15,2 2 0 0,-1-3 15 0,0 3-15 16,-2-2 1-16,0 2 5 0,3-2-5 0,-1 1 0 15,-2 1 0-15,2-1 5 0,0 1-4 0,-1 0 1 16,-1-1-1-16,2 1-9 0,0-1 9 0,-1-1 1 16,1 2-18-16,2 0 16 0,-3-4 0 0,3 5-1 15,-2-1-6-15,2-1 5 0,-3-1 1 16,3 2-11-16,-2 0 11 0,-1-1-3 0,3 0 1 0,-3 1-4 16,1-1 5-16,1-1-2 15,0 2 2-15,-3-1 28 0,0-1-28 0,3 1 1 16,-3-2 15-16,2 1-17 0,-2-1 0 0,2 2 0 15,-2-2 0-15,2-1 0 0,-2 2 0 0,1 1 0 16,-1-1 0-16,2 0 0 0,-2 1 0 16,2-1 0-16,-2 2 0 0,2-2 0 0,-2-1 0 0,0 4 0 15,1-5 0-15,-1 3 0 0,3-2 0 0,-2 2 0 16,-1-2 0-16,1 1 0 0,-1 1 0 0,3-1 0 16,-1 0 0-16,1-1 0 0,-3 2 0 0,0-2 0 15,3 1 0-15,-1-1 0 16,0 1 0-16,-2 0 0 0,2 0 0 0,-1 0 0 15,1-1 0-15,-2 3 0 0,2-2 0 0,0 0 0 16,-1-1 0-16,-1 2 0 0,3-1 0 0,-2 0 0 16,0 2 0-16,-1-3 0 0,3 2 0 0,-1-1 0 15,-2-2 0-15,3 1 0 0,-3 0 0 0,0 1 0 16,2-2 0-16,-2 2 0 16,1-1 0-16,-1 0 0 0,0 0 0 0,2 1 0 0,-2 0 0 15,2-1 0-15,-2 1 0 0,2-2 0 16,-1 2 0-16,-1-2 0 0,2 1 0 0,0-1 0 15,-2 0 0-15,2 0 0 0,-2 1 0 0,1-2 0 16,2 1 0-16,-3 1 0 0,2-3 0 0,-2 1 0 16,0 0 0-16,0 2 0 0,3-2 0 15,-3-1 0-15,2 2 0 0,-2-2 0 0,0 2 0 0,0-2 0 16,2 2 0-16,-2-2 0 16,0 0 0-16,0 0 0 0,0 0 0 0,0 0 0 15,0 0 0-15,0 0 0 0,0 0 0 0,0 0 0 16,0 0 0-16,0 0 0 0,0 0 0 0,0 0 0 15,0 0 0-15,0 0 0 0,0-4 0 0,0-2 0 16,0-1 0-16,0-3 0 0,0 1 0 0,0-2 0 16,0-2 0-16,0-2 0 0,0-2 0 0,3-2 0 15,-2 1 0-15,1-3 0 0,2-1 0 0,-3 4 0 16,1-1 0-16,0 0 0 0,-1 6 0 0,-1-2 0 16,0 5 0-16,0 1 0 15,0-2 0-15,0 6 0 0,0 0 0 0,0 0 0 16,0 3 0-16,0 1 0 0,0-1 0 0,0 2 0 15,0 0 0-15,0 0 0 0,0 0 0 0,0 10 0 16,0 0 0-16,0 3 0 0,0 4 0 0,0 2 0 16,0 2 0-16,0 7 0 0,0-2 0 0,0 1 0 15,-1 2 0-15,-3 4 0 0,1-5 0 16,1-1 0-16,-1-2 0 0,-2-2 0 0,3-2 0 0,-1-1 0 16,1-1 0-16,-1 0 0 15,2-6 0-15,-1-3 0 0,0-3 0 0,2-2 0 16,0 0 0-16,-2-4 0 0,2-1 0 0,0 0 0 15,0 0 0-15,-1 0 0 0,1-6 0 0,0-4 0 16,0-5 0-16,0-5 0 0,0-2 0 0,0-7 0 16,3-1 0-16,7-9 0 0,3 1 0 0,2-2 0 15,-3 4 0-15,0-2 0 0,-1 2 0 0,-1 4 0 16,-2 10 0-16,-3-3 0 0,-1 7 0 0,-1 2 0 16,-1 6 0-16,0 0 0 15,-2 6 0-15,0 1 0 0,0 0 0 0,0 2 0 16,0 1 0-16,0 0 0 0,0 1 0 0,0 11 0 15,0 3 0-15,0 4 0 0,0 6 0 0,0-1 0 16,0 3 0-16,0-1 0 0,-4 5 0 0,1-1 0 16,-4-1 0-16,5 1 0 0,-4-2 0 0,2-6 0 15,0 2 0-15,0-1 0 0,1-4 0 0,1-3 0 16,-1-3 0-16,1-3 0 16,1-3 0-16,1-2 0 0,0-2 0 0,0-3 0 0,0 0 0 0,0 0 0 15,-1 0 0-15,1-2 0 16,0-9 0-16,0-4 0 0,0-4 0 0,0-2 0 15,0-9 0-15,7-3 0 0,4-5 0 0,-2 4 0 16,3 1 0-16,-5 8 0 0,1 0 0 0,-2 3 0 16,-4 11 0-16,1 2 0 0,-1 3 0 0,0 3 0 15,-2 0 0-15,0 3 0 0,0 0 0 0,0 13 0 16,-4 6 0-16,-4 3 0 0,-1 3 0 0,0 3 0 16,-3 2 0-16,1 3 0 15,-1 0 0-15,2 0 0 0,-2-2 0 0,1-1 0 16,2 0 0-16,-1-4 0 0,2-2 0 0,3-3-101 15,2 2 12-15,1-4-609 0,2 2 320 0,0-1 161 16,2 3 80-16,9-3-627 0,6 8 360 0</inkml:trace>
  <inkml:trace contextRef="#ctx0" brushRef="#br0" timeOffset="168869.07">27912 6218 2443 0,'-9'-13'0'0,"1"7"0"0,1 0 0 0,1 5 0 0,1-5 0 0,3 4 0 0,-1-1 0 0,1 0 0 0,2 1 0 0,0 1 0 0,2-2 217 0,10 2-88 0,9-3-44 0,4 3 79 16,5-4-62-16,0 4-20 15,3-2 109-15,3 3-75 0,1 0-38 0,2 0 1 0,-4 0-22 16,-2 0-6-16,-1 0-10 0,-1 0-148 16,-4 4 74-16,-6 1 37 0,2-3 0 0,-7 2-352 15,0 0 169-15,-2 1 106 0,-5-4 1 0,-1 3-670 16,0 2 344-16,-3-1 168 0,-2 3 99 0,-1 3-262 15</inkml:trace>
  <inkml:trace contextRef="#ctx0" brushRef="#br0" timeOffset="169183.26">28043 6415 2201 0,'-13'0'0'0,"6"0"0"0,2 0 0 0,2 0 0 0,3 0 0 0,0 0 0 0,3 0 0 0,8 0 0 0,8 0 0 0,6 2 0 0,-4 2 177 0,5 5-67 15,1 0-35-15,-4 1-31 0,-6 1 8 0,3 2-11 16,-5 0 0-16,-4 0-105 0,-5 1 52 0,-5 1 27 16,-1 2-24-16,-1-2 19 0,-16 3 1 0,-2-1 30 15,-5-3 27-15,-2-2-38 0,3-2 12 16,-10 1 203-16,14-3-105 0,-6-1-59 0,6-3-1 16,8 0 219-16,1-2-118 0,1-2-149 15,7 0-32-15,2 0 0 0,0 0 0 0,4 0 0 16,15 0 0-16,13 0 0 0,3 0 0 0,5-2 0 15,1-6 0-15,1 1 0 0,-7 1 0 0,5-2 0 16,-4 1 0-16,-4 1 0 0,-2 1 0 0,-7 1-381 16,-1 0 98-16,-3 3 73 0,-6-1 84 0,0-2-427 15,-4 1 256-15,-1 0 128 0,-1-1-461 0,-3-4 300 16</inkml:trace>
  <inkml:trace contextRef="#ctx0" brushRef="#br0" timeOffset="169475.73">27928 5665 2255 0,'-6'-18'0'0,"1"9"0"0,4 1 0 0,1 4 0 0,0 1 0 0,0 0 0 0,0 0 0 0,9 1 0 0,8 2 0 0,10 0 0 0,-1 0 87 0,6 0 113 16,3 0-85-16,3 0-37 0,6 0 1 0,-5 5 43 0,-4-4-41 0,1 2 11 16,0-1-81-16,-4 0 30 0,-3 0 0 0,-8 0 0 15,0-2-103-15,-1 2 62 16,-10-2 16-16,1 1-207 0,-2-1 111 0,-6 0 60 16,-1 0-14-16,0 3-452 0,0-3 206 0,-2 0 129 15,0 0 20-15,0 1-193 0,-2 7 142 0,-8 1 60 16</inkml:trace>
  <inkml:trace contextRef="#ctx0" brushRef="#br0" timeOffset="169651.21">28155 5752 2117 0,'-10'0'0'0,"3"2"0"0,4 1 0 0,-2 0 0 0,0-2 0 0,5 5 0 0,-2-2 0 0,2 3 0 0,0 1 0 0,0 3 0 0,0 1 142 0,0 0-50 0,0 3-15 16,0 1-9-16,0-1-27 0,0 2-302 0,0 2 151 15,0-1 76-15,0-1 48 0,0 2-475 0,0-5 252 16,0 1 125-16,0-1-302 0,0-6 188 0</inkml:trace>
  <inkml:trace contextRef="#ctx0" brushRef="#br0" timeOffset="169864.63">28351 5796 1956 0,'-6'-3'0'0,"5"3"0"0,-1-1 0 0,0 1 0 0,1 0 0 0,1 0 0 0,0 0 0 0,0 0 0 0,0 7 0 0,0 5 0 0,0 0 312 0,0 5-135 0,0 2-68 0,0 6-34 15,0-4 17-15,0 12-11 0,0-8-40 0,0 3-4 16,0-2 5-16,0 0-1 0,-4-4 10 16,-1 2-123-16,1-4 56 0,0 1 29 15,-3-5 0-15,2 1-238 0,2-4 94 0,-4 1 76 16,3-5-482-16,0 1 256 0,2-3 84 0</inkml:trace>
  <inkml:trace contextRef="#ctx0" brushRef="#br0" timeOffset="173723.05">28173 7639 324 0,'0'0'0'0,"0"0"0"0,0 0 0 0,0 0 0 0,0 0 0 0,0 0 0 0,2-1 0 0,0-2 0 0,1 1 0 0,4-1 0 0,-4 0 25 16,1-3 6-16,2 2-6 0,-4-2 1 0,1 1 49 15,-1 1-48-15,0-2 1 0,-1 3-1 0,2-1 63 16,-3 1-29-16,2-2 7 0,-2 3 44 0,0-1-34 16,0 1-1-16,0 0-27 0,0 0 45 0,0 0-17 15,0 0-10-15,0 0-27 0,0 2 38 0,0 0-38 16,0 0 1-16,0 0 9 15,0 0 23-15,0 0-33 0,0 0 0 0,0 6 5 16,0 5-5-16,0 4 11 0,0 4-11 0,0 4 68 16,-8 3-34-16,-1 0 1 0,1 4 3 0,-3 1-28 15,2-4-10-15,1 2 1 0,-1-3-40 0,1-3 39 16,1 1 10-16,-1-2-9 0,3 0-1 0,-3-4 0 16,3-3 0-16,-1 0 0 0,3-4 11 0,-4 1-11 15,3-5-74-15,1 0 35 0,-1-3-7 16,3-2-1-16,1 0 28 0,-4-2 6 15,4 0-6-15,-4 0 5 0,1 0-35 0,3-4 34 16,0-5 9-16,-3-6-134 0,3-2 58 0,0-5 30 16,0-7-9-16,3 1-48 0,6-6 35 0,-2 0-3 15,4 1-149-15,-1 0 88 0,-3 6 26 0,-1 6 28 16,1 0-23-16,-2 10 8 0,-4 0-1 0,1 5 25 16,0 4 119-16,0 0-59 0,-2 2-18 0,0 0 100 15,0 6-59-15,0 9-33 0,0 5 0 16,-4 3 0-16,-2 0 23 0,-1 6-45 15,2-2 236-15,0-1-105 0,0-1-29 0,3-3-34 16,-3 0-34-16,-1-1 16 0,5-2-8 0,-3-2 0 16,1-2-88-16,1-4 41 0,-1-1-1 0,1-4 28 15,0 0-65-15,2-3 28 0,-2-3-1 0,0 0-69 16,-1 0 49-16,3 0 10 0,-3 0-29 0,3 0 18 16,0-6 1-16,0-2 16 0,0-1-308 15,0 2 142-15,3-3 80 0,4 4 16 0</inkml:trace>
  <inkml:trace contextRef="#ctx0" brushRef="#br0" timeOffset="201042.87">26093 6285 1210 0,'0'-6'0'0,"0"1"0"0,0 1 0 0,0 1 0 0,-1-1 0 0,1 2 0 0,-2 0 0 0,0 0 0 0,2 1 0 0,0 1 0 0,0 0 100 0,0 0-19 0,0 0 99 0,0 0-70 16,0 0-34-16,0 3 0 0,0 5 155 0,2 2-90 16,0 2-55-16,-1 1 72 0,2 1-58 0,-1-1-30 15,0 0 11-15,-2 1 124 0,0-4-83 0,2 2-40 16,-2-1 75-16,0-2-58 16,0-3-19-16,2-1-10 0,-2-1 35 0,0-2-33 15,0 0 1-15,0-2-31 0,0 0 82 0,0 0-124 16,0 0 0-16,0-2 0 0,0-5 0 0,0-3 0 15,0-3 0-15,0-2 0 0,0-2 0 0,0 2 0 16,0-1 0-16,0-2 0 0,0 6 0 16,-2-3 0-16,2 5 0 0,0 0 0 0,-2 5 0 0,2-1 0 15,0 2 0-15,0 3 0 0,0-2 0 0,-2 3 0 16,2 0 0-16,0 0 0 0,-2 0 0 0,-1 4 0 16,3 7 0-16,-1 1 0 15,-1 2 0-15,0 0 0 0,2 1 0 0,0 0 0 16,0 0 0-16,0-3 0 0,0-2 0 0,0 1 0 15,0-3 0-15,0 1 0 0,2-4 0 0,0-2 0 16,-1 1 0-16,2-1 0 0,-1-2-539 0,0-1 145 16,0 0 176-16,0 2 89 0,4 1-327 0,-1 1 208 15</inkml:trace>
  <inkml:trace contextRef="#ctx0" brushRef="#br0" timeOffset="207090.84">21461 1228 987 0,'0'-6'0'0,"-2"3"0"0,0-1 0 0,0-2 0 0,1 3 0 0,-1-3 0 0,-1 1 0 0,1-1 0 0,2 2 0 0,0 0 0 0,0 3 97 0,0-2 143 0,0 2-98 16,2 1-48-16,6 0 43 0,3 0-46 0,0 0 11 16,6 0-57-16,3 4 207 0,-2-1-104 0,8 3-51 0,-3-3-1 15,0 0 165-15,2-1-113 0,-2 1-52 16,0-2 0-16,1 2 35 0,-2-3-44 0,-3 2 12 0,1-1-68 15,-6-1 14-15,-3 0 0 0,-1 0-101 16,-3 0 62-16,-3 0-12 0,0 0 51 0,-2 0-105 16,-1 0 53-16,-1 0-1 15,0 0 35-15,0 0-352 0,0 0 133 0,0 0 95 16,0 0 0-16,0 0-416 0,-3 0 223 0,-3 2 128 16,-1 1-349-16,0-2 233 0,-5 2 116 0,1 0 59 15,-3 0-237-15</inkml:trace>
  <inkml:trace contextRef="#ctx0" brushRef="#br0" timeOffset="207493.15">21536 1230 1795 0,'-15'0'0'0,"-1"0"0"0,4 0 0 0,-2 0 0 0,5 0 0 0,0 2 0 0,0 0 0 0,2 1 0 0,2 2 0 0,1 2 0 0,1 1 97 0,1 0 129 16,2 4-90-16,-2-1-46 0,2 3 1 0,0 1 225 15,0-1-125-15,0 6-78 0,0-2 154 0,0 2-111 16,0 7-56-16,0-5 68 0,2 3-50 0,0 6-51 15,-2-4-67-15,0 3 0 0,0 2 0 0,0 0 0 16,0 2 0-16,0 0 0 0,-4-1 0 0,2 2 0 16,-1-5 0-16,-1-3 0 0,4-2 0 15,-3 0 0-15,1-1 0 0,2-3 0 16,0-3 0-16,0-1 0 0,0-4 0 0,0 2 0 16,0-5 0-16,0 1 0 0,0-4 0 0,0 1 0 15,0-3 0-15,2 1 0 0,1-2 0 0,1-1 0 16,1 3 0-16,2-4 0 0,4 2 0 0,3-2 0 15,2-2 0-15,3 0 0 0,2 0 0 0,-1 0 0 16,5 0 0-16,-2 0 0 0,0 0 0 0,-3 0 0 16,-1 0 0-16,-3 0 0 0,-2 0 0 0,-3 0 0 15,1-2 0-15,-5 0 0 16,-2 2 0-16,-1-2 0 0,-2 0 0 0,0 2 0 16,-1-1 0-16,1-1 0 0,-2-1 0 0,0 2-43 15,2-1-207-15,-2-2 102 0,3 0 51 0,1-3-550 16,3-1 301-16,2-1 139 0,5-2 87 0,2-4-565 0</inkml:trace>
  <inkml:trace contextRef="#ctx0" brushRef="#br0" timeOffset="207740.16">21838 1598 2962 0,'-2'-6'0'0,"2"4"0"0,0 1 0 0,0-1 0 0,0 0 0 0,4-2 0 0,8 3 0 0,2-3 0 16,7-1 0-16,-1 4 0 0,1 0 87 0,6-4 342 0,-3 4-190 0,-4-2-96 0,5 3-72 0,-2-1-71 0,-2 1 0 15,-1 0 0-15,-1 0 0 0,-3 0 0 16,0 0 0-16,-5 0 0 0,4 0-53 0,-6 0 23 16,1 0 39-16,1 0-487 0,-1 0 200 0,-1 0 139 15,4 0-12-15,0 0-218 0,3-2 161 16,2 0 80-16,6 0 41 0,3-4-496 0,1-2 274 0</inkml:trace>
  <inkml:trace contextRef="#ctx0" brushRef="#br0" timeOffset="208310.16">22584 1460 2768 0,'-6'4'0'0,"1"5"0"0,3-6 0 0,0 1 0 0,2-4 0 0,0 2 0 0,0-2 0 0,2 0 0 0,12 0 0 0,6 0 0 0,4 0 283 0,4 0-118 0,4 0-46 0,2 0 112 16,2 0-92-16,-3 0-45 0,1 0-54 0,-2 0 8 16,-4-2-4-16,4 0-229 15,-4 2 108-15,-7-2 62 0,-1 2 32 0,-2 0-492 16,-6 0 274-16,0 0 52 0,-3 0 88 0,-1 0-642 16,-7 2 327-16,1 4 161 0,-2 1 71 0,0 3-292 15,-7-1 195-15,-4 2 96 0,-3 1-55 0,-4 0 77 16,-3 0 26-16,-5 1 21 0,-2 0 47 0,-10 0 29 15,1 0 0-15,-2 0 0 0,2-3 0 0,0-1 0 16,5 1 0-16,9-5 212 0,1 1-153 0,9-3-52 16,0 2-12-16,6-2 580 0,3 0-279 0,4-2-69 15,0 3 238-15,2 0-209 16,12-1-94-16,9 3 119 0,5-2-117 0,4 1-59 16,4 1-30-16,1 0 179 0,-1-3-92 0,-1 5-64 15,0-1 0-15,-8 1-1 0,-6 2-1 0,0 1-49 16,-6 0 10-16,-5 2-93 0,-5-1 40 0,-3 2 1 15,-2-1-62-15,-4 4 51 0,-13-1 12 0,-8 0 85 16,2-1-9-16,-5 0-40 0,-1-2-46 16,-1-2 20-16,2-1-16 0,2 0 0 15,6-5 0-15,2 1 0 0,8-2 0 0,-1-3 0 16,8 1 0-16,-1 1 0 0,4-3 0 0,0 2 0 16,2 1 0-16,9 1 0 0,8-2 0 0,7-1 0 15,1 1 0-15,5-2 0 0,3 0 0 0,6 0 0 16,-7 0 0-16,3 0 0 0,0 0 0 0,-4-2 0 15,-1 1 0-15,-7-3 0 0,0-1 0 0,-2 3 0 16,-4-1 0-16,-2 0-10 0,-4 0-443 0,-2 2 192 16,-2-3 114-16,0-2 50 0,-4 1 0 0,1-7 50 15,-3 1 1-15,1-4-819 16,-1-8 415-16,4-2 202 0</inkml:trace>
  <inkml:trace contextRef="#ctx0" brushRef="#br0" timeOffset="208557.89">22672 1027 2206 0,'-4'-19'0'0,"4"14"0"0,0 1 0 0,0 2 0 0,13-3 0 0,6 5 0 0,2-2 0 0,8 0 0 16,6-1 0-16,1 2 0 0,5 1 138 0,6 0-52 0,-6 0 103 0,-5 0-72 0,0 0-37 15,-4 0-68-15,-8 0 44 0,0 4-12 16,-5-2-171-16,-6 0 86 0,1-2 43 0,-7 3-1 0,-3-3 55 16,-2 2-12-16,-1-2 1 15,-1 0-1-15,0 0-956 0,0 0 439 0,-7 2 178 16,0-2 131-16,-5 0-249 0</inkml:trace>
  <inkml:trace contextRef="#ctx0" brushRef="#br0" timeOffset="208724.52">22922 1018 1678 0,'-15'9'0'0,"3"4"0"0,3 1 0 0,0-2 0 0,4 3 0 0,1 0 0 15,1 1 0-15,3-2 0 0,0 4 0 0,0-2 0 0,0 0 247 0,0-1-101 0,-2 0-51 0,1 0 11 0,-1-2 28 16,0 2-45-16,2-4 0 0,-2 2-44 0,2-4-270 16,0 1 146-16,0 0 56 0,0-5 34 0,0 0-494 15,4-2 223-15,9-3 145 0,9 0-535 0</inkml:trace>
  <inkml:trace contextRef="#ctx0" brushRef="#br0" timeOffset="208898.67">23091 1016 2381 0,'0'-4'0'0,"2"2"0"0,0 2 0 0,-2 0 0 0,0 0 0 0,2 2 0 0,-2 10 0 0,2-1 0 0,-1 3 0 0,1 3 0 0,0 2 276 0,-2 2-115 15,0 5-59-15,0-3 70 0,0-1-53 0,0 7-42 16,0-3-145-16,0-1 56 0,0-1 28 0,0-3 1 15,-4 3-441-15,1 2 229 0,-1-5 120 0,2-2-569 16,2 5 272-16,0-3 186 0,0 0-33 0</inkml:trace>
  <inkml:trace contextRef="#ctx0" brushRef="#br0" timeOffset="209124.29">23525 1738 2126 0,'0'0'0'0,"0"0"0"0,0 7 0 0,0-4 0 0,0 2 0 0,0 4 0 0,0 0 0 0,0 1 0 0,0-2 0 0,0 5 0 0,0 2 290 16,0 1-123-16,-4-1-63 0,-1 1-31 0,-1 0 11 16,-2 2-42-16,-1-4 0 0,0-1-37 0,-3 0-253 15,3-2 145-15,-3-3 83 0,3-1-185 0,0-1 123 16,2-5 63-16,0 2-586 0,4-3 292 0,3 0 71 15,0-3 105-15</inkml:trace>
  <inkml:trace contextRef="#ctx0" brushRef="#br0" timeOffset="209302.77">23810 1541 3173 0,'16'-7'-5'0,"6"3"3"0,6-5-1 0,6 2 2 0,6-3 1 0,3 1 0 0,6 2 0 0,-1-1 0 0,5 2 0 0,-4 1 0 0,-4-1 166 0,-10 3-60 16,1 2-17-16,-4 1-42 0,-8 0 10 0,1 0-10 0,-2 0-410 16,-7 0 204-16,0 5 103 15,-5 1 51-15,-2 2-670 0,-1 2 348 0,-4-3 179 0</inkml:trace>
  <inkml:trace contextRef="#ctx0" brushRef="#br0" timeOffset="209613.78">23884 1716 2615 0,'-14'5'-1'0,"5"1"0"0,6-2 0 0,3-2 1 0,9-2 0 0,15 0 0 0,7 0 0 0,8 4 0 0,0 0 0 0,-1 0 0 0,12 3 111 0,-6 3 195 16,-8-3-130-16,-3 6-66 0,-4-3-33 0,-11 2 1 16,-1 4-33-16,-4-1 0 0,-10-1-65 0,-1 4 33 15,-2-2 0-15,-11 4 8 0,-11 0-11 0,-4-4 35 16,-6 2 0-16,-1-4 42 0,10-2 11 0,-11 1-53 15,17-4-31-15,4-4-14 0,1-1 0 0,7 1 0 16,1-4 0-16,4 4 0 0,0-5 0 16,13 0 0-16,13 0 0 0,4 0 0 0,6 0 0 15,7-2 0-15,-3-7 0 0,2 2 0 16,2-2 0-16,-5 0 0 0,-5 0 0 0,2-1 0 16,-4 3 0-16,-4-3-383 0,-7 2 84 0,-2-2 99 15,-3 1 69-15,-4 0-433 0,-5-2 260 0,-4-3 130 16,0 0-380-16,-3-1 254 0,0-4 117 0</inkml:trace>
  <inkml:trace contextRef="#ctx0" brushRef="#br0" timeOffset="209825.98">23886 1084 2597 0,'11'-15'0'0,"12"9"0"0,5-3 0 0,7 1 0 0,5 1 0 0,1 1 0 0,6 0 0 0,8 3 0 0,-3-2 0 0,-7 4 0 0,10-1 227 16,-12-1-93-16,-8 3-45 0,1 0-1 0,-9 0-56 15,-5 0 21-15,-1 0-10 0,-10 0-1 0,-2 0-528 16,-4 5 264-16,-3-4 132 0,-2 4 77 0,0 1-707 16,-14-1 262-16,-7 2 214 0</inkml:trace>
  <inkml:trace contextRef="#ctx0" brushRef="#br0" timeOffset="209991.93">24186 1044 1898 0,'-11'2'0'0,"5"3"0"0,1 3 0 0,-2-1 0 0,4 5 0 0,1 1 0 0,0 2 0 0,2 2 0 0,0 1 0 0,0 1 0 0,0 1 97 0,0 0 193 0,0 1-129 16,-3-1-59-16,-1-1-30 0,-2-2-204 0,3 0 88 0,-2 1 53 0,2-6-10 15,1-3-166-15,2 0 105 0,0 0 52 16,0-7-538-16,0 2 298 15,12-4 53-15</inkml:trace>
  <inkml:trace contextRef="#ctx0" brushRef="#br0" timeOffset="210149.17">24280 1141 1765 0,'0'-1'0'0,"0"1"0"0,0 0 0 0,0 1 0 0,0 13 0 0,0 1 0 0,0 2 0 0,0 2 0 0,0 1 0 0,0 3 0 0,0 1 140 0,0-3-49 0,0 3 62 16,-2-1-55-16,-2-1-17 0,1 1-11 0,-3-2-285 15,2 0 129-15,0-1 64 16,1-4-481-16,0 2 283 0,3-6 125 0,0-2 37 16,0-2-270-16</inkml:trace>
  <inkml:trace contextRef="#ctx0" brushRef="#br0" timeOffset="210867.17">24619 1035 1516 0,'14'-8'0'0,"1"5"0"0,4-3 0 0,6 0 0 0,-4 1 0 0,4 1 0 0,-2 0 0 16,8 2 0-16,-2 0 0 0,-3 2 0 0,2 0 77 0,-1 0 0 0,-5 0 5 0,1 0-12 0,0 0-27 16,-5 0-1-16,-1 0 50 0,-6 0-39 0,3 0-11 15,-5 2 1-15,-2-2 64 0,-2 2-32 0,0-2-1 16,-1 2 45-16,-2-2-44 0,-1 0 0 15,-1 2 24-15,0-2-28 0,0 0-1 0,0 1-17 0,0-1 22 16,0 3-1-16,0 0-32 0,0 0 1 16,0 2 27-16,0-1-17 0,2 1-10 15,-2 3-1-15,2-1 48 0,-2 0-47 0,2 3-1 16,-2-3 54-16,2 5-54 0,-2 0 1 0,0-1 51 16,0 2-10-16,0-1-84 0,0 3 0 0,0 1 0 15,0 3 0-15,0-3 0 0,0 5 0 0,0 0 0 16,0 2 0-16,0 2 0 0,0 0 0 0,0 1 0 15,0-1 0-15,0 1 0 0,0-3 0 0,0 5 0 16,0-3 0-16,0 3 0 0,0-2 0 0,0-1 0 16,0 0 0-16,-2 6 0 15,0-4 0-15,0 3 0 0,-1 1 0 0,1-2 0 16,-2 4 0-16,-1-3 0 0,1 2 0 0,3-4 0 16,-4 1 0-16,3-2 0 0,0-3 0 0,0 2 0 15,0-3 0-15,2 0 0 0,0-3 0 0,-1-1 0 16,1 0 0-16,0-4 0 0,0 0 0 0,0-4 0 15,0 1 0-15,-2-3 0 0,2 0 0 0,-2 0 0 16,0-4 0-16,2-2 0 16,-2 1 0-16,2-3 0 0,0 3 0 0,-3-4 0 15,3 3 0-15,0-3 0 0,0 0 0 0,0 0 0 16,0 0 0-16,0 0 0 0,0 0 0 0,-1 0 0 16,-3 1 0-16,2-1 0 0,-3 0 0 0,1 0 0 15,-3 0 0-15,-1 0 0 0,0 0 0 0,-1 0 0 16,0 0 0-16,-3 0 0 0,1 0 0 0,-2 0 0 15,0-1 0-15,0-2 0 0,-2-1 0 0,0 1 0 16,-1-2 0-16,0 0 0 16,1 0 0-16,-2 0 0 0,-2-1 0 0,2 0 0 15,-1 3 0-15,-2-1 0 0,4 0 0 0,0 1 0 16,2 0 0-16,0 2 0 0,5-2 0 0,0 1 0 16,-1 2 0-16,3-3 0 0,1 1 0 0,3 2 0 15,-1 0-116-15,2 0-56 0,2-2 64 0,0 2 23 16,0 0 10-16,0 0 32 0,2 0 1 0,16 4-1 15</inkml:trace>
  <inkml:trace contextRef="#ctx0" brushRef="#br0" timeOffset="211037.63">25606 2241 3397 0,'0'-3'0'0,"0"2"0"0,0 1 0 0,-2-2 0 0,2-1 0 0,-4 2 0 0,1 0 0 0,-1-3 0 0,-1 1 0 0,0 2 0 0,-2 1 251 0,-4 0-95 0,-2 0-851 0,-1 8 368 0</inkml:trace>
  <inkml:trace contextRef="#ctx0" brushRef="#br0" timeOffset="-213679.32">17682 5004 1665 0,'0'-11'0'0,"0"2"0"0,0-4 0 0,1-2 0 0,1 0 0 0,2 0 0 0,-1-2 0 16,0-1 0-16,1-2 0 0,0 1 0 0,-1 1 96 0,1-3 15 0,-2 4-23 0,-1-2-11 0,1 2-34 0,-2 3 23 16,0-2-22-16,0 0 31 0,0 6-20 0,-2-3-11 15,-5 4 0-15,-2 1 57 0,-3 3-29 0,-1 3 1 16,0-1-18-16,-4 3 71 0,0 0-42 0,-1 0 1 16,1 8-41-16,0 4 110 0,2-1-45 0,2 1-10 15,1 4 5-15,1 3-30 0,2 5 0 16,1 1 98-16,4 2-75 0,2 4-97 15,2 1 0-15,0 4 0 0,0 7 0 0,4-1 0 16,4-4 0-16,3 15 0 0,-2-2 0 0,1 5 0 16,1 8 0-16,-4-6 0 0,1-6 0 0,-2 5 0 15,0-3 0-15,-3-1 0 0,-1-2 0 0,0-5 0 16,0-4 0-16,-2 4 0 0,0-3 0 0,0-7 0 16,-2 0 0-16,-5 0 0 0,-1-5 0 0,-2-2 0 0,-1-4 0 15,-1-6 0-15,0-1 0 16,-3-3 0-16,0-3 0 0,-2-5 0 0,2-2 0 0,-3-1 0 15,4-2 0-15,1-2 0 16,-2 0 0-16,4 0 0 0,1 0 0 0,2-2 0 16,3-3 0-16,3-1 0 0,2-2 0 0,0-4 0 15,2-3-217-15,12-3-33 0,7 0 100 0,8-1-810 16,4-9 468-16,1 2 224 0,2 1-420 0</inkml:trace>
  <inkml:trace contextRef="#ctx0" brushRef="#br0" timeOffset="-213412.61">17766 5696 2455 0,'13'-6'-1'0,"-5"4"1"0,0 0 0 0,-3 2 0 0,-3 0 0 0,0 7 0 0,-1 9 0 0,-1 1 0 0,0 7 0 0,0 2 0 0,0 5 200 0,0-7-67 0,2 8 374 0,0-3-233 15,6-3-115-15,0-6-39 0,3 1-39 0,-1-5-78 0,6-2-3 16,1-7-25-16,0-3-32 16,0-4 50-16,-2 0-1 0,0-1-24 0,-2-12 32 0,-2-5 0 15,-1-7 7-15,-7 3 0 0,-1-4-27 16,-2 3-43-16,0-9 229 0,0 4-134 15,-7 4-32-15,-5-1 0 0,1 9 0 0,-4-1 0 16,0 3 0-16,-2 5 0 0,0 2 0 0,0 3 0 16,1 1 0-16,4 2 0 0,-3 1 0 0,6 0 0 15,-3 0 0-15,5 0 0 0,0 1 0 0,3 2-175 16,-1-1-199-16,5 0 126 0,0-2 105 0,0 0-629 16,0 0 365-16,0 0 172 0,12-8 102 0</inkml:trace>
  <inkml:trace contextRef="#ctx0" brushRef="#br0" timeOffset="-213201.31">17834 4882 2919 0,'-6'-3'0'0,"4"1"0"0,1 0 0 0,1 0 0 0,0 2 0 0,0 0 0 0,1 0 0 0,10 0 0 15,7 0 0-15,0 0 0 0,7 0 118 0,-3 0 239 0,3 0-157 0,-1 0-79 0,-3 0-237 0,1 0 74 0,-1-2 42 16,1 1 1-16,-3-3-504 0,1 2 273 16,-4-2 147-16,1 0-707 0,0 0 338 0,-2-1 213 15,1 1 64-15</inkml:trace>
  <inkml:trace contextRef="#ctx0" brushRef="#br0" timeOffset="-212795.78">18290 4727 2172 0,'2'0'0'0,"0"0"0"0,0 0 0 0,1 0 0 0,3 0 0 0,2 0 0 0,3 0 0 0,2 0 0 0,2 2 0 0,0-1 0 0,2 4 492 0,2-5-230 15,0 1-109-15,-2 2-56 0,1-3-106 0,-1 0 0 0,-2 0 63 0,-1 1-530 16,-3 1 260-16,-4-2 129 0,1 2 65 0,-4 0-575 16,-2 2 256-16,-1-1 174 0,-1 1-27 0,0 1-136 15,-1-1 144-15,-7 1 71 0,0 1-131 16,-1-2 107-16,2 0 43 0,-1-3 96 15,0 4 0-15,3-4 0 0,-1 2 0 0,1-2 198 16,1 1-142-16,1 0-49 0,-2 3-1 0,1 0 285 16,1 1-133-16,-5 1-21 0,1 4-68 0,-3 0 304 15,-6 4-147-15,0 0-81 0,-4 3-56 0,-3 1 81 16,1 1-63-16,-3 0-32 0,1-5 170 0,5-2-91 16,-2 0-61-16,7-2 198 0,2-2-124 0,4-2-62 15,3-2-31-15,3-1 149 0,2-2-95 0,0 2-42 16,6-2-1-16,13 1-43 15,4-3 1-15,0 0 10 0,7 0-18 0,0 0-35 16,0 0 0-16,0 0 0 0,-1 0 0 0,-5 0 0 16,6-3 0-16,-7 1 0 0,-3-2-117 0,-1 1 46 15,-4-2 51-15,-3 4-709 0,-3-1 352 0,-2 0 141 16,-3 1 96-16,-2-2-478 0,0 2 287 0,-2-3 134 16,0-2-305-16</inkml:trace>
  <inkml:trace contextRef="#ctx0" brushRef="#br0" timeOffset="-212618.91">18485 4870 2557 0,'-9'1'0'0,"2"3"0"0,-1 0 0 0,2 3 0 0,3 0 0 0,-1 7 0 0,2 1 0 0,2 2 0 0,0 1 0 0,0 9 0 0,0-7 192 0,0 8-80 16,2 1 140-16,0-3-105 0,0 1-52 0,-1-1 0 0,1-4-89 16,0 1-10-16,0-1 46 0,0-3 1 0,-2 0-437 15,0-4 218-15,0-4 120 0,0-3-507 0,0-1 298 16,0-5 49-16,-2-2-350 15,-4 0 261-15,1-2 121 0,0-7 76 0</inkml:trace>
  <inkml:trace contextRef="#ctx0" brushRef="#br0" timeOffset="-212420.59">18219 4432 2569 0,'0'-1'0'0,"0"1"0"0,0 0 0 0,2 0 0 0,11-3 0 0,4 1 0 0,5-1 0 0,6 1 0 0,4-1 0 0,0 2 0 0,5 0 338 0,-2 1-137 0,-1 0-85 16,-2 0-36-16,-4 0-208 0,-8 0 86 0,3 0 42 15,-4 0 11-15,-5 0-461 0,-3 0 247 0,-2 1 122 16,-4 3 63-16,-3-2-656 0,0 1 274 0,-2 3 132 0,0-1-104 16</inkml:trace>
  <inkml:trace contextRef="#ctx0" brushRef="#br0" timeOffset="-212266.55">18457 4403 1742 0,'-11'4'0'0,"2"5"0"0,-1 1 0 0,1 0 0 16,3-1 0-16,1 4 0 0,0 0 0 0,0 3 0 0,1-1 0 0,2 0 0 0,1 2 413 0,1-1-185 0,0 1-93 0,-2 0-36 0,2-2-201 16,0 0 73-16,0 0 35 0,0-6 1 15,0 2-499-15,0-3 277 0,0-4 124 0,2-2 67 0,7-2-642 16</inkml:trace>
  <inkml:trace contextRef="#ctx0" brushRef="#br0" timeOffset="-212124.16">18514 4454 1887 0,'0'-2'0'0,"0"-1"0"0,1 3 0 0,1 0 0 0,-2 9 0 0,2 2 0 0,0 2 0 0,1 4 0 0,4 2 0 0,-3 2 0 0,1 3 226 15,-1 0-92-15,-1 3-45 0,-1-5 10 0,0 9-139 0,0-5 42 16,1 1-1-16,-2-3 42 0,-1-2-489 15,0 3 238-15,0-3 126 0</inkml:trace>
  <inkml:trace contextRef="#ctx0" brushRef="#br0" timeOffset="-211891.96">18891 4898 2787 0,'10'-1'0'0,"8"-3"0"0,7 3 0 0,3-3 0 0,4 0 0 0,3 2 0 0,11-1 0 0,0-1 0 0,4 2 0 0,3 0 0 0,-2 1 152 15,1 1 33-15,-1 0-77 0,-7 0-33 0,-6 0 1 0,1 0-290 16,-3 0 128-16,-7 0 74 0,-4 0 22 0,-2 0-447 16,-4 0 239-16,-8 0 120 0,-2 0 60 15,-3 0-392-15,-4 0 197 0,0 0 95 0,-2 0-38 16,-8 0-306-16</inkml:trace>
  <inkml:trace contextRef="#ctx0" brushRef="#br0" timeOffset="-211519.12">19015 4952 2586 0,'-11'5'0'0,"0"2"0"0,3 6 0 0,0-5 0 0,3 2 0 0,0 4 0 0,1 2 0 0,-2 7 0 0,4 5 0 0,2 4 0 0,0 6 689 15,0 11-329-15,0-1-159 0,0 7-106 0,0-1-95 16,0 3 0-16,0-1 0 0,0-6 0 0,0 0 0 16,0-6 0-16,0-10 0 0,0 4 0 0,0-9 0 15,0-3 0-15,0-2 0 0,0-6 0 0,-4-3 0 16,0-5 0-16,-1-1 0 0,-2-4 0 0,-2-5 0 16,-5 0 0-16,-1 0 0 0,-2-3 0 0,-4-12 0 15,3 0 0-15,-5-3 0 0,0-5 0 0,1-4 0 16,0 1 0-16,-1 1 0 15,2-1 0-15,1 7 0 0,4 4 0 0,-2 2 0 16,1 2 0-16,0 5 0 0,0 5 0 0,-2 1 0 16,1 0 0-16,-5 1 0 0,4 9 0 0,-3 7 0 15,-1 1 0-15,0 1 0 0,5 2 0 0,-3 0 0 16,8-2 0-16,-2 1 0 0,6-1 0 0,3-3 0 16,3 1 0-16,3-1 0 0,0-5 0 0,3 1-663 15,12-6 151-15,9-3 235 0,7-3 112 0,8 0-659 16</inkml:trace>
  <inkml:trace contextRef="#ctx0" brushRef="#br0" timeOffset="-210611.35">19193 5410 2521 0,'6'-17'0'0,"0"-2"0"0,-2-7 0 0,-2 7 0 0,0-1 0 0,-2 2 0 0,0 2 0 0,0 7 0 0,0-1 0 0,-6 6 0 0,-4 2 279 15,-3 2-119-15,-6 2-59 0,1 16 192 0,1 4-127 16,-2 4-51-16,2 4 181 0,3 0-296 0,2 2 0 16,4-2 0-16,7-2 0 0,1-7 0 0,0 1 0 15,0-2 0-15,3-5 0 0,8-4 0 0,1-2 0 16,1-5 0-16,2-3 0 0,2-1 0 0,0 0 0 16,1-5 0-16,0-8 0 0,-4-2 0 15,2-3 0-15,-2-2-5 0,0 2-136 16,-5-1 54-16,-2 2-5 0,-1 3 10 0,-2 4 41 15,-2 0-1-15,-2 5 187 0,0 1-93 0,0 3-57 16,0 1 10-16,-8 0 288 0,-1 1-293 0,2 13 0 16,-1-2 0-16,2 5 0 0,2 0 0 0,4-1 0 15,0 0 0-15,0-3 0 0,0 0 0 0,4-3 0 16,8-3 0-16,0-2 0 0,4-5 0 0,0 0 0 16,3 0 0-16,2-3 0 0,1-10 0 0,-6-1 0 15,0-2 0-15,0 1 0 16,-5-4 0-16,1 0-75 0,-5 0-6 0,-2-2 58 15,-1-1-19-15,-2 0 0 0,-2-1 0 0,0 2 41 16,-2 3 11-16,-7 1-45 0,-5 6-5 0,1 1 120 16,-4 2-54-16,2 6-21 0,-2 1 6 0,3 1 127 15,4 0-74-15,0 0-21 0,5 0-39 0,-1 3-4 16,6 1 0-16,0 2 0 0,0-1 0 0,0 3 0 16,11-2 0-16,5-2 0 0,2-1 0 15,1 0 0-15,4-3 0 0,-3 0-79 16,3 0-8-16,-4 0 24 0,-1 0 1 0,1 0-1 15,-6 0 3-15,-1 0-80 0,-3 0 53 0,-2 0-13 16,-1 1 11-16,-2 7 380 0,-2 3-157 0,-2 0-80 16,0 4-28-16,-2 2 290 0,-8 0-307 0,1 1-9 15,2 2 0-15,-1-2 0 0,2-1 0 0,3-2 0 16,-1-1 0-16,2-3 0 0,2 0 0 0,0-3 0 16,0-1 0-16,0-2 0 0,0 0 0 0,0-2 0 15,0-1 0-15,2 0 0 0,0-2 0 0,-2 1 0 16,0-1 0-16,0 0 0 15,0 0 0-15,0 0 0 0,0 0 0 0,0 0 0 16,2 0 0-16,-1 0 0 0,3-1 0 0,4-6 0 16,7-3 0-16,4-5 0 0,3-1 0 0,4-2 0 15,3-3 0-15,4-5 0 0,-4 1 0 0,8-10-136 0,-2-1-53 16,-3-5 84-16,-2-1-3 0,-5-1-140 16,-2 8 92-16,0-11 63 0,-11 17 0 15,0-1 68-15,-6 9-17 0,-4 0 0 0,-1 6 72 16,-1 0 127-16,0 6-39 0,-9 2 279 15,-3 5-246-15,-2 2-98 0,-2 0-44 0,2 0 313 16,-2 12-322-16,2 7 0 0,2 6 0 0,5 3 0 16,1 5 0-16,1 2 0 0,3 6 0 0,2 1 0 15,0-2 0-15,0 2 0 0,0-6 0 0,0 1 0 16,2 0 0-16,3-4 0 0,1-2 0 0,-1-5 0 16,0-2 0-16,-2-4 0 0,1-3 0 0,-1-2 0 15,-1-5 0-15,0-1 0 0,0-6 0 16,0 1-19-16,0-4-95 0,-2 0-635 0,1 0 353 15,1 0 175-15,0 0-516 0,3-2 353 16,-2-7 170-16</inkml:trace>
  <inkml:trace contextRef="#ctx0" brushRef="#br0" timeOffset="-210416.64">19605 5197 2918 0,'-6'-6'-26'0,"4"4"-1"0,0-1 2 0,2 2 1 0,0 0 16 0,0-2 8 0,0 3 0 0,4 0 0 0,13 0 0 0,6 0 0 0,-1 0 199 16,10 4 369-16,-2 0-263 0,0-1-254 0,-2 4-51 15,1-4 0-15,-5 0 0 0,8 2 0 0,-4 0-400 16,-1 0 106-16,1-2 167 0,-2 0 85 0,-4-1-401 16,6 2 201-16,-7 1 136 0</inkml:trace>
  <inkml:trace contextRef="#ctx0" brushRef="#br0" timeOffset="-209636.22">20459 5337 2039 0,'-3'-13'0'0,"-1"1"0"0,4 2 0 0,-2-6 0 0,0 1 0 0,1-1 0 0,-1-4 0 0,0 2 0 0,0 0 0 0,0-2 0 0,-1 3 111 15,-2 3-35-15,0 0 157 0,-1 3-96 0,1 2-39 16,-3 5-10-16,-2-1 120 0,1 4-84 0,-3 1-42 15,0 0 0-15,-3 10 5 0,0 12-10 0,0 2-37 16,3 7-1-16,5 1 65 0,0 5-32 0,5 1 10 16,2 1 51-16,0-3-114 0,0-2-19 0,2-4 0 15,3-10 0-15,6 5 0 0,-1-7 0 0,1-5 0 16,-2-3 0-16,-1-5 0 0,1-2 0 16,0-3 0-16,3 0 0 0,-1-4 0 0,2-15 0 0,1-1 0 15,-2-7 0-15,2-3 0 16,1-2 0-16,0-10 0 0,0 0 0 0,0-3-138 15,0-4-14-15,2-12 59 0,0 1 37 0,2-3-111 16,-1-4 66-16,-1 0 18 0,-1 16-9 0,-5 1-83 16,-6 16 67-16,-1 8 34 0,-2 1 1 0,-1 14 33 15,-1 2-9-15,0 3 668 0,0 6-311 0,-1 0-167 16,-9 23-83-16,0 11 217 0,-1-1-275 0,1 18 0 16,-1-1 0-16,2 5 0 0,2 1 0 0,2-1 0 15,3-10 0-15,2 11 0 16,0-8 0-16,0-4 0 0,2-8 0 0,7 2 0 15,4-6 0-15,4-5 0 0,0-4 0 0,-2-6 0 16,6-4 0-16,0-5 0 0,-1-6 0 0,6-2 0 16,-1 0 0-16,-2-6 0 0,0-8-146 0,4-8 39 15,-5-2 24-15,3-10-48 0,-3-3 46 0,-1-5 0 16,-4-5 46-16,0-5-92 16,0-4 36-16,-3-1 10 0,0 4-61 0,-5 7 54 0,-1 11 26 15,-5 2 203-15,-1 10-98 0,1 4-34 16,-3 8-1-16,0 3 492 0,0 7-242 0,-7 1-137 15,-4 6-27-15,-1 20 59 0,-4 13-149 0,5 5 0 16,-1 8 0-16,5 2 0 0,4 3 0 0,3 1 0 16,0-1 0-16,0-1 0 0,1-6 0 0,8 1 0 15,3-11 0-15,-1-1 0 0,2-1 0 0,-3-4 0 16,-1-12 0-16,-2 0 0 0,0-9 0 16,-2-2-96-16,-1-3-338 0,-2-3 199 0,0-5-491 15,-2 0 334-15,0 0 181 0,-4-7 86 0,-8-10-130 16,-3-5 107-16,0-4 55 0</inkml:trace>
  <inkml:trace contextRef="#ctx0" brushRef="#br0" timeOffset="-209474.98">20728 5166 2937 0,'-16'-20'0'0,"6"8"0"0,4 5 0 0,3 1 0 0,1-1 0 0,2 7 0 0,5-4 0 0,18 2 0 0,9 2 0 0,13 0 0 0,2 0 172 0,8 0-66 0,-2 0 403 0,4 3-302 15,-1 0-207-15,1 3 0 0,-4-5 0 0,-5 1 0 16,-9-2 0-16,1 0 0 0,-11 0-369 0,-4 2 98 15,-6-2 154-15,-6 2-657 0,-7-2 325 16,-4 0 215-16,-2 0 36 0,-5 2-186 0,-13 0 173 0</inkml:trace>
  <inkml:trace contextRef="#ctx0" brushRef="#br0" timeOffset="-209027.67">19500 4911 727 0,'0'0'0'0,"0"-2"0"0,0-2 0 0,0 1 0 0,0-1 0 0,0-3 0 0,0 0 0 0,0 4 0 0,0-3 0 0,0 1 0 0,1-1 42 0,1 2 118 16,0 0-59-16,0 0-29 0,0 4 10 0,1-3 39 15,-2 1-40-15,1 0 0 0,0 0 166 0,2 2-103 16,3 0-40-16,7 0 165 0,0 0-114 0,9 0-56 16,5 0-29-16,10 0 170 0,-1 0-89 0,14 0-59 15,-1 0-1-15,14-2-20 0,-4-2-29 16,0-1 0-16,-5-1 11 0,1 1-232 0,-1-3 110 0,-5 5 56 16,-4-1-200-16,-3 0 127 15,-6 2 75-15,-1 2-870 0,-2 0 425 0</inkml:trace>
  <inkml:trace contextRef="#ctx0" brushRef="#br0" timeOffset="-200213.8">17567 6135 466 0,'-2'-1'-2'0,"0"-5"1"0,2 2 0 0,0 0 1 16,0-1-1-16,0-1 1 0,0 2 0 0,0-1 0 0,0 2 0 0,0 2 0 0,0-1 90 0,0 2 11 0,0 0-56 0,0 0-1 0,0 0 160 15,0 0-77-15,0 0-39 0,0 0 13 0,0-2 133 16,0 2-92-16,0 0-45 0,0 0 187 0,0 0-116 16,0 0-47-16,0 0 128 15,0 0-100-15,0 0-49 0,2 0 0 0,2 0 123 16,4 0-74-16,-1 0-56 0,2 0 0 0,1 0 40 16,-1 0-41-16,4 0-1 0,-3 0 61 0,1 0-152 15,2 2 0-15,0 1 0 0,0 0 0 0,1-3 0 16,0 3 0-16,4-1 0 0,0 0 0 0,3 1 0 0,0 0 0 15,-1-1 0-15,6-2 0 0,-1 1 0 16,3-1 0-16,1 0 0 0,1 0 0 16,3 0 0-16,8 0 0 0,5 0 0 0,12-1 0 15,2-5 0-15,8-3 0 0,5-2 0 16,6 1 0-16,17-4 0 0,-8-1 0 0,11 0 0 0,1 4 0 16,-8-2 0-16,23 1 0 0,-7-2 0 0,0 2 0 15,5 2 0-15,-3 0 0 0,-14 3 0 0,18-1 0 16,-9-2 0-16,-1 3 0 0,3 2 0 0,-2-3 0 15,-9 0 0-15,16 0 0 0,-8-2 0 0,-1-2 0 16,0 1 0-16,-6-1 0 0,-17 3 0 16,5-2 0-16,-7 2 0 0,-8 2 0 15,-4-1 0-15,-6 2 0 0,-7 2 0 0,-3 0 0 16,-4 1 0-16,-11 1 0 0,-1 0 0 0,-10 1 0 16,-2-2 0-16,-4 1 0 0,-8 2 0 0,-1 0 0 15,-4-2 0-15,-3 2 0 0,0 0 0 0,-2 0 0 16,0 0 0-16,0 0 0 0,0 0 0 0,0-2 0 15,0 2 0-15,0 0 0 0,0-1 0 0,-2 1 0 16,-7 0-116-16,-1 0-1138 0,-5 10 590 16,-6 2 313-16</inkml:trace>
  <inkml:trace contextRef="#ctx0" brushRef="#br0" timeOffset="-199704.93">20491 5955 2946 0,'-3'-9'0'0,"-1"5"0"0,4 0 0 0,-2 0 0 0,0 1 0 0,2 0 0 0,-2 2 0 0,2-1 0 0,0 2 0 0,0 0 0 0,0 0 277 0,8 0-115 0,4 7-58 15,2 4 163-15,4 3-99 0,0 2-161 0,3 4-7 16,-3 1 0-16,5 0 0 15,-2 4 0-15,0 1 0 0,-3-2 0 0,-1 4 0 0,-2-3 0 0,0 2 0 16,-4-3 0-16,-4-5 0 16,4 1 0-16,-6-1 0 0,0-2 0 0,-3-2 0 15,2-3 0-15,-2-3 0 0,-1-3 0 0,1-3 0 16,-2-3 0-16,0 4 0 0,2-4 0 0,0 0 0 16,3-5 0-16,2-11 0 0,2-4 0 0,6-3 0 15,2 1 0-15,2-4 0 0,4-3 0 0,0 0 0 16,8-1 0-16,-1-1 0 0,1-1 0 0,-2 4 0 15,10-8 0-15,-3 4 0 0,2 2 0 0,-1 1 0 16,-1 2 0-16,-8 4 0 0,4 0 0 16,-6 7 0-16,-1-1 0 0,-7 6 0 0,-1 1 0 15,-4 3 0-15,1-1 0 0,-5 4 0 16,-2 1 0-16,0 2 0 0,-2-2 0 0,-3 2 0 16,0-2 0-16,0 3 0 0,-1 0 0 0,-1 0 0 15,0 0 0-15,0 0 0 0,0 0 0 0,0 0 0 16,0 0 0-16,0 0 0 0,0 0 0 0,0 0 0 15,0 0 0-15,0 0 0 0,0 0 0 16,0 0 0-16,0 0 0 0,0 0 0 0,0 0 0 16,0 0 0-16,0 3 0 0,0 7-345 15,0 10-1221-15</inkml:trace>
  <inkml:trace contextRef="#ctx0" brushRef="#br0" timeOffset="-187035.13">14707 6597 1940 0,'0'0'0'0,"0"-4"0"0,2 2 0 0,0-1 0 0,2-3 0 0,1-1 0 0,1 3 0 0,1-4 0 0,3 2 0 0,-1 3 0 0,2-1 188 0,1 2-62 0,1 0 109 16,0 2-96-16,0 0-47 0,3 0 26 0,-2 0-36 0,1 2 10 15,4 2-48-15,-2 1 71 0,0 1-35 16,0 1 0-16,-1-5-36 0,2 3-41 0,-2 0 41 16,-2-1 0-16,-2-2 0 0,-4 1-153 15,2-1 76-15,-3 0 50 0,-1 0-12 0,-1 1 39 16,-3-3-42-16,1 0-681 0,-2 0 292 0,-1 0 173 16,0 0 35-16,0 3-381 0,-1-3 258 15</inkml:trace>
  <inkml:trace contextRef="#ctx0" brushRef="#br0" timeOffset="-186652.44">14717 6588 2310 0,'-12'5'0'0,"4"8"0"0,-1-1 0 0,4-1 0 0,-1 2 0 0,0 1 0 0,2 1 0 0,4 2 0 0,0-1 0 0,0 5 0 0,0 3 408 0,0 0-181 0,4 5-82 16,2-1-55-16,2 5 28 0,-3 0-36 0,1 5-1 15,-3 5-37-15,-1-6-23 0,0 10-10 0,-2-4 32 0,0-1 1 0,0-6-61 16,-4 3 41-16,-3-4-11 0,2-1 91 16,-1-4-31-16,-2-1 1 0,4-10-38 15,-1 1-36-15,1-4 0 0,2-4 0 0,-1-3 0 16,1-3 0-16,2-1 0 0,0-1 0 16,0-2 0-16,0 1 0 0,0-3 0 0,0 1 0 15,0 3 0-15,2-2 0 0,7 2 0 16,3-1 0-16,2 1 0 0,3 0 0 0,3 0 0 15,1 0 0-15,2-1 0 0,-1-1 0 0,3 1 0 16,-2-1 0-16,-2-1 0 0,0 4 0 0,-2-3 0 16,-2 0 0-16,-2-1 0 0,-6-1 0 0,3 3 0 15,-3-3 0-15,-3 0 0 0,-1 0 0 0,1 0 0 16,-3 0 0-16,0 0 0 0,-1 0 0 0,2 0-179 16,-1-3 63-16,3-3-579 0,-1-2 324 15,4-6 163-15,1 0 70 0</inkml:trace>
  <inkml:trace contextRef="#ctx0" brushRef="#br0" timeOffset="-186425.28">15139 7143 3001 0,'0'-3'0'0,"0"1"0"0,0 2 0 0,0 0 0 0,0-2 0 0,4 2 0 0,5 0 0 0,2 0 0 0,3-2 0 0,4 2 0 0,5 0 338 0,1 0-148 15,-1 0-64-15,7 0 150 0,-1 0-276 0,-2 0 0 0,3 0 0 16,-2 0 0-16,-5 0 0 0,7 0 0 16,-9 0 0-16,-1 0 0 0,1 0 0 0,-4 0 0 15,-2-1-279-15,0-1 29 0,0-2 41 0,-1 1-302 16,0-3 209-16,1 2 120 0,4-4 76 16,2-2-577-16</inkml:trace>
  <inkml:trace contextRef="#ctx0" brushRef="#br0" timeOffset="-186242.79">15807 6983 2569 0,'6'5'0'0,"4"1"0"0,3-3 0 0,0 0 0 0,4-3 0 0,6 0 0 0,-1 0 0 15,8 0 0-15,2 0 0 0,-2 0 0 0,2 0 253 0,-2-3-107 0,-3 3-42 0,5-2-36 0,-12 1-359 16,4 1 166-16,-3 0 83 0,-3 0-245 0,-4 0 174 15,-1 0 72-15,-4 6-756 0,-3 3 398 0</inkml:trace>
  <inkml:trace contextRef="#ctx0" brushRef="#br0" timeOffset="-185901.97">15926 7215 2169 0,'-4'3'0'0,"4"1"0"0,0-2 0 0,0 0 0 0,2-2 0 0,9 2 0 0,5 0 0 0,0 1 0 0,5-1 0 0,0 6 0 0,-1-2 206 0,1 3-73 16,-2-2-50-16,-4 3-85 0,-2 1 43 0,-2 2 0 0,-5 1 0 15,-5 2-54-15,-1 1 21 0,0 5 0 16,-12 0 33-16,-7 0 74 0,-3-2-37 0,-3 0 10 0,0-4-47 16,1-2 169-16,-3-5-85 0,7-4-42 15,-1 1 193-15,2-4-117 0,5-2-159 0,5 0 0 16,-1 0 0-16,6 0 0 0,0 0 0 0,4 0 0 15,0 0 0-15,0 0 0 0,8 0 0 0,11 0 0 16,2 0 0-16,6-2 0 0,3 1 0 0,2-1 0 0,3-1 0 16,0 2 0-16,-1-3 0 0,0-2 0 15,-1 3 0-15,-3-3 0 0,-1 1 0 0,-3-1 0 16,-6 2 0-16,-1 0-562 0,-1-1 204 16,-7 1 159-16,-2 1 79 0,-4-4-257 0,2 1 157 15,-6-2 95-15,1-7 42 0</inkml:trace>
  <inkml:trace contextRef="#ctx0" brushRef="#br0" timeOffset="-185667.52">15685 6572 2793 0,'0'-12'0'0,"0"9"0"0,10-2 0 0,10-1 0 0,5-1 0 16,7-3 0-16,5 1 0 0,2 2 0 0,2-2 0 0,0-1 0 0,8 2 294 0,-8 3 135 0,10-3-199 0,-14 5-93 0,1-1-246 16,-7 0 75-16,-2 2 39 0,-8 1 11 0,-2 1-507 15,-10 0 266-15,0 0 135 0,-5 0 66 0,-3 0-691 16,-1 0 296-16,0 3 145 0,-12 3 116 0,-6-1-329 16,4 1 222-16</inkml:trace>
  <inkml:trace contextRef="#ctx0" brushRef="#br0" timeOffset="-185518.54">16012 6453 2548 0,'-9'1'0'0,"-1"7"0"0,5 3 0 16,-1 2 0-16,3 5 0 0,1 0 0 0,2 3 0 0,0 1 0 0,0 1 0 0,0 3 0 0,0-2 199 0,0-1-68 0,2 5-49 0,0-7 111 0,-1 5-76 0,1-3-36 16,0 0-1-16,2-1-597 15,-1-2 275-15,1-1 142 0,2-2 72 0,2-4-749 16,1-3 403-16</inkml:trace>
  <inkml:trace contextRef="#ctx0" brushRef="#br0" timeOffset="-185357.5">16167 6552 1910 0,'0'-7'0'0,"0"3"-1"0,-2 2 1 0,2 2 0 0,0 0 0 0,0 0 0 0,0 11 0 0,0 0 0 0,5 6 0 0,1 0 0 0,1 4 43 15,1 3 759-15,-4-1-380 0,-1 2-190 0,-1 1-94 16,0-4-118-16,-2 9-11 0,0-3 34 0,0 1-1 15,0 0-605-15,0 1 302 0,-5 1 163 16,-1 0-819-16,4-2 459 0</inkml:trace>
  <inkml:trace contextRef="#ctx0" brushRef="#br0" timeOffset="-185148.2">16691 7256 3125 0,'0'0'0'0,"1"0"0"0,3 0 0 0,-2 7 0 0,0-2 0 0,-1 5 0 0,-1-2 0 0,0 5 0 0,0 1 0 16,0 1 0-16,0 3 184 0,0 1-59 0,-3 2-32 0,-3 0-11 0,-1-3-41 0,-3 2-397 0,1-6 198 0,0 2 100 0,2-8 59 16,-4 0-604-16,4-3 321 15,2 0 162-15,1-5-24 0,2 0-562 0</inkml:trace>
  <inkml:trace contextRef="#ctx0" brushRef="#br0" timeOffset="-184974.73">16914 7009 3535 0,'15'-6'0'0,"5"3"-26"0,4-6 0 0,5 1 2 0,3-1 2 0,3 0 14 0,9 0 8 0,-5 2 0 0,0-1 0 0,-3 2 0 0,2 0 406 0,-1 3-310 0,-3 1-96 0,0 0 0 15,-6 0-45-15,-3 2-120 0,-2 0 98 0,-2 0-770 16,-3 0 439-16,-11 0 220 0,-2 9 109 0</inkml:trace>
  <inkml:trace contextRef="#ctx0" brushRef="#br0" timeOffset="-184659.17">17051 7134 2163 0,'0'4'0'0,"2"-1"0"0,9-1 0 0,1 1 0 0,8-3 0 0,1 0 0 0,5 0 0 0,-2 0 0 0,4 1 0 16,0 4 0-16,-1-1 75 0,-6 1 9 0,0 2 387 0,-1 2-71 0,-5 0-179 15,-4 3-91-15,-6 2-64 0,-3 0 11 0,-2 5-37 0,-3 1 0 16,-12 3 73-16,-6 0-62 16,0-2-51-16,-1-1 0 0,-1-1 0 0,1-2 0 15,5-4 0-15,0-2 0 0,6-3 0 0,1-3 0 16,5-1 0-16,1-2 0 0,4-1 0 15,0-1 0-15,0 0 0 0,5 0 0 0,13 0 0 0,2 0 0 16,1 0 0 0,3-1 0-16,-1-1 0 0,7-3 0 0,-4-1 0 0,-2-2 0 0,-3 2 0 0,0 1 0 15,-4 0 0-15,0 1 0 0,-8 0 0 0,2 0 0 16,-3-1 0-16,-2 0-386 0,-3 0 153 0,1-3-577 16,-2 0 385-16,0-4 192 15,-1-5-509-15</inkml:trace>
  <inkml:trace contextRef="#ctx0" brushRef="#br0" timeOffset="-184432.47">16914 6578 3070 0,'-6'-24'0'0,"6"13"0"0,0 6 0 0,4-5 0 0,13-2 0 0,5 0 0 0,4-1 0 0,4 3 0 0,2-1 0 0,8 1 0 0,-1 0 522 0,-5 3-242 15,3 2-221-15,1-1-59 0,-5 4 0 0,-2 0 0 16,-5 0 0-16,-5 0 0 0,-2 2 0 16,-6 0-82-16,-2 0 19 0,-3 0-671 0,-2 0 388 15,-5 0 192-15,-1 0-14 0,0 2-403 0,-1 6 266 16,-13-3 132-16,-1-1-391 0</inkml:trace>
  <inkml:trace contextRef="#ctx0" brushRef="#br0" timeOffset="-184274.98">17173 6464 1852 0,'-14'2'0'0,"3"2"0"0,4 1 0 0,-3 1 0 0,3 2 0 0,1 0 0 0,3 4 0 0,1 1 0 0,2 3 0 16,0 0 0-16,0 1 96 0,0 2 427 0,0-2-242 15,0 1-120-15,0 1-50 0,-2 0 177 0,2 0-123 16,-5-1-63-16,4-1-370 0,-1 0 154 0,-2 1 87 16,4-6-636-16,0-3 351 0,0 1 177 0,0-4 86 15,2-5-409-15,8-1 117 0,3 0 157 0</inkml:trace>
  <inkml:trace contextRef="#ctx0" brushRef="#br0" timeOffset="-184115.27">17248 6567 1941 0,'0'-4'0'0,"0"2"0"0,0 2 0 0,0 0 0 0,0 0 0 0,0 0 0 0,0 10 0 0,2-1 0 0,-1 4 0 0,3 3 0 0,-2 0 572 0,0 1-265 0,-1 2-134 0,-1-1 72 15,0 3-102-15,0-3-41 0,0 4-381 16,0-3 160-16,0-3 79 0,3 1 41 0,-1-2-609 0,0-4 335 15,3 1 151-15,3-4 81 0,3-3-723 0</inkml:trace>
  <inkml:trace contextRef="#ctx0" brushRef="#br0" timeOffset="-183685.91">17565 6491 2017 0,'12'-7'0'0,"2"2"0"0,4 1 0 0,3-1 0 0,2 1 0 0,0 0 0 0,7 1 0 0,-2 0 0 0,4 1 0 0,-3 1 0 0,1-2 300 0,-6 3-119 0,6 0-76 0,-11 0-32 16,2 0 77-16,-3 0-55 0,-5 0-17 0,-2 0-10 15,-3 0 106-15,-2 0-67 0,-2 0-33 16,-3 0 82-16,1 0-48 0,-2 0-39 16,0 0 107-16,0 3-176 0,0-2 0 0,0 1 0 15,0 4 0-15,0 0 0 0,-3 3 0 0,1 3 0 16,-2-1 0-16,2 5 0 0,0 6 0 0,0 0 0 15,2 4 0-15,-2 2 0 0,0 4 0 0,0 1 0 16,2 6 0-16,-1 7 0 0,1-3 0 0,0 1 0 16,0 1 0-1,0-2 0-15,0-2 0 0,1 8 0 0,5-8 0 0,-2-7 0 0,2 2 0 16,-3-4 0-16,1-6 0 0,-2 0 0 16,-2-1 0-16,0-6 0 0,0-4 0 0,0-2 0 15,-2-3 0-15,-7-3 0 0,-1-2 0 0,-3-3 0 16,1 2 0-16,-4-4 0 0,-3 0 0 0,-1 0 0 15,-5 0 0-15,1 0 0 0,-3 0 0 0,-1 0 0 16,-2 4 0-16,-4 0 0 0,0-1 0 0,2 3 0 16,-1-1 0-16,5 3 0 0,5-1 0 0,1 0 0 15,3 2-344-15,4-2-264 0,7-1 284 0,4 3 141 16</inkml:trace>
  <inkml:trace contextRef="#ctx0" brushRef="#br0" timeOffset="-183514.92">18416 7511 3931 0,'2'-3'0'0,"13"3"0"0,-7-2 0 0,-5-3 0 0,-1 0 0 0,-2 2 0 16,0-4 0-16,0-1 0 0,0 1 0 0,0-1 0 0,0 2 0 0,-3 3-498 0</inkml:trace>
  <inkml:trace contextRef="#ctx0" brushRef="#br0" timeOffset="-177514.9">29238 7085 530 0,'-3'-3'0'0,"-1"-3"0"0,-1 0 0 0,3 1 0 0,-3-3 0 0,2 3 0 0,1-1 0 0,-4 0 0 0,1 1 0 0,3-1 0 0,-3 1 84 0,0 1-31 0,2-2 33 15,-4 2 1-15,-1-2-41 0,1 2 41 0,1-1 0 16,-1 0-28-16,-3 0-12 0,2-1 67 0,1-1-33 16,2 2-1-16,-5 2-33 0,5-4 46 0,0 4-12 15,0 0-35-15,1 1 90 0,1-1-44 0,3 2-1 16,-2 1-32-16,-1 0 81 0,3 0-46 0,0 0-1 15,0 4 30-15,0 1-38 0,0 2 11 0,0-1-49 16,5 1 125-16,5 2-62 0,0-4-32 0,2-2 168 16,-2 1-87-16,3 1-63 0,2-4 1 15,0 1 21-15,3-2-35 0,-2 0-75 16,3 1-8-16,1-1 0 0,1 3 0 0,2-3 0 16,5 2 0-16,-1-1 0 0,1 1 0 0,4 0 0 15,1 0 0-15,2 2 0 0,10-3 0 0,-4-1 0 16,-2 3 0-16,14-3 0 0,-7 0 0 0,2 0 0 15,1 0 0-15,-3 0 0 0,-5 0 0 16,9 0 0-16,-2 0 0 0,-3 0 0 0,3 0 0 0,-4 0 0 16,-1 0 0-16,12 0 0 15,-5 0 0-15,1 0 0 0,0 0 0 0,-3 0 0 16,2 0 0-16,0 0 0 0,1 0 0 0,2 1 0 16,0 1 0-16,-2-2 0 0,9 0 0 0,5 0 0 15,-5 0 0-15,-8 0 0 0,3 0 0 0,1 0 0 16,-14 0 0-16,16 0 0 0,-11 0 0 0,-2 0 0 15,1 0 0-15,-7 0 0 0,6 0 0 0,0 0 0 16,0 0 0-16,-4 0 0 0,1 0 0 0,-3 0 0 16,5 0 0-16,-4-2 0 15,2 1 0-15,3-2 0 0,-3 2 0 0,1-1 0 16,5 0 0-16,-3-2 0 0,4 2 0 0,-3-1 0 16,1 0 0-16,-6 0 0 0,6-1 0 0,-2 2 0 15,-5-2 0-15,4 1 0 0,-5 0 0 0,-2-2 0 16,3 2 0-16,-3-3 0 0,2 2 0 0,-4-2 0 15,-1 2 0-15,-3-1 0 0,-1 2 0 0,-5-1 0 16,-3 0 0-16,-2-1 0 0,-5 4 0 16,-2 0 0-16,-4-1 0 0,-1-1 0 15,-6 2 0-15,1-1 0 0,0 2 0 0,-3 0 0 16,0 0 0-16,0 0 0 0,0-2 0 0,0 2 0 16,0 0 0-16,0 0 0 0,0 0 0 0,0-2 0 15,0 0 0-15,-3 0 0 0,3 0-309 0,-3-1 101 16,3-7-804-16</inkml:trace>
  <inkml:trace contextRef="#ctx0" brushRef="#br0" timeOffset="-177291.25">32707 6704 2277 0,'-1'0'0'0,"1"2"0"0,0 2 0 0,7-4 0 0,9 0 0 0,4 0 0 0,10 0 0 0,0 0 0 0,4 0 0 0,7 4 0 0,-1 3 554 0,-7 3-242 16,6-1-138-16,-3 4-64 15,-3 1 98-15,-3-4-81 0,-11 3-40 0,2 1-49 0,-7-3 6 0,-6-2-44 16,-5 2 0-16,-3 3 0 0,0 0 0 16,-30 6 0-16,-11 0 0 0,-13 5 0 15,-11 1 0-15,-2 0 0 0,8-2-93 0,-16 7-47 16,10-5 31-16,-2-1 62 0,4 5-818 0,1-6 409 16,4-3 194-16,-15 3-534 0</inkml:trace>
  <inkml:trace contextRef="#ctx0" brushRef="#br0" timeOffset="-175583.13">30757 5979 694 0,'0'-1'0'0,"-2"-2"0"0,0 1 0 0,2-1 0 0,0-1 0 0,0 1 0 0,0 0 0 0,-4 0 0 0,4 1 0 0,0-3 0 16,0 4 144-16,0 0-47 0,0-1-1 0,0-1-47 0,0 2 52 15,0-1-11-15,0 0-42 0,0 2 85 0,0-6-42 16,0 5 0-16,4-3-31 0,3 2 74 0,-2-2-42 16,0 1-1-16,4-2-43 15,2 4 67-15,-2-3-22 0,4 0-11 0,-1 0 16 16,-1 2-50-16,1 1 1 0,0-1-1 0,-2 0-12 16,4 1 13-16,0 1-1 0,-1 0-27 0,-1 0 27 15,4 0 0-15,-2 0 13 0,2 0-55 0,-1 0 43 16,2 0-1-16,-2 3-55 0,1 0 52 0,-2 3-2 15,2-2-1-15,-4 1-22 0,2 2 19 0,1-2-5 16,-2 1 5-16,2 1 5 16,0-2-6-16,-2 2-1 0,-1 2 1 0,4-2 31 15,-4 2-31-15,2 0 11 0,2-2 12 0,-4 1-20 16,0-2-2-16,1 4 4 0,0-2 40 0,-1-1 7 16,0 2-90-16,-3-1 0 0,3 1 0 0,-1 1 0 15,-2-3 0-15,1 3 0 0,1-1 0 0,1-1 0 16,-3 5 0-16,1-4 0 0,3 0 0 0,-3 1 0 15,3 1 0-15,-2 0 0 0,-3-2 0 0,5 3 0 16,-5-3 0-16,1 1 0 16,2 1 0-16,-2-2 0 0,-1 3 0 0,1-3 0 15,-1 3 0-15,0-3 0 0,-1 3 0 0,3-1 0 16,0 0 0-16,-2 0 0 0,1 1 0 0,0-1 0 16,1-2 0-16,-1 2 0 0,0 1 0 0,-2-2 0 15,3 3 0-15,-1-3 0 0,-1 1 0 0,0 1 0 16,1-1 0-16,-2 0 0 0,0-1 0 0,0 1 0 15,-2 0 0-15,1 0 0 0,-1-1 0 0,2 1 0 16,-3-2 0-16,3 3 0 0,-2-2 0 16,-2-2 0-16,2 2 0 0,3 1 0 15,-3-3 0-15,0 2 0 0,0-2 0 0,2-1 0 16,-5 2 0-16,6 0 0 0,-3-2 0 0,-2 1 0 16,2-1 0-16,-1 0 0 0,-1 2 0 0,5-4 0 15,-5 2 0-15,1 1 0 0,-1 2 0 0,2-3 0 16,-1 0 0-16,1 1 0 0,1 0 0 0,-3 1 0 15,3-1 0-15,-3-1 0 0,2 2 0 0,2-1 0 16,-4-1 0-16,2 1 0 16,0-1 0-16,-2 2 0 0,2-2 0 0,-5-2 0 15,5 2 0-15,-1 1 0 0,-1-2 0 0,2 1 0 16,-2 0 0-16,0-1 0 0,-1 2 0 0,3-1 0 16,0 1 0-16,-1-1 0 0,-1 1 0 0,2-1 0 15,0-2 0-15,-2 3 0 0,2 0 0 0,-3-1 0 16,3-1 0-16,-2 2 0 0,4-2 0 0,-6 1 0 15,4 1 0-15,-1-3 0 0,1 2 0 0,-2 0 0 16,2 2 0-16,1-3 0 16,-2 1 0-16,1 0 0 0,0 0 0 0,0-1 0 15,0 2 0-15,-1-2 0 0,2 1 0 0,-1-2 0 16,-2 1 0-16,-1 0 0 0,2-1 0 0,-1 1 0 16,-1 0 0-16,-1-1 0 0,1 1 0 0,1 0 0 15,-1-2 0-15,1 3 0 0,2-1 0 0,-2 1 0 16,1 1 0-16,-2-4 0 0,3 5 0 0,-2-2 0 15,0 0 0-15,2 1 0 0,2 0 0 16,-4-1 0-16,2 1 0 0,-1-1 0 0,2 0 0 0,-4 2 0 16,6 0 0-16,-5-1 0 15,2 1 0-15,1 3 0 0,-3-4 0 0,2 4 0 16,3-2 0-16,-5-2 0 0,2 6 0 0,1-5 0 16,0 3 0-16,-1-1 0 0,2-2 0 0,-2 1 0 15,1 3 0-15,1-5 0 0,1 2 0 0,-3 0 0 16,2-1 0-16,-2-1 0 0,2-1 0 0,1 2 0 15,-3-1 0-15,3 1 0 16,-4 0 0-16,4 0 0 0,0 2 0 0,-1-2 0 16,1-2 0-16,3 3 0 0,-2-1 0 0,0-1 0 15,1 1 0-15,1 0 0 0,-2-1 0 0,-2-1 0 16,2 1 0-16,-2-2 0 0,3 1 0 0,-3 2 0 16,2-1 0-16,-2 0 0 0,0 0 0 0,0 1 0 15,-2-2 0-15,6 2 0 0,-6-1 0 0,2 1 0 16,0-2 0-16,1 3 0 0,-1-1 0 0,-1-1 0 15,3 2 0-15,-1-1 0 0,0 0 0 0,-1 0 0 16,4 3 0-16,-2-3 0 0,-1 4 0 16,4-1 0-16,-1 1 0 0,1-2 0 15,1 3 0-15,1-2 0 0,1 1 0 0,0-1 0 16,3 1 0-16,-3 0 0 0,3-2 0 0,-2 4 0 16,3-2 0-16,-2 1 0 0,0 2 0 0,1 4 0 15,1-2 0-15,0-1 0 0,0 2 0 0,4 1 0 16,2 1-166-16,2-2 58 0,6 3 1 0,0-1-68 15,2-2 63-15,2-1 32 0,-3 1-275 0,12 2 159 16,-6-2 74-16,5 1 36 0,-2-1-437 0,5 0 238 16,-1-4 105-16,1-2 73 15</inkml:trace>
  <inkml:trace contextRef="#ctx0" brushRef="#br0" timeOffset="-167171.39">30206 6952 773 0,'0'-7'0'0,"0"3"0"0,0-2 0 0,0 5 0 0,0-4 0 0,0 2 0 0,0-1 0 0,-2 0 0 0,2 2 0 0,0 0 0 0,0 2 114 0,0 0-14 0,0 0-50 0,0 0 73 16,0 0-36-16,0 0 0 0,0 0-26 0,0 6 49 15,0 0-61-15,0 2 0 0,2 1 1 0,1 0 35 16,2 0 13-16,2 2-49 0,-4 2 35 0,3-1 0 16,-2 0-34-16,-3-1-1 0,1 0 74 0,1 3-74 15,-1-6 1-15,-2 4 30 0,0-3-30 16,0-1-1-16,0-4 13 0,0 1 35 15,0-1-48-15,0-3 1 0,0-1-1 0,0 0 78 16,-2 0-27-16,-3 0-12 0,2-1 106 0,0-10-73 16,-2-1-36-16,3-3 1 0,1 0-58 0,-1-2-13 15,2-1 34-15,0 1-101 0,0-1 50 0,0 2 0 16,0-1 64-16,0 4-66 0,0 1 0 16,0 4 53-16,0 0-11 0,0 1 9 0,0 4-48 0,0 1-10 15,0 1-142-15,0 1 81 16,0 0 24-16,0 0 1 0,0 9-83 0,0 6 59 15,0 0 33-15,0 4 107 0,-7 3-37 0,2 1 0 16,0-2-43-16,-1 3 160 0,1-4-72 0,1-1-32 16,-1 0 31-16,4-2-24 0,1-7 4 0,-2 1-16 15,2-2-40-15,0-4 0 0,0-2 0 0,0-2 0 16,0-1 0-16,0 0 0 0,0 0 0 0,0-1 0 16,0-9 0-16,0-2 0 15,0-4 0-15,0-3 0 0,2-2 0 0,1 1 0 16,2-1 0-16,0 1 0 0,1 1 0 0,-2-1 0 15,1 4 0-15,-2 7 0 0,-1-2 0 0,1 5 0 16,-1 2 0-16,0 0 0 0,-1 2 0 0,1 2 0 16,0 0 0-16,1 4 0 0,-2 8 0 0,1 2 0 15,-2 1 0-15,0 4 0 0,0 1 0 0,0-2 0 16,0 2 0-16,0-1 0 0,0-2 0 16,0-5 0-16,0 1 0 0,0-2 0 0,0-4 0 15,0 0 0-15,-2-6 0 0,2 1 0 0,0-2 0 16,-1 0 0-16,-4 0 0 0,2-3 0 15,1-7 0-15,-3-3 0 0,3-3 0 0,2-1 0 16,0 0 0-16,0-3 0 0,0-1 0 0,0 2 0 16,0 0 0-16,0 3 0 0,0 1 0 0,0 6 0 15,0-1 0-15,0 4 0 0,0 3 0 0,0 1 0 16,0 0 0-16,0 2 0 0,0 0 0 0,0 4 0 16,0 9 0-16,0 2 0 0,0 4 0 0,0-2 0 15,0 3 0-15,0 1 0 0,0-3 0 0,0 2 0 16,2-6 0-16,-2 1 0 15,3-5 0-15,-3-1 0 0,2-2 0 0,-2-1 0 16,0-5 0-16,0-1 0 0,0 0 0 0,0 0 0 16,0 0 0-16,0-2 0 0,0-12 0 15,0 1 0-15,0-4 0 0,0-2 0 0,2-1 0 0,1-1 0 16,2 0 0-16,-2 2 0 0,2 1 0 16,-2 3 0-16,-1 4 0 0,0-1 0 0,1 5 0 0,-1 4 0 15,-2 0 0-15,0 1 0 0,0 2 0 16,0 0 0-16,0 5 0 0,0 7 0 15,0 4 0-15,0 1 0 0,0 3 0 0,0 0 0 16,0 1 0-16,0 0 0 0,2-2 0 0,-2-3 0 16,0-2 0-16,1-1 0 0,-1-4 0 0,2-3 0 15,-2-2 0-15,0-2 0 0,0-1 0 0,0-1 0 16,0 0 0-16,0-1 0 0,0-11 0 0,0 1 0 16,0-4 0-16,0-2 0 0,0 1 0 0,0-2 0 15,0 3 0-15,2 3 0 16,-2 2 0-16,0 3 0 0,0 1 0 0,3 1 0 15,-3 4 0-15,0-2 0 0,0 3 0 0,1 0 0 16,-1 0 0-16,2 9 0 0,0 2 0 0,-1-2 0 16,1 1-64-16,1 3-21 0,-1-4-8 0,-2 0 43 15,2 4 1-15,1-5-278 0,1 1 127 0,-3 1 81 16,1 1 35-16,2 1-548 0,-2-2 292 0,2 6 145 16</inkml:trace>
  <inkml:trace contextRef="#ctx0" brushRef="#br0" timeOffset="-166668.92">30824 5946 1345 0,'0'-3'0'0,"0"2"0"0,0 1 0 0,0 0 0 0,0 0 0 0,0 0 0 15,-2 0 0-15,2 6 0 0,-2 1 0 0,2 4 0 0,-2 1 54 0,2 3 52 0,0 0-39 0,0 1-13 0,0 3 0 16,0 3-279-16,0-2 139 0,0 5 70 0,0-4-493 16</inkml:trace>
  <inkml:trace contextRef="#ctx0" brushRef="#br0" timeOffset="-166533.05">30850 6360 1568 0,'0'8'0'0,"0"3"0"0,-2-1 0 0,2-4 0 0,0-1 0 0,0-1 0 0,0 1 0 0,0-1 0 0,0 1 0 0,0 3 0 16,0 4 158-16,0 0-52 0,2 4-1 0,1 2-105 16,3 5-13-16,-3 2 67 0,2 0 0 0,-3 6-498 0</inkml:trace>
  <inkml:trace contextRef="#ctx0" brushRef="#br0" timeOffset="-166385.09">30845 6903 1749 0,'-3'6'0'0,"3"-1"0"0,0-1 0 0,0-4 0 0,0 0 0 0,0 0 0 0,0 0 0 0,0 0 0 0,0 2 0 0,0 2 0 0,0 4 161 0,3 1-54 0,2 1 1 15,-3 4-54-15,-1 1-464 0,1 2 226 16,-2 4 118-16,0-1-629 0</inkml:trace>
  <inkml:trace contextRef="#ctx0" brushRef="#br0" timeOffset="-165882.66">30217 7061 1254 0,'-3'0'0'16,"1"2"0"-16,2 0 0 0,0-2 0 0,0 0 0 0,0 2 0 0,-3-2 0 0,3 0 0 0,-2 1 0 0,2 3 0 0,-1 0-58 0,-1 2 55 0,0 3 1 0</inkml:trace>
  <inkml:trace contextRef="#ctx0" brushRef="#br0" timeOffset="-163632.4">30256 6961 946 0,'0'-7'0'0,"0"2"0"0,0-1 0 0,0 2 0 0,0-1 0 0,-2-1 0 0,2 2 0 0,-2 0 0 0,2 0 0 0,-1 2 0 0,1 1 66 16,-2-1 161-16,2 2-87 0,0 0-44 0,0 0 1 0,0 0 17 15,-2 0 13-15,2 2-74 0,0 7 147 0,0 3-73 16,0-1-38-16,0 4 1 16,0-1 98-16,0 3-73 0,-3-1-1 0,3-2-61 15,0 1 98-15,0 0-48 0,-2-5 12 0,2 1 4 16,0-1-1-16,-2-3-65 0,-1-3-1 0,3-2 73 15,-3-2-23-15,1 0-13 0,-1 0-27 0,-2 0-62 16,2-4 0-16,1-6 0 0,0-4 0 0,-1 0 0 16,3-3 0-16,0 1 0 0,0-3 0 0,0 1 0 15,0 0 0-15,0 2 0 0,0 1 0 16,0 3 0-16,0 1 0 0,0 3 0 0,0 3 0 0,3 3 0 16,-3 0 0-16,0-1 0 15,0 3 0-15,0 0 0 0,0 0 0 0,0 8 0 16,0 4 0-16,0 1 0 0,0 2 0 0,0 0 0 15,0 2 0-15,0-2 0 0,0 2 0 0,-3-4 0 16,3 0 0-16,-2-4 0 0,2 4 0 0,0-7 0 16,0 0 0-16,-3-2 0 0,3-1 0 0,0-3 0 15,0 2 0-15,0-2 0 0,0 0 0 0,0 0 0 16,0 0 0-16,0 0 0 0,0 0 0 0,0 0 0 16,0 0 0-16,-2 0 0 15,2 0 0-15,0 0 0 0,0 0 0 0,0 4 0 16,0 6-521-16,0 6-167 0,10 7 318 0</inkml:trace>
  <inkml:trace contextRef="#ctx0" brushRef="#br0" timeOffset="-158222.62">30222 6997 1096 0,'0'-3'0'0,"0"-1"0"0,0 2 0 0,-1 0 0 0,1-1 0 0,-2-1 0 0,-3-1 0 0,3 2 0 0,2 0 0 0,-3 2 0 0,1-2 173 0,2 0-48 0,-1 2-12 16,-1-2-61-16,2 2 62 0,0-1 1 0,-2 0-63 16,2 2 61-16,0-1-13 0,0 1-48 0,-2 0 0 15,1 0-45-15,-4 0 0 0,2 5 58 0,-4 4 41 16,2 0-54-16,2 3 0 0,1-1 0 0,0 1 56 15,2-3-44-15,0 2-12 0,0-2 0 0,0 1 28 16,0-2-28-16,4-5 0 0,1 1 60 0,1-2-60 16,3-2 0-16,1 0-1 0,-2 0 54 0,2-2-1 15,0-9-39-15,0-1-36 16,0-1 23-16,-2-2 0 0,2 0 0 0,-5 1-65 16,0-2 26-16,-3 3 0 0,0 4 39 0,0-2-108 15,-2 3 51-15,0 0-8 0,0 4 13 0,-7 3 33 16,-4-1-21-16,-5 2 17 0,2 0-55 0,-2 7 6 15,1 4 28-15,2 1 73 0,1 3-62 0,4-3 0 16,2 5 5-16,3-1 24 0,3-1-20 0,0 0-27 16,0-1-1-16,2-3 0 0,6 0 0 15,4-2 0-15,-1-1 0 0,1-3 0 16,0-3 0-16,1-2 0 0,2 0 0 0,-2 0 0 16,-1 0 0-16,-1-6 0 0,-2-3 0 0,-2 0 0 15,0-2 0-15,-4 0 0 0,1-3 0 0,-3 3 0 16,2 0 0-16,-3 2 0 0,0-1 0 0,0 0 0 15,0 2 0-15,-4 3 0 0,-2 2 0 0,-2-1 0 16,-2 1 0-16,-2 3 0 0,0 0 0 0,1 3 0 16,-1 5 0-16,0 4 0 15,6 2 0-15,-1-5 0 0,2 6 0 0,2-4 0 16,3 2 0-16,0-4 0 0,0-1 0 0,0 1 0 16,5-3 0-16,2 1 0 0,2-6 0 0,3 1 0 15,0-2 0-15,1 0 0 0,-4-2 0 0,2-4 0 16,-3-3 0-16,-1-1 0 0,-2 4 0 0,-1-5 0 15,-2 2 0-15,-1 2 0 0,-1-1 0 0,0 2 0 16,0 0 0-16,-3 3 0 0,-4 2 0 0,-7-2 0 16,3 3 0-16,-1 0 0 15,0 0 0-15,1 0 0 0,-1 7 0 0,5-1 0 16,-1 2 0-16,3-1 0 0,0 3 0 0,2-5 0 16,1 3 0-16,1 0 0 0,1-3 0 0,0-1 0 15,0-1 0-15,0 1 0 0,0-2 0 0,0 0 0 16,0 0 0-16,0 1 0 0,1-2 0 0,4 2 0 15,0 1 0-15,2 3 0 0,3 5-189 0,-2 1-214 16,2 6 162-16</inkml:trace>
  <inkml:trace contextRef="#ctx0" brushRef="#br0" timeOffset="-152600.42">29489 7146 912 0,'-6'0'0'0,"2"0"0"0,1 0 0 0,0 0 0 0,1 0 0 16,0 0 0-16,1 0 0 0,-1 0 0 0,0 0 0 0,2 0 0 0,0 0 201 0,0 0-81 0,0 0-35 0,0 0 0 0,0 0 68 15,0-3-51-15,0 1 13 0,0 1-64 0,0-1 92 16,0 0-46-16,2 0 0 16,3-1 47-16,0-1-33 0,2 1-14 0,4-5-46 15,-2 2 150-15,-1 0-75 16,4-2-38-16,-6 3 53 0,1-1-52 0,3 2 1 0,-2-3-40 0,-3 0 103 16,2 1-52-16,0 1 14 0,-2 0 16 0,1-1-49 15,-1-3-82-15,0 2 0 0,4-2 0 0,-2-1 0 16,2 0 0-16,-2-2 0 0,3-2 0 0,-2 4 0 15,2-2 0-15,-3-1 0 0,2 2 0 0,-2-1 0 16,0 3 0-16,0-2 0 16,-4 3 0-16,3-1 0 0,1 0 0 0,-5 2 0 15,1-2 0-15,1 4 0 0,-2-1 0 0,-1 1 0 16,1 0 0-16,0-2 0 0,-1 2 0 0,-1-1 0 16,2 0 0-16,-2-1 0 0,0 2 0 0,2-2 0 15,-2 0 0-15,2 1 0 0,-1 1 0 0,2-3 0 16,0 1 0-16,-1 2 0 0,-2-4 0 0,5 2 0 15,0 0 0-15,-1-1 0 0,2 1 0 0,-4-3 0 16,6 2 0-16,-5 0 0 0,3-1 0 0,-1 1 0 16,1-4 0-16,-4 3 0 15,6-1 0-15,-3 1 0 0,-1-1 0 0,1-1 0 16,-2 1 0-16,2 1 0 0,-2 0 0 0,2-1 0 16,-2 1 0-16,1 0 0 0,-3 0 0 0,4-1 0 15,-3 3 0-15,0-3 0 16,3 1 0-16,-5-1 0 0,5 2 0 0,0 0 0 0,-2-2 0 0,2-1 0 15,-1 3 0-15,2-3 0 16,1 2 0-16,-1-2 0 0,1 1 0 0,1 0 0 16,-1 0 0-16,1 0 0 0,-1-2 0 0,1 4 0 15,-2-2 0-15,2 3 0 0,-4-1 0 0,3-1 0 16,-2-2 0-16,1 5 0 0,-1-4 0 0,2 3 0 16,-5 0 0-16,5-2 0 0,-2 2 0 0,0-2 0 15,2 2 0-15,-1-2 0 0,1 3 0 0,0-2 0 16,0 1 0-16,0-1 0 0,0 1 0 0,0-1 0 15,1 1 0-15,-4 1 0 0,5 0 0 0,-2-2 0 16,-1 3 0-16,0 0 0 0,4-1 0 0,-3 0 0 16,-2 0 0-16,3 1 0 15,3-3 0-15,-4 3 0 0,5-1 0 0,-1-2 0 16,0 1 0-16,0 1 0 0,3-1 0 0,-3 0 0 16,2-1 0-16,-1 2 0 0,-2-1 0 0,2-1 0 15,1 0 0-15,-4 3 0 0,2-1 0 0,-1-1 0 16,-1 1 0-16,0 1 0 0,3-1 0 0,-1-2 0 15,1 3 0-15,0-3 0 0,3 1 0 0,-3 2 0 16,2-1 0-16,-2-2 0 0,0 3 0 16,1-1 0-16,-1 0 0 0,1 1 0 15,-3-1 0-15,2 2 0 0,1-2 0 0,-3 2 0 16,-1-1 0-16,2 2 0 0,-1-1 0 0,1-2 0 16,0 1 0-16,2 3 0 0,-2-4 0 0,0 2 0 15,1 3 0-15,-1-3 0 0,1 0 0 0,0 2 0 16,2-2 0-16,-1 3 0 0,1-4 0 0,-2 1 0 15,0 3 0-15,4-3 0 0,-4 2 0 0,3 0 0 16,-2-2 0-16,2 2 0 16,-3 1 0-16,4-1 0 0,-4-1 0 0,5 2 0 15,-5 1 0-15,4 0 0 0,-3 0 0 0,-1-2 0 16,1 2 0-16,-1 0 0 0,1 0 0 0,-1 0 0 16,-2 0 0-16,3 0 0 0,-4 0 0 0,1 0 0 15,1 0 0-15,-2 0 0 0,-2 0 0 0,-1 0 0 16,2 0 0-16,-1 0 0 0,-2 0 0 0,-1 0 0 15,-1 0 0-15,2 0 0 0,1 0 0 0,-1 2 0 16,-1-1 0-16,1 4 0 16,-2-4 0-16,2 1 0 0,3 0 0 0,-3 0 0 15,2 2 0-15,-2-2 0 0,0 0 0 0,3-1 0 16,-1 1 0-16,-2 2 0 0,2-1 0 0,-2-1 0 16,5 1 0-16,-5 0 0 0,1 1 0 0,3 0 0 15,-3 0 0-15,1 2 0 0,1-4 0 0,1 5 0 16,-1-3 0-16,-1 1 0 0,1 1 0 15,2-1 0-15,0 1 0 0,0-1 0 0,-1 1 0 0,0 0 0 16,-2-1 0-16,3 1 0 0,-1-1 0 16,-2-1 0-16,2 2 0 0,-2-1 0 15,0 2 0-15,0-1 0 0,0-1 0 0,-2 0 0 16,0 1 0-16,2 0 0 0,1-1 0 0,-1 3 0 16,-2-3 0-16,3 1 0 0,-4 1 0 0,5 0 0 15,-2-1 0-15,0 0 0 0,0 0 0 16,2 0 0-16,-2 0 0 0,-2 1 0 0,2-3 0 0,3 5 0 15,-5-3 0-15,2-1 0 0,-1 3 0 0,-1-1 0 16,2-1 0-16,-2 1 0 16,0-1 0-16,-2 1 0 0,4 0 0 0,-2 1 0 15,1 0 0-15,-2 0 0 0,2-1 0 0,-2 1 0 16,3-1 0-16,-1 2 0 0,-1-1 0 0,-2-1 0 16,4 1 0-16,-2-1 0 0,0 1 0 0,2-1 0 15,-2-1 0-15,-2 2 0 0,2-1 0 0,4-1 0 16,-4 1 0-16,1-1 0 0,-1-1 0 0,2 4 0 15,-2-4 0-15,0 1 0 16,1-1 0-16,-1 0 0 0,0 2 0 0,-1 0 0 16,-1-1 0-16,1 1 0 0,-1 1 0 0,0-1 0 15,3 1 0-15,-4 2 0 0,5-4 0 0,-4 3 0 16,1-1 0-16,1 0 0 0,0-1 0 0,1 1 0 16,-1-1 0-16,0 1 0 0,-1-2 0 0,1 1 0 15,0-1 0-15,1 1 0 0,-4-1 0 0,5 2 0 16,-6-3 0-16,3 2 0 15,-1 1 0-15,2 0 0 0,-5-1 0 0,6 2 0 16,-2-1 0-16,-1 1 0 0,1 1 0 0,-1 0 0 16,2-2 0-16,0 5 0 0,1-5 0 0,-1-1 0 15,1 5 0-15,-1-3 0 0,0 2 0 0,0-3 0 16,1 3 0-16,-3-1 0 0,3 1 0 0,-3 0 0 16,0 2 0-16,-1 1 0 0,3-2 0 0,-3 2 0 15,-2-1 0-15,3 2 0 0,0-2 0 0,0 1 0 16,-1-2 0-16,0-1 0 0,0 3 0 0,-1-3 0 15,1 2 0-15,1-1 0 0,-3 1 0 0,2-4 0 16,3 4 0-16,-3-1 0 16,0-1 0-16,-1 0 0 0,2 0 0 0,-1-2 0 15,-1 2 0-15,1-2 0 0,0-2 0 0,1 1 0 16,-1-3 0-16,1 1 0 0,-1-2 0 0,-2-1 0 16,3-1 0-16,-1 2 0 0,0-2 0 0,0-2 0 15,-1 1 0-15,-1 1 0 0,2-2 0 0,-2 2 0 16,3 0 0-16,-2 1 0 0,1 0 0 0,-2 1 0 15,2 1 0-15,-1 1 0 16,1 1 0-16,-2 1 0 0,0 3-130 0,-3 1-1027 0</inkml:trace>
  <inkml:trace contextRef="#ctx0" brushRef="#br0" timeOffset="-150793.37">29528 7086 1226 0,'0'0'0'0,"0"0"0"0,0 0 0 0,0 0 0 0,0 0 0 0,0 0 0 0,0 0 0 0,0 0 0 0,0 0 0 0,0-1 0 0,0 0 151 0,0-1-55 0,0-2 31 15,0 0-37-15,3 0 0 0,0-1-38 0,2-3 110 16,0 2-62-16,2-3 1 0,-2 0 63 0,3-3-56 16,1 1 0-16,2-2-42 0,-1 1 59 0,1-2-36 15,0 0-1-15,-1 0-36 0,4-1 56 0,-2-2 13 16,1 2-69-16,-4-2 33 0,1 1 0 0,-1 0-32 15,-1 2-1-15,0-4 37 16,1 5-36-16,-3-1-1 0,1-1-1 0,1 2 1 16,-3 0 0-16,2 0-21 0,-2-3-31 0,3 4 0 15,0-1 0-15,1-2 0 0,-1 0 0 0,2-1 0 16,-1 2 0-16,-1-1 0 0,5-3 0 0,-5 0 0 16,4 1 0-16,-2 0 0 0,0 1 0 0,0-1 0 15,2-1 0-15,-4 2 0 0,2-1 0 0,-3 2 0 16,1 0 0-16,0-1 0 0,-1 2 0 0,0-1 0 15,-1 1 0-15,1 2 0 0,1-2 0 16,1 3 0-16,1-4 0 0,1 2 0 16,0 0 0-16,3 0 0 0,-2 1 0 0,4-1 0 15,-3 0 0-15,1 2 0 0,2-1 0 0,0 1 0 16,-4-1 0-16,1 2 0 0,0 1 0 0,-1-1 0 16,3-1 0-16,-5 3 0 0,2-1 0 0,1 0 0 15,-1-1 0-15,-1 2 0 0,1-1 0 0,3-1 0 16,-2 2 0-16,3-2 0 0,0 2 0 15,-2-1 0-15,3 1 0 0,3-1 0 0,-3 2 0 0,3-3 0 16,-3 3 0-16,3 0 0 16,-2-2 0-16,2 3 0 0,-3 0 0 0,-2-2 0 15,1 2 0-15,-2 0 0 0,1 3 0 0,-4-1 0 16,2-2 0-16,-1 5 0 0,0-3 0 0,0 2 0 16,1-2 0-16,0 3 0 0,-1-1 0 0,3-1 0 15,2 3 0-15,-1-1 0 0,3 1 0 0,-3-2 0 16,5 0 0-16,-2 2 0 0,3 0 0 0,-2 0 0 15,-2 0 0-15,2 0 0 16,-3 0 0-16,1 0 0 0,-3 0 0 0,0 0 0 16,0 0 0-16,0 0 0 0,0 0 0 0,0 0 0 15,-2 0 0-15,2 0 0 0,-1 0 0 0,-1 0 0 16,2 0 0-16,-3 0 0 0,1 0 0 0,1 0 0 16,0 0 0-16,-2 0 0 0,0 0 0 0,3 0 0 15,-2 0 0-15,0 0 0 0,-3 0 0 0,5 0 0 16,-3 0 0-16,0 2 0 0,1 0 0 0,0-1 0 15,-1 2 0-15,3 0 0 16,-5-2 0-16,3 2 0 0,-1 1 0 0,-1-2 0 16,-4 2 0-16,5-2 0 0,-5 1 0 0,4 0 0 15,-4 1 0-15,0 2 0 0,0-2 0 0,2 2 0 16,-2-1 0-16,0 1 0 0,0 0 0 0,2 0 0 16,-2 0 0-16,0-2 0 0,-1 4 0 0,4-2 0 15,-3 1 0-15,0-2 0 0,1 4 0 0,2-2 0 16,-4 0 0-16,1 1 0 0,3 0 0 15,-2-1 0-15,-1 0 0 0,0 3 0 0,1-3 0 16,0 1 0-16,-1 2 0 0,0-3 0 16,1 2 0-16,0-2 0 0,-1 3 0 0,0-3 0 15,1 1 0-15,0-1 0 0,-1 3 0 0,0-1 0 16,0-1 0-16,2-1 0 0,-4 1 0 0,2 1 0 16,-2-1 0-16,2 1 0 0,-1-2 0 0,-1 3 0 15,2-3 0-15,-2 3 0 0,-1-1 0 0,2 0 0 16,0 1 0-16,-2 1 0 0,4-2 0 0,-2-2 0 15,-1 6 0-15,2-3 0 16,-3 2 0-16,4-1 0 0,-2 1 0 0,0-2 0 16,0 4 0-16,1-3 0 0,-2 2 0 0,-1 1 0 15,1-1 0-15,0 0 0 0,3 2 0 0,-5-2 0 16,2 2 0-16,0-2 0 0,-1 2 0 0,1-2 0 16,3 0 0-16,-3 3 0 0,0-4 0 0,0 2 0 15,2-2 0-15,1 2 0 0,-3-1 0 0,-2 1 0 16,2 0 0-16,0 0 0 0,-1-1 0 0,-1-2 0 15,2 5 0-15,-4-4 0 16,3 2 0-16,-2-1 0 0,1-1 0 0,0-1 0 16,-1 4 0-16,1-5 0 0,1 0 0 0,-1 1 0 15,2-2 0-15,-2 3 0 0,0-3 0 0,1-2 0 16,1 3 0-16,0-3 0 0,-1 1 0 0,-1 0 0 16,3-3 0-16,-4 1 0 0,1 1 0 0,2-2 0 15,-3 2 0-15,1-3 0 0,1 0 0 0,-3 3 0 16,1-3 0-16,0-1 0 0,1 1 0 0,-2 0 0 15,1-1 0-15,1 0 0 16,-3-2 0-16,2-1 0 0,-2 2 0 0,0-2 0 16,0 0 0-16,0 0 0 0,2 0 0 0,-2 0 0 15,0 0 0-15,0 0 0 0,0 0 0 0,0 0 0 16,0 0 0-16,0 0 0 0,0 0 0 0,-2 0 0 16,-11 11 0-16</inkml:trace>
  <inkml:trace contextRef="#ctx0" brushRef="#br0" timeOffset="-149694.35">30234 7140 792 0,'-5'-7'0'0,"0"1"0"0,3 3 0 0,-1-4 0 16,1 0 0-16,-1 1 0 0,1-3 0 0,-1 0 0 0,3 1 0 0,-2 0 0 0,2 1 54 0,0 0-1 0,0-1 63 0,0 2-63 15,0 0 1-15,0 3-3 0,0-3 2 0,0 4 1 0,0 1 13 16,0-2 51-16,0 2-65 0,0 1 1 0,0 0-1 16,0 0 51-16,0 0-37 0,0 0-14 15,0 0-13-15,0 0 13 0,0 1 1 0,0 3-1 16,0 2 91-16,0-1-52 0,0 1 0 0,0 0 9 16,0-2 1-16,0 0-49 0,0-1 14 0,0-1 32 15,0-2-45-15,0 2-1 0,0-2 1 0,0 0 65 16,0 0-52-16,0 0-14 0,0 0 107 0,0 0-54 15,0 0 0-15,0 0-52 16,0 0 22-16,0 0-23 0,0-2 1 0,0 0-86 16,0 0 43-16,0 2 0 0,0-1 56 0,0 1-168 15,2 0 64-15,6 1 44 0,5 14-2 0</inkml:trace>
  <inkml:trace contextRef="#ctx0" brushRef="#br0" timeOffset="-147531.18">29578 5957 1730 0,'-2'-9'0'0,"2"3"0"0,-2 2 0 0,2 0 0 0,-1 2 0 0,1 1 0 0,0-2 0 0,0 2 0 0,0-1 0 0,0 2 0 0,0 0 110 0,0 0 28 16,0 3-40-16,0 9 0 0,0 1-25 0,0 2 41 0,0 2 1 16,0 7-57-16,0 2 0 0,0 4 115 0,0 1-43 15,0 7-14-15,0 6 61 16,0 1-59-16,0 6 0 0,0 13-60 0,0-9 193 15,3 18-103-15,1-5-98 0,0-2-50 0,0-3 0 16,-3-1 0-16,2-5 0 0,-3 10 0 0,0-7 0 16,0-2 0-16,0 4 0 0,-6-2 0 0,0-8 0 15,0 4 0-15,1-6 0 0,0-1 0 0,3-4 0 16,-2-4 0-16,2-5 0 0,0 2 0 0,0-4 0 16,2 0 0-16,0-5 0 0,0-3 0 0,0-3 0 15,0-1 0-15,0-3 0 0,0-4 0 0,0-1 0 16,0-4 0-16,0-2 0 15,0-1 0-15,2 0 0 0,0-2 0 0,0-1 0 16,-1 0 0-16,2-2 0 0,-1-1 0 0,-2 1 0 16,0 0 0-16,2-2 0 0,-2 0 0 0,0 0 0 15,0 0 0-15,0 0 0 0,0 0 0 0,0 0 0 16,3 0 0-16,-1 0 0 0,0 0 0 0,1-5 0 16,3-5 0-16,6-2 0 0,4-3-17 0,10-3-980 15</inkml:trace>
  <inkml:trace contextRef="#ctx0" brushRef="#br0" timeOffset="-146144.79">31871 5821 778 0,'5'-18'-2'0,"-3"1"2"0,3 2 0 0,-1-1 0 0,2 4 0 0,-1-5 0 0,-2 1 0 0,2 4 0 0,0-1 0 16,-1 1 0-16,-2 4 129 0,-1-1-13 0,1 2-59 0,-2 1 144 16,0 1-72-16,0 2-1 0,0 2-56 0,0-1 210 15,0 0-112-15,0 2-56 0,0 0 173 0,0 0-100 16,0 0-72-16,3 0 0 0,-2 0-32 0,1 4-26 16,3 3 1-16,0 2 14 0,0 1 75 0,2 1-45 15,-1 3 1-15,-1 1 10 0,2 0 0 0,-2 1-41 16,2 3-14-16,1 1 17 15,0-1-75-15,1 4 0 0,-2 0 0 0,4-1 0 16,-2 5 0-16,-1-1 0 0,5 2 0 0,-4-3 0 16,-1 1 0-16,-3-1 0 0,6 4 0 0,-6 1 0 15,1-3 0-15,0 4 0 0,-4-1 0 0,0 1 0 16,4-2 0-16,-4 2 0 0,1-1 0 0,-1 0 0 16,1 0 0-16,1 1 0 0,-3 2 0 0,4 0 0 15,0 1 0-15,-2 0 0 0,1 2 0 0,-1-2 0 16,-1 1 0-16,-1 0 0 15,-1 4 0-15,0-2 0 0,0 0 0 0,-1 1 0 16,-6 5 0-16,-1-9 0 0,0 11 0 0,-1-5 0 16,2 1 0-16,1-7 0 0,-1 5 0 0,4 1 0 15,-1-5 0-15,3-1 0 0,-1 4 0 0,0-5 0 16,2-2 0-16,0 1 0 0,0-4 0 0,0-1 0 16,0 2 0-16,0-3 0 0,0 4 0 0,-1-4 0 15,-3 1 0-15,-2-1 0 0,1 0 0 16,2-2 0-16,-2 5 0 0,-1-3 0 15,3-5 0-15,1-1 0 0,-1 1 0 0,0-4 0 16,3-4 0-16,0-1 0 0,0-1 0 0,0-2 0 16,0 0 0-16,0-5 0 0,0 2 0 0,0 0 0 15,3-3 0-15,0-1 0 0,-1 2 0 0,-2-2 0 16,0-2 0-16,0 2 0 0,0-2 0 0,0 1 0 16,0-1 0-16,0 0 0 0,0 0 0 0,0 0 0 15,0 0 0-15,0 0 0 0,0 0 0 16,0 0 0-16,0 0 0 0,0 0 0 15,0 0 0-15,0-1 0 0,0-4 0 0,0 0 0 16,0 0 0-16,0 0 0 0,0 0 0 0,0 1 0 16,0-2 0-16,0 1 0 0,0 1 0 0,0 1 0 15,0-2 0-15,-2 0 0 0,-1 2 0 0,-2-1-2 16,5 0-143-16,-5 1-692 0,2-1 391 0,0 2 194 16,-1 0-397-16,-1-2 304 0,3 3 146 0,-4-1 71 15,3-1-114-15,-1 0 94 16,1 1 34-16,0-4 145 0,1 2-42 0,0-3 0 15,-3 0-43-15,3-1 148 0,2-2-88 0,-3-3-23 16,1 2 0-16,-2 0 373 0,2 0-172 0,0-3-114 16,1 3 549-16,-1-2-296 0,2 0-89 0,-2 1-89 15,2 0 303-15,0 0-198 0,0 2-84 0,0-6-63 16,0 4 234-16,0-1-142 0,0 2-139 0,0-2-56 16,0 4 0-16,0-5 0 0,0 2 0 0,0 0 0 15,0 1 0-15,0-2 0 0,0 2 0 0,0-2 0 16,0 1 0-16,0-1 0 0,0 2 0 15,0 0 0-15,0 0 0 0,0-5 0 16,2 5 0-16,0-4 0 0,-1 0 0 0,5 0 0 16,-2-2 0-16,1-2 0 0,4-2 0 0,-3-3 0 15,4 0 0-15,-2-3 0 0,1-3 0 0,-1 0 0 16,2 0 0-16,0-2 0 0,-5 3 0 16,2-2 0-16,1 5 0 0,-5-4 0 0,1 1 0 0,-1 3 0 15,-1 2 0-15,0-2 0 0,-1 3 0 16,-1 1 0-16,2-3 0 0,-2 3 0 15,0-1 0-15,3 0 0 0,-1 2 0 0,-2-4 0 16,0 0 0-16,0 4 0 0,0-1 0 0,2-1 0 16,-2 1 0-16,4 1 0 0,-4 3 0 0,0-1 0 15,0 4 0-15,0 1 0 0,0-1 0 0,0 5 0 16,0 2 0-16,0-1 0 0,0 3 0 0,0 1 0 16,0 1 0-16,0 2 0 0,-4-1 0 0,2 3 0 15,0 0-395-15,-3 0 81 0,-3 14 136 16</inkml:trace>
  <inkml:trace contextRef="#ctx0" brushRef="#br0" timeOffset="-135330.71">5837 9260 2095 0,'-21'-15'0'0,"1"6"0"0,5 5 0 0,-3-2 0 0,3 1 0 0,0-3 0 0,4 1 0 0,3-1 0 0,2-3 0 0,2 0 0 0,3-2 130 0,1-5-45 0,0-5 88 16,9 1-66-16,5-1-24 0,-2-3 108 0,4 2-75 15,0 2-37-15,-2 5 0 0,-2-2 136 0,3 6-78 16,-3 1-53-16,0 3 100 0,-1 3-72 0,1 3-51 15,-2 1-61-15,3 2 0 0,0 0 0 0,2 0 0 16,2 2 0-16,-2 9 0 0,6 4 0 16,-4 0 0-16,5 6 0 0,-5 1 0 0,-2 5 0 0,0 1 0 15,-2 4 0-15,-5 2 0 16,-3 1 0-16,-3 1 0 0,0 1 0 0,-2 2 0 16,0-2 0-16,-11 2 0 0,-8 4 0 0,-1-3 0 15,-7-3 0-15,-3 2 0 0,-3-3 0 0,-3-2 0 16,-2-2 0-16,-1-5 0 0,2-7 0 0,7-3 0 15,-2-6 0-15,5-3 0 0,4-5 0 0,3 2 0 16,5-5 0-16,5 0 0 0,5 0 0 0,0 0 0 16,5 0 0-16,0 0 0 0,0 0 0 15,0-3 0-15,1 1 0 0,12-4 0 16,2 3 0-16,4-3 0 0,5 2 0 0,1 0 0 16,-1 1 0-16,10-3 0 0,-4 5 0 0,1-1 0 0,-2 0 0 15,4 0 0-15,-1 2 0 0,1-2 0 0,1 2 0 16,-4 0 0-16,-2-2 0 0,0 2 0 0,-9-1 0 15,5-1 0-15,-2 0 0 0,-3-2 0 16,4-1 0-16,0-3-465 0,-3-2 14 0,9-3 211 16,-3-6 100-16,6-7-327 0,-2-4 213 0,0-9 107 15</inkml:trace>
  <inkml:trace contextRef="#ctx0" brushRef="#br0" timeOffset="-135023.74">6536 8913 2371 0,'-3'-2'0'0,"1"1"0"0,0 1 0 0,0 0 0 0,2 0 0 0,0 3 0 0,0 6 0 0,0 2 0 0,6 0 0 0,3 1 0 0,3 1 382 0,0-1-171 0,6-1-85 15,-1-2-27-15,1-3-19 0,-1-1-11 16,1-3-29-16,-2 0-29 0,-1-2 30 0,-1 0-1 16,-4 0 10-16,-2-2 9 0,-1-9-18 0,-3 0-1 15,0-2 0-15,-4-3 154 0,0-3-157 0,0-1-37 0,0-3 0 16,-10 3 0-16,2 1 0 0,-4-1 0 15,-1 3 0-15,0 2 0 0,-1 3 0 16,1 3 0-16,-2 3 0 0,0 4 0 0,0 0 0 16,2 2 0-16,-1 0 0 0,0 4 0 0,3 6 0 15,-3 3 0-15,5 2 0 0,2 0 0 0,1 2 0 16,2-1 0-16,4 0 0 0,0 0 0 0,0 0 0 16,0-6 0-16,0 5 0 0,7-7-11 0,3 2-408 15,3-5 179-15,2 1 106 0,5-2-758 0</inkml:trace>
  <inkml:trace contextRef="#ctx0" brushRef="#br0" timeOffset="-132167.45">8544 9542 1303 0,'0'0'0'0,"0"3"0"0,0 0 0 0,0-3 0 0,0 1 0 0,0 1 0 0,-2-2 0 0,2 0 0 0,0 0 0 0,0 0 0 0,0 0 76 0,0 0 10 16,0 0 76-16,0-6-60 0,0-5-31 15,0-2 1-15,0-5 33 0,0-2-21 0,0 2-11 16,-2-5 42-16,-1 0-36 0,-3-3-1 0,1 5-4 0,-2 1-23 16,-2 1-9-16,0 1-1 0,0 4 72 15,-3 1-36-15,1 4 1 0,-1 1-27 0,-4 3 95 16,2 3-53-16,-4 2-26 0,-3 0 0 0,-1 0 30 15,4 14-17-15,-7 5-11 0,-2 10-53 0,4 3 25 16,0 3 0-16,3 9-27 16,2-7 37-16,-1 17-10 0,9-8 1 0,1-3 72 15,7-9-95-15,2 1-19 0,0-6 0 0,0 2 0 16,7-6 0-16,4-6 0 0,1-2 0 0,4-5 0 16,1-2 0-16,1-2 0 0,-3-6 0 0,2-2 0 15,2 0 0-15,-2 0 0 0,2-14 0 0,1-10 0 16,-1-8 0-16,0-4 0 0,-1-5 0 0,2-6 0 15,-6-5 0-15,2-12 0 0,-2 1 0 0,-2-6 0 16,-1-6 0-16,3-14 0 16,-5 13 0-16,2-9 0 0,-4 6 0 0,1 8-4 15,-4 18-52-15,-2 10 8 0,0 2 3 0,-1 16 0 16,-1 2 27-16,0 10 99 0,0 3-53 0,0 6-35 16,0 2-43-16,0 2 214 0,0 0-164 0,0 4 0 15,-5 18 0-15,0 12 0 16,-2 15 0-16,0 15 0 0,3 1 0 0,2 3 0 0,2 3 0 0,0-13 0 0,0 17 0 15,8-11 0-15,5-2 0 0,3-3 0 0,-3-8 0 16,4 3 0-16,-1-5 0 16,1-6 0-16,-2-7 0 0,3-1 0 0,0-5 0 15,-6-9 0-15,5 0 0 0,-3-8 0 16,-4-6 0-16,-1-3 0 0,0-4 0 0,1 0 0 0,1-7 0 16,0-20 0-16,2-14 0 0,4-11 0 0,0-10 0 15,-1-11 0-15,4-20 0 0,-4 7 0 0,1 13 0 16,3-8 0-16,-2 9 0 0,-5 16 0 0,2-2 0 15,-3 11 0-15,-7 15 0 0,2 6 0 16,-6 3 0-16,0 8 0 0,2 6 0 16,-3 3 0-16,0 4 0 0,0 1 0 0,0 1 0 15,0 0 0-15,0 9 0 16,-5 11 0-16,-2 14 0 0,-1 7 0 16,3 6 0-16,-1 6 0 0,2 3 0 0,4 1 0 0,0-3 0 0,0 1 0 0,0-5 0 15,8-1 0-15,5-2 0 0,2-2 0 0,1-5 0 16,2-3 0-16,-3-8 0 0,2-1 0 0,0-2 0 15,-2-6 0-15,-2-2 0 0,2-3 0 0,-2-4 0 16,-2-5 0-16,0 1 0 0,0-5 0 16,-3-2 0-16,5 0 0 0,-1 0 0 15,2-3 0-15,-1-9 0 0,5-7-59 0,1-4-49 16,6-8-587-16,-2-5 327 0,5-8 153 0,6-12 92 16,-4 2-702-16</inkml:trace>
  <inkml:trace contextRef="#ctx0" brushRef="#br0" timeOffset="-132029.42">9523 8982 2911 0,'-9'-10'0'0,"3"5"0"0,1 1 0 0,-2 1 0 0,4 1 0 16,1 0 0-16,2 2 0 0,0 0 0 0,0 0 0 0,7 0 0 0,7 0 137 0,5 0-47 0,1 0 50 0,5 0-49 0,-2 0 10 0,8 0-269 0,-7 0 104 0,2 0 53 16,-5 0 26-16,2 2-763 0,-3 1 405 15,-1 5 187-15</inkml:trace>
  <inkml:trace contextRef="#ctx0" brushRef="#br0" timeOffset="-131862.41">9583 9253 3015 0,'-16'11'0'0,"6"-4"0"0,0-3 0 0,5 0 0 0,1-4 0 0,4 0 0 0,0 0 0 0,0 0 0 0,11 0 0 0,8 2 0 0,5-2 611 0,1 0-306 15,-1 0-305-15,5 0 0 0,-7 0 0 0,5 0 0 0,-4 0 0 16,0 0 0-16,0 0 0 0,-5 0 0 0,1 0 0 15,1 0-603-15,-4 0 208 16,3 0 217-16</inkml:trace>
  <inkml:trace contextRef="#ctx0" brushRef="#br0" timeOffset="-130746.45">10684 8577 1400 0,'-4'0'0'0,"2"0"0"0,1 0 0 0,1-2 0 0,-2-1 0 0,2 2 0 0,0-1 0 0,0 0 0 0,0 0 0 0,0 0 0 0,0 1 96 0,3-1 143 0,5-1-88 0,3-2-60 15,2 1 0-15,0 1 106 0,3 0-78 0,0-2-38 16,1 1 10-16,2 0 108 15,-2 1-79-15,2 1-39 0,1-2 1 0,-3 1 106 0,2 1-62 0,0-2-48 16,0 3 55-16,1-5-46 16,3 1 0-16,1 0 87 0,-4 1-154 0,7-1-20 15,-3-1 0-15,1 3 0 0,0-2 0 0,-2 2 0 16,0 1 0-16,5 0 0 0,-1 0 0 0,1 2 0 16,0 0 0-16,2 0 0 0,2 0 0 0,2 0 0 15,7 0 0-15,1 4 0 0,-1 0 0 0,2-3 0 0,-3 0 0 16,10 3 0-16,-3-3 0 0,3-1 0 0,-2 2 0 15,3-2 0-15,-8 0 0 0,10 0 0 0,-3 2 0 16,1-2 0-16,0 0 0 0,-3 0 0 16,3 0 0-16,-3 0 0 0,5 0 0 15,0 0 0-15,4 0 0 0,5-4 0 0,-11-1 0 16,16-1 0-16,-3 1 0 0,0-3 0 0,-1 2 0 16,-8 1 0-16,5-1 0 0,-2 2 0 0,-2-2 0 15,-1 2 0-15,0 1 0 0,-11 1 0 0,11 0 0 16,-4 0 0-16,-1 0 0 0,-3 0 0 0,0-1 0 15,-7 1 0-15,6-2 0 0,-2 0 0 16,-8 3 0-16,3-1 0 0,-4-2 0 16,1 2 0-16,-4 0 0 0,-4 0 0 0,-3 2 0 15,-2 0 0-15,-3 0 0 0,-3 0 0 0,-3 0 0 16,-3 0 0-16,-2 0 0 0,-4 0 0 0,-3 0 0 16,0 0 0-16,1 0 0 0,-2 0 0 15,-1 0 0-15,0 0 0 0,-4 0 0 0,-9 0 0 0,-4 0 0 16,-7 0-144-16,-4 4-187 0,-12 5 144 0,-1 2 73 15</inkml:trace>
  <inkml:trace contextRef="#ctx0" brushRef="#br0" timeOffset="-130220.64">10739 8482 2212 0,'-23'-1'0'0,"5"-3"0"0,6 4 0 0,-1 0 0 0,3 0 0 0,3 0 0 0,-1 5 0 0,5 7 0 0,3 7 0 0,0 7 0 0,0 10 199 15,0 7-67-15,11 13 82 0,1 4-85 0,2 8-44 16,1 5 1-16,-2 6 167 0,0 0-94 0,-1 2-64 16,-5-1 0-16,1-2 118 0,-3 2-154 15,-3-3-59-15,0-9 0 0,-1 9 0 0,-1-21 0 16,0 0 0-16,0-7 0 0,0-11 0 16,-1-3 0-16,-5-4 0 0,1-13 0 0,-1-4 0 15,-1-5 0-15,-5-6 0 0,-1-3 0 0,-6 0 0 16,-4-9 0-16,0-9 0 0,-6-9 0 0,-1-3 0 15,0-8 0-15,-2-5 0 0,-5-9 0 0,11 12 0 16,-3-1 0-16,8 9 0 16,-3 1 0-16,4 6 0 0,4 11 0 0,2 2 0 15,2 6 0-15,3 3 0 0,1 1 0 0,5 2 0 16,-4 3 0-16,6 10 0 0,1 11 0 0,0 1 0 16,0 5 0-16,0 0 0 0,0 0 0 0,0 2 0 0,0-1 0 15,1-3 0-15,1-6 0 0,1 0 0 16,1 1-200-16,1-6 59 0,-1-2 131 0,2-4-606 15,-1-2 275-15,5-1 155 0,2-6 71 16,6-2-272-16,4-2 172 0,10-19 86 16,6-10 32-16,10-15 10 0</inkml:trace>
  <inkml:trace contextRef="#ctx0" brushRef="#br0" timeOffset="-129854.8">11180 8825 3114 0,'12'-6'0'0,"-2"6"0"0,0 0 0 0,-9 2 0 0,1 17 0 0,-2 10 0 0,0 13 0 0,0 1 0 0,0 8 0 0,0 4 0 0,-2 0 384 0,-1 4-171 0,1-1-84 0,2-3-38 15,0-3-91-15,0-7 0 0,2 10 0 0,3-11 0 16,2-8 0-16,4 2 0 0,-2-5 0 0,-4-4 0 16,2-4 0-16,0-7-555 0,-2-8 253 0,-1-1 80 15,-2-4 116-15,0-5-679 0,1 0 376 0,-1-15 183 16,2-12 92-16,-3-13-256 0,1-6 173 15,1 6 77-15,-1-13 53 0,-2 7-111 0,0 9 97 0,2-2 42 16,0 6 59-16,-1 5 0 0,1 4 0 16,4 5 278-16,1 2-182 0,5 6-69 0,2 0-34 15,5 1 656-15,10 3-329 0,6 0-74 0,4 1-115 0,2 0 450 16,5 2-270-16,-7 2-123 0,9 1-78 16,-4-1 260-16,-2 2-164 15,-6 0-81-15,3 0-272 0,-4 0 105 0,-3 0 37 0,-2 0-205 0,-9 0 126 16,-1 0 63-16,-2 0 32 15,-7 0-554-15,-3 2 287 0,-4-2 50 0,-3 1 108 0,-1-1-585 16,0 0 320-16,0 0 150 0</inkml:trace>
  <inkml:trace contextRef="#ctx0" brushRef="#br0" timeOffset="-129664.33">11773 8842 2504 0,'-18'-12'0'0,"6"7"0"15,1 1 0-15,2 2 0 0,-1 2 0 0,3 0 0 0,3 6 0 0,0 14 0 0,4 6 0 0,0 13 0 0,0-3 348 0,0 15-159 0,0 0 500 0,0 0-488 16,2 3-201-16,0-1 0 0,0-2 0 0,0 2 0 16,-1-5 0-16,1-1 0 0,-2 0 0 0,2-2 0 15,-2-8 0-15,0 1 0 0,0-4 0 0,0-10 0 16,0-1-99-16,2-8-823 0,0-2 455 0,4-6 149 16,3-5 138-16,4-2 69 0</inkml:trace>
  <inkml:trace contextRef="#ctx0" brushRef="#br0" timeOffset="-129480.58">12091 8944 3929 0,'7'0'0'0,"-1"0"0"0,1 0 0 0,5 2 0 15,-1 10 0-15,2 1 0 0,2 2 0 0,4 6 0 0,-4-1 0 0,2 1 0 0,0 2 2 0,-2-2-2 0,1 4 0 0,2-2 0 0,-4 0 0 0,2-3-201 16,-5-5 108-16,4 2 78 0,-2-2-832 15,0-6 436-15,0-3 217 0,2-4 108 16,2-2-766-16,3 0 394 0</inkml:trace>
  <inkml:trace contextRef="#ctx0" brushRef="#br0" timeOffset="-129257.18">12579 8817 3521 0,'0'-10'0'15,"-2"3"0"-15,0 1 0 0,-2 5 0 0,1-2 0 0,-3 3 0 0,3 0 0 0,-1 20 0 0,0 4 0 0,-4 8 0 0,-1 13 402 0,0 5-394 0,-5 13-8 0,-2 0 0 16,-3 3 0-16,-1 5 0 0,0 2 0 0,-2 6 0 16,-3 11 0-16,0-8 0 0,5-11 0 0,-2 5 0 15,1 0 0-15,1-3 0 0,2-2 0 16,4-1 0-16,-2 0 0 0,7-10 0 0,-5 7 0 0,5-16 0 16,0-3 0-16,0-8 0 0,1-5 0 15,1-6 0-15,1-3 0 0,2-4-401 0,1-9 166 16,1-5 97-16,2-2-597 0,0-6 353 0</inkml:trace>
  <inkml:trace contextRef="#ctx0" brushRef="#br0" timeOffset="-129038.61">12906 8597 3931 0,'0'-2'0'0,"0"0"0"0,0 1 0 0,0 1 0 0,0 0 0 0,0 0 0 0,0 1 0 0,0 13 0 0,0 4 0 0,-2 7 0 0,-4 5 0 0,3 2 0 0,-4 1 0 0,2 5 0 15,-1-2 0-15,1 2 0 0,-2-1 0 0,-2-2 0 16,2-1 0-16,2-2 0 0,-2-3-726 0,3-9 294 16,2 1 224-16,2-4-50 0</inkml:trace>
  <inkml:trace contextRef="#ctx0" brushRef="#br0" timeOffset="-128697.83">13127 8747 3460 0,'6'-5'0'0,"4"-5"0"16,-1 3 0-16,2 0 0 0,4 1 0 0,0 2 0 0,2 0 0 0,4 2 0 0,-3 2 0 0,7 0 0 0,-8 10 162 0,1 5-62 0,-4 3 81 0,1 7-153 15,-8 1-28-15,-2 4 0 0,-2 2 0 16,-3 2 0-16,0-2 0 0,-10 0 0 0,-4-2 0 0,-2-4 0 16,0-3 0-16,0-8 0 0,0-2 0 0,-2-4 0 15,2-4 0-15,-1-2 0 0,4-3 0 0,1 0 0 16,3 0 0-16,2 0 0 0,1 0 0 0,2 0 0 16,2-3 0-16,2 2 0 0,0-1 0 15,0 2 0-15,12 0 0 0,6 0 0 0,5 0 0 16,3 0 0-16,4 2 0 0,0 4 0 15,4 1 0-15,-2-2 0 0,2 3 0 0,-8-4 0 16,10 0 0-16,-4 0 0 0,-4-3 0 0,-2 1 0 16,-5-2-154-16,-3 0-70 0,0 2 97 0,-9-2-829 15,0 2 459-15,3 2 228 0</inkml:trace>
  <inkml:trace contextRef="#ctx0" brushRef="#br0" timeOffset="-127671.64">14517 9200 1614 0,'-7'-12'0'0,"-1"-2"0"0,1-2 0 0,-3 0 0 0,1 1 0 0,-2-2 0 0,-1 0 0 0,-1 1 0 0,3 4 0 0,-2-2 0 0,-1 3 83 0,1 2-43 0,1 3 40 0,2 5 0 16,-3-2-30-16,-2 3-10 0,-2 10 25 0,2 15 1 15,-7 12-26-15,4 7 27 0,0 2-17 0,2 4-10 16,5 1 56-16,5-3-28 0,5-11 0 16,0 2-28-16,0-5 23 0,7-5-23 0,3-11 0 0,3 1 0 15,2-6-26-15,-2-5 1 0,-2-6 35 16,6-2-10-16,-4 0-43 0,4-13 1 15,0-15 42-15,2-6 0 0,0-9 36 0,-1-3-19 16,3-4-20-16,2-13-109 0,-5 5 50 16,1-4 20-16,-4 4-137 0,2-21 71 0,-4 2 42 0,1-13 13 15,-5 4-77-15,2 0 38 0,-3 9 27 0,1-3-5 16,-3 11-169-16,-3 20 67 0,-1 9 52 0,0 12-13 16,-2 9 131-16,0 7-46 0,0 5 0 0,-9 7 369 15,-2 15-189-15,-3 18-85 0,-2 16 258 16,2 15-147-16,5 2-86 0,2 12-7 0,3 16 248 15,2-13-268-15,0 22-85 0,2-13 0 16,0-13 0-16,0 2 0 0,2-6 0 0,5-13 0 16,6 2 0-16,-1-5 0 0,1-5 0 0,1-5 0 15,-2-1 0-15,-1-12 0 0,-1-1 0 16,-2-9 0-16,-1-1 0 0,0-10 0 0,-3-1-506 16,0-7-10-16,0-3 243 0,1-2 116 0,1-2-519 0,1-19 318 15,5-15 159-15,-3-5 69 16,2-8-149-16,-3-1 119 0,3-1 60 0,-4 0-208 0,-1 4 153 15,2 10 73-15,-2-5 50 0,3 7 32 16,-2 3 0-16,3 6 0 0,1 2 329 0,2 4-215 16,2 3-71-16,3 3-42 0,3 2 580 0,2 5-293 15,2 3-54-15,-1 4-96 0,7 0 174 0,-6 9-137 16,0 8-67-16,-1 6 356 0,-3 5-212 0,-4 4-96 16,-4 2 317-16,-5 3-217 0,-7 6-249 0,-1 0-7 15,-1-1 0-15,-20 3 0 0,-4 3 0 0,-5-4 0 16,0-2 0-16,-6-3 0 15,3-6 0-15,1-6 0 0,-2 0 0 0,0-9 0 16,4-8 0-16,2 0 0 0,7-6 0 16,1-4 0-16,4 0 0 0,4 0 0 0,6-5 0 0,6-10 0 15,0-6-67-15,8-2-428 0,18-6 232 0,2 2 112 16,6-5-709-16,3 1 410 0,4-4 206 0,7 2-444 16</inkml:trace>
  <inkml:trace contextRef="#ctx0" brushRef="#br0" timeOffset="-127455.02">15324 8960 3455 0,'1'-10'0'0,"-1"2"0"0,0 1 0 0,-10 5 0 0,-6 2 0 0,-7 0 0 0,0 15 0 0,-7 12 0 0,4 1 0 16,-8 11 0-16,4 6 476 0,5 2-476 0,2 2 0 0,5 1 0 0,9 4 0 16,8-2 0-16,1-1 0 0,1-2 0 0,12-5 0 0,8 2 0 15,0-11 0-15,7 5 0 0,1-7 0 0,-6-8 0 16,5-1 0-16,-1-3 0 0,-3-8 0 15,5 0 0-15,-6-6 0 0,-2-1 0 16,2-4 0-16,-2-2 0 0,1 0 0 0,-1 0 0 16,2-2 0-16,1-7 0 0,0-2-822 0,4-5 371 15</inkml:trace>
  <inkml:trace contextRef="#ctx0" brushRef="#br0" timeOffset="-127271.84">15825 9121 3465 0,'-6'-4'0'0,"6"2"0"0,0 2 0 0,0 0 0 0,2 0 0 0,9 0 0 0,6 0 0 0,3 0 0 0,9 0 0 0,1 0 0 0,2 0 466 0,0 0-466 16,-1 0 0-16,3 0 0 0,-2 0 0 0,-2 4 0 0,-3-2 0 0,3 4 0 16,-9-4 0-16,1 3 0 0,-2 1 0 15,-2-1-516-15,-7 5 59 0,-1 3 243 16</inkml:trace>
  <inkml:trace contextRef="#ctx0" brushRef="#br0" timeOffset="-127117.81">16000 9429 3676 0,'-16'11'0'0,"7"-3"0"0,1-4 0 0,2 0 0 0,6-3 0 0,0 2 0 0,0 0 0 0,11-1 0 0,7 1 0 0,6 1 0 0,3-2 146 15,3 0-37-15,0 0-109 0,0 0 0 0,2-2 0 16,-2 0 0-16,2 0 0 0,-2 0 0 0,0 0 0 0,-2 3 0 15,-8 3 0-15,5 5-1160 0</inkml:trace>
  <inkml:trace contextRef="#ctx0" brushRef="#br0" timeOffset="-126270.56">17161 8607 2092 0,'-9'-6'0'0,"5"4"0"0,1 0 0 0,-1 0 0 0,4 0 0 0,-3 1 0 0,3-1 0 0,0 0 0 0,0 2 0 0,9 0 0 0,5 0 206 0,9 0-82 0,7 0 298 0,11 0-196 15,5 0-91-15,14 2-47 0,2-2 129 0,11 0-87 16,6 0-33-16,13 0-11 0,-2 0-44 16,2 0 0-16,6 0-18 0,3 0-24 0,4 2 0 0,-1 3 0 15,-1 1 0-15,1-1 0 16,-3 1 0-16,0 0 0 0,-13-5 0 15,17 3 0-15,-15-4 0 0,-10 0 0 0,2 0 0 0,-3 0 0 16,-6-3 0-16,-5-3 0 0,-14 0 0 0,1 0 0 16,-18 1 0-16,-5 3 0 0,-6-2 0 0,-8 3 0 15,-6-1 0-15,-8 0 0 0,-2 2 0 0,-2 0 0 16,-6 0 0-16,-12 0 0 0,-8 0 0 0,-1 4 0 16,-5 3-251-16,-1 2-281 0,-8 4 251 0,-3 1 119 15,-1 1-680-15,-2 2 399 0</inkml:trace>
  <inkml:trace contextRef="#ctx0" brushRef="#br0" timeOffset="-125814.14">17218 8772 2505 0,'-15'0'0'0,"5"0"0"0,6 7 0 0,3 10 0 0,1 0 0 0,0 6 0 16,0 5 0-16,1 9 0 0,9 6 0 0,0 3 0 0,-1 3 347 0,0 5-152 0,3 2-67 0,-3 2-48 15,0 7 363-15,-3-4-210 0,2 1-233 0,-1-1 0 0,-2-7 0 16,1 2 0-16,0-3 0 0,-2-3 0 0,-2-2 0 16,-1-5 0-16,-1-10 0 0,0 3 0 0,0-8 0 15,-7-5 0-15,-3-4 0 0,-1-5 0 16,-3-6 0-16,0-4 0 15,-3-4 0-15,-5 0 0 0,-1-4 0 0,-2-12 0 0,1-6 0 16,0-1 0-16,-4-9 0 0,1-3 0 0,-1-2 0 16,4-4 0-16,-3-5 0 0,3 6 0 0,4 7 0 15,-1 1 0-15,3 6 0 0,2 9 0 16,0 2 0-16,2 8 0 0,3 5 0 0,-1 2 0 0,3 0 0 16,2 11 0-16,-3 12 0 0,4 3 0 0,1 4 0 15,3 2 0-15,0 2 0 16,1 1 0-16,1 1 0 0,0 0 0 0,0-3 0 0,0-1 0 15,0-1 0-15,0-5 0 16,0 4 0-16,0-10 0 0,0 3 0 0,0-4 0 16,0-4 0-16,0-4-447 0,0-3 146 0,0-3 130 0,1-1 64 15,3-4-261-15,10 0 164 0,4-11 70 0,10-14-496 16</inkml:trace>
  <inkml:trace contextRef="#ctx0" brushRef="#br0" timeOffset="-125588.4">17573 9031 3745 0,'2'0'-3'0,"0"6"1"16,0 7 1-16,-2 8 1 0,0 2 0 0,0 12 0 0,1 8 0 0,3 0 0 0,2 4 0 0,-1 2 0 0,0 3 192 0,4-2-192 0,0 2 0 0,-2-4 0 15,3-4 0-15,-1-1 0 0,-2-9 0 0,3 1 0 16,-4-3 0-16,1-3 0 0,-3-7 0 15,0-1 0-15,-3-8 0 0,1-4-517 0,-2-3 169 16,0-2 50-16,0-4 137 0,0 0-489 0,0-2 305 16,-3-13 140-16,-3-8 86 0</inkml:trace>
  <inkml:trace contextRef="#ctx0" brushRef="#br0" timeOffset="-125411.4">17655 9471 2066 0,'-2'-24'-1'0,"2"9"1"0,0 0 0 0,0 3 0 0,0 0 0 0,2 3 0 0,12 1 0 0,2 1 0 0,11 1 0 0,5 1 0 0,8 1 262 15,4 2-110-15,-3 0 356 0,14 2-238 0,-6 0-115 16,-2 0-57-16,2 0 83 0,-3 2-71 0,-8 1-24 16,4 2-212-16,-7-2 84 0,-1 1 41 0,-11-2 0 15,0 0-481-15,-7-1 272 0,-5 2 120 0,-3-3 66 16,-4 1-724-16,-4-1 364 0,0 0 122 0,-2 0-247 16,-10-4 239-16,1-7 115 15</inkml:trace>
  <inkml:trace contextRef="#ctx0" brushRef="#br0" timeOffset="-125229.91">18071 8993 2413 0,'-18'-7'0'16,"4"5"0"-16,0 2 0 0,3 0 0 0,2 0 0 0,-1 4 0 0,5 9 0 0,5 4 0 0,0 9 0 0,0 4 0 0,0 8 121 0,0 3-40 0,0 4 535 0,0 4-278 0,1 1-153 0,3 3-73 15,0 0-47-15,0 0-65 0,4-1 0 0,-3-9 0 0,4 12 0 0,-1-12-13 16,1 0-764-16,-1-9 409 15,1 0 204-15,1-6 104 0,1 0-840 0,0-7 431 16,8-2 213-16</inkml:trace>
  <inkml:trace contextRef="#ctx0" brushRef="#br0" timeOffset="-124441.28">18681 9343 2386 0,'6'-32'-3'0,"1"-7"1"0,-1 3 2 0,-3 2 0 0,-1 2 0 0,-2 9 0 0,0-2 0 0,0 8 0 0,0 4 0 0,-9 1 0 0,-2 6 522 0,-6 4-241 0,-4 2-121 0,-1 2-59 15,-5 17 298-15,-3 10-312 0,0 6-87 0,4 4 0 16,1 7 0-16,3 1 0 0,7 4 0 0,4 2 0 16,3-2 0-16,8-2 0 0,0-4 0 15,0-9 0-15,8 0 0 0,5-4 0 16,4-8 0-16,3-4 0 0,1-5 0 0,2-5 0 15,-3-6 0-15,6-4 0 0,1 0 0 0,-1-9 0 16,1-12 0-16,-1-4 0 0,0-5 0 0,2-7 0 16,-6-1 0-16,-1-4 0 0,-2 5 0 15,-6 5 0-15,-2 5 0 0,-2-2 0 0,-6 7 0 0,-1 4 0 16,-2 9 0-16,0-1 0 0,0 5 0 0,-4 3 0 16,-9 2 0-16,2 6 0 0,-1 10 0 0,3 7 0 15,5 2 0-15,0 7 0 0,4-2 0 0,0 1 0 16,0-1 0-16,8-2 0 15,3-5 0-15,8 4 0 0,0-7 0 0,-3-9 0 16,9 1 0-16,-4-8 0 0,1-4 0 0,4 0 0 16,-3-3 0-16,0-8 0 0,-5-5 0 15,-1-4 0-15,-6 4 0 0,5-13 0 0,-7 3 0 0,-4-4 0 16,1-3 0-16,-3-10 0 0,-3 11 0 0,0-12 0 16,0 10 0-16,-9 0 0 0,-3 4 0 15,-6 6 0-15,2 5 0 0,-7-1 0 16,-2 8 0-16,5 6 0 0,-2 3 0 0,-1 1 0 15,7 2 0-15,2 0 0 0,5 0 0 0,3 2 0 16,6 6 0-16,0 3 0 0,2 0 0 16,14 0 0-16,9-1 0 0,11-3 0 0,6-5 0 0,2-2 0 15,7 0 0-15,1 0 0 0,1-8 0 0,-2-3 0 16,-1-2 0-16,-10 2 0 0,-2-1 0 0,-6 3 0 16,-14 3 0-16,-5 1 0 0,-3 2 0 0,-5 0 0 15,-3 1 0-15,-2 2 0 16,0 0 0-16,-11 0 0 0,-10 0 0 0,-5 10 0 15,-4 1 0-15,-2 6 0 0,2-2 0 0,2 3 0 16,7 1 0-16,7-2 0 0,0 4 0 0,7 1 0 16,5 3 0-16,2 0 0 0,0 1 0 0,7 1 0 15,9 1 0-15,2-1 0 0,3 1 0 0,-1-1 0 16,1-1 0-16,-6-4 0 0,3 3 0 0,-6-6 0 16,-3 0 0-16,-3-3 0 0,-4-1 0 0,-2-1 0 15,0-1 0-15,-9-2 0 16,-12-1 0-16,-4-1 0 0,-3-2 0 0,-2 2 0 15,-2-6 0-15,-2 2 0 0,-1-3 0 0,1-2 0 16,2 0 0-16,9 0 0 0,1 0 0 0,5-10 0 16,4-10 0-16,13-6 0 0,0-12-1080 0,13-3 487 15,13-2 281-15,8 1-307 0,5 4 289 16</inkml:trace>
  <inkml:trace contextRef="#ctx0" brushRef="#br0" timeOffset="-124253.27">19367 9269 2319 0,'32'-22'-2'0,"-2"3"1"0,1 6 0 0,1 1 1 0,0 5 0 0,-2 4 0 0,2 0 0 0,0 3 0 0,0 0 0 0,-2 8 0 0,-2 7 728 16,-3 4-344-16,-3 2-173 0,-3 5-85 0,-5 2 41 0,-7 2-167 0,-5 4 0 16,-2 7 0-16,-12-3 0 0,-10-1 0 0,-6 1 0 15,-8 0 0-15,-4-5 0 0,-4-3 0 0,-6-1 0 16,4-9 0-16,8-5 0 0,0-4 0 0,12-5 0 16,4-3 0-16,6-3 0 0,5 0 0 0,6-3 0 15,5-14-46-15,16-11-98 0,13-2-787 16,14-13 446-16,-2 3 213 0,18-6 121 15</inkml:trace>
  <inkml:trace contextRef="#ctx0" brushRef="#br0" timeOffset="-124110.89">19945 9163 3567 0,'8'-12'0'0,"-5"1"0"0,-3 3 0 0,0 3 0 0,-14 3 0 0,-11 2 0 0,-1 0 0 0,-3 15 0 0,1 5 0 15,2 5 0-15,-3 7 236 0,9 4-108 0,7-1-128 0,0 12 0 0,8-1 0 0,5-2 0 0,0 3 0 16,5-4 0-16,13-5 0 0,10 8 0 15,6-9 0-15,10-2 0 0,14 0 0 0,4-8 0 0,-2-6 0 16</inkml:trace>
  <inkml:trace contextRef="#ctx0" brushRef="#br0" timeOffset="-123336.93">20758 9429 1962 0,'0'-5'0'0,"0"0"0"0,0 4 0 0,0-7 0 0,0 1 0 0,0-4 0 0,-2 0 0 0,1-4 0 0,-1-3 0 0,0-2 0 0,0-1 215 0,-1 1-87 16,1-3-45-16,-1-2 11 0,-1 3-14 0,-1-1-40 16,-1 1 0-16,-3-1-1 0,-1 5 33 0,-1 1 9 0,-1 5-41 15,-4 3 0-15,0 5 51 0,-7 4-26 16,0 0 1-16,-3 13 19 0,-6 16-9 15,3 3-37-15,1 7 1 0,6 4 0 0,5 4 0 16,8-6 9-16,-1 11-29 0,10-4 20 0,0-5-1 0,0-6 1 16,6-1-41-16,7-6 11 0,4-5 29 0,2-7 1 15,0-6-210-15,2-6 83 0,4-6 56 16,-6 0-218-16,6-8 124 0,-2-14 40 0,0-12-69 16,-2-2 52-16,0-5 36 0,-2-6-16 15,-2-5-32-15,-1-2 37 0,2-8 0 0,-4 0 37 16,2-2-17-16,-5 3 7 0,2-20 11 0,0 2-1 15,-2-13-29-15,-1 17 29 0,-1-2 0 0,-2 19-38 16,0 1 9-16,-5 24 30 0,-2 8 208 0,0 8-104 16,0 6-54-16,0 6-20 0,0 5 457 0,-9 14-210 15,0 22-117-15,0 8-29 0,1 8 324 0,-1 21-193 16,2 2-92-16,1 4-45 0,2 3 102 0,-2-3-188 16,2 0 0-16,3-7 0 0,1-5 0 15,0-3 0-15,0-12 0 0,8 5 0 16,3-12 0-16,1 4 0 0,2-13 0 0,1-4 0 15,0-6 0-15,0-11 0 0,0-1 0 0,2-9 0 16,0-5 0-16,-1 0-1599 0,4-12 736 0,-4-10 412 16,1-8 196-16,2-12-146 0</inkml:trace>
  <inkml:trace contextRef="#ctx0" brushRef="#br0" timeOffset="-123137.2">21074 9269 2137 0,'3'-33'0'0,"-1"8"0"0,3 2 0 0,0 5 0 15,4 1 0-15,2 6 0 0,5 1 0 0,3 5 0 0,4 3 0 0,4 2 0 0,-1 0 173 0,4 12 331 0,-1 6-232 0,-5 6-117 16,1 4-57-16,-5 4 120 0,-5 4-79 0,-4 2-55 0,-3 4 67 0,-8-2-151 0,0 2 0 16,-8-3 0-16,-11-5 0 0,-8 7 0 0,-6-7 0 0,-4-6 0 15,-1-4 0-15,-5-3 0 0,5-10 0 0,-10 1 0 16,4-8 0-16,3-4 0 0,6 0 0 0,1 0 0 16,9 0 0-16,4-10-37 0,9-7-410 0,6-7 169 15,6-10 119-15,16-2 60 16,16-3-824-16,18-4 446 0</inkml:trace>
  <inkml:trace contextRef="#ctx0" brushRef="#br0" timeOffset="-122962.16">21534 9033 2777 0,'12'-15'0'0,"-9"7"0"0,1 6 0 0,-2 1 0 0,-2 1 0 0,-16 0 0 0,-7 11 0 0,-4 15 0 0,1 2 0 0,-6 15 0 0,5 0 1034 0,5 5-914 15,9 3-120-15,6 2 0 0,7-2 0 16,0 0 0-16,12-1 0 0,11-4 0 0,7-5 0 15,6-3 0-15,3-6 0 0,6-4 0 0,0-6 0 16,3-5 0-16,0-2 0 0,-1-5 0 0,-9 1 0 16,1-1-95-16,-4 1-1395 0</inkml:trace>
  <inkml:trace contextRef="#ctx0" brushRef="#br0" timeOffset="-111363.04">1384 5089 995 0,'0'0'2'0,"0"0"0"0,0 0 0 0,0 0-1 0,0 0-1 0,1 0 1 0,1-2-1 0,0-3 1 0,-1-4-1 0,1 0 1 0,3-3 144 0,-3-2-52 0,1-1-26 16,0 1 28-16,-1-3-28 0,-2-2 11 16,0 2-37-16,0-2 38 0,0 2 0 0,0 0-39 15,0 0 43-15,-2 2 10 0,-9 2-53 16,4 0 0-16,-3 2 40 0,-3 3-39 0,3 7-1 15,-7-1 11-15,-1 2 36 0,-2 5 1 0,-3 12-47 16,-3 11-49-16,0 2 50 0,4 3 10 0,-1 10-34 16,4-4 25-16,5 2 0 0,7-7 0 0,3 5 16 15,4-3-5-15,0-4-11 0,11-2-1 0,7-4-50 16,2-3 20-16,3-6 1 0,-1-4 31 0,11-4-76 16,-8-5 28-16,3-4 0 0,-4 0-16 15,1 0 48-15,-2-10-6 0,2-9 4 16,-6-1-45-16,0-3 0 0,-1-1 23 0,-6-2-32 15,3 3-6-15,-5-6 44 0,-1 8-11 0,-4-2-29 16,3 6 32-16,-7 6 2 0,1 2 0 0,0 3 112 16,-2 4-53-16,0 0-27 0,0 2 3 0,0 0 62 15,0 16-45-15,0 0-10 0,0 3-40 0,0 7 31 16,0-3-12-16,3-5-23 0,11 6-7 0,0-6 43 16,3-5-9-16,5-3-134 0,-1-3 63 0,3-7 30 15,4 0-5-15,-3 0-89 16,-2-10 54-16,1-6 9 0,-7-3 1 0,-4 2 79 15,0-9 2-15,-4 3-53 0,-2 1 73 0,-3 1-35 16,-2-2-1-16,-2 1 153 0,0-1-85 0,-2 2-34 16,-11-1 1-16,-1 2 105 0,0 6-66 0,-3-2-20 15,-5 8-77-15,2 1 0 0,0 1 0 0,0 4 0 16,2 2 0-16,3 0 0 0,1 0 0 0,3 2 0 16,6 5 0-16,0 1 0 0,3-2 0 0,2 5-8 15,0-2-22-15,4-4 3 16,12 0 0-16,8-4-164 0,4-1 91 0,5 0 21 15,9-7 33-15,-12-4-92 0,5-2 54 0,-2-2 9 16,-1-3-15-16,-4 1 39 0,0 2 10 0,-3 0 1 16,-6 4 82-16,-1 2-42 0,-3 0 1 0,-7 3 59 15,-1 2-35-15,-4 2-29 0,-1 1 0 0,-2 1 317 16,0 0-159-16,-5 0-53 0,-12 7-14 0,-1 8 165 16,0 0-252-16,6-2 0 0,-1 2 0 15,1-2 0-15,3 1 0 0,5-4 0 16,1 4 0-16,3-3 0 0,0 4 0 0,1-5 0 15,12 1 0-15,2-2 0 0,7 2 0 0,-7-1 0 16,7 0 0-16,-1 0 0 0,-4-2 0 0,0 1 0 16,-4 0 0-16,-5 3 0 0,-3-3 0 0,-3 5 0 15,-2-3 0-15,0 2 0 0,-13 4 0 0,-2 0 0 16,-7-2 0-16,-3 2 0 0,0-2 0 0,-2-2 0 16,4-2 0-16,2-4 0 0,0-2 0 15,3 0 0-15,4-5 0 0,5 0 0 16,2 0 0-16,2 0 0 0,5 0 0 0,0 0-529 15,5-9 160-15,17-5 164 0,2-1-691 0,8 0 429 16</inkml:trace>
  <inkml:trace contextRef="#ctx0" brushRef="#br0" timeOffset="-110713.79">2195 4746 2275 0,'-3'-10'0'0,"3"4"0"0,0-3 0 0,0-1 0 0,3 3 0 0,5 0 0 0,7 3 0 0,1 2 0 0,2 2 0 0,1 0 0 0,3 11 102 0,2 8 45 0,-3 6-54 0,-1 3-26 16,-7 4-55-16,-2 3 28 0,-2 1 11 0,-7 9-132 15,-2-5 61-15,0 0 30 0,-13-4 0 16,-2-4-14-16,-3 1 10 0,-6-5 34 0,1-4 1 0,-2-4 119 16,0 0-62-16,2-8-45 15,2-2 234-15,2-4-128 0,2-3-60 0,7-1-29 16,1 0 92-16,4-2-108 0,4 0-54 0,1 0 0 15,0 0 0-15,10 0 0 0,11-5 0 0,3-3 0 16,3-4 0-16,3 2 0 0,1-1 0 0,11-7 0 16,-7 4 0-16,3-6 0 0,-6 2-414 0,8-3 200 15,-4-2 49-15,-4-3 67 0,-1 0 34 0,-7 0-28 16,1-4 15-16,-2 0-154 0,-8 0 96 0,0 1 46 16,-8 8 1-16,-4 1 106 15,-1 4-25-15,-2 5 1 0,0 1-35 0,-5 1 361 16,-7 8-180-16,-1 1-100 0,-4 1 420 0,1 18-223 15,-1 1-61-15,4 7-73 0,1 3 82 0,3 5-143 16,3 8-42-16,6-10 0 0,0 5 0 0,2-1 0 16,9 0 0-16,6-2 0 0,0-5 0 0,0-3 0 15,4-4 0-15,-3-6 0 0,1-4 0 0,2-3 0 16,-1-4 0-16,-1-6 0 16,6 0 0-16,-4-4 0 0,-2-15 0 0,2-1 0 15,-1-4 0-15,-3-4-36 0,-2-1-42 0,0-3 34 16,-6-4 1-16,-2-1-60 0,0-8 37 0,-5 0 1 15,-2-5 30-15,0-4-66 0,-9-8 30 0,-2 11-9 16,-1 3-89-16,-8 6 64 0,3 12 32 0,-6 4 0 16,0 5 181-16,-5 11-84 0,-4 5-27 0,2 5 317 15,0 0-163-15,3 5-89 16,2 5-27-16,9 3 324 0,0 2-267 0,5 3-92 0,8-2 0 0,3 3 0 16,0 0 0-16,1 2 0 0,18 1 0 15,4-1 0-15,0 0 0 0,6-5 0 16,-1 0 0-16,2-5 0 0,-2-2 0 0,0-2 0 15,-1-3 0-15,-2-4 0 0,1 0 0 0,-3 0-417 16,5 0 18-16,-2-1 170 0,1-4 95 0,0-4-701 16,1-1 398-16,0 4 188 0</inkml:trace>
  <inkml:trace contextRef="#ctx0" brushRef="#br0" timeOffset="-110582.45">3159 4685 2136 0,'0'0'0'0,"0"0"0"0,0 0 0 0,2 0 0 0,6 0 0 0,6 0 0 0,2 0 0 0,4 0 0 0,-1 0 0 0,6 0 0 0,1 0 152 0,-1 0-56 16,-1 0-28-16,-1 2 11 0,2-2-535 0,-2 4 249 0</inkml:trace>
  <inkml:trace contextRef="#ctx0" brushRef="#br0" timeOffset="-110439.04">3268 4912 2681 0,'-22'10'0'0,"12"-2"0"0,-2-2 0 0,3-3 0 0,7-1 0 0,0-2 0 0,2 0 0 0,2 0 0 16,11 0 0-16,4 0 0 0,8 2 262 0,-4-2-100 0,9 0-66 0,-3 0-27 0,1 0-266 15,-1 2 119-15,3 0 59 0,-7 3 40 0,9 0-878 16</inkml:trace>
  <inkml:trace contextRef="#ctx0" brushRef="#br0" timeOffset="-108496.15">3812 4796 1104 0,'-11'-8'0'0,"4"2"0"0,2-1 0 0,0-2 0 0,1 0 0 0,-2-6 0 0,3 2 0 0,-2-5 0 0,3 4 0 0,2-4 0 0,0 0 98 0,0-1-28 0,0 0 72 0,2 1-55 15,9 0 0-15,-1 2 13 0,1-1-29 0,3 2 0 16,0 1-19-16,2 3 16 0,1 2 0 16,-1 2-26-16,1 2-1 0,2 4 36 15,-2-1 10-15,1 2-45 0,0 0-1 0,-3 3-26 16,0 7 26-16,0 4 0 0,-4 3-40 0,-2-1-11 15,1 8 51-15,-7 1-73 0,-1 1 29 0,-2 4 0 16,0 2 28-16,-5 2-43 0,-7 0 26 0,-8-1 17 16,-1 0-29-16,-5 2 63 0,1-9-8 0,-3 1-33 15,0-4-9-15,-2-1 187 0,0-5-77 0,-2-3-45 16,7-4 205-16,-6 2-124 16,9-6-57-16,2-1-29 0,3-1 1 15,9-3-28-15,-2-1 9 0,4 0 115 0,4 0-166 0,2 0 0 16,0 2 0-16,2 1 0 0,11 1 0 0,10 1 0 15,2-2 0-15,7 1 0 0,11 0 0 0,-3-3 0 16,-3-1 0-16,11 0 0 0,-6 0 0 16,-9 0 0-16,3 0 0 0,-4 0 0 0,-8 0 0 0,0 0 0 15,-4 0 0-15,-10-1 0 0,1 1 0 0,-4 0 0 16,-5-2 0-16,0 2 0 0,-1-2 0 0,-1 2 0 16,0-2 0-16,0-2 0 15,-1 1 0-15,-3-1 0 0,1 2 0 0,-1-2 0 16,2 2 0-16,2 1 0 0,0-1 0 0,6 0-1304 15,18 2 627-15</inkml:trace>
  <inkml:trace contextRef="#ctx0" brushRef="#br0" timeOffset="-107589.74">4803 4663 1468 0,'-5'-11'0'0,"0"1"0"0,-1-1 0 0,-1-2 0 0,2 0 0 0,0-1 0 0,-2-1 0 0,-2-1 0 16,2 1 0-16,0 0 0 0,-1-1 121 0,-2 1-31 0,3 3 14 0,-2-2-32 0,-3 2-1 0,1 5 25 16,0 2-29-16,-3 1 10 0,-2 2-38 0,-3 2 21 15,-5 6-21-15,0 11 0 0,-6 10 0 0,5 2-31 16,-3 11 31-16,3 0 0 16,7 0 56-16,8-6-28 0,3 4 1 15,3-10 44-15,4 7-41 0,0-7 0 0,2-10-32 0,5 2-41 16,5-5 0-16,2-2 51 0,2-5-10 15,0-3-71-15,0-3 35 0,5-2 1 0,-3 0 45 0,2-5-69 16,-1-10 22-16,0-2 0 16,-4-4-86-16,-2 4 52 0,-2-2 10 0,-4 1-21 0,1 3 15 0,-6 4 0 15,2 3 12-15,-2 0 146 16,-2 5-63-16,0 1-32 0,0 2 1 0,0 0 24 0,0 2-19 0,0 13 0 16,0 1-3-16,0 4-66 15,0 0 9-15,0 1 39 0,5-2-35 0,8-1 36 16,1-3 16-16,4-2-14 0,2-6-90 0,5-1 41 15,0-6 12-15,-8 0-25 0,7 0 15 0,1-7-25 16,-4-6 47-16,-5-4 40 0,1-2-8 0,-4-1-32 16,-4 2 4-16,3-10 77 0,-6 6-37 0,-3-3 3 15,1 1-40-15,-1 0 109 0,-3 1-40 0,0-4-20 16,-5 9 9-16,-6-1-9 0,-1 3 1 0,0 1 4 16,-4 5-17-16,2 4 5 15,-4 3-13-15,4 1-57 0,0 2 27 0,1 0 3 16,7 0 5-16,-5 7-96 0,7 0 37 0,1 3 25 15,3-3 0-15,0 4-232 0,2-3 125 0,12 1 44 16,7-5-96-16,5-1 58 0,1-3 47 0,1 0-94 16,2 0 55-16,0-6 43 0,-2-4 0 0,-3 1 2 15,-5 1 31-15,0 1-1 0,-4 0-9 0,-4 1 95 16,-3 3-42-16,-2-2-1 0,-2 4-42 16,-5-1 285-16,0 2-147 0,0 0-30 15,0 0 480-15,0 0-239 0,0 0-142 0,-10 0 27 16,1 8-195-16,-1 1 0 0,0 2 0 0,3 0 0 15,2-2 0-15,2 4 0 0,3-3 0 0,0 5 0 16,0-4 0-16,8 2 0 0,5 1 0 0,4-1 0 16,5 2 0-16,0-5 0 0,-2 4 0 0,-2-5 0 15,-1 3 0-15,-3-2 0 0,-3-2 0 0,-4 0 0 16,-1-1-90-16,-1-1 120 16,-4-1-28-16,-1 1-51 0,0-2 9 0,0 5 187 15,-14-4-147-15,0 2 0 0,-5-1 0 0,-1 2 0 16,-1-3 0-16,2-1 0 0,-1-1 0 0,3-1 0 15,1 0 0-15,5-2-9 0,-4 0-667 0,5-2 318 16,3-12 159-16,3-12-507 0,4-13 333 16,0-10 157-16,9-9 94 0</inkml:trace>
  <inkml:trace contextRef="#ctx0" brushRef="#br0" timeOffset="-107020.71">5201 4209 1910 0,'9'-14'0'0,"5"3"0"0,-1 6 0 0,3-1 0 0,-1 4 0 0,1 0 0 0,1 2 0 0,2 0 0 0,-1 0 0 0,-2 10 0 15,-2-1 86-15,1 2-1 0,-5 1 133 0,-3 2-94 0,-1 0-42 16,-6-1-68-16,0 2 1 0,0-2 24 0,-11 2 75 16,-1-3-42-16,-6 0 0 0,-1-1-33 0,1-1 170 15,0-2-85-15,6-3-33 0,-2-1-9 0,6-1 90 16,3-1-66-16,2 0-34 0,0-2 1 16,3 0 2-16,0 2-36 0,0 0-21 15,7 0-190-15,9 2 95 0,1-3 58 0,3 4-320 16,5-1 181-16,1-2 58 0,-4 0 58 0,5 2-594 15,-3-1 298-15,0-3 140 0,-1 1 84 16,-1-1-368-16,-1 0 221 0,1 0 110 0,-4 0 57 0,-3 0-218 16,-6-4 141-16,-2-2 66 15,-1 4 7-15,-4-5 34 0,1 4 64 0,-3-1 183 0,0 2-131 0,0 0-45 16,-6 0 0-16,-1 2 511 0,-1 0-288 0,0 2-107 16,-1 13-77-16,1 4 575 15,3 5-291-15,1 6-145 0,2 3-63 0,2 2 226 16,0 3-154-16,0-3-77 0,6 2 74 0,4 0-76 15,6-6-28-15,1-2-69 0,1-5 21 0,1-3 0 16,-1-7 1-16,2-2-88 0,2-5 53 0,4-4-9 16,-3-3 43-16,2 0-97 0,-3-14 48 0,0-2 0 15,-3-9-6-15,-2-1-5 0,-3-4-1 0,-4-5 8 16,-4 0-4-16,-1-10-21 16,-5 6 31-16,0-9-26 0,-5 0 34 0,-8 2 1 15,-5 7 0-15,-1 7-110 0,-8 5 48 0,1 4 29 16,-4 8-7-16,-2 5 188 0,2 8-79 0,-1 2-37 15,8 0 206-15,-1 6-114 0,4 5-49 0,7 4-30 16,4 0 32-16,5 2-78 0,4 1 0 0,0 4 0 16,4 0 0-16,13-3 0 0,3-1 0 0,5 0 0 15,2-2 0-15,4-4 0 16,1-3 0-16,2-3 0 0,-1-3 0 0,2-1 0 16,-2-2 0-16,3 0-124 0,0 0-231 0,-1-5 168 15,-1-3-724-15,-2-2 436 0,-5 5 208 0,-4 1-504 16</inkml:trace>
  <inkml:trace contextRef="#ctx0" brushRef="#br0" timeOffset="-106887.35">6054 4436 2151 0,'-8'0'0'0,"6"1"0"0,2-1 0 0,0 0 0 0,2 0 0 0,18 0 0 0,5 0 0 0,0 0 0 0,8-1 0 0,-2-3 0 16,5 0 205-16,1-1-73 0,1 0-51 0,-1 3 0 0,1-3-449 15,-4 0 204-15,0 2 101 0,-8 0-213 0,6-1 153 16,-12 3 81-16,4-2 40 0</inkml:trace>
  <inkml:trace contextRef="#ctx0" brushRef="#br0" timeOffset="-106672.14">6631 4073 2562 0,'0'-6'0'0,"0"5"0"0,0-1 0 0,0 0 0 0,0 0 0 0,0 2 0 0,0 0 0 0,0 0 0 0,0 0 0 0,0 7 0 0,0 8 175 15,1 8 361-15,1 7-249 0,0 9-124 0,-2 6 45 16,0 6-208-16,0 6 0 0,0 8 0 0,3-5 0 16,-2 5 0-16,3 3 0 0,1 2 0 0,-3 5 0 15,1 2 0-15,-2 2 0 0,-1 5 0 0,0 10-421 16,0 1-6-16,-4 8 143 16,-7 24-876-16</inkml:trace>
  <inkml:trace contextRef="#ctx0" brushRef="#br0" timeOffset="-105355.58">22619 9213 2919 0,'0'-6'0'0,"0"5"0"0,0-2 0 0,0 2 0 0,8-1 0 0,7 0 0 0,4-2 0 0,1 0 0 0,10 1 0 0,2-1 0 0,1 0 292 16,1 2-124-16,-1 1-63 0,1 1-20 0,0 0 146 15,0 0-100-15,-3 0-131 0,-1 3 0 0,-1 5 0 16,-8-1 0-16,1 1 0 0,-3 3-583 0,-2-2 303 15,-6 1 161-15,-4 1-831 0,-1 3 402 0,-4 0 257 16,-2 3 125-16</inkml:trace>
  <inkml:trace contextRef="#ctx0" brushRef="#br0" timeOffset="-105195.06">22831 9525 3244 0,'-31'9'-1'0,"4"5"1"0,7-5 0 0,-3 2 0 0,7-3 0 0,6-1 0 0,4-3 0 0,5 2 0 0,1 0 0 0,3-1 0 0,20 1 221 0,4-5-89 15,4 1 203-15,3 0-335 0,2-2 0 16,-1 0 0-16,11 0 0 0,-5 0 0 0,-8 0 0 0,5 0 0 16,-1 0 0-16,-2 0-132 0,-5 0 83 0,-5 0-1045 15,0 7 543-15,-6 3 166 0</inkml:trace>
  <inkml:trace contextRef="#ctx0" brushRef="#br0" timeOffset="-102447.86">23874 8967 1556 0,'-11'-2'0'0,"-1"0"0"0,3 0 0 0,0 1 0 0,2-1 0 0,-1 0 0 0,2 0 0 0,2 0 0 0,3 2 0 0,-1 0 0 0,2 0 213 0,0 0-90 0,2 0-41 15,12 0 0-15,5 0 120 0,4 0-80 0,0 0-29 16,11 0-11-16,0 0 190 0,10 0-115 0,0 0-58 15,6 0 145-15,5 0-91 0,12 0-60 0,0 0 54 16,4 0-52-16,5-2-1 0,3 0-72 0,6 0-22 16,11 0 0-16,-4 1 0 0,0 0 0 15,-2 1 0-15,-2 0 0 0,-9 0 0 16,6 0 0-16,-7 0 0 0,1 0 0 0,-6 2 0 16,-3 0 0-16,-12-2 0 0,2 2 0 0,-5-2 0 15,-6 0 0-15,-12 0 0 0,-3 0 0 0,-9 0 0 16,-5 0 0-16,-7 0 0 0,-5-2 0 0,-3 0 0 15,-3 2 0-15,-2-1 0 0,0 1 0 0,0-1 0 16,-13-2 0-16,-2 3 0 0,-2 0-513 16,-6 0 184-16,-3 0 148 0,0 3-517 0,-4 5 329 15,-5 3 163-15,-7 7 81 0</inkml:trace>
  <inkml:trace contextRef="#ctx0" brushRef="#br0" timeOffset="-102034.27">23973 9097 2510 0,'-12'0'0'0,"4"3"0"0,3 12 0 0,0 2 0 0,2 2 0 0,3 4 0 0,0 3 0 0,0 4 0 0,0 2 0 0,0 13 0 0,1 2 160 15,6 6-59-15,2 8 294 0,-2-8-166 0,2 13-99 16,1-6 71-16,-2-7-80 0,-3 1-39 0,0-1-80 15,-3-8-2-15,0 8 0 0,-2-7 0 0,0-10 0 16,0 3 0-16,-2-5 0 0,-5-6 0 0,-4-3 0 16,1-3 0-16,-1-7 0 15,0-4 0-15,-1-5 0 0,0-4 0 0,-1-2 0 16,-4 0 0-16,-1-6 0 0,2-11 0 0,-5-1 0 16,3-7 0-16,-1-3 0 0,-1-1 0 0,0-4 0 15,3 1-6-15,-1 6-60 0,4 5-3 0,-2 2 13 16,2 7-9-16,1 2 31 0,0 4-54 0,0 6 257 15,2 0-116-15,-3 2-39 0,2 14 134 0,-4 2-148 16,2 4 0-16,-2 3 0 0,3 3 0 0,0-1 0 16,2-1 0-16,0 1 0 0,4-9 0 0,2 3 0 15,3-6 0-15,2 1-565 16,0-6 240-16,0-3 147 0,0-1 42 0,2-3-250 16,12-3 161-16,6 0 96 0,6-5-513 0,10-18 299 15</inkml:trace>
  <inkml:trace contextRef="#ctx0" brushRef="#br0" timeOffset="-101719.39">24228 9499 2805 0,'5'-12'0'0,"1"7"0"0,3 1 0 0,-1-2 0 0,3 2 0 0,2 2 0 0,4 2 0 0,2 0 0 0,5 2 0 0,-3 12 0 0,2 1 218 0,-3 3-89 15,-3 4-43-15,-4-1-31 0,0 8-13 0,-5-1 0 16,-7 1 0-16,-1-2-91 0,-1 3 45 0,-16 1 11 15,-9 0-116-15,-4-1 76 0,-4-1 37 0,-4-5 91 16,-1 1-2-16,-6-6-101 0,1-1 37 0,1-3 283 16,11-6-139-16,1 1-171 15,6-3-2-15,8-3 0 0,2 0 0 0,6-3 0 16,4 2 0-16,5-2 0 0,0 1 0 0,12 1 0 16,15-2 0-16,1-1 0 0,6 2 0 0,8-2 0 15,-1 0 0-15,-4 0 0 0,2 0 0 0,0 0 0 16,-3 0 0-16,-1 0 0 0,-2-2 0 0,-6-2-277 15,4 1-175-15,-3-1 205 0,-5 0-520 0,-1 0 363 16,1 0 181-16,1-3 80 0,2-2-408 0,3-5 254 16</inkml:trace>
  <inkml:trace contextRef="#ctx0" brushRef="#br0" timeOffset="-100993.09">24826 9644 2444 0,'0'-18'0'0,"0"3"0"0,-1 3 0 0,-7-2 0 0,-4 7 0 0,2 1 0 0,-5 4 0 0,-3 2 0 0,0 0 0 0,-3 8 0 16,2 8 303-16,-2 7-131 0,5 4-66 0,-2 4-33 0,8 4 298 0,1 0-171 0,3 2-79 16,6-1 20-16,0 0-141 15,0-3 0-15,6-1 0 0,6-4 0 0,4-5 0 16,-2-6 0-16,6 0-108 0,-2-8 20 0,3-3 74 16,0-4 23-16,-3-2-87 0,4-2-10 0,0-11 53 15,-6-6-66-15,-2 0-95 0,2-7 39 16,-2-1 60-16,-3 1-2 0,-2-3 29 0,1-2-11 0,-3 5 41 15,-3 4 45-15,-2-1 1 0,-2 4-47 0,0 8 220 16,0 1-105-16,0 5-50 0,0 2-10 0,-8 3 322 16,-4 0-152-16,2 10-89 15,0 9-10-15,0 3 53 0,5 3-19 0,-1 0-94 16,5 1-25-16,1 0 0 0,0-6 0 0,0 5 0 16,9-4 0-16,6-5 0 0,3-3 0 0,5-1 0 15,-2-10 0-15,8-2 0 0,-1 0 0 0,0-4-92 16,-3-11 31-16,1-2 34 0,0-1-16 0,-4-1-34 15,-2-2 31-15,0-1-2 0,-3-3-4 0,-6 2 14 16,-2 1 6-16,-1-6-3 0,-6 2 38 16,0 0-23-16,-2-1-4 0,-2 8 31 15,-10 1-5-15,-2 0-17 0,-6 7-4 0,2 2 122 16,-5 5-57-16,1 3-27 0,1 1-2 0,1 0 178 16,2 0-94-16,6 8-35 0,6-2-27 0,0 3-8 15,6 1-31-15,0 2 0 0,0-5 0 0,10 2 0 16,14-1 0-16,-1-5-64 0,7-2-43 15,3-1 54-15,1 0 35 0,2 0-324 16,0-1 163-16,-1-6 47 0,-1-2 46 0,-2-1 1 0,-4-1 45 0,-1 1-1 16,-9 5 207-16,-3-1-103 0,-5 3-62 15,-3-1-16-15,-3 2 172 0,-2 0-77 16,-2 2-56-16,0 0 562 0,-10 2-501 0,-8 11-85 16,-3 2 0-16,-2 4 0 0,3 1 0 0,1 3 0 15,5-2 0-15,-2 7 0 0,8-4 0 0,5 4 0 16,3-1 0-16,0-1 0 0,2-3 0 15,14 5 0-15,3-4 0 0,4-2 0 0,-1-3 0 0,2-2 0 16,-3-4 0-16,2-1 0 16,-6-3 0-16,-2-1 0 0,-6-3 0 0,-2-1 0 15,-3 0 0-15,-2-3 0 0,-2 2 0 0,0-1 0 16,-11 2 0-16,-8-1 0 0,-5-1 0 0,-2 0 0 16,-1-2 0-16,1 0 0 0,-1 0 0 0,5-4-146 15,-7-9-183-15,8-4 142 0,-2-6 73 0,4-5-296 16,2-9 185-16,8-1 82 0,3-15 57 0,6-1-664 15,2-10 355-15</inkml:trace>
  <inkml:trace contextRef="#ctx0" brushRef="#br0" timeOffset="-90456.57">25665 9385 1631 0,'-7'-14'0'0,"2"1"0"0,0 1 0 15,-1 1 0-15,-1 0 0 0,0-2 0 0,4 2 0 0,-1 0 0 0,1 3 0 0,3-2 0 0,0 1 120 0,0 0-40 0,10-2 225 0,10-3-132 16,4 3-67-16,3 0 89 0,4 1-83 0,-1 2-35 16,-2 3-1-16,-5 3 26 0,1 2-30 15,-6 0 9-15,0 0-35 0,-7 7-5 0,-1 7-1 16,-7 1 1-16,-1 4-6 0,-2 2 16 0,0 3-11 15,-7-2 1-15,-7 1 36 0,0 1-36 0,-4-2 0 16,2-2 89-16,-1-2-50 0,0-3 0 0,4-1-63 16,4-6-17-16,1-3 0 0,2 0 0 0,2-2 0 15,2-3 0-15,2 0 0 0,0 0 0 0,0 0 0 16,0 0 0-16,0 0 0 0,2 0 0 0,8 0 0 16,-1 0 0-16,4 0 0 0,1 0 0 15,2 0 0-15,0 0 0 0,-2-3 0 16,4 3 0-16,-4-1 0 0,3 1 0 0,-2 0 0 15,1 0 0-15,-2 0 0 0,3 0 0 0,-2 0 0 16,2 0 0-16,0 0 0 0,0 4-8 0,0 1-518 16,0 2 243-16,0 3 121 0,-1 1 51 0,0-1-815 15</inkml:trace>
  <inkml:trace contextRef="#ctx0" brushRef="#br0" timeOffset="-90232.32">26010 9746 3931 0,'-10'0'0'0,"7"0"0"0,3 0 0 0,0 0 0 0,0 0 0 16,0 0 0-16,1 0 0 0,17 2 0 0,4 0 0 0,6-2 0 0,12 2 0 0,-6-2 0 0,12 2 0 0,-4 0 0 0,-1-2 0 0,-5 2 0 16,2 1 0-16,3-1 0 15,-2 2 0-15,-6 2 0 0,2-3 0 0,-5 0 0 16,-5 0 0-16,-2-1 0 0,0 2 0 0,-4-2-7 15,-4 0-100-15,-4 1-938 0,-3-1 502 0,-3 2 240 16,-1 0 135-16</inkml:trace>
  <inkml:trace contextRef="#ctx0" brushRef="#br0" timeOffset="-89909.79">26226 9964 2860 0,'-26'10'0'0,"3"1"0"0,4-2 0 0,6-3 0 0,6-2 0 0,1-1 0 0,6 1 0 0,0 0 0 0,2 4 0 16,15-1 0-16,3 3 125 0,7-3 306 0,5 3-199 0,-1-1-96 0,2 0-46 0,-1 1-33 16,-4-2-57-16,-6 2 0 0,-2 2 0 0,-2-1-8 15,-7 0 5-15,-4 2 0 0,-5 0-145 0,-2 3 106 16,0-1 36-16,-15 5-20 0,-2-3-31 0,-1 0 38 16,-3-4-70-16,1-1 319 15,3-2-143-15,-1-3-46 0,6 0-25 0,4-4 11 16,0 2-27-16,3-5 0 0,3 1 0 0,2-1 0 15,0 2 0-15,2-2 0 0,15 0 0 0,3 2 0 16,8-2 0-16,2 0 0 0,2 0 0 0,2 0 0 16,-2 0 0-16,0 0 0 0,-1 0 0 0,-2 0 0 15,1-2 0-15,-4-1 0 0,-5-3 0 0,0 0 0 16,-4 0-477-16,0 0 63 0,-4-1 186 0,-2-2 93 16,-1-2-587-16,-1-6 329 0,-3-8 181 0</inkml:trace>
  <inkml:trace contextRef="#ctx0" brushRef="#br0" timeOffset="-89656.31">26382 9282 3279 0,'-9'-18'0'0,"8"11"0"0,1 3 0 0,0 1 0 0,0 0 0 0,4 1 0 0,11 2 0 0,2 0 0 0,5 5 0 0,3 9 0 0,0 3 412 0,1 3-190 15,-2 1-204-15,-3 1-18 0,0 3 0 0,-9-1 0 0,-4 0 0 0,-4 3 0 16,-4 0 0-16,0-1 0 0,-13-2 0 0,-6-2 0 16,-3-2 0-16,-4-4 0 0,-1-2 0 0,-2-3 0 15,3-4 0-15,0-1-2 0,6-2-17 0,-2-3-44 16,10-1 30-16,0 0-720 0,5 0 356 0,7 0 179 16,0-3 79-16,8-12-500 15,22-4 299-15,11-5 150 0</inkml:trace>
  <inkml:trace contextRef="#ctx0" brushRef="#br0" timeOffset="-89483.21">26716 9306 2522 0,'6'-11'0'0,"-1"4"0"0,-3 1 0 0,0 3 0 0,-2 2 0 0,0 1 0 0,0 0 0 0,-5 6 0 16,-3 11 0-16,0 8 0 0,4 1 609 0,3 4-290 0,1 1 162 0,0 4-481 0,0 0 0 0,6 0 0 16,10-4 0-16,3-1 0 15,5-3 0-15,0-3 0 0,5-5 0 0,-1-2 0 16,-3-4 0-16,5-2 0 0,-10-3-129 0,3-6-5 15,-2-2 63-15,-1 0-927 0,-1 0 484 0,-4-6 237 16,2-6-441-16</inkml:trace>
  <inkml:trace contextRef="#ctx0" brushRef="#br0" timeOffset="-89075.36">25715 8924 1518 0,'-13'-4'0'0,"0"4"0"16,2 0 0-16,-2 0 0 0,6 0 0 0,2 0 0 0,0 0 0 0,5 0 0 0,0 0 0 0,0 6 0 0,16-3 78 0,12 0 279 0,8-2-158 0,6-1-79 0,4 0 280 15,6 0-179-15,7 0-80 16,11-1-55-16,-7-4 195 0,3 0-121 0,-2 3-59 15,2 0-30-15,-9 2-61 0,16 0-10 0,-8 0 41 16,-1 0-489-16,4 8 244 0,-3 1 123 0,-7-1 71 16,15 1-358-16,-8 0 129 0,0-1 126 0,5-2-762 15,-12 0 406-15</inkml:trace>
  <inkml:trace contextRef="#ctx0" brushRef="#br0" timeOffset="-88462.38">27539 9831 1161 0,'0'0'0'0,"0"0"0"0,0 0 0 0,0 0 0 0,0-2 0 0,3-3 0 0,-1-3 0 0,0-1 0 0,1-3 0 0,-2 3 0 0,1-4 236 16,0 0-97-16,-2-2-49 0,0 2 118 0,0-1-84 0,0-1-30 0,-4 2-10 16,-4 2 74-16,1 1-57 15,-4 1-30-15,-4 6 144 0,2 1-77 0,-6 2-52 16,-6 0-1-16,3 13 82 0,-2 7-63 0,-1 7-30 15,2 3 9-15,-1 7 5 0,5 0-1 0,3 5-45 16,6 0 0-16,3-2 160 0,2-5-150 0,5 0-52 16,0-2 0-16,0-6 0 0,8-8 0 0,3 0 0 15,5-6 0-15,-2-4 0 0,4-7 0 16,0-2 0-16,4-2 0 0,1-14 0 16,0-9 0-16,1-10 0 0,-1-1 0 0,-1-6 0 15,3-3 0-15,-3-2 0 0,1-5-43 0,0-10-25 16,0 0-125-16,1-7 61 0,1-7 48 0,0-8-111 15,1-17 82-15,4 4 36 0,2 3-1 0,-9 25-64 16,-8 11 50-16,-3 13-11 0,-7 3 61 0,-3 20 213 16,-2 5-107-16,0 7-53 0,-6 9 248 0,-10 1-148 15,-6 22-70-15,0 16-4 0,3 5 427 0,-4 15-260 16,7 4-204-16,-2 7 0 16,6 7 0-16,-2 1 0 0,7 0 0 0,3-4 0 15,4-4 0-15,0-8 0 0,0 1 0 0,2-4 0 16,9-4 0-16,3-3 0 0,-2-2 0 0,2-7 0 15,2 4 0-15,-2-13 0 0,3 0 0 0,-2-5 0 16,1-6 0-16,0-5-1062 0,-1-5 503 0,5-7 259 16,0-5 129-16,0-2-606 0</inkml:trace>
  <inkml:trace contextRef="#ctx0" brushRef="#br0" timeOffset="-88241.41">27988 9690 3114 0,'4'-18'0'0,"-1"6"0"0,4-3 0 0,2 4 0 0,-2 3 0 0,5 1 0 0,4 5 0 0,2 2 0 0,7 0 0 0,0 4 0 0,-1 12 202 0,0 4-80 16,-1 2 278-16,-3 5-307 0,-1 0-93 0,-8 3 0 16,-1 0 0-16,-8 2 0 0,-2 0 0 15,0 0 0-15,-9 0 0 0,-11-4 0 0,-1-1 0 0,-3-5 0 16,0-5 0-16,0-4 0 16,-9 1 0-16,7-9 0 0,0-3 0 0,-1-2 0 15,6 0 0-15,0 0 0 0,2 0 0 0,7-7 0 16,5-9-638-16,7-4 270 0,0-7 164 0,19-3-618 15,11-7 396-15,8 1 192 0,9-9 96 0</inkml:trace>
  <inkml:trace contextRef="#ctx0" brushRef="#br0" timeOffset="-88074.45">28465 9466 3931 0,'8'-12'0'0,"-5"5"0"0,-1-1 0 0,-2 4 0 0,0 2 0 0,-2 1 0 0,-11 1 0 0,-2 8 0 0,-4 14 0 0,3 3 0 0,-5 10 0 0,3 6 0 16,6 3 0-16,2 4 0 0,5 0 0 0,5 3 0 15,0 0 0-15,9 0 0 0,10-4 0 0,6-3 0 16,8-2 0-16,-1-6 0 0,8-8 0 0,-2-3 0 16,2-7 0-16,1-6 0 0,-4 0-329 0,12-3-53 15,1 1-1101-15</inkml:trace>
  <inkml:trace contextRef="#ctx0" brushRef="#br0" timeOffset="-69756.2">29213 9440 2419 0,'-3'-15'0'0,"-1"9"0"0,1 6 0 0,3 0 0 0,0 0 0 0,0 0 0 0,0 0 0 0,0 0 0 0,0 0 0 0,0 0 0 0,0 0 362 16,3 0-149-16,10 0-91 0,4 0-40 0,6 0 146 16,2 0-93-16,0 0-46 0,-2 0 9 0,8 0 0 15,-4 0-28-15,2 0-55 0,-2 0-15 0,-2 0 0 16,-2 0 0-16,-1 0 0 0,1 0 0 0,-4 0 0 16,-1-1 0-16,0 1-363 0,-7 0 113 15,2 0 87-15,-5 0 86 0,1 0-759 16,-6 3 397-16,-3 11 199 0,0 3 88 0</inkml:trace>
  <inkml:trace contextRef="#ctx0" brushRef="#br0" timeOffset="-69544.26">29289 9740 2969 0,'-12'8'0'0,"1"2"0"0,4-3 0 0,4-3 0 0,-2 0 0 0,3-2 0 0,2-2 0 0,0 0 0 0,0 0 0 0,7 4 0 0,15-2 243 0,0-1 460 0,6-1-687 0,2 0-16 15,3 0 0-15,2 0 0 0,-2 0 0 0,-1 0 0 16,-9 0 0-16,7 0 0 0,-10 0 0 0,4 0 0 16,-4 0 0-16,-6 0 0 0,-1 0 0 0,-4 0 0 15,-4 0 0-15,0 0 0 0,-3 0-13 0,-2 0-834 16,0 0 408-16,0 0 198 0,0 0 100 0,0 0-467 16,0 0 283-16</inkml:trace>
  <inkml:trace contextRef="#ctx0" brushRef="#br0" timeOffset="-68667.08">30105 9279 2016 0,'-14'-21'0'0,"5"10"0"0,-2 3 0 0,4 1 0 0,2 1 0 0,2 1 0 0,-1 1 0 0,2 2 0 0,2 0 0 0,0 0 0 0,6 2 440 0,15 0-200 0,11 0-99 0,5 0-39 16,13 0 300-16,13 0-181 0,-4 0-89 0,0-1-46 15,6-2 65-15,-10 2-151 0,7-3 0 0,-6 0 0 16,-1 0 0-16,-8 3 0 0,-7-4 0 0,-3 4 0 16,-6-1 0-16,-9 0 0 0,-9 0 0 0,-1 0 0 15,-4 2 0-15,-6 0 0 0,-2 0-366 0,0 0-67 16,-12 0 200-16,-8 0 100 16,-3 6-564-16,1-4 317 0,-6 1 175 0</inkml:trace>
  <inkml:trace contextRef="#ctx0" brushRef="#br0" timeOffset="-68306.33">30279 9211 3228 0,'-17'11'0'0,"-1"9"0"0,3-2 0 0,3-3 0 0,-1 2 0 0,3 2 0 0,5-1 0 0,0 11 0 0,5-3 0 0,0 7 0 0,0 4 365 0,3 4-162 0,4-3-70 16,3 8-131-16,-2-1-2 0,-1-1 0 15,-2 3 0-15,1-2 0 0,-4-4 0 16,0 10 0-16,-1-8 0 0,-1-7 0 0,0 1 0 15,0-3 0-15,0-10 0 0,0 1 0 0,-3-7 0 16,-3-6 0-16,-1-3 0 0,0-3 0 0,-3-2 0 16,-3-4 0-16,0 0 0 15,-1-2 0-15,-1-11 0 0,-3-6 0 0,3-4 0 0,-2-3 0 0,0-1-53 16,4 4-5-16,2 1 9 0,0 3 21 0,-1 5 39 16,3 3 7-16,0 5-45 15,-2 0 213-15,3 4-186 0,-3 2 0 0,-3 0 0 16,0 10 0-16,-2 6 0 0,-3 7 0 0,-4 2 0 15,1 3 0-15,1 0 0 0,1 2 0 0,0 1 0 16,5-3 0-16,0-2 0 0,7-6 0 0,-1 1 0 16,4-2 0-16,1-4 0 0,4-6-74 0,0 0-352 15,0-3 151-15,1-2 121 0,10-4-627 0,8 0 370 16,6-11 184-16,8-14-432 0</inkml:trace>
  <inkml:trace contextRef="#ctx0" brushRef="#br0" timeOffset="-67992.84">30325 9602 2816 0,'24'-19'0'0,"-2"8"0"0,6 2 0 0,0-3 0 0,0 3 0 0,2 0 0 0,0 5 0 0,2 4 0 0,-2 0 0 0,-4 0 0 0,4 11 270 16,-9 6-115-16,0 4-56 0,-3 1 114 0,-7 2-85 0,-8 1-33 0,-1 5-11 16,-2 1-121-16,0-2 39 15,-16 1 0-15,-5-4 39 0,-6 1-25 0,-1-3-11 16,-4-2 36-16,-3-3-40 0,5-5-1 0,-1-2 0 15,6-4 0-15,0-3 0 0,6 0 0 0,1-4 0 16,10-1 0-16,1 0 0 0,3 0 0 0,0 0 0 16,4 0 0-16,0 0 0 0,11 0 0 0,8 0 0 15,4 0 0-15,6-1 0 0,1-1 0 0,-1-1 0 16,3 0 0-16,-2-1 0 0,3 3 0 0,-3-2 0 16,0 1 0-16,0 1 0 0,-7-1 0 15,-2 2 0-15,0 0-76 0,-1 0-75 16,-3 0-328-16,0 0 219 0,-4 0 109 0,3 0-647 15,1 0 368-15,1 0 199 0,-2 0 95 0</inkml:trace>
  <inkml:trace contextRef="#ctx0" brushRef="#br0" timeOffset="-67123.92">31223 9615 1134 0,'2'-15'0'0,"1"0"0"0,-1 0 0 15,1-2 0-15,-1-3 0 0,0 0 0 0,-2 2 0 0,0-1 0 0,0 5 0 0,0 0 0 0,-9 1 99 0,-1 6-9 0,-3-2 272 0,-2 8-159 0,-5 1-82 16,0 0 283-16,-2 7-171 0,-3 12-101 0,1 3-46 16,-5 11 262-16,4 1-153 15,3 1-77-15,6 1 217 0,-1 7-264 0,7-8-71 16,2 3 0-16,6 0 0 0,2-3 0 0,0 0 0 15,2-7 0-15,8-2 0 0,6-3 0 0,0-5 0 16,2-5 0-16,1 0 0 0,0-5 0 0,8-4 0 16,-4-4 0-16,2 0 0 0,-3-6 0 0,4-11 0 15,-4-2 0-15,1-3 0 0,-2-4 0 0,-5-2 0 16,1-3 0-16,-1 1 0 0,-4 2 0 16,-1 2 0-16,-9 8 0 0,3-2 0 0,-3 9 0 15,-2 0 0-15,0 5 0 0,0 2 0 16,0 3 0-16,-7 1 0 0,0 3 0 0,-2 12 0 15,-3 5 0-15,5 3 0 0,1 2 0 0,3-1 0 16,1 1 0-16,2-3 0 0,0 1 0 0,2 0 0 16,7-5 0-16,3-1 0 0,4-4 0 0,3-3 0 15,-1-5 0-15,3-3 0 0,3-2 0 0,1 0 0 16,0-6 0-16,-6-5 0 0,9-8 0 0,-8 1 0 16,1-5 0-16,-4-1 0 15,-2-5 0-15,0-3 0 0,-2-7 0 0,-1 0 0 0,-5-1 0 16,-4-3 0-16,-1 11 0 0,-2-1 0 15,0 9 0-15,-3 0 0 0,-8 7 0 0,-7 7 0 16,0 4 0-16,-2 4 0 0,-5 2 0 0,3 0 0 16,2 3 0-16,0 8 0 0,3 1 0 0,4 1 0 15,5 2 0-15,1-2 0 0,5 0 0 0,2 1 0 16,0-1 0-16,2-2 0 0,13 0 0 0,9-4 0 16,4-1 0-16,2-6 0 0,3 0 0 15,2 0 0-15,0-2 0 0,0-7 0 16,3-2 0-16,-6 0 0 0,1-1 0 0,-6 1 0 15,1 0 0-15,-11 1 0 0,1 1 0 0,-8 4 0 16,-1-3 0-16,-3 4 0 0,-4 0 0 0,-2 0 0 16,0 2 0-16,-2 1 0 0,-13 1 0 0,-6 0 0 15,4 8 0-15,-3 7 0 0,3-1 0 0,2 1 0 16,5 4 0-16,-1 0 0 0,6-1 0 0,3 3 0 16,2 0 0-16,0-2 0 15,5 1 0-15,10 4 0 0,0-1 0 0,3-2 0 16,4-2 0-16,0 2 0 0,-6-7 0 0,4 4 0 15,-5-1 0-15,-3-5 0 0,-2 4 0 0,-7-4 0 16,-3 2 0-16,0-3 0 0,-3 2 0 0,-14 0 0 16,-3-1 0-16,-5-1 0 0,2-2 0 0,-9 1 0 15,4-3 0-15,-2-1 0 0,2-2 0 0,5-4 0 16,-3 1 0-16,3-1 0 16,5 0 0-16,1 0 0 0,7 0 0 0,0-1 0 15,5-3 0-15,3 0 0 0,2-2 0 0,2-1 0 16,15-3-561-16,10-3 254 0,1 0 122 0,2 2-843 15</inkml:trace>
  <inkml:trace contextRef="#ctx0" brushRef="#br0" timeOffset="-66976.51">31920 9737 3524 0,'4'-9'0'0,"1"3"0"0,4 2 0 0,6-3 0 0,-5-1 0 0,5 0 0 0,3 3 0 0,7-3 0 0,5 4 0 0,5-3 0 0,4 4 262 0,2-1-117 0,2 2-145 0,4 0 0 16,1 0 0-16,-7 1 0 0,8-1 0 0,-9 2 0 15,-3 0 0-15,-1 0 0 0,-7 0 0 0,-4 0 0 16,-2 0-945-16,-9 3 307 0,-5 7 313 0</inkml:trace>
  <inkml:trace contextRef="#ctx0" brushRef="#br0" timeOffset="-66669.9">32126 9856 3027 0,'-23'4'0'0,"9"3"0"0,8-1 0 0,-1-5 0 0,4-1 0 0,3 2 0 0,0-2 0 0,10 0 0 0,8 0 0 0,6 4 0 0,2-1 242 0,2 3-101 0,4 0 380 16,-4 2-521-16,-1 1 0 0,-8 0 0 0,0 2 0 16,-7 2 0-16,-4 0 0 0,-6 5 0 15,-2 2 0-15,-10 1 0 0,-10 2 0 0,-7-1 0 0,-3 1 0 16,-1-1 0-16,-1-3 0 0,2-1 0 16,2-4 0-16,6-1 0 0,10-5 0 15,-1 1 0-15,3-5 0 0,7-2 0 0,3 1 0 16,0 1 0-16,3-2 0 0,20-2 0 0,2 2 0 15,7-2 0-15,8 0 0 0,2 0 0 0,-4 0 0 16,10-2 0-16,-12-2 0 0,0-2 0 0,2 1 0 16,-8-1 0-16,-11 5 0 0,2-4 0 0,-7 2 0 15,-5 1 0-15,-2-2-300 0,-2 0 59 0,-5-1 105 16,2-5-569-16,-2-3 332 0,0-2 165 0,0-7 84 16</inkml:trace>
  <inkml:trace contextRef="#ctx0" brushRef="#br0" timeOffset="-66412.86">31954 9102 3098 0,'35'-25'-15'0,"17"16"8"0,8 2 0 0,0-4 2 0,-5 3 2 0,-7 5 1 0,-4 1 1 0,-9 2 1 0,-5 2 0 0,-4 10 0 0,1 8 412 0,-10 2-191 0,-4 2-88 0,-10 2-34 15,-3 3-91-15,0 1-8 0,-21-2 0 0,-9 6 0 16,-5-4 0-16,-2-2 0 0,-5-2 0 0,-4-2 0 16,2-3 0-16,-4-4 0 0,1-3 0 0,-2-5 0 15,2-3 0-15,14-5 0 0,7 1 0 0,1-2 0 16,11 0 0-16,2 0-52 0,7-2-867 0,5-10 438 16,13-9 206-16,21-5-573 0</inkml:trace>
  <inkml:trace contextRef="#ctx0" brushRef="#br0" timeOffset="-66228.2">32574 8976 3521 0,'7'-15'0'0,"-2"10"0"0,0 1 0 0,-3 2 0 0,-2 0 0 0,-7 2 0 0,-13 0 0 0,-2 10 0 0,-6 11 0 0,0 3 0 0,-6 8 249 16,4 1-88-16,5 5-161 16,7-1 0-16,10-4 0 0,1 2 0 0,7 1 0 15,0-1 0-15,7 0 0 0,11-4 0 0,8-3 0 16,8 3 0-16,-6-10 0 0,4-1 0 0,1-5 0 15,-1-4 0-15,-1-2-630 0,-1-3 78 0,0-5 228 16,-3-1-562-16,-7 0 421 0</inkml:trace>
  <inkml:trace contextRef="#ctx0" brushRef="#br0" timeOffset="-65828.49">32931 8963 2975 0,'0'-15'0'0,"0"10"0"0,0 4 0 0,2 1 0 0,-1 0 0 0,1 0 0 0,1 6 0 0,-2 11 0 0,-1 13 0 0,0 8 0 0,0 3 399 0,0 7-179 0,0 6-90 0,0 3 77 16,0 10-207-16,2-4 0 0,0 2 0 0,-1-3 0 15,1 1 0-15,3-9 0 16,-3 3 0-16,0-4 0 0,-1-3 0 0,1-3 0 0,0-11 0 16,-2-6 0-16,0 0 0 0,0-9 0 15,0-9 0-15,0-2 0 0,0-5 0 0,0-5 0 16,-5 0 0-16,-4-1 0 0,-2-16 0 0,-1-4 0 15,0-5 0-15,-4-6 0 0,2-5 0 0,-4-1 0 16,6 8 0-16,-4-2 0 0,1 3 0 0,-2 9 0 16,2 2 0-16,-1 3 0 0,0 5 0 0,-2 4 0 15,-2 4 0-15,3 2 0 0,-2 2 0 0,-2 14 0 16,5 2 0-16,1 7 0 0,3 0 0 0,4-2 0 16,-1 9 0-16,8 0 0 15,1-1 0-15,0 1 0 0,1-3 0 0,6-6 0 16,10 5 0-16,3-6 0 0,1-5 0 0,4-2 0 15,2-7 0-15,-3-3 0 0,9-5 0 0,-3 0 0 16,0 0 0-16,0-3 0 0,0-11 0 0,-2 0 0 16,2-5-817-16,2-9 225 0,-9-4 276 15,-3-9-703-15</inkml:trace>
  <inkml:trace contextRef="#ctx0" brushRef="#br0" timeOffset="-65617.91">33102 9570 3220 0,'-3'-17'0'0,"-1"7"0"0,4 4 0 0,0 0 0 0,0 0 0 0,0 3 0 0,7 2 0 0,5 1 0 0,4 1 0 0,3 14 0 0,-1 3 212 0,0 5-86 0,-1-1 247 16,0 4-373-16,-7 1 0 0,-5-2 0 0,0 4 0 16,-5-1 0-16,0 0 0 0,-12-1 0 0,-8-3 0 15,-6-1 0-15,-4-3 0 0,-2-4 0 16,2-4 0-16,-5-2 0 0,2-4 0 0,1-2 0 16,-1-4 0-16,3 0 0 0,10 0 0 15,3 0 0-15,8-2 0 0,0-8-285 0,7-1-67 16,2-4 155-16,5-4 79 0,15 0-663 0,12-3 371 15,3 3 174-15,11-6 103 0,-1-1-537 0</inkml:trace>
  <inkml:trace contextRef="#ctx0" brushRef="#br0" timeOffset="-65456.48">33397 9482 3556 0,'8'-20'0'0,"-6"6"0"0,0 5 0 0,-1 2 0 0,-1 0 0 0,0 3 0 0,-5 2 0 0,-11 2 0 0,-3 6 0 0,1 16 0 0,-7 7 375 0,8 3-375 0,-3 11 0 16,7 0 0-16,5 0 0 0,6 1 0 0,2-1 0 15,0-7 0-15,13 9 0 0,9-10 0 0,7 1 0 16,7-4 0-16,7-4 0 0,6-6 0 0,19-1 0 16,-2-10 0-16,24-3 0 0,-21 0 0 0</inkml:trace>
  <inkml:trace contextRef="#ctx0" brushRef="#br0" timeOffset="-58112.25">6116 11246 2236 0,'-15'-12'0'0,"3"3"0"16,1 1 0-16,2-2 0 0,1-1 0 0,1-2 0 0,-3-2 0 0,7 0 0 0,3-2 0 0,0 2 0 0,0 0 228 0,2 0-95 0,9 0-47 0,1 0 167 0,0 3-106 0,6 4-46 16,0 0 55-16,4 0-59 15,1 3-29-15,2 3 0 0,5 0 13 0,0 0-33 16,-2 2-9-16,0 0-71 0,-2 6 35 0,-1 3 0 16,-6 3 36-16,-3 1-161 0,0 4 76 0,-6 1 42 15,-2 3 0-15,-4 3-112 0,-4 0 70 16,0 7-2-16,-6-3 136 0,-8 2-55 0,-6-1-1 15,0 0 294-15,-4-3-242 0,0-3-84 0,-1-5 0 0,-2 0 0 16,5-5 0-16,1-4 0 0,3-1 0 0,2-2 0 16,8-4 0-16,-1-1 0 15,5 1 0-15,1-2 0 0,3 0 0 0,0 0 0 16,3 0 0-16,18 0 0 0,6 0 0 0,8 0 0 16,2 0 0-16,9 4 0 0,-1-1 0 0,2 5 0 15,-6 1 0-15,0 4 0 0,-9 2 0 0,2 5 0 16,-5 0 0-16,-5 4 0 0,-7 1 0 15,-5 2 0-15,-5 4 0 0,-6 1 0 0,-1 2 0 0,0 6 0 16,-8-3 0-16,-10 0 0 16,1-6 0-16,-4 2 0 0,0-3 0 0,-4-4 0 15,0-3 0-15,-1-2 0 0,3-8 0 0,-7-1 0 16,6-1 0-16,-4-7 0 0,2-1 0 0,5-3 0 16,-2 0 0-16,1 0 0 0,4-6 0 0,1-7 0 15,1 2 0-15,5-4 0 0,2-3 0 0,3 0 0 16,5-6 0-16,1-2-235 0,0-5-226 0,13-7 211 15,5 7 96-15,11-12-814 0,9-6 465 0</inkml:trace>
  <inkml:trace contextRef="#ctx0" brushRef="#br0" timeOffset="-57800.43">6887 11068 2886 0,'0'0'0'0,"0"3"0"0,0 2 0 0,0 0 0 0,0 3 0 0,1 2 0 0,3-1 0 0,3-2 0 0,4 4 0 0,3-3 0 0,1 2 178 0,3-3-61 0,3-3-44 16,3-1-35-16,1-3 1 0,-2 0-1 15,-1-3 1-15,-4-8-36 0,4-7-9 0,-8 2 44 16,-2-3 33-16,-1 1-33 0,-6-1 0 16,-3-2 122-16,-2 4-65 0,0-2-29 0,-4 0-46 0,-8 3-20 15,-2-2 0-15,-2 5 0 0,-2 0 0 0,0 6 0 16,1 0 0-16,-1 4 0 0,-2 2 0 15,3 1 0-15,3 0 0 0,0 0 0 0,1 8 0 0,4 4 0 16,1 1 0-16,0 2 0 0,6 1 0 16,2 0 0-16,0 3 0 15,0-2 0-15,0 2 0 0,6 0-180 0,6 1-842 16,3 0 492-16,2 0 245 0,1-2 124 0</inkml:trace>
  <inkml:trace contextRef="#ctx0" brushRef="#br0" timeOffset="-57279.17">7912 11333 3021 0,'-2'0'0'16,"-2"0"0"-16,4 0 0 0,-2 0 0 0,2 0 0 0,-1 0 0 0,1 0 0 0,0 0 0 0,0 0 0 0,0 0 0 0,5 0 262 0,7 0-112 0,2 2-57 0,3 2 243 0,2-1-267 0,1 2-69 15,3-4 0-15,-2 3 0 16,3-2 0-16,-7-2 0 0,4 0 0 0,-5 0 0 0,0 0 0 16,-2 0 0-16,-2 0 0 0,-5 0 0 15,2 0 0-15,-5 0 0 0,1 0 0 0,-1 0 0 16,-3 0 0-16,1 0-19 0,-2 0-263 0,0 0 79 16,0 0 87-16,0 0-726 0,0 0 402 0,2 0-560 15</inkml:trace>
  <inkml:trace contextRef="#ctx0" brushRef="#br0" timeOffset="-56099.08">8005 10529 1409 0,'0'-6'0'0,"0"0"0"0,-1 2 0 0,-1-2 0 0,0 0 0 0,-2 4 0 0,1-3 0 0,0 1 0 0,-1 1 0 0,4 2 0 0,-1 0 99 0,1-2-31 0,0 3 176 16,-2 0-89-16,2 0-63 0,0 0-28 0,0 0 0 15,0 0-26-15,0 12 240 0,0 1-111 0,0 4-70 16,0 8-29-16,0 2 208 0,0 13-119 16,0-2-51-16,0 12-39 0,-3 3 184 15,-3 4-107-15,0 8-57 0,1-13-87 0,0 7 0 16,1-1 0-16,3-2 0 0,1-5 0 0,0-1 0 16,0-6 0-16,0-7 0 0,0-1 0 0,5-6 0 15,2-7 0-15,2-2 0 0,0-7 0 0,-2-2 0 16,7-3 0-16,-5-3 0 0,0-5 0 0,5-1 0 15,-2 0 0-15,6 0 0 0,1-5 0 0,-1-10 0 16,3-4 0-16,-1-4 0 0,3-1 0 16,0-4 0-16,-2 0 0 0,-2 0 0 15,-3 0 0-15,-1 3 0 0,-3 6 0 0,-2 1 0 16,-4 0 0-16,-2 7 0 0,-1 2 0 0,-1-1 0 16,1 5 0-16,-1 1 0 0,-2 2 0 0,0 1 0 15,0-2 0-15,0 2 0 0,0 1 0 0,0-2 0 16,0 2 0-16,0 0-36 0,0 0-40 0,0 0-303 15,0 0 171-15,0 0 76 0,0 0 52 0,1 0 0 16,12 0 43-16</inkml:trace>
  <inkml:trace contextRef="#ctx0" brushRef="#br0" timeOffset="-55922.01">8629 10834 3488 0,'0'0'0'0,"0"0"0"0,0 0 0 0,2 0 0 0,5 2 0 0,5 0 0 0,2-2 0 0,4 2 0 0,3-2 0 0,2 0 0 0,4 0 133 0,3 0-47 0,-2 0-24 0,2 0 9 16,0-2-34-16,0 0 1 0,-3 0-1057 0,-1-2 529 16</inkml:trace>
  <inkml:trace contextRef="#ctx0" brushRef="#br0" timeOffset="-55757.02">8736 11058 3246 0,'-15'13'0'0,"8"-8"0"0,1 2 0 0,6-3 0 0,0 0 0 0,0-1 0 0,11 2 0 0,8-1 0 0,8 1 0 0,0-3 0 0,1 2 537 0,5-3-389 0,-6 2-148 16,0-3 0-16,6 0 0 0,-6 0-78 0,-1 0 21 15,-5 0 48-15,-1 0-336 0,0 0 201 0,-3 0-753 16,-4 0 468-16,-1 0 87 0</inkml:trace>
  <inkml:trace contextRef="#ctx0" brushRef="#br0" timeOffset="-55327.17">9871 10721 2053 0,'0'-24'0'0,"0"1"0"0,0-2 0 0,2-5 0 0,0 1 0 0,-2 1 0 0,0 1 0 15,0 3 0-15,0 0 0 0,0 3 0 0,-7 3 425 0,-2 0-194 0,0 7-98 0,-3 2 292 0,-1 0-200 16,-1 4-93-16,0 3-49 0,0 1 141 0,-4 1-224 16,2 0 0-16,-1 0 0 0,1 7 0 0,0 4 0 15,0 3 0-15,0 7 0 0,2-5 0 0,0 9 0 16,3 6 0-16,1 1 0 15,2 11 0-15,6-7 0 0,-1 15 0 0,3-5 0 16,0 4 0-16,0-3 0 0,5 1 0 0,4-1 0 16,3 0 0-16,1 0 0 0,-1-1 0 0,1 2 0 15,-4 1 0-15,-1-2 0 0,-3 4 0 0,-1 0 0 16,-2-5 0-16,-2 1 0 0,0 0 0 0,0-8 0 16,-7 8 0-16,-4-13 0 0,-1 4 0 0,-2-6 0 15,0-4 0-15,-1-5 0 0,-4 1 0 16,0-5 0-16,0-3 0 0,0-4 0 15,1-1 0-15,-3-2 0 0,0-1 0 0,-5-5 0 0,1 0 0 16,6-3 0-16,-8 0 0 0,7 0 0 16,-1 0 0-16,1-3 0 0,0-2 0 0,3-2 0 15,2 3-587-15</inkml:trace>
  <inkml:trace contextRef="#ctx0" brushRef="#br0" timeOffset="-54732.26">9992 11617 3044 0,'-14'0'0'0,"1"0"0"0,3 2 0 0,1 2 0 0,0-1 0 0,2 0 0 0,4-2 0 0,1 1 0 0,0-2 0 0,2 2 0 0,0-1 144 0,5 2 393 0,15-1-331 16,4-2-206-16,4 0 0 0,4 0 0 0,0 0 0 16,2 0 0-16,-2 0 0 0,0-2 0 0,-2-2 0 15,-7 2 0-15,-2-1 0 0,-3 0 0 0,-6 2 0 16,-1-1 0-16,-4 2-450 15,-2 0 52-15,1 0 193 0,-3 0 28 0,4 0-272 16,4-3 206-16</inkml:trace>
  <inkml:trace contextRef="#ctx0" brushRef="#br0" timeOffset="-54535.01">10712 11561 3931 0,'-2'1'0'0,"2"4"0"0,0 0 0 0,0 1 0 0,0-2 0 0,8-1 0 0,4 1 0 0,6 0 0 0,5-3 0 0,5 1 0 0,4-2 0 0,3 0 0 15,-1 0 0-15,1 0 0 0,1 0 0 0,-2 0 0 0,-1 0 0 0,-3 0 0 16,-3 0 0-16,-6 0 0 0,2 0 0 0,-7 0-804 16,-2 0 347-16,-5 0 103 0,0 3 165 0</inkml:trace>
  <inkml:trace contextRef="#ctx0" brushRef="#br0" timeOffset="-54202.44">10831 11771 3352 0,'-20'2'0'0,"10"1"0"0,-4 1 0 0,7-4 0 0,1 2 0 0,6 0-1 0,0 0-38 0,0 2 5 0,13 2 1 0,10 0 2 0,1 4 493 0,3 0-234 0,-5 0-201 15,8 2-27-15,-8 1 0 0,-4 2 0 0,-2 2 0 16,-4 0 0-16,-7 2 0 0,-3 2 0 0,-2 5 0 15,0-4 0-15,-17-1 0 0,-1 2 0 16,-7-2 0-16,-1-3 0 0,-3-3 0 16,-1-2 0-16,2-4 0 0,8-5 0 0,-4 0 0 15,4-2 0-15,9-2 0 0,-2 0 0 0,5 0 0 16,3 0 0-16,3 0 0 0,0 0 0 0,2 0 0 16,0 0 0-16,8-2 0 0,6 0 0 0,5 0 0 15,8 2 0-15,-1 0 0 0,4 0 0 0,0 0 0 16,2 0 0-16,0 0 0 0,-2 0 0 0,0 0 0 15,-1 0 0-15,-1 0 0 16,-6 0 0-16,0 0 0 0,-1 0 0 0,-2 0 0 16,-4 0-576-16,0 0 69 0,-5-2 225 0,2-5 127 15,-1-4-727-15</inkml:trace>
  <inkml:trace contextRef="#ctx0" brushRef="#br0" timeOffset="-53974.93">10824 11087 3924 0,'-18'-13'0'0,"9"12"0"0,4-1 0 0,2 2 0 0,3-3 0 0,0 3 0 0,0 0 0 0,0 0 0 0,15 0 0 0,8 0 0 0,9 0 7 0,9 0-7 16,0 0 0-16,1 0 0 0,-7 0 0 0,8 0 0 15,-4 0 0-15,-2 0 0 0,-5 0 0 16,-2 0 0-16,-10 0 0 0,-1 0 0 0,-6 0-89 0,-3 3 5 15,-5 0 60-15,-1-1-891 16,-4 3 430-16,0 1 229 0,0 0-502 0,-11 4 361 16</inkml:trace>
  <inkml:trace contextRef="#ctx0" brushRef="#br0" timeOffset="-53795.57">10941 11121 2645 0,'-9'4'0'0,"0"5"0"0,0 1 0 0,2-1 0 0,0 3 0 0,1 2 0 0,3 1 0 0,1 2 0 0,2 2 0 0,0 0 0 0,0 0 133 0,0 2 366 0,0-1-231 0,0 0-116 16,2 1-58-16,0 0-256 0,1-2 95 0,1-1 52 15,-2-3-606-15,1-1 328 0,1-3 165 0,1-4-612 16,2 2 314-16,0-8 202 0,4-1 59 0,3 0-158 16</inkml:trace>
  <inkml:trace contextRef="#ctx0" brushRef="#br0" timeOffset="-53602.64">11118 11191 2272 0,'3'-17'0'0,"1"8"0"0,0-1 0 0,-3 4 0 0,1 4 0 0,-2 1 0 0,0-1 0 0,0 2 0 0,3 0 0 0,-1 2 0 0,2 9 194 0,-1 2-79 0,1 2-39 0,-2 2 655 16,-1 2-352-16,3 6-215 0,-2-2-164 0,0 4 0 16,0-1 0-16,-1-4 0 0,2 9 0 0,-3-5 0 15,0 1 0-15,2-7 0 0,-2 3 0 0,0-2 0 16,0-7 0-16,0 1-225 15,0-6-141-15,0-1 193 0,0-2-394 0,0-4 257 0,0-2 141 0,0 0 67 16,0 0-607-16</inkml:trace>
  <inkml:trace contextRef="#ctx0" brushRef="#br0" timeOffset="-53254.02">10447 10501 2896 0,'-15'-5'0'0,"2"1"0"0,2 2 0 0,0-1 0 0,3 2 0 0,0 1 0 0,5-1 0 0,-1 1 0 0,0 0 0 0,4 0 0 16,0 0 125-16,10 0 174 0,11 0-132 0,2-3-65 0,5 1-33 0,7 1 204 16,2 0-273-16,3 1 0 0,4 0 0 0,-2 0 0 15,-8 0 0-15,3 0 0 0,1 0 0 0,-6 0 0 16,-1 2 0-16,-2 4 0 0,-7-2 0 0,1 2 0 16,-3-2 0-16,-2 0 0 0,-6-1-33 0,-2-2-65 15,-2 4 55-15,-5-3-509 0,1 0 249 0,-2-1 138 16,-2-1 64-16,0 5-745 15</inkml:trace>
  <inkml:trace contextRef="#ctx0" brushRef="#br0" timeOffset="-52900.34">10627 10646 2421 0,'-19'3'0'0,"8"3"0"0,0 0 0 16,3-4 0-16,3 0 0 0,3 1 0 0,2 0 0 0,0 0 0 0,4 3 0 0,9-3 0 0,4 3 482 0,4-2-223 0,0 2-111 0,0-2-56 0,0 1 29 15,-1 0-33-15,-2 0-10 16,-3 0-42-16,-2 2-46 0,-8-1 23 0,2 1 1 16,-5 3 31-16,-2 2-173 0,0 1 83 0,-10 0 40 15,-5 0-58-15,-4 0 50 0,-1-2 26 0,-7 3 73 16,3-7-49-16,-1-2-23 0,7 1-34 0,-5-4 268 16,0 0-228-16,4 0-20 0,3-2 0 0,2 0 0 15,5 0 0-15,0 0 0 0,2 0 0 16,7 0 0-16,-2 0 0 0,2 0 0 0,0 0 0 0,2 0 0 15,14 2 0-15,7 1 0 16,2 2 0-16,3-1 0 0,2-2 0 0,4 2 0 16,-3-1 0-16,3-1 0 0,-2-1 0 0,2-1 0 15,-4 0 0-15,-6 0 0 0,3 0 0 0,-5 0 0 16,-1 0 0-16,-2 0 0 0,-5 0 0 0,-3 0 0 16,1 0 0-16,-4 0-438 0,-1 0-85 0,-2 0 244 15,2-1 121-15,-2-4-745 0</inkml:trace>
  <inkml:trace contextRef="#ctx0" brushRef="#br0" timeOffset="-52633.61">10397 10092 3586 0,'-14'-10'0'16,"11"7"0"-16,1 2 0 0,0-2 0 0,2 3 0 0,0-2 0 0,0 2 0 0,5 0 0 0,13 0 0 0,5 0 0 0,7 0 99 0,5 0 147 0,1 0-246 0,6 2 0 0,-2 2 0 0,2 2 0 15,-9-3 0-15,3 1 0 0,-1 0 0 16,-3 0 0-16,-4-1 0 0,-5 1 0 0,0 0 0 16,-7 0 0-16,-3-2 0 0,-3-1-501 15,-2 1 119-15,-5 1 120 0,-1-3 102 0,0 1 66 0,-2-1-585 16,0 0 320-16</inkml:trace>
  <inkml:trace contextRef="#ctx0" brushRef="#br0" timeOffset="-52451.62">10622 10124 2458 0,'-17'5'0'0,"2"1"0"0,3 2 0 0,5-1 0 0,0 1 0 0,-1 3 0 0,7 1 0 0,-1 0 0 0,2 3 0 0,0 5 0 0,0-2 548 0,0 4-256 0,0 3-127 16,0 0-64-16,0-3-11 15,0 0-16-15,0 1-283 0,0-1 123 16,0 1 62-16,0-4 31 0,0-1 0 0,0-5-505 16,0 1 263-16,0-4-629 0,0-3 371 0,3-5 228 15,8-2 113-15</inkml:trace>
  <inkml:trace contextRef="#ctx0" brushRef="#br0" timeOffset="-52265.86">10746 10132 3736 0,'0'-4'0'0,"0"2"0"0,0 2 0 0,0 0 0 0,0 2 0 0,0 9 0 0,0 0 0 0,0 4 0 0,0 4 0 0,0 5 0 0,0 1 195 15,0 0-195-15,0 6 0 0,0-2 0 0,0-1 0 0,0 0 0 0,0-1 0 16,0-6 0-16,0 5 0 0,0-5 0 16,0-3 0-16,0 2 0 0,0-3 0 0,2-3-679 15,0 0 242-15,-1-3 244 0,7 5-44 16</inkml:trace>
  <inkml:trace contextRef="#ctx0" brushRef="#br0" timeOffset="-50622.39">11890 10671 2675 0,'-9'-4'0'0,"1"2"0"0,5 0 0 0,2 0 0 0,-1 2 0 0,2 0 0 0,0 0 0 0,2-3 0 0,13 2 0 0,10-1 0 0,5 1 258 0,9-4-109 0,4 0-54 0,4 2 222 16,-4-1-128-16,12 2-79 0,-6 0-35 0,1 0-12 15,-1 2-63-15,-2 0 0 0,-7 0 0 0,8 0 0 16,-14 0 0-16,4 2 0 0,-6 2 0 0,-2-2 0 16,-10 2 0-16,-1-1-237 15,-6-1 33-15,-3 2 53 0,-4-2 80 0,-5-1-664 0,-1 1 336 0,0 4 184 16,-13-1 87-16,-9 3-420 15,-1-3 253-15,4 1 127 0</inkml:trace>
  <inkml:trace contextRef="#ctx0" brushRef="#br0" timeOffset="-50235.06">12049 10689 2544 0,'-18'2'0'0,"1"6"0"0,2-1 0 0,-1 0 0 0,6 3 0 0,-1 3 0 0,8 2 0 0,1 4 0 0,2 5 0 0,0 5 0 0,0 1 204 0,2 6-81 15,6 4-41-15,-2-2 545 0,3 11-298 0,-2-1-307 16,-2 0-22-16,2 2 0 0,-4 5 0 0,1 1 0 16,-2-3 0-16,0 1 0 0,0-1 0 0,-1-5 0 15,-1-11 0-15,2-8 0 0,-2 0 0 0,0-7 0 16,0-9 0-16,0-4 0 0,0-3 0 0,0-2 0 16,0-4 0-16,-7 0 0 0,-4 0 0 0,-3-10 0 15,-2-5 0-15,-1 1 0 0,-4-10 0 0,-1-1 0 16,-5-8 0-16,1 2 0 15,5 5 0-15,-4 0 0 0,3 3 0 0,5 7 0 16,1 4 0-16,-2 4 0 0,4 6 0 0,-2 2 0 16,0 0 0-16,-1 14 0 0,2 8 0 0,-2 3 0 15,-1 4 0-15,2 5 0 0,-5 6 0 0,6-10 0 16,-2 4 0-16,3-2 0 0,0 0 0 0,5-7 0 16,0-3 0-16,2-2 0 0,5-3 0 0,1-6 0 15,1 1-84-15,0-7-568 0,0-1 310 0,3-4 151 16,13 0 74-16,7-6-256 15,5-17 166-15,2-6 73 0,5-7-417 0,10-11 255 16,-5 0 127-16</inkml:trace>
  <inkml:trace contextRef="#ctx0" brushRef="#br0" timeOffset="-49928.38">11969 11266 2164 0,'16'-23'0'0,"2"1"0"0,-4 3 0 0,4 2 0 15,-4 4 0-15,5-1 0 0,2 7 0 0,3-2 0 0,2 5 0 0,3 0 0 0,-1 2 83 0,2 2 478 0,0 0-249 0,-2 6-141 16,-1 7 218-16,-3 3-174 0,-2 4-179 15,-6 0-36-15,0 9 0 0,-6 1 0 0,-3 0 0 16,-5 0 0-16,-2 1 0 0,0-1 0 0,-11 1 0 16,-8-3 0-16,-2-3 0 0,-4-3 0 0,-2-1 0 15,-1-6 0-15,0-5 0 0,-1 0 0 0,3-2 0 16,5-4 0-16,-1-3 0 0,7 1 0 16,2-2 0-16,1 0 0 0,7 0 0 15,3 0 0-15,0 0 0 0,2 0 0 0,2 0 0 0,9 0 0 0,10 0 0 16,1 3 0-16,5-2 0 15,-5 0 0-15,10 2 0 0,-4-1 0 0,2 0 0 16,-5 0 0-16,1-1 0 0,-5-1 0 0,3 3 0 16,-3-2 0-16,1 1 0 0,1 0 0 0,3 0 0 15,-5 2 0-15,5-1 0 0,2 0-530 0,2 0-364 16,2-1 426-16,7-2 214 0</inkml:trace>
  <inkml:trace contextRef="#ctx0" brushRef="#br0" timeOffset="-49060.45">13208 11219 1898 0,'-3'-25'0'0,"-1"5"0"0,-1-3 0 0,0 1 0 0,1-1 0 0,-1 4 0 0,-1 5 0 0,-1-1 0 0,-1 9 0 0,1 0 0 0,-4 4 102 0,-3 2-61 0,-2 0 0 16,-5 10 703-16,0 10-351 0,1 5-176 15,-1 6-78-15,0 11 122 0,3 1-166 0,2 6-95 16,7 1 0-16,2 0 0 0,5-7 0 0,2 9 0 16,0-17 0-16,2 5 0 0,7-5 0 0,3-2 0 15,2-6 0-15,3-6 0 0,2-2 0 0,-2-5 0 16,3-5 0-16,1-5 0 0,0-4 0 0,4 0 0 16,-2-14 0-16,2-9 0 0,1-7 0 0,-3 0 0 15,1-10 0-15,0 2 0 0,-3-2 0 16,0-3 0-16,-4 2 0 0,-2 8 0 0,-4-2 0 15,-4 11 0-15,-1 0 0 0,-4 11 0 16,1 1 0-16,-2 5 0 0,-1 5 0 0,0 1 0 16,-1 1 0-16,-10 14 0 0,2 9 0 0,2 5 0 15,-1 2 0-15,4 1 0 0,2 5 0 16,2-1 0-16,0-2 0 0,0 0 0 0,6-6 0 0,8-2 0 16,0-4 0-16,2-7 0 0,2 0 0 15,1-5 0-15,2-5 0 0,1-4 0 16,2 0 0-16,1-4 0 0,-2-10 0 0,-3 2 0 15,3-7 0-15,-2-1 0 0,-5 0 0 0,-1 0 0 16,-2-5 0-16,-3 3 0 0,-1-10 0 0,-5 2 0 16,0-4 0-16,-4 0 0 0,0 1 0 0,0 0 0 15,-9 5 0-15,-3 8 0 0,-3 1 0 0,-2 4 0 16,-1 5 0-16,-3 5 0 0,0 3 0 0,1 2 0 16,-1 0 0-16,4 6 0 0,0 3 0 0,8-2 0 15,1 1 0-15,4 1 0 0,2 3 0 0,2-1 0 16,0-2 0-16,14 1 0 15,9-3 0-15,4-3 0 0,3-4 0 0,12 0 0 16,-3 0 0-16,-2-10 0 0,11-6 0 0,-5-3 0 16,-1 2 0-16,0-5 0 0,-1 4 0 0,-9 2 0 15,2-1 0-15,-4 0 0 0,-9 4 0 0,0 0 0 16,-6 1 0-16,-8 5 0 0,1 1 0 0,-4 0 0 16,-2 3 0-16,-2-1 0 0,0 2 0 0,-6 0 0 15,-6 2 0-15,-4 0 0 0,-1 2 0 16,-2 7 0-16,0 4 0 0,-2 5 0 15,7 0 0-15,2-1 0 0,3 4 0 0,3 2 0 16,6-1 0-16,0 6 0 0,0-3 0 0,6 3 0 16,7-2 0-16,2 0 0 0,4 1 0 0,-1-3 0 15,3 1 0-15,-2-3 0 0,0 1 0 0,0 0 0 16,-5-7 0-16,2 5 0 0,-3-3 0 0,-4 1 0 16,-3 0 0-16,-2 0 0 0,-2-2 0 0,-2-3 0 15,0 2 0-15,-4-4 0 16,-8 2 0-16,-2-4 0 0,-6 0 0 0,-1 0 0 15,-6-3 0-15,1 1 0 0,-4-3 0 0,0 1 0 16,-1-2 0-16,3-4 0 0,5 0 0 0,2 0 0 16,0 0 0-16,5 0 0 0,7-2 0 0,2-4 0 15,3 1 0-15,4-6 0 0,0-3-435 0,15-3 132 16,9-3 120-16</inkml:trace>
  <inkml:trace contextRef="#ctx0" brushRef="#br0" timeOffset="-48873.58">14223 11333 3931 0,'11'0'0'0,"2"0"0"0,0 2 0 0,0-2 0 0,4 2 0 0,4 2 0 0,5-1 0 0,6 1 0 0,11 0 0 0,0-2 0 0,4 0 0 0,0-1 0 16,-5 2 0-16,10-3 0 0,-7 0 0 0,0 0 0 16,-3 0 0-16,-7 0 0 0,5 0 0 0,-7 0 0 15,-1-3 0-15,-9 2 0 0,0-1-467 0,-10 2-74 16,-2 0 272-16,-3 0-10 15,-6 0-283-15,-2 0 261 0</inkml:trace>
  <inkml:trace contextRef="#ctx0" brushRef="#br0" timeOffset="-48551.76">14405 11574 2649 0,'-14'5'0'0,"7"3"0"0,3-4 0 0,4-2 0 0,0-2 0 0,9 0 0 0,16 0 0 0,3 0 0 0,4 1 0 0,2 3 0 0,0 0 219 0,-1 4-94 0,-3-1 287 15,-7 1-185-15,0 1-94 0,-7 4 21 0,-2-1-142 16,-7 2-12-16,-5 2 0 0,-2 2 0 0,-7 3 0 16,-12-1 0-16,-4 1 0 0,-3-3 0 0,-2 4 0 15,-2-3 0-15,0-3 0 0,2-1 0 0,7-7 0 16,0 5 0-16,4-6 0 0,10-1 0 0,-1-2 0 16,4 0 0-16,4-2 0 0,0 1 0 0,6 1 0 15,17 0 0-15,1-3 0 0,6 3 0 16,0-2 0-16,4 0 0 0,0 0 0 15,-1-1 0-15,-1-1 0 0,-2 0 0 0,-5 0 0 16,5 0 0-16,-7 0 0 0,-3 0 0 0,1 0 0 16,-4 0 0-16,-6 0 0 0,0 0 0 0,-1-1-271 15,-4-5-148-15,-1-1 189 0,-1-2 94 0,-1-7-547 16,1-5 326-16,-2-4 158 0,1-7 79 0</inkml:trace>
  <inkml:trace contextRef="#ctx0" brushRef="#br0" timeOffset="-48289.18">14455 10746 3728 0,'0'-27'0'0,"2"11"0"0,17-1 0 0,2-2 0 0,5 4 0 0,4 4 0 0,2 3 0 0,2 4 0 0,0 4 0 0,7 0 0 0,-8 6 140 0,3 8-77 0,-6 4-63 0,-3 2 0 15,-6 5 0-15,-9-1 0 16,-6 1 0-16,-3 7 0 0,-3-2 0 0,-14 0 0 15,-13 2 0-15,-1-2 0 0,0-6 0 0,-13 4 0 16,2-7 0-16,-3-2 0 0,1-4 0 0,-2-4 0 16,7-5 0-16,0-1 0 0,4-3 0 0,14-2 0 15,4 0 0-15,1 0 0 0,8 0-310 0,5-7 118 16,4-8 76-16,24-2-643 0,11-4 359 0,7-1 180 16,9-3-578-16</inkml:trace>
  <inkml:trace contextRef="#ctx0" brushRef="#br0" timeOffset="-48122.87">15120 10569 2950 0,'11'-23'0'0,"-3"5"0"0,-4-2 0 0,-2 6 0 0,-2 0 0 0,0 7 0 0,-7 1 0 0,-11 5 0 0,-3 1 0 0,-2 1 0 0,-10 22 480 0,3 5-219 0,6 4-100 0,-6 14-82 16,7-3-79-16,6 4 0 0,6-3 0 16,5 2 0-16,6-8 0 0,0 6 0 0,8-5 0 0,11-3 0 15,6-4 0-15,0-1 0 0,3-5 0 0,11 1 0 16,-2-2 0-16,-3 0-214 15,5-3-537-15,6 1 355 0</inkml:trace>
  <inkml:trace contextRef="#ctx0" brushRef="#br0" timeOffset="-47397.29">15786 11271 1763 0,'0'-11'0'0,"0"2"0"0,-3 4 0 0,-1-5 0 0,2-3 0 0,-1-3 0 0,-1 0 0 0,0-1 0 0,-1-2 0 0,1 0 0 0,-2 1 165 0,-1-3-62 0,-2 3-32 0,-1 3 177 16,-1 3-108-16,-2 4-51 0,-1 3 173 0,-2 5-111 15,-3 0-56-15,0 5-16 0,-3 18 99 0,-1 9-68 16,5 5-35-16,2 6 114 0,5 3-74 0,6-5-27 16,-2 10-78-16,7-6-10 0,0-11 0 15,4 3 0-15,10-6 0 0,-2-8 0 16,9 4 0-16,0-11 0 0,1-4 0 0,-3-7 0 15,4-1-48-15,-1-4 22 0,3 0-306 0,-4-7 165 16,1-14 41-16,-2-4-17 0,1-5 26 0,0-9 43 16,-1-3 0-16,-2-6 66 0,0-10-33 0,-1-2 1 15,-4 1-11-15,2-17 54 0,-2 2 0 0,-1-5-44 16,-1-14 44-16,-2 4 1 0,-1 14-32 0,0 2-8 16,-5 20 41-16,-1 14-1 0,-2 10-16 0,0 9 294 15,0 6-140-15,0 6-74 0,-2 8-24 0,-7 8 311 16,-3 23-150-16,1 10-86 15,2 12-8-15,1 18-95 0,1 1-16 0,3 5 0 16,0-2 0-16,1 0 0 0,1-13 0 0,2 14 0 16,0-10 0-16,0-13 0 0,0 3 0 0,2-5 0 15,3-11 0-15,4-1 0 0,1-3 0 0,0-9 0 16,-1-3 0-16,3-4 0 0,-2-4 0 0,1-6-408 16,3-5-184-16,1-5 276 0,0 0-269 15,5-5 272-15,-1-13 126 0,6-12 79 0</inkml:trace>
  <inkml:trace contextRef="#ctx0" brushRef="#br0" timeOffset="-47181.2">16207 11089 2568 0,'2'-22'0'0,"0"9"0"0,0 0 0 0,3 1 0 0,2 5 0 0,0 1 0 0,2 4 0 0,7 2 0 0,0 0 0 0,3 0 0 0,4 14 128 0,-3 1 503 0,-3-1-285 0,4 8-158 16,-6 0-118-16,-1 2-70 0,-5 0 0 0,-6 5 0 15,-1 0 0-15,-2 4 0 0,-9 2 0 16,-10 1 0-16,-6-3 0 0,-7 3 0 15,4-8 0-15,-11 7 0 0,9-13 0 0,-2 0 0 16,0-5 0-16,8-6 0 0,-1-2 0 0,5-4 0 16,4-4 0-16,5-1 0 0,4 0 0 0,4 0 0 15,3-6 0-15,0-4-787 0,16-7 357 0,7-2 195 16,5-2-716-16,6-1 445 0</inkml:trace>
  <inkml:trace contextRef="#ctx0" brushRef="#br0" timeOffset="-46975.39">16595 10952 3931 0,'3'-19'0'0,"-1"9"0"0,-2-1 0 0,0 4 0 0,-5 6 0 0,-9 1 0 0,1 0 0 0,-6 7 0 0,3 13 0 0,-1 9 0 0,2 7 0 0,1 5 0 0,7 1 0 0,5 8 0 16,2-1 0-16,0-1 0 0,7 2 0 0,11-2 0 16,5-5 0-16,2-3 0 0,1-4 0 0,3-11 0 15,1 1 0-15,0-5 0 16,0-4 0-16,-2-5 0 0,-5-5 0 0,2-4 0 15,-4 0-316-15,0-3 28 0,0 0 117 0,-2 0-719 16,0-4 425-16,2-10 202 0,2-7 116 0</inkml:trace>
  <inkml:trace contextRef="#ctx0" brushRef="#br0" timeOffset="-46808.64">17085 11067 3384 0,'1'0'0'0,"1"0"0"0,0 0 0 0,2 0 0 0,1 0 0 0,5-3 0 0,7 0 0 0,5-1 0 0,7 1 0 16,3-2 0-16,9 0 527 0,-2 2-507 0,-6-1-20 0,6 0 0 0,-2 2 0 16,-1 0 0-16,-1 1 0 0,-1-2 0 0,-6 3 0 15,2 0 0-15,-9 0-707 0,-4 3 225 0,-4 6 261 16,-5 2-506-16</inkml:trace>
  <inkml:trace contextRef="#ctx0" brushRef="#br0" timeOffset="-46641.66">17333 11256 2900 0,'-31'5'-1'0,"12"2"1"0,8 0 0 0,-2-3 0 0,5 0 0 0,5-2 0 0,3-2 0 0,0 1 0 0,7 4 0 0,14-2 0 0,5 2 174 0,5 1 684 15,0 0-858-15,5 1 0 0,1 1 0 0,7-1 0 16,-8-3 0-16,-1 1 0 0,3 0 0 16,-7-4 0-16,-1 1 0 0,-7-2 0 0,0 2 0 15,-7-2-324-15,-4 2 130 0,-4 1 117 16,-5 5-1292-16</inkml:trace>
  <inkml:trace contextRef="#ctx0" brushRef="#br0" timeOffset="-43548.49">18412 11301 581 0,'0'-5'0'0,"-1"0"0"0,-1 0 0 0,-2 2 0 0,2-1 0 15,-2 0 0-15,2-2 0 0,-2 1 0 0,1-1 0 0,1 1 0 0,0 1 92 0,-2-2 58 16,1-1-55-16,1 1-29 0,-5 1 1 0,4-3 163 0,-1 2-86 0,2-1-57 0,-3-3-1 0,1 3 160 16,1-2-104-16,-1-2-52 0,2-1 70 0,-2-1-65 15,0 0-29-15,4-1 142 0,-2 2-85 0,2-5-42 16,0-1 10-16,0 2-11 0,0-1-1 0,0 2-40 16,0-2 0-16,4 4 9 15,4-2-9-15,1 2 0 0,0-1 101 0,3 5-50 16,1-1-26-16,2 4 10 0,0 0-79 0,0 1 44 15,4 4 0-15,0-2-62 0,1 3 31 16,-1 0 9-16,4 0 22 0,-5 4-91 0,3 8 41 0,0 1 13 16,-3 4 0-16,-2 0-36 0,0 8 23 0,-2-1-18 15,-3 5 98-15,-2 1-9 0,-3 3-47 0,-4 4-4 16,-2 8 35-16,0 1 3 0,-5 0-31 0,-9 1 23 16,-1-1-20-16,0-5-16 15,-6 6-3-15,-1-8 0 0,-1-1 0 0,-2-3 0 16,-3-4 0-16,4-6 0 0,-5 0 0 0,-2-3 0 15,1-8 0-15,2-1 0 0,3-7 0 0,1-3 0 16,3-3 0-16,3 0 0 0,0 0 0 0,7 0 0 16,4 0 0-16,-1 0 0 0,6-2 0 0,0 1 0 15,2 0 0-15,0-2 0 0,9 1 0 0,7 2 0 16,9-2 0-16,1 2 0 0,4 0 0 0,6 0 0 16,8 0 0-16,-5 0 0 15,9 0 0-15,-1 0 0 0,0 0 0 0,-2 2 0 16,0 4 0-16,-8-3 0 0,3 5 0 0,-6-2 0 15,-2 1 0-15,-10-2 0 0,1 1 0 0,-4 2 0 16,-5-4 0-16,-2-2 0 16,-5-1 0-16,1 1 0 0,-3-2 0 0,-3 0 0 0,0 0 0 0,0 0 0 15,0 0 0-15,0-2-402 0,0-7 22 0,2 1 161 16,3-5 94-16,2 0-826 0,3-4 457 16</inkml:trace>
  <inkml:trace contextRef="#ctx0" brushRef="#br0" timeOffset="-43261.02">19346 10894 2644 0,'-13'-8'0'0,"7"4"0"0,2 2 0 0,4-2 0 0,0-1 0 0,0 2 0 0,0-3 0 0,4 1 0 0,9 1 0 0,2-2 0 0,9 2 169 15,1 3-65-15,3-1 326 0,4 0-185 0,0-2-108 16,4 1 28-16,7 2-128 0,-2-1-37 0,0 2 0 16,-1-2 0-16,7 2 0 0,-6-1 0 0,-5-1 0 15,4 0 0-15,-3 0 0 0,-3-2 0 16,-4 0 0-16,-9 0 0 0,0 1 0 16,-5 1-245-16,-7-2-57 0,-2 2 149 0,-4 0 5 15,-3 1-477-15,0-1 291 0,0 2 147 0,-14 0-202 16,0 0 164-16,-9 0 98 0</inkml:trace>
  <inkml:trace contextRef="#ctx0" brushRef="#br0" timeOffset="-42859.02">19515 10854 2395 0,'-17'4'0'0,"-1"2"0"0,0-1 0 0,1 1 0 0,4 1 0 0,2 3 0 0,1-1 0 0,5 5 0 0,3 2 0 0,2 7 0 0,0-1 316 0,2 9-144 0,3 3 329 0,7 6-232 15,-3 2-114-15,2 2-32 0,-3-4-123 0,1 14 0 16,-3-1 0-16,1-3 0 16,-3-2 0-16,0-3 0 0,-2-4 0 0,0 7 0 0,0-7 0 0,-2-8 0 15,0 4 0-15,0-8 0 16,-2 1 0-16,-3-7 0 0,-2-2 0 0,2-6 0 0,-1-8 0 16,1 1 0-16,-2-5 0 0,-2-3 0 15,0 0 0-15,-2 0 0 0,-1-6 0 0,0-6 0 16,-4-9 0-16,2 0 0 0,-4-5 0 0,2 1 0 15,-3-4 0-15,6 5 0 0,-4-3 0 0,4 10 0 16,-3 0 0-16,4 2 0 0,0 6 0 0,1 4 0 16,2 4 0-16,-3-1 0 0,3 2 0 0,0 0 0 15,0 3 0-15,-1 9 0 0,0 4 0 0,0 4 0 16,-2 0 0-16,1 5 0 0,-1 2 0 0,3-4 0 16,0 4 0-16,0-3 0 15,2-5 0-15,2 0 0 0,1-3 0 0,2-4 0 16,2-1 0-16,0-4 0 0,0-2 0 0,0-4-374 15,9-1-70-15,9 0 192 0,4-11-636 16,9-9 424-16,-4-5 213 0</inkml:trace>
  <inkml:trace contextRef="#ctx0" brushRef="#br0" timeOffset="-42528.14">19563 11200 2806 0,'16'-13'0'0,"2"0"0"0,1 1 0 0,4-3 0 0,4 4 0 0,3 1 0 0,2 3 0 0,1 3 0 0,1 3 0 0,-4 1 0 0,0 1 164 16,-3 14-63-16,-7 4 70 0,-1 4-66 0,-5 3-23 16,-4 2-10-16,-6 4-138 0,-2 1 53 15,-2-2 26-15,-7 3-106 0,-11-3 76 0,-3 2 23 16,-1-7 0-16,-4 0 130 0,-2-5-49 16,-1-2 1-16,1-7 50 0,-2 0-85 0,4-4 0 15,3-5-25-15,1 1-17 0,3-4-11 0,3 0 0 16,5 0 0-16,4 0 0 0,4 0 0 0,1 0 0 15,2 0 0-15,0 0 0 0,7 0 0 0,9 0 0 16,7 3 0-16,2-3 0 0,3 3 0 16,2 1 0-16,2-3 0 0,0 1 0 0,0-2 0 0,0 3 0 15,0-3 0-15,-2 1 0 16,0-1 0-16,-2 0 0 0,0 0 0 0,-1 0 0 0,-5 0 0 16,9 0 0-16,-6 0-388 0,3 0 135 15,2 0-784-15,0 0 498 0</inkml:trace>
  <inkml:trace contextRef="#ctx0" brushRef="#br0" timeOffset="-42028.78">20871 11091 1701 0,'4'-20'0'0,"1"-2"0"0,1 2 0 0,-1-4 0 0,-3 1 0 0,3-5 0 0,-2 0 0 0,-1-2 0 0,0 0 0 0,0-2 0 0,-2 0 272 0,0-2-116 0,0 0-60 15,0 3-18-15,0-1 35 0,-6 4-37 16,0 4 0-16,-3 4 93 0,0 1-65 16,-5 6-24-16,1 4 152 0,1 1-97 0,-2 4-49 15,-1 2-23-15,0 2-1 0,2 0-14 0,-1 0-9 16,2 6-1-16,1 4 245 0,-1 3-259 0,3 2-24 15,0 4 0-15,2-1 0 0,0 6 0 0,3 3 0 16,2 0 0-16,1 2 0 0,-1 6 0 0,0 0 0 16,2 9 0-16,-2-1 0 0,2 1 0 15,-2-4 0-15,2 11 0 0,0-2 0 0,0 1 0 0,0 2 0 16,0 3 0-16,2 0 0 16,4 2 0-16,-1 0 0 0,1-1 0 0,-1 3 0 15,1-4 0-15,-2 2 0 0,0 0 0 0,-2-1 0 16,-2-2 0-16,0 0 0 0,0-3 0 0,-2-10 0 15,-7 9 0-15,-1-14 0 0,-1-2 0 0,-3-4 0 16,-1-5 0-16,3-7 0 0,-4-2 0 0,0-4 0 16,-2-1 0-16,-1-5 0 0,-1-1 0 0,-1-3 0 15,-5-2 0-15,3 0 0 16,1 0 0-16,-1-5 0 0,1-7 0 0,3-1 0 0,-3-5 0 16,2 2 0-16,8 0 0 0,-2-3-376 15,7-1-124-15,-1 4 222 0</inkml:trace>
  <inkml:trace contextRef="#ctx0" brushRef="#br0" timeOffset="-41233.28">21146 11914 1661 0,'-9'-4'0'0,"2"3"0"0,0 1 0 0,0 0 0 0,-2 0 0 0,4 3 0 0,-4 8 0 0,1 8 0 0,0 3 0 0,5 1 0 0,-1 4 83 0,2 2 283 0,2 5-154 0,0 3-92 16,0-5 197-16,2 2-139 0,10-2-70 0,6-4-25 15,5-6 85-15,3-4-65 0,4-5-33 0,2-6-76 16,4-7 0-16,-1 0 54 0,-1-7-10 0,-2-12-76 15,-2-3 38-15,-2-4 1 0,-5-1 37 0,-7-3-129 16,-2 2 61-16,-7 2 33 0,-5-2-39 0,-2 1 1 16,0-1-8-16,-9 6 1 0,-10-3 196 0,-1 4-74 15,-7 4-42-15,1 6 199 0,-2 4-99 16,-4 3-124-16,0 4-14 0,0 0 0 16,2 1 0-16,4 9 0 0,5 0 0 0,1 3 0 15,4-3 0-15,7 3 0 0,4-4-44 0,3 2-137 16,2-2 85-16,0-1-704 0,2-1 375 0,10-3 193 15,4-2 98-15,2-2-451 0,1-2 273 0,-1-9 128 16</inkml:trace>
  <inkml:trace contextRef="#ctx0" brushRef="#br0" timeOffset="-41030.7">21199 11067 3198 0,'-16'-12'0'0,"10"11"0"0,5 1 0 0,1 0 0 0,0 0 0 0,3 0 0 0,15 0 0 0,7 0 0 0,5 0 0 0,13 0 0 0,-3 0 206 0,12 0-88 0,-3-2 139 15,1-1-108-15,-4 2-146 16,0-3-3-16,-9 1-165 0,2-1 77 0,-3 0 64 16,-5 2-690-16,-6 0 377 0,-2 2 188 0,-7 0-404 15,-2 0 276-15</inkml:trace>
  <inkml:trace contextRef="#ctx0" brushRef="#br0" timeOffset="-40705.81">21431 11185 2230 0,'-16'0'0'0,"5"0"0"0,4 2 0 0,3-2 0 0,4 0 0 0,0 4 0 0,2-1 0 0,9 5 0 0,12 0 0 0,0 1 0 0,0 0 134 0,2 3 81 0,0-1-88 16,-9-1-34-16,3 5-9 0,-3 0-170 0,-7-1 63 15,-6 3 31-15,-3 2-51 0,0 0 50 16,-10 3-9-16,-11-3 42 0,-4 0-45 16,-3-2 1-16,-2-2 44 0,-4-2 81 0,2-5-49 0,2 0-52 15,0-2 0-15,7-1 194 0,1-4-91 0,1-1-26 0,10 0 125 16,-1 0-91-16,7 0-46 16,3 0-74-16,2 0-11 0,0 0 0 0,7 4 0 15,14 0 0-15,2-1 0 0,5 2 0 0,4-2 0 16,2 0 0-16,2 1 0 0,-1 0 0 0,2-3 0 15,-1 4-250-15,-1-5 48 0,-8 1 64 0,8-1-496 16,-10 0 298-16,2 0 148 0,-5 0 74 16,-1-1-455-16,-2-4 255 0,-2-4 142 0,-4-2 66 15</inkml:trace>
  <inkml:trace contextRef="#ctx0" brushRef="#br0" timeOffset="-40478.21">21280 10553 2689 0,'-12'-15'0'0,"2"8"0"0,4 2 0 0,3 2 0 0,1 0 0 0,2 0 0 0,2 1 0 0,12 0 0 0,14-3 0 0,9 1 0 0,4 0 359 16,2 0-160-16,-1 2-69 0,11 0-56 0,-5 0 0 15,-11 2-35-15,2 0 1 0,-2 0-95 0,-10 0 57 16,1 0-9-16,-5 2-383 0,-4 2 215 0,-4 0 107 15,-8 0 54-15,1 0-763 0,-4 1 380 0,-2-1 138 16,-2 3 109-16</inkml:trace>
  <inkml:trace contextRef="#ctx0" brushRef="#br0" timeOffset="-40322.67">21470 10507 1749 0,'-11'13'0'0,"1"8"0"0,3 0 0 0,-1 0 0 0,1 3 0 0,4 0 0 0,-4-1 0 0,3 4 0 0,3 0 0 0,-1-3 0 0,2-3 76 0,0 2-37 0,0-3-176 16,0-1 83-16,2-4 47 0,6-2-1 0,-1-5-591 15</inkml:trace>
  <inkml:trace contextRef="#ctx0" brushRef="#br0" timeOffset="-40176.27">21628 10558 2294 0,'0'-8'0'0,"0"7"0"0,0-2 0 0,0 3 0 0,0 0 0 0,0 12 0 0,0 5 0 0,0 7 0 0,1-1 0 0,3 7 0 0,1-1 438 0,0 2-199 0,-3 0-100 15,2 4-49-15,-3-3-383 16,3 0 161-16,0 1 86 0,1 0 43 0,3 2-376 16</inkml:trace>
  <inkml:trace contextRef="#ctx0" brushRef="#br0" timeOffset="-38691.54">22518 11350 1098 0,'0'-2'0'0,"0"-2"0"0,0 2 0 0,0-1 0 0,0-3 0 0,0-1 0 0,0 1 0 0,0-3 0 0,0-1 0 0,0 1 0 0,0-2 84 0,0-2 7 16,0 1-50-16,0 2-1 0,0-4 1 0,0 3-1 0,-2 4 11 15,-3-5-11-15,-3 4 68 0,-3 3-34 0,-4 1 0 16,-2 4-34-16,-2 0 60 0,-5 6-59 0,-3 10-1 16,1 7 36-16,-2 8 0 0,8 0-26 15,-5 10-9-15,6 2 115 0,4 1-57 16,4 0-30-16,5-2 72 0,6-9-40 0,0 4-10 16,0-6-51-16,9-3 135 0,8-4-68 0,4-8-33 15,-1-5 10-15,11-1-107 0,-1-7 32 0,2-3 0 16,-1 0-97-16,3-8 64 0,-1-10 43 15,-6-2-11-15,2-4-185 0,-5-1 104 0,-1 0 51 0,-5-1-80 16,-4 5 20-16,0-7 40 0,-5 10-33 16,-4-3 81-16,-1 5-25 0,-2 4-42 0,-2 3-1 0,0 1 289 15,0 4-114-15,-6 2-62 0,-3 2 255 0,-3 0-145 16,1 15-39-16,-4 5-52 16,4 4 64-16,2 1-47 0,2 1-11 0,5-1-76 15,2-5 0-15,0 5 0 0,2-5 0 0,10-2 0 16,1-3 0-16,6-3 0 0,2-7 0 0,-1-1-27 15,6-4-69-15,-1 0 60 0,0-6-12 0,-3-9-95 16,-3 0 43-16,2-6 47 0,-9 4-36 0,1-3 34 16,-1 0-3-16,-3-2 81 0,-5 2-14 15,-1 0-37-15,-1-1-5 0,-2-6 152 16,0 3-63-16,-2 0-37 0,-7 3-6 0,0 0 20 16,-5 2-4-16,-2 4-1 0,1 2 3 0,-2 5 121 15,2 3-50-15,0 3-45 0,1 1 38 0,5 1-95 16,0 0 0-16,4 0 0 0,3 0 0 0,2 0 0 15,0 5 0-15,2 0 0 0,11 1 0 0,11 1 0 16,6-6 0-16,9-1 0 0,1 0-101 0,3-1 41 16,4-12-134-16,-2-2 94 0,-5 0 3 15,7-5-11-15,-8 3-8 0,-7 4 38 16,0-3 0-16,-6 4 137 0,-6-1-45 0,-2 5-27 16,-9 4 0-16,-1 1 247 0,-6-2-135 0,0 3-50 15,-2 2-34-15,0 0 473 0,-9 0-488 0,-5 7 0 16,-7 6 0-16,3 0 0 0,-7 6 0 0,4 1 0 15,0 3 0-15,5-1 0 0,3 1 0 0,3-3 0 16,5 4 0-16,1-1 0 0,4 4 0 0,0-5 0 16,5 1 0-16,6-5 0 0,8 7 0 0,1-7 0 15,-2 2 0-15,5-4 0 0,-4-1 0 16,-5-2 0-16,4 3 0 0,-6-3 0 16,-3 0 0-16,-2 0 0 0,-3 2 0 0,-3-3 0 15,-1 3 0-15,0-3 0 0,-12 2 0 0,-2-1 0 16,-7 3 0-16,1-8 0 0,-8 5 0 0,1-1 0 15,-1-3 0-15,-4 0 0 0,4-1 0 0,1-1 0 16,-5-1 0-16,6-2 0 0,6-2 0 16,-1-2 0-16,7 0 0 0,7-2-411 0,3-9 148 0,4-12 112 15,10-7 53-15,12 0-830 0</inkml:trace>
  <inkml:trace contextRef="#ctx0" brushRef="#br0" timeOffset="-38527.21">23396 11341 3122 0,'12'0'0'0,"6"0"0"0,-2 0 0 0,5 0 0 0,2 0 0 0,7 1 0 0,9-1 0 0,2 0 0 0,5 0 0 0,2 0 0 0,1 0 211 0,4 0-88 0,-3-1 121 0,-1-1-104 16,0-4-51-16,-7-1-366 0,4 3 153 0,-10 0 81 16,0 1 41-16,-4 2-322 0,-10-2 182 0,1 3 99 15,-6 0 35-15,-6 0-900 0</inkml:trace>
  <inkml:trace contextRef="#ctx0" brushRef="#br0" timeOffset="-38199.56">23695 11519 2124 0,'-18'7'0'0,"1"3"0"0,10-4 0 0,1-1 0 0,6-1 0 0,0-2 0 0,2-1 0 0,11 2 0 0,11 1 0 0,-3-1 0 0,11 1 364 15,-4 0-162-15,3 2-82 0,-8-1-40 0,-2 3 63 16,-2 3-42-16,-2 1-36 0,-5 0 0 0,-5 2 21 15,-5 5-1-15,-2-3-46 0,-2 5 60 16,-15 5-35-16,-4-5 0 0,-1 0-24 0,-1-3 145 0,-2-3-180 16,5-2-5-16,-3-1 0 15,3-5 0-15,3 1 0 0,5-4 0 0,3-1 0 16,4-1 0-16,1-2 0 0,4 0 0 0,0 3 0 16,0 0 0-16,13 0 0 0,6 1 0 0,6 1 0 15,3-3 0-15,0-1 0 0,1 3 0 0,4-4 0 16,-7 0 0-16,7 0 0 0,-5 0 0 0,1 0 0 15,-8 0 0-15,2-6 0 0,-3 0 0 0,-3 0 0 16,-4-1 0-16,-3 2-567 0,-1-3 213 0,0-2 157 16,-5 3-552-16,2-7 360 0,-2-1 174 0,-3-1 88 15</inkml:trace>
  <inkml:trace contextRef="#ctx0" brushRef="#br0" timeOffset="-37931.46">23665 10876 2828 0,'-7'-16'0'0,"2"3"0"0,3 2 0 0,2 0 0 0,0 0 0 0,13 1 0 0,11 0 0 0,4 9 0 0,6-1 0 0,8 2 0 0,-6 0 169 16,1 5 84-16,-3 6-107 0,-2 5-53 0,-6 3-28 16,-5 1 1-16,-10-2-18 0,0 9-9 0,-10-8-43 15,-1 9 0-15,-5-2 43 0,-13 1-1 0,-7 1 12 16,-6 1-11-16,-1-4 0 0,3-6-12 0,-4-1-27 15,-3-2 0-15,1-5 0 0,4-6-146 0,-1 2 49 16,2-7 47-16,1 0 32 0,11 0-456 0,-1 0 222 16,10-3 86-16,2-8-362 15,7 0 244-15,0-4 123 0,9-6 61 0,13 0-491 16,10-4 281-16,0 0 136 0</inkml:trace>
  <inkml:trace contextRef="#ctx0" brushRef="#br0" timeOffset="-37746.99">24141 10734 2079 0,'11'-16'0'0,"-4"2"0"0,-4 3 0 0,-1-1 0 0,-2 5 0 0,0 0 0 0,-10 3 0 0,-5 4 0 0,-2 0 0 0,-5 8 0 0,1 8 428 0,0 7-194 15,-2 3-98-15,5 3 359 0,1 2-218 16,4 1-125-16,4 0-22 0,2 0-130 0,7-1 0 16,0-2 0-16,2-1 0 0,10-1 0 0,6-5 0 15,3 1 0-15,0-2-438 0,6-5 176 0,-3 1 160 16,6-2-367-16,1 0 137 0,0 0 151 0,0 1 43 15,0 0-532-15</inkml:trace>
  <inkml:trace contextRef="#ctx0" brushRef="#br0" timeOffset="-37226.46">24796 11437 1759 0,'0'0'0'0,"2"0"0"0,0 0 0 0,-2-2 0 0,0-7 0 0,0-3 0 0,0-1-1 0,0-2 1 0,0-2-1 0,0 0 1 16,0 0 94-16,0 0-28 0,0 0 95 0,0-1-65 0,-5-4-29 0,-3 4 25 15,-1-4-26-15,-3-1-1 0,1 5-16 0,-2 3 110 16,-4-3-61-16,0 7-29 0,-3 1 0 0,-5 5 176 16,3 5-93-16,-10 0-62 0,2 5 120 0,-4 16-86 15,4 6-42-15,0 6 0 0,3 6-44 0,7 6-38 16,1-1 0-16,10 5 0 0,4-2 0 0,5-2 0 15,0-15 0-15,7 3 0 0,7 2 0 0,4-7 0 16,2-4 0-16,1-7 0 0,-2-6 0 16,3-3 0-16,-1-5 0 0,4-3 0 15,-1 0 0-15,-4-12 0 0,-1-3 0 0,4-12 0 16,-3 1 0-16,-1-2-127 0,-2-6 4 0,5-6 53 16,-4 3 4-16,0-12-70 0,-1-1 39 0,-1-12 31 15,2 0 0-15,-4-4-87 0,4-8 47 16,-3-1 39-16,0 0-49 0,0 4 39 0,-4 14-1 0,-2 1 40 15,-3 19 117-15,-3 1-54 0,-3 14-31 0,0 3 461 16,0 9-225-16,0 3-128 0,-3 5-30 0,-6 2 357 16,0 3-429-16,-3 22 0 15,-1 9 0-15,2 7 0 0,-1 8 0 0,1 13 0 16,2-1 0-16,1-2 0 0,3-6 0 0,1 15 0 16,2-14 0-16,-2 6 0 0,4-4 0 0,0-1 0 15,0-4 0-15,0-12 0 0,0 3 0 0,0-5 0 16,0-8 0-16,2-4 0 0,2-6 0 0,-1-4 0 15,3-4 0-15,2 1 0 0,1-5-880 0,4-1 373 16,-1-4 233-16,-1-2 109 0</inkml:trace>
  <inkml:trace contextRef="#ctx0" brushRef="#br0" timeOffset="-37004.29">25012 11238 2701 0,'4'-12'0'0,"4"3"0"0,0 2 0 0,1-3 0 0,1 6 0 0,6 2 0 0,0 2 0 0,7 2 0 0,-2 9 0 0,6 10 0 0,-7 2 468 0,1 2-214 0,-2 6-108 16,-5-3-53-16,-5 2 136 0,-2 2-189 0,-5-1-40 16,-2-2 0-16,-6 1 0 0,-9-3 0 15,-6-3 0-15,-1 0 0 0,-5-3 0 16,-1-5 0-16,-4-1 0 0,2-9 0 0,-2 0 0 16,2-6 0-16,4 0 0 0,5 0 0 0,3-1 0 15,2-9 0-15,7-7-347 0,7-5 3 0,2-5 110 16,6-8-598-16,16-1 396 0,7-5 198 0</inkml:trace>
  <inkml:trace contextRef="#ctx0" brushRef="#br0" timeOffset="-36829.78">25366 11031 3271 0,'4'-7'0'0,"-1"1"0"0,-1 4 0 0,-2 2 0 0,-2 0 0 0,-13 17 0 15,-2 7 0-15,0 6 0 0,-4 8 0 0,6 2 0 0,5 2 556 0,2 4-452 0,5-5-104 0,3 12 0 16,0-8 0-16,5-2 0 0,8-5 0 0,8 1 0 0,1-9 0 15,10 6 0-15,4-9 0 0,0-6 0 16,-5-7 0-16,7-5 0 0,-1-4 0 0,-1-2-71 16,2-3-381-16,-2 0 99 0,-1-3-720 15,-3-7 507-15</inkml:trace>
  <inkml:trace contextRef="#ctx0" brushRef="#br0" timeOffset="-36659.29">25818 11196 3435 0,'-4'-13'0'0,"4"5"0"0,0 3 0 0,2 0 0 0,8-2 0 0,2 2 0 0,8 3 0 0,0-2 0 0,7 3 0 0,3 1 0 0,2 0 272 0,3 0-48 0,-1 0-224 0,1 3 0 16,0 1 0-16,-3 0 0 0,-4-1 0 0,2 2 0 16,-10-2 0-16,0 1-829 0,-6 2 400 0,-6 1 233 15</inkml:trace>
  <inkml:trace contextRef="#ctx0" brushRef="#br0" timeOffset="-36504.86">25864 11455 3650 0,'-6'0'0'0,"6"2"0"0,0 8 0 0,9-4 0 0,4 2 0 0,2 3 0 0,5-2 0 0,5 0 0 0,5 0 0 0,2 1 0 0,0-1 281 0,2 0-281 0,0-2 0 15,-2-2 0-15,0-2 0 0,0-3 0 0,-4 0 0 16,-1 0-200-16,-5 0 88 0,-5 2 84 0</inkml:trace>
  <inkml:trace contextRef="#ctx0" brushRef="#br0" timeOffset="-35875.72">27090 10915 1600 0,'0'-23'0'0,"0"7"0"0,0 15 0 0,2-1 0 0,0 2 0 0,1 0 0 0,1 0 0 0,-1 2 0 0,0 9 0 0,-1 8 0 0,1 7 287 16,-3 1-123-16,0 3-52 0,-4 2-41 0,-8 2 132 16,-10 3-81-16,-4-2-41 0,-2-3 82 0,-9 6-66 15,-3-4-29-15,-1-3 1 0,-2 0 170 0,2-6-99 16,7-5-40-16,-4-1 186 0,8-4-157 0,10-4-129 15,5-3 0-15,7-5 0 0,2 0 0 0,6-2 0 16,0 1 0-16,25-2 0 0,14 0 0 16,6 0 0-16,9 0 0 0,14 0 0 15,0-2 0-15,2-3 0 0,1-1 0 0,2 0 0 16,-11 1 0-16,11 1 0 0,-23 0 0 0,1 2 0 16,-13 1 0-16,-2 1 0 0,-12 0 0 0,-1 0 0 15,-10 0-67-15,-3 0-707 0,-5 0 367 0,-3 0 183 16,-2 1-472-16,0 1 332 0,-12-2 162 0,-4 0 81 15</inkml:trace>
  <inkml:trace contextRef="#ctx0" brushRef="#br0" timeOffset="-35680.19">27291 10976 2775 0,'-11'-9'0'0,"0"7"0"0,4 1 0 0,0 1 0 0,2 0 0 0,-3 3 0 0,2 16 0 0,4 7 0 0,0 11 0 0,1 7 0 0,1 5 385 0,-2 5-177 0,2 3-84 0,0 1 315 15,-2 2-439-15,2-3 0 16,-3-2 0-16,3-2 0 0,0-4 0 0,0-4 0 0,0-4 0 16,0-5 0-16,5 1 0 0,2-5-104 15,1-6-219-15,0-6 182 0,4-4 44 0,0-7-468 16,3-3 201-16,4-6 167 0,0-1 78 0</inkml:trace>
  <inkml:trace contextRef="#ctx0" brushRef="#br0" timeOffset="-35490.67">27666 11114 2579 0,'16'-25'0'0,"5"7"0"0,2 2 0 0,6 2 0 0,8-3 0 0,5 5 0 0,1 5 0 0,8-1 0 0,-2 3 0 0,3-1 0 0,-1 2 387 0,-1 2 125 0,-3 2-236 0,-2 0-117 16,-7 0-141-16,0 0-165 0,-3 0 48 0,-5 0 70 15,-5 0 34-15,-5 0-245 0,-8 0 141 16,-2 2 79-16,-6 2-671 0,-4 2 250 0,0-1 217 0,-12 3-507 15,-11-1 346-15,5-1 161 0</inkml:trace>
  <inkml:trace contextRef="#ctx0" brushRef="#br0" timeOffset="-34879.43">28022 10988 2213 0,'-29'8'0'0,"8"-1"0"16,3 4 0-16,1 0 0 0,4 3 0 0,1 2 0 0,5 8 0 0,2 7 0 0,4 8 0 0,1 1 0 0,0 5 109 0,0-4 649 0,0 13-363 0,1-4-178 0,2-1-87 0,-1-5-21 15,-2 2-109-15,0-11 0 0,0 5 0 0,0-7 0 16,0-2 0-16,0-12 0 0,0 3 0 16,0-9 0-16,0-2 0 0,0-5 0 15,-2-2 0-15,-2-4 0 0,-1 0 0 0,-3 0 0 16,-1-6 0-16,1-5 0 0,-1-5 0 0,-4-4 0 16,3-2 0-16,1-1-98 0,-4-6-14 0,2 3 37 15,2 9-2-15,-4-1 144 0,3 3-54 0,3 7-36 16,-3 2 9-16,0 3 92 0,0 3-59 15,-3 0-30-15,5 7 4 0,-7 10 247 0,5 0-240 0,-4 6 0 16,1-1 0-16,1 0 0 16,-4 1 0-16,4-1 0 0,-6 5 0 0,4-5 0 15,0-7 0-15,3 0 0 0,1-3 0 0,1-3 0 16,2-3 0-16,-1-2 0 0,4-3 0 0,3-1 0 16,1 0 0-16,0-5-397 0,1-12 29 0,14-4 163 15,5-1-476-15,9-7 321 0,-5 0 149 0,13-10 91 16,-4 1-346-16,3-2 213 0,0 2 106 0,4 4 54 15,-9 5-134-15,6-5 98 0,-8 13 44 16,1 1 264-16,-2 1-110 0,1 4-55 16,-3 4-37-16,3 0 209 0,1 3-114 0,1 1-55 15,2 3-29-15,-1 2 609 0,0 2-199 0,1 0-193 16,-3 8 391-16,-7 6-277 0,-3 5-140 0,-5 5-69 16,-4-1 201-16,-7 9-141 0,-4-2-65 0,0 2 100 15,-7 0-160-15,-11-3-45 0,-5 2 0 0,-1-6 0 16,-2-2 0-16,-3-2 0 0,3-5 0 0,2-4 0 15,6-2 0-15,-2-3 0 0,5-2 0 0,5-2 0 16,4 0 0-16,0-3 0 0,4 0 0 0,-1 0 0 16,3 0 0-16,0 0 0 15,12 0 0-15,6 1 0 0,2 1 0 0,6-1 0 16,0 2 0-16,2-3 0 0,4 0 0 0,-1 0 0 16,1 0 0-16,0 0 0 0,1 0 0 0,-1-3 0 15,0-1 0-15,-2-3 0 0,-4 5 0 0,-1-2 0 16,2 3 0-16,-7 1-1088 0,-2 0 476 0</inkml:trace>
  <inkml:trace contextRef="#ctx0" brushRef="#br0" timeOffset="-34322.54">29183 11202 1725 0,'0'-37'0'0,"1"8"0"0,1 8 0 0,0 0 0 0,0 1 0 0,-1 0 0 0,2 5 0 0,-3 1 0 0,0 3 0 0,0 4 0 0,-8 1 248 15,-5 4-104-15,0 2-42 0,-9 0-35 0,-3 9 26 16,1 11-26-16,-6 6 0 0,2 1 113 0,8 2-59 16,2 3-45-16,8 0-1 0,5 1 185 0,5 0-110 15,0-4-54-15,7 0-18 0,12-3 131 0,6-2-85 16,-1-3-75-16,5 0-49 0,0-3 0 0,-7-3 0 16,5 5 0-16,-11-6 0 0,-1 1 0 0,-5 0 0 15,-5 1 0-15,-5-1 0 0,0-1 0 0,-11 3 0 16,-11-2 0-16,-3 0 0 0,-5-1 0 0,-5-3 0 15,0-1 0-15,2-1 0 0,3-6 0 16,7 1 0-16,1-4-14 0,7 0-53 16,4 0 33-16,3 0-635 0,7-4 315 0,1-11 156 15,11-5-649-15,19-9 409 0,5-1 198 0</inkml:trace>
  <inkml:trace contextRef="#ctx0" brushRef="#br0" timeOffset="-34144.43">29281 11299 2743 0,'8'-3'0'0,"1"3"0"16,0 0 0-16,-5 2 0 0,-1 11 0 0,-3 2 0 0,0 7 0 0,0-1 0 0,0 3 0 0,0 3 0 0,0-1 83 0,0-5-32 0,-3 4 539 16,3-2-274-16,0-2-168 0,0-4-148 0,0-2-193 15,0-5 57-15,3-3 84 0,1-1 46 16,1-4-651-16,-2-2 348 0,4 0 175 0,-1 0 98 0,1-11-719 16,-2-7 357-16,0-7 179 0,0-2-193 0,1-5 185 15,-1-7 84-15,1-12 56 0,-3-2-17 0</inkml:trace>
  <inkml:trace contextRef="#ctx0" brushRef="#br0" timeOffset="-33851.62">29449 10924 1816 0,'13'-38'0'0,"-4"14"0"0,-1 9 0 0,4 4 0 0,-4 6 0 0,4 5 0 0,-2 7 0 0,-2 15 0 0,-1 7 0 0,1 8 0 0,-4 4 411 0,-1 8-184 16,-2 2-94-16,-1 5 111 0,0-1-92 0,-4-1-60 16,-5-1 0-16,1-7 71 0,1-6-61 0,-1-3-31 15,3-8 11-15,0-1-26 0,3-7-16 0,2-10 1 16,-1-2-145-16,1-3 73 0,0-6 45 0,0 0-9 15,8-8-101-15,5-13 69 16,6-1 10-16,2-4-100 0,1-1 44 0,2-1 39 0,1 2-13 0,-4 1 11 16,0 7-8-16,-5 3 27 15,0 4 302-15,-2 5-144 0,0 3-67 0,-3 3-37 16,0 0 259-16,-3 18-296 0,-1 8 0 0,-3 2 0 16,-3 4 0-16,1 2 0 0,-2 1 0 0,0-1 0 15,0 1 0-15,0-4 0 0,0-2 0 0,0-9 0 16,0 1 0-16,0-5 0 0,0-4 0 0,0 0 0 15,2-3 0-15,4-2 0 0,2-3-1000 16,1 0 462-16,4-2 254 0,-3-2 121 0</inkml:trace>
  <inkml:trace contextRef="#ctx0" brushRef="#br0" timeOffset="-33670.19">29989 11371 3014 0,'0'0'0'0,"3"0"0"0,1 0 0 0,6-2 0 0,4-2 0 0,5-1 0 0,10-1 0 0,2 0 0 0,16 2 0 0,-1 1 0 0,4-1 135 0,5 2 379 16,0 0-246-16,0 0-268 0,-3 2 0 0,-7 0 0 15,8 0 0-15,-14 0 0 0,-1 8 0 0,-9 0 0 16,-8 1-44-16,-1 2-752 0,-10 1 413 0,-5 2 212 16,-5 1 106-16</inkml:trace>
  <inkml:trace contextRef="#ctx0" brushRef="#br0" timeOffset="-33344.86">30146 11569 2474 0,'-19'0'0'0,"9"3"0"0,3 1 0 0,2-4 0 0,5 0 0 0,0 0 0 0,4 0 0 0,11 0 0 0,8 2 0 0,-1 2 0 0,8 1 160 0,0 2-59 16,-5 1 120-16,2 1-90 0,-6 0-35 0,-4 3 21 15,1-1-37-15,-9 3-1 0,-6 0-39 0,-3 4-12 16,0 0 23-16,-12 3-11 0,-9-2-82 0,-3 1 42 15,-4-1-1-15,-2-3 42 0,-2 2 29 0,0-1-30 16,4-1 1-16,0-4 123 0,8-3-164 16,3 0 0-16,8-5 0 0,2 0 0 15,5-2 0-15,2-1 0 0,0-1 0 0,8 3 0 16,16-3 0-16,4 0 0 0,5 0 0 0,11 0 0 16,0 0 0-16,-2 0 0 0,-2-3 0 0,7-2 0 15,-12 2 0-15,0-3 0 0,1 4 0 0,-9-2 0 16,-7 2 0-16,2 1 0 0,-5-3-53 0,-8 3-149 15,-2 0 58-15,-2 0-249 0,-2-2 166 16,-1-1 99-16,-2-6 43 0,0 1-590 16,0-7 318-16</inkml:trace>
  <inkml:trace contextRef="#ctx0" brushRef="#br0" timeOffset="-33104.78">30202 10817 3213 0,'0'-32'0'0,"0"19"0"0,10 6 0 0,4-3 0 0,4 1 0 0,3 1 0 0,2 2 0 0,1 4 0 0,3 2 0 0,0 0 0 0,-1 6 255 0,-1 9-112 15,-3 6 22-15,-4 3-62 0,-6 5-51 0,-6-1-52 16,-6 4 0-16,0 1 0 0,-20 5 0 0,-4-6 0 16,-6 0 0-16,-2-4 0 0,2-5 0 0,-9 3 0 15,3-5 0-15,6-9 0 0,-4 4 0 0,8-7-56 16,-1 1-66-16,4-5 28 0,9-1-402 0,3-3 213 15,5-1 124-15,6 0 37 0,0 0-199 0,17-1 139 16,17-15 71-16</inkml:trace>
  <inkml:trace contextRef="#ctx0" brushRef="#br0" timeOffset="-32940.56">30742 10701 2752 0,'3'-20'0'0,"-3"10"0"0,0 4 0 0,-10 2 0 0,-9 1 0 0,-2 3 0 0,-4 5 0 0,0 13 0 0,2 9 0 0,5 1 0 0,3 4 129 0,6 0 778 16,6 4-764-16,3-3-143 0,0 2 0 0,17-2 0 16,10 1 0-16,1-9 0 0,13 4 0 0,3-2 0 15,5-5 0-15,0 1 0 0,11 1-748 0,-7-5 224 16</inkml:trace>
  <inkml:trace contextRef="#ctx0" brushRef="#br0" timeOffset="-32438.02">31263 10723 2078 0,'-3'-26'0'0,"-4"7"0"0,6 8 0 0,1 2 0 0,0 5 0 0,0-1 0 0,0 4 0 0,0 1 0 0,0 4 0 0,1 24 0 0,1 11 118 0,-2 9-39 0,0 16 505 0,0 6-261 16,0 5-146-16,0 6-68 0,0 15 354 0,0-11-463 16,3-9 0-16,-3 9 0 0,0 14 0 0,0-6 0 15,0 5 0-15,-8 3 0 0,0-2 0 0,1-19 0 0,0 8 0 16,1-13 0-16,2-10 0 0,1-13 0 15,-2 0 0-15,2-13 0 0,3-3 0 0,0-12 0 16,-2-3 0-16,2-8 0 0,0-3 0 16,-2-3 0-16,2-4 0 0,0-3-270 0,-3 0 93 15,3 0-426-15,0 0 280 0,0 0 131 0,0-7 81 16,0-6-663-16</inkml:trace>
  <inkml:trace contextRef="#ctx0" brushRef="#br0" timeOffset="-32139.18">31433 12044 2676 0,'-2'-3'0'0,"-4"2"0"0,4 1 0 0,-3 0 0 0,2 0 0 0,-2 10 0 0,1 5 0 0,4 3 0 0,0 3 0 0,0 3 0 0,2 2 83 0,7 0 428 16,7-1-235-16,1-3-118 0,4-2 61 0,1-6-211 16,3 2-8-16,2-9 0 0,-2-4 0 0,3-3 0 15,-6 0 0-15,-4 0 0 16,2-10 0-16,-5-5 0 0,-2-1 0 0,-6-3 0 15,-3-1 0-15,-3-3 0 0,-1-5 0 0,-1 0 0 0,-13 1 0 0,-4-1 0 16,-4 2 0-16,-3 2 0 16,-3 0 0-16,-2 7 0 0,-4 3 0 0,-1 5 0 15,-1 3 0-15,14 4 0 0,-3 0 0 0,5 2 0 16,10 0 0-16,0 0 0 0,6 5 0 0,2 3 0 16,2 4 0-16,0-1 0 0,11-2-72 0,4-1-11 15,5-2-687-15,3 0 354 0,7-5 192 0,-6-1 92 16,1 0-577-16</inkml:trace>
  <inkml:trace contextRef="#ctx0" brushRef="#br0" timeOffset="-31924.6">31578 11008 3169 0,'-1'-26'0'0,"1"20"0"0,0 5 0 0,14-1 0 0,9-2 0 0,3-1 0 0,2-1 0 0,6 2 0 0,3-2 0 0,2 1 0 0,8-1 510 16,1 0-258-16,-3 3-252 0,0 1 0 0,-2 0 0 15,-8 1 0-15,3 1 0 0,-6 0-94 0,-10 0-159 16,0 0 147-16,-6 3 73 0,-6 8-998 0,-7 2 421 16</inkml:trace>
  <inkml:trace contextRef="#ctx0" brushRef="#br0" timeOffset="-31612.76">31670 11180 2545 0,'0'-12'0'0,"0"11"0"0,11 1 0 0,5-2 0 0,3-3 0 0,0 2 0 0,4 1 0 0,2 0 0 16,3 2 0-16,1 0 0 0,1 0 235 0,-2 12 242 0,-9-2-217 0,0 6-111 0,-7-2-53 15,-7 7-92-15,-5 4 37 0,-3-1 0 0,-18 0-1 16,-5 1-76-16,-4-2 38 0,-2-3 10 0,-1-3 24 15,-2-2-7-15,5-2-29 0,0-3 0 16,7-4 0-16,1-1 0 0,10-3 0 16,2 0 0-16,4-2 0 0,3 0 0 0,3 0 0 15,0 0 0-15,11 0 0 0,11 0 0 0,6 0 0 16,4 0 0-16,11-2 0 0,-8 2 0 0,12-2 0 16,-4 2 0-16,-8 0 0 0,3 0 0 0,-1 0 0 15,-4 0 0-15,-3 0 0 0,-8 0-309 0,-1 0 70 16,-9 0 68-16,1 0 64 0,-6 0-603 0,-4 0 339 15,-1 0 166-15,0-2 82 0,-2-6-464 0</inkml:trace>
  <inkml:trace contextRef="#ctx0" brushRef="#br0" timeOffset="-31024.71">31651 10398 2733 0,'-13'-5'0'0,"5"-2"0"0,4 6 0 0,1-1 0 0,3 0 0 0,0 0 0 0,7 1 0 0,11-3 0 0,7 0 0 0,15-2 0 0,0-2 353 16,10-1-154-16,0 2-67 0,0 1 340 0,1 1-430 16,-2 4-42-16,-1-2 0 0,-11 1 0 0,0 0 0 15,-6 2 0-15,-6 0 0 0,-2 0 0 0,-9 0 0 16,-1 0 0-16,-6 4-405 0,-4 1 86 0,-3 1 182 16,0 1-16-16,-2 3-431 0,-9-2 227 0,-1-1 162 15,-1-1 76-15,-6-1-448 0</inkml:trace>
  <inkml:trace contextRef="#ctx0" brushRef="#br0" timeOffset="-30827.67">31899 10353 1855 0,'-18'0'0'0,"8"0"0"0,2 0 0 0,0 0 0 0,6 0 0 0,0 0 0 0,-1 0 0 0,3 0 0 0,0 0 0 0,0 0 0 0,0 0 255 0,0 0-105 0,0 0-42 0,0 2 119 15,0 4-92-15,0 4-45 0,0 2-1 0,-2 3-108 16,-1 0 42-16,0 0-11 0,1 3-164 15,0-4 98-15,0-1 49 0,1-1 0 16,1-1-414-16,-2-2 166 0,2-3 140 0,0 0-55 16,0-5-289-16,0 1 207 0,0-2 92 0,0 3-92 15,0-3 104-15</inkml:trace>
  <inkml:trace contextRef="#ctx0" brushRef="#br0" timeOffset="-30518.7">31846 10383 935 0,'0'-2'-10'0,"0"-1"2"0,0 1 2 0,0-3 1 0,0 0 2 0,0 1 0 0,0 0 0 0,2 1 2 16,1-1 0-16,-1 2 0 0,0 0 45 0,-2 2 0 0,0 0-124 0,3 0 73 0,-3 0 20 0,0 0-185 15,0 0 100-15,0 4 49 16,0-2 0-16</inkml:trace>
  <inkml:trace contextRef="#ctx0" brushRef="#br0" timeOffset="-30206.9">31820 10390 1135 0,'0'0'0'0,"0"0"0"0,0 0 0 0,0 0 0 0,0 0 0 0,0 0 0 0,0 0 0 0,0 0 0 0,0 0 0 0,0 0 0 0,0 0 196 16,0 0-82-16,0 0-35 0,0 0 109 0,3 0-72 16,-3 6-36-16,0 3 11 0,0 3 262 0,0 4-154 15,0-1-78-15,0 3 239 0,0 2-157 0,0 2-69 16,-5 5-51-16,0-2 125 0,0 1-83 0,0 0-40 16,-3-1-24-16,6-5-61 0,-5 3 0 15,4-2 0-15,0-4 0 0,-1-3 0 0,1-3 0 0,1-1 0 16,0-2-140-16,-2-2 41 15,4-5 71-15,-2 1-38 0,2-2-371 0,0 0 147 16,0 0 131-16,0 0-190 0,0-2 151 0,0-5 77 16,2-1 27-16,6-3-353 0,5-1 201 0,0 0 101 15</inkml:trace>
  <inkml:trace contextRef="#ctx0" brushRef="#br0" timeOffset="-30023.77">31968 10398 2508 0,'0'-9'0'0,"3"5"0"0,-1 2 0 0,0 0 0 0,-1 0 0 0,1 2 0 0,2 0 0 0,0 0 0 0,-1 15 0 0,-1 8 0 0,-2 3 254 0,0 9-111 0,0 5-50 0,-5 2 676 15,-5-1-605-15,2 1-164 0,-1-7 0 0,4 3 0 16,-1-3 0-16,4-3 0 0,2-1 0 0,0-5 0 16,0-4 0-16,0-2 0 15,0-1 0-15,0-2-155 0,4-4-42 0,2 0-1259 0</inkml:trace>
  <inkml:trace contextRef="#ctx0" brushRef="#br0" timeOffset="-28313.55">32406 11649 2498 0,'-15'-5'0'0,"2"4"0"0,4 0 0 0,-1-1 0 0,5 0 0 0,1-1 0 0,2 2 0 0,2-1 0 0,0-1 0 0,2-3 0 0,17-2 279 0,3 0-108 0,8-1-69 15,0 2 318-15,1-1-188 16,1 1-96-16,-2 0-43 0,-3 6-93 0,4-3 0 15,-5 2 0-15,0 1 0 0,-4 1 0 0,1 0 0 16,-6 0 0-16,3 0 0 0,-5 0 0 0,0 0 0 16,-7 0-264-16,3 0-7 0,-5 1 77 0,-1 5 101 15,-2 0-777-15,-1 2 414 0,-2 1 207 0,0 4-403 16</inkml:trace>
  <inkml:trace contextRef="#ctx0" brushRef="#br0" timeOffset="-28146.09">32493 11797 3008 0,'-34'12'0'0,"6"2"0"0,8 0 0 0,0-5 0 0,9-2 0 0,2-1 0 0,6-1 0 0,3-3 0 0,0 4 0 0,10-2 0 0,15-2 198 0,3 0-68 0,5 0 224 15,4-2-157-15,-5 0-153 0,6 0-44 0,-2 0 0 16,-4 0 0-16,3 0 0 0,-5 0 0 0,-2 0 0 16,-9 0 0-16,4 0 0 0,-3 0-267 0,-3 0-175 15,-4 9 242-15,-5 3-1009 16</inkml:trace>
  <inkml:trace contextRef="#ctx0" brushRef="#br0" timeOffset="-23438.53">33172 11057 284 0,'0'-2'0'0,"0"1"0"0,0-1 0 0,0-1 0 0,2 2 0 0,1-1 0 0,1-1 0 0,-4 1 0 0,4 0 0 0,-2 2 0 0,0-2 3 0,-2 2 1 0,0 0 0 15,0 0 59-15,0 0-26 0,0 0 0 0,0 0 41 16,0 0-30-16,1 0 6 0,-1-2-36 0,2 0 80 16,0 0-36-16,-1 0-1 0,-1 1 123 15,2-3-63-15,-2 2-37 0,0-2 0 16,2 2 90-16,-2 0-65 0,0 0-34 0,0 0 189 15,0 2-116-15,0 0-53 0,0 0-26 0,0 0 18 16,-2 0 0-16,-5 2-35 0,-2 8-10 0,0 3 137 16,-4 0-69-16,-5 7-34 0,2 3 45 0,-5 1-29 15,-1 3-10-15,-2 1-41 0,3 2 1 0,-4-2 0 16,2 2 0-16,0-3 11 0,1-3 43 16,0 0-26-16,1-1-1 0,0 0 120 0,0-5-88 15,5-3-101-15,-1 1 0 0,0-3 0 16,2-5 0-16,2 0 0 0,5-4 0 0,-1 0 0 15,6-2 0-15,-1-2 0 0,1 0 0 0,3 0 0 16,0 0 0-16,0 0 0 0,3 0 0 0,14 0 0 16,6 0 0-16,7 0 0 0,5 0 0 0,9 0 0 15,2-2 0-15,0 1 0 0,3-2 0 0,1 1 0 16,-10 2 0-16,12 0 0 0,-9 0 0 0,2 0 0 16,-10 0 0-16,3 2 0 0,-6 4 0 0,-4-1 0 15,-9-1 0-15,1 1 0 16,-10 0 0-16,3-2 0 0,-6 1 0 0,-4-3 0 15,2 2 0-15,-3-2 0 0,-2-1 0 0,0 0 0 16,0 0 0-16,0 0 0 0,0 0 0 0,0 0 0 16,0 0 0-16,0 0 0 0,-2 0 0 0,-5 0-792 15,4 0 350-15,-4 0 200 0,2 0 100 0,-8 0-728 16</inkml:trace>
  <inkml:trace contextRef="#ctx0" brushRef="#br0" timeOffset="-23137.27">33287 11140 2785 0,'-10'-14'0'0,"-3"3"0"0,4 2 0 0,3 2 0 0,-4 1 0 0,3 0 0 0,2 5 0 0,3-2 0 0,-1 3 0 0,3 0 0 0,-2 0 366 0,2 14-162 0,0 7-81 16,0 3-41-16,0 9 289 15,0 6-371-15,0 11 0 0,0 4 0 0,0 12 0 16,0-2 0-16,0 3 0 0,0-6 0 0,-1 12 0 15,-7-7 0-15,1-1 0 0,-2-4 0 0,4-9 0 16,-4 1 0-16,2-3 0 0,2-5 0 0,0-9 0 16,-2 2 0-16,1-5 0 0,-1-6 0 0,4-3 0 15,-3-3 0-15,3-4 0 0,0-5 0 0,1-2 0 16,0-3 0-16,-2-2 0 0,4-2 0 16,0-3 0-16,0 0 0 0,0 0 0 15,0 0 0-15,0 0-255 0,0 0-285 0,4-2 249 16,5-4 125-16,6-1-972 0</inkml:trace>
  <inkml:trace contextRef="#ctx0" brushRef="#br0" timeOffset="-22963.16">33355 12271 3931 0,'-5'-2'0'0,"5"-1"0"0,-3 3 0 0,3 0 0 0,-2-1 0 0,-3 1 0 0,5 0 0 0,-3 0 0 0,2 0 0 0,-1 0 0 0,2 0 0 15,-3 0 0-15,3 0 0 0,-2 0 0 0,2 0 0 16,0 0 0-16,0 0 0 0,0 1 0 0,0 2 0 16,0-1-5-16,2 4-169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2:32:25.96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53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12:35:07.842"/>
    </inkml:context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15588 5970 1253 0,'0'-2'0'0,"0"0"0"0,0 1 52 0,-2-1-14 0,2-1-30 0,0 2-8 0,0 1 0 0,0 0 0 0,0 0 0 0,0 0 0 0,0 0 112 0,0 0-36 0,0 0 1 15,0 0-36-15,0 0 21 16,0 0-11-16,0 0-30 0,0 0 44 0,0 4 7 16,0-1-27-16,0 2-7 0,0 2 86 0,0 0-42 15,0 1 0-15,0-2 16 0,0 3 70 0,0-2-16 16,0 1-95-16,0 1 32 0,0 2 0 0,0 0-47 15,0 1 11-15,0 3 48 0,0-2-29 0,0 2-1 16,-2 2-28-16,0 0-8 0,2 0 1 0,0-1-36 16,0 1 29-16,-1 2-1 15,1 0-8-15,0-3 44 0,0 4-17 0,0-2-7 0,0 1-1 16,0 0-12-16,0 1 13 0,0 3 0 16,0 0 9-16,0 1-9 0,0-3 0 0,0 7-17 15,1 0-23-15,1 0 0 0,0 0 0 0,0 3 0 0,0-1 0 16,-1-1 0-16,1 2 0 0,0-2 0 15,0-4 0-15,1 7 0 0,-1-6 0 0,-1 1 0 16,1 0 0-16,0-1 0 0,0-4 0 0,0 4 0 16,-1 1 0-16,1-1 0 0,0 0 0 0,-2 0 0 15,2-2 0-15,-2 7 0 0,0-3 0 16,2 1 0-16,-2-1 0 0,0-3 0 16,2 2 0-16,-2 3 0 0,0-4 0 0,1 2 0 15,1-2 0-15,-2 3 0 0,0-5 0 0,2 4 0 16,0-2 0-16,1 1 0 0,-3-3 0 0,1 3 0 15,1-2 0-15,-2 4 0 0,0-1 0 0,2 0 0 16,-2 1 0-16,0-3 0 0,0-2 0 0,2 7 0 16,-2-8 0-16,2 4 0 15,-2-1 0-15,0-1 0 0,1-1 0 0,-1 4 0 0,2-1 0 0,-2-1 0 16,2 0 0-16,-2 2 0 16,2-5 0-16,0 7 0 0,0-4 0 0,-2 2 0 15,1-1 0-15,1 2 0 0,0-6 0 0,0 7 0 16,1-1 0-16,-2 1 0 0,-1 1 0 0,2 2 0 15,-2 0 0-15,0 1 0 0,0 0 0 0,0 1 0 16,0 1 0-16,0 0 0 0,0-2 0 0,0-1 0 16,0 1 0-16,0-1 0 0,0 2 0 0,0-1 0 15,0 1 0-15,0 1 0 0,0 2 0 0,0-4 0 16,0 5 0-16,0-2 0 16,0-1 0-16,0-1 0 0,0 0 0 0,0-2 0 15,2-3 0-15,0-2 0 0,2 4 0 0,-1-6 0 16,1 1-375-16,-2-4 143 0,3-1 97 0,0-2-532 15,-2 3 319-15,3-4 155 0,-1-1 77 0,3-2-593 0</inkml:trace>
  <inkml:trace contextRef="#ctx0" brushRef="#br0" timeOffset="1130.6">14504 8654 1375 0,'-11'4'0'0,"1"-2"0"0,3-1 0 0,2 3 0 0,-1-4 0 0,2 2 0 0,3-2 0 16,-2 0 0-16,3 0 0 0,0 0 0 0,0 0 62 0,0 0 130 0,0 0-77 0,0 2-38 0,0-2 176 0,4 2-111 15,2-1-53-15,-1 3-25 0,3-2 159 0,1 2-92 16,1-1-38-16,3 1 41 0,-2 0-48 0,4-2-24 16,0 0 0-16,2 0 56 0,4-1-31 0,-3-1-10 15,3 0-38-15,2 2 50 0,-3-2-25 0,6 0 0 16,-5 0 32-16,6 2-34 16,-6-2 0-16,2 0-49 0,4 2-13 0,-3-2 0 15,-1 0 0-15,4 0 0 0,0 0 0 0,-1 0 0 16,3 0 0-16,-1 0 0 0,0 0 0 0,4 0 0 15,-2 0 0-15,2 0 0 0,-2-2 0 0,2-2 0 16,-6 3 0-16,8-1 0 0,-2 0 0 0,0 0 0 16,0 1 0-16,0-2 0 0,1 1 0 15,3 0 0-15,0 0 0 0,0 1 0 0,-1-1 0 16,5 0 0-16,-3 0 0 0,7-2 0 16,-5 1 0-16,2 1 0 0,1-4 0 0,-5 3 0 15,8-3 0-15,-1 2 0 0,-3 0 0 0,4 0 0 16,0 1 0-16,-3-3 0 0,6 0 0 0,0 2 0 15,-2-1 0-15,5-1 0 0,-3 0 0 0,-4 3 0 16,8-3 0-16,-5 4 0 0,1-1 0 0,-2-1 0 16,-3 2 0-16,-1 2 0 0,4 0 0 15,-2 0 0-15,-1 0 0 0,1 0 0 0,-1 0 0 16,-4 0 0-16,10 2 0 0,-7-2 0 0,4 2 0 16,-3 0 0-16,1-2 0 0,-3 0 0 0,7 0 0 15,-4 0 0-15,-2 0 0 0,0 0 0 0,-6 0 0 16,5 0 0-16,3 0 0 0,-2 2 0 0,-2-1 0 15,-5 1 0-15,5 0 0 0,-1 0 0 16,6 0 0-16,-5-2 0 0,-4 0 0 0,8 0 0 0,-2 0 0 16,-4 0 0-16,8-2 0 15,-4 0 0-15,1-3 0 0,0 1 0 0,1 0 0 16,-9 2 0-16,10-2 0 0,-11 3 0 0,4-1 0 16,-3-1 0-16,-3 2 0 0,0 1 0 0,-2 0 0 15,-2 0 0-15,1 0 0 0,-3 0 0 0,-2 0 0 16,0 0 0-16,3 0 0 0,-3 0 0 0,1 0 0 15,-3 0 0-15,4 0 0 0,-5 0 0 0,4 0 0 16,-3 0 0-16,-1 0 0 0,-2 0 0 16,-1 0 0-16,-2 0 0 0,-4 0 0 15,2 1 0-15,-3 2 0 0,-2-1 0 16,1-1 0-16,-1 2 0 0,-3-2 0 0,1 1 0 0,-1-2 0 16,-2 2 0-16,0-2 0 0,-3 0 0 0,1 0 0 15,0 0-8-15,0 0-192 0,-2 0 83 0,0 0-404 16,0 0 247-16,0-8 119 0,0-3 59 0,0-2-259 15,0-2 159-15,0-2 70 0,0-2-525 16,-6-3 307-16</inkml:trace>
  <inkml:trace contextRef="#ctx0" brushRef="#br0" timeOffset="1356.37">18814 8299 1934 0,'0'-3'0'0,"2"2"0"0,0-1 0 0,2 1 0 0,1 1 0 0,7 0 0 0,3 0 0 0,6 0 0 0,3 0 0 0,3 1 0 0,2 6 97 0,-1 2 354 0,2 3-211 16,-2-1-103-16,1 3 200 0,-5 0-151 0,-1 1-75 16,-7 0-28-16,0 2 80 0,-3 0-63 0,-3 2-32 15,-7 0-44-15,-1 1-24 0,-2 1 0 16,-10 2 0-16,-10 1 0 0,-8 3 0 0,-4-3 0 16,-5 2 0-16,-4 1 0 0,-3 1 0 0,-4-2 0 15,-12 8-54-15,-2-4-238 0,-18 8 158 0,10-3 39 16,-22 8 52-16,6-4-36 0</inkml:trace>
  <inkml:trace contextRef="#ctx0" brushRef="#br0" timeOffset="2064.91">15060 9105 1732 0,'-19'0'0'0,"3"0"0"0,0 1 0 0,0 7 0 0,2 0 0 0,1 2 0 16,2 3 0-16,-2 2 0 0,4 6 0 0,1 5 0 0,6 3 169 0,2 1-67 0,0 4-33 16,0-2 0-16,4 2 158 0,9-7-100 0,2-1-46 0,5-5 117 0,1-1-82 15,4-9-40-15,0-4 9 16,5-5 11-16,-3-2-30 0,1 0-1 0,-3-8 0 16,-4-4 9-16,2-9-38 0,-7 0-1 0,-2-4 61 15,-7 1-30-15,-2-1-1 0,-5 3-20 0,0-8 24 16,-3 4 0-16,-16 2-36 0,-6 3-33 0,-3 0 0 15,-6 2 0-15,-7 6 0 0,7 5 0 0,-5 3 0 16,-6 3 0-16,4 2 0 0,7 2 0 0,-2 11 0 16,6 0 0-16,11-1 0 0,0 1 0 0,8-1 0 15,6 0 0-15,1 3 0 16,4 0-117-16,4 3 13 0,14-2-391 0,8 0 231 16,8 0 95-16</inkml:trace>
  <inkml:trace contextRef="#ctx0" brushRef="#br0" timeOffset="2692.62">18889 9063 2772 0,'0'0'0'0,"0"0"0"0,-2 0 0 0,0 0 0 0,2-2 0 0,-1 1 0 0,1-2 0 0,0 0 0 0,1-1 0 0,13 0 0 0,8 2 180 15,4 0 190-15,3 0-171 0,-1 2-81 0,2 0-41 16,-2 4 129-16,-1 6-197 0,-7 1-9 0,1 1 0 16,-2 4 0-16,-6-1 0 0,-3-2 0 0,-5-2 0 15,-3 2 0-15,0 5 0 0,-2-2 0 16,-4 1 0-16,-11 4 0 0,-4 0 0 0,-5 1 0 0,-3-1 0 15,-3-1 0-15,0 1 0 0,-2-3 0 16,0-3 0-16,0-1 0 0,2-4 0 0,4-4 0 0,5 1 0 16,1-4 0-16,6-3 0 0,3 0 0 15,6 0 0-15,3 0 0 0,2-5 0 16,11-14 0-16,21-8 0 0,7-4-1230 0,14-11 363 16,2 1 416-16</inkml:trace>
  <inkml:trace contextRef="#ctx0" brushRef="#br0" timeOffset="2849.04">19445 8858 3771 0,'8'-13'-2'0,"-2"4"1"0,-5 1-1 0,-1 2 1 0,0 5-1 0,-9 1 1 0,-10 5 0 0,0 16 0 0,-3 7 1 0,1 4-1 0,-3 9 173 0,5 4-172 0,2 2 0 0,10 0 0 16,3 0 0-16,4-7 0 0,4 7 0 0,16-8 0 16,10-5 0-16,8-6 0 0,5-2 0 0,6-3 0 15,13-2 0-15,-2-10 0 0,6-9 0 0,3-2 0 16</inkml:trace>
  <inkml:trace contextRef="#ctx0" brushRef="#br0" timeOffset="3360.62">15032 5446 2040 0,'-7'-8'0'0,"7"8"0"0,0 0 0 0,0 2 0 0,7 6 0 0,7 1 0 0,2 2 0 0,3 3 0 0,3-1 0 0,3 3 0 0,3 4 271 0,2-2-121 0,-2 3 156 15,0 0-134-15,-1 2-68 16,-1-3-34-16,-6-2-80 0,3 5 19 0,-6 0-1 16,-4-6 29-16,-2 4-319 0,-3-2 159 0,0-2 89 15,-7 3-197-15,1-5 133 0,0-4 68 0,-2-2-633 16,0-5 313-16,0-4 148 0,0 0 87 0,0-13-325 15</inkml:trace>
  <inkml:trace contextRef="#ctx0" brushRef="#br0" timeOffset="3526.94">15540 5305 2753 0,'1'-12'0'0,"3"4"0"0,-2 2 0 0,-2 4 0 0,0 2 0 0,0 0 0 0,-9 9 0 0,-3 14 0 0,-3 4 0 0,-6 10 0 0,-3 2 202 0,-10 14-83 0,0 0 446 0,-5 4-273 16,-5 9-292-16,1 3 0 0,-6 13 0 15,5-7 0-15,0 1 0 0,6-8 0 0,-1 6 0 16,4-4 0-16,1-2-318 0,4-2-50 16,0 2 203-16,2-2 100 0</inkml:trace>
  <inkml:trace contextRef="#ctx0" brushRef="#br0" timeOffset="6551.98">18339 5473 1067 0,'0'0'0'0,"0"0"0"0,0 0 0 0,0 0 0 0,0 0 0 0,0 3 0 0,0 0 0 0,0 2 0 0,0 0 0 0,0 1 0 0,0-1 38 0,0 0 20 0,0 1-20 0,0 3 0 15,0-1 34-15,0 0-25 0,0 2-9 0,0 1-6 16,0 0 6-16,0 0 0 0,0 2 0 0,0-1-15 15,2 1-9-15,0 2 24 0,-2-2 0 0,0 0-33 16,0 2 9-16,2-2 15 0,-2 1 6 16,0 1-43-16,0-2 39 0,0 0-13 15,0 0-15-15,0 0-15 0,0 1 37 0,0-3-49 16,0 0 46-16,0 0-6 0,0 1 9 0,0-2-11 16,0 1 6-16,0-1-9 0,0 3 7 0,0-4-18 15,0 4 21-15,0-2-10 0,0-2 5 0,-2 2 16 16,2-2-15-16,-2 1 0 0,2 1-16 15,-2-1 16-15,2 0 0 0,0 1 0 0,0-2-36 0,0 0-1 16,0 3 38-16,-2-3-42 0,2 2 36 0,0 0-6 16,-2 0 5-16,2 1 15 15,-2-3-15-15,0 4-6 0,-1 0 3 0,1-1 15 16,0 1-14-16,0 0-31 0,0-2 33 0,1 3-1 16,-1-2-1-16,0 0-21 0,0 1 20 0,0-2 2 15,2 1 2-15,0-2-43 0,-1 1 0 0,-2 1 32 16,1 1 3-16,2-3-28 0,-2 1 19 0,0 0 5 15,2 2 24-15,-2-1-27 0,1-1 2 0,-1 2-3 16,0-1 44-16,0 2-40 0,-1 0 1 16,1-1 21-16,0-1-20 0,-2 2 5 15,2-1 5-15,-2 1-8 0,2-2 10 0,0 1-8 16,0-1 10-16,1 1-11 0,-1-4 5 0,0 5-3 16,0-3-32-16,0 2 32 0,0-2-3 0,1 0 2 15,1-1-28-15,-4 2 27 0,2-3-4 0,0 3-7 16,1-2 5-16,-4-1 2 0,3 3-3 0,-2-1 5 15,3 0-6-15,-3 1 3 0,0 1-2 0,3-2 11 16,-3-3-7-16,0 7-2 0,1-5 2 0,0 3-6 16,-1-2 5-16,2-1-8 15,-1 2 8-15,-1-1 0 0,2 1 1 0,-1-2-13 16,-1 2 11-16,0-3 0 0,0 2 0 0,0 0-2 16,-1 2 1-16,1-3 1 0,-1 1-2 0,-1 1 3 15,0 1-2-15,0-2 0 0,1 0 0 0,-2 3 1 16,1-3-1-16,-2 1 6 0,2 0-5 0,-1 0 0 15,2 1 0-15,-1-2 3 0,-2 0-3 0,2 3 0 16,-1-3 0-16,2 0 11 0,-4 2-10 16,4-2-1-16,-2 1 0 0,1 1 0 15,-1-2 1-15,-1 3-1 0,0-4-3 0,1 2 4 16,0-1 0-16,-1 2 0 0,0-2-6 0,-1 1 6 16,2 0-1-16,-3-2-20 0,1 3 20 0,-2-1-1 15,1 1 0-15,1 0-24 0,0 0 23 0,-3-2 0 16,3 3-1-16,0-3-7 0,-1 0 7 0,0 0-2 15,0 1 9-15,-1-1-9 0,1 0 1 0,0 2 16 16,-1-1-15-16,0-1-1 16,-2 2 1-16,-1-2 5 0,2 2-4 0,-2 0 1 15,1-2-1-15,-2 3-13 0,2 0 13 0,-2-4 1 16,2 3-1-16,-2-2-17 0,1 1 16 0,0-1-1 16,0 1 1-16,-1 1 5 0,2-2-6 0,-2 0-2 15,2 2 1-15,-4-1-1 0,2 2 1 0,-2-2 12 16,0 1-12-16,1-1 1 0,-2 3 0 0,2-2 25 15,-3 0-24-15,2 0 7 0,0 0-5 0,0 0-36 16,0 1 35-16,0-4 0 0,1 3-41 16,-2-1 39-16,2-1 0 0,-3 1-5 15,2-1-15-15,2-1 14 0,-3-1 4 0,2 1 1 16,1 0-2-16,0-1-8 0,-1 1 7 0,0 0 20 16,1-2-21-16,0 2 1 0,-1-1-3 0,2-1 3 15,-2 1 0-15,2-2 4 16,-1 3-35-16,-2 1 31 0,1-1 0 0,0-1 1 0,-1 1-12 0,1 1 10 15,-3-1 1-15,1 1-3 16,-2-2-4-16,1 2 4 0,3-2-4 0,-3 3 43 0,2-2-38 16,2-2 0-16,-2 1-1 0,2 1 49 15,-2 0-42-15,2-1-3 0,0 1 34 0,-2-1-31 16,3 0 3-16,-4-1-2 0,2 1 17 0,-3 1-15 16,1-1 2-16,2 1-6 0,-1 1 7 0,-2-2-3 15,2 1 2-15,-1-2 0 0,1 4-2 0,-1-5 1 16,0 3-1-16,1-1 2 0,0 0-1 0,2-2-1 15,-2 0 1-15,2 1 11 0,-2-1-11 0,2-2 0 16,-1 2 10-16,0-2-10 0,0 0 2 0,-2 3 30 16,1-2-29-16,1 1-1 15,-4-1 2-15,4 1 3 0,-3 1-2 0,3-1-2 16,-4 0 4-16,3 0 25 0,-1 1-25 0,1-3-2 16,-2 2-16-16,2-1 16 0,-1 1 3 0,0-2-2 15,1 1-26-15,1-1 25 0,-2 0-1 0,0 0 23 16,1-1-22-16,1 2-1 0,-4 0-1 0,1 0 1 15,3 1-3-15,-3-1 3 0,2 1-5 0,-4-1 54 16,4 1-21-16,-1 1 0 16,-1-1 18-16,0 3-39 0,0-3 9 0,0 1-8 15,-1-1 7-15,1 2-6 0,1-1 5 0,-3-2 5 16,2 3-4-16,0-1-5 0,2-1 0 0,-2-1 36 16,3 2-34-16,-2-3-1 0,4 2 6 0,-4-1 24 15,4-1 0-15,0-1-24 0,1 1 30 0,4-2-27 16,-1-1 2-16,3 0 4 0,0-1 12 0,3 1-13 15,-1 0-4-15,3-2-19 0,-1 0-6 0,3 0 27 16,0 0-2-16,0 0-80 0,0 2 37 16,0-2-1-16,0 0 38 0,0 2-281 15,0 0 131-15,3-2 51 0,6 2 38 0,2-2-217 16,4 0 120-16</inkml:trace>
  <inkml:trace contextRef="#ctx0" brushRef="#br0" timeOffset="11355.83">18310 6597 1472 0,'0'0'0'0,"0"0"0"0,0 0 0 0,0 0 0 0,0 0 0 0,0 0 0 0,0 0 0 0,0 0 0 0,0 0 0 0,0 0 0 0,0 0 92 0,0 0 1 16,0 0-51-16,0 0 132 0,-3 0-66 0,-1 0-23 15,-5 3-10-15,0 6 36 0,-1 0-35 0,-3 4 0 16,2 0 133-16,-1-1-73 0,3 0-53 0,4-2 78 16,-1 0-60-16,3-3-29 0,3 0 0 0,0-1-91 15,0 0 25-15,0-3 0 0,3-2 36 0,1 2-91 16,3-3 45-16,-1 0 11 0,-1 0 35 0,2 0-43 15,-2-3 0-15,0-7 43 16,-3 1-103-16,0-1 22 0,0-3 26 0,0 0-13 16,-2 3 9-16,0-1 25 0,0 2-21 0,0 1 74 15,0 3-1-15,0 1-47 0,-4 2-4 0,-1 0 121 16,-3 2-55-16,0 0-15 0,-1 0-5 0,2 9 12 16,1 1-1-16,2-1-21 0,0 1-11 0,4-1 45 15,0 3-50-15,0-5-29 0,0 3 0 16,0-5 0-16,5 1 0 0,4-3 0 0,0-3 0 0,2 0 0 15,-1 0 0-15,-1 0 0 16,-2-2 0-16,-1-7 0 0,2-4 0 0,-4 2 0 0,-3-3 0 16,1 3 0-16,-2-2 0 0,0 5 0 15,0-1 0-15,0 3 0 0,0 0 0 0,-3 1 0 16,-1 3 0-16,-4 0 0 0,-1 2 0 0,-1 0 0 16,0 9 0-16,-1 3 0 0,4 1 0 0,2 0 0 0,1 1 0 15,2 1 0-15,2-4 0 0,0 0 0 16,0-4 0-16,8 3 0 0,1-5 0 15,3-2 0-15,0-3-40 0,-1 0-56 0,3 0 17 16,-5-8 73-16,0-3-36 0,-2-2 0 0,-2-1 0 16,-3-2 129-16,0 0-74 0,-2 3-23 0,0 0 0 15,0 3 253-15,-4 1-219 0,-6 4-24 0,3 1 0 16,-2 2 0-16,-3 0 0 0,1 2 0 16,3 0 0-16,-1 8 0 0,1 6 0 0,3-2 0 15,3 3 0-15,0 0 0 0,2 0 0 0,0-1 0 16,0-6 0-16,7 4 0 0,5-4 0 15,-1-5-394-15,-2-3 100 0,3 0 126 0,-3 0-44 16,-2 0 90-16,-3-2 40 0,0-3 147 0,-1-4-53 16,-2-1-28-16,-1 2-9 0,0 1 113 0,0 2-64 15,-4-1-33-15,-4 2-1 0,3 2 217 0,1 0-80 16,-1 2-72-16,3 0 52 0,0 0-65 0,2 0 14 16,0 5 0-16,0 1-444 0,0 2 197 15,0-2 98-15,4-1-521 0,3 1 277 0,4 0 147 16,-1-2 64-16,-1-3-485 0</inkml:trace>
  <inkml:trace contextRef="#ctx0" brushRef="#br0" timeOffset="12955.35">18287 6672 575 0,'0'-4'0'0,"0"1"0"0,2-1 0 0,-1 0 0 0,1 0-1 0,0 3 1 0,0-1 0 0,-2-1 0 0,0 2 0 0,0 1-1 16,0-2 35-16,0 2 0 0,0 0 8 0,0 0 75 0,0 0-38 15,0 0 1-15,0 0-38 0,0 0 60 0,0 0-20 0,0 0-10 16,0 0 51-16,0 0-41 0,0 0 1 0,0 0-41 16,0 0 94-16,0 0-52 0,0 0 0 0,0 0 13 15,0 0-28-15,0 0 1 0,0 0-17 0,0 0 31 16,0 0-41-16,0 0-1 0,0 0 0 15,0 0 51-15,-2 0 10 0,0 0-61 0,0 0 34 16,1 0 1-16,-3 2-35 0,4-1 0 16,-2 2 38-16,0 0-38 0,0 0 0 0,2-2-6 15,-2 3 6-15,0-2 1 0,0 0 10 0,0 1 1 16,0 1-11-16,1-2-1 0,-1 2 1 0,0 0 40 0,-2-2-30 16,2 2-11-16,-1-1 31 0,-1 1-1 15,2 0-30-15,-2-1 8 0,0 1 3 0,0 1-11 16,3 0-7-16,-3 0-35 15,2-1 0-15,-1 2 0 0,1-3 0 0,0 3 0 16,0 0 0-16,0 0 0 0,-2-1 0 0,2 0 0 16,0 0 0-16,-2 0 0 0,3 0 0 0,-1 1 0 15,-2 0 0-15,2 0 0 0,-1-1 0 0,1 1 0 16,-2 0 0-16,2-1 0 0,-2 0 0 0,0 1 0 16,0 1 0-16,1-1 0 0,-1 2 0 0,1-3 0 15,-3 4 0-15,1-2 0 0,0 1 0 0,1-1 0 16,-1-1 0-16,1 2 0 15,-1 0 0-15,1 1 0 0,0-1 0 0,0 0 0 16,0 1 0-16,1-1 0 0,-1 0 0 0,2 2 0 16,-1 0 0-16,-1-2 0 0,0 1 0 0,0 1 0 15,0 0 0-15,0 0 0 0,-1 2 0 0,0-2 0 0,1 1 0 16,-3 0 0-16,2 3 0 0,0-3 0 0,1 2 0 16,-2-1 0-16,1 3 0 0,-1-5 0 0,2 4 0 15,-2-3 0-15,1 3 0 16,0-1 0-16,1-2 0 0,-3 1 0 0,2 3 0 0,0-3 0 15,-1-1 0-15,1 3 0 0,-3-1 0 16,2 0 0-16,1-2 0 0,-1 2 0 0,-1 0 0 16,1 0 0-16,-2-2 0 0,3 3 0 15,-1-3 0-15,1 1 0 0,-4 1 0 0,4-2 0 16,0 0 0-16,-1 2 0 0,1-1 0 0,-3 1 0 16,2-2 0-16,-1 4 0 0,-1-2 0 0,3 2 0 15,-3-2 0-15,0 2 0 0,1 2 0 0,0-2 0 16,1 0 0-16,-2 0 0 15,1 1 0-15,0-2 0 0,1 2 0 0,-2-1 0 16,1-1 0-16,-2 2 0 0,1-1 0 0,0 0 0 0,-1-1 0 16,2 3 0-16,-3-2 0 0,2 2 0 15,1-2 0-15,-2 2 0 0,1-2 0 0,0 2 0 16,1-2 0-16,0 3 0 0,-1-2 0 0,0 1 0 0,1 0 0 16,0-2 0-16,-2 2 0 0,0-1 0 0,2 0 0 15,0-1 0-15,-1 0 0 16,0 0 0-16,-1 1 0 0,2-2 0 0,-1 1 0 15,0-2 0-15,1 2 0 0,-2 0 0 0,1 0 0 16,1 0 0-16,-1 0 0 0,1 0 0 0,-1-2 0 16,2 2 0-16,1 0 0 0,-2-1 0 0,1 1 0 0,0-1 0 15,-2 0 0-15,1 1 0 0,2-2 0 16,-4 2 0-16,2 0 0 0,0-2 0 0,0 2 0 16,-1-2 0-16,2 2 0 0,-1-2 0 15,1-1 0-15,-1 1 0 0,0 0 0 0,2 0 0 0,0-2 0 16,-1 2 0-16,1-1 0 15,-1 1 0-15,2-2 0 0,-2 2 0 0,1-1 0 16,-1-2 0-16,3 0 0 0,-3 1 0 0,0 0 0 16,0 1 0-16,1-3 0 0,-1 3 0 0,1-3 0 0,1 1 0 15,-2-1 0-15,2 0 0 0,0-1 0 16,1-1 0-16,-1-1 0 16,1 1 0-16,1-3 0 0,0 2 0 0,0 0 0 0,-3-3 0 15,4 3 0-15,-1-2 0 0,0 2 0 0,-2-1 0 16,3 0 0-16,-3 1 0 15,2-2 0-15,-2 2 0 0,3-1 0 0,-1-1 0 0,0 0 0 16,0-3 0-16,2 1 0 0,0 0 0 16,-3-2 0-16,3 0 0 0,0 0 0 0,0 0 0 15,0 0 0-15,0 0 0 0,0 0 0 0,0 0 0 0,0 0 0 16,0 0 0-16,0-2 0 0,3-3 0 0,-1-3 0 16,3-1-232-16,1-3-258 15,3-1 223-15</inkml:trace>
  <inkml:trace contextRef="#ctx0" brushRef="#br0" timeOffset="13654.39">18910 5968 1637 0,'4'-3'0'0,"-3"1"0"0,1-1 0 0,0 2 0 0,-2 1 0 0,0 0 0 0,0 0 0 0,0 0 0 0,0 0 0 0,0 0 0 0,0 9 82 0,-4 2 288 0,-5 5-164 0,0 0-71 15,-4 7 86-15,0 2-90 0,-1 1-44 0,1-1 249 16,0 6-147-16,-2 0-63 0,0 2-47 0,2 0 185 16,0-1-196-16,-1 2-68 0,2 0 0 0,-2 1 0 15,3 0 0-15,0-2 0 0,1-1 0 0,1 2 0 16,0-3 0-16,1-2 0 0,0-1 0 0,1-2 0 16,2-5 0-16,-3 2 0 0,2-4 0 15,-1-4 0-15,1-3 0 0,1-2 0 16,-1 0 0-16,2-5-11 0,0-3-51 0,0 0-275 15,3-2 147-15,-1 0 74 0,0 0 37 0,2-9-326 16,0-6 171-16,0-8 101 0,7-3-474 0,9-8 282 16,-2-4 140-16,6-5-343 0,-2-2 233 0,1-3 131 0</inkml:trace>
  <inkml:trace contextRef="#ctx0" brushRef="#br0" timeOffset="13896.55">18841 6038 2018 0,'7'-23'0'0,"0"4"0"0,2 4 0 0,-4 2 0 0,-1 4 0 0,1-1 0 0,-1 4 0 0,1 3 0 0,-1 1 0 0,2 2 0 0,0 0 177 0,3 0-67 16,0 4-24-16,1 9 400 0,-1 3-222 0,2 6-111 0,1 5-56 16,-1 2 341-16,0 5-336 0,1 9-102 15,-1-3 0-15,0 3 0 16,0 0 0-16,-2 0 0 0,2-5 0 0,-1 8 0 0,1-2 0 0,-2-11 0 16,-2 7 0-16,0-4 0 15,-1-1 0-15,-3-2 0 0,1-6 0 0,-2-4 0 0,0 1 0 0,-2-5 0 16,0-4 0-16,0-5 0 15,0 1-415-15,-2-6 149 0,-4-1 113 0,-1-2 55 16,0-2-414-16,-2 0 241 0,-3 0 114 0,1-9-491 16,-1-8 303-16</inkml:trace>
  <inkml:trace contextRef="#ctx0" brushRef="#br0" timeOffset="14137.2">18752 6356 2864 0,'-15'0'0'0,"2"0"0"0,4 0 0 0,1 0 0 0,4 0 0 0,2 1 0 0,2 1 0 16,2 2 0-16,21 1 0 0,5-2 0 0,10 1 332 0,4 0-144 0,-3 0 309 0,15 1-447 0,-4-2-50 0,0-1 0 15,-2 1 0-15,-1-1 0 0,-11 0 0 16,1 1 0-16,-5-2 0 0,-9 1 0 0,0 1 0 16,-7-1 0-16,-6 0 0 0,-3-2 0 0,-5 0 0 15,0 2 0-15,0-2 0 16,-2 0 0-16,0 0 0 0,0 0 0 0,-6-4 0 15,1-1 0-15,1-1 0 0,0 1 0 0,2-1-113 16,0 2 24-16,2 0-805 0,0 2 426 0,0 1 213 0</inkml:trace>
  <inkml:trace contextRef="#ctx0" brushRef="#br0" timeOffset="14681.67">18260 4169 2718 0,'0'-13'-7'0,"0"11"5"0,0 2 1 0,0 0-9 0,2 0 7 0,4 0 2 0,5 0 1 0,2 0 0 0,5 8 0 0,0 3 0 0,1 1 114 0,3 3 85 0,-1 3-77 0,0 0-38 15,-1 0 77-15,-1 0-58 0,-5-3-17 0,0 3-11 16,-1-2-204-16,-1 0 88 0,-5 0 43 0,0 1-443 16,-3-2 255-16,-2 0 110 0,-1-2 61 0,2-3-714 15,-3-2 298-15,0-3 194 0,0-4 73 0,0-1-273 16,2-1 196-16</inkml:trace>
  <inkml:trace contextRef="#ctx0" brushRef="#br0" timeOffset="14892.25">18660 4043 1898 0,'0'-11'-2'0,"0"3"1"0,0 5 1 0,0 0 0 0,0 2 0 0,-1 1 0 0,-3 4 0 0,0 9 0 0,-2 9 0 15,2 4 0-15,-3 6 578 0,0 10-266 0,-1 1-133 0,0-3 374 16,-3 14-260-16,2-3-172 0,1 1-121 0,-1 4 0 0,0-6 0 0,1 2 0 16,-2-4 0-16,5-1 0 15,-2-3 0-15,1-7 0 0,1 1 0 0,2-4-15 0,1-4-30 0,2-8 46 16,0-1-229-16,0-8 45 15,0-2 98-15,0-5-664 0,0-6 358 0,8 0 172 16,7-6 88-16,0-16-340 0,2-6 212 16,0-8 96-16</inkml:trace>
  <inkml:trace contextRef="#ctx0" brushRef="#br0" timeOffset="15037.67">18739 4225 2691 0,'0'-7'0'0,"0"2"0"0,0 1 0 0,4 1 0 0,2 0 0 0,1 0 0 0,4 2 0 0,4 1 0 0,0 0 0 0,4 0 0 0,2 0 292 0,3 0-129 0,2 0-59 16,-1 4-228-16,1-1 85 0,-1 5 41 0,-3-3-225 16,4 5 128-16,-7 0 70 0,1 0 35 0,-4 4-790 15,-5-3 400-15</inkml:trace>
  <inkml:trace contextRef="#ctx0" brushRef="#br0" timeOffset="15181.41">18876 4417 2467 0,'-12'7'0'0,"2"1"0"0,2-4 0 0,5-1 0 0,1-1 0 0,2 0 0 0,0 0 0 0,0 0 0 0,5 3 0 0,10-3 0 0,2 2 270 16,4-1-118-16,3 2-27 0,0-4-184 0,3 1 52 15,-3-2 0-15,-1 0-547 0,1 0 294 0,-1 0 153 16,-1 0 75-16,-1 0-788 0</inkml:trace>
  <inkml:trace contextRef="#ctx0" brushRef="#br0" timeOffset="15412.81">19183 4219 2196 0,'-8'-8'0'0,"5"2"0"0,-2 1 0 0,5 0 0 0,0 3 0 0,0 0 0 0,6 0 0 0,13 2 0 0,5 0 0 0,5 4 0 0,-1 9 502 0,2 5-234 0,0 0-111 0,-4 3 122 16,-4 1-116-16,-4 4-60 0,-8-2-17 0,1 7 48 16,-10-2-91-16,-1 2-43 15,-4 1 0-15,-13 0 0 0,-5-3 0 0,-3 2 0 16,1-2 0-16,-2-5 0 0,-1-2 0 0,1-3 0 15,3-6 0-15,-5 2 0 0,10-7 0 0,-3-4 0 16,10-3-515-16,-3-1 205 0,7 0 134 0,5 0-393 16,2-3 261-16,2-15 132 0,17 2 66 0,11-11-489 15,-2 5 266-15</inkml:trace>
  <inkml:trace contextRef="#ctx0" brushRef="#br0" timeOffset="15606.1">19505 4295 2750 0,'7'-10'0'0,"-4"4"0"0,-1-1 0 0,0 5 0 0,-2 1 0 0,0 1 0 0,-12 0 0 0,-1 5 0 0,-4 12 0 0,0 3 0 0,0 5 324 0,4 1-139 0,3 4 282 0,-1 1-262 16,8 0-205-16,3 2 0 0,0-2 0 0,0 1 0 15,11-2 0-15,8 0 0 0,2-4 0 16,3-1 0-16,0-2 0 0,3-5 0 0,-5-6-12 0,7 3-46 16,-5-5 52-16,-4-7-645 15,1 1 322-15,0-4 56 0,-1 0-385 0,-2 0 312 16,0-7 149-16,-1-9-314 0,-1-3 234 0,-2-6 105 0</inkml:trace>
  <inkml:trace contextRef="#ctx0" brushRef="#br0" timeOffset="15880.88">19791 3932 2518 0,'-6'-9'0'0,"-1"3"0"0,3 2 0 0,0 3 0 0,4 0 0 0,0-3 0 0,13 4 0 0,10 0 0 0,-2 0 0 0,9 9 0 16,-4 2 153-16,-2 3-54 0,-1 1 160 0,-6-3-107 0,-2 7-44 15,-3 0-110-15,-5-1 1 0,-5 4 45 0,-2 4-1 16,-4-2-90-16,-15-1 57 0,-4 3-12 0,-5-7 79 0,1 2 1 16,-4-3-34-16,3-5-1 0,5-4 91 15,1 0-62-15,3-4 1 0,8-2-94 0,1-1 118 16,5-2-97-16,1 0 0 0,4 0 0 0,0 0 0 16,4 0 0-16,14 0 0 15,7 0 0-15,3 0 0 0,4 0 0 0,2 0 0 16,1 0 0-16,2 0 0 0,-4-2 0 0,-1 2-14 0,-2 0-358 15,-1 0 181-15,-2 0 19 0,3 0-348 16,0 7 239-16,0 5 107 0</inkml:trace>
  <inkml:trace contextRef="#ctx0" brushRef="#br0" timeOffset="16028.88">20572 4395 3931 0,'0'-3'0'0,"0"3"0"0,0-1 0 0,0-2 0 0,0 0 0 0,0 2 0 0,0-3 0 0,0 1 0 0,0 1 0 0,2 1 0 0,0 1 0 0,5 0 0 0,0 0 0 16,-2 7-540-16,-3 14 32 0</inkml:trace>
  <inkml:trace contextRef="#ctx0" brushRef="#br0" timeOffset="21899.26">18083 6957 65 0,'0'-1'0'0,"0"-3"0"16,0 3 0-16,0-1 0 0,0-1 0 0,0 3 0 0,0 0 0 0,0 0 0 0,0 0 0 0,0 0 0 0,0 0-2 0,0 0-1 0,0 0-31 0</inkml:trace>
  <inkml:trace contextRef="#ctx0" brushRef="#br0" timeOffset="25805.15">16499 8363 404 0,'0'0'0'0,"0"0"0"0,2 0-1 0,0 0 1 0,0 0-1 0,-1 0 1 0,1 0-1 0,0 0 1 0,0 2 0 0,0-2-1 0,3 1 71 0,-3 1-39 15,3 2 8-15,0-1-44 0,-1 2 35 0,-1 0-1 16,3 3-5-16,-1-3 5 0,0 3 6 16,2 1-6-16,-1 0-17 0,1 0 16 0,0 1 0 15,1 1 0-15,-2-1-26 0,1 2 21 0,2-1 3 16,-1-1-6-16,0 0-33 0,-1 2-4 0,-2-4 45 0,6 2-10 15,-6 0-51-15,2-3-5 0,-1 1 53 16,1-3-52-16,-1 0 2 0,0 0 34 16,-2-4-27-16,-1 2-12 0,1-2 43 15,-2-1-17-15,-1 2-100 0,1-2 47 0,0 0 28 16,-2 0-20-16,0 0-105 0</inkml:trace>
  <inkml:trace contextRef="#ctx0" brushRef="#br0" timeOffset="26218.96">16871 8169 733 0,'0'0'0'0,"0"0"0"0,0 0 0 16,0 0 0-16,2 0 0 0,0 0 0 0,-1 0 0 0,1 0 0 0,0 2 0 0,2 1 0 0,-1-2 44 0,1 2-48 0,1 3 58 0,0 0-10 0,1-1-1 16,-1 3 1-16,0 1-55 0,4 0 51 15,-2 3 10-15,0-1-53 0,2 1 40 0,1-1 1 16,3 2-1-16,-1-1-36 0,2 0 9 0,2-1 14 0,2 3 8 15,1-1-66-15,-3-2 30 0,3 2-5 0,1-2 9 16,0 1-13-16,-1 1 35 0,-3-2-79 16,2 0 36-16,-2-2-14 15,-2 1 49-15,-2 0-71 0,0-2 30 0,-5-5-14 0,3 3 41 16,-5-5-75-16,0 4 32 0,0-5-11 0,-1 0 44 16,-2 0-83-16,-1 0 37 0,1 0-13 0,-2 0-3 15,0-4 18-15,0 0 0 0,0-6-127 0</inkml:trace>
  <inkml:trace contextRef="#ctx0" brushRef="#br0" timeOffset="26569.97">17325 7940 820 0,'0'0'0'0,"0"0"0"0,0 0 0 0,0 0 0 0,0 0 0 0,0 0 0 0,0 0 0 0,0 0 0 0,0 0 0 0,6 3 0 0,-1 5 79 0,2-1-24 0,1 5-12 15,2-1-12-15,-1 3 13 0,0-2-1 0,1 2 1 16,-1 1-23-16,2-2-9 0,1 2 29 15,-3-2 0-15,0 0-69 0,3-2 34 0,-3 1 9 0,-2-1-84 16,1-2 48-16,0 1 13 16,-3-3-116-16,1 0 62 0,-3-1 38 0,1 0-22 15,-2-1-92-15,0-3 58 0,0 0 35 0,-2 1 2 16,0-3-68-16,0 0 30 0,0 0 27 0,0 0-9 16</inkml:trace>
  <inkml:trace contextRef="#ctx0" brushRef="#br0" timeOffset="26817.87">17520 7753 1126 0,'0'-5'0'0,"0"3"0"16,0 1 0-16,0 1 0 0,0 0 0 0,0 0 0 0,0 0 0 0,2 0 0 0,4 6 0 0,-1 2 0 0,3 2 87 0,0 4-11 0,-1-2 2 0,2 1 0 16,-1 0-35-16,1 2 0 0,-1-1-64 0,-1-1 27 15,-1 0 0-15,1-3-168 0,-1 3 103 0,-2-4 61 16,-1-2 0-16,1 3-183 0,-1-3 73 0,-3-3 60 16</inkml:trace>
  <inkml:trace contextRef="#ctx0" brushRef="#br0" timeOffset="35973.15">18227 6702 1857 0,'-2'0'-5'0,"2"0"-1"0,0 0 0 0,-2 0 1 0,2 0 1 0,0 0 1 0,0 0 0 0,-2 0 1 0,2 0 1 0,0 0 0 0,0 0 92 0,0 0-10 0,0 2 124 16,0 0-81-16,2 3-41 15,3 0 96-15,-1 2-74 0,0-1-31 0,-1-1-9 16,1 2-23-16,-2 4 1 0,1-3 10 0,-2 4-202 16,1 1 95-16,-2 2 49 0,0 2-1 15,0 5-564-15,-2 2 267 0,-2 1 154 0,-2 3 27 16</inkml:trace>
  <inkml:trace contextRef="#ctx0" brushRef="#br0" timeOffset="36124.18">18221 7136 2272 0,'0'4'-3'0,"0"2"0"0,0 0-1 0,0-2 1 0,0 1 0 0,0 1 1 0,0-1 0 16,0 2 0-16,0 0 0 0,0 5-1 0,0 2 125 0,0-2-40 0,0 3-1 0,0 2-41 0,0 1-523 15,2-2 272-15,2 2 121 0,-1 0 66 0,-1-1-689 0</inkml:trace>
  <inkml:trace contextRef="#ctx0" brushRef="#br0" timeOffset="36254">18213 7511 1868 0,'0'10'0'0,"0"0"0"0,0-3 0 0,0 1 0 15,0 3 0-15,0-4 0 0,-2 5-2 0,2 1 0 0,0-2 0 0,0 4 1 0,0 0 76 0,0 2 1 0,0 0-26 0,0 0-300 0,4-1 144 0,0 4 74 16,0-4 35-16</inkml:trace>
  <inkml:trace contextRef="#ctx0" brushRef="#br0" timeOffset="36388.36">18221 7979 1789 0,'0'17'0'0,"0"-2"0"0,0-2 0 0,0-4 0 0,0 3 0 0,-2 0 0 0,2-2-2 0,-3 0 0 0,3 1 0 0,0 4 0 0,0-1 35 0,0 1 6 0,3 1 0 0,1 1-517 16,0-1 258-16,-1 2 137 0,1-1 54 0</inkml:trace>
  <inkml:trace contextRef="#ctx0" brushRef="#br0" timeOffset="36550.01">18230 8424 1708 0,'0'12'0'0,"0"-1"0"0,0 0 0 0,0-1-1 16,0-2-1-16,0 1 0 0,0-2 0 0,0-2 0 0,0 2 0 0,0 2 1 0,0-2 81 0,0 0 101 0,0 1-71 0,2 0-25 0,0-1-153 0,0 0 55 16,-1 1 25-16,1-1 1 0,0 3 27 0,-2 0 10 15,0-3-10-15,0 2-843 0,0-1 351 0,0-3 221 16</inkml:trace>
  <inkml:trace contextRef="#ctx0" brushRef="#br0" timeOffset="37366.25">17980 9236 1743 0,'-7'-6'0'0,"1"0"0"0,0 3 0 15,1-3 0-15,-1-2 0 0,3 1 0 0,-1-5 0 0,2 3 0 0,2-2 0 0,0-2 0 0,0 1 198 16,2 0-79-16,9 0-40 0,0 3 173 0,4-1-97 0,0 3-63 0,2 1-26 0,0 4 134 0,0 0-81 16,-1 2-39-16,2 0 102 15,-1 4-76-15,-2 8-33 0,-2 4-1 0,0 7 79 16,-6 2-55-16,-1 0-20 0,-4 5-9 0,-2 2-62 0,0-3-5 15,0 2 0-15,-8-1 0 0,-4-1 0 16,-4-3 0-16,0 0 0 0,-3-3 0 0,-2-2 0 0,-1-3 0 16,-1-2 0-16,-3-2 0 0,-1-2 0 15,-1-3 0-15,1-3 0 0,7-4 0 0,-2-1 0 16,2-1 0-16,6 0 0 0,3 0 0 0,1-3 0 16,6-4 0-16,4-4-35 15,0-1-291-15,2-1 126 0,15-6-287 0,6-2 224 16,3 1 112-16,4-5-693 15,8-5 408-15</inkml:trace>
  <inkml:trace contextRef="#ctx0" brushRef="#br0" timeOffset="37800.04">18236 9037 3070 0,'0'-2'0'0,"0"-2"0"0,0 2 0 0,-2 2 0 0,-2 0 0 0,-3 0 0 0,-1 0 0 0,0 11 0 0,3 10 0 0,-1 1 0 0,3 7 295 0,-3 2-128 16,0 5-64-16,2 2 193 0,1 2-296 0,1 4 0 15,2-10 0-15,0 2 0 0,0-2 0 0,2-7 0 16,1-2 0-16,7-4 0 0,-2-2 0 0,1-3 0 16,0-7 0-16,1-2 0 0,-1-2 0 0,2-2 0 15,1-3 0-15,-1 0 0 0,0 0 0 16,1-3 0-16,-2-2 0 0,2-3-111 0,-3 0-1 16,-3 3 33-1,1 0-9-15,-1 1 238 0,-4 2-94 0,0 0-48 0,0 2 1 0,0 0 135 16,0 0-121-16,-1 8-23 0,-1 4 0 15,2 4 0-15,0-2 0 0,0 5 0 0,3-2 0 0,3 2 0 16,2-2 0-16,2-2 0 0,2-2 0 0,3-3 0 16,2-3 0-16,-1-5 0 0,1-2 0 0,0 0 0 15,-1 0 0-15,0-7 0 0,-6-5 0 0,0-1 0 16,-3 0 0-16,-5-4 0 0,-2 0 0 0,-2-4 0 16,0 0 0-16,0-3 0 15,-7 5 0-15,-5 1 0 0,-1 1 0 0,0 4 0 16,-2 1 0-16,0 7 0 0,0 2 0 0,2 0 0 0,-1 3 0 15,3 0 0-15,2 3 0 0,1 7 0 0,1 2 0 16,1 2 0-16,3 0 0 0,3 3 0 0,0-3 0 16,0 2 0-16,0-3 0 15,0 2 0-15,3-4 0 0,5 0-276 0,-1 0 36 0,3-1-977 16</inkml:trace>
  <inkml:trace contextRef="#ctx0" brushRef="#br0" timeOffset="39926.78">20869 6256 1563 0,'-1'0'0'0,"-4"1"0"16,1 3 0-16,3 0 0 0,-1-1 0 0,0 6 0 0,0-2 0 0,2 2 0 0,0 4 0 0,0-1 0 0,0 4 610 0,0-1-286 0,0 4-142 0,0-2 107 15,0 2-129-15,2 0-61 0,0-1-30 0,1 1 31 0,-1-2-31 16,0 2 10-16,1-2-39 0,-1-1-118 15,-1 1 59-15,-1-2 29 0,0-1 0 0,0-3-234 16,0-2 126-16,0 3 63 0,0-5-218 0,-1-1 82 16,-1-1 85-16,-1-3-461 0,1 0 259 0,0-2 125 15,2 0 61-15,0 0-326 0,0-11 195 0,0-10 86 16</inkml:trace>
  <inkml:trace contextRef="#ctx0" brushRef="#br0" timeOffset="40180.04">20920 6209 2449 0,'1'-6'0'0,"1"2"0"0,0 2 0 0,4 1 0 15,2 1 0-15,3 0 0 0,2 0 0 0,2 0 0 0,2 9 0 0,5 6 0 0,-1 0 447 0,0 6-204 0,4 1-102 0,-4 4-41 0,2 3 99 16,-2 3-80-16,-3 6-39 0,-4-2-1 16,-5 2-5-16,-5-2-74 0,-4 11 0 15,0-4 0-15,-4 0 0 0,-10 0 0 0,-6 1 0 16,1-9 0-16,-4 9 0 0,-2-9 0 0,2-9 0 15,-1 2 0-15,-1-5 0 0,5-6 0 0,-6-1 0 0,5-6 0 16,-1-3 0-16,1-1 0 0,0-6 0 16,4 0 0-16,2 0 0 0,4 0 0 0,1-6-291 15,6-4-84-15,2-5 168 0,2-5-489 0,2-6 333 16,12-2 162-16,6-8-530 0</inkml:trace>
  <inkml:trace contextRef="#ctx0" brushRef="#br0" timeOffset="40687.42">21431 6250 1969 0,'0'0'0'0,"0"0"0"0,0 0 0 0,0 0 0 0,0 0 0 0,0 0 0 0,0 0 0 0,0 0 0 0,0 0 0 0,0 0 0 0,2 0 93 0,-1 0 80 0,1-3-66 16,2 2-25-16,-2-1-77 0,0 0-1 0,-1 2 35 15,1-1 1-15,0 1-182 0,-2 0 101 0,0 0 35 16,0 0 1-16,0 0-52 0,0 0 49 0,0-3-1 16,0 3-212-16,0 0 68 0,0 0 70 0,0 0-34 15,0 0 44-15,0 0-3 0,-2 0-8 0,0 0 124 16,-1 0-39-16,-1 0-3 0,2 0-36 0,-1 0 86 16,1 0-45-16,2 3-1 15,-2-2 0-15,2-1 28 0,-2 2-1 0,2-2-30 16,0 0 17-16,0 0-11 0,-2 2-13 0,2-2 17 15,0 0 18-15,0 0-28 0,0 0-3 0,0 0 92 16,0 1-43-16,0-1 4 0,0 0-45 0,-1 0 123 16,1 3-59-16,-2-3-16 0,2 2-1 0,0-2 40 15,0 1-32-15,0 2 27 0,0-3-37 0,0 1-4 16,0-1-8-16,0 2 10 16,0-2 5-16,0 2-2 0,0-2-11 0,0 2 36 15,0-2-36-15,0 2 1 0,0 0-1 0,0-1 55 16,0 1-11-16,0 0-44 0,2 3 1 0,-1-3 56 15,1 3-28-15,2-1 10 0,1 1 37 0,-1 1-38 16,1-1 0-16,2 1-38 0,-2 0-1 0,1 0 12 16,-1-1-11-16,1-1-129 0,-1-1 65 0,0 1 32 15,-2-2 0-15,1 1-450 0,-2 0 203 0,0 0 124 16,-1 1 16-16,-1 0 48 0,0 4 0 0</inkml:trace>
  <inkml:trace contextRef="#ctx0" brushRef="#br0" timeOffset="41263.37">21350 6580 2676 0,'-6'6'0'0,"4"1"0"0,1-5 0 0,1 0 0 0,0-2 0 0,0 0 0 0,1 0 0 0,14 0 0 0,4 0 0 0,2-2 0 0,-1-2 80 15,1 3 0-15,0-1-41 0,-3 2 1 0,0 0 9 16,-4 3 69-16,-2 13-40 0,-3 4 1 0,-5 5 2 15,-2 2 0-15,-2 4-32 0,0 2-9 0,0 3 101 16,-4 0-50-16,-2 0-26 0,3-2 10 0,1-3-6 16,0-2-69-16,2-9 0 15,0 1 0-15,0-4 0 0,0-8 0 0,0 0 0 0,2-5 0 0,0-2 0 16,5-2 0-16,0-2 0 16,3-14 0-16,1-10 0 0,0-3 0 0,3-3-88 0,1-9-75 15,-2-2 84-15,2-5 7 0,0-1-298 16,0-1 165-16,2-1 82 0,0 2 42 0,0 3-46 15,-4 10 34-15,0 2 10 0,-2 12 174 0,-2 1-66 16,-2 10-32-16,-4 1 344 0,1 5-198 0,0 3-84 16,-1 2-48-16,-1 2 329 0,0 10-166 15,2 8-29-15,-3 1-52 0,1 4 12 16,-2 2-101-16,0 0 0 0,0-4 0 0,0-2 0 0,0 3 0 0,0-7 0 16,0-2 0-16,0-3 0 0,0-5 0 0,0-1 0 15,0-4 0-15,0-2 0 16,0 0 0-16,0-2 0 0,0-11 0 0,0-4 0 15,0-4 0-15,0-6 0 0,0-2 0 0,2-5-19 16,3 1-38-16,0-3 7 0,4 1-5 0,-1 6 26 16,3 0 11-16,-1 9 0 0,-1-2-6 0,3 8 170 15,-5 5-83-15,2-1-28 0,-2 7-9 0,3 0-26 16,-3 2 0-16,1 1-20 0,2 0 7 0,-5 0 46 16,4 7-33-16,-3 5 0 15,-1-1 0-15,0 6 0 0,0 0 0 0,-3 1 0 16,0 5 0-16,0 0 0 0,0-3 0 0,-1 3 0 15,-1-1-126-15,2-2-43 0,-2 0 82 0,0-2-1030 16,0 1 538-16,0 0 270 0,0-1 125 0</inkml:trace>
  <inkml:trace contextRef="#ctx0" brushRef="#br0" timeOffset="41597.83">21877 6714 2251 0,'-5'7'0'0,"1"1"0"0,2-3 0 0,1-3 0 0,1 0 0 0,0-2 0 0,0 0 0 0,0 2 0 0,1-2 0 0,10 0 0 0,3 3 288 0,1 1-124 0,0 2 274 0,1 3-188 15,0 1-111-15,-3 3-50 0,-1 2 180 0,-3 0-226 16,-6 4-43-16,-1 1 0 0,-2 7 0 0,0-5 0 16,-9 3 0-16,-5-2 0 0,-2-2 0 0,2-5 0 15,-4 0 0-15,-1 0 0 0,1-5 0 16,0-4 0-16,-1-3 0 0,3-1 0 0,0-3 0 16,2 0 0-16,-2-5 0 0,4-11 0 15,1-5 0-15,1 3-146 0,4-10-80 0,1 7 94 16,3 1 46-16,0 2 162 0,0 1-58 0,2 6-38 15,0 1 9-15,0 3 202 0,0 1-115 0,0 2-58 16,2 2 224-16,5 2-242 0,6 0 0 0,4 0 0 16,1 2 0-16,0 8 0 0,5 2 0 0,-4 1 0 15,3 0 0-15,0 3 0 0,1-1 0 0,2-1 0 16,-1 1 0-16,-2-6 0 0,7 3 0 0,-5-1 0 16,1-4 0-16,0-3 0 15,-4-1 0-15,4 0-271 0,0-2 58 0,-4-1 87 16,2 0-919-16,0 0 503 0</inkml:trace>
  <inkml:trace contextRef="#ctx0" brushRef="#br0" timeOffset="41866.08">22597 6299 3931 0,'0'-11'0'0,"0"5"0"0,-1 1 0 0,-3 0 0 0,1 3 0 0,1 0 0 0,0 2 0 0,-1 0 0 0,-1 21 0 0,1 3 0 0,-3 13 0 16,1 2 0-16,-4 11 0 0,2 2 0 16,0 3 0-16,0-1 0 0,-2-2 0 0,4-9 0 15,-2 9 0-15,1-7 0 0,-1-3 0 0,0-6 0 16,0 0 0-16,0-1 0 0,0-4 0 16,-2-2 0-16,2-6 0 0,0-2 0 0,-1-7-58 15,5-3-143-15,-4 0 50 0,4-8-228 0,-1-2 170 16,2-1 85-16,1-7-427 0,1-19 247 0,0-12 137 15,0-8 64-15,5-13-473 0</inkml:trace>
  <inkml:trace contextRef="#ctx0" brushRef="#br0" timeOffset="42057.16">22544 6256 2931 0,'6'-20'0'0,"-1"10"0"0,0 0 0 0,-1 5 0 16,1 3 0-16,-1 2 0 0,1 0 0 0,2 3 0 0,5 11 0 0,3 6 0 0,2 4 397 0,0 5-179 0,5 10 167 0,1-4-385 0,-5 1 0 0,9 11 0 15,-4-3 0-15,1 1 0 0,-4-4 0 0,1 0 0 16,-5-5 0-16,2 5 0 16,-6-7 0-16,-3 1 0 0,-2-2 0 0,-1-1 0 0,-5-7 0 0,1-2 0 15,-2-2-293-15,0-4 51 0,0-5-756 0,0 3 479 16,-7-9 230-16,0-2 130 0</inkml:trace>
  <inkml:trace contextRef="#ctx0" brushRef="#br0" timeOffset="42224.08">22605 6688 3931 0,'-16'0'0'0,"3"0"0"0,4 0 0 0,2 0 0 0,1 0 0 0,4 0 0 0,2 0 0 0,0-2 0 0,10 0 0 0,13 0 0 0,4-1 0 0,-4 2 0 0,9-1 0 0,-4 2 0 16,0-2 0-16,0 0 0 0,-1 2 0 0,-7 0 0 15,1-1 0-15,-2 1-172 0,-3 0-287 0,-7 0 249 0,1 0 125 16</inkml:trace>
  <inkml:trace contextRef="#ctx0" brushRef="#br0" timeOffset="42875.58">23508 6304 1971 0,'-4'-12'0'0,"0"2"0"0,-1 2 0 0,0 2 0 0,-1 1 0 0,-2 3 0 16,1 0 0-16,-3 2 0 0,-1 0 0 0,-2 13 0 0,0 7 220 0,-2 5-90 0,0 11-46 16,1 2 170-16,3-3-98 0,0 14-64 0,7-6-26 0,4 0 337 0,0-7-183 15,0 2-90-15,7-5 75 16,9-1-205-16,3-1 0 0,1-5 0 0,3-1 0 16,-1-5 0-16,-2-4 0 0,9 1 0 15,-5-3-168-15,-5-4 96 0,3-1 55 16,-4-4-669-16,1-3 288 0,-3 1 192 0,-3-3 29 0,1 0-207 0,-2-3 173 15,-2-8 86-15,-4-4-454 0</inkml:trace>
  <inkml:trace contextRef="#ctx0" brushRef="#br0" timeOffset="43109.54">23667 6466 2556 0,'0'-10'0'0,"0"4"0"0,0-1 0 0,0-1 0 0,3 3 0 0,10-1 0 0,6 3 0 0,1 0 0 0,6 3 0 0,-1 0 0 0,1 14 238 0,1 3-99 0,-4 4-51 15,-2 3 235-15,-1 4-147 0,-6 2-68 0,-5 4 195 16,-2 0-303-16,-7-1 0 0,0 3 0 0,-4 0 0 16,-11-4 0-16,-5 0 0 0,0-6 0 15,-4-2 0-15,-1-3 0 0,-1-6 0 16,-1-4 0-16,2-6 0 0,-2 0 0 0,3-5 0 16,3 0 0-16,1 0 0 0,-1-5 0 0,5-5 0 15,5-6-133-15,4-2-50 0,5-5 21 16,2-4-745-16,2-2 434 0,16-1 217 0,5-6-288 0</inkml:trace>
  <inkml:trace contextRef="#ctx0" brushRef="#br0" timeOffset="43548.89">24021 6349 2768 0,'2'-6'0'0,"-1"5"0"0,-1-1 0 0,0 2 0 0,-3 0 0 0,-8 2 0 0,-1 13 0 0,-1 6 0 0,1 4 0 0,1 6 0 0,1 3 779 0,-4 9-395 16,7-2-384-16,3-5 0 0,1 9 0 0,3-10 0 15,0 3 0-15,3-4 0 0,6-2 0 16,5-6 0-16,0-2 0 0,4-7 0 0,-2-2 0 0,3-4 0 16,-1-5 0-16,3-4 0 0,-1-2 0 15,0 0 0-15,-2-8 0 0,5-6 0 16,-4-4 0-16,-2 0 0 0,-4 1 0 0,-1-2 0 16,-3 2 0-16,-2 2 0 0,-5 6 0 0,0 2 0 15,-1 1 0-15,-1 2 0 0,0 1 0 0,-1 3 0 16,-8 9 0-16,-2 11 0 0,2 3 0 0,4-1 0 15,1 8 0-15,4-1 0 0,0-2 0 0,0-2 0 16,8 0 0-16,5-7 0 0,4 0 0 0,2-5 0 16,1-2 0-16,6-5 0 0,-1-6 0 0,-4 0 0 15,7 0 0-15,-10-6 0 16,3-8 0-16,-2 1 0 0,-5-3 0 0,-1-5 0 16,-6-4 0-16,-3 1 0 0,-2-4 0 0,-2-2 0 15,0 2 0-15,-8 3 0 0,-7-5 0 0,0 10 0 16,-4 1 0-16,3 8 0 0,-5-1 0 0,-2 7 0 15,3 1 0-15,-1 2 0 0,4 2 0 0,2 0 0 16,1 4 0-16,2 5 0 0,6 3 0 0,1 2 0 16,1 2 0-16,4-1 0 0,0 1 0 15,0 4 0-15,2-4-121 0,5 1-886 0,6 0 485 16</inkml:trace>
  <inkml:trace contextRef="#ctx0" brushRef="#br0" timeOffset="43709.93">24832 6952 3931 0,'0'0'0'0,"0"9"0"0,0-3 0 0,-6-1 0 0,-1 3 0 0,-2 2 0 0,-1 1 0 0,-1-2 0 0,0 5 0 0,-1-2 0 0,1 5 0 0,-2 2 0 16,-2 4 0-16,1-1 0 0,2 1 0 0,-4 1 0 15,0 1-407-15</inkml:trace>
  <inkml:trace contextRef="#ctx0" brushRef="#br0" timeOffset="45708.25">24922 6421 1994 0,'0'-6'0'0,"0"-1"0"0,0-3 0 0,0 1 0 0,2-1 0 0,8-1 0 0,-1 2 0 0,2 0 0 0,0 2 0 0,1 4 0 0,1-3 351 0,-3 5-148 0,6-1-88 16,-2 2 157-16,0 0-118 0,2 0-59 15,-2 3-30-15,4 6 79 0,-3 5-58 16,2 0-25-16,-1 6 35 0,-1 0-30 16,-4 1 0-16,-2 0-21 0,2 7-10 0,-4 0 1 0,-4-2 0 15,-3 2-25-15,0-1-11 0,0-3 0 0,-3 6 0 16,-8-6 0-16,-5 1 0 0,0-2 0 0,-1-3 0 15,-4-4 0-15,1 0 0 0,-5-2 0 0,2-6 0 16,-4-1 0-16,1-2 0 0,3-3 0 0,-7-2 0 16,1 0 0-16,7 0 0 0,1 0 0 0,2-2 0 15,6-2 0-15,2-4 0 16,4 0-6-16,5-4-278 0,2-1 94 0,2-4 80 16,14-2-577-16,7-2 330 0,9-3 161 0,3-5-569 15,-3 2 365-15</inkml:trace>
  <inkml:trace contextRef="#ctx0" brushRef="#br0" timeOffset="46231.88">25302 6265 3084 0,'0'-9'0'0,"0"-1"0"0,0 2 0 0,0 3 0 0,-6 1 0 0,-2 2 0 0,3 1 0 0,0 1 0 0,-1 0 0 0,-4 0 0 0,3 9 285 16,-4 3-115-16,-3 11-72 0,1 2 71 0,-2 11-66 15,0-1-81-15,0 7-22 0,0 4 0 0,3 0 0 16,3 2 0-16,4-1 0 0,3-11 0 0,2 1 0 15,0-1 0-15,2-4 0 0,7-6 0 0,5-3 0 16,0-6 0-16,4-2 0 16,0-6 0-16,1-2 0 0,-2-7 0 0,1 0 0 0,5-3 0 15,-7-10 0-15,6-7 0 16,-3-2 0-16,-3-1 0 0,1-6 0 0,-2 2-130 0,-3 5 26 16,-1-6 55-16,-4 7 14 0,-1 3-1 0,-2 1 0 15,-2 7 278-15,-2 1-149 0,0 3-60 0,0 2-34 16,0 3 24-16,-6 1-23 0,-2 0 0 0,-1 7 0 15,0 6 0-15,1 7 0 0,2 0 0 0,3 4 0 16,1 0 0-16,2-1 0 0,0 4 0 0,0 1 0 16,5-6 0-16,6-2 0 15,3-1 0-15,0-4 0 0,4 1 0 0,-4-7 0 16,3-2 0-16,1-2 0 0,-3-5 0 0,0 0 0 16,0 0 0-16,-3-10 0 0,2-4 0 0,-3-3 0 15,-1 1 0-15,-3-3 0 0,-1-2 0 0,-1-5 0 16,-1 0 0-16,-2-2 0 0,-2-2 0 0,0 3 0 15,0-3 0-15,0 10 0 0,-7-1 0 0,-3 2 0 16,-1 4 0-16,0 4 0 0,-4 1 0 0,0 7 0 16,-2 1 0-16,0-1 0 0,-1 3 0 0,4 0 0 15,-2 5 0-15,2 5 0 16,1-1 0-16,3 0 0 0,1 2 0 0,4-3 0 16,1 3 0-16,2-4 0 0,2 3 0 0,0-4-70 15,0-1-58-15,0-1-780 0,4-4 440 0,5 0 216 16,3 0 108-16,0-4-611 0</inkml:trace>
  <inkml:trace contextRef="#ctx0" brushRef="#br0" timeOffset="46552.14">25535 6135 2523 0,'0'-9'0'0,"0"3"0"0,-4 1 0 0,-2 0 0 0,4 4 0 0,1-1 0 0,1 2 0 0,0 0 0 0,1 0 0 0,11 0 0 0,5 0 406 0,-1 0-185 15,-1 6-84-15,2-1 32 0,0 5-67 0,-2 0-33 0,-3-2 0 0,-3 3-102 16,-5-1 44-16,-3 5-9 0,-1 0-8 16,0 0 0-16,-5 4 42 0,-11 0 0 15,2-4 38-15,-5-1-38 0,1 0 0 0,-3-3 0 16,4-2-23-16,2 0-13 0,2-6 0 0,1 3 0 16,3-4 0-16,2-2 0 0,3 0 0 0,2 0 0 15,-1 0 0-15,3 0 0 0,0 0 0 0,3 0 0 16,10 0 0-16,4 0 0 0,0 0 0 15,3 0 0-15,1 0 0 0,3 0 0 0,-4 0 0 0,4 0 0 16,-4 0 0-16,1 0 0 0,-2 0 0 16,-4 0 0-16,2 0 0 0,-2 0 0 0,-4 0-87 0,6 5-43 15,-4-3-946-15,4 1 520 16,2 0 260-16</inkml:trace>
  <inkml:trace contextRef="#ctx0" brushRef="#br0" timeOffset="46825.74">25967 6233 2985 0,'-4'-4'0'0,"0"2"0"0,2 1 0 0,1-2 0 0,1 1 0 0,0 2 0 0,0 0 0 0,7 0 0 0,4 6 0 0,2 5 0 0,0 3 221 0,-2 1-93 16,5 6-45-16,-7-1 431 0,1 10-514 0,-3-3 0 16,-2 4 0-16,0 3 0 0,-2 2 0 0,-1 4 0 15,-2 2 0-15,0-2 0 0,0-1 0 0,0-5 0 16,-5 11 0-16,-1-11 0 0,-3 3 0 15,-3-1 0-15,-1-4 0 0,-3 1 0 0,-2-4 0 0,-1-2 0 16,-3-4 0-16,-2 0 0 0,-2-2 0 16,-1-4 0-16,-1-4 0 0,1-4 0 0,1 2 0 15,6-6 0-15,-1-2 0 0,2-1 0 16,9 0-52-16,3-2-241 0,2 0 123 0,1 0-571 16,4 0 353-16,0 0 176 0,4 0 87 0</inkml:trace>
  <inkml:trace contextRef="#ctx0" brushRef="#br0" timeOffset="47002.97">26361 7084 3931 0,'-12'0'0'0,"9"0"0"0,0 0 0 0,-2 0 0 0,2 0 0 0,-3 0 0 0,1 0 0 0,3 0 0 15,-2 0 0-15,3 0 0 0,-3 0 0 0,3 0 0 0,-1 0 0 0,0 0 0 0</inkml:trace>
  <inkml:trace contextRef="#ctx0" brushRef="#br0" timeOffset="52463.8">27441 6221 1809 0,'-5'0'0'0,"-1"0"0"0,4 0 0 0,-2 0 0 0,2 0 0 0,-1 0 0 0,3 0 0 0,0 0 0 0,0 0 0 0,0 6 0 0,8 5 483 0,1 1-209 0,3 3-120 0,2 2-56 15,1 1 277-15,2 0-166 0,-2 4-82 16,2-3 111-16,3 3-102 0,-1 0-108 0,0-2-28 16,-2 0 0-16,-4-3 0 0,2 2 0 0,-5-2 0 15,1-2-126-15,-4-2 13 0,-2-3 78 0,-1-3-519 16,-2-2 242-16,-1-1 154 0,3-2 3 0,-4-2-214 16,0 0 162-16,0 0 80 0,0-4-338 0,1-10 216 15,5-7 103-15</inkml:trace>
  <inkml:trace contextRef="#ctx0" brushRef="#br0" timeOffset="52722.25">27839 6066 2569 0,'-5'-4'0'15,"-1"2"0"-15,0 1 0 0,1 1 0 0,-1 0 0 0,-1 0 0 0,-2 1 0 0,0 10 0 0,2 7 0 0,0 3 0 0,-3 10 325 0,-1 6-141 0,2 5-71 0,-4 5 396 0,3 4-278 0,-1 9-231 16,-5 9 0-16,4-3 0 0,-2-2 0 15,0-1 0-15,1 3 0 16,1-12 0-16,-1 7 0 0,0-4 0 0,2-3 0 0,-3-1 0 16,5-7 0-16,-1-5 0 0,2-2 0 0,-2-4 0 15,3-6 0-15,2-7 0 0,0-6 0 0,2-5 0 16,0-2 0-16,1-7 0 0,0 1-52 0,2-3-83 16,0 0-152-16,0-3 109 15,7-17 71-15,11-6 30 0,5-10-567 0,8-15 301 0,5-3 149 0</inkml:trace>
  <inkml:trace contextRef="#ctx0" brushRef="#br0" timeOffset="52887.6">27903 6435 3193 0,'0'-9'0'0,"0"6"0"0,0-3 0 15,0 2 0-15,0 0 0 0,0 1 0 0,0 1 0 0,6 1 0 0,7 1 0 0,2 0 0 0,2 0 494 0,1 0-250 0,3 1-244 0,1 3 0 16,0 1 0-16,1 0-21 0,1 1-2 0,-3 0 32 0,-1-1 0 0,-5 1 17 15,-2 3-26-15,-6 1-1009 16,0 3 491-16,-7 0 149 0,0 1 186 0</inkml:trace>
  <inkml:trace contextRef="#ctx0" brushRef="#br0" timeOffset="53020.98">27930 6653 2361 0,'-14'8'0'0,"7"-2"0"0,1-1 0 0,2-1 0 0,3-2 0 0,1 2 0 0,0-2 0 0,1 2 0 0,10-1 0 15,7 1 0-15,1 1 258 0,5 1-108 0,-3-2-54 0,2 0-116 0,-1-1 26 16,7 1 0-16,-5-2 36 0,-2 2-638 0,1-2 319 16,-3 0 170-16</inkml:trace>
  <inkml:trace contextRef="#ctx0" brushRef="#br0" timeOffset="53259.63">28273 6470 765 0,'7'-11'0'0,"5"2"0"0,3 2 0 0,0 5 0 0,0 2 0 0,8 0 0 0,-2 4 0 0,2 11 0 0,2 6 0 0,-2 2 0 0,-2 2 1396 0,-1 2-683 0,-3 2-335 0,-4-2-168 15,-1 1 152-15,-7 0-255 0,-3-3-107 0,-2 3 0 16,0-2 0-16,-10-1 0 0,-6-5 0 0,-7 0 0 16,-2-6 0-16,-5-1 0 0,0-5 0 0,-1-2 0 15,1-5 0-15,4-1 0 0,1 0 0 0,-3 0 0 16,8-1 0-16,5-9 0 0,4-3-425 0,7-2 43 15,4-3 131-15,2-7-547 16,26-4 378-16,4 0 188 0</inkml:trace>
  <inkml:trace contextRef="#ctx0" brushRef="#br0" timeOffset="53449.85">28778 6385 3862 0,'6'-6'0'0,"-4"5"0"0,-2-2 0 0,0 3 0 0,-19 0 0 0,-3 16 0 0,-2 2 0 0,-4 11 0 0,1-1 0 0,-1 5 0 0,5 3 69 0,4-6-69 0,4 5 0 0,4 1 0 16,6 0 0-16,5-2 0 0,0-2 0 0,5-2 0 16,12-1 0-16,4-4 0 0,2-2 0 0,5-4 0 15,-2-4 0-15,3-4 0 0,0-5 0 0,0-3 0 16,0-1 0-16,-2-2-35 0,0 0-3 0,-4-2-278 16,5-9-1090-16,-4-9 683 0</inkml:trace>
  <inkml:trace contextRef="#ctx0" brushRef="#br0" timeOffset="53728.12">28962 6186 2713 0,'-4'-15'0'0,"3"5"0"0,1 1 0 0,0 0 0 0,1 1 0 0,12 1 0 0,6 3 0 0,8 2 0 0,-3 2 0 0,-1 0 0 0,4 12 283 0,-6 2-121 0,-2 5 66 0,-4 0-94 15,-5 0-46-15,-3 5 11 0,-5 4-99 0,-2-1 1 16,-5-1 40-16,-14-2 0 0,-4 1 34 15,-1-5-9-15,-2-3-66 0,1-5 0 16,5-5 0-16,1-1 0 0,3-3 0 0,6-3 0 16,3 0 0-16,2 0 0 0,2 0 0 0,3 0 0 15,0 0 0-15,8 0 0 0,17 0 0 0,2 0 0 16,6 0 0-16,2 0 0 0,-2 0 0 0,3 0 0 16,-1 0 0-16,-1 0 0 0,0 0 0 15,-2 0 0-15,-1 0 0 0,-1 0 0 0,0 4 0 0,0 0 0 16,0 2-686-16</inkml:trace>
  <inkml:trace contextRef="#ctx0" brushRef="#br0" timeOffset="54579.61">30047 6235 2516 0,'-6'-6'0'0,"3"3"0"15,1 0 0-15,2 1 0 0,-2 1 0 0,2 1 0 0,0 0 0 0,0 0 0 0,0 0 0 0,2 0 0 0,9 6 249 0,5 4-91 0,3 4-63 0,4-1 238 0,1 3-145 0,1 2-72 16,2 2-36-16,1 1 49 0,-2-2-62 15,1 3-67-15,-5-1 0 0,1 0 0 16,-5-1 0-16,-2-2 0 0,-2 0 0 0,-3-4 0 16,-3 2 0-16,-3-5-85 0,1-1-29 0,-4-3 56 15,-2-1 42-15,3-2-525 0,-3-3 257 0,0-1 82 16,0 0-285-16,0 0 228 0,0 0 107 0,0 0 55 16,0-1-165-16,0-10 109 0,2-5 44 0</inkml:trace>
  <inkml:trace contextRef="#ctx0" brushRef="#br0" timeOffset="54882.81">30604 6049 2706 0,'0'0'0'0,"0"0"0"0,0 0 0 0,0 0 0 0,0 0 0 0,0 0 0 0,0 0 0 0,0 0 0 0,0 10 0 0,0 4 0 0,0 7 158 0,0 3-57 0,-1 6 351 16,-8 10-205-16,-3-1-91 0,-6 12-61 15,1 0-79-15,-3 1-16 0,-3 10 0 0,3-6 0 16,0-7 0-16,-2 15 0 0,2-8 0 0,0-7 0 16,3 6 0-16,-2-1 0 0,-1-1 0 0,1 2 0 15,-1 5 0-15,3-9 0 0,-3 0 0 0,2 0 0 16,6-13 0-16,-2-2 0 0,7-12 0 0,0-1 0 16,1-6 0-16,2-6 0 0,1-1 0 15,0-5 0-15,3-3 0 0,0-1 0 0,0-1 0 0,0 0-134 16,0 0 28-16,0 0-298 15,0 0 180-15,0-7 90 0,3-6-443 0,7-6 266 16,10-5 124-16,3-6 77 0</inkml:trace>
  <inkml:trace contextRef="#ctx0" brushRef="#br0" timeOffset="55079.05">30647 6548 2569 0,'2'-16'0'0,"5"10"0"0,2 0 0 0,5 1 0 0,2-1 0 0,-2 3 0 0,2-3 0 0,4 3 0 0,4 2 0 0,1-1 0 0,-1 2 269 0,6 0-119 0,-3 0-54 15,-3 0-17-15,-3 2 0 0,1 1-37 0,-4 2-358 16,0 0 174-16,-6-1 92 0,-2-1 46 0,-2 3-246 16,-3 0 147-16,-3 0 83 0,-2 3-795 0</inkml:trace>
  <inkml:trace contextRef="#ctx0" brushRef="#br0" timeOffset="55236.28">30690 6775 2510 0,'-3'4'0'0,"3"0"0"0,0 1 0 0,3-3 0 0,7 3 0 0,2-3 0 0,6-2 0 15,7 1 0-15,-3-1 0 0,1 0 0 0,7 0 284 0,-3 0-121 0,1 0-61 0,-1 0-257 16,-1 0 98-16,-4 0 61 0,3 0-671 0,-5 0 354 15,0 0 178-15</inkml:trace>
  <inkml:trace contextRef="#ctx0" brushRef="#br0" timeOffset="56022.97">31063 5752 2513 0,'0'-21'0'0,"-2"12"0"0,-2 5 0 16,2 1 0-16,2 1 0 0,0-1 0 0,0 2 0 0,0 1 0 0,0 0 0 0,0 1 0 0,-3 12 106 0,-2 5 205 0,-4 4-139 0,-7 4-64 0,-3 11-1 0,-4 0-31 15,-5 5 0-15,-2 2-22 0,0 0-528 0,0 1 259 16,3 0 129-16,4-2 65 0,3-1-373 0,5-3 210 16,7 1-26-16</inkml:trace>
  <inkml:trace contextRef="#ctx0" brushRef="#br0" timeOffset="56542.65">31350 6500 1602 0,'-7'-9'0'0,"5"4"0"0,-1-2 0 0,3-2 0 0,0-1 0 0,0-1 0 0,0-4 0 0,0 2 0 0,0-2 0 0,3 0 0 15,-1 2 402-15,5 0-180 0,-2 4-81 0,2-4-54 0,4 4 223 0,-2 2-134 16,2 2-68-16,2-1 84 0,4 2-65 0,2 2-49 16,5 2 1-16,1 0 10 0,1 0 0 0,0 0-48 15,-3 8 10-15,2 7-22 0,-2-2 12 0,-4 4 1 16,-4 1-78-16,-2 4 39 15,-4-4 10-15,-3 8 29 0,-3-2-97 0,-3 1 38 16,0 1 28-16,-9 0-100 0,-8 1 59 0,-3-2 4 16,-5-2 0-16,0 1 96 0,-5 0-30 0,-3-4-16 15,1-1-15-15,-1-2 83 0,1-4-92 16,4-1 0-16,9-5 0 0,-2-2 0 0,9-1 0 0,-3-2 0 16,7 0 0-16,1-2 0 0,5 0 0 0,2 0 0 15,0 0 0-15,0 0 0 0,0 0 0 16,9 1 0-16,9 3 0 0,4-2 0 15,6 2 0-15,4-2 0 0,3 1 0 0,-2-2 0 16,2 0 0-16,-3 1 0 0,-9-2 0 0,4 3 0 16,-4-1 0-16,-3-1 0 0,-1 1 0 0,-5 0 0 15,-2 0-140-15,0 0-73 0</inkml:trace>
  <inkml:trace contextRef="#ctx0" brushRef="#br0" timeOffset="56568.71">31763 6804 412 0,'18'-15'0'0</inkml:trace>
  <inkml:trace contextRef="#ctx0" brushRef="#br0" timeOffset="56648.93">31894 6443 412 0,'-3'-2'0'0,"3"0"0"0</inkml:trace>
  <inkml:trace contextRef="#ctx0" brushRef="#br0" timeOffset="56812.92">31938 6434 3353 0,'23'0'0'0,"5"7"0"0,2 5 0 0,-6 3 0 0,4 1 0 0,-4 6 0 0,-3 1 0 0,-4 2 0 0,-4 1 0 0,-6 1 0 0,-4-5 52 0,-3 6 96 0,0-6-73 0,-5 3-1 16,-13-4-33-16,-4 0-25 0,-5-3 9 15,-3 1 16-15,-3-4 0 0,3-1-15 0,-2-4 13 16,-1-2-39-16,0-3-151 0,3-2 46 0,3-3 65 16,6 0 11-16,5 0-152 0,2 0 76 0,7-5 53 15,2-7 0-15,5-3-426 0,3-6 213 0,22-4 113 16,8-1-501-16,6-2 296 0,8 0 163 0</inkml:trace>
  <inkml:trace contextRef="#ctx0" brushRef="#br0" timeOffset="56995.42">32346 6398 2737 0,'8'-15'0'0,"-3"5"0"0,-3 2 0 0,1 0 0 0,-3 0 0 0,0 1 0 0,0 3 0 0,-7 4 0 0,-7 0 0 0,-3 0 0 0,-3 4 306 0,-1 13-132 0,0 5-67 0,-2 5 341 16,3 4-289-16,2 3-159 0,-1 9 0 0,9-11 0 16,2 6 0-16,5-3 0 0,3 1 0 0,0-5 0 15,3-2 0-15,12 0 0 16,7-3 0-16,0-3 0 0,4-5 0 0,4-3 0 15,9 0 0-15,0-5-70 0,1-3 13 0</inkml:trace>
  <inkml:trace contextRef="#ctx0" brushRef="#br0" timeOffset="57015.47">32524 6878 412 0,'50'1'0'0</inkml:trace>
  <inkml:trace contextRef="#ctx0" brushRef="#br0" timeOffset="57155.85">32796 6870 2862 0,'0'-5'0'0,"0"4"0"0,0 0 0 0,0 1 0 0,0-3 0 0,0 3 0 0,0 0 0 0,0 0 0 0,0-1 0 0,0 1 0 0,0 0 90 0,0 0 0 16,0 0-49-16,0 0-739 0,-2 0 379 0</inkml:trace>
  <inkml:trace contextRef="#ctx0" brushRef="#br0" timeOffset="58881.31">18216 6653 2254 0,'0'-1'-5'0,"0"1"0"0,0-2 2 0,0-1 0 0,0 2 1 0,0-1-3 0,0 0 1 0,0 2 2 0,0-2 0 0,0 2 1 0,0 0 128 0,0 0-31 0,0 0 67 0,0 0-60 16,0 0-29-16,0 0 85 0,0 0-58 0,0 0-18 16,0 0-30-16,3 0-10 15,1 0 1-15,-2 0-1 0,1 0 41 0,1 0 10 16,0 2-51-16,-1 0 0 0,-1 0 36 0,2-1-1 15,0 2-35-15,-2-1 11 0,0-1 27 0,0-1-60 0,0 0-21 16,-2 0 0-16,0 0 0 16,0 0 0-16,0 0 0 0,0 0 0 0,0 0 0 0,0-1 0 15,0-7 0-15,-8 0 0 0,-2 1 0 0,1-2 0 16,2 3 0-16,-5-2 0 16,3 2 0-16,0 1 0 0,1 0 0 0,2 3 0 0,2 0 0 15,3 1 0-15,-1 1 0 16,2 0 0-16,0 0 0 0,0 0 0 0,0 3 0 15,2 6 0-15,7 1 0 0,3 1 0 0,0-2 0 0,4 2 0 16,-2-3 0-16,4 2 0 0,-2-7 0 0,2 3 0 16,-4-4 0-16,-4-1 0 0,1-1 0 0,-4 0 0 15,-3 0 0-15,0 0 0 0,-2 0 0 16,-2 0 0-16,0-1 0 0,-2-5 0 0,-9-2 0 16,-2 2 0-16,-1-1 0 0,0 2 0 0,-2-1 0 15,5 2 0-15,2 0 0 16,1 3 0-16,2-1 0 0,5 0 0 0,-1 2 0 0,2 0 0 15,0 0 0-15,0 0 0 0,3 0 0 0,11 4 0 16,1 5 0-16</inkml:trace>
  <inkml:trace contextRef="#ctx0" brushRef="#br0" timeOffset="58899.87">18326 6663 433 0,'21'19'0'0</inkml:trace>
  <inkml:trace contextRef="#ctx0" brushRef="#br0" timeOffset="62078.97">18239 6552 418 0,'2'0'0'0</inkml:trace>
  <inkml:trace contextRef="#ctx0" brushRef="#br0" timeOffset="62158.18">18315 6541 410 0,'2'4'0'0</inkml:trace>
  <inkml:trace contextRef="#ctx0" brushRef="#br0" timeOffset="69660.14">20413 7775 2564 0,'-18'0'0'16,"6"0"0"-16,-2 0 0 0,5 0 0 0,0 0 0 0,5 0 0 0,2 0 0 0,1 0 0 0,1 0 0 0,0 0 0 0,11 0 371 0,11-1-167 0,5-5-75 0,5-6-50 0,0 1 119 16,3-1-80-16,2 1-41 0,-3 0 0 0,-4-1-37 15,0 1-3-15,-5 2-1 16,-5 2-35-16,-1 2-1 0,-3-2 0 0,-5 4 0 0,-2 0 0 15,-2 2-410-15,-2 0 70 0,-4 1 179 16,1 0-643-16,-2 0 374 0,0 0 202 16,0 0-277-16,-5 0 235 0,-5 0 116 15,1-11 59-15</inkml:trace>
  <inkml:trace contextRef="#ctx0" brushRef="#br0" timeOffset="70294.66">20650 7397 2213 0,'-8'-11'0'0,"2"9"0"0,-1 0 0 0,-2 2 0 0,-1 0 0 0,1 15 0 0,-5 4 0 0,7 3 0 0,-1 8 0 0,3 1 0 0,1 10 149 0,1 2-56 0,3 4 94 0,0 2-75 16,0-6-29-16,0 12 32 0,0-11-40 16,1-6 1-16,3 2-129 0,3-4 45 15,-3-9 9-15,1 0 36 0,1-7-82 16,0-5 41-16,-2-6 0 0,0-3 41 0,-1-6-67 16,1 0 28-16,3-1-25 0,1-22 23 0,1-3-13 15,2-6 1-15,1-1 4 0,3-14 15 0,-1 1-63 16,0-2 30-16,2-3 5 0,0 1-99 0,0 11 54 15,0-9 31-15,-2 15 59 0,-2 2 0 0,-1 8-45 16,1 1 6-16,-3 8 313 0,0 1-146 0,0 6-71 16,1 0-38-16,1 0 296 15,5 4-143-15,-2-1-73 0,4 0 1 0,0 1-120 0,3 0 0 16,-2 2 0-16,-3-1 0 0,2 2 0 16,-5 0 0-16,-3 0 0 0,-1 0 0 0,2 2 0 15,-6 3 0-15,2 5 0 0,-4 1 0 16,3 4 0-16,-5 2 0 0,3 6 0 0,0 0 0 0,-2 9 0 15,1 1 0-15,2 8 0 0,-3 1 0 0,3-3 0 16,-1-4 0-16,-1 5 0 0,3-2 0 0,-3-3 0 16,1-1 0-16,3-2 0 15,-6-6 0-15,1 0 0 0,0-2 0 0,-2-3 0 16,0-4 0-16,0-3 0 0,-2-5 0 0,-5-1 0 16,-5-4 0-16,-1-3 0 0,0-1 0 0,-2 0 0 15,-1-1 0-15,0-13 0 0,-3-4 0 0,4-5 0 16,-4-11 0-16,6-5 0 0,2-6 0 0,2-4-523 15,1 0 201-15,5 0 143 0,-2 14 71 0,1-5-227 16,1 14 140-16,1 0 84 0,-2 6 212 0,2 9-68 16,2 1-35-16,-1 7 0 15,1 1 456-15,-2 0-240 0,2 2-126 0,0 7 141 16,0 16-75-16,-2 7-85 0,0 5 107 0,-1 11 83 16,-4-1-259-16,0 4 0 0,-4 2 0 0,-1-1 0 15,1-1 0-15,-3 0 0 0,-2-4 0 0,0 0 0 16,-2-3 0-16,-1-3 0 0,3-9 0 0,-3 0 0 15,0-5 0-15,0-7 0 0,2-5 0 0,2-4 0 16,4-4 0-16,0-5-294 0,1 0 71 0,5-6 94 16,5-18 46-16,0-11-502 0,9-10 265 0,12-11 147 15,4-4-577-15,0-4 357 0</inkml:trace>
  <inkml:trace contextRef="#ctx0" brushRef="#br0" timeOffset="70633.61">21295 7386 2644 0,'23'-9'0'0,"0"0"0"0,-7 5 0 0,-2 1 0 0,-5 1 0 0,-4 2 0 0,0 0 0 0,-3 5 0 0,-2 8 0 0,0 0 0 0,-5 7 357 0,-8 1-161 0,-4 5-70 15,-1 0-49-15,-3 6 113 0,-4 4-77 0,3-4-38 16,1-4 0-16,2 0 3 0,6-7-78 0,4-2 0 16,3-6 0-16,2-1 0 0,4-2 0 0,0-4 0 15,4-4 0-15,11-2 0 0,8 0 0 0,2-8 0 0,0-7 0 16,2 1 0-16,1 1 0 0,-3-2 0 15,-4 5 0-15,-3 1 0 0,-1 1 0 16,-6 6 0-16,-2 1 0 0,-1 1 0 0,-6 0 0 0,-2 3 0 16,0 12 0-16,-2 4 0 0,-11 5 0 15,0-1 0-15,-3 1 0 0,4 0 0 0,-2 1 0 16,7-6 0-16,1 2 0 0,1-3 0 0,3-1 0 16,2-4 0-16,0 0 0 0,0-3 0 0,2-1 0 15,7-4 0-15,3 1 0 0,1-4 0 16,-1-2 0-16,0 0 0 0,3 0 0 0,-3 0 0 15,0 0 0-15,-1 0-377 0,1 0-23 16,-3 0 173-16,2 4 99 0,-3 4-830 0</inkml:trace>
  <inkml:trace contextRef="#ctx0" brushRef="#br0" timeOffset="70777.73">21385 8133 2993 0,'-7'6'0'0,"1"-2"0"0,1-2 0 0,1-1 0 0,4-1 0 0,0 0 0 0,4-1 0 0,12-9 0 0,7-1 0 0,2-2 0 0,3-4 194 0,4 0-70 16,0-2-48-16,5-1-456 0,-7 1 209 0,4 1 103 16,0-2-314-16,1-1 218 0,2-3 96 0</inkml:trace>
  <inkml:trace contextRef="#ctx0" brushRef="#br0" timeOffset="70948.2">21771 7578 2782 0,'-6'-2'0'0,"4"2"0"0,1 0 0 0,1 0 0 0,0 0 0 0,3 0 0 0,12-2 0 0,4 2 0 0,1-2 0 0,10 2 0 0,-4-2 613 0,3 2-287 0,-1 0-145 0,2 0-639 16,-7 0 258-16,2 0 113 0,-5 0 63 0,-3 2-383 16,-4 7 222-16,-8 3 111 0</inkml:trace>
  <inkml:trace contextRef="#ctx0" brushRef="#br0" timeOffset="71109.64">21773 7778 2007 0,'-20'6'0'0,"11"-2"0"0,0-2 0 0,6 0 0 0,3-2 0 0,0 0 0 0,10 0 0 16,15 0 0-16,3 0 0 0,6-2 0 0,2-5 138 0,1 1 38 0,-2-2-69 0,1 0-35 0,-3 3 1 16,-3-3-354-16,-8 5 169 0,1-3 70 0,-4 2 40 15,-8 2-458-15,-2-2 239 0,-6 1 120 0,-1-3-413 16,-2-1 229-16,0-3 124 0</inkml:trace>
  <inkml:trace contextRef="#ctx0" brushRef="#br0" timeOffset="71442.61">21985 7301 2840 0,'-9'-7'0'0,"-3"-1"0"0,3 7 0 0,2-1 0 0,-2 2 0 0,0 2 0 0,4 14 0 0,1 9 0 0,2 10 0 0,2 5 0 0,0 9 186 0,0 2-74 0,2 5 476 0,7 14-383 16,2-9-205-16,3 4 0 0,-3-4 0 15,4-1 0-15,0-9 0 0,4 1 0 0,-1-3 0 16,3-5 0-16,0-5 0 0,-3-5 0 16,3-3 0-16,-2-6 0 0,-2-6 0 15,-2-4 0-15,-4-6 0 0,0-5 0 0,-1-4 0 16,1 0 0-16,-5-4-150 0,-1-13 43 0,2-7-116 0,-4-2 90 16,-1-6 38-16,-2-4 10 0,0-7 12 0,0 11 1 15,0-4 34-15,-4 4 37 0,-6 11-9 0,-2-1-27 16,-1 7 387-16,-6 5-194 0,-1 6-96 0,-3 4-23 15,0 0 234-15,-5 3-121 16,0 11-150-16,-1 6 0 0,1 1 0 0,0 1 0 16,-2 2 0-16,-6 6 0 0,4-2 0 0,0-1 0 15,6-7 0-15,-1 3 0 0,9-5-82 16,3-4-28-16,7-7-935 0,1 1 504 0,5-4 252 16,2-4 126-16</inkml:trace>
  <inkml:trace contextRef="#ctx0" brushRef="#br0" timeOffset="71594.85">22180 7361 2770 0,'12'-7'0'0,"-1"4"0"0,-2 1 0 0,-2 2 0 0,-2 0 0 0,-2 0 0 0,1 0 0 0,0 0 0 0,-1 2 0 0,1 4 0 0,0 5 112 0,-1 1-37 0,0 3-342 0,1 2 152 15,-3 2 76-15,3 4 48 0</inkml:trace>
  <inkml:trace contextRef="#ctx0" brushRef="#br0" timeOffset="71795.06">22668 7751 3931 0,'0'0'0'0,"0"0"0"0,0 0 0 0,0 0 0 0,0 0 0 0,0 0 0 0,0 0 0 0,2 0 0 0,2 0 0 0,-1 0 0 0,4 0 0 0,-3 0 0 0,-1 0 0 0,1 2-114 15,-1 1 48-15,-1 2-436 0,0 8 265 0</inkml:trace>
  <inkml:trace contextRef="#ctx0" brushRef="#br0" timeOffset="71942.45">22674 8075 3931 0,'0'7'0'0,"0"1"0"0,0-1 0 0,0-5 0 0,2 2 0 0,1-3 0 0,4 2 0 0,-2-3 0 0,1 0 0 0,-1 0 0 0,4 0 0 16,1 0 0-16,-2 0 0 0,1 0 0 0,1-3-782 16</inkml:trace>
  <inkml:trace contextRef="#ctx0" brushRef="#br0" timeOffset="73386.12">23608 7529 2200 0,'-6'-9'0'0,"0"4"0"0,1 4 0 0,5-2 0 0,0 2 0 0,0 1 0 0,0 0 0 0,0 0 0 0,0 0 0 0,7 1 0 0,10 13 89 0,1-1 188 0,5 5-119 16,2-2-49-16,0 3 117 0,1 1-94 0,-2 1-45 16,0-1-1-16,1-2-27 0,-6-2-10 0,3 2-9 0,-7 0 0 15,0-1-103-15,-3-2 52 0,-3 0 25 0,-4-4-284 16,-1 2 150-16,0-3 80 0,-3-3 40 15,-1-1-596-15,0-2 289 0,0-3 74 16,0-1-292-16,0 0 243 0,0 0 121 0</inkml:trace>
  <inkml:trace contextRef="#ctx0" brushRef="#br0" timeOffset="73669">24120 7268 2397 0,'0'0'0'0,"-2"0"0"0,-2 0 0 0,1 0 0 0,-1 0 0 0,-1 2 0 0,-1 7 0 0,2 3 0 0,-2 11 0 0,-1 6 0 0,0 7 77 16,-1 5 0-16,-1 4-28 0,-1 5 747 0,-3 14-379 15,0-4-299-15,-1 5-118 0,0 2 0 0,1-9 0 16,-8 19 0-16,4-9 0 0,-1 0 0 0,-2-3 0 16,2 2 0-16,1-12 0 0,-1 3 0 0,4-5 0 15,-2-6 0-15,7-10 0 0,0 0 0 0,2-11 0 16,0-2 0-16,1-8 0 0,3-4 0 15,0-6 0-15,3-1 0 0,-2-5 0 16,2 0 0-16,-2 0 0 0,2 0 0 0,0 0 0 16,0-8 0-16,0-8-633 0,0-6 279 0,6-3 158 15,6-5 77-15,7-8-313 0,1-3 186 0</inkml:trace>
  <inkml:trace contextRef="#ctx0" brushRef="#br0" timeOffset="94188.07">24147 8051 3547 0,'-8'-6'0'0,"6"4"0"0,2 2 0 0,0 0 0 0,0 0 0 0,0-1 0 0,2 1 0 0,13 0 0 0,8 0 0 0,5 0 0 0,2 0 301 0,6 0-218 0,-3 0-83 0,5 0 0 15,-2 0 0-15,1 0 0 0,-1 0 0 0,-1 1 0 16,-3 3 0-16,-2 0 0 0,-7-2 0 16,2-1 0-16,-7-1 0 0,-2 0 0 0,-7 0 0 15,0 0 0-15,-6 0 0 0,2 0-640 0,-3 0 191 16,0-5 205-16,0-2 101 0,-1-8-680 0</inkml:trace>
  <inkml:trace contextRef="#ctx0" brushRef="#br0" timeOffset="94435.4">24683 7745 3931 0,'-5'-6'0'0,"1"2"0"0,4-2 0 0,0 1 0 0,0 0 0 0,2 0 0 0,15 4 0 0,3 1 0 0,3 0 0 0,5 1 0 0,-1 14 0 0,-1 2 0 0,1 6 0 16,-1 1 0-16,-2 2 0 0,-1-1 0 0,-2 3 0 15,-7-1 0-15,-4 1 0 0,-7-4 0 16,0 8 0-16,-3-4 0 0,-6 0 0 0,-13 0 0 0,-2-5 0 15,-5 0 0-15,-4-3 0 0,-4-3 0 16,-3-6 0-16,1 2 0 0,-1-6 0 16,0-4 0-16,3-1 0 0,7-2 0 0,5 0 0 15,4 0 0-15,6-8 0 0,8-1-14 0,4-6-867 0,3-10 420 16,27-5 210-16,11-5 104 0</inkml:trace>
  <inkml:trace contextRef="#ctx0" brushRef="#br0" timeOffset="94870.45">25187 7602 3931 0,'3'-7'0'0,"2"1"0"0,-4 3 0 0,-1 0 0 0,-7 3 0 0,-7 3 0 0,-6 17 0 0,-2 9 0 0,-4 8 0 0,1 5 0 0,1 7 0 0,-2 2 0 0,5 4 0 16,4-3 0-16,7-3 0 0,6-2 0 0,4-4 0 16,0-9 0-16,10 4 0 0,7-7 0 0,4-4 0 15,1-7 0-15,2-3 0 0,-1-9 0 0,7-4 0 16,-3-4 0-16,3-4 0 0,-2-15 0 0,-3-4 0 15,2-1 0-15,-6-3 0 0,-3 0 0 16,-2 0 0-16,-6 7 0 0,-1-3 0 16,-6 8-9-16,-1 2 18 0,-2 3-9 0,0 4 0 15,0 3 0-15,-7 3 0 0,-7 0 0 0,0 11 0 16,0 10 0-16,5 3 0 0,2 1 0 0,3 3 0 16,4 1 0-16,0 4 0 0,0-4 0 0,9-3 0 15,5-1 0-15,8-5 0 16,-1-7 0-16,7 0 0 0,2-9 0 0,-2-4 0 0,2 0 0 0,-3-7 0 15,0-9 0-15,-6-3 0 16,-4 1 0-16,-6-1 0 0,0-3 0 0,-7-1 0 16,-2 0 0-16,-2 0 0 0,0 3 0 0,-11 3 0 15,-4-1 0-15,-2 4 0 0,-11 3 0 0,3 4 0 16,-2 3 0-16,0 2 0 0,6 2 0 0,-2 0 0 16,7 0 0-16,0 2 0 0,9 5 0 0,0 2 0 15,0 4 0-15,7-5 0 0,0 5 0 0,0-4-82 16,9 1-166-16,3-6 103 0,6-4-942 0,2 0 512 15</inkml:trace>
  <inkml:trace contextRef="#ctx0" brushRef="#br0" timeOffset="95174.86">25483 7480 3383 0,'0'-19'0'0,"0"3"0"0,0-2 0 0,0 3 0 0,3 2 0 15,10 2 0-15,4 2 0 0,7 2 0 0,1 6 0 0,3 1 0 0,0 0 125 0,-5 4-32 0,7 11-10 0,-6 2-42 16,-3 1 0-16,-4 3 1 0,-4 1 81 0,-8-4-123 16,-1 10 0-16,-4-4 0 0,-3 0 0 0,-9-3 0 15,-7 0 0-15,3-8 0 0,-11 2 0 0,6-8 0 16,-2-1 0-16,3-4 0 0,1-2 0 0,4 0 0 16,2 0 0-16,6 0 0 15,0 0 0-15,4 0 0 0,2 0 0 0,1-2 0 0,0 2 0 16,11 0 0-16,9 0 0 0,3 0 0 15,3 0 0-15,-1 4 0 0,8 0 0 0,-3 0 0 16,1 1 0-16,-1-3 0 0,1 2 0 0,-5-2 0 16,7 0 0-16,-3-2 0 0,0 0 0 0,4 2 0 15,3-2 0-15,7 0 0 0,-2 0-7 0,4 0-1300 16</inkml:trace>
  <inkml:trace contextRef="#ctx0" brushRef="#br0" timeOffset="95341.63">26340 7679 3693 0,'-7'2'0'0,"3"5"0"0,4-3 0 0,0-2 0 16,6 0 0-16,15-1 0 0,9 1 0 0,2 1 0 0,3-1 0 0,3 1 0 0,5 3 238 0,-2-2-238 0,0-1 0 0,-7-1 0 0,4 2 0 0,-2-2 0 16,-4 2 0-16,-9-1 0 0,-2 1 0 15,-3 2-62-15,-9 3-1045 0,-6 2 569 0</inkml:trace>
  <inkml:trace contextRef="#ctx0" brushRef="#br0" timeOffset="95476.87">26432 7951 3568 0,'-24'6'0'0,"7"3"0"0,10-5 0 0,-4 0 0 0,10-3 0 0,1-1 0 0,1 2 0 0,19-2 0 16,5 4 0-16,5-2 0 0,3 1 156 0,10 1 51 0,1 2-207 0,-1 2 0 0,2-1 0 15,-4-1 0-15,14 3 0 0,-7 1 0 0,3 1-888 16,0 2 307-16</inkml:trace>
  <inkml:trace contextRef="#ctx0" brushRef="#br0" timeOffset="96073.87">27142 7935 1788 0,'-20'-20'0'0,"1"6"0"0,3-1 0 0,7 0 0 0,4-4 0 0,3 2 0 0,2-4 0 0,0-3 0 0,10 8 0 0,16-5 0 0,5 1 148 0,7 4-52 16,6 2 240-16,2 3-147 0,-5 4-62 0,11 4-47 15,-5 3 170-15,-12 0-103 0,1 3-52 0,-6 9 45 0,-10 4-37 16,-1 6-12-16,-10 2-48 16,-7 5 48-16,-2 3-48 0,-7 5 0 0,-11-8 11 15,-9 10 13-15,-1-7-67 0,-2-4 0 0,1-4 0 16,-3-1 0-16,2-2 0 0,3-6 0 0,10-4 0 16,-3-4 0-16,10-1 0 0,-3-2 0 0,8-3 0 15,2-1 0-15,3 0 0 0,0 0 0 0,0 0 0 16,5 0 0-16,14 0 0 0,6 0 0 0,5 0 0 15,2 0 0-15,3 0 0 16,0 0 0-16,1 0 0 0,-2 0 0 0,0 0 0 16,-4 0 0-16,-2 0 0 15,-3 0 0-15,-2 0 0 0,-2 0 0 0,-3 2 0 0,-4-2 0 0,0 0 0 16,-4 0-209-16,6 0 58 0,-4 0-711 0,3-5 409 16,-2-10 205-16,0-6-536 0</inkml:trace>
  <inkml:trace contextRef="#ctx0" brushRef="#br0" timeOffset="96315.53">27800 7719 2450 0,'-5'-15'0'0,"0"8"0"0,5-2 0 0,0 0 0 0,0 0 0 0,2 1 0 0,13 0 0 0,8 6 0 0,1-3 0 0,4 3 0 0,4 2 128 16,1 0 548-16,2 9-321 0,-2 7-157 0,-2 0-77 16,-1 5-118-16,-3 0-3 0,-11-1 0 0,5 9 0 15,-11-3 0-15,-5 0 0 0,-5 2 0 0,0 0 0 16,-8 1 0-16,-12-1 0 0,-2-2 0 0,-5-4 0 15,-1-1 0-15,-2-6 0 16,-2 1 0-16,-1-9 0 0,2 1 0 0,1-5 0 16,-2-3 0-16,4 0 0 0,5 0 0 0,2 0 0 15,6-2 0-15,5-9-156 0,10-3 19 0,0-4-584 16,5-2 329-16,22-7 179 0,6-3-635 0,6-2 402 16</inkml:trace>
  <inkml:trace contextRef="#ctx0" brushRef="#br0" timeOffset="96727.16">28303 7536 3630 0,'7'-11'0'0,"-2"3"0"0,-3 2 0 0,-2 3 0 0,0 1 0 0,0 2 0 0,-8 0 0 0,-3 18 0 0,-7 5 0 0,1 9 0 0,1 6 216 0,1 2-131 0,0 2-85 0,7-2 0 16,1 11 0-16,5-6 0 0,2-9 0 16,0 1 0-16,7-3 0 0,8-4 0 0,3-6 0 0,4-3 0 15,0-6 0-15,-6-8 0 0,7-1 0 0,-2-4 0 16,0-2 0-16,-3 0 0 0,1-9 0 0,-1-5 0 15,-3-3 0-15,0 3 0 16,-5-4 0-16,-2 3 0 0,-3 5 0 0,-2 0 0 16,-1 1 0-16,-2 3 0 0,0 2 0 0,0 3 0 15,0 1 0-15,0 0 0 0,-3 4 0 0,-2 8 0 16,3 3 0-16,2 4 0 16,0 0 0-16,0-1 0 0,8 2 0 0,4-2 0 0,8 1 0 15,2-8 0-15,3-1 0 0,1-9 0 16,1-1 0-16,1 0 0 0,-1-1 0 0,-1-10 0 0,-5-5 0 15,-7 3 0-15,0-5 0 0,-4 0 0 16,-4-5 0-16,-4-1 0 0,-2 0 0 0,-2 1 0 16,-12 1 0-16,0 5 0 0,-12-3 0 0,-1 6 0 15,-1 5 0-15,-4 3 0 0,2 4 0 0,5 1 0 16,2 1 0-16,1 0 0 0,4 1 0 0,6 7 0 16,2 5 0-16,1 0 0 0,5 4 0 0,4 2 0 15,0 1 0-15,0 5 0 0,4-1-572 0,5-2-72 16,-2 3 306-16</inkml:trace>
  <inkml:trace contextRef="#ctx0" brushRef="#br0" timeOffset="97252.55">29203 7343 2971 0,'0'-15'0'0,"-2"9"0"0,-5 4 0 0,-1 0 0 0,-5 2 0 0,1 0 0 0,-6 17 0 0,-7 9 0 0,-2 8 0 0,2 7 0 0,-1 6 199 0,3 6-77 0,5 2 517 16,4 1-639-16,7 0 0 0,7-3 0 0,0-5 0 15,15 0 0-15,12-5 0 0,5-3 0 0,5-3 0 0,2-2 0 16,4 0 0-16,-1-6 0 15,-1 1 0-15,-4-5 0 0,11 1 0 0,-2-4-589 16</inkml:trace>
  <inkml:trace contextRef="#ctx0" brushRef="#br0" timeOffset="97674.98">29214 7774 2437 0,'-8'-18'0'0,"0"4"0"0,5-4 0 0,2 1 0 0,1-2 0 0,0 1 0 0,1-5 0 15,12 3 0-15,8 0 0 0,6 4 0 0,6 1 170 0,8 3-64 0,-2 5 144 0,1 6-104 0,-6 1-51 0,4 0 11 0,-5 8 151 0,-3 11-106 16,-3 2-55 0,-4 3 21-16,-5 2-117 0,-4 2 0 0,-11 3 0 0,-1-2 0 15,-2-2 0-15,-7 2 0 0,-12-3 0 0,-6-4 0 0,-1-1 0 0,-5-4 0 16,-1-2 0-16,-3-2 0 15,-1-5 0-15,2-3 0 0,3-3 0 16,-1-2 0-16,0 0 0 0,6 0 0 16,5 0 0-16,2-2 0 0,7-3 0 0,2-3-420 0,10-5 68 0,0-2 135 15,21-4 76-15,14-4-620 0,8 1 358 16</inkml:trace>
  <inkml:trace contextRef="#ctx0" brushRef="#br0" timeOffset="97870.01">29776 7543 3072 0,'3'-12'0'0,"-1"5"0"0,0-2 0 0,-2 2 0 0,0 1 0 0,-14 5 0 0,-1 1 0 0,0 0 0 0,-5 5 0 0,-3 16 0 0,1 1 753 0,4 8-647 0,0 2-106 0,6 2 0 15,2 2 0-15,8 2 0 0,2-3 0 0,0 1 0 16,4-5 0-16,13 0 0 0,4-3 0 0,5-6 0 16,-1 0 0-16,5-6 0 0,-3-5 0 0,0-4 0 15,-4-3 0-15,9-2 0 16,-6-2 0-16,-1 0-318 0,0-2 1 0,-1-6-566 15,3-4 408-15,-3-5 222 0,-1-4 104 0</inkml:trace>
  <inkml:trace contextRef="#ctx0" brushRef="#br0" timeOffset="98025.53">30064 7719 3173 0,'-19'-10'0'0,"5"4"0"0,3 2 0 0,2 2 0 0,-5-1 0 0,14 1 0 15,-1 0 0-15,1 0 0 0,0 2 0 0,1 0 0 0,17 0 223 0,1 0-79 0,6 0 223 16,2 0-343-16,-3 0-24 0,3 4 0 0,0 0 0 15,-2-1 0-15,7 0 0 0,-6-2 0 0,-1-1 0 16,-3 0 0-16,0 0 0 0,-1 0-780 0,-3 0 269 16,-2 0 262-16,-8 0-770 0</inkml:trace>
  <inkml:trace contextRef="#ctx0" brushRef="#br0" timeOffset="98207.24">30447 7541 1708 0,'8'-7'0'0,"4"2"0"0,5 0 0 0,-2-2 0 0,8 1 0 0,0 5 0 0,7 1 0 0,-1 0 0 0,0 1 0 0,-2 12 0 0,-3 3 1027 0,-6 1-480 0,3 5-258 0,-10 3-122 16,-3-1 26-16,-5 2-193 0,-3 2 0 0,0-1 0 15,-13-1 0-15,-9-3 0 0,-2-1 0 0,-2-4 0 16,-4-2 0-16,0-3 0 0,-2-5 0 0,-4-3 0 16,3-1 0-16,-4-2 0 0,4-2 0 0</inkml:trace>
  <inkml:trace contextRef="#ctx0" brushRef="#br0" timeOffset="98252.11">30355 7844 436 0,'-14'-9'0'0,"7"-5"0"0,7-6 0 0,1-4-1 0,24-10 535 16,9-2-290-16</inkml:trace>
  <inkml:trace contextRef="#ctx0" brushRef="#br0" timeOffset="98661.16">30882 7401 3018 0,'13'-7'0'0,"-4"-1"0"0,-1 2 0 0,-7 5 0 0,1-1 0 0,-2 2 0 0,-2 0 0 0,-14 0 0 0,-4 14 0 0,-5 7 0 0,-3 5 136 0,1 7 608 16,5 0-711-16,4 4-33 0,0 3 0 0,11-6 0 15,0 5 0-15,7-1 0 0,0-4 0 0,3-4 0 16,11-2 0-16,8-5 0 0,2-6 0 0,5-6 0 16,1-4 0-16,1-5 0 0,1-2 0 0,-8 0 0 15,8-4 0-15,-11-5 0 0,0-3 0 0,-5-6 0 16,0 3 0-16,-7 0 0 0,-4 0-32 0,-2 1-73 16,1 4 31-16,-4 0 0 0,0 2 30 0,-6 5 373 15,-6 1-329-15,-4 2 0 0,2 0 0 0,-1 4 0 16,2 9 0-16,1 4 0 0,5-1 0 0,5 3 0 15,2 2 0-15,0-1 0 16,2-3 0-16,12 1 0 0,1-5 0 0,7-4 0 16,4-3 0-16,1-6 0 0,-2 0 0 0,5 0 0 15,-10-2 0-15,0-9 0 0,0-2 0 0,-7-1 0 16,-4-1 0-16,-6-2 0 0,-3 0 0 0,0 2 0 16,0-2 0-16,-12 1 0 0,-1-1 0 15,-7 3 0-15,2 2 0 0,1 0 0 0,-3 3 0 0,5 2 0 16,5 3 0-16,0-2 0 15,3 4 0-15,2 0 0 0,3 0 0 0,-2 2 0 16,4 0 0-16,0 0 0 0,4 0-242 0,5 0-56 16,6 0 127-16,10 0 64 0,0-6-706 0,3-14 390 15,1-3 190-15</inkml:trace>
  <inkml:trace contextRef="#ctx0" brushRef="#br0" timeOffset="98833.31">31350 7359 2852 0,'7'-13'0'0,"4"6"0"0,4 0 0 0,5-1 0 0,0 6 0 0,7 0 0 0,6 2 0 0,4 8 0 0,-1 13 0 0,-1 5 0 0,-3 6 434 16,1 7-185-16,-6 5 147 0,-5 4-396 0,-2 5 0 16,-10 1 0-16,-2 0 0 0,-8 1 0 0,-4-5 0 15,-17-4 0-15,-6-3 0 0,-4-5 0 0,-8-7 0 16,-4-3 0-16,-5-3 0 0,-14-2 0 16,2-7 0-16,-5 1-145 0,-6 2-527 15</inkml:trace>
  <inkml:trace contextRef="#ctx0" brushRef="#br0" timeOffset="99754.43">23670 8739 2633 0,'-5'-2'0'0,"4"-1"0"0,1 3 0 0,0 0 0 16,0 0 0-16,0 0 0 0,3 3 0 0,11 9 0 0,5 5 0 0,-3 4 0 0,5 3 81 0,6 10 286 0,-5-2-163 16,4 2-81-16,1-2 118 0,-3 1-100 0,-1-4-39 0,1 3-63 0,-2-4-167 0,-1 0 58 15,-4-2 56-15,-5-3 39 16,0 1-598-16,-5-3 307 0,0-2 126 0,-3-4-651 15,-2-6 363-15,-2-1 182 0,0-4 108 0,0-4-161 16,0 0 129-16</inkml:trace>
  <inkml:trace contextRef="#ctx0" brushRef="#br0" timeOffset="99837.39">24251 8660 418 0,'3'-8'0'0</inkml:trace>
  <inkml:trace contextRef="#ctx0" brushRef="#br0" timeOffset="100093.09">24261 8631 3931 0,'0'-4'0'0,"0"2"0"0,0-1 0 0,-1 3 0 15,-3 0 0-15,-1 0 0 0,2 9 0 0,-3 4 0 0,1 6 0 0,-4 5 0 0,-1 4 0 0,-1 4 0 0,-4 10 0 16,1-1 0-16,-2 1 0 0,1 4 0 0,2-4 0 16,-5 10 0-16,4-4 0 0,-2-2 0 0,0 3 0 0,1-2 0 0,0 4 0 0,-2-3 0 0,2 3 0 15,-2 0 0-15,1-2 0 0,3-1 0 0,3-8 0 16,-2 1 0-16,3-1 0 0,0-4 0 0,0-7 0 15,4-5 0-15,-1-2 0 0,5-6 0 0,-3-4 0 16,2-3 0-16,0-3 0 0,0-5 0 0,2 2 0 16,0-3 0-16,-1 0 0 0,-1 0 0 15,0 0 0-15,0 0 0 0,-2 0 0 0,2-3 0 0,0 2 0 16,0-3 0-16,2 0 0 0,0 0 0 0,0-3 0 16,0-1 0-16,0-3 0 0,10-2-730 15,7-5 190-15,2-6 250 0,2-3 111 0</inkml:trace>
  <inkml:trace contextRef="#ctx0" brushRef="#br0" timeOffset="100265.35">24458 9027 3289 0,'4'0'-9'0,"4"0"1"0,-1 0 1 0,1-2 2 0,3 1 1 0,2 1 2 0,4 0-5 0,2-3 2 0,7 1 2 0,-1 1 1 0,0-1 123 0,3 0 100 0,-1 2-90 15,-1-2-34-15,8 0-612 0,-4 0 277 0,0 1 139 16,-7 1 68-16,0 0-408 0,-3 0 250 0</inkml:trace>
  <inkml:trace contextRef="#ctx0" brushRef="#br0" timeOffset="100421.7">24669 9236 3351 0,'-21'9'0'0,"4"0"0"0,7-3 0 0,-1-2 0 0,6-4 0 0,5 2 0 0,0 0 0 0,2-1 0 0,15 2 0 0,7 3 0 0,2-3 127 16,4-2 326-16,0 4-453 16,4-3 0-16,0 1 0 0,-2-3 0 0,1 0 0 0,2 0 0 0,-5 0-377 0,-4 0 21 15,4 0 193-15,-9 2 103 0</inkml:trace>
  <inkml:trace contextRef="#ctx0" brushRef="#br0" timeOffset="101287.77">25602 9164 2022 0,'-11'-7'0'0,"2"-3"0"0,1 3 0 0,-1-4 0 0,5-1 0 0,0-3-3 0,3 0-1 0,1-1 0 0,0-4 1 0,0 4 0 16,7-3 202-16,2 2-79 0,2 2-40 0,3 0 111 0,-1 2-64 0,4 0-48 15,2 3 182-15,3 1-109 0,2 2-54 0,1 3 0 16,-1 2 47-16,7 1-57 0,-7 1 0 0,-4 0-44 16,1 8-46-16,-2 6 46 0,-7 4 10 0,2 4-94 15,-8 5 39-15,-4 1 0 16,-2 2 9-16,0 5 1 0,-14-2 44 0,-4 6-21 15,-3-3-53-15,0-8-1 0,-5 4-2 0,2-4 49 16,-4-3-32-16,0-5 8 0,-1-3 14 0,1-6 18 16,0-3-33-16,7-5 0 0,-3 0 0 0,1-3 0 15,1 0 0-15,9 0 0 0,-1 0 0 0,5 0 0 16,3 0 0-16,3 0 0 0,3 0 0 0,0 0 0 16,0 0 0-16,11 0 0 0,8 0 0 0,9 0 0 15,2 0 0-15,4 0 0 0,0 0 0 16,3 0 0-16,0 0 0 0,-2 0 0 15,0 0 0-15,3 1 0 0,-4 2 0 0,-4-3 0 16,-2 0 0-16,3 0 0 0,-2 0-357 0,-3 0-201 16,-5 0 256-16,1-4 127 0,-2-4-392 0,-2-1 266 15</inkml:trace>
  <inkml:trace contextRef="#ctx0" brushRef="#br0" timeOffset="101530.43">26126 9027 2803 0,'0'-9'0'0,"0"3"0"0,0-3 0 0,6-1 0 0,5 1 0 0,6 0 0 0,2 5 0 0,7-2 0 0,0 6 0 0,3 0 0 0,-1 0 182 16,1 11 291-16,-9 1-205 0,6 7-118 0,-7-1-95 15,-5 3-55-15,-2 1 0 0,-8 4 0 0,-4 2 0 16,0 1 0-16,-10-1 0 0,-10 0 0 0,-3-2 0 16,-5 1 0-16,-2-5 0 0,-2-3 0 0,-2-3 0 15,2-4 0-15,0-4 0 16,1-1 0-16,6-3 0 0,-2-2 0 0,5-2 0 15,4 0 0-15,6 0 0 16,3 0 0-16,5-7 0 0,4-7-476 0,5-2 28 0,24-8 203 0,4-1 101 16,9-3-783-16</inkml:trace>
  <inkml:trace contextRef="#ctx0" brushRef="#br0" timeOffset="101964.47">26684 8744 3059 0,'5'-15'0'0,"-2"7"0"0,-1 2 0 0,-2 5 0 0,0 1 0 0,-16 0 0 0,0 10 0 0,-3 11 0 0,-4 11 0 0,2 4 0 0,1 5 402 16,1 5-185-16,2 0-87 0,4 5-7 0,4-2-123 16,4-2 0-16,5-8 0 0,0 1 0 0,0-2 0 15,5-3 0-15,10-5 0 0,-2-4 0 0,-2-5 0 16,4-4 0-16,0-4 0 0,2-5 0 0,2-7 0 16,-2-1 0-16,2 0 0 0,0-7 0 15,-1-8 0-15,-3 2 0 0,0-3 0 16,0-5 0-16,-3 4 0 0,-3 3 0 0,-6 3 0 15,0 2 0-15,0 1 0 0,-1 2 0 0,1 4 0 16,-3 1 0-16,0 1 0 0,0 1 0 16,-8 13 0-16,5 3 0 0,1 2 0 0,2 3 0 0,0 1 0 15,0-3 0-15,2 1 0 0,9-3 0 16,1-1 0-16,3-5 0 0,6-5 0 0,3-2 0 0,1-5 0 16,-3 0 0-16,4-10 0 0,-3-4 0 15,-9 2 0-15,2-6 0 0,-3 1 0 0,-6-1 0 0,-2-3 0 16,-3 1 0-16,-2-5 0 15,0 1 0-15,-13 1 0 0,3 6 0 0,-5-2 0 16,-2 6 0-16,-2 2 0 0,1 3 0 0,-2 4 0 16,4 4 0-16,-1 0 0 0,2 0 0 0,2 0 0 15,5 10 0-15,1 0 0 0,1-3 0 0,4 6 0 16,2-3 0-16,0 0 0 0,0 0-692 0,8-2 267 16,5-3 181-16,6-1 106 0,-1-2-332 0,8-2 214 15</inkml:trace>
  <inkml:trace contextRef="#ctx0" brushRef="#br0" timeOffset="102187.73">27250 8958 3748 0,'2'-12'0'0,"3"3"-4"0,2-2 0 0,3 0 1 0,3 3 0 0,4 4 0 0,5 2 1 0,5 2 1 0,1 0 1 0,0 14 0 15,2 4 203-15,0 5-203 0,-2 2 0 0,-1 1 0 0,-5 2 0 16,-1 0 0-16,-4 2 0 0,-6-2 0 0,-4 0 0 15,-5-1 0-15,-2-1 0 0,0-4 0 0,-14 4 0 16,-4-7 0-16,-2-4 0 0,-1-2 0 0,-3 0 0 16,-1-6 0-16,-5 0 0 0,0-3 0 0,3-4 0 15,-3 1 0-15,-1-1 0 0,7 0 0 16,1 0 0-16,2 0 0 0,10-1 0 0</inkml:trace>
  <inkml:trace contextRef="#ctx0" brushRef="#br0" timeOffset="102213.31">27238 9313 414 0,'4'-13'-1'0,"18"0"1"0,10-8 464 0</inkml:trace>
  <inkml:trace contextRef="#ctx0" brushRef="#br0" timeOffset="102404.11">27812 8882 3035 0,'18'-18'0'0,"-6"-1"0"0,-2 2 0 0,-5 6 0 0,-4 0 0 0,-1 3 0 0,0 4 0 0,0 3 0 0,-11 1 0 0,1 0 0 0,-7 13 151 0,-1 9 564 0,-2 7-685 16,0 9-30-16,5 0 0 0,3 4 0 0,4-3 0 15,7-3 0-15,1 6 0 16,0-5 0-16,1-3 0 0,12-3 0 0,3-3 0 15,5 0 0-15,2-9 0 0,4 0 0 0,0-6 0 16,3-1 0-16,0-6 0 0,3-1 0 0,1-1 0 16,0-3 0-16,4 3 0 0,-2 2-942 0</inkml:trace>
  <inkml:trace contextRef="#ctx0" brushRef="#br0" timeOffset="103139.07">28235 8958 2437 0,'-5'-6'0'0,"3"4"0"0,2 0 0 0,-1 0 0 0,1 0 0 0,0 0 0 16,0-3 0-16,11-3 0 0,5 3 0 0,3-1 0 0,6 1 565 0,-1 2-262 0,-2 0-122 0,8 2 103 16,0-2-123-16,0 3-161 0,1 0 0 15,4 0 0-15,-3 0 0 0,1 0 0 0,-2 0 0 16,-2 0 0-16,-2 0 0 0,-6 0 0 0,-1 0-187 15,-5 0-89-15,-2 0 158 0,-4 0-797 0,-6 0 424 16,2 0 226-16,-3 0 103 0,-2 7-466 0</inkml:trace>
  <inkml:trace contextRef="#ctx0" brushRef="#br0" timeOffset="103404.7">28891 8678 3555 0,'4'-7'0'0,"7"1"0"0,4 1 0 0,2 1 0 0,5 2 0 0,5 2 0 0,4 0 0 15,1 0 0-15,0 11 0 0,-2 4 0 0,-1 4 206 0,-7 6-72 0,-1-2-98 0,-7 6-36 16,-2 1 0-16,-8 2 0 0,-4-1 0 0,0 3 0 0,-11 0 0 0,-9 1 0 16,-7-4 0-16,-3-3 0 0,-2-2 0 15,2-3 0-15,-5-3 0 0,-2-3 0 16,3-3 0-16,1-5 0 0,3-2 0 0,1-3 0 15,-4-2 0-15,8-2 0 0,5 0 0 0,0 0 0 16,6-2-180-16,2-7-163 0,7-4 149 0,5-4-550 16,0-8 352-16,17-5 176 0,12 0 87 0</inkml:trace>
  <inkml:trace contextRef="#ctx0" brushRef="#br0" timeOffset="103877.63">29330 8569 3099 0,'3'-4'0'0,"1"2"0"0,-3 2 0 0,-1 0 0 0,0 0 0 0,-5 2 0 0,-7 17 0 0,-2 5 0 0,-4 11 0 0,-1 4 0 0,0 6 130 0,3 7 522 0,-1 3-602 15,2 1-50-15,6-3 0 0,1-3 0 0,6-3 0 16,2-10 0-16,0 1 0 16,0-4 0-16,6-4 0 0,7-6 0 0,-2-5 0 15,4-2 0-15,0-5 0 0,4-6 0 0,2-6 0 16,3 0 0-16,0-3 0 0,-1-13 0 0,1-4 0 15,-4-2 0-15,1-2-34 0,-2-3-137 0,-5-1 65 16,2 0 22-16,-4 2-15 0,-4 5 30 0,-3 0-1 16,-3 8 263-16,0 2-117 0,-2 2-69 15,0 5-18-15,0 2 217 0,0 2-122 0,-9 8-62 0,-4 12 21 16,6 1-30-16,0 9-13 16,4 1 0-16,3-2 0 0,0 3 0 0,0-4 0 15,0-3 0-15,7 2 0 0,3-7 0 0,7-4 0 16,-1-3 0-16,4-6 0 0,2-4 0 0,3-3 0 15,0 0 0-15,-2-8 0 0,0-5 0 0,-7 0 0 16,0-3 0-16,-1-2 0 0,-2-3 0 0,-2 1 0 16,-6-5 0-16,-2 4 0 0,-1-1 0 0,-2 0 0 15,0 1 0-15,0 0 0 0,-10 5 0 0,-1 0 0 16,-7 4 0-16,3 2 0 0,-3 3 0 0,-2 3 0 16,2 2 0-16,-1 0 0 15,2 2 0-15,1 0 0 0,4 0 0 0,2 6 0 16,2 1 0-16,3 1 0 0,2-1 0 0,3 1-304 15,0-1-132-15,0-1 197 0,1-2-697 0,9-4 438 16</inkml:trace>
  <inkml:trace contextRef="#ctx0" brushRef="#br0" timeOffset="104206.99">29716 8375 2576 0,'2'-17'0'0,"1"6"0"0,4 4 0 0,4-1 0 0,1 0 0 0,4 2 0 0,0 2 0 0,3 2 0 0,3 2 0 0,0 0 0 0,5 2 503 0,-8 9-220 15,3 6-126-15,-4 1-57 0,-4 3 68 0,-4 2-63 0,-4 4-66 0,-4-5-39 16,-2 10 0-16,-8-6 0 0,-9 0 0 0,-4 0 0 16,-1-5 0-16,3-4 0 15,-7 0 0-15,7-8 0 0,-2-1 0 0,1-3 0 16,7-2 0-16,2-3 0 0,0 0 0 0,6 0 0 15,2 0 0-15,1 0 0 0,2 0 0 0,0 0 0 16,7 0 0-16,14 0 0 0,4 0 0 0,2 0 0 16,3 0 0-16,2 1 0 0,2-1 0 15,0 2 0-15,-1-2 0 0,2 0 0 0,-3 0 0 0,-4 2 0 16,4-2 0-16,-4 2 0 16,0 2 0-16,2 0 0 0,0 1 0 0,2 1-87 15,-1 1-1108-15</inkml:trace>
  <inkml:trace contextRef="#ctx0" brushRef="#br0" timeOffset="104383.02">30755 8990 3931 0,'0'-8'0'0,"2"7"0"0,-1-1 0 0,1-1 0 0,0 3 0 0,-2 0 0 0,0 0 0 0,0-1 0 0,0-2 0 0,0 2 0 0,0-1 0 16,0 0 0-16,-4 2 0 0,-1 0 0 0</inkml:trace>
  <inkml:trace contextRef="#ctx0" brushRef="#br0" timeOffset="113823.1">28738 4017 729 0,'-6'-10'0'0,"-2"1"0"0,-1 2 0 0,2 0 0 0,2 0 0 0,0 0 0 0,-2-1 0 0,5 2 0 0,-2-2 0 16,3 1 0-16,1 1 73 0,0-2 1 0,0 0-30 0,0 0 79 0,1-1-28 0,5 0-12 16,1 1 32-16,0 1-36 0,-2-1 1 0,-1 2-36 15,1 1 216-15,-3 0-114 16,3-1-51-16,-1 3 1 0,-2-2 130 0,1 0-91 0,0 1-34 0,2-2 113 15,3 2-85-15,3-1-42 0,-1 1 0 16,6-2 77-16,-1 0-49 0,5 2-41 0,2 1 45 16,-1 1-37-16,-1 0 11 0,4 1-49 15,-1 1 81-15,6 0-125 0,-4 0 0 0,3 0 0 16,0 3 0-16,4 5 0 0,4-1 0 0,7 1 0 16,-2-3 0-16,7 3 0 0,5-3 0 0,11 0 0 15,-4-2 0-15,19 2 0 0,0-4 0 0,17 3 0 16,-9-3 0-16,-11 3 0 0,8 2 0 0,-1-3 0 15,-1 3 0-15,9 2 0 16,-6-2 0-16,-10 1 0 0,5-2 0 0,0 4 0 0,-3-3 0 0,0 0 0 16,-3 0 0-16,3 0 0 15,1 0 0-15,-6 0 0 0,-2-1 0 0,-7 1 0 16,2-1 0-16,-15 0 0 0,5 1 0 0,-8 0 0 16,-8-1 0-16,0 1 0 0,-4-3 0 0,-5 3 0 15,-5-2 0-15,-2 0 0 0,-3 0 0 0,-5-1 0 16,0 0 0-16,-3-2 0 0,-4 2 0 0,-1-3 0 15,-2 1 0-15,0-1 0 0,0 0 0 0,-4 0 0 16,1 0 0-16,1 0 0 0,-1 0 0 16,1 0 0-16,-1 0 0 0,-2 0 0 15,0 0 0-15,0 0 0 0,0 0 0 0,0 0 0 16,0 0 0-16,2 0-221 0,3 7-279 0,0 3 230 16,-1 2-701-16,-4 8 465 0</inkml:trace>
  <inkml:trace contextRef="#ctx0" brushRef="#br0" timeOffset="116503.76">2775 6343 891 0,'-2'-5'-5'0,"2"1"2"0,0 1 0 0,0-1 2 0,0 0 0 0,0-2 1 0,0 1 0 0,0-1 0 0,0 0 0 0,0 1 0 0,0 2 52 15,2-1 60-15,-1 0-56 16,1-1 0-16,0 3-27 0,3-3 27 0,-5 3 0 0,3 0 0 0,2 1-65 15,-4-1 62-15,3 0 13 0,1 0-70 0,0 0 54 16,2 0-4-16,2 2 4 16,-2-1-14-16,5 1 23 0,-1-3-22 0,1 2 9 15,3 1 21-15,0-2-22 0,3-1 9 0,1 2 44 0,1-3 3 16,1-2-52-16,1 3 5 0,5-1 27 16,-7 1-10-16,0 0-19 0,3 1-8 0,0 1 12 15,-1 1 2-15,0 0-3 0,-1 0-38 16,2 0-13-16,4 0 49 0,-3 0 0 0,2 0-64 0,1 0 0 15,-1 0 59-15,4 0-22 16,0 0 9-16,-3 0 5 0,3 0-12 0,-2 0 60 16,2 0-48-16,0 0-2 0,2 0-4 0,-4 0 4 15,0 0 3-15,0 0-3 0,-2 0-33 0,6 1-10 16,-6-1 42-16,4 0 0 0,0 0 20 0,0 0-21 16,2 0 7-16,-2 2-18 0,0-2 9 0,2 3 1 15,3-3-4-15,0 1-18 0,1 1 26 0,2 0-7 16,4 0 15-16,1-2-14 0,-10 2 0 15,8-1 0-15,-3 4 15 0,0-5-14 0,6 3-15 16,-10-1-19-16,9-1 0 0,-3 4 0 16,-3-4 0-16,10 2 0 0,-2-2 0 0,-2-1 0 15,5 0 0-15,3 0 0 0,-8 0 0 0,12 0 0 16,-8 0 0-16,1 0 0 0,2 0 0 0,-3 0 0 16,4 0 0-16,-2 0 0 0,2-1 0 15,1-2 0-15,3 2 0 0,8-4 0 16,-13 4 0-16,5-3 0 0,-3 0 0 0,2-1 0 15,-2 1 0-15,5-2 0 0,1-1 0 0,7 0 0 0,-4-2 0 0,1 2 0 16,2 0 0-16,-12-1 0 16,6 2 0-16,0 0 0 0,-1 0 0 0,-1 0 0 15,-1 2 0-15,2-1 0 0,-4 1 0 0,2 2 0 16,2-2 0-16,-3 0 0 0,0 3 0 0,-3-3 0 16,-4 2 0-16,7 0 0 0,-3 0 0 0,0 0 0 15,1-1 0-15,2 1 0 0,0-1 0 0,2 2 0 16,0-1 0-16,-3 0 0 0,1 2 0 0,-1-2 0 15,-1 2 0-15,-1 0 0 0,2 0 0 16,-1-3 0-16,2 3 0 0,-4 0 0 16,2 0 0-16,1 0 0 0,0 0 0 0,0 0 0 15,-3 0 0-15,-7 0 0 0,13 0 0 0,-5 0 0 16,0 0 0-16,1 0 0 0,3 0 0 0,-3 0 0 16,5 0 0-16,7 0 0 0,-16 0 0 0,7 0 0 15,-2 0 0-15,1 0 0 0,-2 0 0 16,1 0 0-16,0 0 0 0,0 0 0 0,1 0 0 0,2 0 0 15,10 0 0-15,-6 0 0 16,0 0 0-16,-9 0 0 0,9 0 0 0,-1 0 0 16,6 0 0-16,-13 0 0 0,6 0 0 0,9 0 0 15,-3 0 0-15,-9 0 0 0,15 0 0 0,-9 0 0 16,1 0 0-16,1 0 0 0,1 0 0 0,-5-3 0 16,12 0 0-16,-2-1 0 0,1-1 0 0,-1 1 0 15,-1-2 0-15,-6 2 0 0,17-1 0 0,-12-1 0 16,1 0 0-16,-3 2 0 0,3 1 0 0,-6 1 0 15,12-2 0-15,-9 1 0 0,1-1 0 16,0 0 0-16,1-2 0 0,-3 2 0 16,15-2 0-16,-6 0 0 0,3 2 0 0,-4-1 0 15,0-1 0-15,-6 2 0 0,11 0 0 0,-6 0 0 16,-1 1 0-16,3-2 0 0,2 2 0 0,-9-1 0 16,12 1 0-16,-6-1 0 0,-4 0 0 15,3 2 0-15,-4-2 0 0,-5 3 0 0,18-1 0 0,-7-2 0 16,-2 2 0-16,-1 0 0 0,-1 2 0 15,-5-4 0-15,11 2 0 0,-5 1 0 0,-3-2 0 0,4 2 0 16,-11 1 0-16,16 0 0 16,-12-2 0-16,2 2 0 0,-1-2 0 0,3 2 0 15,-10 0 0-15,15-2 0 0,-5 2 0 0,-2 0 0 16,-1-1 0-16,1 1 0 0,-8 0 0 0,15-2 0 16,-7 0 0-16,2-1 0 0,0 2 0 0,3-1 0 15,-7 0 0-15,13-1 0 0,-8 2 0 0,2 0 0 16,1-4 0-16,-1 4 0 0,-7-3 0 0,17 0 0 15,-4 0 0-15,-1 1 0 0,-4-1 0 16,-1 0 0-16,-5 0 0 0,13 2 0 0,-8-1 0 16,3-1 0-16,3 2 0 0,0 0 0 15,-2-2 0-15,-4 3 0 0,3-1 0 0,-3-1 0 16,0 2 0-16,1-1 0 0,-6 0 0 0,12 0 0 16,-8 0 0-16,-4 0 0 0,0 1 0 0,-3-2 0 15,-6 3 0-15,8-1 0 0,-12 1 0 16,6 0 0-16,-2 0 0 0,-1 0 0 0,-1 0 0 0,-4 0 0 15,-1 0 0-15,1 0 0 16,-2 0 0-16,3 1 0 0,3 3 0 0,-4-2 0 16,2 2 0-16,4-2 0 0,0 0 0 0,-1-1 0 15,1 2 0-15,-1-1 0 0,8-2 0 0,-6 0 0 16,4 0 0-16,-2 0 0 0,-2 0 0 0,12 0 0 16,-6 0 0-16,-2 0 0 0,-9 0 0 0,2 0 0 15,0 0 0-15,-1 1 0 0,1 3 0 0,-3 0 0 16,10 0 0-16,-2 1 0 0,-1-1 0 0,13 0 0 15,-7 0 0-15,1-1 0 0,-1 1 0 0,3-1 0 16,3-2 0-16,8-1 0 16,-2 0 0-16,4 2 0 0,-2-2 0 0,-2 0 0 15,-12 0 0-15,15 0 0 0,-9 2 0 0,-2-1 0 16,3 1 0-16,3 2 0 0,0 0 0 0,0 0 0 0,-4 2 0 16,3-4 0-16,-1 3 0 15,-6-3 0-15,14 2 0 0,-1-1 0 16,0 1 0-16,-3-2 0 0,0 1 0 0,-10 0 0 15,13 0 0-15,-9-2 0 0,-4 4 0 0,3-3 0 16,0 1 0-16,-10 0 0 0,11 0 0 0,-17-1 0 16,5 0 0-16,-4 1 0 0,-2-1 0 0,-9 2 0 15,6-2 0-15,-6 1 0 0,-3-2 0 0,-7 0 0 16,1 2 0-16,-5-3 0 0,2 2 0 0,-9-2 0 16,1 0 0-16,-3 0 0 0,-4 0 0 0,-2 0 0 15,-2 0 0-15,-4 0 0 0,-1 0 0 0,-4-2 0 16,-2-1 0-16,0 2 0 0,-2-3 0 0,0-2-638 15,-16 2 233-15,-14 3 173 16,-13 1-458-16</inkml:trace>
  <inkml:trace contextRef="#ctx0" brushRef="#br0" timeOffset="128863.75">17209 8571 1487 0,'0'0'0'0,"-2"0"0"0,0-2 0 0,0 0 0 0,0-2 0 16,0 1 0-16,0 0 0 0,0 0 0 0,2 1 0 0,0 0 0 0,-2 2 146 0,2 0-52 0,-2 0-26 0,0 0 0 0,1 0 69 16,-1 4-38-16,0 5-10 0,0 3 47 0,0 1-48 15,1 0 1-15,-1 2-48 16,2 0 107-16,-2 4-59 0,2-2 1 0,0-1-6 0,0 1 1 0,-2 1-43 15,2-4 10-15,0-1-32 16,0 2 22-16,0-7 0 0,0 1-1 0,-2-3-21 16,2-2 32-16,0-2-10 0,0-1 14 0,-3-1-15 15,2 0 1-15,1-1 82 0,0-14-30 0,0-2-12 16,0-6-40-16,0 1-100 0,0-5 50 0,0 3 10 16,0-6 39-16,0 9-128 15,0-3 58-15,0 3 32 0,0 4-9 0,0 6 3 0,0 0 10 0,0 4 18 16,0 1 90-16,0 4-58 0,0 1-57 0,0 1 0 15,0 0 0-15,0 0 0 0,0 12 0 16,-4 3 0-16,4 4 0 0,-2 2 0 16,-1 5 0-16,3-2 0 0,0 3 0 0,-2-1 0 15,2-6 0-15,0 5 0 0,0-5 0 0,0-1 0 16,0-4 0-16,0-4 0 0,0-1 0 0,0-4 0 16,0-2 0-16,0-3 0 0,0-1 0 0,0 0 0 15,0-1 0-15,0-11 0 16,0-7 0-16,0-3 0 0,0-4 0 0,2-3 0 0,-1 1 0 0,1 2 0 15,0-6 0-15,0 9 0 0,0 1 0 16,-1 3 0-16,2 9 0 0,-1 0 0 16,-2 2 0-16,0 6 0 0,0 0 0 0,0 2 0 15,0 0 0-15,0 13 0 0,0 8 0 0,0 2 0 16,-5 1 0-16,4 2 0 0,1-5 0 0,0 3 0 16,0-3 0-16,0 0 0 0,0-4 0 0,0-6 0 15,0-2 0-15,0 0 0 0,0-6 0 0,0-2 0 16,0 1 0-16,0-2 0 0,0 0 0 0,1-6 0 15,2-10 0-15,-1-1 0 16,0-4 0-16,0 0 0 0,1-3 0 0,-1 2 0 16,2 1 0-16,-2 0 0 0,1 2 0 0,-1 4 0 15,0 6 0-15,0 0 0 0,0 3 0 0,-2 4 0 16,0 0 0-16,2 2 0 0,-2 0 0 0,0 4 0 16,0 9 0-16,0 4 0 0,0 4 0 0,0-1 0 15,0 1 0-15,0 2 0 0,0-1 0 16,0-1 0-16,0-3 0 0,0-1 0 15,0-5 0-15,0-2 0 0,0-1 0 0,0-4 0 0,0-3 0 0,0 0 0 16,0-2 0-16,0 0 0 16,0-2 0-16,0-11 0 0,0-2 0 0,0-3 0 15,0-2 0-15,0 1 0 0,0 1 0 0,-2 1 0 16,2 6 0-16,-2 1 0 0,0 1 0 0,2 5 0 16,-2 2 0-16,2 1 0 0,-4 1 0 0,1 0 0 15,-1 5 0-15,-1 10 0 0,-4 6 0 0,6 1 0 16,-1 4 0-16,1 6 0 0,3 8 0 0</inkml:trace>
  <inkml:trace contextRef="#ctx0" brushRef="#br0" timeOffset="130047.43">22190 9170 2371 0,'-3'-4'0'0,"1"2"0"0,2 1 0 0,0-2 0 0,-1 3 0 0,1 0 0 0,0 0 0 0,0 0 0 16,0 14 0-16,-2 2 0 0,-2 5 144 0,0 4-52 0,-3 1 236 0,-3 6-134 0,-4 6-82 0,-4-3 56 15,-2 6-63-15,-3 3-33 0,-5 3 0 0,-2-1 64 16,-2 2-54-16,-5 6-27 15,5-13-55-15,-4 6 0 0,-2-1 0 0,1-3 0 16,-1-2-97-16,5-1 3 0,6-13 67 0,3-1 33 16,9-8 1-16,5-7 43 0,1-4-76 0,5-5-1165 15,4-2 576-15,4-15 287 0,22-21 144 0</inkml:trace>
  <inkml:trace contextRef="#ctx0" brushRef="#br0" timeOffset="130174.43">21985 9540 2117 0,'9'-7'0'0,"3"3"0"0,-3 3 0 0,0-2 0 0,-2 3 0 0,2 0 0 0,0 0 0 0,2 0 0 0,0 6 0 0,2 3 0 0,1 0 559 16,0 3-260-16,-1 1-119 0,5 2-224 0,-4 0 43 15,2 2-1-15,-4 2-773 0,2-1 408 0,-5 3 213 16</inkml:trace>
  <inkml:trace contextRef="#ctx0" brushRef="#br0" timeOffset="130572.05">21979 9807 1743 0,'-11'0'0'0,"3"0"0"0,5 0 0 0,-1 0 0 0,4 0 0 0,0 0 0 0,0 0 0 0,7 0 0 0,11 0 0 0,2 0 0 0,4 4 81 15,-1 1-1-15,-5 1-33 0,5 1-7 0,-6 3 11 16,-2-1-58-16,-6 3 0 0,-3-1 47 0,-4 1-135 16,-2 4 67-16,-3-2 44 0,-13 5-9 0,-2-4 53 15,-3-1-22-15,0 1-41 16,-2-4 0-16,7-2 201 0,-5 1-90 0,3-1-45 15,4-3-1-15,5-1 130 0,3-1-76 0,3-2-28 16,3 2-16-16,0 2 0 0,0 1-32 0,7-1-136 16,8 1 78-16,2-1 25 0,-1 4-1 0,0-2-115 15,-2 2 75-15,-2 0 29 0,-6 1 9 0,1 1-110 16,-5-1 60-16,-2 3-3 0,0-3 26 0,-9 0 127 16,-7-1-53-16,0-2-24 0,-9 1 283 0,6-5-143 15,-1-1-75-15,-3 1 121 0,2-2-80 0,3-2-41 16,2 0-26-16,7 0 8 15,2 0-74-15,2 0 0 0,3 0 0 0,2 0 0 16,0 0 0-16,2 2 0 0,10 2 0 0,6-1 0 16,0 3 0-16,3-2 0 0,5 1 0 0,-2 1 0 15,1 0 0-15,1-1-104 0,-1 1-198 0,3 1 146 16,0-2 73-16,0 1-24 0,3 0 39 0,0-3-25 16,3 0 16-16</inkml:trace>
  <inkml:trace contextRef="#ctx0" brushRef="#br0" timeOffset="130751.03">22503 9682 3399 0,'0'-7'0'0,"0"4"0"0,0 2 0 0,2-1 0 0,6 2 0 0,6 0 0 0,2 0 0 0,1 0 0 0,-1 9 0 0,11 3 0 0,-6 4 80 0,1-2 0 0,-3-1-29 16,5 6-286-16,-7-8 137 0,2 2 70 15,-3 1 34-15,2-5-701 0,-1-1 378 0,-1-4 174 16</inkml:trace>
  <inkml:trace contextRef="#ctx0" brushRef="#br0" timeOffset="130997.9">22962 9361 2997 0,'-2'-7'0'0,"-3"3"0"0,4 2 0 0,-1 0 0 0,-2 2 0 0,2 4 0 0,-1 12 0 0,1 8 0 0,-4 5 0 0,-2 14 0 0,-3 5 687 16,-1 12-440-16,-4-1-247 0,0 4 0 0,-2-5 0 16,-5 20 0-16,2-7 0 0,-2 6 0 0,-2 0 0 15,1 2 0-15,2-14 0 0,-1 11 0 0,6-13 0 16,6-10 0-16,0 0 0 0,3-3 0 0,2-9 0 16,1 5 0-16,-1-11 0 0,3-1 0 0,1-4 0 15,0-7 0-15,-1-5 0 0,3-5-150 0,0-2 20 16,0-3-268-16,0-4 177 15,0-4 89-15,5 0-643 0,9-19 372 0</inkml:trace>
  <inkml:trace contextRef="#ctx0" brushRef="#br0" timeOffset="131160.4">23037 9765 3905 0,'1'-7'0'0,"5"1"0"0,1 0 0 0,0 3 0 0,2-1 0 0,2-2 0 0,4 3 0 0,1 1 0 16,9 0 0-16,-2 0 0 0,5 2 26 0,-1 0-26 0,3 0 0 0,0 0-16 0,0 0-10 0,0 0-365 16,0 4 210-16,-3 1 110 0,-6 2 56 0</inkml:trace>
  <inkml:trace contextRef="#ctx0" brushRef="#br0" timeOffset="131305.57">23129 10040 2578 0,'-8'3'0'0,"5"3"0"0,3-2 0 0,0 0 0 0,0-3 0 0,3-1 0 0,12 2 0 0,4-2 0 0,6 0 0 0,3 0 0 0,2 0 196 0,2 0-127 0,2-2 0 15,-1-5-20-15,3-1-757 0,-4 1 374 0,0-3 186 16,0 1 93-16</inkml:trace>
  <inkml:trace contextRef="#ctx0" brushRef="#br0" timeOffset="131581.38">23649 9887 3117 0,'-7'12'0'0,"-2"1"0"0,2 0 0 0,0 4 0 0,3 2 0 0,4 3 0 0,0 2 0 0,2 3 0 0,9 1 0 0,5-2 0 0,4 1 215 0,2-3-88 16,1-5 219-16,5-1-220 16,2-6-126-16,1-6 0 0,0-6 0 0,3 0 0 0,-2-1 0 15,-3-11 0-15,0-8 0 0,-4-2 0 16,-7-4 0-16,-2-1-29 0,-7-2-4 0,-6-3 36 15,-3-3-44-15,0-6-36 0,-3 4 38 0,-15 1-50 16,0 6 205-16,-5 2-63 0,-7 3-28 0,-7 3 86 16,0 9-111-16,-3 7 0 0,6 4 0 0,-2 2 0 15,3 2 0-15,4 11 0 0,7 4 0 0,3 4 0 16,7 4 0-16,5 3 0 0,5 3 0 0,2 3 0 16,2 9 0-16,11-3-315 0,6 3-48 0</inkml:trace>
  <inkml:trace contextRef="#ctx0" brushRef="#br0" timeOffset="132393.59">24759 9655 1922 0,'0'-10'0'0,"0"9"0"0,0-1 0 15,0 0 0-15,0 2 0 0,0 0 0 0,0 0 0 0,0 0 0 0,0 11 0 0,-2 2 0 0,-1 2 180 0,-7 1-69 0,2 7-19 16,-3-1-1-16,-2 1-49 0,2-2 11 0,-5 7-148 15,3-5 69-15,3-4 34 0,-1 0 0 0,6-9-452 16,1 0 253-16,4-4 112 0,0-6-586 0,2 0 317 16</inkml:trace>
  <inkml:trace contextRef="#ctx0" brushRef="#br0" timeOffset="132560.6">24950 9624 2045 0,'12'0'0'0,"-4"0"0"0,-1 2 0 0,-5 9 0 0,-1 5 0 0,-1 2 0 0,-1 6 0 0,-10 3 0 0,-5 3 0 0,-4 8 0 0,-1 0 188 0,0-3-63 16,-7 10-47-16,3-6-57 0,4-1 21 0,3-8-1 16,2 4 1-16,2-10-259 0,3 1 125 0,2-5 66 15,4-9 34-15,2 0-494 0,1-7 217 0,2-4 155 16,0 0-498-16,10-12 284 0</inkml:trace>
  <inkml:trace contextRef="#ctx0" brushRef="#br0" timeOffset="132709.6">24872 9945 1967 0,'9'-7'0'0,"2"1"0"0,-1 5 0 0,-1 1 0 0,0 0 0 0,0 7 0 16,0 10 0-16,-2 4 0 0,-2 7 0 0,1 2 0 0,-4 4 103 0,-1 1 350 0,-1 2-206 0,0 2-92 0,0-6-62 0,-1 1 0 15,-1-2-1-15,0-10-50 0,2 1-1 0,0-6-464 16,0-2 227-16,0-6 119 0,0-3-262 0,0-2 190 16,2-4 95-16,1-3 10 0,8-13-712 0,-8-9 357 15</inkml:trace>
  <inkml:trace contextRef="#ctx0" brushRef="#br0" timeOffset="133483.73">25097 9718 2215 0,'7'-7'0'0,"1"3"0"0,4 4 0 0,-5 0 0 0,-2 0 0 0,1 3 0 0,-3 5 0 0,2 4 0 0,-1-3 0 0,-3 4 0 0,1 0 149 16,0-2-54-16,-1 1 75 15,-1 1-69-15,0-2-30 0,0-1-195 0,0-4 82 0,0-1 42 0,0-1-73 16,0-2 52-16,-1-2 31 15,-1 0 0-15,0 0-98 0,2-6 76 0,0-9-9 16,0 2 27-16,4 0-232 0,9 0 110 0,1-1 1 16,0 3 39-16,3 2 0 0,2 1 40 0,-2 4-14 15,0 3 121-15,-2 1-47 0,-4 0-35 0,2 0 159 16,-5 7-82-16,-3 6-32 0,-3 0-1 0,-2 6 60 16,0-2-47-16,0 4-9 0,-7-3-1 0,-4 2 120 15,-3-2-67-15,3-1-10 16,0-4 10-16,-1 0-75 0,4-5 37 0,2 1-10 15,-1-4-98-15,4-1 49 0,1-2 8 0,0 0-137 16,2 0 75-16,0-2 41 0,0 2 7 0,2-2-65 16,3 0 31-16,2 0 0 0,-1 0 15 0,-1 0 62 15,0 2-24-15,-1-2-18 0,-2 1-30 0,-1 2 156 16,2-3-60-16,-1 1-31 0,-2 4 123 16,0-2-70-16,0 3-20 0,0 1-2 0,-6 0 49 0,0 3-38 15,-1 1 0-15,1 1-84 16,1-3 18-16,0 1 36 0,2 1 7 0,1-2-86 15,0 0 35-15,0-1 0 0,0-2 31 0,2-1-161 16,0 1 62-16,-1-2 43 0,1-3-43 0,-2 4 37 16,2-4-3-16,-4-1 2 0,2 1 81 0,1 2-27 15,-1-3-11-15,-2 2 67 0,2 0-39 0,2-2 2 16,0 0-27-16,0 2-78 0,0-2 41 0,0 1 0 16,9-1 49-16,6 0-88 0,3 0 38 0,6 0-1 15,-1-1-183-15,-3-8 100 16,1 2 29-16,-1-1 36 0,-5 1-144 0,-8 3 78 15,1 0 39-15,-5-1 70 0,-1 1-10 0,-2 3-21 16,0-4-1-16,-5 4 244 0,-8-1-121 0,0 2-72 16,0 0-20-16,0 0 377 0,-1 0-168 0,7 6-99 15,-2-1 130-15,2 2-50 0,4 0-74 0,1 0-30 16,2 7 33-16,0-3-32 0,0 4-1 0,3 1-96 16,9 1 26-16,1 0 0 0,1 2 36 0,-1-1-169 15,0 2 85-15,-2-4 52 16,-2 2-10-16,-1-2-139 0,-2 1 79 0,-4-4 5 15,-2 2 16-15,0-6-11 0,0 3 3 0,-7-5 4 16,-4-1 170-16,1-3-73 0,-6 0-33 0,3-3 251 16,-2 0-133-16,0 0-47 0,0-6-39 0,0-4 165 15,1-1-89-15,4 0-58 0,-1 0-70 0,1 1 0 16,4 1 0-16,1 0 0 0,0-1 0 0,5 3 0 16,0-3 0-16,0 5 0 0,3-3 0 0,6 3 0 15,5-1 0-15,2 0-552 0,3 1 239 16,6 1 106-16,1-2 91 0,4 3-686 0</inkml:trace>
  <inkml:trace contextRef="#ctx0" brushRef="#br0" timeOffset="133790.57">26186 9724 2890 0,'6'-9'-7'0,"5"7"1"0,4 0 3 0,3 1 1 0,6-2 2 0,-1 3 0 15,6 0 0-15,1 0 0 0,0 10 0 0,4 5 0 0,-2 3 308 0,1 3-133 0,-6 1 168 0,-4 4-140 0,-5 3-173 0,-6 1-30 16,-7 0 0-16,-5 2 0 0,-2 2 0 0,-18 3 0 16,-5-2 0-16,-3-6 0 0,-5-1 0 0,-1-2 0 15,2-7 0-15,-4-2 0 16,-4-3 0-16,3-7 0 0,2-1 0 0,2-5 0 15,7-1 0-15,3 0 0 0,5 0 0 0,7-7 0 16,9-8-22-16,2-6-381 0,7-3 132 0,21-9 119 16,8 3 55-16,13-5 28 0,2 1 0 0,5 2-1233 15,-6 4 620-15</inkml:trace>
  <inkml:trace contextRef="#ctx0" brushRef="#br0" timeOffset="133972.07">26694 9769 2125 0,'30'-23'0'0,"-10"7"0"0,-3 1 0 0,-8 1 0 0,-5 5 0 0,-2-1 0 0,-2 6 0 0,-2-2 0 15,-9 5 0-15,-6 1 0 0,-7 0 759 0,-1 15-350 0,1 6-189 0,-6 7-90 0,3 4 158 16,7 2-288-16,7-2 0 0,3 8 0 0,5 2 0 16,5 0 0-16,0-3 0 0,13 1 0 15,8-5 0-15,0-5 0 0,7 1 0 0,2-5 0 16,3-3 0-16,-1-7 0 0,-2-3 0 0,0-5 0 0,0-2 0 16,-5-5 0-16,3-1-184 0,-3 0-364 15,3 0 249-15,-4-1-250 0,6-11 258 16,-2-3 125-16</inkml:trace>
  <inkml:trace contextRef="#ctx0" brushRef="#br0" timeOffset="134134.91">27114 9833 2805 0,'-10'-5'0'0,"3"2"0"0,0 2 0 0,4-1 0 0,0-1 0 0,3 2 0 0,3-1 0 0,9 0 0 0,13 2 0 0,1 0 0 0,4 0 612 0,2 0-276 0,0 0-158 16,0 2-178-16,-1 1 0 0,2 2 0 0,-3-4 0 15,-2 3-304-15,2-2 16 0,-4 0 164 0,-5 0-357 16,-2 2 260-16,-6 1 141 0</inkml:trace>
  <inkml:trace contextRef="#ctx0" brushRef="#br0" timeOffset="134285.81">27184 10007 2715 0,'-17'4'0'0,"7"4"0"0,3-2 0 0,3-3 0 0,4 1 0 0,0 1 0 0,18 0 0 0,9 0 0 0,4 1 0 0,11-1 0 0,-2-1 694 0,1 2-328 16,-5-1-210-16,5 0-156 0,-3-4 0 0,1 1 0 16,-3-2 0-16,1 1 0 0,-3 2-857 0,-6-2 457 15</inkml:trace>
  <inkml:trace contextRef="#ctx0" brushRef="#br0" timeOffset="135322.62">27977 10004 2758 0,'0'-15'0'0,"0"11"0"0,0 2 0 0,0 0 0 0,4-3 0 0,10-3 0 0,4 2 0 0,5-1 0 0,5-1 0 0,14 1 0 0,1 1 111 0,10 1 455 15,8 1-268-15,-1 0-129 0,5 2-140 0,0 1-29 0,-1 1 0 0,-9 0 0 16,2 0 0-16,-8 0 0 0,-1 0 0 16,-11 1 0-16,1 3 0 0,-11-1 0 0,6 2 0 0,-13-4-1 15,-1 1-281-15,-8 0 133 0,-4-2 90 16,-2 2-891-16,-5 0 460 0,0 0 224 16,-9 1-413-16,-14 1 319 0,-3-2 160 0</inkml:trace>
  <inkml:trace contextRef="#ctx0" brushRef="#br0" timeOffset="135622.91">28298 10063 2221 0,'-28'3'0'0,"6"4"0"0,6 2 0 0,8-5 0 0,1 0 0 0,7-1 0 0,0 0 0 16,5-1 0-16,18 1 0 0,2 2 0 0,8-4 201 0,3 3-86 0,8 2-37 0,-14 1 295 0,3 1-166 0,-11 0-83 16,0 2-31-16,-4 1-8 15,-8 1 0-15,-5 1-44 0,-5 2-35 0,-3 2 0 16,-15 0 45-16,-8 2-10 0,-10 2 163 0,1 0-204 15,5-5 0-15,-3 1 0 0,8-6 0 0,0 2 0 16,3-4 0-16,12-1 0 0,0-2 0 0,5-3 0 16,5 1 0-16,0-1 0 0,7 1 0 0,18 0 0 15,5 0 0-15,8-2 0 0,0-2 0 0,9 0 0 16,-2 0 0-16,-8 0 0 0,2 0 0 16,-3 0 0-16,-8-2 0 0,0-3 0 15,-8 1 0-15,-3 0 0 0,-6 2 0 0,-1 0 0 16,-4-1 0-16,-3-1-568 0,-1 0 232 0,0-4 148 15,-2-3-484-15,0-2 316 0,0-6 147 0</inkml:trace>
  <inkml:trace contextRef="#ctx0" brushRef="#br0" timeOffset="135880.26">28170 9564 3159 0,'-17'-22'0'0,"9"11"0"0,3 2 0 0,1 2 0 0,4 2 0 0,0 0 0 0,0-1 0 0,14 2 0 0,9 2 0 0,7 2 0 0,5 0 131 0,0 4 75 16,1 9-83-16,-3 2-40 0,-3 3 78 0,-7 0-93 16,4 4-68-16,-16-3 0 0,-1 1 0 0,-10 5 0 15,0 0 0-15,-5-2 0 0,-15 2 0 16,-5-2 0-16,-3-3 0 0,-2-1 0 0,-2-2 0 0,2-5 0 16,0-4 0-16,0 1 0 0,4-6 0 0,7 1 0 15,-2-4 0-15,6 0-6 16,3 0-49-16,4 0 12 0,4 0-549 0,4-7 269 15,2-10 140-15,23-4-520 0,10-8 336 0,12-6 162 16,-2-3 83-16</inkml:trace>
  <inkml:trace contextRef="#ctx0" brushRef="#br0" timeOffset="136269.81">28583 9418 2595 0,'9'-11'0'0,"0"4"0"0,-4 4 0 0,-3 1 0 0,1 2 0 0,-3 0 0 0,0 4 0 16,-13 15 0-16,2 3 0 0,-4 6 0 0,0 4 208 0,1 5 460 0,1-2-313 0,3 3-250 0,3-3-105 15,7-1 0-15,0-7 0 0,3 4 0 0,6-8 0 16,12-4 0-16,-5-6 0 0,7-4 0 0,-2-3 0 16,3-5 0-16,-2-1 0 0,3 0 0 0,-2-3 0 15,-2-10 0-15,-5 0 0 0,5-6-113 0,-7 4-26 16,2 0-1-16,-3 2 51 0,-6 3 91 0,1 1-54 16,-4 3 11-16,-1 2 292 15,-1 2-134-15,-2 1-72 0,0 1-19 0,0 0 107 16,0 7-133-16,0 4 0 0,0 3 0 0,0-1 0 15,2 2 0-15,4 0 0 0,1 0 0 0,4-2 0 16,4-2 0-16,2-2 0 0,2-3 0 0,2-4 0 16,4-2 0-16,-2 0 0 0,-4 0 0 0,-1-8 0 15,-4-3 0-15,-2 0 0 0,-5-2 0 0,-1-2 0 16,-5-3 0-16,-1 2 0 16,0-2 0-16,-12-3 0 0,-6 4 0 0,-1 0 0 15,-6 3 0-15,-1 3 0 0,-6 4 0 0,2 1 0 16,1 4 0-16,0 2 0 0,9 0 0 0,-2 0 0 15,3 10 0-15,5 3 0 0,1 0 0 0,8 6 0 16,3 1 0-16,2 5-199 0,2-1-395 0,16 2 282 16</inkml:trace>
  <inkml:trace contextRef="#ctx0" brushRef="#br0" timeOffset="138418.64">16832 8927 2173 0,'0'0'0'0,"-3"-1"0"0,3-1 0 0,0 2 0 0,0 0 0 0,0 0 0 0,5 8 0 16,0 4 0-16,2 4 0 0,-1 0 0 0,1 9 213 0,0-1-86 0,-4 5-44 16,-1 2 287-16,0 3-165 0,-2 0-72 0,0 1 65 0,0 3-79 0,-2-2-40 15,-2 2 1-15,-1-1-60 16,0-3 30-16,2 0-10 0,1-6 0 0,0-4-136 15,0-1 69-15,2-6 33 0,0-8-288 0,0-2 157 16,0-2 73-16,0-5-425 0,0 0 194 0,0-8 130 16,0-13 6-16,0-6 59 0,0-3 0 0,0-5 48 15,-2-8 0-15,-3-1-293 0,-2-6 136 0,-3 0 84 16,-1-2 37-16,2 4 45 0,-5 1-9 0,3 11 0 16,-1-1 206-16,1 3-98 15,2 5-54-15,4 8-27 0,-2-3 591 0,7 6-297 16,0 1-88-16,0 2 363 0,10 2-258 0,10 1-130 15,3 3-63-15,5 1 33 16,6 3-39-16,0 3-27 0,1 2-72 0,-3 0 0 0,0 0 0 0,-6 7 0 16,-5 3 0-16,-2 3 0 0,-6 4 0 0,-4 2 0 15,-7 4 0-15,-2 5 0 16,0-2 0-16,-13 0 0 0,-4 3 0 0,-5-5 0 0,-3-2 0 16,-1 1 0-16,-2-5 0 0,2-1 0 15,1-2 0-15,9-5 0 0,-2-3 0 0,9-3 0 16,2 0 0-16,3-2 0 15,2 0 0-15,2 0 0 0,4-1 0 0,14 4 0 0,11-2 0 0,4 0 0 16,9 3 0-16,-3 2 0 0,2 3 0 0,-9 0 0 16,6 4 0-16,-4 4 0 0,-4 1 0 0,-6 7 0 15,-5 0 0-15,-8-3 0 0,-3 9 0 0,-6 2 0 16,-2-2 0-16,-10 7 0 0,-10-7 0 0,-5-5 0 16,-11 8 0-16,-3-9 0 15,-5-3 0-15,-2-7 0 0,-5-5 0 0,-3-5 0 16,2-3 0-16,1-4 0 15,2 0 0-15,4-3 0 0,9-5 0 0,0-10 0 0,9-3 0 0,4 1 0 16,7 1 0-16,7-1 0 0,4-1 0 16,5 1 0-16,0 6 0 0,2 0 0 0,8 2 0 15,15 4 0-15,0 6 0 0</inkml:trace>
  <inkml:trace contextRef="#ctx0" brushRef="#br0" timeOffset="140174.2">30174 9624 1728 0,'0'-2'0'15,"0"1"0"-15,0 1 0 0,0 0 0 0,0-2 0 0,0 2 0 0,0 0 0 0,0 0 0 0,3 10 0 0,1 3 0 0,-3 3 119 0,1 7-44 0,1 3 124 0,-1 0-78 0,0 2-40 0,-1 3 257 16,1-5-138-16,3 4-84 16,0-4-37-1,0 3 69-15,0-1-54 0,3-2-25 0,-4-2 28 0,2 3-55 0,-1-1 0 0,-2-5-1 16,-1 2-131-16,-2-3 65 0,0-1 44 0,0-4-247 15,0-3 130-15,-5-2 68 0,0-6-12 0,2 3-183 16,-4-5 67-16,4-2 76 0,-4 0-23 16,4 0-304-16,1-9 184 0,1-6 91 0,1-5-322 0,0-11 213 15,0-3 100-15,0-9 51 16,0-2-202-16,0-4 126 0,0 1 52 0,-2-3 43 16,-2 4-24-16,-2 9 22 15,1 1 75-15,-3 1 195 0,4 9-150 0,-3 1-38 0,4 4-1 0,0 1 184 16,3 4-116-16,0 3-58 15,3-1-39-15,7 6 693 0,12-4-242 0,1 2-193 0,4 4 216 0,5-1-204 16,-2 5-93-16,1 0-61 16,1 1 223-16,-2 2-137 0,-3 0-69 0,-4 5 89 15,2 4-84-15,-5 1-37 0,-5 5 1 0,-4-2-12 16,-7 3-67-16,-1 1 0 0,-3 6 0 0,-5 2 0 16,-13-3 0-16,-6 2 0 0,0-1 0 0,-5-3 0 15,4-1 0-15,-3-4 0 16,9-4 0-16,-2-1 0 0,4-5 0 0,7 1 0 0,2 0 0 0,4-5 0 15,4 3 0-15,0 0 0 0,0 0 0 0,12-1 0 16,13 5 0-16,2-2 0 0,3-1 0 0,1 3 0 16,3 1 0-16,1 1 0 0,-2-1 0 0,-3 3 0 15,-5 1 0-15,-11-1 0 0,2 5 0 0,-9 3 0 16,-5-2 0-16,-2 6 0 16,-4-1 0-16,-15-1 0 0,-4 3 0 0,-2-5 0 15,-5-2 0-15,-3-2 0 0,1-2 0 0,2-3 0 16,1-4 0-16,5-2 0 0,0 0 0 0,3-3 0 15,5-2 0-15,0 0 0 0,7 0 0 16,2 0 0-16,0-2 0 0,5 0 0 0,-1-6 0 0,3 3 0 16,0-3 0-16,5 0 0 15,13 4 0-15,-1-6-880 0,8 2 373 0,-2 1 232 0,-1 1-589 0</inkml:trace>
  <inkml:trace contextRef="#ctx0" brushRef="#br0" timeOffset="140441.94">31015 9358 3017 0,'0'-21'0'0,"-5"19"0"0,-2 2 0 0,-2 0 0 0,-3 0 0 0,-8 11 0 0,3 6 0 0,-1 5 0 0,-1 6 0 0,-1 11 0 15,1 2 716-15,2 8-518 0,2-1-198 0,8 4 0 0,2-4 0 0,4 1 0 16,1-9 0-16,0 9 0 0,5-9 0 15,6-5 0-15,6 0 0 0,3-1 0 0,0-4 0 0,-2-2 0 16,4-3 0-16,-4-2 0 0,-3-5 0 0,2-1 0 16,-1-4 0-16,-4-2 0 0,0-4 0 15,3-1 0-15,-7-4 0 0,7 0-437 16,-5-2 169-16,0 0-584 0,5 0 405 0,-3-6 204 16,4-10 100-16</inkml:trace>
  <inkml:trace contextRef="#ctx0" brushRef="#br0" timeOffset="140650">31155 9765 2750 0,'0'0'0'0,"0"0"0"0,0 0 0 0,2 0 0 0,3-2 0 0,3-3 0 0,7 1 0 0,0 0 0 0,10 0 0 16,3 3 0-16,2-1 134 0,5-1 661 0,0 3-543 0,5 0-252 0,5 0 0 15,-5 0 0-15,-8 0 0 0,6 0 0 16,-6 0 0-16,-7 3 0 0,1 0 0 0,-6 3 0 0,-3-2 0 15,-4 1 0-15,-3-1 0 16,-4 2 0-16,-3 2-197 0,-3-1 1 0,0 0-88 0,-3 3-670 0,-8 1 457 16,-7-3 218-16</inkml:trace>
  <inkml:trace contextRef="#ctx0" brushRef="#br0" timeOffset="140972.38">31327 9913 2399 0,'-19'5'0'0,"10"-4"0"0,3 1 0 0,1-2 0 0,2 0 0 0,3 0 0 0,0 0 0 0,3 0 0 0,8 0 0 0,5 0 0 0,10 0 172 16,-5 4 260-16,5 0-196 0,1 1-97 0,-6 1-39 16,4 3 82-16,-3 0-71 0,-5 5-35 0,-4-1 0 15,-6 2-79-15,-2 0 14 0,-5 4-11 0,0 2 0 16,-12-3 0-16,-6 1 0 16,-6 0 0-16,0-1 0 0,-5-3 0 0,4-1 0 15,-3-1 0-15,11-3 0 0,-4-3 0 0,7-2 0 16,3-1 0-16,4 0 0 0,2-4 0 0,5 0 0 15,0 2 0-15,0-2 0 0,5 2 0 0,13 0 0 16,7-2 0-16,2 0 0 16,5 1 0-16,4-1 0 0,-1 0 0 0,0 0 0 0,0 0 0 0,-3 2 0 15,-4-2 0-15,-5 0 0 16,-2 2 0-16,-5-2 0 0,-6 2 0 0,-2-2 0 16,-3 2 0-16,-3-2-6 0,1 0-215 0,-3 0-215 15,0 0 198-15,0 0 98 0,-5-8 50 0,0-7-531 16,-3-9 295-16</inkml:trace>
  <inkml:trace contextRef="#ctx0" brushRef="#br0" timeOffset="141228.78">31128 9306 2853 0,'-5'-28'0'0,"5"21"0"0,0 4 0 0,14-5 0 0,7 1 0 0,6-3 0 0,0 6 0 0,6 1 0 0,-2 0 0 0,4 3 0 0,2 0 546 0,0 9-252 0,-4 3-127 15,-1 3-96-15,-9-2-71 0,-1 6 0 0,-7 6 0 16,-8-7 0-16,-6 5 0 0,-1 3 0 0,-10 2 0 16,-13 5 0-16,-7-5 0 0,-2 0 0 15,4-5 0-15,-2-3 0 0,-1-1 0 16,-1-4 0-16,4-2 0 0,2-3 0 0,0-5 0 16,4-1 0-16,2-1 0 0,3-3 0 0,7 0-63 15,-1 0-39-15,6 0-360 0,5-1 200 0,0-14 116 16,10-8-629-16,16-9 367 0</inkml:trace>
  <inkml:trace contextRef="#ctx0" brushRef="#br0" timeOffset="141662.21">31621 9061 3497 0,'0'-1'0'0,"0"1"0"0,0 3 0 0,0 8 0 0,0 7 0 0,-11 4 0 0,-3 4 0 0,-2 6 0 0,-1 7 0 0,1 4 0 0,-1 3 284 0,10-3-134 0,-6 7-150 16,10-4 0-16,3-11 0 0,0 4 0 0,3-9 0 15,13-1 0-15,1-5 0 0,3-3 0 0,2-6 0 16,-4-5 0-16,5-7 0 0,-3-1 0 0,2-2 0 16,0 0 0-16,-3-10 0 0,-5-5 0 15,2-1 0-15,-4-3 0 0,-3 0 0 16,0 0 0-16,-7 4 0 16,0 3 0-16,-2 0 0 0,0 5 0 0,0-1 0 0,0 3 0 0,-2 4 0 15,-6 1 0-15,3 0 0 0,-2 4 0 0,4 9 0 16,-2 2 0-16,5 2 0 0,0 2 0 0,0 0 0 15,0-1 0-15,5-1 0 0,5-2 0 0,5-1 0 16,-2-3 0-16,5-4 0 0,-2-3 0 16,2-4 0-16,-1 0 0 0,-4 0 0 0,0 0 0 0,-3-7 0 15,-3-6 0-15,-4 0 0 16,-1-3 0-16,1-3 0 0,-3-1 0 0,0-1 0 16,-7-4 0-16,-4 2 0 0,-1 3 0 0,-1 1 0 15,-4 3 0-15,5 3 0 0,-4 1 0 0,4 5 0 16,1 1 0-16,2 2 0 0,3 3 0 0,-1-1 0 15,3 2 0-15,-2 0 0 0,3 2 0 0,-1 8 0 16,4 2 0-16,0 1 0 0,0 5 0 0,0 0 0 16,0 1 0-16,2 3-128 0,3 2-887 0,5-1 476 15</inkml:trace>
  <inkml:trace contextRef="#ctx0" brushRef="#br0" timeOffset="141851.26">32271 10030 3931 0,'0'-7'0'0,"3"7"0"0,-1 0 0 0,0 3 0 0,-2 1 0 0,0 3 0 0,0 3 0 0,-7 0 0 0,-2 1 0 0,-5 2 0 0,2 2 0 16,-1 2 0-16,-4-1 0 0,4-1 0 0,-4 4 0 15,-1-1 0-15,4 0 0 0,-5 5-6 0,5-1-419 16,-4-1 230-16</inkml:trace>
  <inkml:trace contextRef="#ctx0" brushRef="#br0" timeOffset="142695">32593 9726 2028 0,'-4'-2'0'0,"1"0"0"0,3 0 0 0,-2 2 0 0,-3 0 0 0,2 0 0 0,-2 6 0 0,-2 7 0 0,2 4 0 0,0 2 0 0,5 1 96 16,0 3-27-16,0-1 349 0,0 1-179 0,9-1-104 0,5-2 62 0,5-4-78 16,1-1-40-16,3-4 1 0,-3-1-58 0,9-5-10 15,-10-3 29-15,3-2-83 0,-5 0 41 16,1 0 1-16,-3-7 50 0,-2-7-81 0,-6-3 36 16,-2-1 0-16,0-7 31 0,-3 3 6 0,-2 0-63 15,0-9 45-15,-12 4 22 0,-2-2-1 0,-4 1-39 16,-3 2 11-16,-4 0 88 0,3 9-44 0,-3-1-12 15,2 5-49-15,4 4 0 16,3 4 0-16,4 1 0 0,2 2 0 0,2 2 0 0,6 0 0 0,-1 0 0 16,3 13 0-16,0 2 0 15,3 2 0-15,7 5 0 0,3-1 0 0,3 0 0 16,3-1 0-16,-2-3-827 0,12 2 370 0,-6-4 209 16,-2-4 103-16</inkml:trace>
  <inkml:trace contextRef="#ctx0" brushRef="#br0" timeOffset="142912.59">32944 9413 3441 0,'5'-16'0'0,"5"11"0"0,5 3 0 0,2 2 0 0,-1 0 0 0,-1 0 0 0,2 9 0 0,-4 9 0 0,7 7 0 0,-3 13 0 0,0 1 243 0,-4 5-91 0,0 4-57 15,-6 1-95-15,1 1 0 0,-4 0 0 0,-4 1 0 16,0-2 0-16,0 3 0 0,-12-2 0 15,-6 3 0-15,1-2 0 0,-8-2 0 0,0-3 0 0,-3-2 0 16,0-6 0-16,-4-3 0 0,-3-3 0 0,-2-4 0 16,5-2 0-16,-11 3-957 0,0-3 439 0,3 1 239 15</inkml:trace>
  <inkml:trace contextRef="#ctx0" brushRef="#br0" timeOffset="161349.87">15744 8693 325 0,'0'0'0'0,"0"0"0"0,0 0 0 0,-2 0 0 0,2 0 0 0,0 0 0 0,-2-1 0 0,2-2 0 0,0 3 0 0,0-2 0 0,0 2 18 0,0-2 0 16,0 2 0-16,0-2-23 0,0 2 21 0,0-1 5 15,0 1-4-15,0 0 10 0,0-2-10 0,0 2 0 16,0-2 42-16,0 0-36 0,0 2-5 0,0-2 0 16,0 2 42-16,0-2 1 0,0 1-36 0,2 1 41 15,-2-2-1-15,2 0-39 0,-1 0 10 16,-1 2 29-16,2-2-29 0,0 0 11 16,-2 1-13-16,2 1 25 0,1-2-23 0,-1 0 0 15,1 0 3-15,-1-2 8 0,0 0-10 0,1 1 1 16,-1-3-9-16,0 2 6 0,2-2 1 0,-2 1-30 15,-1 3-9-15,1-2 35 0,0 1 1 0,0-2-29 16,-2 4 27-16,3-2 5 0,-3 2-6 0,0-1 12 16,1 0-12-16,1 0-3 0,-2 0-46 0,0 0 53 15,2 2-7-15,-2-1 1 16,0 1 30-16,2 0-8 0,-2 0-23 0,0-2 28 0,0 2-25 0,2 0 2 16,0 0-1-16,-1-2-9 15,1 2 9-15,0 0 10 0,2-2-10 0,-3 2-30 16,3 0 0-16,-2 0 31 0,3 0-2 0,-4 0 42 15,3 0-7-15,-2 0-40 0,1 0 25 0,-1 0-25 16,0 0 5-16,0 0 9 0,0 0-9 0,-1 0 4 16,1 0-4-16,-2 0 57 0,2 0 0 0,-2 0-33 15,2 0-15-15,-2 0-25 0,3-2 25 0,-1 2 7 16,-1 0-5-16,1-2-90 0,0 2 37 16,-2-1-8-16,2 1 29 0,-2 0 15 15,0 0 1-15,0 0-31 0,0 0-10 0,0 0 37 16,0 0 0-16,0 0-54 0,0 0 45 0,0 0 2 15,0 0-10-15,0 0-33 0,0 0 41 0,0 0-4 16,0 0 7-16,0 0-57 0,0 0 46 0,0 0 4 16,0 0-57-16,0 0 52 0,0 0 1 0,2 0-12 15,-2 0 8-15,0 0 3 0,0 0-9 0,0 0-4 16,0 0 5-16,0 0 4 0,0 0-4 0,0 0 10 16,0 0-6-16,0 0-1 15,0 0 0-15,0 0 8 0,0 0-7 0,0 0 0 16,0 0 41-16,0 0-40 0,1 0 1 0,-1 0 0 15,0 0 1-15,2 0 0 0,-2 0 1 0,0 0-5 16,2 0 7-16,-2 0-3 0,2 0 3 0,0 0-13 16,-2 0 12-16,2 0-1 0,-1 0 2 0,1 0 1 15,0 0-3-15,0 0 0 0,2 0 40 0,-2 0-39 16,2 0-4-16,-2 0 3 16,3 0 49-16,-1 1-46 0,-1-1 4 0,3 2 1 15,0-2 1-15,-2 2-4 0,1-2 5 0,3 0-16 16,-3 0 15-16,2 0-2 0,-2 0 5 0,1 0-14 15,1 0 7-15,-2 0 1 0,4 0 15 0,-4 0-15 16,2 0 1-16,1 0 11 0,0 0-12 0,-1 0 0 16,0 0 0-16,2 0 4 0,0 0 0 0,2 0-1 15,-2 0-1-15,3-2-18 16,-2 0 17-16,3 1 0 0,1-5 3 0,-3 2-21 16,4-2 18-16,-2 1-4 0,1-1-30 0,0-1 28 15,-1 2 5-15,3-4 9 0,-4 3-12 0,2-1-3 16,-1 0 3-16,-1 1 45 0,0-2-43 0,1 3 0 15,-1-2-1-15,-1 1 23 0,1 1-21 0,-3 0 6 16,2-2-5-16,1 4 12 0,-3-4-11 0,0 2 7 16,3-1-37-16,-5 2 35 0,4-2-4 0,1 4-30 15,-3-5 28-15,2 2-3 0,1-1 3 0,0-1-45 16,-1 1 42-16,3-1-4 16,-1 1 3-16,1-1-32 0,0-1 30 0,0 2-3 15,0-2 3-15,2 1-19 0,-3 2 16 0,1-3-1 16,0 2-3-16,-1 1 3 0,0-1 1 0,0 0-4 15,1-1 2-15,-2 1 0 0,1 0 1 0,-1 3 3 16,1-5-3-16,-1 3 0 0,0-3 0 0,-1 1 0 16,3-1 0-16,-3 0 1 0,3-1-1 0,-2 0-1 15,-1 2 1-15,3-3 1 0,-1 3-5 0,-1-2 4 16,0 1 0-16,-1 1-13 0,3-1 13 0,-1 1-1 16,-1-2 0-16,0 2-22 15,1 1 20-15,-1-1 2 0,1 1-3 0,-1-1-16 16,-2 0 17-16,-1 1-3 0,5-3-42 0,-5 4 43 15,2 0-3-15,-3-1-7 0,1 0 7 0,0 1-1 16,1-1-1-16,-1 2 16 0,0-3-15 0,1 4 1 16,0-3-2-16,-1 0 40 0,0 0-37 0,3 0 0 15,-5 3 2-15,4-3 25 0,1 1-22 0,-1-1-4 16,1-1 0-16,0 2 3 16,1-1 3-16,1-3-30 0,-3 4 27 0,0-2-1 15,0 1 0-15,0-2-6 0,-3 2 5 0,2 2 0 16,-3 0-3-16,0-2 12 0,-1 2-12 0,2 0 2 15,-3 1-2-15,-1 1 14 0,2-1-11 0,-1-1-2 16,0-1 27-16,2 4-24 0,-2-5 3 0,3 2 14 16,-1-1-15-16,3-1-1 0,-1-1 3 0,0 1-59 15,3 0 57-15,-3-1-1 16,4-3-2-16,-1 3-31 0,0-3-3 0,2 3 33 0,6-6-4 16,1-3-14-16,-2 5 9 0,-2-2 5 15,0 2 15-15,-2 1-15 0,-2-1-5 0,0 2 5 16,-2-1-13-16,1 1 11 0,-1 0-1 0,0-3-57 15,1 1 57-15,-2 0-1 0,2-2-2 0,-1 1 15 16,2-5-14-16,-1 4 1 0,1-2-3 0,0 1 24 16,-2-1-30-16,2-1-3 15,6-3 9-15,-3 0 34 0,2 1 1 0,-3 3-33 0,-2-1 2 0,-2 2 6 16,1 1-3-16,-1 1 31 16,-4 1-30-16,3 2 1 0,-4 2 1 0,1-1-33 15,0 1 0-15,-1-1 28 0,4-1 3 0,-3 0-32 16,0 0 26-16,3-1-2 0,-2 0-14 0,1-1 13 15,0 0 3-15,-1 0-15 0,-1 3 9 0,2-4 3 16,-1 4 1-16,-2-2-8 0,0 2 7 0,3-1-1 16,0-3-4-16,-1 6 52 0,-3-3-46 0,1 3 3 15,-1 1-2-15,-1-1-12 0,0 3 8 0,0-1 4 16,0-1-38-16,0 0-1 16,-3 1 38-16,3 3-1 0,-2-2-62 0,1-2 57 15,-1 3 3-15,2-1-265 0,-2 1 124 0,2 0 51 16,0 2 25-16</inkml:trace>
  <inkml:trace contextRef="#ctx1" brushRef="#br0">6225 15810 0,'0'0'15,"0"0"1,0 0-16,0 0 15</inkml:trace>
  <inkml:trace contextRef="#ctx1" brushRef="#br1" timeOffset="1881.61">27625 16604 0</inkml:trace>
  <inkml:trace contextRef="#ctx0" brushRef="#br1" timeOffset="165910.17">15662 8639 1645 0,'-3'-2'0'0,"-1"-2"0"0,2 2 0 0,1 0 0 0,1 0 0 0,0 0 0 0,0-1 0 0,0 3 0 0,-2 0 0 0,2 0 0 0,0 0 44 0,0 0 99 15,0 0-49-15,0 0 0 0,0 0 72 0,0-1-50 16,0 1-41-16,0-1 41 0,0-1-36 0,0 2 0 16,0-2-36-16,0 2 123 0,0 0-67 0,0-2-28 15,0 2 1-15,2 0 18 0,-1 0 1 0,1 0-37 16,0 0-11-16,0 0 51 0,1 0-50 0,0 0-1 15,1 0 60-15,1 0-60 0,1 0 0 0,1 0 20 16,1 0-19-16,0 0-1 0,1 0-33 16,-2 0-11-16,1 0 0 0,0 0 0 0,-1 0 0 15,-2 0 0-15,4 0 0 0,-4 0 0 16,2 0 0-16,1-1 0 0,2 1 0 0,-3-3 0 16,2 1 0-16,-2 2 0 0,3-1 0 0,-2-2 0 15,1 3 0-15,-2 0 0 0,1 0 0 0,1 0 0 16,-1 0 0-16,-1 0 0 0,3 0 0 0,-3 0 0 15,4 0 0-15,-3 0 0 0,1 0 0 0,2 0 0 16,1 0 0-16,-3 0 0 0,2-1 0 0,-1 1 0 16,1-2 0-16,2 0 0 0,-1 0 0 0,-1 2 0 15,-2-2 0-15,6 2 0 16,-4-2 0-16,3 1 0 0,-3-1 0 0,3 0 0 16,-3 0 0-16,1 0 0 0,2 0 0 0,-1-2 0 15,2-2 0-15,0 1 0 0,0-2 0 0,0 1 0 16,2-3 0-16,-2 3 0 0,2-1 0 0,-2-3 0 15,2 3 0-15,-1-1 0 0,0 0 0 16,-2 3 0-16,2-2 0 0,-1 1 0 16,-2 1 0-16,0 0 0 0,1 0 0 0,0 0 0 15,-1-2 0-15,2 2 0 0,0-2 0 0,2-2 0 16,1 0 0-16,0 2 0 0,-1-3 0 0,1 1 0 16,2 1 0-16,-4-1 0 0,3 0 0 0,-2 2 0 15,2-4 0-15,-2 4 0 0,-1 0 0 0,0-1 0 16,0 1 0-16,2 0 0 0,-4-2 0 0,5 0 0 15,0-2 0-15,0 2 0 0,3-4 0 0,-4 2 0 16,5-3 0-16,-3 3 0 0,4-4 0 0,1 0 0 16,-3 0 0-16,2 0 0 0,-1-2 0 0,-3 5 0 15,2-6 0-15,-2 5 0 16,1-2 0-16,-1 1 0 0,1 0 0 0,-5 3 0 16,5-1 0-16,-2-1 0 0,-1 2 0 0,1-1 0 15,0-1 0-15,2 2 0 0,1-4 0 0,1 2 0 16,-3-1 0-16,1 2 0 0,2-4 0 0,-5 3 0 15,5-4 0-15,-2 3 0 0,-3-1 0 0,3-2 0 16,-2-1 0-16,-4 4 0 0,6-5 0 0,-3 2 0 16,1-3 0-16,0 1 0 0,0 0 0 0,-2 0 0 15,1-1 0-15,1 0 0 16,-2 1 0-16,2 1 0 0,-2-1 0 0,-1 4 0 16,0-2 0-16,0 0 0 0,0 2 0 0,-2 1 0 15,0-2 0-15,-1 3 0 0,-2 0 0 0,1 0 0 16,-3 0 0-16,0-1 0 0,1 1 0 0,-3 0 0 15,2 0 0-15,1 0 0 0,-1-2 0 0,-1 1 0 16,1 0 0-16,3 0 0 0,-3-1 0 0,2 0 0 16,1 1 0-16,-3-1 0 15,2-2 0-15,0 2 0 0,0-2 0 0,1-2 0 16,-3 2 0-16,0 0 0 0,1 1 0 0,1 0 0 16,-3-2 0-16,1 4 0 0,3-1 0 0,-3-2 0 15,2 2 0-15,2-2 0 0,0 2 0 0,6-6 0 16,-8 7 0-16,5-5 0 0,-4 4 0 0,2-2 0 15,-3 2 0-15,-2 0 0 0,1 2 0 0,-2 0 0 16,-3 0 0-16,0-1 0 16,-1 3 0-16,0 0 0 0,0-1 0 0,-2 2 0 15,0 0 0-15,0-2 0 0,0 4 0 0,-1-2 0 16,1 2 0-16,0 0 0 0,0-1 0 0,0 2 0 16,0 0 0-16,-1 1 0 0,1 0 0 0,0 2 0 15,0 1 0-15,-2 0 0 0,0 0 0 0,0 1 0 16,0 0 0-16,0 2 0 0,0-2 0 0,0 2 0 15,0 0 0-15,0 0 0 0,0 0 0 0,0 0 0 16,0 0 0-16,0 0 0 0,0 0 0 0,0 0 0 16,0 0 0-16,0 0 0 15,0 0 0-15,0 4 0 0,0 1 0 0,-2 1 0 16,-2 0 0-16,3 0 0 0,-1 1 0 0,-2 3 0 16,2-3 0-16,0 0 0 0,1 3 0 0,-1-1 0 15,0 1 0-15,0-1 0 0,0 2 0 0,1-2 0 16,-2 1 0-16,3 0 0 0,-2-1 0 0,0 4 0 15,-2-2 0-15,3 1 0 0,-1-1 0 0,0 1 0 16,0-4 0-16,0 6 0 0,2-1 0 0,-1-2 0 16,-1 1 0-16,2 1 0 0,-2-4 0 0,0 6 0 15,2-4 0-15,-2 2 0 16,2 0 0-16,-3 1 0 0,3-1 0 0,0 0 0 16,0 0 0-16,0 2 0 0,0-3 0 0,0 3 0 15,0-5 0-15,0 6 0 0,0-3 0 16,0 0 0-16,3-1 0 0,-1 0 0 0,0 1 0 0,0 3 0 15,0-3 0-15,-1 0 0 0,1 2 0 0,0-3 0 16,0 4 0-16,0-3 0 16,-2 2 0-16,1 1 0 0,-1-2 0 0,2 3 0 15,0-2 0-15,-2 0 0 0,2 0 0 0,0-2 0 16,-2 4 0-16,3-3 0 0,-2 0 0 0,-1 2 0 16,2-2 0-16,-2 2 0 0,2-1 0 0,-2 0 0 15,0 2 0-15,0-2 0 0,2 1 0 0,-2-1 0 16,0 2 0-16,2 0 0 0,-2 0 0 0,0 0 0 15,1 0 0-15,1 2 0 0,0-2 0 0,0-1 0 16,0 3 0-16,0-1 0 0,-1-2 0 0,1 1 0 16,0 1 0-16,0-2 0 0,0 1 0 0,0 0 0 15,-2 1 0-15,0 0 0 16,0 0 0-16,0 1 0 0,0-1 0 0,0 3 0 16,0-2 0-16,0 2 0 0,0-4 0 0,0 1 0 15,0 0 0-15,0 2 0 0,0-1 0 0,0-1 0 16,0 4 0-16,0-2 0 0,0-2 0 0,0 3 0 15,0 2 0-15,0-3 0 0,0 1 0 0,0-2 0 16,-2-1 0-16,2 2 0 0,-2-2 0 0,0-1 0 16,0 0 0-16,0 0 0 15,1-2 0-15,-1 0 0 0,0 0 0 0,2 0 0 16,-4-3 0-16,4 1 0 0,-2-1 0 0,1 1 0 16,-1-5 0-16,0 4 0 0,2-3 0 0,0 1 0 15,-2-3 0-15,2 0 0 0,0-1 0 0,0 0 0 16,0-3 0-16,-2 3 0 0,2-2 0 0,0-3 0 15,0 0 0-15,0 2 0 0,0-3 0 0,0 0 0 16,0 0 0-16,0 0 0 0,0 0 0 0,-1 0-372 16,-2 0-246-16,-1 0 276 0,-7-3 152 15</inkml:trace>
  <inkml:trace contextRef="#ctx0" brushRef="#br1" timeOffset="167022.6">15676 8610 1519 0,'-5'0'-2'0,"-1"0"1"0,0 0-1 0,2 3 2 0,2-3 0 0,2 1 0 0,0 1 0 0,0 0 0 0,0-2 0 0,6 0 0 0,6 0 125 0,0 0-38 16,2 0 10-16,-1 0 111 0,1 0-81 0,0 0-40 16,-1 0 132-16,1 0-86 0,-3-2-32 0,4 2-12 15,-2 0 35-15,2 0-39 0,-2 0 0 0,3 0 0 16,-6 0 11-16,7 0-49 0,0 0-1 0,1 0 66 15,0 0-33-15,3 0 0 0,-3 0-21 0,3 0 44 16,0 0 0-16,-1-2-58 0,1 1-44 16,-2-2 0-16,-1 0 0 0,0 0 0 15,-2 2 0-15,-1-1 0 0,-2 0 0 0,-1 0 0 16,3 0 0-16,-2 0 0 0,0 2 0 0,1 0 0 16,-2 0 0-16,1 0 0 0,1 0 0 0,0-1 0 15,4 1 0-15,-4-2 0 0,6 0 0 0,-6 0 0 16,3 2 0-16,1-2 0 0,-4 0 0 0,4 2 0 15,-4 0 0-15,4-1 0 0,-4 1 0 0,2 0 0 16,-4 0 0-16,3 0 0 16,0 0 0-16,3 0 0 0,-4 0 0 0,4 0 0 15,-4 0 0-15,2 0 0 0,0 0 0 0,0 0 0 16,-2 1 0-16,2-1 0 0,-4 2 0 0,3 0 0 16,1-2 0-16,-4 2 0 0,4-2 0 0,-2 2 0 15,0-2 0-15,-1 0 0 0,2 0 0 0,0 0 0 16,-1 0 0-16,0 0 0 0,3 0 0 0,-2 0 0 15,1 0 0-15,0 0 0 0,1 0 0 0,0 0 0 16,-2 0 0-16,0 0 0 0,0 0 0 16,-1 0 0-16,0 0 0 0,1 0 0 0,-2 0 0 15,2 0 0-15,0 0 0 0,-2 0 0 16,2 0 0-16,0 0 0 0,1 0 0 0,4 0 0 16,-1 0 0-16,-1 0 0 0,3 0 0 0,0 0 0 15,-1 0 0-15,1 0 0 0,-2 0 0 0,1-2 0 16,1 2 0-16,-5 0 0 0,4 0 0 15,-1 0 0-15,-3 0 0 0,2 0 0 0,-2 0 0 0,3 0 0 16,0 0 0-16,1 0 0 0,3 2 0 0,2-2 0 16,-4 0 0-16,8 0 0 0,-5 0 0 15,3 0 0-15,1 0 0 0,-3 0 0 16,3 0 0-16,-2 0 0 0,0 0 0 0,0 0 0 16,-5 0 0-16,2 0 0 0,1 0 0 0,-2 0 0 15,1 0 0-15,-2 0 0 0,1 0 0 0,-1 0 0 16,2 0 0-16,-3 0 0 0,3 0 0 0,-1 0 0 15,1 0 0-15,6 0 0 0,-6 0 0 16,2 0 0-16,-4 0 0 0,-1 0 0 16,1 0 0-16,0 0 0 0,-3 0 0 0,-1 0 0 15,0 0 0-15,-2 2 0 0,-4-2 0 0,5 1 0 16,-5-1 0-16,-2 0 0 0,4 0 0 0,-5 0 0 16,-1 0 0-16,-4 0 0 0,2 0 0 0,-3 0 0 15,0 0 0-15,0 0 0 0,-2 0 0 0,0 0 0 16,0-1 0-16,0-3 0 0,-11-2 0 0,2 1 0 15,-2-1 0-15,-2 0 0 0,-2 1 0 0,-4-1 0 16,1 0-570-16,-5 1-37 0,0-1 270 0</inkml:trace>
  <inkml:trace contextRef="#ctx1" brushRef="#br1" timeOffset="11352.69">26661 16633 0,'14'297'16</inkml:trace>
  <inkml:trace contextRef="#ctx1" brushRef="#br1" timeOffset="13862.03">26860 17199 0,'0'0'16,"0"0"-16,0 0 15,0 0-15,0 0 16</inkml:trace>
  <inkml:trace contextRef="#ctx0" brushRef="#br1" timeOffset="176268.61">19192 6945 2463 0,'0'-6'0'0,"0"2"0"0,0 3 0 0,0-1 0 0,0-1 0 0,0 2 0 0,0 1 0 0,0 0 0 0,-8 0 0 0,-7 4 0 0,-7 13 98 0,-8 8-27 0,-7 8-1 0,-13 11 35 16,8-6-20-16,-17 14-11 0,5-3-31 0,-5 2 23 16,-3 2-23-16,-9 5 1 0,16-11 10 0,-7 6 56 15,4-4-34-15,5-3 0 0,9 2-32 0,6-11 52 16,8-2 10-16,2-3-62 0,3 1-56 0,6-7 28 16,5-6 1-16,2 0-113 15,3-8 81-15,3-2 23 0,3-3-6 0,1-3-259 16,2-2 126-16,0-2 73 0,-2 0 11 0,0 0-116 15,0 0 46-15,-1-2 49 0,3-5-23 0,0-5-354 16,0-2 190-16,3-6 112 0,12-2-455 0,2-5 277 16</inkml:trace>
  <inkml:trace contextRef="#ctx0" brushRef="#br1" timeOffset="176542.37">18482 7253 2009 0,'2'-10'0'0,"-2"5"0"0,0 1 0 0,0 0 0 0,0 2 0 0,0 0 0 0,0 0 0 0,0 2 0 0,0 0 0 0,-6 10 0 0,-5 12 152 0,-3 3-54 16,-6 8-27-16,1-1 123 0,-5 12-80 0,-3-3-36 15,1 0 116-15,2 1-75 0,-2-3-38 0,5-3 41 16,-6 3-44-16,9-9 0 0,1 0-35 0,8-7 52 16,-1-2 0-16,6-7-41 0,2-2-11 15,2-2-6-15,0-3 7 0,2-4-1 16,19-3 1-16,5 0 1 0,10-3-45 0,3-16 0 15,7-4 0-15,0-1 0 0,3-4 0 0,2-1 0 16,-1-2-111-16,2 3 48 0,-2-1 47 0,1 3-720 16,-2 2 355-16,-3 0 127 0,0 2 111 0,-3 0-525 15,1 1 312-15,-5-1 156 0</inkml:trace>
  <inkml:trace contextRef="#ctx0" brushRef="#br1" timeOffset="176964.62">19577 6871 1352 0,'9'-20'0'0,"2"-1"0"0,1 0 0 0,-5 1 0 0,1 1 0 0,-3 2 0 0,2 2 0 0,-6 2 0 0,1 2 0 0,0 1 0 0,0 5 285 16,-2-1-121-16,0 1-60 0,0 1-30 0,-6 2 163 0,-7 2-102 0,-6 0-46 15,-3 2 49-15,-7 10-47 16,-1 3-1-16,-2 5 35 0,-7 1-46 0,11-3 0 15,0 2-35-15,-1 2 171 0,5-1-86 0,7-3-32 16,0 2-10-16,4-1 62 0,3 0-53 0,3 0-24 16,2-1-72-16,5 3 0 0,0 0 0 0,0 0 0 15,0-1 0-15,1 3 0 0,7-3 0 0,4-1 0 16,2 4 0-16,-1-3 0 0,1-2 0 0,0-2 0 16,3 2 0-16,-2-2 0 15,-1 0 0-15,-2 0 0 0,-1-1 0 0,-4-1 0 0,-2-2 0 16,-3 1 0-16,-2 2 0 0,0 0 0 15,-5 0 0-15,-15 4 0 0,-1-3 0 0,-9 2 0 16,-9-1 0-16,4 0 0 0,-4-2 0 0,-1-2 0 16,4-4 0-16,-2 1 0 0,-1-2 0 0,6-3 0 15,1-3 0-15,2-2 0 0,9 0 0 0,2 0 0 16,8 0 0-16,1 0 0 0,5 0 0 0,1-2-114 16,4 0-150-16,0-4-595 0,19 1 407 0,7-1 204 15,6-1 103-15</inkml:trace>
  <inkml:trace contextRef="#ctx0" brushRef="#br1" timeOffset="177157.14">19733 7239 3348 0,'5'-4'-11'0,"-1"-1"3"0,2 1 3 0,-5 2 1 0,1 0 2 0,0 1 0 0,0-2-3 0,-2 3 2 0,0 0 1 0,0 0 2 0,0 10 207 16,0 7-70-16,-2 8 144 0,-5 3-281 0,1 2 0 15,-1 6 0-15,-1-1 0 0,2 2 0 0,-1 9 0 16,3-7 0-16,1 2 0 0,1-1 0 0,-2 1 0 16,-2-3 0-16,-1 10-1112 0,-4-6 553 0</inkml:trace>
  <inkml:trace contextRef="#ctx0" brushRef="#br1" timeOffset="177605.75">18221 7738 1100 0,'0'0'0'0,"0"-3"0"0,0 1 0 0,0 1 0 0,-2-2 0 0,-1 3 0 0,0 0 0 0,-3 0 0 0,1 0 0 0,-2 0 0 0,-1 3-58 0,-2 7 51 0</inkml:trace>
  <inkml:trace contextRef="#ctx1" brushRef="#br0" timeOffset="21021.04">17571 17753 0,'0'0'15,"0"0"1,0 0-16</inkml:trace>
  <inkml:trace contextRef="#ctx0" brushRef="#br0" timeOffset="183590.73">6594 11949 1596 0,'0'-5'0'0,"-3"-1"0"0,3 0 0 0,-2-3 0 0,2 0 0 0,0-4 0 0,-2-1 0 0,2-1 0 0,0 0 0 0,0-1 0 0,0-3 76 0,0-1 0 0,0 2 88 15,0-2-67-15,0-1-30 0,-1 0 0 0,-1 0 44 16,-2 2-37-16,1-1 10 0,-3 1-46 0,-2 2 73 16,1 2-37-16,-4 2 1 0,-3 0 71 0,2 2-44 15,-6 1-37-15,-1 5 29 0,-1-1-28 16,-7 2 1-16,1 4-29 0,-2 0 36 16,-1 0-35-16,-1 8-1 0,0 3 0 0,-1 4 40 15,1 4-1-15,-1 2-29 0,4-1-10 0,0 2-34 16,3 2 34-16,3-2 0 0,9-5 23 0,-3 2-14 15,8-1-22-15,3-3-25 0,4 2 0 0,0 0 0 16,3 2 0-16,9-5 0 0,13 6 0 16,1-1 0-16,8-2 0 0,6-1 0 15,1-2 0-15,-6 0 0 0,10 3 0 0,-5-2 0 16,-8 2 0-16,2 4 0 0,-5 2 0 0,-6 2 0 16,-2 2 0-16,-8 3 0 0,-4 1 0 0,-5-2 0 15,-4 3 0-15,0 0 0 0,-4-4 0 0,-13 1 0 16,-1-4 0-16,-5-2 0 0,-3-2 0 0,-4-4 0 15,-2-6 0-15,-1-2 0 0,-2-3 0 0,3-2 0 16,-5-4 0-16,4 0 0 0,3 0 0 0,0-2 0 16,3-6 0-16,8 1 0 0,0-4 0 0,6 2 0 15,3-3 0-15,3 1 0 0,1 2 0 0,6-3 0 16,0-1 0-16,2 0-52 16,14-2-46-16,4 2-380 0,4 1 220 0,4 1 110 15,4-1-707-15,12 5 412 0</inkml:trace>
  <inkml:trace contextRef="#ctx0" brushRef="#br0" timeOffset="183805.31">6662 12175 3751 0,'0'5'0'0,"0"1"0"0,0-1 0 0,0 1 0 0,0-2 0 0,0 2 0 0,0-1 0 0,0 1 0 0,0 3 0 0,7 4 0 0,0 2 172 0,1 1-164 0,0 0-8 0,2 3 0 16,-2 0 0-16,1 2 0 0,-2-1 0 15,-1 1 0-15,1 0 0 16,-5 0 0-16,1-3 0 0,-2 1 0 0,-1-3-138 0,0-4-62 16,0-2 119-16,0-4 6 0,0 0-628 0,0-4 332 0,0-2 156 15,-1 0-465-15,1-20 321 0,0-18 161 16</inkml:trace>
  <inkml:trace contextRef="#ctx0" brushRef="#br0" timeOffset="183943.66">6939 11797 3512 0,'3'-5'0'0,"-1"0"0"0,1 2 0 0,-3 1 0 0,0 0 0 0,0 1 0 16,0 1 0-16,0-3 0 0,0 3 0 0,1 0 0 0,3 0 294 0,1 0-169 0,2 0-125 0,-1 0-389 0,4 3 151 0,-1 8 134 0,1 1-1031 16,1 9 581-16</inkml:trace>
  <inkml:trace contextRef="#ctx0" brushRef="#br0" timeOffset="184101.97">7032 12144 3931 0,'-7'16'0'0,"1"-5"0"0,1-2 0 0,0-1 0 0,0-3 0 0,3-2 0 0,0-3 0 0,1 0 0 0,1 0 0 0,0 0 0 0,0 0 0 0,0 0 0 0,1 0 0 16,6 0 0-16,0 0 0 0,0 0 0 0,2 0 0 15,1 0-54-15,3 0-45 0,-2 0 69 0,2 0-1200 16</inkml:trace>
  <inkml:trace contextRef="#ctx0" brushRef="#br0" timeOffset="188580.62">7656 11733 2552 0,'-1'0'0'0,"-2"0"0"0,3 0 0 0,0 0 0 0,0 3 0 0,0 11 0 16,0 0 0-16,3 4 0 0,2 5 0 0,1 7 0 0,-3 1 191 0,1 4 115 0,-2 8-135 0,0-4-67 0,-1-3-26 15,1 12-3-15,-2-4 1 0,0-9-41 16,0 5 1-16,0 0-32 0,0-5 10 0,0 1 22 0,0-5-137 16,0 2 68-16,0-5 34 0,0-2 0 15,0-3-213-15,0-4 78 0,0-3 74 0,0-7-395 16,0-2 213-16,0-4 92 0,0-3 49 0,2 0-439 16,11-23 253-16,-1-14 125 0,7-8 64 0,-3-6-392 15</inkml:trace>
  <inkml:trace contextRef="#ctx0" brushRef="#br0" timeOffset="188835.84">7897 11773 2515 0,'1'-13'0'0,"4"3"0"0,-4 4 0 0,1 3 0 0,0 3 0 0,-2 0 0 0,0 0 0 0,0 13 0 0,0 0 0 0,2-1 0 0,0 1 148 0,6 0-56 0,-2-1 9 0,6 0-37 16,0-3-1-16,3-1-61 0,-3-5 0 0,4 0 33 15,-2-3 10-15,-1 0-222 0,-1 0 106 0,-3-6 54 16,-4-5 26-16,-1-2-46 0,-2-2 45 0,-2-2-16 15,0 0 214-15,-6 2-119 0,-6-2-36 0,-4 2-54 16,2 3 198-16,-4-1-88 0,2 6-44 16,-1 2 264-16,0 1-203 0,1 2-124 15,4 2 0-15,-2 0 0 0,5 0 0 0,4 0 0 16,1 6 0-16,2 1 0 0,2 2 0 0,0 2 0 16,4 1-583-16,12 1 204 0,7-2 193 0,2-5-830 15,5-2 494-15</inkml:trace>
  <inkml:trace contextRef="#ctx0" brushRef="#br0" timeOffset="189028.9">8326 11587 3188 0,'-7'2'0'0,"1"0"0"0,1-2 0 0,1 2 0 0,3-2 0 0,1 0 0 0,0 0 0 16,10 0 0-16,10 0 0 0,3 0 0 0,4-2 384 0,3-2-174 0,0 2-88 0,2-1-223 0,0-1 64 0,-2 2 36 15,-2 0 0-15,-5 0-508 0,0 2 272 0,-3 0 145 16,-3 0 59-16,-6 0-309 16,1 0 139-16,-5 0 110 0,-5 0-743 0</inkml:trace>
  <inkml:trace contextRef="#ctx0" brushRef="#br0" timeOffset="189199.11">8447 11589 2745 0,'-13'9'0'0,"1"3"0"0,1 1 0 0,2-2 0 0,3 4 0 0,0 1 0 0,2 4 0 0,4 2 0 0,0 0 0 0,0 5 0 0,0-1 175 0,0 1-69 0,0 5 111 16,0-2-90-16,0 2-38 15,0-3-31-15,2 1-293 0,0-1 135 0,1-3 68 16,0-3-558-16,-1-3 322 0,4-3 147 0,-1-2 78 16,4-8-372-16,3-7 96 0</inkml:trace>
  <inkml:trace contextRef="#ctx0" brushRef="#br0" timeOffset="189930.33">8569 11620 2745 0,'0'-5'0'0,"0"4"0"0,0 1 0 0,0 1 0 0,0 18 0 0,0 7 0 0,1 6 0 0,3 5 0 0,3 14 0 0,-2-2 0 0,2 5 571 16,-1 12-267-16,-1-5-135 0,2-6-27 0,-2 13-142 15,-1-15 0-15,-1 7 0 0,2-3 0 0,-2-3-29 16,-2-2-3-16,1-2-192 0,0-4 130 0,-2-8 64 15,0-2 33-15,0-10-463 0,0-5 134 0,-2-8 156 16,-1-6 75-16,-3-3-356 0,-1-4 208 16,1-4 104-16,-4-22-218 0,1-9 165 0,2-6 79 15,-5-7 38-15,-1-16-166 0,1 0 102 16,0 4 44-16,-3-16-137 0,2 8 116 0,2 15 58 16,0-5 35-16,-1 9 23 0,3 11 0 0,-1 4 0 15,-1 11 0-15,2 0 289 0,1 4-180 0,2 9-72 16,4 2 654-16,0 5-343 0,0 1-100 0,2 1-108 15,0 1 158-15,0 0-132 0,6 1-56 16,4 10-41-16,-1-1-53 0,-2 3 20 16,2 2-1-16,-4 1-90 0,1 0 54 15,-5 3 14-15,-1-1-1 0,0 2-185 0,0 0 104 0,-1 1 53 16,-7-3 34-16,-4 1-115 0,3-2-6 0,-2 0 50 16,1-4 121-16,1 0-40 0,2-4-28 0,1 1 150 15,0 1-74-15,1-3-39 0,1 1-3 0,2 1 72 16,1-1-24-16,-1 2-32 0,2-1 15 0,0-3-20 15,0 3-2-15,0-5 1 0,0 3-9 0,0-5-55 16,3-1 28-16,6-2 0 0,3 0-118 0,3-2 74 16,6-14 13-16,-1-7-129 15,1-1 69-15,7-9 43 0,-3 3 4 0,-1 1-96 16,6-9 49-16,0 5 33 0,-1-2-2 0,-1 3 148 16,-5 6-66-16,4-1-41 0,-2 7 6 0,-3 3 167 15,-4 6-86-15,2 3-47 0,-1 3 301 0,-1 4-127 16,-1 1-92-16,0 0 62 0,0 0-70 0,-2 6-33 15,0 5 0-15,-2 1-73 0,1 3 16 0,-4 0-1 16,-4 0 23-16,-2 2-146 0,-3-2 73 0,-1 1 46 16,0-1-9-16,-3-1-60 15,-10-3 45-15,0-1-23 0,-6 0-60 0,2-7 24 16,-3-1 36-16,-1-2 49 0,0 0 1 0,1 0-43 16,2-2 17-16,1-7 160 0,4-1-74 0,2 1-30 15,3 2 0-15,5 1 285 0,-1-1-151 0,4 6-170 16,0-3-5-16,0 2 0 15,12 2 0-15,10 0 0 0,-1 10 0 0,5 7 0 0,1 4 0 0,1 3 0 16,4 6 0-16,-2 2 0 16,-3 0 0-16,-1-2 0 0,6 5 0 0,-3-2 0 15,-1-2 0-15,-3-6 0 0,3 1 0 0,-2-2 0 16,1-1 0-16,1-2-1075 0</inkml:trace>
  <inkml:trace contextRef="#ctx0" brushRef="#br0" timeOffset="190353.31">9202 11732 2535 0,'2'-16'0'0,"3"7"0"0,4 3 0 0,5 1 0 0,1 0 0 0,2-1 0 0,1 3 0 0,3-3 0 0,2 5 0 0,11-3 0 0,-2 2 251 0,0-2-107 15,-1 3-54-15,3-1 134 0,-2 0-84 0,0 1-57 16,0-1-23-16,-4-1-49 0,-7 2 1 0,-1 1 24 16,-4 0-316-16,-4 0 153 0,-2 0 82 0,-4 0-597 15,-4 0 335-15,-2 0 72 0,0 0 112 0,-6 6-545 16,-8-1 315-16</inkml:trace>
  <inkml:trace contextRef="#ctx0" brushRef="#br0" timeOffset="190611.65">9408 11709 1934 0,'-13'2'0'0,"4"2"0"0,2 1 0 0,0 3 0 0,6-1 0 0,1 5 0 15,0 1 0-15,0 6 0 0,0 3 0 0,0 9 0 0,0 2 90 0,1 8 392 0,-1 0-223 0,0-1-102 0,0 8 98 0,-1-6-110 16,-5-8-53-16,0 1 77 0,-4 1-66 15,0-4-25-15,1-4-8 0,0-5 27 0,0-4-97 0,2-2 0 16,3-6 0-16,1-2 0 16,-1-3 0-16,4-1 0 0,0-2 0 0,0-2 0 15,6-1 0-15,8 0 0 0,9 0 0 0,5 0 0 16,0 0 0-16,6-1 0 0,0-4 0 0,1 0 0 16,2-1 0-16,-2-1 0 0,-1 3 0 0,0 2 0 15,-6-1 0-15,-3 1-156 0,-2 1-246 0,-2-2 182 16,-2 0-696-16,-6 2 439 0,-2-1 221 0</inkml:trace>
  <inkml:trace contextRef="#ctx0" brushRef="#br0" timeOffset="190853.83">9687 11953 2191 0,'0'-6'0'0,"0"1"0"0,4-1 0 0,3 0 0 0,6 2 0 0,4 1 0 0,1 1 0 0,3 2 0 15,0 0 0-15,6 0 0 0,-11 5 36 0,5 7 676 0,-5 1-342 0,0 2-167 16,-5 2 55-16,-3-1-111 0,-4 6-133 0,-3-2-14 16,-1 6 0-16,-3-1 0 0,-13 1 0 0,-2-1 0 15,-6-1 0-15,-1 0 0 0,-3-3 0 0,-1-1 0 16,1-6 0-16,2-5 0 0,4-2 0 0,-1-3 0 16,4-1 0-16,4-3-29 0,5 0-56 0,1-3-637 15,9-11 342-15,0-6 163 0,9-10-535 0,16-3 358 16,2-7 178-16</inkml:trace>
  <inkml:trace contextRef="#ctx0" brushRef="#br0" timeOffset="191015.21">9999 11835 3340 0,'11'-6'0'0,"-4"3"0"0,-4 0 0 0,-3 3 0 0,0 0 0 0,-3 10 0 0,-12 6 0 0,0 7 0 0,2 3 0 0,-2 2 0 0,0 3 156 0,4-1 279 0,3 2-435 0,4-2 0 15,4-4 0-15,0 4 0 0,2-3 0 0,12-3 0 16,2-1 0-16,7-3 0 0,1-3 0 0,3-1 0 15,3-8-63-15,0-2-243 0,-1-5 172 0,1-1-1020 16,-3 0 550-16,3-3 289 16</inkml:trace>
  <inkml:trace contextRef="#ctx0" brushRef="#br0" timeOffset="191174.21">10289 12104 3160 0,'0'0'0'0,"-2"0"0"0,2 0 0 0,-1 0 0 0,-1 0 0 0,0 5 0 0,0 4 0 0,2 1 0 0,0 5 0 0,-2 0 0 0,1 2 305 0,-6 1-135 16,2 3 61-16,1 0-166 0,-3-2-65 0,1-1 0 16,1-3-2-16,-2 1-1 0,2-7 0 0,-2-2-649 15,1-1 354-15,1-1 162 0,0-5 87 0,2 0-917 16</inkml:trace>
  <inkml:trace contextRef="#ctx0" brushRef="#br0" timeOffset="191396.18">10443 11812 3931 0,'22'-3'0'0,"2"1"0"0,6 2 0 0,-8 0 0 0,-1 0 0 0,3 5 0 0,-5 9 0 0,2 4 0 0,-2 2 0 0,-5 3 0 0,0 2 0 0,-7 5 0 0,-3 0 0 0,-2 2 0 16,-2-2 0-16,-2 0 0 0,-12 0 0 15,-2 2 0-15,-3-4 0 0,-3-2 0 0,-3-1 0 0,-5-4 0 16,0-3 0-16,-2-3 0 15,1-3 0-15,6-6-400 0,2-5 45 0,7-1 117 0,4 0 102 0,8-12 43 16,4-14-714-16,7-9 389 0,18-9 192 16</inkml:trace>
  <inkml:trace contextRef="#ctx0" brushRef="#br0" timeOffset="191578.68">10894 11726 3931 0,'4'-4'0'0,"-4"4"0"0,0 0 0 0,-7 4 0 0,-14 11 0 0,-2 6 0 0,0 3 0 0,0 6 0 0,-2 7 0 0,4 1 0 0,8-6 0 0,3 6 0 16,3-1 0-16,7-1 0 0,0-3 0 16,2 1 0-16,13-3 0 0,3-5 0 0,5 0 0 0,4-1 0 15,-1-5 0-15,1-3 0 0,-1-4 0 0,-1-6-305 16,-2-2-106-16,0-5 69 0,0 0-586 16,-3 0 446-16,4-5 223 0,-11-7 112 15</inkml:trace>
  <inkml:trace contextRef="#ctx0" brushRef="#br0" timeOffset="191736.11">11037 11962 3167 0,'-11'-8'0'0,"3"3"0"0,3 2 0 0,0-4 0 0,2 4 0 0,3-1 0 0,0 1 0 0,1-3 0 0,22 2 0 0,2 0 0 0,5 1 150 0,4 1 153 0,3 1-125 0,10-4-75 16,-6 4-73-16,0-4-30 0,1 1-240 15,-6 1 92-15,3-1 87 0,-3 3-661 0,-6-2 378 16,-7 2 190-16,-2 1-715 0,-11 0 408 15,-2 0 217-15</inkml:trace>
  <inkml:trace contextRef="#ctx0" brushRef="#br0" timeOffset="191895.05">11319 11617 3060 0,'-12'-6'0'0,"3"5"0"0,0-2 0 0,3 3 0 0,0 0 0 0,4 4 0 0,2 11 0 0,0 6 0 16,0 3 0-16,0 6 0 0,0 4 80 0,2 2 430 0,0 0-229 0,2 9-281 0,-3-4 0 0,1-1 0 15,1 1-14-15,1-5-6 0,-2 3-762 16,1 1 404-16,4-3 208 0,3-2 102 16,1-3-976-16</inkml:trace>
  <inkml:trace contextRef="#ctx0" brushRef="#br0" timeOffset="192340.63">11803 12040 2731 0,'2'-21'0'0,"-2"-5"0"0,0 1 0 0,0-1 0 0,-4 1 0 0,-3 5 0 0,-2-3 0 0,-1 4 0 0,-1 2 0 0,-2 7 0 0,-1 2 190 0,2 4 220 0,-4 2-191 15,0 2-92-15,-2 12-45 0,-1 8-23 0,1 10-1 16,3 6-13-16,2 6-35 0,7 2-10 0,5-1 0 16,1 1 0-16,0-9 0 0,3 3 0 0,10-3 0 15,1-6 0-15,0-4 0 0,0-7 0 0,2-3 0 16,0-5 0-16,-3-6 0 0,0-4 0 0,-2 0 0 15,0-3-267-15,-1-16 61 0,-1-7 92 16,-2-4-8-16,1-9 43 0,-5-3 0 16,4-3 42-16,-4-4-91 0,1-5 50 0,2-12 0 15,-3 2 42-15,4-3-152 0,2-7 76 0,-2 15 29 16,2-5 9-16,-3 9-35 0,-2 20 36 0,-2 5 0 16,-2 6 242-16,0 12-112 0,0 1-42 0,0 8-25 15,-2 3-1-15,-6 5-24 0,2 20-1 0,5 5 1223 16,1 13-597-16,0 0-580 0,0 5-10 0,0-1 0 15,1 5 0-15,5 3 0 0,2-3 0 0,-1 3 0 16,1-4 0-16,-1-2 0 16,1-1 0-16,0-9 0 0,-3 1 0 0,-1-2 0 15,1-4 0-15,1-6 0 0,-5-6 0 0,4-3-144 16,-3-6-210-16,0 0 139 0,-1-3 90 0,1-2-587 16,0-7 339-16,0-1 159 0,0 0-419 0,1-5 299 15,3-22 149-15,2-10 75 0</inkml:trace>
  <inkml:trace contextRef="#ctx0" brushRef="#br0" timeOffset="192537.17">11976 11968 2820 0,'4'-35'-1'0,"1"12"1"0,3-4-1 0,-2 8 1 0,3 2-1 0,-2 5 1 0,5 3 0 0,1 3 0 0,2 3 0 0,4 2 0 0,0 1 212 0,3 0-89 0,0 10 323 0,-2 2-196 16,4 5-167-16,-4 2-83 0,-2 0 0 0,-7-2 0 16,-1 5 0-16,-1-1 0 0,-7 2 0 0,-2 3 0 15,-2-3 0-15,-14-1 0 0,-4 0 0 16,-4-1 0-16,-7-2 0 0,0 0 0 0,-5-6 0 0,1 0 0 15,0-6 0-15,11-1-79 16,0-4-70-16,4-2-228 0,11 0 167 0,0 0 87 16,9-11 44-16,0-11-590 0,17 1 322 0,13-7 155 15,2-2 79-15</inkml:trace>
  <inkml:trace contextRef="#ctx0" brushRef="#br0" timeOffset="192711.64">12380 11780 3123 0,'11'-7'0'0,"-3"1"0"0,-4 4 0 0,-4 1 0 0,-2 1 0 0,-14 0 0 0,-5 15 0 0,1 2 0 0,-1 4 0 0,5 3 0 0,0 0 163 0,6 2 439 0,1 2-559 0,8 2-43 16,1 3 0-16,0-5 0 0,1 2 0 0,13-5 0 15,2 2 0-15,5-4 0 0,4-5 0 0,3-5 0 16,2-3 0-16,0-6 0 0,2-4 0 0,0 0 0 16,-5 0-194-16,3-4-73 0,-4-8-673 0,-4 0 452 15,-5-2 226-15</inkml:trace>
  <inkml:trace contextRef="#ctx0" brushRef="#br0" timeOffset="193064.61">12590 11554 2521 0,'-1'-5'0'0,"1"2"0"0,1-4 0 0,7 2 0 0,7 0 0 0,2 0 0 0,7 2 0 0,1 1 0 0,-2 1 0 0,6 1 0 0,-1 0 286 0,-3 0-117 0,7 0-71 16,-6 0-17-16,0 0-23 0,-6 0-1 0,1 0-21 15,-7 0 118-15,-1 0-64 16,-2 0-27-16,-5 1 174 0,-2 1-156 0,-2 0-81 16,-1 1 0-16,-1 3 0 0,0 1 0 0,-1 5 0 15,-7 1 0-15,2 2 0 0,0 5 0 0,3 7 0 16,1 0 0-16,2 3 0 0,0 3 0 0,0 3 0 16,0 8 0-16,0-3 0 0,4 0 0 0,3 0 0 15,3 1 0-15,-1-9 0 0,2 5 0 16,1-3 0-16,-1-4 0 0,0-3 0 0,-1-10 0 0,-1 2 0 15,-4-7 0-15,-1-2 0 16,0-6 0-16,-3-1 0 0,2-2 0 0,-3-2 0 16,-3 0 0-16,-13 0 0 0,-7 0 0 0,-3-6 0 15,-2-1 0-15,-6 0 0 0,-2-3 0 0,-6-1 0 16,0 1 0-16,-3 3 0 0,-3-1 0 0,-3 7-215 16</inkml:trace>
  <inkml:trace contextRef="#ctx0" brushRef="#br0" timeOffset="193795.79">13849 11765 1796 0,'-8'-11'0'0,"0"0"0"0,-1 0 0 0,0-3 0 0,-3 1 0 0,0 2 0 0,-4-1 0 0,0 1 0 0,-5 5 0 0,-2 3 0 0,-2 1 190 0,-2 2-78 0,-1 0-37 16,-2 8 257-16,0 9-157 0,1 3-56 0,3 4 304 16,3 5-193-16,7 0-97 0,2 4-49 0,9-1 157 15,5-6-220-15,0 2-21 0,3-2 0 16,16-1 0-16,6-3 0 0,3-3 0 0,4-2 0 0,4-3 0 15,7-3 0-15,-8-4 0 16,1-4 0-16,2 1 0 0,-4-4 0 0,-1 0 0 16,-3 0-246-16,1 0 129 0,-5 0 1 0,-2-5-821 15,4-4 455-15,-2-2 223 0,-1-4 112 0</inkml:trace>
  <inkml:trace contextRef="#ctx0" brushRef="#br0" timeOffset="193992.33">14138 11549 3371 0,'-2'0'0'0,"0"0"0"0,2 0 0 0,0 0 0 0,0 0 0 0,11-2 0 0,10-1 0 0,6-2 0 0,3 2 0 0,2 1 0 0,3-2 133 0,1 3 116 0,-1-2-111 0,1 1-98 16,0 1-40-16,-2-1-239 0,-4 2 83 0,-5 0 105 15,-4 0 39-15,-3 0-312 0,-7 0 179 0,-4 2 91 16,-5 4-749-16,-2-1 313 0,0 3 232 0,-11-1-323 15</inkml:trace>
  <inkml:trace contextRef="#ctx0" brushRef="#br0" timeOffset="194267.4">14269 11481 2002 0,'-16'0'0'0,"2"0"0"0,1 5 0 0,4 3 0 0,1 4 0 0,4 3 0 0,2 6 0 0,2 1 0 0,0 8 0 16,0 5 0-16,0 5 93 0,0 0 338 0,0 5-198 0,0-6-89 0,0 14 133 0,0-8-121 15,0 0-60-15,-5-7 36 16,-2-1-49-16,-1-8-14 0,-3 2-9 0,1-8 95 16,1-2-155-16,1-7 0 0,3-2 0 0,-1-3 0 15,3-3 0-15,-1-4 0 0,4 0 0 16,0-2 0-16,0 0 0 0,0 0 0 0,9 0 0 16,8 0 0-16,7 0 0 0,-1-2 0 0,1 0 0 15,8 0 0-15,-2 2 0 0,-1 0 0 0,1 0 0 16,-2 0 0-16,-4 0 0 0,6 6 0 0,-6-1 0 0,-1 1 0 15,-2 0 0-15,-1-1-632 0,-1-1 161 16,0-2 223-16,0-2-617 0,0 0 414 16</inkml:trace>
  <inkml:trace contextRef="#ctx0" brushRef="#br0" timeOffset="194550.21">14635 11801 3364 0,'-12'-8'0'0,"-2"5"0"0,1 0 0 0,1 3 0 0,0 0 0 0,4 0 0 0,-1 12 0 0,3-1 0 0,6 7 0 0,0-2 0 0,0 5 172 16,10-3-59-16,4 5 99 0,6-4-142 0,1-2-70 16,2-2 0-16,2-4 0 0,0-5 0 0,5-1 0 15,-4-5 0-15,0 0-25 0,-6 0-12 0,1-3 37 16,-1-9-212-16,-8-1 119 0,-1-2 48 0,-5-2-71 16,-3-1 15-16,-3-1 42 0,0-4-43 0,-5 1 261 15,-8-1-109-15,-4 2-42 0,-1-1-1 16,-3 5 89-16,2 4-48 0,-9-2-32 15,2 5 34-15,1 5 231 0,1 3-206 0,-3 2-75 16,9 0 0-16,-3 0 0 0,5 6 0 0,2 3 0 16,7 2 0-16,1 4 0 0,6 4 0 0,0 4-651 15,0-3 216-15,15 3 209 0,4-3 51 0,7 1-759 16</inkml:trace>
  <inkml:trace contextRef="#ctx0" brushRef="#br0" timeOffset="194732.03">15138 11969 3754 0,'0'10'0'0,"0"4"0"0,-5-3 0 0,-4 0 0 0,-2-1 0 0,-1-1 0 0,1 1 0 0,0 3 0 0,-1-1 0 0,3 2 0 16,0 1 177-16,3-2-177 0,0 0 0 0,3-1 0 0,-1-2 0 0,2 0 0 16,0-1 0-16,-1-1 0 0,1-2-196 0,0-5 106 15,0 1-819-15,1 0 468 0,-2-2 233 0,3 0-28 16,0-5-244-16</inkml:trace>
  <inkml:trace contextRef="#ctx0" brushRef="#br0" timeOffset="194982.66">15325 11611 3033 0,'8'-7'0'0,"4"2"0"0,2 2 0 0,1 1 0 0,-2 1 0 0,4 1 0 0,4 0 0 0,0 1 0 0,0 10 0 0,2 4 0 0,-2 7 86 0,-3-2-25 0,-2 1 9 16,-3 10 524-16,-4-4-507 0,-6 5-87 0,-3 2 0 16,0 0 0-16,-12 1 0 0,-8 3 0 0,-7-5 0 15,-1-1 0-15,-2-1 0 0,-4-3 0 0,1-7 0 16,-9-1 0-16,8-5 0 0,-2-5 0 0,4-5 0 16,10-3 0-16,2-2 0 0,4 0-240 0,7-6-79 15,7-14 142-15,2-5-651 16,11-9 396-16,16-3 190 0,6-3 108 0,10-8-305 0</inkml:trace>
  <inkml:trace contextRef="#ctx0" brushRef="#br0" timeOffset="195399.51">15708 11572 3418 0,'17'-15'0'0,"-2"4"0"0,-4 3 0 0,-5 0 0 0,-2 7 0 0,-4-2 0 0,0 3 0 0,-5 4 0 0,-13 15 0 0,-3 4 0 0,1 4 154 0,-3 3 205 0,-3 9-359 0,5 2 0 15,5 4 0-15,2 2 0 0,7-7 0 0,3 6 0 16,4-10 0-16,0 0 0 0,5-4 0 0,11-6 0 15,0-8 0-15,11 1 0 16,-4-9 0-16,3-9 0 0,-1-1 0 0,-2 0 0 16,-4-1 0-16,1-13 0 0,-4-1 0 0,-2-3 0 15,-3-1 0-15,-4 0 0 0,-4 1-9 0,-1 3 18 16,0-1-9-16,-2 7 0 0,0 0 0 16,0 3 0-16,-5 3 0 0,-3 1 0 0,-1 2 0 0,-1 0 0 15,3 14 0-15,2 7 0 0,1 0 0 0,4 5 0 16,0 1 0-16,0-2 0 15,5 0 0-15,6-8 0 0,3 2 0 0,0-1 0 16,6-8 0-16,-4-5 0 0,5-1 0 0,-2-4 0 16,-1 0 0-16,2-1 0 0,-8-11 0 0,0 1 0 15,-5-4 0-15,-1-2 0 0,-4-1 0 0,-2-3 0 16,0-3 0-16,-6 3 0 0,-6 0 0 0,-4 0 0 16,0 6 0-16,-4 0 0 0,1 4 0 0,-3 2 0 15,1 2 0-15,2 4 0 0,7 1 0 0,-2 0 0 16,3 2 0-16,4 0 0 0,1 0 0 0,4 2 0 15,2 3 0-15,0 5-95 16,0-2-202-16,8-1 120 0,6-1-766 0,2-5 453 16,2-1 219-16,-1 0 122 0</inkml:trace>
  <inkml:trace contextRef="#ctx0" brushRef="#br0" timeOffset="195830.07">16012 11478 2571 0,'-1'-6'0'0,"1"2"0"0,0 0 0 0,0-3 0 0,1-1 0 0,10 3 0 0,7-1 0 0,5 1 0 0,-2 3 0 0,6 0 0 0,-1 2 110 0,-1 0 195 0,5 0-139 0,-2 0-65 16,-3 0 14-16,0 0-40 0,-6 0 0 0,2 2 15 16,-4 2-31-16,-5-2-1 0,-3 2-23 0,-2-2 114 15,-3-1-127-15,-1 1-22 16,-1 0 0-16,-2-1 0 0,0 2 0 0,0 0 0 0,0 1 0 15,0 1 0-15,-2-1 0 0,-3 6 0 16,1 1 0-16,1 1 0 0,-1 2 0 0,2 5 0 16,0 1 0-16,2 5 0 0,0 1 0 0,0 4 0 15,0 4 0-15,0 1 0 0,6 8 0 0,1-4 0 16,0 3 0-16,3-3 0 0,-2 6 0 0,-3-8 0 16,2 3 0-16,0 0 0 0,-4-2 0 0,1 0 0 15,-2-7 0-15,0-3 0 16,-2-1 0-16,0-4 0 0,0-4 0 0,0-5 0 15,0-4 0-15,0-2 0 0,0-2 0 0,-2-5 0 16,-4-1 0-16,-4 0 0 0,-1 0 0 0,-4 0 0 16,-1-1 0-16,-7-8 0 0,0 4 0 0,-2 2 0 15,-4-4 0-15,5 6 0 0,-10-3 0 0,2 2 0 16,-2 2 0-16,1 0 0 0,1 0 0 0,5 0 0 16,1 7 0-16,5 3-806 0,5-1 150 0</inkml:trace>
  <inkml:trace contextRef="#ctx0" brushRef="#br0" timeOffset="196002.86">16786 12424 3931 0,'0'0'0'0,"0"0"0"0,2 0 0 0,0 0 0 0,0 0 0 0,-2 0 0 0,0-1 0 0,0-3 0 0,0-4 0 0,-6 1 0 0,-1-3 0 0,1 3 0 16</inkml:trace>
  <inkml:trace contextRef="#ctx0" brushRef="#br0" timeOffset="199002.22">17428 11872 1874 0,'-14'-13'0'0,"4"3"0"0,-3-1 0 0,1 1 0 0,-1-6 0 0,4 1 0 0,-1-2 0 0,3-1 0 0,5-3 0 0,2 0 0 0,0-5 85 0,5 3 231 0,13 1-138 16,2-1-69-16,6 4-25 0,4 3 185 0,2 3-115 16,2 3-57-16,1 4 160 0,0 5-109 0,-3 1-45 15,0 1-36-15,-6 15 95 0,0 4-134 0,-5 7-28 16,-4 5 0-16,-6 3 0 0,-4 8 0 0,-5 2 0 16,-2 3 0-16,-2 0 0 15,-12-1 0-15,-2-6 0 0,-8 9 0 0,2-11 0 16,-6-3 0-16,-1-7 0 0,3-6 0 0,-6-3 0 15,0-4 0-15,0-5 0 0,4-3 0 0,3-3 0 16,2-4 0-16,4-1 0 0,3 0 0 0,7 0 0 16,2 0 0-16,3 0 0 0,2 0 0 0,2 0 0 15,0 0 0-15,11 0 0 0,12 0 0 0,-1 0 0 16,6-1 0-16,4 1 0 0,2-2 0 0,0 0 0 16,0 1 0-16,0-2 0 0,-2 1 0 0,-1 1 0 15,0-1 0-15,-1-2 0 0,-2 0 0 16,0-1 0-16,-2-3-80 0,4-1-154 15,-4-5-400-15,2-2 297 0,1-7 149 0,1-5-753 16</inkml:trace>
  <inkml:trace contextRef="#ctx0" brushRef="#br0" timeOffset="199265">18059 11632 2732 0,'-6'-6'0'0,"3"5"0"0,-1-1 0 0,0 2 0 0,4 0 0 0,0 0 0 0,0 7 0 15,0 5 0-15,10 3 0 0,3-3 0 0,2 5 109 0,2-4 207 0,1 2-143 0,2-5-67 0,-1-1-33 0,2-6-161 16,0-3 64-16,-2 0 42 0,-4 0-162 0,-2-4 92 16,-1-10 46-16,-7 0 0 0,-3-4 14 0,-2 0-10 15,0-1 3-15,0-1 111 0,-13-4-74 0,-2 6-28 16,0 0-53-16,-2 2 288 0,0 1-108 0,0 3-58 16,-2 5 60-16,3 2-139 0,2 3 0 15,-1 0 0-15,5 2 0 0,-1 0 0 0,4 9 0 16,2 4 0-16,3 2-255 0,2 2 46 15,0 2 87-15,0 2-310 0,2-2 159 0,7 1 121 16,5-3 16-16,2 5-566 0,-1-10 331 0</inkml:trace>
  <inkml:trace contextRef="#ctx0" brushRef="#br0" timeOffset="199756.39">18749 11344 3033 0,'-4'-7'0'0,"0"3"0"0,2 2 0 0,0 0 0 0,0 2 0 0,0 0 0 0,2 0 0 0,0 0 0 0,0 15 0 0,0 6 0 16,2 6 119-16,2 7 407 0,4 7-273 0,-3 4-253 0,1 4 0 0,-1 1 0 15,1 3 0-15,-2 3 0 0,0-1 0 0,0-1 0 16,1 0 0-16,-1-4 0 0,-1 0 0 0,3-4 0 16,-2-11 0-16,0 0 0 0,0-8 0 0,-1-3 0 15,-1-3 0-15,0-10 0 0,0-2 0 0,0-3 0 16,-2-4 0-16,0-2 0 0,0 0 0 0,0 0 0 16,0-8 0-16,-4-6 0 0,-1-3 0 15,-5-7 0-15,0 2 0 0,-1-7 0 16,-4-2 0-16,0 0 0 0,-2 1 0 0,-1 3 0 15,-1 5 0-15,-2 4 0 0,1 9 0 0,-3 4 0 16,-5 3 0-16,1 2 0 0,-1 11 0 0,1 7 0 16,6 5 0-16,3-2 0 0,2 7 0 0,6-4 0 15,4 3 0-15,5 0 0 0,1-1 0 0,0-5 0 16,3 7 0-16,9-4 0 0,-1-3 0 0,2-3 0 16,4-1 0-16,-1-2 0 0,2-3 0 15,1-3 0-15,-1-3 0 0,1-1 0 16,1-3 0-16,-2-2 0 0,1 0 0 0,1 0 0 15,-1 0-33-15,2-2-488 0,3-5 240 0,-2 1-361 16,7-3 306-16</inkml:trace>
  <inkml:trace contextRef="#ctx0" brushRef="#br0" timeOffset="202542.19">19716 11949 1362 0,'-6'-10'0'15,"3"3"0"-15,-1 0 0 0,0-1 0 0,-2 1 0 0,4 1 0 0,0 0 0 0,2 2 0 0,0 3 0 0,0-1 0 0,0 2 326 0,0 0-143 0,2 0-71 0,4 6-37 0,2 6 316 16,-1 4-181-16,2 5-85 16,-2 1-43-16,0 4 169 0,-2 3-106 0,-3 1-43 0,2 2-36 0,-2-1 323 15,-1 1-277-15,1 0-112 16,-2-1 0-16,0-7 0 0,2 6 0 0,-2-8 0 0,0-1 0 0,2-1 0 16,-2-2 0-16,3-7 0 15,-3 0 0-15,1-3 0 0,-1-2 0 0,0-5 0 16,0 1 0-16,0-2 0 0,0 0 0 0,0 0 0 15,0 0 0-15,0 0 0 0,0 0 0 0,0-2 0 16,-4-3 0-16,0-1 0 0,2 2 0 0,-1-2-106 16,3 1-21-16,0-1-713 0,0-2 400 0,0 0 201 15,3-4 99-15</inkml:trace>
  <inkml:trace contextRef="#ctx0" brushRef="#br0" timeOffset="202788.25">20027 11801 3505 0,'0'-4'0'0,"0"4"0"0,0 0 0 0,0 0 0 0,6 0 0 0,4 0 0 0,1 0 0 0,4 0 0 0,2 0 0 0,2 0 0 0,4 0 134 16,0 0 158-16,6 0-292 0,-3 0 0 0,-1 0 0 15,-3 0 0-15,0 0 0 0,1 0 0 0,-4 2 0 16,-1-2 0-16,0 0 0 0,-6 0 0 0,-1 0 0 16,-2 0-191-16,-2 0 65 0,-2 0-1020 0,-3 3 532 15</inkml:trace>
  <inkml:trace contextRef="#ctx0" brushRef="#br0" timeOffset="202974.45">20093 12064 2792 0,'-7'9'0'0,"1"1"0"0,4-3 0 0,1-1 0 0,1-3 0 0,0 2 0 0,1-4 0 0,10 3 0 0,10-2 0 0,4 2 0 0,5-4 655 0,0 0-313 0,4 0-200 16,-1 0-142-16,1 0 0 0,-2 0 0 0,-5 0-111 16,-1 0-89-16,-3 0 120 15,-3 0 60-15,-5-1-857 0,-4 1 458 0,-2 0 238 16,-2 0-19-16</inkml:trace>
  <inkml:trace contextRef="#ctx0" brushRef="#br0" timeOffset="203644.34">19459 11594 1347 0,'0'-9'0'0,"1"0"0"0,1-3 0 0,0 1 0 0,0 0 0 0,0-5 0 0,0 4 0 0,-2-4 0 0,0 4 0 0,0-1 0 0,0-1 83 16,0 4-1-16,0-1 55 0,-4 1-48 0,-3 2 0 15,-2 2-39-15,-3 0 107 0,-1 3-59 0,-4 1-29 16,-2 2 105-16,-3 0-66 0,-1 0-24 0,-7 13-11 16,1 2 111-16,3 2-71 0,-2 0-37 0,2 4 66 15,2-1-41-15,3 0-35 0,4 0-1 0,5-4 181 16,3 1-103-16,4 2-51 0,3-3-29 16,2 0-63-16,0 1 0 0,6-2 0 15,10 2 0-15,3-2 0 0,6 2 0 0,3-4 0 16,4 2 0-16,2-2 0 0,5 4 0 0,-7-4 0 15,0 2 0-15,-1 2 0 0,-4 2 0 0,-4 1 0 16,-7 3 0-16,-2-1 0 0,-9-1 0 0,-1 7 0 16,-4-3 0-16,0-1 0 0,-9 1 0 0,-10-2 0 15,-1 0 0-15,-7 0 0 0,-1-4 0 16,-2-2 0-16,0-2 0 0,0-3 0 16,3-5 0-16,-3 0 0 15,7-5 0-15,-1 0 0 0,4-2 0 0,1 0 0 0,4 0 0 0,-1-6 0 16,7-5 0-16,2 1 0 0,1-1 0 0,4 0 0 15,2 3 0-15,0-5 0 0,0 6 0 0,2-2 0 16,8 1-167-16,2 0 41 0,6 4-1068 0</inkml:trace>
  <inkml:trace contextRef="#ctx0" brushRef="#br0" timeOffset="210737.83">23564 11273 2251 0,'0'0'0'0,"0"-2"0"0,0 2 0 0,0 0 0 0,0 8 0 0,2 7 0 0,3 6 0 0,2-1 0 0,-2 10 0 0,3 2 0 0,-3 4 162 0,2 2 164 0,0 5-144 0,-5-8-64 16,1 12-45-16,-1-1 80 0,0-2-59 16,-2 3-28-16,0 0 181 0,0-5-96 0,0 8-61 0,0-8-72 15,-4-7-18-15,1 1 0 0,-1-4 0 0,1-5 0 16,0-2 0-16,-1-2 0 15,2-4 0-15,0-8 0 0,-1-1 0 0,3-6 0 0,0 1 0 0,0-3 0 16,0-2 0-16,-2 0 0 16,2 0 0-16,-2-7 0 0,2-7 0 0,-2-1 0 15,0-2 0-15,1-2 0 0,-3-2 0 0,-1 0 0 16,0-9 0-16,-4 5 0 0,-2-2 0 0,-3 3-84 16,-2 2-58-16,0 4 42 15,-8 1 37-15,2 6-1 0,-6 5 27 0,-3 4 0 0,1 2 382 0,-3 2-200 16,3 14-108-16,0 1-37 0,3 2 0 0,4-1 0 15</inkml:trace>
  <inkml:trace contextRef="#ctx0" brushRef="#br0" timeOffset="210859.49">23181 11989 3931 0,'-5'22'0'0,"5"2"0"0,0 1 0 0,2-5 0 0,9 7 0 0,5-6 0 0,3-3 0 0,2-3 0 0,2 1 0 0,-3-7 0 0,3 1 0 16,0-5 0-16,-4-1 0 0,3-4 0 0,-1 0 0 16,-3 0 0-16,-1-3 0 15,-2-3 0-15,0-4 0 0,0-1-59 0,2-3-727 0,-2-1 365 0,4-5 197 16,-3-1-584-16,2-1 386 0</inkml:trace>
  <inkml:trace contextRef="#ctx0" brushRef="#br0" timeOffset="211098.24">23700 11756 2930 0,'4'-17'0'0,"-1"7"0"0,3-1 0 0,-1 0 0 0,1 3 0 0,0 1 0 0,1 1 0 0,4 3 0 0,3 2 0 0,2 1 0 0,5 0 695 15,-6 4-389-15,6 11-306 0,-7 0 0 0,6 5 0 16,-8 4 0-16,0-2 0 0,-4 5 0 0,-5-1 0 15,-3-2 0-15,0 8 0 16,0-4 0-16,-13-1 0 0,-4-4 0 0,-1 2 0 0,1-5 0 0,-10 0 0 16,4-4 0-16,-2-2 0 15,0-3 0-15,1-1 0 0,1-6 0 0,3-1 0 16,2-3 0-16,3 0 0 0,8 0 0 0,-2-2-431 16,9-11 57-16,0-5 173 0,1-3 82 0,17-3-321 15,2-3 202-15,8-6 101 16,-7 8-634-16</inkml:trace>
  <inkml:trace contextRef="#ctx0" brushRef="#br0" timeOffset="211281.33">24026 11604 3307 0,'8'-15'0'0,"-4"5"0"0,-2 3 0 0,-2-1 0 0,0 5 0 0,0 1 0 0,-8 0 0 0,-3 2 0 0,-2 4 0 0,-1 11 0 0,2 7 265 16,-2 6-118-16,3 5 65 0,2 2-212 0,1 7 0 15,4 1 0-15,4-6 0 0,0 11 0 0,0-8 0 16,5-8 0-16,7 1 0 0,3-3 0 0,-1-6 0 15,4 0 0-15,-3-9 0 0,0 0 0 0,2-3 0 16,0-5 0-16,0-4 0 16,-2 2 0-16,2-5-535 0,-3 1-101 0,3-1 300 15</inkml:trace>
  <inkml:trace contextRef="#ctx0" brushRef="#br0" timeOffset="-213311.73">21119 11812 1711 0,'-10'-10'2'0,"5"7"0"0,-3-3-2 0,3-1 1 0,-1-3 0 0,3 1 0 0,0-2 0 0,1-2 1 0,2-1-1 0,0 1 1 0,7-2 82 0,4 0 187 0,1 4-116 15,6-2-58-15,-2 4 143 0,5-1-91 16,2 7-60-16,-2-2-25 0,1 4 88 15,0 1-56-15,5 0-30 0,-6 0 9 0,2 9 25 16,2 5-31-16,-2 2-1 0,-2 3 24 0,-1 0-28 16,-3 2 10-16,3 5-37 0,-4-2 32 0,-4 3 1 15,0-1-44-15,-6 3-26 0,-3-6 0 0,-3 7 0 16,0-1 0-16,0-3 0 0,-9 0 0 0,-4 1 0 16,0-9 0-16,-10 4 0 0,2-2 0 0,-3-7 0 15,0-2 0-15,-3-2 0 0,5-5 0 0,-10 0 0 16,3-4 0-16,-1 0 0 15,2 0 0-15,3 0 0 0,2-2 0 0,0-4 0 16,5-3 0-16,1-1 0 0,6 1 0 0,2 2 0 16,4-1 0-16,3-2 0 0,2-1 0 0,0 1 0 15,7 0 0-15,13-1-914 0,4-2 264 0,4-1 307 16,1 0-145-16,3-4 225 0</inkml:trace>
  <inkml:trace contextRef="#ctx0" brushRef="#br0" timeOffset="-212429.3">21953 11333 2519 0,'-2'-13'0'0,"0"4"0"16,2-4 0-16,0 0 0 0,0 1 0 0,0 0 0 0,9 4 0 0,4 1 0 0,5 2 0 0,3 4 0 0,-1-1 219 0,1 2-91 0,1 0-45 15,0 0 9-15,-1 9 45 0,-2 2-49 0,-4 0-26 16,-1 5 0-16,-7 3-19 0,-2-1 4 0,-5 7-10 16,0 0 1-16,-5 0 12 0,-9 1-13 0,-4-3 1 15,-1-2 62-15,-6 1-35 0,1-5-1 0,2-4-42 16,1-3-22-16,-1-3 0 0,1-4 0 0,4 2 0 16,2-5 0-16,3 0 0 0,5 0 0 0,1 0 0 15,5 0 0-15,-1 0 0 0,2 0 0 0,2 0 0 16,8 0 0-16,11 0 0 0,8 0 0 0,-1 0 0 15,2 0 0-15,2 2 0 16,0 1 0-16,0-1 0 0,0 1 0 0,-4 0 0 16,-5-1 0-16,0 0 0 0,0-1 0 0,-2 1 0 15,-3-2 0-15,-2 3 0 0,-5-2 0 0,1-1 0 16,-3 1 0-16,-2 2-141 0,-2 1-953 0,2-1 529 16</inkml:trace>
  <inkml:trace contextRef="#ctx0" brushRef="#br0" timeOffset="-205244.51">21776 11739 1223 0,'-3'-10'0'0,"-5"5"0"0,3-3 0 0,-3 1 0 0,0-1 0 0,1 1 0 0,-2-1 0 0,1 5 0 0,-3-5 0 0,0 4 0 0,-1 2 143 0,-1 1-51 0,0-2 169 15,-2 3-100-15,-2 0-65 0,-2 0-28 0,2 6 191 16,-6 6-110-16,5 1-54 0,-1 2-17 0,-4 3 175 16,5 3-105-16,1 4-55 0,4-1 71 0,-1 3-63 15,7-4-19-15,0 8 154 0,5-2-98 0,2-5-48 16,0 4-89-16,9-4-1 16,10-1 0-16,4-2 0 0,4-3 0 0,3-1 0 15,5-6 0-15,0-1 0 0,3-1 0 0,-1-4 0 16,2 0 0-16,1-2 0 0,-6-1 0 0,0 0-101 15,-8 1-36-15,6-3 31 0,-5 0-511 0,1 0 259 16</inkml:trace>
  <inkml:trace contextRef="#ctx0" brushRef="#br0" timeOffset="-196206.57">25072 11676 2118 0,'-7'-8'0'0,"2"-1"0"0,-1-6 0 0,6 3 0 0,0-1 0 0,0-2 0 0,11 2 0 0,4-2 0 0,2 1 0 0,4 3 0 0,-3 2 150 0,9-3-58 0,-8 6-19 15,3 3-8-15,-1 0-1 0,0 0 1 0,-5 3-28 16,1 0-31-16,-6 0 9 0,1 0 21 0,-1 4 1 15,-4 6-33-15,-3 0 0 0,-2 2 32 0,-2 4-28 16,0 0-10-16,0 3 23 16,-9 2 12-16,-2-1-2 0,-5 1-4 0,4-2-13 15,-8 5 9-15,2-5 103 0,-2-1-49 0,4-4-24 16,-2-1 0-16,0 0 148 0,4-4-87 0,0-1-39 16,5-2 41-16,3-3-41 0,1 1 1 0,3-2-68 15,2 2-8-15,0-1 0 0,0 2 0 0,7 2 0 16,6 1 0-16,6 1 0 0,4 4 0 0,-1 0 0 15,2 0 0-15,-1 5 0 16,0-2 0-16,-5 1 0 0,3 3 0 0,-4 1 0 0,-4 1 0 0,-4 3 0 16,-3-1 0-16,-4 5 0 15,-2-3 0-15,0 0 0 0,-4 0 0 0,-9-1 0 16,0-4 0-16,-6 4 0 0,-3-5 0 0,1-3 0 16,-3-2 0-16,-2-2 0 0,3-6 0 0,-10 1 0 15,7-5 0-15,-1-1 0 0,2-2 0 0,1 0 0 16,5-2 0-16,0-5 0 0,2-4 0 0,4-4 0 15,2-1 0-15,5-1 0 16,3 0 0-16,3-4 0 0,0-6 0 0,0 3 0 16,9-3-170-16,8 1 27 0,-1-1-771 0,4 4 444 15,2 1 216-15,0 1-615 0</inkml:trace>
  <inkml:trace contextRef="#ctx0" brushRef="#br0" timeOffset="-195835.97">25531 11564 2365 0,'0'3'0'0,"0"4"0"0,0 4 0 0,0 2 0 0,-2-1 0 0,2-2 0 0,0 2 0 0,0-1 0 0,2 0 0 0,5 0 0 0,7-1 142 0,-1 0-42 0,0-4 62 15,4-3-62-15,-2 1-31 0,2-4-1 0,0 0 21 16,-3 0-17-16,2 0-8 0,-3-2-27 0,-2-5 53 15,-1-6-26-15,-1 2 0 16,-2 0 28-16,-1-1-54 0,-2-4 0 0,-2 4-1 0,0-4 32 0,-2 3-1 16,0-3-21-16,0 6 9 15,0-3-56-15,-8 1 0 0,0 4 0 0,-1 1 0 16,-5 2 0-16,2 1 0 0,-1 3 0 0,-3 1 0 16,0 0 0-16,-1 1 0 0,2 8 0 0,0 2 0 15,0 1 0-15,3 0 0 0,1 2 0 0,6-4 0 16,-3 5 0-16,6-6 0 0,0 0 0 0,2 3 0 15,0-1 0-15,0-2 0 0,2 1 0 0,4-1 0 16,3 0 0-16,-1-1 0 0,3-1 0 0,1-1-162 16,0 1 67-16,4-2-879 15,-2 0 469-15</inkml:trace>
  <inkml:trace contextRef="#ctx0" brushRef="#br0" timeOffset="-194540.97">26402 11822 1588 0,'0'-12'8'0,"0"9"-1"0,0-2-1 0,0-4-1 0,1 0-2 0,2-4 0 0,-1 2 0 0,2-2-1 0,0-2 2 0,-1-2-1 0,-1 1 80 0,0 0-1 0,0 1-78 0,-2 1 48 16,0 0-10-16,0 0-1 0,-2 3-26 15,-9 3 26-15,-1 0 0 0,-2 5 11 0,-6 1 64 0,-4 2-37 16,-1 0 0-16,-6 13 133 0,-7 10-84 0,6-3-33 15,-7 12-8-15,2-3 160 0,1 4-103 0,1-1-51 16,6 2 58-16,7-7-45 16,2 0-39-16,11-5 1 0,4 1 106 0,5-3-174 15,0-2 0-15,3 1 0 0,20 0 0 0,1-5 0 16,4 2 0-16,3-1 0 0,2-2 0 0,-1 1 0 16,-4-2 0-16,-3 4 0 0,-6-3 0 0,-3 4 0 15,-2 0 0-15,-9 4 0 0,-1 1 0 0,-4 2 0 16,0 1 0-16,-8-2 0 15,-9 4 0-15,-4 0 0 0,-1-3 0 0,-2-1 0 16,-4-3 0-16,1-3 0 0,5-6 0 0,-2-2 0 16,-4 0 0-16,8-8 0 0,-1 1 0 0,3-2 0 15,3 0 0-15,2 0 0 0,3-3 0 0,3-6 0 16,5 2-116-16,2 0-311 0,0-5 183 0,6 3 107 16,16-4-353-16,5-1 225 0,3 1 112 0,1-5-639 15</inkml:trace>
  <inkml:trace contextRef="#ctx0" brushRef="#br0" timeOffset="-194351.94">26400 12154 3153 0,'8'0'0'0,"-2"4"0"0,-2 2 0 0,-1 1 0 0,-1-1 0 0,1 3 0 0,0 2 0 0,2 3 0 0,-1-1 0 0,4 3 0 0,-3 3 240 0,0 2-89 0,0 3 236 16,0 0-387-16,-3 3 0 0,1 0 0 0,-2 0 0 15,-1-2 0-15,0 5 0 0,0-4 0 0,0-6 0 16,-1 2 0-16,-4-4 0 0,-1-3 0 0,5-3 0 15,-3-4 0-15,2-3-113 0,0-2-363 16,2-3 226-16,0 0-593 0,0-13 406 16,10-19 198-16</inkml:trace>
  <inkml:trace contextRef="#ctx0" brushRef="#br0" timeOffset="-194193.45">26650 11959 3549 0,'0'-2'0'0,"1"-1"0"0,4 3 0 0,1-1 0 16,1 1 0-16,4-2 0 0,3 2 0 0,0 0 0 0,2 0 0 0,1 0 0 0,1 0 253 0,-1 0-124 0,0 2-129 0,0 4 0 0,-3-1 0 0,3 3 0 15,-5 2 0-15,-1-1-484 0,-3 4 219 16,-1 0 152-16,-3 0-858 0</inkml:trace>
  <inkml:trace contextRef="#ctx0" brushRef="#br0" timeOffset="-194034.93">26692 12211 2764 0,'-19'9'0'0,"2"3"0"0,4-5 0 0,2-4 0 0,1 1 0 0,4-3 0 0,4-1 0 0,2 0 0 0,0 0 0 0,8 0 0 0,9 0 451 15,2 0-210-15,1 0-100 0,3 0-51 0,0 0-154 16,-1 0 52-16,2 0 37 0,-1 0-599 0,-2 0 307 16,1 0 154-16,-1 0 77 0,0-1-345 0,1 1 188 15,0-2 107-15</inkml:trace>
  <inkml:trace contextRef="#ctx0" brushRef="#br0" timeOffset="-193605.6">27402 11779 1905 0,'10'-29'0'0,"-3"-1"0"0,1 1 0 0,-3-2 0 0,-1 0 0 15,-3 1 0-15,1 3 0 0,-2 1 0 0,0 3 0 0,0 1 0 0,0 1 82 0,-5 5 113 0,-2 0-77 16,-6 5-29-16,1 2 241 0,-2 3-145 0,-2 4-73 16,-2 0-35-16,1 2 232 0,-1 0-124 0,2 8-78 15,0 4-33-15,-2 5 89 0,6 4-163 0,-1 1 0 16,5 3 0-16,-1 5 0 0,3 2 0 0,2 2 0 16,4 1 0-16,0 9 0 0,0-7 0 0,0 12 0 15,0-4 0-15,0 2 0 0,3 0 0 0,-2-2 0 16,0-3 0-16,6 10 0 0,-4-5 0 15,3-2 0-15,0-2 0 0,0 0 0 16,-4-3 0-16,3 8 0 0,-3-4 0 0,0-2 0 16,-2-3 0-16,0-2 0 0,0-2 0 0,-6 2 0 15,-2-6 0-15,-3 0 0 0,-1-7 0 0,2-6 0 16,-5 1 0-16,0-2 0 0,0-4 0 0,0-1 0 16,-2-5 0-16,0 1 0 0,0-4 0 0,1 0 0 15,-2-4 0-15,3 0 0 0,0 0 0 0,2 0 0 16,5-7 0-16,1-4 0 15,3 0-4-15,4-2-214 0,0-2 88 0,9-4-379 0,11 2 224 16,1-1 128-16,3-1 58 0,7 2-747 16</inkml:trace>
  <inkml:trace contextRef="#ctx0" brushRef="#br0" timeOffset="-193314.76">27462 12423 2847 0,'9'-4'0'0,"-2"2"0"15,-1 2 0-15,-3 0 0 0,-2 0 0 0,-1 6 0 0,0 7 0 0,0 5 0 0,0 5 0 0,0 1 0 0,0 4 138 0,4 3 475 0,3-1-286 16,1 0-321-16,5-4-6 0,-2-1 0 0,7-5 0 16,-6-5 0-16,5-2 0 0,0-5 0 0,0-5 0 15,0-3 0-15,-2 0 0 0,0-3 0 0,-1-12 0 16,-5-3 0-16,1 1 0 0,-5-5 0 0,1-4 0 16,-5 0 0-16,-1-2 0 0,0-3 0 0,0 2 0 15,-10 1 0-15,-2 3 0 0,-2 2 0 16,-2 8 0-16,0 0 0 0,-5 4 0 0,3 4 0 0,-3 5 0 15,0 2 0-15,5 0 0 16,-1 0 0-16,2 5 0 0,4 6 0 0,2 1 0 16,0 0 0-16,6-3 0 0,0 3 0 0,3-2-374 15,0-1-60-15,0-1 196 0,3-2 100 0,4-4-632 16,7-2 369-16,-3 0 181 0</inkml:trace>
  <inkml:trace contextRef="#ctx0" brushRef="#br0" timeOffset="-193015.01">27522 11529 2653 0,'-10'-20'0'0,"5"5"0"0,0 4 0 0,5 0 0 0,0 3 0 0,0-3 0 0,3 4 0 0,11-2 0 0,4 3 0 0,7 4 0 16,3 1 264-16,0 1-102 0,-1 0 97 0,2 10-109 15,-4 5-55-15,0 4-28 0,-4 3 12 0,-6 2 10 16,0 4-49-16,-8 0 33 0,-4 0-73 0,-3 2 0 16,-3 2 0-16,-14-2 0 0,-1 0 0 0,-5 0 0 15,-4-4 0-15,-1-4 0 0,-2-1 0 0,0-3 0 16,1-6 0-16,-2 0 0 0,2-6 0 0,1-1 0 16,2-3 0-16,5-2 0 0,3 0 0 15,0 0-364-15,9 0-70 0,1-7 202 0,8-9 61 0,0-4-269 16,15-5 200-16,12-5 101 0</inkml:trace>
  <inkml:trace contextRef="#ctx0" brushRef="#br0" timeOffset="-192560.6">27894 11337 2941 0,'6'-11'0'0,"-1"2"0"0,-3 3 0 0,0 0 0 0,-2 2 0 0,0 2 0 0,0 2 0 0,0 0 0 0,-11 18 0 0,-1 6 0 0,-4 10 133 16,4-2 426-16,-6 14-264 0,5-1-292 0,-2 3-3 15,5-1 0-15,3 0 0 0,-1-11 0 0,7 6 0 16,1-4 0-16,0-4 0 0,0-4 0 0,4-7 0 16,4-2 0-16,1-7 0 0,1-3 0 0,0-6 0 15,0-2 0-15,3-3 0 0,-1 0 0 0,1-10 0 16,0-6 0-16,-1-6 0 0,0 6 0 0,0-5 0 16,-3 2 0-16,0 2 0 0,-4 3-36 0,0 4-4 15,-2 1 0-15,0 2 156 0,-1 6-116 0,-2-1 0 16,0 1 0-16,0 1 0 0,0 1 0 0,0 13 0 15,0 1 0-15,-2 3 0 0,2 3 0 16,0 0 0-16,0 0 0 0,0 0 0 16,2-3 0-16,10-2 0 0,-1-2 0 0,5-5 0 15,0-1 0-15,5-7 0 0,0-1 0 0,4 0 0 16,-4-4 0-16,-5-5 0 0,3-5 0 0,-4 0 0 16,-3-1 0-16,-4 0 0 0,-2 2 0 0,-5-1 0 15,2-2 0-15,-3 1 0 0,0 1 0 0,0 0 0 16,-10 1 0-16,2 1 0 0,-7 3 0 15,1-1 0-15,1 3 0 0,-4 3 0 16,1 1 0-16,-1 2 0 0,3 1 0 0,-2 0 0 16,2 0 0-16,0 0 0 0,1 6 0 0,3 2 0 15,-1 3 0-15,1 0 0 0,-1 4 0 0,5 0 0 16,-1 4 0-16,2 4 0 0,2 1-1215 0</inkml:trace>
  <inkml:trace contextRef="#ctx0" brushRef="#br0" timeOffset="-191705.72">28292 12008 1523 0,'-6'-3'0'0,"4"2"0"0,-2-1 0 0,3-1 0 0,-1 2 0 0,2-1 0 0,0 0 0 0,0-1 0 0,0-1 0 0,3 0 0 0,9 0 294 0,-1 3-126 0,3-1-62 0,4 2 161 0,-1 0-118 15,1 0-54-15,2 3-26 16,-2 7 130-16,1 0-78 0,-3 6-29 0,-1-1 75 16,0 4-63-16,-6 1-30 0,-3 1-1 0,1 5 18 15,-7-3 11-15,0 5-60 0,0-2 0 0,-5-1 111 16,-9 1-153-16,-2-1 0 0,-1-1 0 0,-4-2 0 16,-4 1 0-16,0-4 0 0,0-3 0 0,1-2 0 15,-6 1 0-15,5-6 0 0,-4-1 0 0,3-4 0 16,5-4 0-16,-1 0 0 15,1 0 0-15,4 0 0 0,2-2 0 0,6-5 0 16,4-5 0-16,5-3 0 0,0-4-476 0,5-1 48 16,17-3 193-16,10-2 97 0,4-3-615 0,5 2 345 15,2-2 188-15,3 0 89 0</inkml:trace>
  <inkml:trace contextRef="#ctx0" brushRef="#br0" timeOffset="-191495.64">28608 11985 2649 0,'10'-17'0'0,"-3"6"0"0,-1 1 0 0,-4 2 0 0,-2 1 0 0,0 1 0 0,0 5 0 0,-4-1 0 0,-10 2 0 0,2 2 0 0,-4 15 205 0,1 3-82 0,0 7 494 16,0 3-293-16,1 4-311 16,4 2-13-16,5 1 0 0,4 1 0 0,1-1 0 15,0-3 0-15,8 0 0 0,10-3 0 0,2-4 0 16,3-3 0-16,2-3 0 0,-1-2 0 0,0-6 0 16,-3-2 0-16,2-2 0 0,-2-4 0 0,-5-2 0 15,2-3-324-15,-6 0 55 0,1 0 113 0,-1-2-417 16,-1-5 265-16,-2-7 123 0,1-2-369 0,1-9 256 15,-4-1 128-15,1-4 64 0</inkml:trace>
  <inkml:trace contextRef="#ctx0" brushRef="#br0" timeOffset="-191203.35">28820 11810 2300 0,'-7'-20'0'16,"-1"3"0"-16,4 2 0 0,0 1 0 0,2-1 0 0,2 2 0 0,0 1 0 0,2 0 0 0,9 2 0 0,4 1 0 0,5 4 288 0,-2 1-112 0,4 2 199 15,0 2-167-15,-4 0-83 0,3 0-41 0,-7 7-5 16,-1 7 11-16,-3-1-48 0,-4 5 0 0,-5 1-94 16,-1 4 48-16,-3 0-1 0,-12 0 28 0,-4 1-11 15,0-4 30-15,-3-1 0 0,0-2 22 0,4-5-64 16,-2 0 0-16,1-1 0 0,4-5 0 0,4 0 0 16,3-3 0-16,2-2 0 0,3-1 0 0,3 0 0 15,0 3 0-15,0-3 0 0,0 0 0 16,10 0 0-16,6 0 0 0,3 2 0 15,1-2 0-15,2 0 0 0,-1 0 0 0,-1 0 0 16,4 0 0-16,-4 0 0 0,1 0 0 0,-1 0 0 16,1 1 0-16,-2 2-787 0,1 1 329 0,-3-3 213 15,5 1-594-15,-6-2 399 0</inkml:trace>
  <inkml:trace contextRef="#ctx0" brushRef="#br0" timeOffset="-190793.73">29291 11619 3175 0,'2'-8'0'0,"0"4"0"0,-1 1 0 0,1 1 0 0,0 2 0 0,0 0 0 0,0 0 0 0,1 15 0 0,-2 6 0 0,0 10 0 0,1 7 332 0,1 3-145 0,-1 8-72 0,-2 1 7 16,0 1-122-16,0 4 0 0,0-3 0 0,0 2 0 16,0-4 0-16,0 1 0 0,0-10 0 0,0 10 0 15,0-13 0-15,0-1 0 0,0-3 0 16,0-4 0-16,0-7 0 0,0-5 0 0,0-7 0 15,0-1 0-15,0-4 0 0,0-5 0 16,-5-1 0-16,1 0 0 0,-3-1 0 0,2-11 0 16,-4 1 0-16,2-6 0 0,-2 0 0 0,-2-6 0 15,0 1 0-15,-1 0 0 0,0-5 0 0,-4 3 0 16,-1-1 0-16,-1 3 0 0,1 5 0 0,-3 4 0 16,2 2 0-16,-4 5 0 0,1 2 0 0,-1 4 0 15,3 0 0-15,-2 2 0 0,4 11 0 0,4 2 0 16,1 2 0-16,3 7 0 0,5-1 0 0,4 5 0 15,0 0 0-15,0 1 0 16,8 0 0-16,7-2 0 0,3-1 0 0,0-4 0 16,5-2 0-16,-2-8 0 0,4 2 0 0,0-5 0 15,-1-4 0-15,1-5 0 0,1 0 0 0,-6 0 0 16,9 0 0-16,-5-5 0 0,1-7 0 0,-1 1-463 16,0-5-112-16,0-3 255 0,-1-4 145 0</inkml:trace>
  <inkml:trace contextRef="#ctx0" brushRef="#br0" timeOffset="-190561.45">29498 12032 3630 0,'0'-15'0'0,"0"6"0"0,0-1 0 0,0-1 0 0,0 2 0 0,8 0 0 0,7 2 0 0,0 4 0 0,5 1 0 0,-2 2 0 0,2 0 241 0,2 12-181 0,-3 4-60 0,-2 4 0 16,-3 5 0-16,-3 2 0 0,0 1 0 0,-8 2 0 15,-3-1 0-15,0 4 0 0,-3-3 0 0,-15 0 0 16,0-5 0-16,-5 4 0 15,-1-8 0-15,-3 3 0 0,0-5 0 0,-1-2 0 16,-1-2 0-16,-1-2 0 0,0-2 0 0,4-1 0 16,3-4 0-16,1-1 0 0,7-3 0 0,4-2 0 15,0 0-171-15,10 0-670 0,1-4 400 0,1-9 188 16,22-4 111-16,7-5-389 0</inkml:trace>
  <inkml:trace contextRef="#ctx0" brushRef="#br0" timeOffset="-190367.91">29937 11876 3745 0,'2'-15'0'0,"0"3"0"0,-2 0 0 0,0 3 0 0,-2 3 0 0,-13 0 0 0,2 6 0 0,-1 0 0 0,-4 12 0 0,1 12 0 0,-2 11 165 16,2 4-144-16,2 4-21 0,5 3 0 0,3 3 0 16,7-6 0-16,0 10 0 0,0-11 0 0,8 2 0 15,6-4 0-15,7-3 0 0,3-5 0 16,3-4 0-16,3-2 0 0,3-3 0 15,1-4 0-15,7-4 0 0,-10-4 0 0,11 1 0 16,1-3-1024-16</inkml:trace>
  <inkml:trace contextRef="#ctx0" brushRef="#br0" timeOffset="-188054.62">30385 12025 2216 0,'-2'0'0'0,"-2"0"0"0,4 0 0 0,0 0 0 0,0 0 0 0,0 1 0 0,8-1 0 0,4 3 0 0,6-2 0 0,-1 1 0 0,4 1 517 0,3 0-238 0,-4-1-120 0,1-1-50 16,4 2 55-16,-2 0-62 0,0-1-32 0,-2-1 49 0,0-1-40 16,-3 3 10-16,-1-3-61 0,-3 0-188 15,-1 0 94-15,-3 0 53 0,-1 0 36 0,-4 0-498 16,1 0 227-16,-6 0 138 0,3 0-821 0,-3 4 446 16</inkml:trace>
  <inkml:trace contextRef="#ctx0" brushRef="#br0" timeOffset="-187852.05">30429 12321 3425 0,'-4'-2'0'0,"4"2"0"0,0 0 0 0,0 0 0 0,0 0 0 0,0 0 0 0,2 0 0 0,8-2 0 0,8-3 0 0,-1 3 0 0,3-2 506 0,3 1-506 0,1 0 0 15,-2-3 0-15,-1 3 0 0,0 2 0 16,-3-2 0-16,-2 3 0 0,-1 0 0 0,-2 0 0 15,-3 0 0-15,1 0 0 0,-2 0-270 0,1 0 143 16,-3 0 78-16,0 0-517 0,2 0 179 0,0 4 174 16</inkml:trace>
  <inkml:trace contextRef="#ctx0" brushRef="#br0" timeOffset="-187629">31010 12156 3591 0,'0'-2'0'0,"0"1"0"0,0 1 0 0,7 0 0 0,1 0 0 0,7-3 0 0,0 1 0 0,9-2 0 0,2-1 0 0,11-2 0 0,-2-1 340 15,8 2-340-15,-3 3 0 0,-1 2 0 0,8-4 0 16,-6 3 0-16,-3 0 0 0,5 1 0 0,-8 1 0 16,0 0 0-16,0-3 0 0,-10 3 0 0,-2-2 0 15,-4 1 0-15,-6 1 0 0,-1 0 0 16,-5 0-228-16,-3 0 93 0,-1 0-889 15,-3 0 493-15,0 1 236 0</inkml:trace>
  <inkml:trace contextRef="#ctx0" brushRef="#br0" timeOffset="-187255.64">31258 12306 2823 0,'-19'2'0'0,"8"2"0"0,1-1 0 0,4-1 0 0,1-2 0 0,5 0 0 0,0 0 0 0,15 0 0 0,8 0 0 0,1-5 0 0,6 3 182 15,-1-2-72-15,3 2 148 0,-2 1-115 0,0-1-52 16,-8 2-25-16,1 0-130 0,-5 0 51 0,-8 5 37 16,-3 4-11-16,-7 4-141 0,0 5 84 0,-15 1 41 15,-4-1 23-15,-5 1 29 0,-1 0-57 0,1-2 38 16,7-4 155-16,-2-2-83 0,8-2-60 0,0-1 11 16,6-4-53-16,3 0 0 0,2-2 0 0,0-1 0 15,10 1 0-15,9 0 0 0,9-2 0 16,0 2 0-16,6 2 0 0,2 1 0 15,-1 2 0-15,-3 1 0 0,-4 4 0 0,-8-1 0 16,0 1 0-16,-7 4 0 0,-6-3 0 0,-5 3 0 16,-2 0 0-16,0 1 0 0,-17 1 0 0,-1 0 0 15,-7-3 0-15,5-2 0 0,-10 2 0 0,1-6 0 16,1-1 0-16,0-3 0 0,0-3 0 0,4-1 0 16,-5-1 0-16,8 0 0 0,-2 0 0 0,2-1 0 15,3-10 0-15,0-2 0 0,1-6-132 0,6-5-82 16,4-9 87-16,4-10-354 15,3-7 221-15,0-8 100 0</inkml:trace>
  <inkml:trace contextRef="#ctx0" brushRef="#br0" timeOffset="-187042.12">31463 11587 3520 0,'-2'-15'0'0,"2"7"0"0,-4 1 0 0,2-1 0 0,2 5 0 0,0 1 0 0,0 0 0 0,0 2 0 0,0 0 0 0,0 5 0 0,6 12 379 15,3 8-347-15,-2 3-32 0,1 5 0 0,2 9 0 16,-7-1 0-16,0 5 0 0,-1-9 0 0,0 11 0 16,0-15 0-16,-2 3 0 0,0-1 0 0,0-5 0 15,0-7 0-15,0 0 0 0,0-3 0 16,-2-4 0-16,0-4 0 0,0-3 0 0,1-3 0 0,-1-2-651 16,2-1 139-16,0-3 236 0,0 0 119 15</inkml:trace>
  <inkml:trace contextRef="#ctx0" brushRef="#br0" timeOffset="-186666.2">31917 11926 3453 0,'-4'-12'-63'0,"4"7"23"0,0 0 13 0,0-2 7 0,4-3 6 0,3 3 3 0,-2-1 2 0,4 1 3 0,-1 1 0 0,5 0-16 0,-4 2 718 0,7 1-696 16,0 1 0-16,0 2 0 0,4 0 0 0,4 8 0 15,4 6 0-15,-2 3 0 0,-1 1 0 0,-1 2 0 16,1 3 0-16,-2 1 0 0,-3 2 0 0,-5 1 0 16,0-4 0-16,-8 4 0 0,-1 0 0 0,-4-5 0 15,-2 6 0-15,0-1 0 16,-15-3 0-16,-5-1 0 0,-3-1 0 0,-2-1 0 15,-5-2 0-15,0-3 0 0,0-4 0 0,-2-3 0 16,2-2 0-16,-3-3 0 0,3 0 0 0,2-2 0 16,1-2 0-16,5 0 0 0,-1 0 0 0,6 0 0 15,-1 0 0-15,8 0 0 0,2 0 0 0,-1-2 0 16,6 1 0-16,3-2 0 0,0 1-51 0,0-3-63 16,12-1 16-16,9-3 28 0,4-4 0 15</inkml:trace>
  <inkml:trace contextRef="#ctx0" brushRef="#br0" timeOffset="-186128.39">32417 11776 3109 0,'0'-9'0'0,"0"6"0"0,0 1 0 0,-4 0 0 0,-1 2 0 0,-4 0 0 0,-1 15 0 0,-6 7 0 0,-3 10 0 0,1 4 0 0,-3 5 822 0,5 4-822 0,-4 2 0 0,5-1 0 16,2 2 0-16,1-1 0 0,5 0 0 0,1-7 0 15,5 6 0-15,1-10 0 0,0 2 0 0,0-2 0 16,6-3 0-16,4-4 0 0,2-4 0 0,1-4 0 16,2-6 0-16,3-2 0 0,-1-6 0 0,3-4 0 15,5-3 0-15,1 0 0 0,-2-12 0 0,3-4 0 16,-1-2 0-16,3-4 0 0,-5 0 0 0,0-2 0 16,-9 1 0-16,0 4 0 0,-5 0 0 15,-2 2 0-15,-4 2 0 0,-3 4 0 16,-1 2 0-16,0-1 0 0,0 5 0 0,-8 1 0 15,-1 2 0-15,-4 2 0 0,3 0 0 0,-2 2 0 16,1 10 0-16,1 6 0 0,5 0 0 0,0 3 0 16,3 6 0-16,2-3 0 0,0-2 0 0,0 7 0 15,3-3 0-15,6-4 0 0,3 1 0 0,-1 1 0 16,1-7 0-16,4 2 0 0,-2-6 0 16,4-1 0-16,-3-7 0 0,3-1 0 0,-2-4 0 15,0 0 0-15,1 0 0 0,1-9 0 16,-3-3 0-16,-5-3 0 0,2 0 0 0,-4-4 0 15,2-5 0-15,-5 1 0 0,-3-3 0 0,-1 1 0 16,-1 2 0-16,0-6 0 0,-1 4 0 0,-8 7 0 16,-5-2 0-16,-5-3 0 0,2 12 0 0,-4-3 0 15,2 5 0-15,0 2 0 16,-1 1 0-16,6 2 0 0,2 2 0 0,1 0 0 0,1 2 0 0,5 0 0 16,0 0 0-16,0 0 0 0,2 4 0 15,3 4 0-15,0 0 0 0,0 1 0 16,0 2 0-16,0-4 0 0,1 1-718 0,6-1 130 15,-1-1 272-15,6-3 137 0</inkml:trace>
  <inkml:trace contextRef="#ctx0" brushRef="#br0" timeOffset="-185558.51">32672 11501 2536 0,'-13'-14'0'0,"8"5"0"0,0 2 0 0,4-3 0 0,-1 1 0 15,2 1 0-15,0 1 0 0,0-1 0 0,0 2 0 0,10 1 0 0,8-1 78 0,5 2 365 0,1 3-201 0,4 1-99 0,8 0 105 16,-2 0-108-16,-1 0-49 0,-1 3-81 0,-2 7-10 16,-2 1 0-16,-7-1 0 0,-2 2 0 0,-5 3 0 15,-3-2 0-15,-6 3 0 0,-3 1 0 16,-2-2 0-16,-5 3 0 0,-12-1 0 0,-5 1 0 0,-4-4 0 16,-2 1 0-16,-4-3 0 0,2-1 0 15,0-2 0-15,2-3 0 0,6-2 0 16,2 0 0-16,7-2 0 0,1-2 0 0,4 0 0 15,6 0 0-15,-1 0 0 0,3 1 0 0,0 1 0 16,8 0 0-16,9 3 0 0,8 2 0 0,0 2 0 16,1 0 0-16,-2 2 0 0,6 2 0 0,-5-2 0 15,1 3 0-15,-8-1 0 0,-1 0 0 0,-4 2 0 16,-4 0 0-16,-4-2 0 0,-3 3 0 16,-2-3 0-16,-2 1 0 0,-13-2 0 0,-7 3 0 0,-1-4 0 15,-2-1 0-15,-5-3 0 16,2-2 0-16,2-3 0 0,-8 0 0 0,7-2 0 15,5 0 0-15,-1 0 0 0,3 0 0 0,5-2 0 16,0-3 0-16,7 2 0 0,1-3 0 0,0 1 0 16,7 1 0-16,-3 3 0 0,3-1 0 0,0 0 0 15,0 0 0-15,0 2 0 0,8 0 0 0,4 0 0 16,3 6-7-16,2 5-318 0,1 0 141 0</inkml:trace>
  <inkml:trace contextRef="#ctx0" brushRef="#br0" timeOffset="-185342.35">33282 12845 426 0,'-15'-6'0'0,"15"6"0"0,2 0 0 0,7 0 0 0,-2-6 0 0,-2 0 1253 0,2-3-647 0,2 2-336 0</inkml:trace>
  <inkml:trace contextRef="#ctx0" brushRef="#br0" timeOffset="-179106.67">8135 13219 3293 0,'-7'0'-15'0,"2"0"2"0,2 2 2 16,0-2 3-16,3 0 2 0,0 0 0 0,0 0 3 0,12 0 2 0,12-9 1 0,-1-1 0 0,7-1 102 0,0-1 379 0,5 3-363 0,2 1-118 0,6 1 0 16,-4 3 0-16,1 3 0 0,-4-2 0 15,1 3 0-15,2 0 0 0,-2 0 0 16,-2 0 0-16,1 0 0 0,-4 4 0 0,0 0 0 16,-2-2 0-16,-2-2 0 0,-8 2 0 0,3-2 0 15,-6 0 0-15,-6 0 0 0,1 0 0 0,-5 0 0 16,-1 0 0-16,-5 0 0 0,1-2 0 0,-2 0 0 15,0 1-22-15,-3-2-110 0,-8 2 38 0,-1-2-643 16,-3 3 348-16,-2 0 167 0</inkml:trace>
  <inkml:trace contextRef="#ctx0" brushRef="#br0" timeOffset="-178887.33">8379 13379 3314 0,'-11'7'0'0,"6"7"0"0,-3-2 0 0,2 1 0 0,2-1 0 0,2 3 0 0,2 2 0 0,-3-1 0 0,3 3 0 0,0 6 0 0,0 1 525 0,0 1-433 0,0 0-92 15,0 4 0-15,0 1 0 16,3-4 0-16,-2 1 0 0,0-5 0 0,2 2 0 16,-2-2 0-16,1-3-13 0,0-6-229 0,0-4 141 15,-1-2 78-15,1-3-773 0,0-3 383 0,4-3 171 16,2 0 102-16,1-13-454 0,4-8 269 0</inkml:trace>
  <inkml:trace contextRef="#ctx0" brushRef="#br0" timeOffset="-178550.79">8499 13521 2883 0,'6'-10'0'0,"1"0"0"0,5 0 0 0,-1-1 0 0,5 0 0 0,1 1 0 0,3 1 0 0,1 4 0 0,6 0 0 0,-4 5 0 0,7 0 117 0,-7 0-39 0,1 10 323 16,-4 5-182-16,0 2-90 0,-8 2-36 0,2 5-82 15,-7 1-11-15,-5 2 0 0,0 0 0 0,-2 1 0 16,0-3 0-16,-12 3 0 0,-6-5 0 0,1 1 0 16,-3-5 0-16,-3-2 0 0,3-6 0 0,-9-1 0 15,10-2 0-15,-5-1 0 16,5-2 0-16,0-4 0 0,8 2 0 0,-2-3 0 16,4 0 0-16,3 0 0 0,4 0 0 0,1 0 0 15,1 0 0-15,0 0 0 0,9 0 0 0,10 0 0 16,4-3 0-16,4 3 0 0,2 0 0 0,2 0 0 15,3 0 0-15,1 0 0 16,-1 0 0-16,1 0 0 0,-7 4 0 0,4 1 0 16,-5 0 0-16,-4 0 0 0,1-1 0 0,-4 0 0 0,-4-1 0 0,0 2 0 15,-6-4 0-15,-2 1-112 16,-1 0-82-16,-4 0 79 0,-1-2-695 0,-2 0 391 16,0 0 190-16,0-9-538 0</inkml:trace>
  <inkml:trace contextRef="#ctx0" brushRef="#br0" timeOffset="-178270.34">8659 12783 3426 0,'-11'-16'0'0,"1"7"0"0,3 6 0 0,1-2 0 0,1-2 0 0,1 4 0 0,2-1 0 0,0 2 0 15,2 0 0-15,0 2 0 0,0 0 138 0,0 0 175 0,0 0-259 0,0 5-54 0,4 9 0 0,2 2 0 16,-3 8 0-16,1 0 0 0,-1 4 0 0,-1 4 0 16,0 3 0-16,0 0 0 0,1 0 0 0,-3-1 0 15,0 0 0-15,2-4 0 16,-1-7 0-16,1 1 0 0,0-5 0 0,2-2 0 16,-3-6 0-16,1-1-168 0,1-5 76 0,-2-4-618 15,1 2 340-15,-2-3 167 0,0 0-240 0,0 0 202 16,0 0 102-16</inkml:trace>
  <inkml:trace contextRef="#ctx0" brushRef="#br0" timeOffset="-177932.98">9344 13030 3549 0,'0'0'0'0,"0"0"0"0,0 0 0 0,0 0 0 0,0 0 0 0,0 0 0 0,5 0 0 0,2 0 0 0,6 3 0 0,4-1 0 0,1 2 134 0,3 0-48 0,6-1 76 15,-3-1-162-15,3 0 0 0,-4-1 0 16,12 3 0-16,-8-2 0 0,4-2 0 16,-1 2 0-16,-2 0 0 0,-4-2 0 0,3 0 0 15,-2 1 0-15,-4-1 0 0,-1 3 0 0,-3-2-549 16,-6 2-47-16,3-1 284 0,-5 2 137 0,-4 1-365 16</inkml:trace>
  <inkml:trace contextRef="#ctx0" brushRef="#br0" timeOffset="-177737.63">9523 13362 3557 0,'-13'13'0'0,"1"-2"0"0,7-4 0 0,-1-3 0 0,6 0 0 0,0 0 0 0,0-4 0 0,6 2 0 0,9-2 0 0,8 0 0 0,-1 0 374 0,4 0-374 16,-1 0 0-16,1 0 0 0,-4 0 0 0,3 0 0 15,-1 0 0-15,-1 0 0 0,-5-2 0 0,2 0 0 16,-3 0 0-16,-6 1 0 0,-2 1 0 0,0 0 0 15,-2 0-381-15,-4 0-148 0,1 0 139 0,-2 3 180 16</inkml:trace>
  <inkml:trace contextRef="#ctx0" brushRef="#br0" timeOffset="-177024.47">10246 13233 3116 0,'-13'0'0'0,"7"0"0"16,3 0 0-16,1 0 0 0,2 0 0 0,0 0 0 0,0 0 0 0,7 0 0 0,12 0 0 0,1 0 0 0,10 0 329 0,2 0-146 0,5-1-73 0,7-4 83 16,-6 3-193-16,11-4 0 0,-4 2 0 0,0 1 0 15,-2 3 0-15,-7-3 0 0,4 2 0 0,-5 1 0 16,1 0 0-16,-4-2 0 0,-4 2 0 0,-7 0 0 16,-1 0 0-16,-3 0-343 0,-6 0-25 0,-2 0 92 15,0 6 120-15,-8 1-664 0,-1 2 382 0,0 4 205 16</inkml:trace>
  <inkml:trace contextRef="#ctx0" brushRef="#br0" timeOffset="-176645.49">10477 13414 2498 0,'-23'8'0'0,"7"-1"0"0,7-1 0 0,-1-2 0 0,6-3 0 0,2-1 0 0,2 0 0 0,2 0 0 0,12 0 0 0,11 0 0 0,3 0 160 0,4-1-53 0,0-3 113 16,3 2-91-16,-3-1-46 0,-2 3 0 0,-8 0-133 15,1 0 39-15,-6 5 24 16,-6 0-142-16,-4 3 83 0,-3 1 41 0,-4 3 10 16,0 1 69-16,-8-2 0 0,-11 4-37 0,-1-4-37 15,-4 0 136-15,3-3-84 0,-1 0-4 0,-1-3 301 16,4-1-245-16,10-2-104 0,-2-2 0 0,4 0 0 16,6 0 0-16,1 0 0 0,0 0 0 0,10 0 0 15,13-2 0-15,4 0 0 0,1 0 0 0,2 2 0 16,0 0 0-16,0 0 0 0,-1 10 0 0,-8 1 0 15,3 8 0-15,-9-1 0 0,-6 5 0 0,-6-1 0 16,-3 4 0-16,0 1 0 16,-7 1 0-16,-11-4 0 0,-3 1 0 0,-5-5 0 15,-5 0 0-15,0-4 0 0,-3-3 0 0,-2-3 0 16,1-3 0-16,-2-2 0 0,3-5 0 0,1 0 0 16,1 0 0-16,4-2 0 0,1-8 0 0,7-7 0 15,1-7 0-15,6-7-159 0,6-13-292 0,7-15 206 16,0-3-832-16</inkml:trace>
  <inkml:trace contextRef="#ctx0" brushRef="#br0" timeOffset="-176463.26">10583 12762 3461 0,'2'-9'0'0,"-1"6"0"0,-1 0 0 16,0 3 0-16,0 0 0 0,0 0 0 0,0 0 0 0,0 4 0 0,0 12 0 0,0 8 0 0,2 2 460 0,6 5-450 0,-1 10-10 0,1 0 0 0,-3-6 0 15,6 12 0-15,-3-4 0 0,2 2 0 0,-3-5-16 16,-2-6-21-16,3 4 46 16,0-3-799-16,1-3 413 0,2-4 170 0,5-6-794 0</inkml:trace>
  <inkml:trace contextRef="#ctx0" brushRef="#br0" timeOffset="-176208.57">11118 13082 3675 0,'9'-7'0'0,"6"4"0"0,5 2 0 0,-1 1 0 0,2 0 0 0,1 0 0 0,-1 6 0 0,6 7 0 0,-3 3 0 0,3 5 0 0,-4 2 130 0,2 3-4 0,-6 1-126 16,-2 3 0-16,-4 3 0 0,-5-1 0 0,-7 2 0 16,-1-1 0-16,0 2 0 0,-11-5 0 0,-8 1 0 15,-2-5 0-15,-2-2 0 0,-6-3 0 0,-2-3 0 16,-3-5 0-16,-3-4 0 0,0-2 0 0,1-4 0 15,3-3 0-15,3 0 0 0,3-3 0 0,4-8 0 16,11-6 0-16,1-9 0 0,11-4 0 16,0-3-895-16,3-5 424 0,17 0 217 15,3 6 99-15</inkml:trace>
  <inkml:trace contextRef="#ctx0" brushRef="#br0" timeOffset="-175769.83">11585 12943 3352 0,'12'-9'0'0,"-3"7"0"0,-3 0 0 0,-3 0 0 0,-3 2 0 0,0 0 0 0,0 6 0 0,-12 14 0 0,-4 3 0 0,1 5 0 0,-2 10 161 16,1 1 257-16,0 4-418 0,5-2 0 0,1 1 0 15,8-5 0-15,2 5 0 0,0-3 0 0,0-3 0 16,11-3 0-16,5-3 0 0,3-3 0 0,2-7 0 16,1-1 0-16,-3-8 0 0,4-3 0 0,2-7 0 15,2-1 0-15,-4-1 0 0,-1-9-112 0,1-8-183 16,-5-3 128-16,-2 5 6 0,-2-7 66 0,-3 2 28 15,-2 2 1-15,-4 1 97 0,-3 6-34 0,0 1-10 16,-2 3-25-16,0 3 463 0,0 3-232 0,0 0-116 16,-8 2-57-16,3 2-38 15,-3 15 91-15,2 4 143 0,3 3-216 0,3 2 0 16,0 3 0-16,0 0 0 0,3 1 0 0,9-2 0 16,3 1 0-16,2-6 0 0,1-3 0 0,0-7 0 15,2-2 0-15,2-5 0 0,-1-4 0 0,6-2 0 16,-7-2 0-16,-1-5 0 0,-2-6 0 0,-2-3 0 15,-2-1 0-15,-3-1 0 0,-5-3 0 16,-3 0 0-16,-2 2 0 0,0-5 0 0,-6 3 0 0,-7 5 0 16,-2-3 0-16,-4 4 0 15,-3 1 0-15,3 7 0 0,-2 0 0 0,1 3 0 16,-1 2 0-16,2 0 0 0,3 2 0 0,2 0 0 16,5 0 0-16,1 0 0 0,3 0 0 0,3 2-155 15,2 0-308-15,0-2 213 0,0 0 106 0,7 0-788 16,8-17 447-16</inkml:trace>
  <inkml:trace contextRef="#ctx0" brushRef="#br0" timeOffset="-175387">11901 12704 2670 0,'-11'-2'0'0,"7"-3"0"0,0-1 0 0,4-3 0 0,0-2 0 0,11-1 0 0,10 1 0 0,2 2 0 0,9 2 0 0,-2 1 0 15,4 4 124-15,-1-1-42 0,-1 3-77 16,0 0 42-16,-4 0-9 0,-8 8 0 0,0 5-105 16,-5 0 52-16,-9 4 27 0,-5 2 77 0,-1 5-9 15,-1-2-42-15,-15-1 0 0,-2 0 262 0,-1-4-131 16,0-2-56-16,-1-2 57 0,0-4-170 0,4 1 0 16,6-6 0-16,3 0 0 0,1-2 0 0,4-2 0 15,2 1 0-15,0-1 0 0,4 0 0 0,12 3 0 16,4-3 0-16,2 2 0 0,-2 3 0 0,3 0 0 15,-4 3 0-15,0 2 0 0,-4 1 0 0,-6 1 0 16,-2 3 0-16,-4 3 0 0,-3-1 0 16,0 0 0-16,-6-1 0 0,-9 2 0 15,-4 0 0-15,-1-2 0 0,-3-4 0 0,4-3 0 16,-4 2 0-16,3-6 0 0,-1-3 0 0,3-1 0 16,1-1 0-16,4 0 0 0,1 0 0 0,1-1 0 15,4-5 0-15,1-1 0 0,2-3-78 0,2 0-433 16,2 4 227-16,0-4 128 0,4 4 59 0</inkml:trace>
  <inkml:trace contextRef="#ctx0" brushRef="#br0" timeOffset="-175132.64">12528 13193 3931 0,'-3'0'0'0,"3"0"0"0,0 0 0 0,0 2 0 0,0-2 0 0,5 0 0 0,8 0 0 0,6 0 0 0,4 0 0 15,7 0 0-15,9-2 0 0,0 0 0 0,5-2 0 0,3 2 0 0,-2-1 0 0,-6 0 0 16,11 2 0-16,-13 1 0 0,2 0 0 0,-5 0 0 16,-4 0 0-16,-9 0 0 0,-3 0 0 0,-4 0 0 15,-7 0 0-15,-1 0 0 0,-5 0 0 0,-1 0 0 16,0-2 0-16,0-2 0 0,-9-2 0 15</inkml:trace>
  <inkml:trace contextRef="#ctx0" brushRef="#br0" timeOffset="-172255.77">13589 13248 2096 0,'-7'-1'6'0,"0"-3"2"0,-1 1 0 0,0-2-1 0,-1 2-1 0,4-1 1 0,-1 3-2 0,3-1 0 0,-2 0 0 0,5 2-1 0,0 0 272 0,0 0-118 0,6 0-59 16,14 0 75-16,1 0-59 0,8 0-43 0,-1 0 337 15,6 0-186-15,1 0-92 0,2 0-38 0,1-2-69 16,6-1-24-16,-5-3 0 0,-4 0 0 0,3 2 0 16,-2-2 0-16,-4 1 0 0,-2-1 0 0,-2 0 0 15,-9 1 0-15,2-1 0 0,-9 3-31 0,0-3-299 16,-6 4 175-16,-3 0-765 0,-1 1 442 0,-2 1 220 15</inkml:trace>
  <inkml:trace contextRef="#ctx0" brushRef="#br0" timeOffset="-171888.2">13762 13309 2362 0,'-21'3'0'15,"3"3"0"-15,3 0 0 0,4-4 0 0,1-2 0 0,6 0 0 0,2 0 0 0,2 0 0 0,0 0 0 0,14 0 0 0,8 0 156 0,2 2-59 0,1 2-20 0,5 1-10 0,-2 3-29 16,-1 1 228-16,-7 1-114 0,-1 1-58 16,-2 2-18-16,-8 4-82 0,-3 0 0 0,-4 1 44 15,-2 7-1-15,-4-3-112 0,-13 1 65 0,-3-3 20 16,-5 1 39-16,-3-2-11 0,-2-2-39 0,0-2 206 16,0-4-91-16,-2-2-45 0,3-1-16 0,7-4-22 15,-2-3-31-15,3 1 0 0,10 1 0 0,-1-3 0 16,5 0 0-16,3 0 0 0,4 0 0 0,0 0 0 15,8 0 0-15,14 0 0 16,5-3 0-16,3 1 0 0,2 1 0 0,2 1 0 16,1 0 0-16,2 0 0 0,1 0 0 0,-2 0 0 15,-2 0 0-15,-2 0 0 0,-6 0 0 0,-2 3 0 16,1 0 0-16,-6-2 0 0,-3-1 0 0,-4 0 0 16,-1 2 0-16,-6-2 0 0,-1 0-671 0,-2 0 314 15,0 0 160-15,-2 0 70 16,0 0 49-16,0-8 1 0,-9-5 39 0,-2-5-975 0</inkml:trace>
  <inkml:trace contextRef="#ctx0" brushRef="#br0" timeOffset="-171693.23">13824 12400 3719 0,'-9'-4'0'0,"5"4"0"0,2 0 0 0,0 0 0 0,0 0 0 0,2 12 0 0,0 7 0 0,0 1 0 0,0 6 0 0,6 6 0 0,2 3 133 0,1 9-54 0,0-4-79 0,1-5 0 16,1 8 0-16,-2-2-145 0,1-1 2 0,-2-6 91 15,-1 3 46-15,-2 1-825 0,1-2 423 0,-3-2 214 16,-2-3-684-16</inkml:trace>
  <inkml:trace contextRef="#ctx0" brushRef="#br0" timeOffset="-171469.25">14495 13095 3931 0,'0'0'0'0,"0"0"0"15,0 0 0-15,0 0 0 0,0 0 0 0,0 0 0 0,0 0 0 0,0 5 0 0,0-4 0 0,2 2 0 0,2-1 0 0,-1 2 0 0,-1-2 0 0,2 1 0 16,-2 0 0-16,-1-2 0 0,1 2 0 0,0 0-335 16,0-1 176-16,1 0 98 0</inkml:trace>
  <inkml:trace contextRef="#ctx0" brushRef="#br0" timeOffset="-170859.39">14906 13108 2209 0,'-11'-2'0'0,"3"0"0"0,3 2 0 0,-1 0 0 0,2 0 0 0,3 0 0 0,1 0 0 0,0 0 0 0,0 0 0 0,9 0 0 0,12 0 168 16,3 0 346-16,6 0-229 0,2 0-128 16,4 0 104-16,1 0-112 0,6 0-55 0,-7 0-29 0,4 0-36 15,-3 0-29-15,2 0 0 0,-2 0 0 16,-2 0 0-16,-1 0 0 0,-8 0 0 0,4 0-388 15,-10 0 108-15,1 0 159 0,-8 0 80 16,-1 2-936-16,-5 0 460 0,-5 4 244 0</inkml:trace>
  <inkml:trace contextRef="#ctx0" brushRef="#br0" timeOffset="-170505.47">15057 13269 2137 0,'-21'6'0'0,"2"6"0"0,6-3 0 0,5-4 0 0,1-1 0 0,7 0 0 0,0-4 0 0,7 2 0 0,18-2 0 0,5 1 0 0,4 1 127 0,-1 0-35 0,3 1 125 0,-2 2-89 16,-2 0-45-16,-4 5-1 0,-7-2-195 0,-1 3 85 15,-5 2 28-15,-7 2-154 0,-7 2 96 0,-1 5 48 16,-1 1 24-16,-18 1-31 0,-2 0 19 0,-5-1 0 16,-2-2-36-16,-2-2 86 0,0-1-79 0,-4-4 25 15,2-3-49-15,4 0 365 0,0-3-144 0,9-1-78 16,-2-1 380-16,10-3-222 15,0 1-106-15,5-2-97 0,2 0-47 0,4 0 0 16,0-1 0-16,13 3 0 0,10 1 0 0,3-2 0 16,6 1 0-16,4 0 0 0,1 1 0 0,2-1 0 15,0-1 0-15,0 0 0 0,0-3 0 0,-2 0 0 16,-2 0 0-16,-5 0 0 0,-8 0 0 0,3 0-43 16,-6 0-294-16,-8-3 148 0,1 2 65 0,-7-3-412 15,-1 2 249-15,-3-1 124 0,-1-3 63 0,0-6-359 16,-1 1 202-16,-7-8 113 0,-4-5-379 0</inkml:trace>
  <inkml:trace contextRef="#ctx0" brushRef="#br0" timeOffset="-170316.96">15257 12629 3069 0,'0'-1'0'0,"0"1"0"0,0 0 0 0,-4 0 0 0,1 5 0 0,-1 6 0 0,2 4 0 0,-1 6 0 0,3 3 0 0,0 4 0 0,0 2 463 16,0 2-202-16,0 3-123 0,1-2-138 0,3 1-8 16,2 2-26-16,-1-3 37 0,1 2-576 0,0-5 300 15,1 1 157-15,-3-5-327 0,1-5 242 0,3 1 95 16,0-2-124-16</inkml:trace>
  <inkml:trace contextRef="#ctx0" brushRef="#br0" timeOffset="-170071.79">15682 12967 3119 0,'22'0'0'0,"7"0"0"0,-3 6 0 0,1 6 0 0,0 6 0 16,-1 5 0-16,-3 1 0 0,4 3 0 0,-6 2 0 0,-5 2 0 0,-1 2 452 0,-5 0-207 0,-7-1-130 15,-1 1-115-15,-2 0 0 0,-4-1 0 0,-13 0 0 0,-1-4 0 16,-3-3 0-16,-4-3 0 0,0-5 0 15,-3-3 0-15,-3-3 0 0,1-6 0 0,-3-1 0 0,-2-4 0 16,5 0 0-16,3 0 0 0,6-1 0 16,3-9-165-16,6-5 26 0,6-4 10 0,6-3-687 15,0-1 389-15,11-1 194 0,10-2 97 0,5-1-318 16</inkml:trace>
  <inkml:trace contextRef="#ctx0" brushRef="#br0" timeOffset="-169617.38">16144 12905 3578 0,'10'-9'0'0,"-3"5"0"0,-5 2 0 0,-2 2 0 0,0 0 0 0,-9 11 0 0,-7 10 0 0,-1 5 0 0,-1 5 0 0,-3 10 0 0,3 0 259 15,-2 6-165-15,5-1-94 0,2 2 0 0,6-7 0 16,1 10 0-16,6-16 0 0,0 5 0 16,0-6 0-16,9-4 0 0,4-8 0 0,8 1 0 0,-3-10 0 15,0-3 0-15,5-5 0 0,-1-5 0 0,-2 0 0 16,5-11 0-16,-4-6 0 0,-1-2 0 0,1-3 0 15,-4 1-87-15,-2 2-32 16,0-3 45-16,-4 1-7 0,-2 1 42 0,0 4 0 16,-6 5 1-16,-1 2 205 0,-2 3-98 0,0 3-53 15,0 1 209-15,0 2-225 0,-7 0 0 0,-3 9 0 16,2 7 0-16,1 6 0 0,2 2 0 0,2 2 0 16,3-3 0-16,0 9 0 0,0-6 0 0,8-1 0 15,3-9 0-15,6 3 0 0,-2-4 0 0,4-5 0 16,1-7 0-16,7-3 0 0,-5 0 0 15,-1-7 0-15,-2-7 0 0,-2-3 0 16,-3-2 0-16,0 1 0 0,-7-1 0 0,-3-1 0 16,-2-1 0-16,-2 0 0 0,0-3 0 0,-6 3 0 15,-4 1 0-15,-6-1 0 0,1 8 0 0,-7-5 0 16,-1 10 0-16,-2 2 0 0,0 2 0 0,-2 4 0 16,6 0 0-16,0 0 0 0,3 2 0 0,3 6 0 15,6-1 0-15,1 1 0 0,5 1 0 0,3 0 0 16,0 2 0-16,0-1 0 0,9-3-412 0,5-1 170 15,4 0 93-15,3-6-789 16,-5 0 450-16</inkml:trace>
  <inkml:trace contextRef="#ctx0" brushRef="#br0" timeOffset="-169436.39">16619 13125 3763 0,'-3'-3'0'0,"3"2"0"0,-3 1 0 0,3 0 0 0,0 0 0 0,0 0 0 16,0 0 0-16,0 0 0 0,0 0 0 0,8 0 0 0,-2 0 121 0,1 6-74 0,0 1-47 0,3 1 0 15,-4 0 0-15,1-3-270 0,0 1-7 0,0-1 168 0,0 1-952 16,0-2 529-16,1-4 263 0</inkml:trace>
  <inkml:trace contextRef="#ctx0" brushRef="#br0" timeOffset="-169148.39">16896 12982 3361 0,'0'-3'0'0,"0"1"0"0,0 0 0 0,9 0 0 0,5 2 0 0,5 0 0 0,4 0 0 0,5 0 0 0,2 4 0 0,0 7 0 0,0 4 248 0,0 0-105 0,-6 3 36 15,1 1-179-15,-6 4 0 0,-7-1 0 0,2 5 0 16,-5 0 0-16,-7-7 0 0,-2 8 0 15,0 2 0-15,-9-2 0 0,-8 1 0 0,-6-4 0 0,-1 2 0 16,-4-3 0-16,-2-1 0 16,-2-2 0-16,-8 0 0 0,1-1 0 0,0-2 0 15,-3-2 0-15,10-5 0 0,-3-2 0 0,4-2 0 0,10-4 0 16,-2-3 0-16,6 0 0 0,4 0 0 16,6-3 0-16,0-7 0 0,7-4-279 0,0-1-173 15,3-2 208-15,13-3-653 0,3-1 421 0,3-2 224 16,8-6 107-16</inkml:trace>
  <inkml:trace contextRef="#ctx0" brushRef="#br0" timeOffset="-168670.09">17313 12898 2898 0,'8'-6'0'0,"-4"3"0"0,-2 1 0 0,-2 2 0 0,-2 0 0 0,-10 9 0 0,0 7 0 0,-4 6 0 0,2 8 0 0,-4 6 0 0,4 4 429 0,2-2-186 0,-1 11-108 16,2-4 91-16,1 1-226 0,5-2 0 0,1-5 0 15,2 3 0-15,2-3 0 0,0-3 0 0,0-4 0 16,2-2 0-16,7-8 0 0,3-3 0 0,-1-2 0 16,2-5 0-16,2-5 0 0,0-5 0 15,4-2 0-15,0 0 0 0,3-4 0 16,1-11 0-16,-2 0 0 0,-1-2 0 0,-3 2 0 16,6-6 0-16,-9 6 0 0,0-2 0 0,-1 2 0 15,-4 2 0-15,-3 4 0 0,-2-1 0 0,0 5 0 16,-3 1 0-16,-1 0 0 0,0 3 0 0,0 1 0 15,0 0 0-15,-7 1 0 0,1 12 0 16,2 4 0-16,0 2 0 0,3 2 0 16,1 5 0-16,0-1 0 0,0-5 0 0,1 0 0 0,11 2 0 0,1-6 0 15,2-3 0-15,0-3 0 0,1-6 0 0,2-4 0 16,-1 0 0-16,0 0 0 16,0-8 0-16,-3-5 0 0,0-2 0 0,-5 0 0 15,-2 0 0-15,1-2 0 0,-4 0 0 0,-2-2 0 16,-2 1 0-16,0-1 0 0,0-1 0 0,-8 6 0 15,-3-1 0-15,-2 2 0 0,-2 2 0 0,-4 3 0 16,0 3 0-16,-2 0 0 0,3 4 0 0,-3-1 0 16,2 2 0-16,5 0 0 0,-4 0 0 0,9 3 0 15,-5 6 0-15,9-4 0 16,-1 2 0-16,3 1 0 0,1 1 0 0,2-1 0 16,0 3-226-16,0 0-293 0,0-1 241 0</inkml:trace>
  <inkml:trace contextRef="#ctx0" brushRef="#br0" timeOffset="-165912.71">17503 12644 1447 0,'-4'-9'0'0,"1"2"0"0,1-1 0 0,-2 2 0 0,2-2 0 0,1 3 0 0,-3-3 0 0,2 3 0 0,2 1 0 0,0-1 0 0,0 3 109 0,0-2 230 0,0 0-156 0,2 0-73 16,7 1 123-16,2 0-98 0,3-1-48 15,0 2-16-15,2-1 128 0,-2 1-80 16,2 2-41-16,0 0 0 0,0 0 33 0,-2 0-42 16,2 6 0-16,-5 4 27 0,0 1-29 0,-1 2 0 15,-3 4-7-15,-2 2-22 0,-3 5-1 0,-2 0 1 16,0 4-51-16,0-6 26 0,-9 2 9 0,-6 3 16 16,-2-2-9-16,-2-2-27 0,-3-3-2 0,1-3 0 15,0-3 0-15,-5 1 0 0,2-6 0 0,5-1 0 16,-2-2 0-16,5-2 0 0,4-2 0 0,3 0 0 15,3-1 0-15,3-1 0 0,1 0 0 16,2 3 0-16,2-3 0 0,12 2 0 16,9-1 0-16,3 2 0 0,4-1 0 0,1 0 0 15,0-1 0-15,1 0 0 0,2 2 0 0,-2-1 0 16,-2-1 0-16,2 2 0 0,-2-3 0 0,0 2 0 16,-2 0 0-16,1-2 0 0,-9 3-191 0,2 1-314 15,-4 0 224-15</inkml:trace>
  <inkml:trace contextRef="#ctx0" brushRef="#br0" timeOffset="-162127.65">19512 13166 3014 0,'-3'0'0'0,"1"0"0"0,2 0 0 0,0 0 0 0,0 0 0 0,12 0 0 0,8 0 0 0,4 0 0 0,3 0 0 0,3 0 0 0,2 0 319 0,2 0-141 0,1 0-70 0,2 0-36 16,-2 2 168-16,1-2-240 0,1 0 0 0,0 0 0 15,7 2 0-15,-10-2 0 0,1 0 0 0,-1 0 0 16,-2 0 0-16,-2 0 0 0,-7 0 0 16,2 0 0-16,-4 0 0 0,-2 0 0 0,-4 0 0 0,-3 0 0 15,-5 0 0-15,-1 0 0 0,-3-2-390 0,-1 0 18 16,-2 1 164-16,0-3-234 15,0-2 202-15,-9 2 101 0,-6 0-678 0</inkml:trace>
  <inkml:trace contextRef="#ctx0" brushRef="#br0" timeOffset="-161905.71">19737 13352 3377 0,'-6'2'0'0,"0"6"0"0,4-1 0 0,-2 1 0 0,4-1 0 0,0 4 0 0,0 1 0 0,0-1 0 0,0 4 0 0,2 0 0 0,5 2 309 0,-4-2-135 16,3 1-103-16,-3 3-71 0,-1 0 0 0,2 0 0 15,-2 0 0-15,-2 1 0 0,0-3 0 0,0 0 0 16,0-2 0-16,0-5-2 0,0-1-58 0,0-3 49 16,0-2-662-16,0-4 235 0,5 0 209 0,3-2-576 15,5-14 383-15,1-8 193 0</inkml:trace>
  <inkml:trace contextRef="#ctx0" brushRef="#br0" timeOffset="-161586.87">19887 13348 2517 0,'0'-5'0'0,"0"1"0"0,0 2 0 0,0-1 0 0,0 2 0 0,4 1 0 0,7 0 0 0,6 0 0 0,6 0 0 0,-1 0 0 0,4 0 450 0,-1 0-206 16,-3 1-94-16,7 10-61 0,-8-2 19 0,-1 2-36 15,-2 3 1-15,-3 0-35 0,-4 2-56 16,-2 2 23-16,-8 1 0 0,-1 4 33 0,-3-1-129 0,-15-2 64 15,-3 3 42-15,-2-4 43 0,-6 0-21 0,-2-2 1 16,-1-4 92-16,2-2-130 16,3-3 0-16,-1-3 0 0,5 1 0 0,4-4 0 15,6-2 0-15,4 0 0 0,4 0 0 0,0 0 0 16,5 0 0-16,0 0 0 0,12 0 0 0,13 0 0 16,2 0 0-16,8-2 0 0,0 0 0 0,2 0 0 15,3 2 0-15,0 0 0 0,-5 0 0 0,1 0 0 16,-4 0 0-16,-2 2 0 0,-7 2 0 15,-2-1 0-15,-1 1 0 0,-6-2 0 16,-4 0 0-16,-3 0-634 0,-1-1 290 0,-4-1 154 16,0 0 66-16,-2 0-511 0,0 0 299 0,0-8 149 15,-6-7-446-15</inkml:trace>
  <inkml:trace contextRef="#ctx0" brushRef="#br0" timeOffset="-161386.78">20033 12624 3663 0,'-8'-10'0'0,"3"2"0"0,-2 7 0 0,0-1 0 0,0 0 0 0,2 2 0 0,1 0 0 0,0 2 0 0,4 13 0 16,0 6 0-16,0 5 111 0,0 2 46 0,2 4-157 0,4 1 0 0,-1 3 0 0,2 2 0 16,-2 2 0-16,-1-3 0 0,1-1 0 0,-1-1-125 15,-1 1 10-15,1-4 84 0,-2-2-854 0,2-2 442 16,0-5 108-16,-2-2 149 0</inkml:trace>
  <inkml:trace contextRef="#ctx0" brushRef="#br0" timeOffset="-161054.24">20496 12953 2588 0,'-8'-6'0'0,"6"4"0"0,2 0 0 0,0-1 0 0,0 3 0 0,0 0 0 0,0 0 0 0,3 0 0 0,9 0 0 0,1 5 0 0,3 4 144 16,4 4-59-16,-1 0-24 0,3 3 203 0,-2 0-114 0,1 2-57 0,-3 0 35 16,2 5-50-16,-8-4-1 0,-1 3-40 0,-6 0 34 15,-3 1-35-15,-2 2 10 0,0 1 27 0,-13-2-73 16,-8 1 0-16,-5-3 0 15,-3-1 0-15,-10 1 0 0,4-5 0 0,-4-2 0 0,4-4 0 16,-4 1 0-16,1-3 0 0,3-4 0 16,5-3 0-16,5 0 0 0,2-2 0 0,7 0 0 15,6 0-55-15,4 0-68 0,6-7-758 0,2-8 422 16,17-2 212-16,15-5 105 0,4-1-646 0,4-3 381 16</inkml:trace>
  <inkml:trace contextRef="#ctx0" brushRef="#br0" timeOffset="-160552.68">20930 12814 2724 0,'0'-8'0'0,"0"2"0"0,0 2 0 0,-5 1 0 0,-6 3 0 0,2 0 0 0,-5 5 0 0,2 14 0 0,-6 5 0 0,0 10 0 0,1 5 588 0,0 9-276 0,0 2-138 0,2 3-69 15,2 1-77-15,2-1-28 0,5 0 0 0,3-6 0 16,3-3 0-16,0-9 0 0,3 0 0 0,10-5 0 15,4-6 0-15,2-5 0 16,2-3 0-16,1-6 0 0,0-5 0 0,5-5 0 16,-1 0 0-16,2-5 0 0,-1-12 0 0,-3-3 0 15,0-3 0-15,1-2-193 0,-4 0 48 0,0-3 54 16,-5 0-94-16,0 5 74 0,-7 2 29 0,-2 3 9 16,-4 4 146-16,-1 3-55 0,-2 2-26 15,0 4 196-15,0 2-121 0,-11 0-47 0,1 3 502 0,-6 6-522 16,3 6 0-16,0 5 0 0,2 2 0 0,2 7 0 15,4-2 0-15,5 1 0 16,0 2 0-16,0-2 0 0,5-2 0 0,9 4 0 16,3-5 0-16,2-3 0 0,2-3 0 0,0-6 0 15,7-1 0-15,-5-5 0 0,2-4 0 0,2 0 0 16,-5-2 0-16,-3-9 0 0,2-4 0 0,-7 0 0 16,-2 0 0-16,-5-2 0 0,-1-1 0 0,-5 0 0 15,-1 1 0-15,0-3 0 0,-7-1 0 0,-6 0 0 16,-4 2 0-16,1 5 0 0,-7-3 0 0,0 6 0 15,-3 1 0-15,1 1 0 16,0 9 0-16,2-2 0 0,0 2 0 0,7 0 0 16,2 0 0-16,3 0 0 0,4 0 0 0,0 2 0 15,6-2 0-15,1 5 0 0,0-1 0 0,0-2-63 16,1 2 0-16,8-4-878 0,5 0 457 0,0 0 224 16,2-10-627-16</inkml:trace>
  <inkml:trace contextRef="#ctx0" brushRef="#br0" timeOffset="-160128.83">21096 12618 2332 0,'-11'-13'0'0,"3"5"0"0,5 1 0 0,1-1 0 0,2 3 0 0,0-1 0 0,0-1 0 0,2 3 0 0,13-2 0 0,3 2 0 0,9 1 152 16,-1 0-58-16,2 2 85 0,1 1-72 0,-7 0-26 0,9 0-88 0,-13 7 0 15,1 3 43-15,-5 3 0 16,-2-2-37-16,-6 5 10 0,-4 0 27 0,-2 1 0 16,0 1 18-16,-10 3-18 0,-5-3 0 0,-1-4 134 15,-5 3-71-15,1-6-31 0,2 0 170 0,1-1-101 16,6-6-127-16,1 0-10 0,3 0 0 0,3-4 0 16,2 0 0-16,2 1 0 0,0-1 0 0,2 1 0 15,9 4 0-15,6-1 0 0,6 2 0 0,-3 0 0 16,1 2 0-16,0 4 0 0,-3 1 0 0,0-1 0 15,-6 3 0-15,-2 1 0 16,-6 2 0-16,-2-2 0 0,-2 0 0 0,0 2 0 16,-16-3 0-16,-4 0 0 0,-6-2 0 0,-2-4 0 15,-4 0 0-15,-2-5 0 16,-3-1 0-16,0-3 0 0,3 0 0 0,3 0 0 0,2-3 0 0,11-4 0 16,-3-3 0-16,7 1 0 0,5 2 0 0,4-3 0 15,5 1-123-15,0-2-203 0,5 5 139 0,18-3 75 16,4 4-672-16,4 0 379 15,5 3 184-15,1 0 92 0</inkml:trace>
  <inkml:trace contextRef="#ctx0" brushRef="#br0" timeOffset="-159850.08">21753 12858 2705 0,'0'0'0'0,"4"0"0"0,6 1 0 0,-3 2 0 0,2 1 0 0,2-1 0 0,-1 1 0 0,3 0 0 0,5 1 0 0,3-3 0 0,0 3 117 0,4-4-40 0,-2-1 402 0,7 2-226 15,-2-2-108-15,-1 0-55 16,1 0-27-16,-6 0-61 0,2 0-72 0,1 0 18 0,-2 0 44 15,-5 0-1-15,-1 0-653 0,-2 0 357 0,-3 0 166 16,-1 0 55-16,-4 0-495 0,-2 3 235 16</inkml:trace>
  <inkml:trace contextRef="#ctx0" brushRef="#br0" timeOffset="-159685.02">21874 13140 3569 0,'0'6'0'0,"5"2"0"0,2-5 0 0,0 1 0 0,4-3 0 0,1 3 0 0,0-2 0 15,4 2 0-15,2-2 0 0,-1 0 0 0,2 0 194 0,0-1-78 0,0 2-254 0,-3-2 87 16,3 1 43-16,-4 0 9 0,2-1-357 0,2 4 196 0</inkml:trace>
  <inkml:trace contextRef="#ctx0" brushRef="#br0" timeOffset="-159234.95">22281 13162 2342 0,'-4'-11'0'0,"4"6"0"0,0 3 0 0,10-2 0 0,9 0 0 0,5 0 0 0,3 2 0 0,5 1 0 0,12 1 0 0,4 0 0 0,1 0 186 16,5 0 242-16,2 0-187 0,2 0-107 0,1 0-50 15,-3 0-20-15,-4 0-1 0,-1 0-28 0,-7 0-211 16,-1 0 101-16,-6 0 55 0,-7-2 28 15,-9 0-197-15,-8 2 112 0,-1-3 64 0,-8 3 20 16,-4 0-706-16,0 0 277 0,-21 3 193 0</inkml:trace>
  <inkml:trace contextRef="#ctx0" brushRef="#br0" timeOffset="-159051.49">22571 13241 2798 0,'0'7'0'0,"2"7"0"0,1 2 0 0,-1-2 0 0,0 3 0 0,0 3 0 0,0 5 0 0,-1 0 0 0,1 3 0 0,3-2 0 0,-3 0 242 16,0-3-94-16,-1 6-62 0,1-8-73 0,0 2 22 15,0-2 0-15,0-5-368 0,-1-2 193 0,3-2 83 16,2-8 46-16,0 0-644 0,1-4 345 0,4 0 151 16,-2-14-633-16</inkml:trace>
  <inkml:trace contextRef="#ctx0" brushRef="#br0" timeOffset="-158745.5">22759 13296 2039 0,'3'-9'0'0,"5"2"0"0,3 2 0 0,2 2 0 0,4 0 0 0,3 2 0 0,5 1 0 0,3 0 0 0,2 0 0 0,4 7 0 0,-2 3 151 0,-2 3-58 16,0 0 37-16,-3 2-47 0,-5 0-24 16,-5-2-58-16,-2 2 34 0,-4 0 0 0,-9 1 0 0,-2-2-106 15,-2 2 53-15,-16 0 35 0,-8-1 58 0,-6-4 0 16,-10 2-40-16,1-5 0 0,5-1 204 15,-1-5-93-15,0 0-60 0,5-2-25 16,11 0 349-16,0 0-230 0,8 0-180 0,1 0 0 16,7 0 0-16,5-2 0 0,0 1 0 0,11 0 0 15,15-3 0-15,6 3 0 0,13 1 0 0,0 0 0 16,4 0 0-16,-2 0 0 0,2 0 0 0,-10 0 0 16,2 0 0-16,-1 5 0 0,-2-1-18 0,-6 0-221 15,-10-1 58-15,0 1-414 0,-4 0 284 16,-9-2 138-16,-3 0 69 0,-4-2-180 0,-2 0 124 15,0 0 54-15,-10 0-347 0,-7-2 209 16</inkml:trace>
  <inkml:trace contextRef="#ctx0" brushRef="#br0" timeOffset="-158558.52">22875 12494 3931 0,'-17'-27'0'0,"10"20"0"0,1 1 0 0,3 3 0 0,-1 2 0 0,1-2 0 0,3 3 0 0,0 0 0 0,0 6 0 0,0 14 0 0,0 7 0 0,7 10 0 16,0 3 0-16,0 3 0 0,0 3 0 0,3 2 0 15,-4-9 0-15,3 14 0 0,-2-8 0 0,3-1 0 16,-1-2-119-16,1 0-133 0,-2-3 152 0</inkml:trace>
  <inkml:trace contextRef="#ctx0" brushRef="#br0" timeOffset="-157911.33">23941 13119 1885 0,'-5'-15'0'0,"0"4"0"0,1 0 0 0,4 0 0 0,0-1 0 16,0-1 0-16,0 0 0 0,7 0 0 0,9 2 0 0,2 2 0 0,7 2 314 0,-1 4-139 0,3 3-70 0,-5 0-25 16,12 1 41-16,-7 11-43 0,0 5 1 0,-1-1-43 0,-3 5-35 0,-8-1 9 15,0 4 26-15,-6 0 0 0,-5 1-33 16,-2 1 33-16,-2 0 0 0,-9-1 76 15,-9-1-43-15,-4 0 1 0,-6-3 16 0,-2-3-25 16,-4-3 0-16,-1-1-16 0,-3-3 59 0,0-3-35 16,1-2 1-16,1-3-34 0,3-1-87 0,4-2 52 15,3 0-9-15,3 0-242 0,7 0 140 0,6-2 57 16,2-1 39-16,5-6-512 0,3 1 254 16,3-4 85-16,18-3-488 0,11-2 319 0,6-3 160 0,3-3 71 15</inkml:trace>
  <inkml:trace contextRef="#ctx0" brushRef="#br0" timeOffset="-157441.83">24405 12867 2497 0,'0'-10'0'0,"0"4"0"0,0 0 0 0,-7 4 0 0,-4 0 0 0,-4 2 0 0,2 0 0 0,2 13 0 0,-5 8 0 0,6 4 0 15,-4 7 120-15,3 9 348 0,0 0-216 0,3 4-108 0,1 0-54 16,3 1 178-16,2-8-176 0,2 4-92 15,0-3 0-15,0-3 0 0,9-4 0 0,4-4 0 16,2-7 0-16,5 2 0 0,-6-10 0 0,5 0 0 16,1-5 0-16,1-5 0 0,2-3 0 0,2 0 0 15,-3-6 0-15,-2-9-67 0,0-1-190 0,-6 0 94 16,2-2 28-16,-5-1 54 0,-2 2 78 0,-3 2-1 16,-4 3-32-16,0 1 0 0,-2 4 352 0,0 2-169 15,0 1-77-15,-4 2 179 0,-4 2-249 16,-1 0 0-16,2 7 0 0,1 8 0 15,1-1 0-15,5 4 0 0,0 3 0 0,0-2 0 16,9-1 0-16,5-1 0 0,7 1 0 0,0-3 0 16,3-7 0-16,2-2 0 0,3-4 0 0,1-2 0 15,1 0 0-15,-2-4 0 0,-3-7 0 0,-8 2 0 16,2-4 0-16,-9 1 0 0,-1 0 0 0,-9-4 0 16,-1 1 0-16,0 0 0 0,-5 0 0 0,-16-2 0 15,-4 4 0-15,-1 2 0 0,-6 3 0 0,0 3 0 16,-2 0 0-16,-1 4 0 15,3 1 0-15,4 0 0 0,7 0 0 0,1 0 0 16,8 0 0-16,3 1 0 0,3 2 0 0,4 1 0 16,2-1 0-16,0 1 0 0,15 0 0 0,10-2-17 15,3-2-879-15,2 0 430 0,4 0 215 0,-2-6 108 16,1-3-644-16</inkml:trace>
  <inkml:trace contextRef="#ctx0" brushRef="#br0" timeOffset="-157245.05">24970 12971 2594 0,'0'-6'0'0,"0"5"0"15,0-1 0-15,0 2 0 0,0 0 0 0,5 0 0 0,8 0 0 0,8 0 0 0,3 0 0 0,3 3 0 0,3-1 442 0,2 2-203 0,1-2-101 0,2 0-244 0,0 0 71 16,-2 0 45-16,-1-1-10 0,-2 1-522 15,-3 0 279-15,-6 2 140 0,-1 1-374 0,-5 2 250 16</inkml:trace>
  <inkml:trace contextRef="#ctx0" brushRef="#br0" timeOffset="-157078.6">25077 13187 2667 0,'-14'1'0'0,"5"2"0"0,1-3 0 0,4 0 0 0,3 0 0 0,1 0 0 0,1 0 0 0,15 0 0 0,9 4 0 0,4-4 0 0,3 1 108 0,4-1 136 0,0 2-103 0,-2 0-53 16,4 0-524-16,-4-1 245 0,2 2 109 0,-4-1 59 15,-1 2-864-15,-8-4 439 0</inkml:trace>
  <inkml:trace contextRef="#ctx0" brushRef="#br0" timeOffset="-156569.56">25882 12730 2202 0,'-4'-1'0'0,"2"-1"0"0,2 0 0 0,-3 2 0 0,3 0 0 0,0 0 0 0,0 0 0 0,0 0 0 0,0 0 0 0,0 7 0 0,0 4 93 0,0 4 163 0,0 3-110 0,7 4-55 16,-1 3 299-16,2 5-181 0,-1 4-87 0,-2 1-42 15,3 10 237-15,-4-1-292 0,2-5-25 16,-3 11 0-16,-1-6 0 0,0 0 0 0,0 0 0 0,-2-1 0 16,0-6 0-16,0 3 0 0,0-1 0 0,0-1 0 15,0-2 0-15,0-1 0 16,0-5 0-16,0 1 0 0,0-9 0 0,0-1 0 15,2-4 0-15,-2-6 0 0,0-3 0 0,0-3 0 16,0-2 0-16,0-3 0 0,1 0 0 0,-1 0-291 16,0 0 113-16,0 0 76 0,0 0-397 0,0-3 232 15,0-2 115-15,0 0 49 0,-1 0-635 0,1 0 351 16</inkml:trace>
  <inkml:trace contextRef="#ctx0" brushRef="#br0" timeOffset="-156376.89">26346 13683 3931 0,'0'0'0'0,"0"2"0"0,3 5 0 0,2-3 0 0,-3 0 0 0,-2-1 0 0,0 2 0 0,0 0 0 0,0-5 0 0,0 1 0 0,0-1 0 0,0 0 0 0,0 0 0 15,0 0 0-15,0-7-1235 0</inkml:trace>
  <inkml:trace contextRef="#ctx0" brushRef="#br0" timeOffset="-152293.68">28254 12821 2099 0,'-6'-7'0'0,"5"2"0"0,-3 4 0 0,1-1 0 0,2-1 0 0,-3 3 0 0,1 0 0 0,-2 8 0 0,-2 11 0 0,0 5 0 0,-3 9 86 0,-1 5 221 0,-1 8-135 16,0 3-59-16,-3 2 132 0,2-1-104 0,-2 3-53 15,2 0-26-15,-3-2 33 0,4-10-20 16,-5 13-10-16,5-9-138 0,0-2 54 0,-2 0 28 0,0-3-1 16,3-7 37-16,0 2-9 15,1-7 0-15,1-6-113 0,4-4-333 0,1-4 164 0,-1-5 122 16,5-4-442-16,-2-2 265 0,2-3 132 0,0-3 67 16,7-20-425-16,4-11 237 0</inkml:trace>
  <inkml:trace contextRef="#ctx0" brushRef="#br0" timeOffset="-152086.12">28202 12916 2459 0,'3'-16'0'16,"-1"6"0"-16,1 2 0 0,0 1 0 0,-1 5 0 0,3 1 0 0,3 1 0 0,3 3 0 0,7 17 0 0,-5 1 0 0,7 11 178 0,-1 4 190 0,0 8-165 0,-2 3-75 15,1 0 262-15,0 5-185 0,-2-3-205 0,0-3 0 16,0 1 0-16,-5-9 0 0,4 8 0 0,-6-16 0 15,2 8-51-15,-4-6 12 0,-2-3 37 0,-2-7-493 16,0 1 260-16,-3-5 134 0,0-1-29 0,0-5-592 16,0-1 343-16,-8-3 162 0,-2-1-149 0,-5-2 165 15</inkml:trace>
  <inkml:trace contextRef="#ctx0" brushRef="#br0" timeOffset="-151917.89">28087 13459 2482 0,'-14'-7'0'0,"7"3"0"0,0 1 0 0,1-2 0 0,5 2 0 0,-1-1 0 0,2 0 0 0,0 0 0 0,2 1 0 0,10-1 0 0,6-2 375 0,0 3-169 0,2-1-85 15,7 2-43-15,-2 0-181 0,0 1 78 0,5-2 26 16,-3 3-552-16,1 0 294 0,0 0 146 16,1 0 74-16,-5 0-331 0,10 0 114 0</inkml:trace>
  <inkml:trace contextRef="#ctx0" brushRef="#br0" timeOffset="-151656.9">29047 13021 2005 0,'1'-15'0'0,"3"2"0"0,-3 2 0 0,2-4 0 0,0 2 0 0,-3 6 0 0,0-1 0 0,0 1 0 0,0 0 0 0,-6 6 0 0,-2-1 246 0,-6 2-105 0,-2 0-44 0,-7 17 306 16,2 6-184-16,-4 8-91 0,2 5-46 0,2 6 354 16,5-5-262-16,-2 14-174 0,7-4 0 0,5 0 0 15,5-2 0-15,1-2 0 0,0-9 0 0,11 1 0 16,6 0 0-16,5-5 0 16,6-4 0-16,7-1 0 0,-2-5 0 0,11-1 0 15,-6-5 0-15,2-2 0 0,2-3 0 0</inkml:trace>
  <inkml:trace contextRef="#ctx0" brushRef="#br0" timeOffset="-150829.81">29529 13011 2244 0,'-3'-2'0'0,"0"-1"0"0,1 2 0 0,-5-1 0 0,4 2 0 0,1 0 0 0,-1 3 0 0,1 9 0 0,2 3 0 0,0 6 0 0,0 3 84 0,0 2 283 0,0 0-165 16,2 3-81-16,1-1-42 16,2 3 199-16,-1-2-124 0,1-1-58 0,-2 0 13 15,0-2-35-15,1 1 0 0,-3-4-26 0,1 1-47 16,1-3-1-16,-1 0 0 0,-2-4 0 0,0-3-7 15,0-3 14-15,0-2-7 0,0-1-219 0,0-4 121 16,0-2 20-16,0-2 49 0,0 0-554 0,0 0 279 16,2 0 118-16,-1 0-490 15,7 0 319-15,2 0 159 0,2-6 70 0</inkml:trace>
  <inkml:trace contextRef="#ctx0" brushRef="#br0" timeOffset="-150620.74">29813 13318 2155 0,'11'-2'0'0,"1"2"0"0,-2 0 0 0,0 0 0 0,-2 0 0 0,-5 0 0 0,3 6 0 0,-5 0 0 0,2 3 0 0,-1 2 0 0,0 5 292 15,-2-1-127-15,0 3-54 0,-9 5 254 0,-4 0-164 0,-4-1-81 0,-4-2-63 16,2 1-19-16,0-4 10 16,-5 4-9-16,2-6-204 0,3-4 102 0,-8 1 50 15,6-7-151-15,0 0 111 0,3-1 41 0,1-4 25 16,4 0-488-16,4 0 155 0,3-1 147 0,2-9 22 15,4-5 61-15,2-5 26 0,17-5-1 0</inkml:trace>
  <inkml:trace contextRef="#ctx0" brushRef="#br0" timeOffset="-150381.58">30157 12997 3043 0,'2'-6'0'0,"-2"5"0"0,0-1 0 0,0-1 0 16,0 2 0-16,0 1 0 0,0 0 0 0,0 13 0 0,0 4 0 0,0 5 0 0,5 4 195 0,0 5-79 0,0-2-28 16,0 4 401-16,-2 0-489 0,4 2 0 0,-4-5 0 0,1 4 0 15,0-5 0-15,-2 2 0 0,0-3 0 16,-2-2 0-16,0-3 0 0,0-2 0 0,0-4 0 16,0-3 0-16,0-5 0 0,0 1 0 0,0-4 0 15,0-5 0-15,0 1 0 0,0-2 0 0,0 0 0 16,0 0-117-16,0 0-556 0,0-3 318 0,0-11 148 15,0-4 90-15</inkml:trace>
  <inkml:trace contextRef="#ctx0" brushRef="#br0" timeOffset="-150119.12">30479 12864 2827 0,'5'-7'0'0,"8"4"0"0,0 3 0 0,-1 0 0 0,5 0 0 0,-6 5 0 0,7 9 0 0,-4 2 0 0,7 5 0 0,-2 6 0 0,1 5 86 0,1 5-9 0,-2 2 729 0,-1 0-671 16,-6-1-135-16,-1-3 0 0,-4 4 0 0,-5 6 0 15,-2-6 0-15,0 3 0 16,-20 0 0-16,-5 1 0 0,-5 0 0 0,-5-2 0 16,-5-3 0-16,2-1 0 0,-7-5 0 0,1-4 0 15,6-7 0-15,-7 4 0 0,12-12 0 0,-2 0 0 16,5-4 0-16,8-2 0 0,4-3-159 0,5-4-223 15,4 0 172-15,3 0 86 0,6 0-680 0,0 0 383 16</inkml:trace>
  <inkml:trace contextRef="#ctx0" brushRef="#br0" timeOffset="-149914.22">31052 13747 3931 0,'0'-10'0'0,"-2"8"0"0,2 2 0 0,0 0 0 0,-1-2 0 0,-5 2 0 0,-2 0 0 0,0 0 0 0,1 0 0 0,0-1 0 0,-1 1 0 16,1 0 0-16,1 0 0 0,1 0 0 0,1 0 0 15,3 0-1217-15</inkml:trace>
  <inkml:trace contextRef="#ctx0" brushRef="#br0" timeOffset="-139733.97">4515 11352 2371 0,'-13'0'0'0,"6"2"0"0,2 1 0 0,-3 2 0 0,3-2 0 0,2-1 0 0,3 0 0 0,0 0 0 0,0-1 0 0,0 2 0 0,8-3 78 0,3 1-38 0,3-1 319 16,1 0 136-16,-5 0-218 0,6 0-124 0,-2 0 5 16,-6 0-158-16,2 3 0 0,-3 0 0 0,0 2 0 15,-1 4 0-15,-1 3 0 0,-4 3 0 0,1 5-31 16,-2 4-7-16,0-4 48 0,0 7-736 0,0-7 365 15,0 3 106-15,0-2 118 16,-2-1-627-16,2-7 353 0,-1 2 190 0</inkml:trace>
  <inkml:trace contextRef="#ctx0" brushRef="#br0" timeOffset="-139590.58">4532 11640 2957 0,'-12'-2'0'0,"1"2"0"0,1 0 0 0,-1 0 0 0,2 0 0 0,0 0 0 0,6 0 0 0,-1 0 0 0,3 0 0 0,1 0 0 0,0 0 120 0,0 0 68 15,3 6-80-15,6 7-34 0,2-1-168 16,-1 5 66-16,5 6 34 0,-2 1 10 0,1 3-646 0,-1 3 336 16,-1 0 166-16,-4 3 84 0,0 0-874 0</inkml:trace>
  <inkml:trace contextRef="#ctx0" brushRef="#br0" timeOffset="-139452.62">4548 12122 2596 0,'-16'14'0'0,"2"3"0"0,0-5 0 15,5-6 0-15,0 0 0 0,2-4 0 0,0-1 0 0,5-1 0 0,2 0 0 0,0 0 0 0,2-9 195 0,11-8 243 0,2-1-198 16,5-2-101-16,0-2-40 0,2-1-132 0,3 1 36 0,0-1-1 16,-1 1-613-16,2 1 326 0,0 2 171 0,-1 1 73 15,2 1-366-15,-1 0 166 0</inkml:trace>
  <inkml:trace contextRef="#ctx0" brushRef="#br0" timeOffset="-139269.62">4807 11596 3167 0,'-14'0'0'0,"-2"0"0"0,7 0 0 0,-2 0 0 0,1 0 0 0,5-3 0 0,3-1 0 0,2-2 0 0,0-1 0 15,5 0 0-15,13 0 577 0,1-1-390 0,0 5-187 0,8-2 0 0,-2 3 0 16,-4 2 0-16,9 0 0 0,-4 0-196 0,-6 0-55 16,2 2 146-16,-1 3 72 0,-1 3-668 0,-6-3 319 15,2-1 200-15,-8 0-67 0,3-2-173 0,-5-2 191 16</inkml:trace>
  <inkml:trace contextRef="#ctx0" brushRef="#br0" timeOffset="-138738.08">4904 11317 2031 0,'-2'-2'0'0,"2"2"0"0,0 0 0 0,0 0 0 0,0 0 0 0,0 3 0 0,0 5 0 0,6 8 0 0,4 6 0 0,-5 1 0 0,-1 6 170 0,-1 3-65 0,-3 3-23 16,0 3-22-16,0 0-21 0,-7-1 1 0,-3-1-1 15,-3-3 27-15,-2 0 10 16,-3-3-36-16,0-6 33 0,6-7 1 0,-2 0-35 16,-2-6 160-16,9-6-70 0,-3 2-49 0,4-6-1 15,2-1 169-15,4 0-104 0,0 0-52 0,0 0-66 16,7-1-26-16,6-11 0 0,6 1 0 16,4-2 0-16,0 2 0 0,0-1 0 15,5-2 0-15,-7 7 0 0,3-2 0 0,-2 3 0 0,-5 1 0 16,-2 1-74-16,-3 3-3 0,-3 1 49 0,-2 0-357 0,-3 0 182 15,-1 1 44-15,-3 9 51 16,0 3 64-16,-10 6 5 0,-5-1-1 0,-2 3 1 16,-1 0 304-16,-2 1-163 0,0 2-65 0,2-1 377 15,0-1-195-15,1-1-111 0,5-2-57 0,-3 0-51 16,6-2 0-16,1 0 0 0,2-3 0 0,3-4 0 16,1 0 0-16,2-1 0 0,0-2 0 0,0-1 0 15,0-3 0-15,6 4 0 16,6-5 0-16,-2-1 0 0,5-1 0 0,0 0 0 0,3 0 0 15,1 0 0-15,5-6 0 0,-5-4 0 16,5-2 0-16,-5 3 0 0,3 0 0 0,-7-1 0 16,0 4 0-16,-7 2 0 0,1 3 0 0,-3-1 0 15,-4 2 0-15,1 0 0 0,-2 0 0 0,-1 0 0 16,0 3 0-16,0 7 0 0,-6 0 0 0,-2 1 0 16,1-1 0-16,4 2 0 0,-1 1 0 0,1-6 0 15,0 5 0-15,3-2 0 0,0-3 0 0,0-2 0 16,0 1 0-16,0-2 0 0,5 0 0 0,5-3-610 15,3-1 35-15,-1 0 273 16,0 0 131-16,6-2-644 0</inkml:trace>
  <inkml:trace contextRef="#ctx0" brushRef="#br0" timeOffset="-138559.71">5231 11829 3626 0,'-8'-7'0'0,"0"1"0"0,3 0 0 0,-4-2 0 0,4 5 0 0,3-3 0 0,1 3 0 0,1-1 0 0,0 0 0 0,1 2 0 0,12 1 305 0,3-2-305 0,1 2 0 0,3 1 0 16,0 0 0-16,6 0 0 0,1 0 0 0,0 5 0 16,-3 1 0-16,6 1 0 0,-3-1 0 0,-1-4 0 15,-1-1 0-15,1-1-45 0,-3 0 13 0,4 0-1104 16,-1-5 549-16,-5-10 273 0</inkml:trace>
  <inkml:trace contextRef="#ctx0" brushRef="#br0" timeOffset="-138421.28">5663 11530 3177 0,'-9'-7'0'0,"1"3"0"0,1 0 0 0,-1 3 0 0,5-1 0 0,-1 2 0 0,2 0 0 0,2 0 0 0,0 0 0 0,0 0 0 0,9 0 133 0,1 3 343 0,3 6-331 15,1 1-145-15,-2 2 0 0,1 1 0 16,2 2 0-16,1 0 0 0,-4 1-304 16,3 4 136-16,-5-1 105 0,2 2-932 0,-4 6 510 0</inkml:trace>
  <inkml:trace contextRef="#ctx0" brushRef="#br0" timeOffset="-138291.93">5736 11917 3729 0,'-8'13'0'0,"1"1"0"0,0-5 0 0,3 0 0 0,0-2 0 0,2 0 0 0,2 0 0 0,0-3 0 0,0 0 0 0,0-1 0 0,4 1 202 0,6 0-202 0,0-1 0 0,2 2 0 16,0-4 0-16,1-1 0 0,0 0 0 0,2 0 0 16,-2 0 0-16,2 0 0 15,1 0 0-15</inkml:trace>
  <inkml:trace contextRef="#ctx1" brushRef="#br0" timeOffset="129968.34">4963 16151 0,'0'0'0,"0"0"16,0 0 0,0 0-16,0 0 15</inkml:trace>
  <inkml:trace contextRef="#ctx0" brushRef="#br2" timeOffset="-133585.75">1739 13703 2932 0,'-9'0'0'0,"2"0"0"0,4 0 0 0,-2 0 0 0,5 0 0 0,-2 0 0 0,2 0 0 0,0 0 0 0,0 2 0 0,0-2 0 0,2 2 140 0,3-2-49 0,2 4 99 0,1-1-65 16,4 3-48-16,-1 2-37 0,-2 3 0 0,1 1 0 15,-2 2 0-15,-1 1-173 0,-2 2 81 16,-3 0 46-16,2 2 1 0,-2 0-410 0,-1-1 228 16,-1-1 63-16,0 0-25 0,0-2-633 0,0 0 371 15</inkml:trace>
  <inkml:trace contextRef="#ctx0" brushRef="#br2" timeOffset="-133432.74">1693 14043 2590 0,'-8'5'0'0,"-2"1"0"0,4-2 0 0,0-2 0 0,3 1 0 0,-2-2 0 0,5-1 0 0,0 0 0 0,0 2 0 15,2 2 0-15,10-1 224 0,-1 1-92 0,4 5-46 0,0-3-166 0,0 5 60 0,3 2 40 0,-1 4-10 16,-2 3-644-16,-3 4 337 0,-2 3 169 0</inkml:trace>
  <inkml:trace contextRef="#ctx0" brushRef="#br2" timeOffset="-133276.28">1747 14541 2644 0,'-12'7'0'0,"6"-2"0"0,-1 0 0 16,0-3 0-16,-1-2 0 0,6 0 0 0,2 0 0 0,0-8 0 0,0-5 0 0,10-2 0 0,5-6 271 0,2 0-116 0,3 1-58 0,-2-1-28 16,2 1-78-16,-3 0 10 0,6 0 39 0,-2 2-518 0,0 0 259 15,2 2 129-15,-2-3-758 0,-4 2 427 16</inkml:trace>
  <inkml:trace contextRef="#ctx0" brushRef="#br2" timeOffset="-133091.03">2055 13887 3931 0,'-5'0'0'0,"-3"0"0"0,1 0 0 0,4 0 0 0,3 0 0 0,0 0 0 0,1-7 0 0,11 0 0 0,11-1 0 0,0 0 0 0,1 4 0 16,7 1 0-16,-2 1 0 0,1 0 0 0,-3 2 0 15,3 0 0-15,-7 0 0 0,7 0-13 0,-10 0-74 16,3 4 63-16,-6-1-703 0,-1 1 376 0,-7-2 197 16,-3 0-740-16,0 0 426 0,-3-2 215 0</inkml:trace>
  <inkml:trace contextRef="#ctx0" brushRef="#br2" timeOffset="-132408.79">2211 13572 2101 0,'-5'0'0'0,"2"0"0"0,3 2 0 0,0 9 0 0,0 4 0 0,0 3 0 0,0 1 0 0,5 8 0 0,-2 1 0 0,1 2 0 0,-1 4 83 15,-3-1 1-15,0 3-78 0,0 0 1 0,-8-2 43 0,-5 0-10 0,-4-4-13 0,-3-3 13 16,3-4-1-16,-6-2 1 0,1-8 132 16,1 1-72-16,-1-5-30 0,4 1 230 0,-1-6-130 15,8-2-65-15,2 2 287 0,1-4-287 16,3 0-105-16,2 0 0 0,3 0 0 0,2 0 0 15,12 0 0-15,6-7 0 0,7 1 0 16,0-1 0-16,3-1 0 0,5 2 0 0,-2 1 0 0,0 1 0 16,-4 1 0-16,-1 0 0 0,0 2 0 15,-6 1 0-15,-2 0-576 0,-3 0 161 0,-1 0 187 16,-8 5 94-16,-1 1-505 0,-3 1 300 0,-3 2 139 16,-1-4 85-16,0 3-178 0,-5-5 126 15,-5-2 64-15,-5-1 32 0,2 0-269 0,-4 0 165 16,4 0 87-16,-5-3 40 0,4-1 48 15,-2 1 0-15,4 1 158 0,2 0-119 0,-2 0-40 16,2 2 1-16,2 0 391 0,1 2-215 0,1 5-118 16,-1 8 35-16,4 2 162 0,-3 6-36 0,1 0-91 0,-1 5-34 15,-4 2 197-15,0 1-131 0,-3 2-60 0,-3-2 85 16,0-1-73-16,1-1-36 0,0-9 40 0,-2-2-26 16,-1 0-25-1,6-6 0-15,-2-6 186 0,5-2-105 0,2-2-43 16,-1-2-37-16,6 0 237 0,-1 0-131 0,3 0-152 15,0-2-20-15,0-2 0 0,10-2 0 0,5-2 0 16,3 0 0-16,-1 3 0 0,3-4 0 0,3 4 0 16,2-2 0-16,-1 4 0 0,-3-2 0 0,6 0-120 15,-7 1-129-15,0 0 86 0,0-1 83 0,-3 1-574 16,1-2 307-16,-6-2 154 0,-3 3 76 0,0-2-182 16,-4-1 134-16,-2 2 63 0,-1 1 58 0,-2-4 4 15,0 6-10-15,0-2 357 0,0 3-173 16,-2 0-88-16,-1 0-42 0,-1 2 576 15,1 0-319-15,0 0-53 0,1 6-108 0,2 5 440 0,0-4-250 16,0 7-137-16,0 1-153 0,5 2 0 0,2-1 0 16,1 0 0-16,2 1 0 0,2-1 0 15,-2-1 0-15,0 1 0 0,0-3 0 0,-3-1-50 16,-1-2 43-16,1-2-674 0,-1 1 341 0,-1-3 80 16,1-1 116-16,3-1-461 0,-5-4 283 15,6 0 141-15,-5 0 61 0</inkml:trace>
  <inkml:trace contextRef="#ctx0" brushRef="#br2" timeOffset="-132249.71">2593 13995 2423 0,'10'0'0'0,"-2"0"0"0,4 0 0 0,-3 0 0 0,2 0 0 0,2 0 0 0,2 0 0 0,0 0 0 0,5-3 0 0,-1 2 0 0,2-1 238 16,-1-1-99-16,-1 3-299 0,2 0 100 0,-3 0 50 15,-2 0-755-15,0 0 378 0,-6 6 189 0</inkml:trace>
  <inkml:trace contextRef="#ctx0" brushRef="#br2" timeOffset="-132070.62">2698 14295 3252 0,'-20'10'0'0,"-2"4"0"0,4-2 0 0,0-3 0 0,9-4 0 0,2 0 0 0,3-4 0 0,4 1 0 0,0 0 0 15,6-2 0-15,11 0 110 0,3 0 252 0,8 0-166 0,-3-2-185 0,2-1-11 0,0-3 0 16,-1 2 0-16,-4 0 0 0,3 1-116 0,-5-1-77 16,0 2 116-16,-2 0-643 0,-3 2 379 0,-3 0 200 15,1 0-47-15,-4 0 92 0,1 0-652 0</inkml:trace>
  <inkml:trace contextRef="#ctx0" brushRef="#br2" timeOffset="-131913.58">3079 13991 2978 0,'4'0'0'0,"-1"0"0"0,1 0 0 0,-1 0 0 0,3 0 0 0,-3 0 0 0,3 0 0 0,-3 1 0 16,0 2 0-16,3-2 0 0,-1 1 391 0,4 4-166 0,-4-3-98 0,2 5-576 0,2-1 244 0,-2 3 122 15,0 1 61-15,-2 0-1113 0</inkml:trace>
  <inkml:trace contextRef="#ctx0" brushRef="#br2" timeOffset="-131769.15">3134 14308 3931 0,'0'10'0'0,"0"3"0"0,0-5 0 0,0-2 0 0,0-1 0 0,0-2 0 0,0-1 0 0,2-2 0 0,3 0 0 0,5 0 0 0,0 0 0 0,-2 0 0 0,4 0 0 0,-2 0 0 0,2-2 0 15,-2 0 0-15,3 1 0 16,-3 1-269-16,0 0 88 0</inkml:trace>
  <inkml:trace contextRef="#ctx0" brushRef="#br2" timeOffset="-129933.23">15498 8021 1362 0,'0'0'0'0,"0"0"0"0,0 0 0 0,0 0 0 0,0 0 0 0,1 0 0 0,5 0 0 0,2 0 0 0,-1-2 0 0,1 2 0 0,2-2 92 16,2 2-47-16,-1-2-1 0,3 0 0 0,-1 0 0 16,2 2 0-16,0-2 37 0,0 0-51 15,0 1 14-15,0-1 0 0,0 0-47 0,1 1 47 16,-2-2 11-16,2 1-56 0,-2 1 0 0,2-1 36 15,-2-1 5-15,4 2-54 0,-4-3 9 0,4 2 29 0,-2-2 7 16,1 2-59-16,0 0 0 0,0 1 47 0,-3-1 3 16,2 0-32-16,-3 0-1 0,4 2 21 0,-4 0 48 15,4 0-40-15,-2 0-3 0,0 0 23 16,2 0-22-16,2 0-2 0,-1 0 1 0,1 2 12 16,0 0-10-16,-1 1 5 0,2-1-5 15,-1 0 11-15,-1 0-8 0,3 0 16 16,-3 0-15-16,3-2-39 0,0 1 1 0,-1-1 33 15,1 3 22-15,0-3-19 0,1 0-3 0,-1 0-5 16,0 1 39-16,2-1-35 0,-3 0 1 0,2 0 22 16,1 3-20-16,-3-3 5 0,3 0-4 0,0 2-40 15,-2-2 38-15,1 1 9 0,-1-1-8 16,0 2-45-16,0-2 0 0,2 0 38 16,-2 0-43-16,1 0 43 0,1 0 0 0,0 0-8 0,1 0 18 15,-4 0-17-15,7 0 4 0,-4 0 33 16,5 0-35-16,-4 0-2 0,0 0 1 0,-1 0 50 15,-1 0-48-15,3 0 9 0,-3 0-7 0,0 0 16 0,1 0-13 16,-2 0 6-16,1 0-6 0,-1 0 1 0,0 0 3 16,-1 0-2-16,-1 0-5 0,0 3 6 15,0-2-1-15,0 1-7 0,-3 0 4 0,1-1 3 16,0 3-3-16,2-2 0 0,-2 0 0 16,1 0 5-16,2 0-5 0,-2 0-12 0,1-2 11 15,2 0 1-15,-1 0 0 0,3 1-4 0,-2-1 3 16,1 0 1-16,-1 0-20 0,0 0 19 15,-1 0-3-15,-1 0-14 0,0 0 14 0,-1 0 0 0,1 2-1 16,0-2-8-16,0 2 7 0,0-1 3 0,-1-1-3 16,3 0 23-16,0 0-21 0,-1 0 1 0,3 0-7 15,1 0 9-15,1 0-2 0,-1 0 0 0,0 0-38 16,3 0 37-16,-5 0 1 0,7 0-41 16,-5 0 37-16,-4-1 1 0,3 1-3 15,2-2-54-15,-2 2 51 0,-2 0 2 0,2 0-7 16,-2 0-30-16,1 0 28 0,-1-2 3 0,0 2-10 15,-1-1 9-15,-1-1-9 0,-2 0 8 0,-2 0-50 16,-2 0 0-16,-1 0 31 0,-3 2-42 0,-2-2 23 16,-1 0 1-16,-2 2 19 0,-2-1-107 0,0 1 43 15,-2-2 35-15,0 0-12 0,-4 2 37 0,-11 0-14 16,-4 0 12-16,-3 0-28 0</inkml:trace>
  <inkml:trace contextRef="#ctx0" brushRef="#br2" timeOffset="-128990.91">15629 7739 708 0,'0'0'0'0,"0"0"0"0,0 0 0 0,0 0 0 0,0 0 0 0,0 0 0 0,0 0 0 0,0 0 0 16,3-1 0-16,-2 1 0 0,1 0 79 0,2 0 0 0,-1 0-25 0,3 0-11 16,-1 0 6-16,1 0-6 0,2 0 0 15,1 0-19-15,2 0 29 0,1 0-10 0,1 0-37 16,2 0-1-16,0 0 38 0,2 0 0 0,0 0-23 15,2 0-28-15,-3 0 47 16,5 0-19-16,-2 0-47 0,1 0 20 0,3 0 8 0,-2 0 8 0,1 0-27 0,-1 0-11 16,2 0 47-16,-1 0-39 0,0 0 2 0,1 0 23 15,3 0 32-15,1 0-28 16,-1 0 1-16,3 0-2 0,1 0 29 0,0 0-26 16,2 0 0-16,0 0 0 0,-1-3 40 0,0 1-36 15,-6 2 1-15,8-1-2 0,-8 1 1 16,-2 0 5-16,2 0-15 0,1 0 13 0,-6 0 2 0,3 0-2 15,0 1-16-15,0 4 13 0,-2-4 0 0,2 3-3 16,2-1 38-16,1-1-36 0,-1 1 1 0,0-1-1 16,0-1 38-16,1 1-35 0,-3-2 3 15,7 2 12-15,-5-1-14 0,0-1 5 16,2 2-6-16,-6 0 5 0,3 0 3 0,-2 1-2 16,1-2-43-16,-2 1 41 0,1 1-1 0,-4-2-2 15,3 1-34-15,2-1 32 0,-1 1 1 0,3 1-6 16,-1-3 8-16,1 0-9 0,-1 0 8 0,4 0-28 15,-2 0 23-15,1 0-2 0,-1 0-9 16,1 0 9-16,-7 0 2 0,4 0-1 16,3 0 0-16,-6 0 0 0,-1 0-1 0,1 0 4 0,0 0 0 0,-3 0-4 15,3 0 1-15,0 0-2 0,-1 0 52 16,1 0-46-16,0 0-2 0,1 0 34 0,0 0-31 16,3 0-2-16,0 0 4 15,-4 0 19-15,8 0-16 0,-3 0-4 0,1 0-34 16,-1 0 34-16,0 0 4 0,-3 0 1 0,1 0-47 0,-1 0 1 15,-2 0 36-15,-1 0 3 0,-1 0-44 0,2 0 2 16,-3 0 27-16,3 0-28 0,2 0 29 16,-3 0 2-16,3 0-6 0,-1 0 6 0,1 0-11 0,-1 0 8 15,-1 0-28-15,0 0 27 0,-5 0-2 16,2 0 2-16,-7 0-3 0,1 0 2 16,-5 0-1-16,0 0 1 0,-3 0 37 0,-2 0 0 15,-1 0-34-15,-1 0 83 0,0 0-38 16,0 0 0-16,0 0-33 0,0 0 73 0,0 0-31 0,0 0 0 15,0-3-37-15,-3 1 5 0,-1 1 18 0,-3-1-7 16,-5 2-585-16</inkml:trace>
  <inkml:trace contextRef="#ctx0" brushRef="#br2" timeOffset="-126721.49">4044 13898 2516 0,'-4'-3'0'0,"3"1"0"0,-3 0 0 0,3 1 0 0,-1-2 0 0,-1 2 0 0,3 1 0 0,0 0 0 0,0 0 0 0,0 0 0 0,0 0 78 0,0 9 0 0,0 4 226 0,0 2-139 15,0 3-63-15,0 11-32 0,0 1 189 0,0 11-111 16,0-3-46-16,0 16 7 0,0 1-109 0,0 1 0 16,-2 2 0-16,-1 1 0 0,1-1 0 0,2-1 0 15,0-3 0-15,0-3 0 16,0-5 0-16,0 0 0 0,0-11 0 0,0 2 0 16,0-3 0-16,0-2 0 0,2-5 0 0,1-4 0 15,-1-3 0-15,-2-1 0 0,0-8 0 0,0-1 0 16,3-4 0-16,-3-1 0 0,0-3 0 0,0-2 0 15,2 0-523-15,-1 0 226 0,1-14 129 16,3-5 57-16,5-9-266 0,2-4 169 0,0-7 86 16,4-3 42-16,1-4-547 0</inkml:trace>
  <inkml:trace contextRef="#ctx0" brushRef="#br2" timeOffset="-126422.47">4274 14092 2424 0,'0'-6'0'0,"0"-1"0"16,0 4 0-16,0 0 0 0,0 1 0 0,0 2 0 0,0 0 0 0,0 2 0 0,0 11 0 0,0-2 0 0,0 3 322 0,3-2-142 0,9 4-72 0,1-3-25 0,2-2 16 0,5 0-31 15,-3-3 0-15,4-2-60 16,1-5 0-16,-3-1 39 0,0 0-10 0,1 0-99 16,-5-7 49-16,0-6 26 0,-5-4-41 0,-1 1 43 15,-3-2-10-15,-5 0 33 0,-1-2 24 0,0 3-38 16,0-1-35-16,-9-1 31 0,-3 2 213 0,-4 4-103 15,0 0-77-15,-3 4-53 0,0 0 0 0,-3 5 0 16,1 0 0-16,1 2 0 0,5 2 0 0,-3 0 0 16,8 0 0-16,0 6 0 15,4 1 0-15,2 2 0 0,2 3 0 0,2 0 0 16,0 1 0-16,6-1 0 0,5 2-407 0,4-3-37 16,3 2 170-16,2-4 117 0,2 4-721 0</inkml:trace>
  <inkml:trace contextRef="#ctx0" brushRef="#br2" timeOffset="-126122.22">4682 13998 3281 0,'-22'-7'0'0,"9"2"0"15,8 5 0-15,-1 0 0 0,2-3 0 0,2 0 0 0,2 3 0 0,0-1 0 0,0-1 0 0,12-1 0 0,10-1 340 0,2 0-151 0,5 1-68 16,1 1-121-16,1-2 0 0,1 2 0 0,0 0 0 16,-2 0 0-16,0 1 0 0,-9 1 0 0,0 0 0 15,-2 0 0-15,-4 0 0 0,-3 0 0 0,-5 1-260 16,0 5 147-16,-5 2-93 0,0-1-688 0,-2 4 428 15,0 1 214-15,-6-1-389 0,-9-2 292 0</inkml:trace>
  <inkml:trace contextRef="#ctx0" brushRef="#br2" timeOffset="-125938.13">4780 14016 2379 0,'-9'-1'0'0,"1"1"0"0,-3 0 0 0,4 0 0 0,2 0 0 0,1 0 0 0,0 6 0 0,4 7 0 0,0 1 0 0,0 8 0 0,0 3 164 16,0-4 402-16,0 14-268 0,3-4-131 0,-3 5-64 15,1 1 43-15,-1-1-54 0,0 0-76 0,1 0-16 16,-1-5 0-16,0 1-14 0,0-3 16 16,0-3-443-16,0-6 248 0,0 1 111 0,0-6 60 0,0-5-656 15,0-4 334-15,0-1 77 16,0-5 105-16,3 0-390 0,2-19 257 0</inkml:trace>
  <inkml:trace contextRef="#ctx0" brushRef="#br2" timeOffset="-125712.95">4897 14016 3413 0,'5'-2'0'0,"-5"0"0"0,5 2 0 0,-4 3 0 0,1 14 0 0,1 9 0 0,0 3 0 0,3 10 0 0,-1 3 0 0,0 4 0 0,3 3 145 0,0 2 228 16,-1 0-373-16,1-1 0 0,1-1 0 16,-1 0 0-16,-3-6 0 0,3 9 0 0,-4-5 0 15,-1 2 0-15,-1-3 0 0,0 0 0 0,-2-6 0 16,0 10 0-16,0-16 0 0,-6 2-261 0,-2-8 18 15,3-7 16-15,-2-6 91 0,-1-2-315 16,1-6 207-16,-1-4 102 0,-1-3-88 0,0-6 96 0,2-20 39 16,-1-10-316-16,0-12 187 15,1-13 93-15</inkml:trace>
  <inkml:trace contextRef="#ctx0" brushRef="#br2" timeOffset="-125087.64">4805 14331 2396 0,'-12'-26'0'0,"-1"11"0"0,3-2 0 0,-3 3 0 0,4 3 0 0,3 0 0 0,0 3 0 0,2 3 0 0,4 0 0 0,0 2 0 0,0 0 242 0,5 1-106 16,8 0-50-16,5 0-50 0,-2 2 2 0,1 0-10 0,1 0-203 16,-2 0 102-16,-2 0 56 0,-3 0 27 0,-1 2-324 15,-6 7 177-15,-1 2 96 16,-3 3-125-16,0 2 91 0,-7 5-55 0,-7-1 57 16,-2 3 11-16,4-2-10 0,-9 3 35 0,4-1-1 15,2-6 210-15,3 1-105 0,-3-3-53 0,10-5 240 16,-1 1-133-16,5-3-27 0,1-2-47 0,0-1 85 15,0 1-44-15,0-3-6 0,7 1 0 0,0-1-156 16,3 1 57-16,0 0 27 16,-3 2-46-16,0-1 26 0,-1 1 0 0,-3 4 6 15,-1-1-38-15,-1 2 10 0,-1 0 3 0,0 3 85 16,-1-1-25-16,-4 1-19 0,-5-4-9 16,5-3 83-16,-2 1-36 0,2-3-14 0,-1 0 3 0,-1-4 11 15,4-1-31-15,-1 0 23 0,1 0-53 0,0 0 1 16,3-1 35-16,0-7 4 0,0-2-45 0,0-3-6 15,8-2 48-15,7-1-61 0,3-3 25 0,4-2-16 16,3-1 93-16,6-5-32 0,-2 5 3 0,8-8-35 16,1 2 140-16,0 1-61 0,2 1-32 0,0 4 11 15,-8 4-2-15,1 3 4 16,1 2-32-16,-4 4 22 0,-4 4-81 0,-5 1 19 16,-3 3 55-16,0 1-184 0,-6 0 83 0,-4 0 36 15,0 8 0-15,-3 0-63 0,-5 3 48 0,0 2 1 16,0-1 88-16,-7 1-17 0,-4-2-41 0,-1 0-28 15,-5-3 0-15,2-1 20 0,0-3-1 0,-1-1 119 16,1-3-51-16,-2 0-16 0,1 0 24 0,4 0-78 16,0-1 42-16,2-3-11 15,3-3 146-15,0 1-66 0,3 2-29 0,1 0-5 16,3 3 15-16,-2-1-78 0,2 2 0 0,0 0 0 16,2 0 0-16,12 13 0 0,3 3 0 0,0 3 0 15,4 0 0-15,0 3 0 16,2 5 0-16,-2 1 0 0,4 0 0 15,-1-1 0-15,1-1 0 0,1-2 0 0,2-2 0 0,-3-1 0 16,2-3 0-16,-3-3 0 0,-1-4 0 0,-2-4 0 0,1-4-684 0,-3 0 214 16,1-3 217-16,2-3 107 15,-4-7-729-15</inkml:trace>
  <inkml:trace contextRef="#ctx0" brushRef="#br2" timeOffset="-124889.35">5748 13998 3871 0,'-2'-2'0'0,"-2"1"0"0,4 1 0 0,0 0 0 0,0-3 0 0,0 3 0 0,4-1 0 0,9-1 0 0,4-1 0 0,2 3 0 0,5 0 60 0,1 0-60 0,-5-3 0 16,12 0 0-16,-4 3 0 0,-2-1-49 0,-3 1-21 15,0 0 53-15,-5 0-756 0,-4 0 398 0,-3 0 202 16,-6 0-414-16,-3 7 284 0</inkml:trace>
  <inkml:trace contextRef="#ctx0" brushRef="#br2" timeOffset="-124605.5">5806 13974 1899 0,'-10'0'0'0,"5"0"0"0,3 3 0 0,1 6 0 0,1 0 0 0,0 3 0 0,0 3 0 0,7 8 0 16,4 3 0-16,-5 6 0 0,-1 8 415 0,1 0-188 0,-4 4-96 0,-2-1-46 0,0-5 129 15,0 11-93-15,0-8-42 0,-9-7 125 0,-1 4-83 16,-3-7-42-16,2-5 10 16,-3 3 178-16,5-12-267 0,-2 2 0 0,1-7 0 0,5-2 0 15,0-3 0-15,1-2 0 0,2-2 0 16,2 1 0-16,0-3 0 0,0 4 0 0,2-4 0 16,8 3 0-16,7-2 0 0,-2 0 0 0,5-2 0 15,2 0 0-15,0 0 0 0,1 0 0 0,0 0 0 16,0 0 0-16,-2 0 0 0,0 0 0 15,-4 4 0-15,1-2 0 0,-3 3-600 0,-3 1 102 0,-2-2 230 16,1 0 106-16,-3-3-656 0</inkml:trace>
  <inkml:trace contextRef="#ctx0" brushRef="#br2" timeOffset="-124444.61">6044 14312 3330 0,'0'-7'0'0,"0"6"0"0,0-1 0 0,0 0 0 0,0 0 0 0,0 1 0 16,2-1 0-16,8 2 0 0,3 0 0 0,2 0 0 0,0 3 131 0,1 4 117 0,-2 3-111 0,2 0-52 0,-4 1-242 16,-1 1 95-16,1-1 50 15,1-2-736-15,-3-1 388 0,-3-3 199 0,2 0 99 16,0-2-865-16</inkml:trace>
  <inkml:trace contextRef="#ctx0" brushRef="#br2" timeOffset="-124172.02">6341 13974 3500 0,'0'-4'0'0,"0"0"0"0,0 3 0 0,0 1 0 0,0 0 0 0,0 3 0 0,0 9 0 0,0 9 0 0,0 7 0 0,-2 7 0 0,-7 4 389 0,0 6-347 0,-1 4-42 0,-2 2 0 16,-1 6 0-16,-4 8 0 0,1-4 0 0,0-4 0 15,-4-2 0-15,-1 16 0 0,-2-3 0 0,2-2 0 16,0 0 0-16,5-10 0 0,-5 13 0 0,7-21 0 15,0 5 0-15,2-4 0 0,-1-7 0 0,3-9 0 16,1-2 0-16,1-11 0 0,1-1 0 0,1-4 0 16,3-6 0-16,-1-2 0 0,1-1 0 15,0-1 0-15,1-4 0 0,2-1-254 16,0 0 87-16,0 0 56 0,0 0-525 0,0-1 300 16,2-11 149-16,6-2-594 0</inkml:trace>
  <inkml:trace contextRef="#ctx0" brushRef="#br2" timeOffset="-123987.27">6429 14643 3931 0,'0'-4'0'0,"1"2"0"0,1-1 0 0,0 2 0 0,-2 1 0 0,1 0 0 0,1 0 0 0,0 1 0 0,-2 11 0 0,0 1 0 16,0 2 0-16,0 4 0 0,0 0 0 0,0 0 0 0,-4 1 0 0,1-3 0 15,0 1 0-15,-2-4 0 0,5-3-765 0,-4-2 316 16,0 2 238-16</inkml:trace>
  <inkml:trace contextRef="#ctx0" brushRef="#br2" timeOffset="-123454.83">6699 14143 2767 0,'-8'-2'0'0,"2"2"0"0,2 0 0 0,3 4 0 0,1 2 0 0,0-1 0 16,0 4 0-16,0 3 0 0,4-1 0 0,8 2 0 0,3-1 114 0,2 1-39 0,4 4 249 0,-2-5-143 0,-3 2-64 0,7 1-45 0,-6-2-99 0,0 2 32 15,-1 0 0-15,-4 2-345 0,-2-2 198 0,-2 2 84 16,-5-2 48-16,-1-2-577 0,0-1 300 0,-2-2 45 16,0-2-354-16,0-1 285 15,0-5 137-15,1-2 69 0</inkml:trace>
  <inkml:trace contextRef="#ctx0" brushRef="#br2" timeOffset="-123222.63">7042 13992 2590 0,'0'-3'0'0,"0"0"0"0,0 3 0 0,0 0 0 0,-3 10 0 0,0 6 0 0,-1 4 0 0,1 6 0 0,-2 4 0 0,-1 10 0 0,0 3 121 0,-4 2 482 0,2 7-283 0,-2-2-133 16,-2 0-77-16,4 1-110 0,-4 0 0 0,0-5 0 16,1 1 0-16,2-6 0 0,-5 9 0 0,2-7 0 15,-1-1 0-15,3-7 0 0,-1 1 0 0,2-10 0 16,2 2 0-16,-2-6 0 0,4-3 0 0,3-8 0 15,-2-1 0-15,4-4 0 0,-1-2-796 0,1-4 373 16,0 0 193-16,4-4 97 0,8-15-513 0,4-6 296 16,3-8 162-16</inkml:trace>
  <inkml:trace contextRef="#ctx0" brushRef="#br2" timeOffset="-123054.36">7082 14372 2542 0,'1'-11'0'0,"3"3"0"0,-1 0 0 0,1 2 0 16,3-2 0-16,0 0 0 0,6 3 0 0,4-3 0 0,4 2 0 0,6 0 0 0,1 3 110 0,1-1-38 0,1 3 292 0,2-2-164 0,-2 3-73 16,3 0-227-16,1 0 69 15,-2 0 33-15,-2 0 0 0,-2 0-521 0,-8 0 286 16,-1 0 130-16,-3 3 70 0,-6 0-725 0,-2 1 367 16,-7-1 147-16</inkml:trace>
  <inkml:trace contextRef="#ctx0" brushRef="#br2" timeOffset="-122871.72">7367 14054 2122 0,'-5'-11'0'0,"1"4"0"0,3 1 0 0,-2 5 0 0,1-2 0 0,2 3 0 0,0 0 0 0,0 8 0 0,0 9 0 0,0 5 0 0,0 5 146 0,2 3-55 16,1 5 315-16,-3 9-189 0,1-5-91 0,-1 4-63 15,0 0-1-15,0-1-26 0,0-4 10 0,0 0-486 16,0 0 238-16,0-1 120 0,1-1-609 0,2-2 311 15,2-2 190-15,2-6-5 0</inkml:trace>
  <inkml:trace contextRef="#ctx0" brushRef="#br2" timeOffset="-122381.83">7861 14597 2031 0,'7'-14'0'0,"3"0"0"0,-5-4 0 0,3-6 0 0,-2 0 0 0,-2 7 0 0,-1-12 0 0,1 8 0 0,0-7 0 0,-3 3 0 0,1 1 129 0,-2 1 130 0,0 2-111 0,0 1-47 16,-3 3-37-16,-6 4 150 0,-2 3-89 15,-1 3-45-15,-6 7 1 0,0 0-36 0,-5 7-9 16,-1 14 1-16,5 7 84 0,-9 8 39 0,9 1-62 16,6 0-22-16,-2 7 50 0,8-8-126 0,3 2 0 15,2-2 0-15,2-6 0 0,0-1 0 0,6-1 0 16,3-7 0-16,3-3 0 0,2-4 0 15,3-3 0-15,-5-3 0 0,2-6 0 0,2-2 0 0,-2 0 0 16,2-6 0-16,-4-10 0 16,2-7-42-16,-3-3-72 0,-1-3 22 0,-1-3 36 15,-2-3-1-15,0-3-38 0,-3-9 29 0,3 1 0 16,-2-6-18-16,2-12 24 0,0 1 0 0,-3 2 15 16,6-15-80-16,1 6 45 0,-5 5 0 0,1 18 43 15,-2 5 46-15,-2 8-9 0,1 2-36 0,-2 10 181 16,-2 10-91-16,0 5-45 0,0 3-23 0,0 4 570 15,0 0-247-15,0 9-182 0,-4 18-127 0,2 9 0 16,1 7 0-16,1 10 0 0,0 3 0 0,0 11 0 16,0-5 0-16,1 0 0 15,5 0 0-15,2-11 0 0,0 4 0 0,4-4 0 16,-1-7 0-16,3-1 0 0,-3-8 0 0,1-3 0 16,0-3 0-16,-1-5 0 0,-2-5 0 0,1-1-110 15,1-6-43-15,-4-4 57 0,4-2-668 0,-4-4 364 16,4-2 182-16,-1 0 91 0,1-12-524 0,1-14 298 15</inkml:trace>
  <inkml:trace contextRef="#ctx0" brushRef="#br2" timeOffset="-122237.42">8220 14308 2715 0,'0'-13'0'0,"0"5"0"0,0 3 0 0,-2 1 0 0,2 2 0 0,-2 1 0 0,2 1 0 0,0 0 0 0,0 0 0 0,0 5 0 0,7 6 190 15,2 3-77-15,1 4 146 0,1-1-116 0,1 8-53 0,1-4-27 16,0-1 0-16,-1-3-27 0,0 1 9 15,1-2-763-15,3-3 376 16,-2-2 190-16,2-5 94 0,0-3-812 0</inkml:trace>
  <inkml:trace contextRef="#ctx0" brushRef="#br2" timeOffset="-122011.3">8489 14120 3191 0,'0'-9'0'0,"0"3"0"0,0 1 0 0,0 2 0 0,0 3 0 0,0 0 0 0,0 10 0 0,-7 15 0 0,2 6 0 16,-4 9 0-16,-1 5 369 0,-1 7-157 0,0 1-93 0,1 4-79 0,-5-1-40 16,0 10 0-16,-2-8 0 0,3-4 0 15,-7 11 0-15,2-2 0 0,0-1 0 16,4-10 0-16,-2 1 0 0,4-8 0 0,-2 7 0 16,5-17 0-16,4-4 0 0,-3-8-537 0,4-2 93 15,0-7 201-15,0-5 84 0,4-3-207 0,1-4 164 16,-3-2 83-16,3-3 42 0,0-20-430 0</inkml:trace>
  <inkml:trace contextRef="#ctx0" brushRef="#br2" timeOffset="-121578.55">8581 14029 2475 0,'0'-13'0'0,"0"9"0"0,0-1 0 0,1 4 0 16,1-4 0-16,0 4 0 0,5-3 0 0,2 3 0 0,3-2 0 0,3 2 0 0,6-1 212 0,0-1-79 0,6 3-52 16,0 0-1-16,-1 0 93 0,0 0-68 0,3 0-34 15,-8 0 25-15,2 0-34 0,-2 0 0 0,-2 3-25 16,-4-1 51-16,-6-1-25 0,1 2 9 0,-3-3-35 16,-3 1 47-16,-2-1-84 0,0 0 0 0,-2 2 0 15,0-2 0-15,0 2 0 0,0-1 0 0,0 4 0 16,0-2 0-16,0 2 0 15,0 2 0-15,-2 2 0 0,0 4 0 0,0 2 0 0,2 6 0 0,-2 0 0 16,2 9 0-16,0 3 0 16,-3 8 0-16,3 1 0 0,0 2 0 0,0-5 0 15,0 9 0-15,0-10 0 0,0 2 0 0,0-3 0 16,3-5 0-16,1-4 0 0,0-2 0 0,0-3 0 16,-1-5 0-16,0 0 0 0,-1-7 0 0,-2 0 0 15,0-4 0-15,0-3 0 0,0 0 0 0,0-2 0 16,-2-2 0-16,-8 0 0 0,-1 0 0 0,-3 0 0 15,1 0 0-15,-8 0 0 0,3-2 0 0,-5 1 0 16,-1-2 0-16,-1-1 0 16,0 1 0-16,-2-2 0 0,-3 1 0 0,0-2 0 15,-4 6 0-15,-6-2 0 0,-1 2-438 0</inkml:trace>
  <inkml:trace contextRef="#ctx0" brushRef="#br2" timeOffset="-120727.64">9709 14244 1322 0,'0'0'0'0,"0"0"0"0,0 0 0 15,0 0 0-15,0 0 0 0,0 0 0 0,0 0 0 0,0 0 0 0,0-5 0 0,0-4 0 0,0 3 87 0,0-5-25 0,0-4 0 16,0 5 93-16,0-4-64 0,0 0-27 0,-5 1-1 16,-3-1 60-16,-1 1-44 0,-3 1 10 0,-2 1 38 15,-4 2-45-15,-3 3-23 0,-2 1 0 0,-2 4 63 16,-5 1-47-16,0 0-1 0,-4 3-3 0,0 10-1 16,-1 2-34-16,-2 6 10 15,0 3 120-15,3 4-64 0,2 1-33 0,4 2-1 0,5-3 149 16,5 2-81-16,1-3-55 0,8-4-7 0,3 5-74 0,6-4 0 15,0 2 0-15,0 0 0 16,11-1 0-16,8-1 0 0,3-1 0 0,5-2 0 16,3-3 0-16,5 0 0 0,2-6 0 0,5 2 0 15,-1-5 0-15,0-2 0 0,0-1 0 0,-6-1 0 16,11 0 0-16,-11-1 0 0,-1-3 0 0,-2 3 0 16,-4-4 0-16,-5 4 0 0,-5-2 0 0,-1-2 0 15,-7 1 0-15,-3-1 0 0,-2 0 0 0,-3 0 0 16,1 0 0-16,-3 0 0 0,0 0 0 0,0 0-20 15,-3 0-327-15,-2 0 146 0,-3 0 87 0,3 0-579 16,1 0 329-16,2 0 164 16,2 4 81-16</inkml:trace>
  <inkml:trace contextRef="#ctx0" brushRef="#br2" timeOffset="-120129.08">10051 14022 1793 0,'-8'0'0'0,"5"0"0"0,-3 0 0 0,3 0 0 0,1 0 0 0,2 0 0 16,-2 0 0-16,2 0 0 0,0 0 0 0,0 0 0 0,4 0 170 0,6 0-66 0,1 0-35 15,5 0 82-15,-3 0-58 0,2-1-19 0,0-1-9 16,0-1 142-16,0 2-86 0,-2 0-42 0,-2-1 0 16,0-1 50-16,3 1-51 0,-7 2-1 0,2 0-1 15,1 0 0-15,-2 0-40 0,-3 0-47 0,2 0 19 16,-2 0 1-16,-1 0 27 0,-1 0-89 0,-1 0 44 16,0-1 10-16,-2 1 35 0,2 0-292 0,-2 0 109 15,0 0 78-15,0 0-2 0,0 0-486 0,0 0 264 16,0 0 129-16,-2 0-422 0,-4 1 275 0,1 7 137 15</inkml:trace>
  <inkml:trace contextRef="#ctx0" brushRef="#br2" timeOffset="-119590.89">10049 14063 782 0,'-6'0'0'0,"3"0"0"0,0 0 0 0,0-3 0 0,0 1 0 0,1 2 0 0,0 0 0 0,0-1 0 0,2 1 0 0,-5 0 0 0,4 0 65 0,-1 0-1 16,0 0 96-16,0 0-61 0,-1 0-32 0,1 0 9 16,1 0 108-16,-2 0-74 0,1 0-37 0,0 0 52 15,1 0-45-15,-1 0 9 0,2 0-53 0,-2 0 0 16,-1 0 1-16,3 0-1 0,-2 0 214 0,2 3-98 15,0 7-62-15,0 0-27 0,0 5 49 16,0 1-38-16,0 6 0 0,0 1-28 16,2 10 42-16,1 5-25 0,-1 4-1 0,1 1 13 15,-1 4-39-15,0-5 10 0,2 14-31 16,-2-8 21-16,-1-1 0 0,1-2 1 0,0-2 13 0,0-5-4 16,0-1-10-16,-1-1 0 0,-1-4 95 0,0-7-47 15,0-2-24-15,0-6-46 0,0-3-14 0,0-3 0 16,0-3 0-16,0-3 0 0,-1-3 0 0,1-2 0 15,-2 0 0-15,2 0 0 0,0 0 0 0,0 0 0 16,0 2 0-16,0-1 0 16,10 2 0-16,4 3 0 0,4-2 0 0,0-1 0 15,5 3 0-15,3-1 0 0,-1-2 0 0,0 2 0 16,2-4 0-16,-3 2 0 0,-3-1 0 0,-1 0 0 16,-1 0 0-16,-3-2 0 15,-5 0 0-15,-2 0 0 0,-4 0 0 0,-3 0 0 0,1 0 0 16,-1 0 0-16,-2 0 0 0,0 0 0 0,0 0 0 0,-2 0 0 15,-3 0 0-15,0-4 0 16,1-1 0-16,1 2 0 0,-1-3 0 0,4 3 0 16,0-1-1123-16,0-2 493 0,0-3 296 0</inkml:trace>
  <inkml:trace contextRef="#ctx0" brushRef="#br2" timeOffset="-118264.66">15676 6835 2494 0,'-14'-1'0'0,"0"0"0"16,3-2 0-16,-1 3 0 0,5 0 0 0,3-2 0 0,1 2 0 0,1 0 0 0,2 0 0 0,0 0 0 0,7-2 104 0,14 0-32 0,1-1 76 16,2-1-53-16,5 0-27 0,-1-2 10 0,4 5-3 15,0-1-34-15,0 0-1 0,1 0-489 0,3 2 245 0,2 0 133 16,7 0 50-16</inkml:trace>
  <inkml:trace contextRef="#ctx0" brushRef="#br2" timeOffset="-118109.31">16701 6802 2435 0,'7'0'-6'0,"0"0"2"0,0 0 1 0,3 0 1 0,-2 0 0 0,-1 0 1 0,0 0 0 0,4 0 0 0,1 0 1 0,3 0 85 0,2-2 163 0,1 0-118 15,9 1-44-15,-1-4-272 0,6 3 115 0,3 0 69 16,9-3 17-16,0-1-652 0,6 1 339 0</inkml:trace>
  <inkml:trace contextRef="#ctx0" brushRef="#br2" timeOffset="-117862.16">17603 6678 2523 0,'6'4'-1'0,"1"3"-1"0,0-1 0 0,-1-5 1 0,2 3 0 0,-1-2 0 16,2-2 0-16,3 0-1 0,3 0 1 0,2 0 0 0,1 0 168 0,7 0-69 0,0-3-120 0,3-3 31 0,4 1 0 0,0-4-214 16,3 2 132-16,6-2 52 0,-7 3 30 0,4 1 1 15,-4-1 30-15,-2 4 1 0,-9 0-1295 0,-2 0 609 16,-7 2 292-16,-3 0 172 0,-6 0 102 0,-3 0 35 16,-2 6 28-16,0 0 16 0,0-1 571 0,-2-1-328 15,-3 0-143-15,0-1-79 0,1 0 375 0,2-2-221 16,0-1 54-16,2 0 423 0,0 0-313 15,0 0-150-15,0 0-65 16,4 0-253-16,7 0 85 0,1-1 42 0</inkml:trace>
  <inkml:trace contextRef="#ctx0" brushRef="#br2" timeOffset="-115584.41">10638 14370 2536 0,'-7'-9'0'0,"0"3"0"0,-1 1 0 0,3 3 0 0,-1-1 0 0,0 2 0 0,1 1 0 0,-3 0 0 0,0 11 0 16,-1 6 0-16,0 7 85 0,0 3 228 0,-1 5-138 0,3 3-70 0,3 1 96 16,0 1-83-16,4 4-32 0,0 1-9 0,0-8 38 15,2 1-40-15,7 0-30 0,5-6-45 0,-1-6 0 16,4 1 0-16,-2-9 0 15,4-4 0-15,-1-2 0 0,1-6 0 0,-3-3 0 16,2 0 0-16,1-17 0 0,-3-5 0 0,-2-9 0 16,-3 0 0-16,-2-5 0 0,-2-2 0 0,-4 1 0 15,-1-1 0-15,-2 1 0 0,-2-4 0 16,-8 6 0-16,-3 0 0 0,-2 3 0 0,-2 4 0 0,-2 3 0 16,1 5 0-16,-1 4 0 0,-4 4 0 0,3 4 0 15,-3 3 0-15,2 4 0 0,-2 1 0 16,5 0 0-16,1 4 0 0,2 6 0 15,3 1 0-15,3 0 0 0,4 2 0 0,2 2 0 0,0-2 0 0,3 2 0 16,0 3 0-16,3-4 0 16,4 3 0-16,5-1-29 0,4-2-1072 0,5 1 532 15,-3-4 267-15</inkml:trace>
  <inkml:trace contextRef="#ctx0" brushRef="#br2" timeOffset="-115393.35">10928 14513 3607 0,'9'7'0'0,"0"10"0"0,-2-3 0 0,-4-2 0 0,-1 3 0 0,0 0 0 0,-2 3 0 15,0-2 0-15,0 3 0 0,0 1 0 0,0 1 138 0,-4-1 48 0,-1 0-186 0,-3-2 0 0,2 0 0 16,-1-4 0-16,0-1 0 0,-2-3 0 0,4 0 0 16,0-4 0-16,-1 1 0 0,1-4 0 0,1-3-733 15,-1 0 368-15,2 0 107 0,3-7-684 16,0-18 457-16</inkml:trace>
  <inkml:trace contextRef="#ctx0" brushRef="#br2" timeOffset="-115169.08">11058 14327 3149 0,'10'-9'0'0,"8"3"0"0,-1-1 0 0,-2 4 0 0,4 1 0 0,-1 2 0 0,3 0 0 0,4 0 0 0,-4 5 0 0,4 8 0 0,-2 3 144 0,-2 3 430 0,-1 5-510 0,-5-1-64 16,-2 3 0-16,-1 0 0 0,-7 3 0 0,-3-1 0 15,-2-4 0-15,0 11 0 16,-10-8 0-16,-4-3 0 0,-5 1 0 0,-3-4 0 16,1-6 0-16,-8 3 0 0,1-4 0 0,0-6 0 15,2-1 0-15,6-3 0 0,-5-4 0 0,4 0 0 16,5 0 0-16,2-12-404 0,7-10 38 0,5-5 164 16,2-3-678-16,3-2 426 0,11-3 209 0</inkml:trace>
  <inkml:trace contextRef="#ctx0" brushRef="#br2" timeOffset="-114712.29">11437 14182 3429 0,'12'-8'0'0,"-7"3"0"0,-1 4 0 0,-3-2 0 0,-1 3 0 0,0 0 0 0,0 12 0 0,-5 8 0 0,-4 7 0 0,-5 10 0 0,1 2 448 0,0 5-394 0,2-2-54 16,0 9 0-16,4-6 0 0,4-1 0 0,3-8 0 15,0 0 0-15,2-3 0 0,8-5 0 16,2-7 0-16,4-4 0 0,-1-5 0 15,2-3 0-15,-1-7 0 0,2-2 0 0,-2 0 0 16,0-6 0-16,-2-10 0 0,0 2-21 0,-3-4-198 16,-2 4 96-16,-1-4 43 0,-1 3 0 0,-3 0 173 15,0 1-65-15,-3 5-40 0,1-1 146 0,0 2-85 16,-2 5-42-16,0-1 0 0,0 1 210 0,0 3-217 16,0 0 0-16,0 3 0 0,0 10 0 0,0 4 0 15,2 5 0-15,0-3 0 0,6 8 0 0,1-1 0 16,2-4 0-16,3 1 0 0,-2-6 0 0,6 0 0 15,-4-4 0-15,5-6 0 16,-2-3 0-16,0-4 0 0,-1 0 0 0,0-2 0 16,-3-7 0-16,-3-3 0 0,-1 0 0 0,-4-2 0 15,-1-2 0-15,-2-2 0 0,-2 0 0 0,0-6 0 16,-2 0 0-16,-7 3 0 0,0 1 0 0,-5 2 0 16,1-1 0-16,-2 4 0 0,-1 1 0 0,-2 5 0 15,2 2 0-15,-2 1 0 0,4 2 0 0,2 3 0 16,1-2 0-16,4 3 0 15,3 0 0-15,0 0 0 0,2 0 0 0,2 0 0 16,0 0 0-16,0 0 0 0,2 0-70 0,2 3-55 16,5-2-836-16,2-1 462 0,-4 0 232 0,7 0 116 15</inkml:trace>
  <inkml:trace contextRef="#ctx0" brushRef="#br2" timeOffset="-114394.92">11721 13995 2930 0,'0'-12'0'0,"2"5"0"0,3-1 0 0,1-1 0 0,1 3 0 0,5 1 0 0,1 1 0 0,-1 1 0 0,4 3 0 0,0 0 0 0,0 7 345 0,-2 4-154 16,2 4-78-16,-5 0-38 0,-3 3 20 0,-2 1-33 16,-5 2-1-16,-1 5-25 0,0-3-13 0,-7-3-23 15,-5-3 0-15,-2 2 0 16,-2-3 0-16,0-4 0 0,-2-1 0 0,4-4 0 15,2-2 0-15,-3-1 0 0,5-4 0 0,1 0 0 16,4 0 0-16,1 0 0 0,2 0 0 0,1 0 0 16,1 0 0-16,0 0 0 0,3 0 0 0,10 0 0 15,2 0 0-15,2 0 0 0,2 0 0 0,2 0 0 16,1 0 0-16,1 0 0 0,-2 0 0 0,0 0 0 16,-2-3 0-16,2 3 0 0,-4 0 0 0,2 0 0 15,-3 0-669-15,0 0 169 0,-3 0 233 0,2 0 115 16</inkml:trace>
  <inkml:trace contextRef="#ctx0" brushRef="#br2" timeOffset="-113902.18">12123 13996 2806 0,'0'-4'0'15,"0"3"0"-15,0-1 0 0,0-1 0 0,0 0 0 0,7-1 0 0,2 2 0 0,3 1 0 0,1 1 0 0,4 0 0 0,1 0 90 0,3 0-19 0,-2 0 252 0,2 0-144 0,-2 0-72 0,-1 0-35 16,1 0 90-16,-3 3-54 0,0 1-95 0,-3-1-13 16,-1-3 0-16,-3 3 0 0,-2-1 0 0,-2-1 0 15,-2 2 0-15,-1-3 0 16,0 0 0-16,0 0 0 0,-2 0 0 0,0 0 0 0,0 0 0 0,0 0 0 16,0 0 0-16,-2 0 0 0,0 0 0 0,0 0 0 15,-1 0 0-15,3 0 0 0,-1 0 0 0,1 0 0 16,0 3 0-16,0 3 0 15,0 2 0-15,0 1 0 0,0 2 0 0,0 2 0 16,1 0 0-16,2 5 0 0,-1-2 0 0,0 3 0 16,0 6 0-16,-2 1 0 0,0 1 0 0,2 3 0 15,-2 4 0-15,1 3 0 0,1 0 0 0,0 1 0 16,2-2 0-16,-1 3 0 0,5 2 0 0,-2-7 0 16,1-1 0-16,1-3 0 0,-3-4 0 15,0-3 0-15,2-2 0 0,-2 1 0 16,-1-5 0-16,-2-2 0 0,0-5 0 0,-1-2 0 15,-1 1 0-15,0-4 0 0,0 0 0 0,0-2 0 16,0 0 0-16,-7 0 0 0,-2 0 0 0,-1 0 0 16,-1 0 0-16,0-1 0 0,-4 2 0 0,-2-1 0 15,0-1 0-15,0 2 0 0,-3-2 0 0,-1 1 0 16,-6-3 0-16,4 0 0 0,-6 0 0 0,-1 0 0 16,-5 0 0-16,-4 0 0 0,2-2 0 0,-9-3 0 15,2-2 0-15,1 1 0 0,-5 4-808 16</inkml:trace>
  <inkml:trace contextRef="#ctx0" brushRef="#br2" timeOffset="-111027.46">13278 14230 1548 0,'-10'-9'0'0,"3"-1"0"0,-1-3 0 0,2-2 0 0,3 0 0 0,1-6 0 0,2 2 0 0,0-2 0 0,0 1 1 0,0 1-1 0,2 2 75 16,3 2 190-16,1 5-106 0,2 0-65 0,-1 3-30 16,1 4 123-16,2 1-75 0,1-1-39 0,-1 3 12 0,4 0-50 15,-1 0 1-15,0 6-1 16,2 3 1-16,-2 5-1 0,2-1 10 0,0 1-10 15,-1 2-35-15,-2 3 36 0,0 0-1 0,-3 0 1 16,-3 4 8-16,-3 4-8 0,-1 0 0 0,-2 0-56 16,0 2 12-16,-9 3 1 0,-6 0 93 0,-7 4-33 15,-5-3 1-15,-3 0-28 16,-2-4 167-16,-3 1-79 0,3-5-30 0,-12 1-9 0,9-5 52 16,3-6-116-16,-2 0-11 0,2-1 0 0,6-5 0 0,-4-1 0 15,9 0 0-15,4-3 0 0,4 0 0 16,4-1 0-16,1-1 0 0,6-3 0 15,1 2 0-15,1-2 0 0,1 6 0 0,10-2 0 16,5-1 0-16,2 1 0 0,7 1 0 0,-1 1 0 16,3-2 0-16,-1 0 0 0,-2-2 0 0,8-1 0 15,-2 1 0-15,-2 0 0 0,2-2 0 0,-2 0 0 16,-3 0 0-16,5 0 0 0,-2 0-60 0,-1-5 4 16,-1-7-667-16,0 1 343 15,0-4 164-15,4-2 94 0,2-7-585 0,0-1 335 0</inkml:trace>
  <inkml:trace contextRef="#ctx0" brushRef="#br2" timeOffset="-110750.83">13721 14139 2288 0,'-4'-3'0'0,"0"0"0"0,1 3 0 0,-1 0 0 0,2 0 0 0,2 3 0 0,0 8 0 0,0-2 0 0,2 0 0 0,9 3 0 0,3-1 281 0,0-2-123 0,3 1-61 0,0-4-31 16,4-1 70-16,0-4-41 0,-1-1-34 0,1 0-1 15,0 0-112-15,-3-10 43 0,-3-5 1 0,0-2-45 16,-5-2 40-16,-3 0 24 0,-5 0 0 0,0 2 2 16,-2 0-1-16,0 1-16 0,-13 0 94 0,-2 2-50 15,-2 0 0-15,-5 2-44 0,2 4 61 0,0-2 9 16,-1 5-49-16,2 3 32 16,3-1-36-16,-1 3 35 0,4 0-17 0,1 5-85 0,3 4 39 15,3 3 3-15,3 2 42 0,3 1-454 16,0 2 212-16,0 1 83 0,3 1-598 0,8-3 346 15,5 1 173-15,4 0 86 0</inkml:trace>
  <inkml:trace contextRef="#ctx0" brushRef="#br2" timeOffset="-110181.8">14685 13662 2580 0,'0'-11'1'0,"0"5"0"0,0 2-1 0,0-2 0 0,0 3 0 0,0 1 0 0,0 0 1 0,0 2-1 0,0 0 1 0,0 0-1 0,0 7 180 0,0 10-77 15,0 6-34-15,0 3 1 0,2 6-35 0,-1 9 1 16,3-2 485-16,0 11-247 0,-3 1-215 0,1 1-59 15,2 4 0-15,-2 10 0 0,0-11 0 0,0 15 0 16,0-8 0-16,0 2 0 0,0-5 0 0,0-6 0 16,-1 1 0-16,3-3 0 0,0-6 0 0,-1-9 0 15,1 1 0-15,1-7 0 0,-4-5 0 16,3-6 0-16,-2-8 0 0,0-2 0 16,-1-5 0-16,1-2 0 0,-2-2 0 0,0 0 0 0,0 0 0 0,0-9 0 15,-5-5 0-15,-2 0 0 16,-2-5 0-16,-2-5 0 0,2 3 0 0,-4-4 0 15,2 0 0-15,-1-1 0 0,-1 0 0 0,0 0 0 16,-2-1 0-16,0 3 0 0,-2 3 0 0,2 6 0 16,-2 0 0-16,-2 4 0 0,-1 4 0 0,-1 3 0 15,-4 4 0-15,2 0 0 0,2 0 0 0,-4 11 0 16,2 0 0-16,3 6 0 0,3 0 0 0,2 3 0 16,3-1 0-16,2 6 0 0,2-6 0 15,5 3 0-15,3 3 0 0,0-3 0 16,0 1 0-16,3 1 0 0,8-7 0 0,2 2 0 15,4-2 0-15,2 2 0 0,-2-8 0 0,4 0 0 16,-1-2 0-16,1-2 0 0,2-3 0 0,-1-1 0 16,-2-3 0-16,3 0 0 0,-2 0 0 0,1-3 0 15,-1-1 0-15,-2-5 0 16,1 4 0-16,-1-1-918 0,2 0 423 0,-1 1 230 0,5 0 114 16</inkml:trace>
  <inkml:trace contextRef="#ctx0" brushRef="#br2" timeOffset="-109635.33">15473 14194 2295 0,'0'-15'0'0,"0"4"0"0,0-4 0 0,0 1 0 0,0-3 0 16,0 2 0-16,-2-2 0 0,-3 0 0 0,1-2 0 0,-1 2 0 0,-3-1 173 0,-2 0-69 0,1 3 22 0,-2 1-46 0,-2 1-13 16,0 2-10-16,-5 3 91 0,2 1-56 0,-1 4-29 15,-4 2 0-15,1 1 127 0,-1 0-81 0,-2 7-38 16,3 5 1-16,3-1-37 0,-2 4 0 16,4 0 9-16,0 0 63 0,3 0-107 15,5-2 0-15,2-4 0 0,1 2 0 0,4 1 0 16,0 1 0-16,0-2 0 0,2 2 0 0,5-1 0 15,6 1 0-15,1 0 0 0,2-1 0 0,1 0 0 16,4 4 0-16,-1-1 0 0,-1-2 0 0,1 1 0 16,1 4 0-16,-1-2 0 0,-2 4 0 15,-1 0 0-15,-4-1 0 0,-1 0 0 0,-1 5 0 16,-4-2 0-16,-1 0 0 0,-4 3 0 16,-2 0 0-16,0-5 0 15,0 6 0-15,-10-1 0 0,-1-4 0 0,0-2 0 0,-4 0 0 0,0-3 0 16,-2 0 0-16,-2-3 0 0,1-2 0 0,-2-2 0 15,2-1 0-15,-5-4 0 0,1-3 0 0,-5-1 0 16,5 0 0-16,1 0 0 0,-3 0 0 0,-3-4 0 16,6-5 0-16,0-3 0 0,3 1 0 0,2-4 0 15,2-1 0-15,5-1 0 0,2 0 0 0,1 0 0 16,4 0 0-16,2 0 0 0,0 2 0 0,0 2 0 16,2 0 0-16,7 2 0 15,2-1-8-15,5 5-79 0,0 0 26 0,5-1-473 16,4 2 250-16,-1 1 125 0,2 1-776 0</inkml:trace>
  <inkml:trace contextRef="#ctx0" brushRef="#br2" timeOffset="-109314.63">15807 14063 3776 0,'0'-3'0'0,"0"1"0"0,0 1 0 0,0 1 0 0,0 0 0 0,0 0 0 0,0 0 0 16,0 0 0-16,0 0 0 0,11 0 0 0,1 0 132 0,6 3-109 0,0 1-23 0,8 2 0 0,-1-5 0 15,-1 1 0-15,8-2 0 0,-3 0 0 0,-2 0 0 16,-1 0 0-16,1 0 0 0,-4 0 0 0,-1 0 0 16,0-2 0-16,-3-1 0 0,-1-1 0 0,-6 3-46 15,-1-2-92-15,-1 1 66 0,-2 2-1000 0,-3 0 519 16,-3 0 258-16</inkml:trace>
  <inkml:trace contextRef="#ctx0" brushRef="#br2" timeOffset="-109124.11">15984 14314 3808 0,'-7'4'0'0,"3"1"0"0,3-1 0 0,-1 0 0 0,-1-2 0 0,3-1 0 0,0 4 0 0,0-4 0 0,12 3 0 0,4 0 0 0,3 1 123 0,6-1-123 0,0-2 0 16,0 0 0-16,1 0 0 0,3 0 0 0,-6-2 0 15,8 0 0-15,-4 0 0 16,-1 0 0-16,-4 0 0 0,1 0 0 0,-4 0 0 15,-4-2-901-15,-3 2 345 0,-3 0 176 0</inkml:trace>
  <inkml:trace contextRef="#ctx0" brushRef="#br2" timeOffset="-100896.4">21640 13696 2155 0,'0'-2'0'0,"0"-4"0"0,-2 3 0 0,2 1 0 0,-2-1 0 0,2 2 0 0,0-1 0 0,0 2 0 0,0 0 0 0,0 0 1 0,0 3 166 0,0 11-66 0,2 3-33 15,5 9 198-15,-2 2-119 0,3 4-57 0,-1 10-27 16,-1-1 180-16,2 4-103 0,-3 4-44 0,1 2-35 16,-3-3 134-16,-1 2-80 0,1 1-92 0,-1-1-23 15,-1-5 0-15,-1 5 0 0,0-14 0 0,0 3 0 16,0-4 0-16,0-6 0 0,0-6 0 0,0-3 0 15,0-6 0-15,0-3 0 0,0-5 0 0,0-2 0 16,0-4 0-16,0 0 0 16,-1 0 0-16,-4 0 0 0,1-9 0 0,-1-2 0 15,0-4 0-15,-3 0 0 0,0-5 0 0,-3-5 0 16,2 3 0-16,-5-1 0 0,2 3 0 0,-8-3 0 16,6 10 0-16,-5 0 0 0,0 4 0 0,-2 3 0 15,0 4 0-15,0 2 0 0,2 0 0 0,-2 9 0 16,4 5 0-16,2 3 0 0,4 1 0 0,0 7 0 15,6-2 0-15,3 2 0 0,2-2 0 0,0 1 0 16,4 4 0-16,10-3 0 0,0-1 0 0,4-3 0 16,-2-3 0-16,1-4 0 0,8 2 0 0,-9-7 0 15,5-4 0-15,2-1 0 16,-3-4 0-16,1 0 0 0,0 0 0 0,2-6 0 16,-3-6 0-16,3-3-386 0,-2 0-54 0,-1 1 194 15,2-7 109-15,-1-1-338 0,-2-3 220 0,-2-3 110 16,-2-6-554-16</inkml:trace>
  <inkml:trace contextRef="#ctx0" brushRef="#br2" timeOffset="-100744.65">21861 14207 2604 0,'0'-18'0'0,"0"8"0"0,0 0 0 0,0 3 0 0,0 3 0 0,0-1 0 0,0 4 0 0,0 1 0 0,0 0 0 0,9 0 0 0,5 1 113 16,0 11-39-16,4 2 489 0,2 1-264 0,-1 2-132 0,-3-2-57 15,7 5-109-15,-4-3-1 0,-2-2 0 0,0 0-146 16,-1-3-104-16,2 1 152 0,-6-4 62 0,4-2-868 15,-3-1 463-15,0-4 106 0,0-2-448 0</inkml:trace>
  <inkml:trace contextRef="#ctx0" brushRef="#br2" timeOffset="-100554.14">22348 13886 3394 0,'0'-2'0'0,"0"0"0"0,0 2 0 0,0 0 0 0,0 0 0 16,-2 0 0-16,0 2 0 0,-3 10 0 0,-2 13 0 0,-4 5 0 0,-6 11 245 0,-3 15 47 0,-7 4-292 16,-3 12 0-16,-12 17 0 0,5-8 0 0,-13 21 0 0,-1-2 0 15,-11 21 0-15,4-5 0 0,-8 10 0 16,-1 3 0-16,-4 9 0 0,-3 25 0 0,6-7 0 16,1 5 0-16</inkml:trace>
  <inkml:trace contextRef="#ctx0" brushRef="#br2" timeOffset="-96253.77">17661 8042 1127 0,'0'0'0'0,"0"-3"0"0,0 2 0 0,0-1 0 0,0-1 0 0,0 2 0 0,0-1 0 0,-2-1 0 0,2 2 0 0,-2-1 0 0,2 0 87 0,-2 1 0 0,2-1-33 0,0-2-10 16,0 2 72-16,0-2-37 0,0 2 1 0,-2-1 42 16,2 0-29-16,0-2-10 0,0 2-40 0,0-1 81 15,0 0-40-15,0 2-1 0,-2 0-28 0,2 0 39 16,0 0 1-16,0 0-52 0,-1 2 78 16,1 0-38-16,0 0 10 0,0 0-50 0,0 6-2 0,0 3 2 15,0 5 1-15,0-3 10 0,0 1 31 16,0 4-1-16,0-2-40 0,0 0-7 0,1 0 6 0,1-5 11 15,0 0 35-15,0 1-45 16,2-3-1-16,-2 0 0 0,0-2 38 0,0-2-27 16,-2-3-11-16,0 1 1 0,0-1-16 0,0 0-28 15,0 0 0-15,0 0 0 0,0-9 0 0,0-3 0 16,0-2 0-16,0-2 0 0,0-1 0 0,0-2 0 16,0 0 0-16,0 2 0 0,0 0 0 0,0 4 0 15,0 4 0-15,0 1 0 16,0 2 0-16,0 3 0 0,0 0 0 0,0 2 0 0,0 1 0 0,0 0 0 15,0 0 0-15,0 7 0 16,0 5 0-16,0 2 0 0,0 4 0 0,0-1 0 16,0 1 0-16,0 1 0 0,0 0 0 0,0-2 0 15,0-2 0-15,0-4 0 0,0 1 0 0,0-2 0 16,0-6 0-16,0 0 0 0,0 0 0 0,0-4 0 16,0 0 0-16,0 0 0 0,0 0 0 0,0-2 0 15,0-7 0-15,0-1 0 0,0-4 0 0,0-1 0 16,0 7 0-16,0-3 0 0,0 1 0 0,0 2 0 15,0-1 0-15,0 5 0 0,0 3 0 16,0-1 0-16,0 0 0 0,0 2 0 16,0 0 0-16,0 0 0 0,0 8 0 0,0 2 0 15,2 0 0-15,0-1 0 0,-1 6 0 0,1-3 0 16,0-3 0-16,0 1 0 0,0 0 0 0,0-6 0 16,-1 0 0-16,1 0 0 0,-2-4 0 0,0 2 0 15,2-2 0-15,-2 0 0 0,0-2 0 0,0-7 0 16,2-4 0-16,-2 0 0 0,2-3 0 15,-1-1 0-15,-1 2 0 0,0 1 0 0,0 4 0 16,0-1 0-16,0 5 0 0,0 0 0 16,0 3 0-16,0 1 0 0,0 2 0 0,0 0 0 15,0 0 0-15,-1 13 0 0,-3 0 0 0,0 2 0 16,3 2 0-16,-1 0 0 0,2-2 0 0,-2 0 0 16,2-3 0-16,0-2 0 0,0 0 0 0,0-3 0 15,0-1 0-15,0-4 0 0,0 1 0 0,0-2 0 16,0-1 0-16,0 0 0 0,0 0 0 0,0-1 0 15,0-12 0-15,0 2 0 16,0-3 0-16,0 4 0 0,0-1 0 0,0-5 0 16,0 7 0-16,0 1 0 0,0 1 0 0,0 3 0 15,0 3 0-15,0-1 0 0,0 1 0 0,0 1 0 16,0 0 0-16,0 0 0 0,0 7 0 0,0 4 0 16,0 0 0-16,0 0 0 15,0 1 0-15,0-2 0 0,0 0 0 0,0 1 0 0,0 0 0 0,0 2 0 16,0-4 0-16,0 1 0 15,2 4 0-15,3-1 0 0,1 6 0 0</inkml:trace>
  <inkml:trace contextRef="#ctx0" brushRef="#br2" timeOffset="-94909.89">17118 8022 1150 0,'0'-3'0'0,"-1"-1"0"0,-1 0 0 0,-2 0 0 0,2 1 0 0,-1 0 0 15,2-2 0-15,-1-1 0 0,2 1 0 0,-2 1 0 0,0-2 178 0,2 5-66 0,0-3-33 0,0 2 146 0,0 0-89 16,0 2-35-16,0 0-10 16,0 2-24-16,0 9-22 0,0 5 1 0,0 0-1 15,0 3 160-15,0 2-86 0,0-1-37 0,0-1 95 16,0 0-66-16,0-2-33 31,0-4 12-31,0 0 11 0,0-2 0 0,0-3-56 0,0-3 13 0,0 2-12 0,0-6 11 0,0-1-12 0,0 0 23 0,0 0-23 16,0 0 0-16,-2 0 1 0,1-8 87 0,-3-3-129 15,2 0-4 1,0-1 0-16,0-4 0 0,2 1 0 0,0 3 0 0,0-2 0 0,0 4 0 16,0-1 0-16,-1 4 0 0,1-1 0 15,0 4 0-15,0 2 0 0,0 1 0 0,0-2 0 0,0 3 0 0,0 0 0 16,0 0 0-16,0 10 0 15,0 3 0-15,0-1 0 0,0 2 0 0,0-1 0 16,0 3 0-16,0-1 0 0,0-2 0 0,0-1 0 16,0-1 0-16,0-3 0 0,0 0 0 0,0-2 0 15,1-3 0-15,-1-1 0 0,0 1 0 0,0-3 0 16,0 0 0-16,0 0 0 0,0 0 0 0,0-3 0 16,0-4 0-16,0-3 0 0,0-3 0 0,2-2 0 15,0 0 0-15,0 0 0 0,0-2 0 0,0 0 0 16,-1 2 0-16,-1 1 0 15,2 2 0-15,-2 3 0 0,0 0 0 0,0 4 0 16,0 4 0-16,0-1 0 0,0 0 0 0,0 2 0 16,0 0 0-16,0 0 0 0,0 10 0 0,0 2 0 15,0 2 0-15,0 0 0 0,0-4 0 0,0 1 0 16,-2 0 0-16,2-3 0 0,0 2 0 0,0-5 0 16,0-1 0-16,0-3 0 0,0 1 0 0,0-2 0 15,0 0 0-15,0 0 0 16,0 0 0-16,-1 0 0 0,1-2 0 0,0-3 0 0,0-4 0 15,0-3 0-15,0 1 0 0,0 0 0 16,0-4 0-16,0 5 0 0,0 1 0 0,0 0 0 16,0 3 0-16,0 2 0 0,0 0 0 0,0 3 0 15,0-1 0-15,0 2 0 0,0 0 0 16,0 0 0-16,0 8 0 0,0 4 0 0,0 2 0 16,0 1 0-16,0 2 0 0,0 1 0 0,0 1 0 0,3 4 0 15,15 0-480-15</inkml:trace>
  <inkml:trace contextRef="#ctx0" brushRef="#br2" timeOffset="-91623.99">18671 6002 680 0,'0'0'0'0,"0"0"0"0,0 0 0 0,0 0 0 0,0 0 0 0,0 0 0 0,0 0 0 0,0 0 0 0,0 0 0 0,0 0 0 0,0 0 11 0,0 0 20 0,0 0 0 15,0 0 1-15,0 0-30 0,0 2 35 16,-2-1-7-16,1 2 19 0,-3 0-20 15,0 1 1-15,1 1-1 0,-1-1-33 0,-2 2 33 16,0-2-5-16,1 3-48 0,-1-1-1 0,1 1 49 16,-1 1 2-16,-2 0-48 0,4-1-5 0,-1 1 46 15,0-1-8-15,-1 1-27 0,2-3 25 0,-2 3-13 16,2-1-30-16,-1 3 42 0,-1-2-12 0,1-1 11 16,0 0 13-16,-2 2-17 0,2 1 2 0,-1 0 10 15,-1-1-9-15,0-2-1 16,2 3 3-16,-2 1 1 0,1-2-3 0,-1 0 2 15,1 2-1-15,-2 1-30 0,3 1 31 0,-2-1-2 16,1 1-14-16,-2 0 12 0,2 0 1 0,1 2-26 16,0-3 25-16,-3 3-5 0,2-2 4 0,-1 2-14 15,1 0 12-15,-3 0-2 0,-1 1 2 0,1 4-4 16,0-2 3-16,-5 2 0 0,1 3 0 0,0 0 3 16,-2 4-3-16,2 0 0 0,-4 3-17 0,2 2 17 15,-2 2 0-15,-4 4-30 0,7-2 29 0,-6 6-1 16,4-2 1-16,0 2-105 0,2 6 49 0,-2-1 21 15,0 3-2-15,1 3-253 0</inkml:trace>
  <inkml:trace contextRef="#ctx0" brushRef="#br2" timeOffset="-86992.73">24070 9590 1394 0,'0'-16'0'0,"0"6"0"0,0 4 0 0,0 3 0 0,0 1 0 0,0 0 0 0,0 0 0 0,0 2 0 0,0 0 0 0,0 0 0 0,0 0 100 0,0 0 108 0,0 0-80 0,0 0-39 16,0 0 0-16,2 0 89 0,2 0-52 0,3 0-45 15,2 0 211-15,3 0-121 0,2 0-61 0,2 0 0 16,-2 2 145-16,4 0-109 0,-2 2-48 16,3-3 0-16,-4 2 33 0,2-3-28 15,-4 2-79-15,2-2-24 0,0 0 0 0,1 0 0 16,-2 0 0-16,2 0 0 0,0 0 0 0,3 0 0 15,-3 0 0-15,2 0 0 0,1 0 0 0,0 0 0 16,5 0 0-16,-3 0 0 0,5 0 0 0,-2 1 0 16,0 1 0-16,-1-2 0 0,6 2 0 0,-3 0 0 15,-1 0 0-15,2 0 0 0,1 0 0 0,0-2 0 16,2 2 0-16,1 1 0 0,-1-1 0 0,1 2 0 16,0-1 0-16,4 1 0 15,-3 1 0-15,4-2 0 0,0 1 0 0,0 1 0 16,-1-1 0-16,1 2 0 0,-1-3 0 0,-1 2 0 15,-2 0 0-15,0 1 0 0,-1-1 0 0,4 1 0 16,-1 0 0-16,0-1 0 0,1-1 0 0,0-1 0 16,0 0 0-16,2 0 0 0,-1-3 0 0,-1 0 0 15,3 3 0-15,-2-3 0 0,1 0 0 0,-3 0 0 16,2 0 0-16,-2 1 0 0,-2 1 0 0,0 2 0 16,2-3 0-16,-3 3 0 15,3-2 0-15,0 0 0 0,-1 2 0 0,1-4 0 16,2 0 0-16,0 0 0 0,1 0 0 0,1 0 0 15,-1 0 0-15,7 0 0 0,-3 0 0 0,-6 0 0 16,7 0 0-16,-2-3 0 0,-2 3 0 0,2 0 0 16,-2-1 0-16,-3 1 0 0,2 0 0 0,-2 0 0 15,-1 0 0-15,-1 0 0 0,0 0 0 0,0 0 0 16,1 0 0-16,2 0 0 0,0 0 0 0,-2 0 0 16,5 0 0-16,-2 0 0 15,0-2 0-15,0 0 0 0,2 0 0 0,-3 0 0 16,3 1 0-16,-1-2 0 0,-2 2 0 0,-1 1 0 15,-1-2 0-15,-3 2 0 0,4 0 0 0,-3 0 0 16,3 0 0-16,1-1 0 0,-1 1 0 0,2-3 0 16,2 0 0-16,-3 2 0 0,9-1 0 0,-5-1 0 15,5-1 0-15,-4 0 0 0,-6 1 0 0,4-1 0 16,1 0 0-16,-4-1 0 0,-2 0 0 0,-2 4 0 16,-4-1 0-16,4 0 0 15,-4 0 0-15,0 1 0 0,-1-2 0 0,0 1 0 16,-2 0 0-16,6 2 0 15,1 0 0-15,0-1 0 0,5-1 0 0,-2 2 0 0,2-2 0 0,0 0 0 16,3 0 0-16,-4 0 0 0,-1 1 0 0,0-2 0 16,-1 3 0-16,-2-1 0 0,-1 1 0 0,1-2 0 15,-2 2 0-15,2 0 0 0,-1 0 0 0,2 0 0 16,1 0 0-16,-1 0 0 0,1 0 0 0,5 0 0 16,-4-2 0-16,2 2 0 0,1 0 0 15,-3 0 0-15,2 0 0 0,-2 0 0 16,-2 0 0-16,0 0 0 0,1 0 0 0,-3 0 0 15,3 0 0-15,2 0 0 0,-4 0 0 0,8 0 0 16,-5-2 0-16,1 1 0 0,-2-2 0 16,1 1 0-16,-3 2 0 0,-2-1 0 0,-4-2 0 0,-3 2 0 15,-4-1 0-15,3 2 0 0,-4-2 0 0,-2 0 0 16,-1 0 0-16,-3 0 0 0,0 1 0 0,-4 1 0 16,2-2 0-16,-5 0 0 0,0-2 0 0,2 0 0 15,-3 1 0-15,-3-3 0 16,0-2 0-16,-1-1 0 0,0 0 0 0,-11-3 0 15,-9 3 0-15,-10 2 0 0,-17 4 0 0,-19 3 0 16</inkml:trace>
  <inkml:trace contextRef="#ctx0" brushRef="#br2" timeOffset="-75413.92">16859 14291 2466 0,'0'0'0'0,"0"0"0"0,0 0 0 0,0 0 0 0,0 0 0 0,0 0 0 0,0 0 0 0,3 0 0 0,1 0 0 0,1 0 0 0,2 0 118 0,1 0-31 0,0-1 86 15,-1-2-68-15,0 2-34 16,1 1 0-16,2-2 79 0,-5 2-48 0,2-2-37 16,-1 2 78-16,-1 0-54 0,2 0-26 0,0 0 1 15,0 0 60-15,0 0-84 0,0 0-40 0,5 0 0 16,1 0 0-16,1 0 0 0,0 0 0 0,2 0 0 16,0 0 0-16,3 0 0 0,-2 0 0 0,4 0 0 15,0 0 0-15,-3 0 0 0,3 0 0 0,2 0 0 16,-2 0 0-16,4 0 0 15,-2 0 0-15,5 0 0 0,-1 0 0 0,-1 0 0 16,2 0 0-16,-2 0 0 0,4 0 0 0,0 0 0 16,0 0 0-16,0 0 0 0,-2-2 0 0,2 2 0 15,-5 0 0-15,5 0 0 0,-2 0 0 0,1 0 0 16,-1 0 0-16,0 0 0 0,2 0 0 0,2 0 0 16,0 0 0-16,0-2 0 0,0-1 0 15,-2-3 0-15,-4 0 0 0,8-2 0 0,-6 1 0 0,-2 3 0 16,0-1 0-16,-5 3 0 0,2-5 0 0,-3 4 0 15,-3 0 0-15,-2 0 0 0,-2 1 0 0,-3 1 0 16,0-1 0-16,-1 0 0 16,-2 2 0-16,-2-1 0 0,-1 1 0 0,-2 0 0 15,3 0 0-15,-4-2 0 0,-1 2 0 0,0 0 0 16,0 0 0-16,0 0 0 0,0-2 0 0,0 2 0 16,-4 0-625-16,-5 0 181 0,-4 0 203 0,-3 0 103 15</inkml:trace>
  <inkml:trace contextRef="#ctx0" brushRef="#br2" timeOffset="-74914.13">17041 14598 2244 0,'-4'-1'0'0,"2"-1"0"0,1 2 0 0,1-2 0 0,0 2 0 0,0-1 0 0,0 1 0 0,5-2 0 0,9 0 0 0,2 2 0 0,1-2 212 0,3 2-88 0,1 0-44 0,2 0 118 15,-2 0-72-15,1 0-49 0,-3 7-1 0,-1 4-2 16,-2 1 0-16,1 1-37 0,-6 4-14 15,-2-2 13-15,-3 2 1 0,-3 7 40 0,-3 1-40 16,0 2 0-16,0 0 8 0,-9 2-7 0,-5-1-2 16,-2 2 1-16,-2-2 0 0,-1-4 100 0,0-5-105 15,-7 4-32-15,3-7 0 0,1-2 0 0,2-5 0 16,-1 1 0-16,1-5 0 0,4-1 0 0,1-4 0 16,0 0 0-16,7 0 0 0,1 0 0 0,3 0 0 15,2 0 0-15,0 0 0 0,2 0 0 0,0 0 0 16,9 0 0-16,9 0 0 0,3-4 0 0,4-1 0 15,0-1 0-15,3 1 0 0,-2 0 0 16,-1 2 0-16,7-2 0 0,-7 2 0 16,0 1 0-16,-2 1 0 0,0-2 0 0,-2 2 0 15,0-1 0-15,-3-1 0 0,-2 2 0 0,0 1 0 16,-4-2 0-16,4-1 0 0,-5 0-122 0,0-2-740 16,1-2 413-16,-1-3 206 0,-2-1 95 0,1-4-576 15</inkml:trace>
  <inkml:trace contextRef="#ctx0" brushRef="#br2" timeOffset="-74629.69">17464 14661 2982 0,'-6'-7'0'0,"3"1"0"0,-1-2 0 0,2 2 0 0,2 1 0 0,0 2 0 0,2-2 0 0,7 3 0 0,7 2 0 0,4 0 0 0,4 0 122 0,-3 0 427 0,5 8-271 15,-2 4-278-15,3-3 0 0,-4 6 0 0,-1 0 0 16,-5 0 0-16,-2 1 0 0,0 4 0 15,-6-1 0-15,-3 1 0 0,-4 1 0 16,-2-2 0-16,-2 5 0 0,-11-1 0 0,-7-1 0 16,0-2 0-16,-6-1 0 0,0-1 0 0,-4-4 0 15,-4 0 0-15,0-4 0 0,-1 0 0 0,1-5 0 16,7 0 0-16,-6-4 0 0,4-1 0 0,8 0 0 16,0 0 0-16,5 0 0 0,7 0 0 15,-1-1-62-15,6-4-450 0,4-4 237 0,0-3 119 0,2 0 60 16,10-3-564-16,8-4 316 15,3 0 153-15,3-1 78 0</inkml:trace>
  <inkml:trace contextRef="#ctx0" brushRef="#br2" timeOffset="-74088.99">17885 14416 2710 0,'2'-1'0'0,"-2"0"0"0,0-2 0 0,0 3 0 0,-2 0 0 0,-6 3 0 0,-2 8 0 0,0 7 0 0,-2 7 0 0,1 3 0 0,-2 3 335 0,-4 11-150 0,2 0 277 16,0 2-223-16,0 5-239 0,0-2 0 0,2 0 0 15,3-2 0-15,4-9 0 0,3 0 0 0,3-8 0 16,0 0 0-16,0-4 0 0,1-4 0 16,9-4 0-16,3-4 0 0,-2-3 0 0,5-3 0 0,-2-5 0 15,5-1 0-15,4 0 0 0,1-13-6 0,0-6-161 16,3-3 76-16,-1-2-339 0,-1-1 197 0,-3 1 98 15,-3-1 49-15,-5 8-81 16,2-3 69-16,-3 2 32 0,-5 4 82 0,-3 2-26 16,-1 2-1-16,-2 5-34 0,0 2 414 0,-2-1-202 15,0 2-102-15,0 2 616 0,0 0-434 0,-2 0-247 16,-4 9 0-16,1 5 0 0,3 2 0 0,0 1 0 16,2 4 0-16,0 1 0 0,0 3 0 0,0 0 0 15,6-7 0-15,3 0 0 0,4 0 0 0,2-3 0 16,3-2 0-16,-2-3 0 0,5-5 0 0,-3-3 0 15,3-2 0-15,-2 0 0 0,1 0 0 0,-1-10 0 16,-2-1 0-16,-2-3 0 16,-4 0 0-16,1-1 0 0,-5 0 0 0,-1-2 0 15,-4 2 0-15,-1 0 0 0,-1 0 0 0,0 0 0 16,-1 0 0-16,-8 2 0 0,-3-1 0 0,-1 3 0 16,-2 1 0-16,-2-1 0 0,1 5 0 0,0 0 0 15,-1 2 0-15,0-2 0 0,0 2 0 0,3 3 0 16,0-2 0-16,5 2 0 15,-2 1 0-15,4 0 0 0,-2 0 0 0,4 0 0 16,1 0 0-16,2 0 0 0,1 0 0 0,-1 0 0 16,2 0 0-16,0 0-47 0,0 0-99 0,0 0-962 15</inkml:trace>
  <inkml:trace contextRef="#ctx0" brushRef="#br2" timeOffset="-73262.89">16975 13551 1937 0,'-7'-1'0'0,"2"1"0"0,1 0 0 0,-2 0 0 0,4 0 0 0,-2 0 0 0,4 9 0 0,0 2 0 0,0 1 0 0,2 1 0 0,12 5 81 0,0 1 206 15,5 0-115-15,4 3-73 0,-1 1-31 16,2-1 126-16,1 3-79 0,2-3-40 0,-3 2 8 16,-2 0-46-16,-1-4-1 0,-2 0-70 0,-6-4 36 15,1 1-1-15,-4-1 45 0,-2 0-118 0,-3-4 55 16,-1-1 26-16,-2-1 1 0,-2-2-194 0,0-1 99 16,0-3 15-16,0-2 38 0,0-2-452 0,0 0 225 15,-2 0 95-15,0 0-326 0,2-9 228 0,0-6 112 16,0-8-147-16</inkml:trace>
  <inkml:trace contextRef="#ctx0" brushRef="#br2" timeOffset="-72970.09">17384 13541 1845 0,'0'-7'0'0,"0"3"0"0,-3 3 0 0,-1-2 0 0,-1 2 0 0,1-1 0 0,0 2 0 0,1 0 0 0,-1 0 0 0,0 2 0 16,2 11 149-16,-2 0-56 0,0 6 283 0,-1 3-170 0,0-1-75 15,-3 9 220-15,0 2-157 0,-1 0-79 16,-2 4-39-16,-3 5 187 0,2-6-131 0,-4 9-132 16,0-5 0-16,-2 3 0 0,2-3 0 0,-1-1 0 15,2-5 0-15,0 3 0 0,2-3 0 0,-1 0 0 16,5-6 0-16,0 1 0 0,-1-9 0 0,4 3 0 16,1-4 0-16,-1-2 0 0,5-7 0 0,-1 0 0 15,0-1 0-15,2-5 0 0,0 0 0 16,0-2 0-16,0-1 0 0,0 0 0 15,0 0-83-15,0 0-72 0,5-1 60 0,5-9 19 16,-3-1-374-16,5-2 207 0,2-2 94 0,4-6-502 16,-2 2 308-16,3 1 153 0,2-5 77 0</inkml:trace>
  <inkml:trace contextRef="#ctx0" brushRef="#br2" timeOffset="-72740.79">17492 13795 2480 0,'0'0'0'0,"0"0"0"0,0 0 0 0,0 0 0 0,0 0 0 0,0 0 0 0,4 0 0 0,7 0 0 0,6 0 0 0,0 0 0 0,7 0 319 0,-3 0-132 15,9 0-80-15,-2 0 261 0,2 0-165 0,0 0-83 16,2-1-59-16,-2-2 10 0,0 0-56 16,-1 1-15-16,-3 0-222 0,-8 0 100 0,3 0 80 0,-3 1 48 15,-2-1-491-15,-7-1 260 16,-1 3 37-16,-2-1 95 0,-4 1-324 0,-1 0 181 15,-1-2 104-15,0 2-353 0,0-2 224 0,-10-3 112 16</inkml:trace>
  <inkml:trace contextRef="#ctx0" brushRef="#br2" timeOffset="-72537.21">17766 13591 2048 0,'-7'-2'0'0,"1"0"0"0,0 2 0 0,1 0 0 0,-1 0 0 0,3 0 0 0,1 0 0 0,-2 8 0 0,4 3 0 0,0 5 0 0,0 3 104 15,0 6 413-15,0 1-240 0,0 4-121 0,0 1 270 16,0 2-195-16,2 3-88 0,2-3-114 0,-1 3-29 16,1-2 0-16,0-2 0 0,-1 0 0 0,1-2 0 15,-1-1 0-15,0-1 0 0,-1-7-384 0,0 4 168 16,-2-4 126-16,0-6 73 0,2-2-707 0,-2-5 344 16,0-4 171-16,2-4-375 0,-1 0 273 0,5-1 129 15</inkml:trace>
  <inkml:trace contextRef="#ctx0" brushRef="#br2" timeOffset="-72285.38">17935 13607 2646 0,'6'-3'0'0,"3"1"0"0,1-2 0 0,-1 2 0 0,2 1 0 0,2 1 0 0,5 0 0 0,-2 0 0 0,1 9 0 0,6 6 0 0,-5 0 459 0,0 3-211 16,-2 3-106-16,-4 0 86 0,-3 1-86 0,-2 7-76 15,-5-3-66-15,-2 4 0 0,-2-2 0 0,-12 2 0 16,-5-2 0-16,-1-1 0 0,-3-2 0 0,-2-5 0 16,0-2 0-16,-1 0 0 0,2-9 0 0,-4 2 0 15,2-5 0-15,7-2 0 0,-2-4 0 0,4 0-79 16,6 0-186-16,-1 0 89 0,5-3 79 0,3-7-476 16,4-2 268-16,0-2 135 0,6-6-479 15,11-2 311-15,3-1 151 0</inkml:trace>
  <inkml:trace contextRef="#ctx0" brushRef="#br2" timeOffset="-71795.51">18262 13506 2386 0,'6'-11'0'0,"1"1"0"0,-1 3 0 0,-2 1 0 0,-2 5 0 0,0-1 0 15,-2 2 0-15,0 0 0 0,0 7 0 0,-4 13 0 0,-6 7 107 0,-1 9-34 0,0 5 394 16,-3 4-215-16,2 2-107 0,0 2 237 0,3-2-263 15,1-2-119-15,6-9 0 0,2-1 0 0,0-3 0 16,0-7 0-16,2 0 0 0,7-5 0 0,3-5 0 16,1-4 0-16,0-3 0 0,0-5 0 0,2-3 0 15,1 0 0-15,2-2 0 0,1-13 0 0,0-4-3 16,-4 3-438-16,4-9 208 0,-7 7 95 0,0-4 51 16,-1 4-16-16,-3 1 24 0,-3 6 9 0,-1 0 33 15,-2 1 226-15,0 6-113 16,-2 1-57-16,0 1 457 0,0 2-228 0,0 0-133 0,-4 3-47 0,-2 12-68 15,3-1 0-15,-1 4 0 16,2 1 0-16,2 2 0 0,0 0 0 0,0-2 0 16,0 2 0-16,2 0 0 0,7-3 0 0,3-1 0 15,1-4 0-15,0-4 0 0,4-1 0 0,-2-5 0 16,2-3 0-16,-2 0 0 0,0 0 0 0,-2-2 0 16,0-6 0-16,-4-2 0 15,-1-2 0-15,-2 1 0 0,-4 0 0 0,0-3 0 0,-2 1 0 0,0-1 0 16,0-1 0-16,-8 3 0 15,-2-3 0-15,-1 3 0 0,-1 0 0 0,-2 2 0 16,-1 1 0-16,2-1 0 0,-2 5 0 0,3 0 0 16,3 1 0-16,2 0 0 0,0 2 0 0,2 0 0 15,1 0 0-15,4 1 0 0,0-1 0 0,0-1 0 16,0 2-33-16,2 0-35 0,6-4-763 0,3 1 397 16,0-3 199-16,3-5 89 0</inkml:trace>
  <inkml:trace contextRef="#ctx0" brushRef="#br2" timeOffset="-71451.01">18568 13356 2179 0,'-2'-5'0'0,"1"2"0"0,1 2 0 0,0-1 0 0,0 0 0 0,0 0 0 0,7 2 0 0,6 0 0 0,0 0 0 0,7 0 0 0,-4 0 253 0,5 6-100 16,-1 1-62-16,1 1 130 0,-2-1-92 15,-3 3-46-15,0 1-21 0,-5-1-16 0,-4 2-10 16,-5 1-35-16,-2 5 0 0,0-2 35 0,-6 3 1 16,-8-2 73-16,-7 2-41 0,-2-4-1 0,0 0-31 15,-2-2 81-15,6-2-41 0,-2-2 10 0,3-1-50 16,0-2-37-16,7-2 0 0,2-3 0 0,1-1 0 16,4 0 0-16,4 0 0 0,0 0 0 0,0 0 0 15,10 2 0-15,9-2 0 0,3 2 0 0,7 0 0 16,1 0 0-16,0 0 0 0,2 1 0 0,-2 1 0 15,-4 1 0-15,6-2 0 16,-5 1 0-16,-6-1 0 0,2-1 0 0,-4 0 0 16,-2 0 0-16,-5-2 0 0,-2 0-76 0,-2 0-294 15,-3 0 166-15,-3 0 84 0,0 0-812 0</inkml:trace>
  <inkml:trace contextRef="#ctx0" brushRef="#br2" timeOffset="-70536.77">17549 8001 1855 0,'0'0'0'0,"0"0"0"0,0 0 0 0,0 0 0 0,0 0 0 0,1 0 0 0,3 0 0 0,0 0 0 0,-1 6 0 0,3 4 0 0,-2-1 94 0,0 3-28 16,0-1 35-16,-1 2-33 0,-1-4 10 0,0 2 42 16,0-1-42-16,0-1 0 0,-1-3 78 15,-1 0-60-15,0-4-20 0,0 0-9 0,0-2 49 16,0 0-40-16,0 0 1 0,0 0-41 0,0-2 50 16,0-6-10-16,0-3-40 0,0 0 1 0,0 0-25 15,0-3 25-15,0-1 8 16,0 3-91-16,0 3 41 0,0 0 1 0,0 3-9 15,0 1 25-15,0 3 2 0,0 1-9 0,0-2 62 16,0 3 0-16,0 0-62 0,0 0 15 0,0 3 48 16,0 5-5-16,0 0-33 0,0 1 38 0,0 1-55 15,0-1-13-15,0 0 0 0,0 1 0 16,0-3 0-16,0 1 0 0,0-2 0 16,0-3 0-16,0 1 0 0,0 0 0 0,0-1-313 0,0 1 82 0,2 2 92 15,0 2 65-15</inkml:trace>
  <inkml:trace contextRef="#ctx0" brushRef="#br2" timeOffset="-68683.33">17051 7964 1287 0,'0'-2'0'0,"0"0"0"0,0 0 0 0,0 1 0 0,0-2 0 0,0 3 0 0,0 0 0 0,0 0 0 0,0 0-9 0,0 0-6 0,0 0 77 0,0 0 63 0,0 0-47 15,0 0-22-15,0 0 107 0,0 0-63 0,0 0-23 16,0 0-9-16,0 6 44 0,0 4-37 0,0 3-1 16,-4 0-38-16,0 2 158 0,0 0-84 0,0 1-37 15,1-1 101-15,-1-1-69 0,2 0-35 16,1-3 10-16,1-3 32 0,0 1-38 15,0-5-1-15,0-1-13 0,0-1-24 0,0-2 9 16,0 0-9-16,0 0-25 0,0 0 25 0,0-3 0 16,0-9 0-16,0 1-23 0,0-3-10 0,0 2 33 15,0-1-74-15,0-1 37 0,0 4 5 0,0 3 21 16,0 2-10-16,0 1 8 0,0 2-16 0,0 0 108 16,0 0-46-16,0 2-59 0,0 0-10 0,0 6 0 15,0 4 0-15,0 2 0 0,0 3 0 16,1-1 0-16,1 0 0 0,0 0 0 15,0-6 0-15,0 5 0 0,-1-6 0 0,-1-2 0 16,0-2 0-16,2-2 0 0,-2 1 0 0,0-2 0 0,0 0 0 16,0 0 0-16,0-3 0 0,0-7 0 15,-2-1 0-15,1-3 0 0,-1 2 0 0,2 2 0 16,0-3 0-16,0 4 0 0,-2 1 0 0,2 2 0 16,0 3 0-16,0 0 0 0,0 2 0 15,0 1 0-15,0 0 0 0,0 0 0 0,-2 4 0 16,2 7 0-16,0 0 0 0,0 2 0 15,0-2 0-15,0 1 0 0,0-3 0 0,0 1 0 16,0-4 0-16,0-3 0 0,0-1 0 0,0 0 0 16,0-2 0-16,0 0 0 0,0 0 0 0,0-6 0 0,0-3 0 15,0-3 0-15,0 3 0 0,-2-2 0 16,-1 2 0-16,-1 1-327 16,2 3-45-16,-1 2 168 0</inkml:trace>
  <inkml:trace contextRef="#ctx0" brushRef="#br2" timeOffset="-66407.88">16062 7268 1754 0,'-5'-4'0'0,"3"-2"0"0,0 1 0 0,1-3 0 0,1 1 0 0,0-3 0 0,0-1 0 0,1 0 0 0,8-2 0 0,0-1 0 0,2 3 173 0,2 0-66 0,-2 1 179 16,2 3-123-16,-1 3-51 0,3-1-41 0,-2 3 185 15,0 2-108-15,1 0-54 0,-2 0-27 0,3 5 136 16,0 4-87-16,0 4-38 0,-1 1 1 16,0 1 8-16,-2 4 0 0,-3-1-37 15,-1 1-50-15,-3 3 0 0,0 0 0 0,-4 1 0 16,-1-3 0-16,0 3 0 0,-8-6 0 0,-5 3 0 15,-2-4 0-15,-1 1 0 0,-4-3 0 0,2-3 0 16,-5-3 0-16,1-1 0 0,-3-1 0 0,5-2 0 16,-3 0 0-16,0-3 0 0,3-1 0 0,1 0 0 15,5 0 0-15,2 0 0 0,1 0 0 0,4 0 0 16,2 0 0-16,3 0-60 0,2 0-244 0,0-1 101 16,12-3 81-16,13-6-596 15,0 1 344-15,13-7 166 0,0 0-487 0,3-5 327 0</inkml:trace>
  <inkml:trace contextRef="#ctx0" brushRef="#br2" timeOffset="-66182.76">16487 7078 3861 0,'-11'-6'0'0,"-1"2"0"0,-4 3 0 0,2 1 0 0,-2 0 0 0,1 5 0 0,2 8 0 0,-2 8 0 0,5-2 0 0,-1 8-15 0,6 0 100 0,1 3-85 0,2 4 0 16,2 1 0-16,0-2 0 0,4 1 0 0,9-2 0 15,2-2 0-15,2-5 0 0,-2-1 0 0,7 0 0 16,-3-5 0-16,-2-4 0 0,0-2 0 0,2-2 0 16,-3-3 0-16,0-3 0 0,-3-3 0 0,2-2 0 0,-2 0-86 15,2 0-61-15,0-4-24 0,0-7-527 0,4-6 326 16,-2 0 164-16,-1-5-528 0,4-4 346 16</inkml:trace>
  <inkml:trace contextRef="#ctx0" brushRef="#br2" timeOffset="-66016.79">16735 7153 2701 0,'-13'0'0'0,"8"0"0"0,-2 0 0 0,-2 0 0 0,6 0 0 0,-1 0 0 0,2 0 0 0,2 0 0 0,0-1 0 0,2 1 0 0,7-3 523 0,5 1-230 0,-1 2-132 16,0 0-59-16,0-1-2 0,3 1-49 0,-2 0-51 16,2 0 0-16,-2 0-323 15,-1 0 112-15,-1 0 126 0,-1 1-322 0,-1 4 224 16,-3 2 122-16,-1 2-5 0,-3 2-889 0</inkml:trace>
  <inkml:trace contextRef="#ctx0" brushRef="#br2" timeOffset="-65856.45">16726 7314 2723 0,'-16'8'0'0,"2"-4"0"0,1-1 0 0,3 1 0 0,3-2 0 0,3-2 0 0,2 0 0 0,2 0 0 0,0 0 0 0,0 0 0 0,10 1 442 0,1-1-201 0,4 0-100 0,2 0-39 16,0 3-9-16,0-3-26 0,-1 0 0 0,2 2-540 15,-2 0 257-15,0-2 139 0,0 0 54 16,1 0-318-16,3 0 192 0,-2 0 94 0,6 0-844 0</inkml:trace>
  <inkml:trace contextRef="#ctx0" brushRef="#br2" timeOffset="-65614.8">17175 6968 3581 0,'-4'-1'0'0,"1"-1"0"0,3 1 0 0,0 1 0 0,0-3 0 0,3 3 0 0,8-1 0 0,6-2 0 0,7 3 0 0,1-1 0 0,3 1 291 0,2-2-232 16,0 2-59-16,-2 0 0 0,3 0 0 0,-5 0 0 0,-4 0 0 16,2 0 0-16,-3 0 0 15,0 0 0-15,-4 0 0 0,-6 0 0 0,2 0 0 16,-5 0 0-16,-1 2 0 0,-3-2-631 0,-2 0 129 15,0 0 198-15,-2 0-148 0,0 0 210 0,0 0 101 16,-6 0 50-16,-5 0-443 0</inkml:trace>
  <inkml:trace contextRef="#ctx0" brushRef="#br2" timeOffset="-65268.33">17343 6929 2101 0,'-21'6'0'0,"5"2"0"0,1 0 0 0,2-3 0 0,4 0 0 0,0 2 0 0,2 5 0 0,4-2 0 0,1 4 0 0,2 3 0 0,0 2 295 0,0 6-127 15,0 1 427-15,0 1-267 0,0 4-149 0,2 2-69 16,-1-2 45-16,1 1-155 0,0-2 0 0,-2-4 0 16,0 6 0-16,0-11 0 0,0 4 0 0,0-5 0 15,-4-1 0-15,1-6 0 0,-3-2 0 0,3-1 0 16,-3-5 0-16,-2-1 0 0,-1-4 0 0,2 0 0 16,-5 0 0-16,1-4 0 15,2-7 0-15,-3-4 0 0,1-2 0 0,0-2 0 16,-1 1 0-16,1-3 0 0,0 1 0 0,-1 4 0 15,7 4 0-15,-6 2 0 0,5 2 0 0,-2 3 0 16,3 1 0-16,-1 2 0 0,-1 2 0 0,1 0 0 16,-3 4 0-16,1 7 0 0,-1 3 0 0,-1 2 0 15,3 1 0-15,-2 1 0 0,1 2 0 0,0-4 0 16,3 1 0-16,1-4 0 0,3 0 0 16,-1-1 0-16,2-3 0 0,0 0 0 15,0-1 0-15,0-2-205 0,3-2-419 0,6 0 281 16,5-4 133-16,2 0-616 0,4 0 392 0</inkml:trace>
  <inkml:trace contextRef="#ctx0" brushRef="#br2" timeOffset="-65087.43">17340 7209 2854 0,'5'0'0'0,"1"0"0"0,0 0 0 0,0 0-3 0,-1 0-1 0,1 0 2 0,1 0 0 0,1 0 1 0,1 6 1 0,0 1 0 0,1 1 392 0,-2 1-176 0,1 1-88 15,-2-3-296-15,3 5 100 0,-3-2 54 0,-1-3 27 16,-1-1-271-16,-1 2 149 0,-1-4 85 0,2 0-643 16,-1-3 353-16,-1-1 74 0,1 0 124 0</inkml:trace>
  <inkml:trace contextRef="#ctx0" brushRef="#br2" timeOffset="-64907.97">17573 7082 2350 0,'0'-6'0'0,"0"2"0"0,0 0 0 0,0 3 0 16,0-1 0-16,0 0 0 0,0 2 0 0,0 0 0 0,0 0 0 0,0 0 0 0,0 7 681 0,0 5-320 0,0 5-161 0,-6 5-80 0,-5 3 99 0,-4 4-219 15,-4 11 0-15,0-1 0 0,-3 3 0 0,-3 1 0 16,3 2 0-16,-3 0 0 0,0 4 0 0,4 0 0 16,-8 10 0-16,5-6 0 0,1 5 0 15,5-4 0-15,-5 9-110 0,6-5-479 0</inkml:trace>
  <inkml:trace contextRef="#ctx0" brushRef="#br2" timeOffset="-63392.64">19100 14377 2658 0,'-10'-3'0'0,"5"1"0"0,3 0 0 0,-1 0 0 0,0 0 0 0,3 1 0 0,0 1 0 0,0 0 0 0,0 0 0 0,12 0 0 0,8-2 254 0,4 0-108 0,3 0 331 0,1-2-219 15,4 2-120-15,0 0-138 0,3-1 0 0,-1 0 0 16,0 2 0-16,-1-1 0 0,-1 2 0 0,-7 0 0 16,5 0 0-16,-9 0 0 0,0 0 0 15,-5 0 0-15,0 0 0 0,-5 0 0 0,-4 0 0 0,0 0 0 16,-4 0 0-16,-1 0 0 16,0 0 0-16,-2 0 0 0,0 0 0 0,0-2-3 15,0 1-106-15,0-2-523 0,0 0 297 0,3-1 137 16,7-5-661-16,3 1 410 0</inkml:trace>
  <inkml:trace contextRef="#ctx0" brushRef="#br2" timeOffset="-63142.33">20077 13941 3575 0,'-4'-1'0'0,"4"0"0"0,0 1 0 0,0-3 0 0,0 1 0 0,2 1 0 0,7-2 0 0,5 3 0 0,7-1 0 0,4 1 0 0,5-3 225 0,4 3-94 0,3 0-131 0,11-1 0 16,-4-1 0-16,0 0 0 0,1 0 0 0,0-2 0 15,-6 0 0-15,9 1 0 16,-15-1 0-16,3-2 0 0,-4 3 0 0,-7-1 0 0,-5 0 0 16,-3 1 0-16,-10-1-373 0,0 2-42 15,-5 0 136-15,-2 1 120 0,0-4-572 0,-11 4 350 16,-8 0 172-16,-6-2 85 0</inkml:trace>
  <inkml:trace contextRef="#ctx0" brushRef="#br2" timeOffset="-62774.53">20264 13857 2138 0,'-24'2'0'0,"4"4"0"0,0 2 0 0,5-3 0 0,2 1 0 0,4 3 0 0,1 2 0 0,2 3 0 0,5 2 0 0,-1 9 0 0,2 2 726 0,0 3-344 15,0 12-172-15,0 1 265 0,0 4-475 0,0 6 0 16,0-2 0-16,2 1 0 0,-1 1 0 0,1-2 0 15,0-7 0-15,0 7 0 0,-2-15 0 0,3 3 0 16,-3-4 0-16,2-4 0 0,-2-6 0 0,0-1 0 16,0-5 0-16,0-4 0 0,0-8 0 0,-7 1 0 15,2-6 0-15,-4-2 0 0,-2 0 0 0,-3-2 0 16,1-7 0-16,-2-6 0 16,-5-6 0-16,0 0 0 0,1-3 0 0,1-2 0 15,-3-2 0-15,4 7 0 0,-1-4 0 0,2 9 0 16,2 0 0-16,0 5 0 0,1 5 0 0,2 3 0 15,1 0 0-15,1 3 0 0,-2 0 0 0,1 8 0 16,-1 7 0-16,0 4 0 0,-2 7 0 0,0-1 0 16,-1 3 0-16,1 0 0 0,2 2 0 0,1-8 0 15,-1 9 0-15,6-10 0 0,0 1 0 0,0-4 0 16,3 2 0-16,2-10 0 16,0 2 0-16,0-5 0 0,0-3-396 0,8-4-160 15,9 0 259-15,4-9 119 0,7-15-696 0,0-9 417 16</inkml:trace>
  <inkml:trace contextRef="#ctx0" brushRef="#br2" timeOffset="-62603.83">20213 14233 3782 0,'14'-6'0'0,"-1"3"0"0,-1-2 0 0,-3 4 0 0,-2-1 0 0,2 2 0 0,3 0 0 0,1 3 0 0,2 8 0 0,3 5 0 0,2-1 113 0,-4 0-77 0,5 6-36 0,-4 0 0 16,1-3 0-16,0 3 0 0,-4-2 0 15,2-2 0-15,0-2-18 0,0 0-392 0,-2-6 225 0,0-1 111 16,-1-7-1024-16,2-1 441 0</inkml:trace>
  <inkml:trace contextRef="#ctx0" brushRef="#br2" timeOffset="-62381.23">20687 14054 2071 0,'2'-11'0'0,"2"4"0"0,-3 0 0 0,1 3 0 0,-2 1 0 16,0 2 0-16,0-1 0 0,0 2 0 0,0 0 0 0,0 3 0 0,0 12 1388 0,-3 5-916 0,-5 2-472 0,-4 7 0 0,0 10 0 0,-4 2 0 16,0 5 0-16,-3 4 0 0,-1 2 0 0,-3 3 0 15,0 6 0-15,4-12 0 0,-3 6 0 0,-1 8 0 16,6-6 0-16,-3 12 0 0,1-4 0 16,2 2 0-16,0-1 0 0,3-4 0 15,0-9 0-15,5 1 0 0,1-7 0 0,5-11 0 16,0-1 0-16,3-10 0 0,0-9 0 0,0-3-186 15,0-7-26-15</inkml:trace>
  <inkml:trace contextRef="#ctx0" brushRef="#br2" timeOffset="-61814.57">16441 13780 2230 0,'3'-12'0'0,"-1"-3"0"0,0 3 0 0,-2-1 0 0,0 1 0 0,0 3 0 0,-4 0 0 0,-3 5 0 0,-5-2 0 0,0 5 0 0,-4 1 182 0,0 0 184 0,-5 14-164 0,1 8-72 15,-5 11-51-15,0 6 565 0,4 11-546 0,0 9-98 16,3 2 0-16,7-7 0 0,-1 19 0 0,5-3 0 15,4 1 0-15,3 0 0 0,0-3 0 0,0-9 0 16,12 7 0-16,7-15 0 0,10 9 0 0,3-7 0 16,5-2 0-16,0-8 0 0,14 10 0 0,0-6 0 15,5-6 0-15,4-1 0 16,7-7-497-16,6-1-220 0</inkml:trace>
  <inkml:trace contextRef="#ctx0" brushRef="#br2" timeOffset="-61263.84">20774 13607 3363 0,'0'-3'0'0,"0"1"0"0,0 0 0 0,2 0 0 0,7 2 0 0,2 0 0 0,4 6 0 0,3 11 0 0,5 5 0 0,4 8 0 0,3 10 368 0,-2 3-168 0,0 4-200 0,2 11 0 16,-5-4 0-16,-5-1 0 0,1 15 0 0,-5-3 0 0,-4 5 0 15,-5 3 0-15,-5-2 0 16,-2-9 0-16,0 18 0 0,-14-11 0 0,-6-3 0 16,-4-3 0-16,-4 0 0 0,-3-11 0 0,-11 10 0 15,-4-13 0-15,-4-4 0 0,-5-8 0 0,2-7 0 16,-16 0 0-16,2-1-6 0,-2-3-1226 0</inkml:trace>
  <inkml:trace contextRef="#ctx0" brushRef="#br2" timeOffset="-54746.08">3891 15533 2024 0,'-12'-11'0'0,"3"5"0"0,1 2 0 0,0-4 0 0,3-2 0 0,1 2 0 0,1-2 0 0,3-1 0 0,0-2 0 0,0 1 0 0,12-1 304 0,2-2-123 0,9 3-76 0,-3-1-33 16,4 5 89-16,3-2-62 0,-5 4-20 0,8 3 23 16,-5 1-31-16,-2 2-1 0,-1 0-32 0,0 0-27 15,-1 11 10-15,-7 2 18 0,0 6-89 0,-3 6 45 16,-6-1-1-16,-5 4 45 0,0 3-21 0,0-1-9 15,-14-1 3-15,-2 2 21 16,-1-1 53-16,-3-4-29 0,3 0-12 0,-5-3 189 16,3-5-152-16,7-3-82 0,-5-1 0 0,9-7 0 15,-2-2 0-15,5 1 0 0,1-3 0 0,4-3 0 16,0 3 0-16,0-2 0 0,7 2 0 0,8-1 0 16,5 4 0-16,2 1 0 0,3 0 0 0,-2 1 0 15,0 1 0-15,5 4 0 0,-3 0 0 0,-7 2 0 16,1 2 0-16,-8 0 0 0,0 2 0 0,-8 3 0 15,-1 2 0-15,-2 2 0 0,-2 2 0 16,-12-2 0-16,-5 0 0 0,-5-2 0 16,-2 1 0-16,-2-4 0 0,-2-1 0 0,1-5 0 15,-1-1 0-15,0-3 0 0,2-5 0 0,0-4 0 16,6-2 0-16,-6 0 0 0,8 0 0 0,-1-7 0 16,5-8 0-16,1 0 0 0,4-4 0 0,4-1 0 15,3-1 0-15,4-1 0 0,0-5 0 0,0 3 0 16,11-1-94-16,5-1-311 0,1-1 173 0,6 0 102 15,7-5-720-15,0 2 406 16</inkml:trace>
  <inkml:trace contextRef="#ctx0" brushRef="#br2" timeOffset="-54489.98">4213 15493 2705 0,'4'0'0'0,"3"0"0"0,-5 0 0 0,2 4 0 0,3 3 0 0,0 2 0 0,3 1 0 15,4 0 0-15,2-4 0 0,0 4 0 0,1-4 261 0,3-2-111 0,-1-3-56 0,7-1-28 16,-3 0-42-16,-1 0 24 0,0-6-10 0,-4-9-79 16,3-2 40-16,-10-1 0 0,-1 0 39 0,-4-3 56 15,-6 2-11-15,0 0-44 0,0 0 176 0,-15 3-96 16,0 1-119-16,-7 1 0 0,-2 3 0 0,-1 4 0 16,1 3 0-16,3 2 0 0,-1 2 0 0,-1 0 0 15,3 0 0-15,5 10 0 0,3-1 0 0,7-1 0 16,1 7 0-16,4-4 0 0,0 4 0 0,11 1 0 15,10 1-70-15,4-1-407 0,15 1 171 16,-7-4 131-16</inkml:trace>
  <inkml:trace contextRef="#ctx0" brushRef="#br2" timeOffset="-53335.86">5638 15539 1279 0,'0'0'0'0,"0"-1"0"0,-3-3 0 0,3 1 0 0,-2-3 0 0,0 3 0 0,2-3 0 0,-3-1 0 0,3 5 0 0,-2-4 0 0,-2 2 79 15,3-2 41-15,-2 3-40 0,1-2-1 0,1 0-41 0,-1 1 35 0,-1 2 10 16,1-5-45-16,-3 3 41 0,5-1-1 0,-3-1-39 15,-1 0 23-15,0 0-14 0,-2 1-10 16,3-2 1-16,-1-1-27 0,-4 2 27 16,3-1-1-16,0 2 10 0,-4-3-28 0,2 0 19 15,1 3-1-15,-1-2 1 0,-3 1-21 0,3 3 30 16,0-2-19-16,-3 3 1 0,0-2 0 0,0 3 5 16,-3-1-6-16,1 2 26 0,-3 0-21 0,0 0 0 15,-2 0 28-15,-1 5 0 0,0 2-25 0,1 4 9 16,-1-2 30-16,1-1-1 0,1 4-37 0,2-1 1 15,1-1-1-15,3-1 11 16,1 3-11-16,3-5 117 0,1 4-58 0,2 0-29 16,1-1 1-16,2-1 9 0,0 4-41 0,0 2-37 15,5-1 0-15,4 2 0 0,2-1 0 0,2 3 0 16,7 2 0-16,-2-3 0 0,2-2 0 0,4 6 0 16,0-4 0-16,-2-1 0 0,2 5 0 0,-3-4 0 15,1 2 0-15,-7 1 0 0,3-1 0 16,-6-2 0-16,-1 4 0 0,-2 3 0 0,-4-3 0 0,0-1 0 15,-3 3 0-15,-2-4 0 16,0 3 0-16,0-1 0 0,-7 0 0 0,-2-1 0 16,-7 1 0-16,2-5 0 0,-9 2 0 0,0-6 0 15,0 2 0-15,-6-4 0 0,-1-3 0 0,-6-1 0 16,2-1 0-16,-1-2 0 0,-1-3 0 0,1 0 0 16,-1 0 0-16,2 0 0 0,2-3 0 0,-1-4 0 15,6-4 0-15,6 1 0 0,-3-5 0 0,4 0 0 16,7-2 0-16,-1 0 0 0,5 0 0 0,4 3 0 15,-2-2 0-15,5 1 0 0,2 5 0 16,0-2 0-16,0 3 0 0,12 1 0 16,6 1 0-16,7-2 0 0,3 6-932 0,6-3 392 15,7 1 251-15</inkml:trace>
  <inkml:trace contextRef="#ctx0" brushRef="#br2" timeOffset="-53152.22">5706 15664 3900 0,'0'0'0'0,"2"0"0"0,4 4 0 0,1-2 0 0,0 1 0 0,3 1 0 0,4 0 0 0,0-1 0 0,4-1 0 0,1 0 0 0,3 3 31 0,0-4-31 16,9 3 0-16,-5-2 0 0,2-2 0 0,0 0 0 0,0 0 0 16,-3 0 0-16,-1 0 0 0,-3 0 0 15,-3 0-652-15,-2 0 239 0,-5 0 225 0,-8 5-944 0</inkml:trace>
  <inkml:trace contextRef="#ctx0" brushRef="#br2" timeOffset="-52996.47">5896 15897 3495 0,'-18'2'0'0,"3"5"0"0,5-6 0 0,1 2 0 0,2-3 0 0,5 0 0 0,2 0 0 0,0 0 0 0,14 0 0 0,8 0 0 0,3 0 146 0,5 0 144 0,2 0-290 15,4 0 0-15,-2 2 0 0,4-2 0 0,-3 1 0 16,2-1 0-16,-1 0 0 0,2 0 0 15,-2 0 0-15,-3 0-911 0,3 3 360 0</inkml:trace>
  <inkml:trace contextRef="#ctx0" brushRef="#br2" timeOffset="-52228.58">7288 15493 1551 0,'0'-7'0'0,"0"2"0"0,0-3 0 0,0-2 0 0,0-1 0 0,0-3 0 0,0-1 0 0,0-3 0 0,0-1 0 0,0-2 0 0,0-1 81 0,0-1-1 0,0 1-41 15,0 1-20-15,0-1 19 0,0 3 1 0,-3-1-1 16,-7 4 19-16,0-1-19 0,0 2 10 0,-3 2 55 15,-3 2-32-15,1 4 0 16,-1 1 129-16,-2 2-81 0,2 2-31 0,-3 2-9 16,1 0 145-16,1 0-93 0,-1 12-46 0,1 0 0 15,2 5 119-15,0 6-88 0,3 0-38 0,3 3-1 16,2 1 95-16,3 3-172 0,3 5 0 0,1-2 0 16,0 4 0-16,0 0 0 0,3 4 0 15,4 0 0-15,1-3 0 0,1 7 0 0,-1-2 0 0,1 0 0 16,-2 3 0-16,-1-1 0 0,0-2 0 15,-4 10 0-15,1-6 0 0,-3-2 0 16,0 0 0-16,0-10 0 0,0 5 0 0,0-2 0 16,0-5 0-16,-5-3 0 0,-5-3 0 0,3-8 0 15,-1 3 0-15,-5-6 0 0,3-1 0 0,-4-3 0 16,-1-4 0-16,0 1 0 0,0-3 0 0,0-3 0 16,-1-1 0-16,-1 0 0 0,1-2 0 0,0 0 0 15,5 0 0-15,-5 0 0 0,6 0 0 0,1-2 0 16,4-2 0-16,-1 3 0 0,6-4 0 0,0 1 0 15,0-2-510-15,7 0 63 16,13-2 204-16,4-1 102 0,2 0-703 0,4-1 408 16</inkml:trace>
  <inkml:trace contextRef="#ctx0" brushRef="#br2" timeOffset="-51922.07">7354 16019 3378 0,'4'3'0'0,"-3"4"0"0,-1 3 0 0,0 3 0 0,0 3 0 0,0 0 0 0,0 5 0 0,0 4 0 0,0 0 0 0,0-1 0 0,4 3 193 0,5-2-77 16,5 0 85-16,0-5-158 0,2-5-43 0,2-2 0 15,3-4 0-15,0-2 0 0,-3-7 0 0,1 0 0 16,1 0 0-16,-6-13 0 0,4-7 0 0,-8-2 0 16,-2-2 0-16,-3-1 0 0,-3 0 0 0,1 3 0 15,-3-7 0-15,0 2 0 0,-9 1 0 0,-1-1 0 16,-1 1 0-16,-3 9 0 15,1 1 0-15,-4-1 0 0,3 6 0 0,-2 5 0 16,2 0 0-16,-2 3 0 0,7 3 0 0,-7 0 0 16,9 0 0-16,-2 0 0 0,3 5 0 0,0 1 0 15,2 2 0-15,4 2 0 0,0 0-256 0,0-1-172 16,0-2 196-16,0 2 86 0,2-5-660 0,4-1 383 16,4-3 192-16,0 0 97 0</inkml:trace>
  <inkml:trace contextRef="#ctx0" brushRef="#br2" timeOffset="-51636.22">7460 15208 2970 0,'0'-18'0'0,"-1"10"0"0,1 1 0 0,0 4 0 16,0-3 0-16,0 3 0 0,3-1 0 0,10 2 0 0,-1 0 0 0,7 2 0 0,3 0 177 0,2 0-70 0,-1 5 172 0,-3 7-111 0,5 3-70 15,-6 0 34-15,-6 2-132 0,1 5 0 16,-9 1 0-16,-1 5 0 0,-4 0 0 0,0 3 0 16,-6-1 0-16,-8 0 0 0,-4-3 0 0,-4 0 0 15,0-3 0-15,-3-4 0 0,-1 0 0 0,1-5 0 16,4-5 0-16,-3-1 0 0,2-3 0 0,1 0 0 16,7-2 0-16,-1-4 0 0,3 0 0 15,4 0-268-15,-2 0-140 0,7-5 185 0,3-12-487 0,0-7 335 16,3-2 159-16,15-9 94 0</inkml:trace>
  <inkml:trace contextRef="#ctx0" brushRef="#br2" timeOffset="-51201.92">7735 15066 2432 0,'5'-5'0'0,"-3"3"0"0,0 2 0 0,-2 0 0 0,0 0 0 0,0 0 0 0,0 0 0 0,0 7 0 0,0 9 0 0,-4 10 0 0,-1 3 715 0,-2 9-338 0,1 3-169 16,1-3-9-16,-4 9-199 0,4-3 0 0,3 0 0 15,2-7 0-15,0 0 0 16,0-9 0-16,2 3 0 0,3-11 0 0,7-2 0 16,-1-4 0-16,2-5 0 0,1-3 0 0,2-6 0 15,1 0 0-15,3-6-386 0,-2-11 94 0,-1-3 76 16,-2 1 80-16,4-7-36 0,-7 1 67 0,0 8 33 16,-4-4 56-16,0 6-23 0,-7 4-9 0,2 4 9 15,-1 3 289-15,-2 0-144 0,0 2-72 0,0 2-37 16,0 2 577-16,-3 17-217 15,-3 3-174-15,1 5-163 0,1 2-20 0,0 2 0 16,4 1 0-16,0 0 0 0,0-5 0 0,2 0 0 16,9-4 0-16,3-8 0 0,0-1 0 0,4-4 0 15,-1-4 0-15,-1-6 0 0,3 0 0 0,-2 0 0 16,-1-7 0-16,0-11 0 0,-3 2 0 0,-5-4 0 16,0 2 0-16,-7-1 0 0,1-1 0 0,-2-1 0 15,0-3 0-15,-6 5 0 0,-7-1 0 0,2 4 0 16,-5 1 0-16,2 3 0 0,-2 5 0 15,0 2 0-15,-2 3 0 0,4 0 0 16,0 2 0-16,1 0 0 0,6 0 0 0,-3 0-362 16,5 4 100-16,2 0 96 0,0-3-610 0,3 1 369 15,0 0 184-15,0-2 92 0</inkml:trace>
  <inkml:trace contextRef="#ctx0" brushRef="#br2" timeOffset="-50888.61">7912 14992 2849 0,'0'-10'0'0,"0"5"0"0,0-3 0 0,0 1 0 0,0 1 0 0,0 1 0 0,1-3 0 0,7 4 0 0,5 1 0 0,4 1 0 0,2 2 146 0,-1 0-45 16,4 0 114-16,-2 2-88 0,0 7-45 16,-1 4 1-16,-3 0-107 0,-3 2 41 0,-4 1-10 0,-4 3 32 15,-3 0-108-15,-2 0 53 0,0 0 28 0,-6-3 89 16,-6 2-36-16,-4-5 0 0,0-1-26 15,-2-3 53-15,2-1-92 0,4-5 0 16,-2 3 0-16,5-5 0 0,0 1 0 0,4-2 0 16,1 0 0-16,2 0 0 0,2 2 0 0,0-1 0 15,2 2 0-15,11 0 0 0,2 1 0 0,5 0 0 16,0 0 0-16,6-1 0 16,-4 2 0-16,5-1 0 0,-5-3 0 0,10 1 0 0,-6-2 0 0,4 0 0 15,-3 0 0-15,-1 0 0 0,1 0 0 0,6 0 0 16,-6 0-176-16,1 0 72 0</inkml:trace>
  <inkml:trace contextRef="#ctx0" brushRef="#br2" timeOffset="-49912.8">9004 15232 1528 0,'-3'-12'0'0,"-1"5"0"0,-2-2 0 0,-1 2 0 0,2 0 0 0,-2 1 0 0,0 4 0 0,3-1 0 0,-5 1 0 0,1 2 0 0,-3 0 173 16,2 12-68-16,-5 9-33 0,0 5 201 0,-5 14-122 16,1 4-56-16,-3 15-28 0,1-1 320 0,6 4-174 15,5-6-78-15,-1 14 363 0,8-18-264 0,2 1-234 16,0-8 0-16,2-2 0 15,10-5 0-15,6 1 0 16,-3-7 0-16,3-4 0 0,2 0 0 0,1-4 0 0,-1 1 0 0,2-5 0 16,-4 0 0-16,-2-8 0 0,1 2 0 0,0-3 0 15,-7-1 0-15,1-4 0 0,-5-3-57 0,-1 0-161 16,-2 0 98-16,-1-3-449 0,0 0 256 0,-2 0 142 16,0 0-395-16,0 0 264 0,0 0 132 0,0 0 66 15</inkml:trace>
  <inkml:trace contextRef="#ctx0" brushRef="#br2" timeOffset="-48885.36">9142 15670 1906 0,'0'0'0'0,"0"0"0"0,0 2 0 0,0-2 0 0,0 1 0 0,0 1 0 0,4 0 0 0,3 2 0 0,5-2 0 0,2 1 0 0,6-1 246 0,3-2-104 0,4 2 332 16,1-2-208-16,4 0-118 0,0 0-55 0,3 0 170 16,2 0-111-16,-2 0-57 0,3 0 51 0,-1 0-146 15,7-2 0-15,-5 0 0 0,0-3 0 0,3-3 0 16,-7 3 0-16,1-3 0 0,-4 2 0 0,-2-5 0 16,-7 6 0-16,-2-1-251 15,-9 3 12-15,-1-1 128 0,-3 2-12 0,-5-1-315 16,-1 2 182-16,-2 1 109 0,-2 0-520 0,-12 0 319 15</inkml:trace>
  <inkml:trace contextRef="#ctx0" brushRef="#br2" timeOffset="-48529.57">9183 15887 2700 0,'-9'0'0'0,"4"0"0"0,3 0 0 0,0 0 0 0,2 0 0 0,0 0 0 0,0 0 0 0,9 0 0 0,5 0 0 0,9 6 0 0,2-2 133 0,-2 3-47 0,2 1-1 16,-6-1 56-16,4 3-42 0,-5 1-35 0,-2 0-83 15,-5 5 30-15,-6-2-1 0,-2 4 28 0,-3 0-57 16,0 4 25-16,-14 1-1 0,-2-1 147 16,-7-1-57-16,0 0-28 0,-1-2 10 0,-1-3 123 0,1-1-200 15,7-3 0-15,-4-3 0 16,8-1 0-16,3-2 0 0,1-2 0 0,4-3 0 15,1 1 0-15,4 0 0 0,0-2 0 0,0 2 0 16,5-2 0-16,9 2 0 0,4-2 0 0,5 0 0 16,-4 0 0-16,5 0 0 0,2 0 0 0,1 0 0 15,-8 0 0-15,6-2 0 0,-5 0 0 0,1-2 0 16,-2 0 0-16,-3 1 0 0,0-1 0 0,-2 0 0 16,-3 0-42-16,1-2-910 0,1-1 462 0,-1-1 225 15,-1-3 114-15</inkml:trace>
  <inkml:trace contextRef="#ctx0" brushRef="#br2" timeOffset="-48294.87">9506 15897 2634 0,'0'-8'0'0,"0"2"0"0,0 0 0 0,0 4 0 0,6-5 0 0,8 2 0 0,2 3 0 0,3 0 0 0,3 2 0 0,4 0 0 0,-6 2 582 0,0 9-276 0,2 4-134 0,-6 0-67 15,1 6 27-15,-9 2-132 0,-1-1 0 0,-4 9 0 16,-3-1 0-16,0 1 0 15,-17 2 0-15,-1-1 0 0,-7-2 0 0,-1 1 0 16,-6-1 0-16,7-10 0 0,-5 1 0 0,2-2 0 16,5-8 0-16,0 1 0 0,2-5 0 0,5-3 0 15,5-2 0-15,3-2-7 0,-3 0-209 0,7 0 97 16,3-2-264-16,1-11 172 0,0-4 87 0,11-4-601 16,8-4 334-16,2 2 181 0</inkml:trace>
  <inkml:trace contextRef="#ctx0" brushRef="#br2" timeOffset="-47875.74">9845 15816 2497 0,'5'-7'0'0,"1"3"0"0,-3 1 0 0,-3 3 0 0,0 0 0 0,0 7 0 0,-9 10 0 0,-5 9 0 0,0 8 0 0,3 5 0 0,-3 8 690 0,3 3-326 16,-1-3-154-16,5 3-40 15,2-6-170-15,5-7 0 0,0-1 0 0,0-3 0 0,9-11 0 16,4 0 0-16,2-6 0 0,4-5 0 15,1-5 0-15,-1-6 0 0,2 0 0 0,1-4 0 16,-3-11 0-16,-1-2-52 0,-4-3-417 0,0 2 223 16,-3 0 52-16,-4-2 94 0,0 4 30 0,-2 3 1 15,-3 3 30-15,0 1 298 0,-2 3-159 0,0 5-64 16,0-2 225-16,0 2-149 0,-2 1-76 0,-6 1 41 16,0 11 281-16,3 2-358 0,-1 4 0 0,1 3 0 15,2-1 0-15,3 0 0 16,0 0 0-16,0-1 0 0,7-5 0 0,3-1 0 15,6-5 0-15,-1-2 0 0,2-5 0 0,1-1 0 16,1 0 0-16,-1-5 0 0,-2-6 0 0,-3-4 0 16,-3 1 0-16,-3-1 0 0,-2 0 0 0,-3 3 0 15,-2-2 0-15,0 3 0 0,0-3 0 0,0 7 0 16,-5 0 0-16,-4 1 0 0,-1 1 0 0,1 3 0 16,-2-1 0-16,1 2 0 0,-1 1 0 0,2 0 0 15,-1 0-9-15,2 0-26 0,-1 0-374 0,0 0 177 16,1 0 101-16,1 0 13 15,-1 0-587-15,1-5 323 0,-1-12 177 0</inkml:trace>
  <inkml:trace contextRef="#ctx0" brushRef="#br2" timeOffset="-47635.63">9689 15007 2830 0,'-5'-7'0'0,"3"4"0"0,2 3 0 0,-2 0 0 0,2 0 0 0,0 0 0 0,0 11 0 0,0 8 0 0,0 4 0 0,0 8 0 0,4 0 80 0,3 6 331 0,0 1-191 0,-4 1-90 16,3 0-118-16,-2 1 0 0,-1 0 26 0,-1-4 10 16,-2-1-360-16,0 1 175 15,0-5 88-15,-4-1 44 0,-3-1-594 0,0-8 318 16,1-1 41-16,3-1-228 0,1-5 215 0</inkml:trace>
  <inkml:trace contextRef="#ctx0" brushRef="#br2" timeOffset="-47432.48">10218 15418 3269 0,'2'0'0'0,"9"9"0"0,3 7 0 0,-5-1 0 0,0-1 0 0,-2 2 0 0,3-2 0 0,1 6 0 0,1-4 0 0,-1 1 0 0,2-3 246 16,0 4 35-16,0-1-146 0,1-5-135 0,-1 2 0 0,-1-1 0 15,-3-2 0-15,0-3 0 0,-2 0-433 0,0-3 130 16,-2-1 171-16,0 1 85 0,1-3-952 0</inkml:trace>
  <inkml:trace contextRef="#ctx0" brushRef="#br2" timeOffset="-47062.19">10618 15273 2988 0,'0'-5'0'15,"0"2"0"-15,0 2 0 0,0-1 0 0,0 2 0 0,-2 0 0 0,-1 0 0 0,-2 9 0 0,2 8 0 0,-3 6 0 0,1 2 97 0,-1 4 415 0,-1 7-242 16,-1 7-206-16,-1-4-64 0,0 7 0 0,-2-3 0 15,2-2 0-15,-2 12 0 0,-1-4 0 0,0-1 0 16,-1 1 0-16,-1 4 0 0,3 0 0 0,-2-2 0 16,2 3 0-16,2-2 0 0,-3-2 0 0,3-5 0 15,0-4 0-15,0-1 0 0,0-5 0 0,4-4 0 16,-1-8 0-16,1 1 0 0,-1-5 0 0,2-4 0 16,2-4 0-16,0 2 0 15,0-5 0-15,1-2 0 0,1-1 0 0,-2 1 0 16,2-2 0-16,0-3 0 0,0 3 0 0,0-1 0 15,0-2 0-15,0 2 0 0,0-3 0 0,0 4 0 16,0-3 0-16,0-1 0 0,0 0 0 0,0 0 0 16,0 1 0-16,0-1 0 0,-2 0 0 0,2 0 0 15,-2 0 0-15,0 0 0 0,2 0 0 0,-3 0-442 16,1 0 196-16,0 0 95 0</inkml:trace>
  <inkml:trace contextRef="#ctx0" brushRef="#br2" timeOffset="-46235.93">11001 15620 1879 0,'-20'0'0'0,"-1"0"0"0,2 0 0 0,3 0 0 0,0 0 0 0,5 0 0 0,4 0 0 0,0 0 0 0,4 0 0 0,3 0 0 0,2-1 102 0,13-2 232 0,10 2-147 15,1-2-73-15,1-2-37 0,5 0 207 0,3 2-112 16,-3 1-71-16,0-1-30 0,0 2 80 16,-2 1-56-16,-5 0-27 0,-2 0-46 0,2 0 18 0,-4 0 0 15,-3 0-229-15,-3 1 114 16,-4 4 58-16,-2-4 38 0,0 3-535 0,-4-3 266 15,-3 1 77-15,0-2 85 0,0 0-614 0,-2 0 319 16,0 0 176-16,0 0-326 0</inkml:trace>
  <inkml:trace contextRef="#ctx0" brushRef="#br2" timeOffset="-46016.95">11199 15313 2572 0,'-7'-2'0'0,"2"2"0"0,1 0 0 0,-1 0 0 0,1 4 0 0,1 7 0 0,3 8 0 0,0 5 0 0,0 2 0 0,0 6 0 0,0 7 323 0,0 2-141 0,0 0-71 16,1 1 384-16,1-3-247 0,0 9-248 0,-2-5 0 15,2-2 0-15,-2 0 0 0,0-5 0 0,2 3 0 16,-2-3 0-16,0-1 0 0,0-4 0 16,0-3 0-16,0-6 0 0,0-1 0 0,0-3-446 15,0-9 89-15,0 1 172 0,0-8-13 16,1 3-423-16,5-5 280 0,8 0 156 0</inkml:trace>
  <inkml:trace contextRef="#ctx0" brushRef="#br2" timeOffset="-45827.41">11546 15647 3337 0,'2'-2'0'0,"7"2"0"0,5 0 0 0,-3 0 0 0,1 0 0 0,6 0 0 0,1 0 0 0,-1 0 0 0,7-2 0 0,1 2 0 0,4 0 124 0,4 0 87 0,0-2-91 16,1 0-40-16,5-3-250 0,-2 3 104 0,-3-4 52 16,1 3 36-16,-3-4-613 0,-4 6 315 0,-7-1 157 15,-3 2-729-15,-7 0 323 0</inkml:trace>
  <inkml:trace contextRef="#ctx0" brushRef="#br2" timeOffset="-45467.28">11578 15907 2645 0,'-9'3'0'0,"5"-1"0"0,1-1 0 0,2-1 0 0,1 0 0 0,0 0 0 0,11 0 0 0,6 0 0 0,7 0 0 0,5 3 0 0,1-1 169 0,0 2 32 16,2-1-82-16,-8 1-30 0,6 4-10 0,-10-1-196 15,0 4 78-15,-8 1 38 0,-3 0 1 16,-8 6-109-16,-1 2 69 0,0 1 39 0,-17 1-14 15,-3 1 18-15,-5-1 1 0,-1-2-38 0,-2-2 85 16,-2 0-66-16,0-3 13 0,1-1 244 0,1-4-116 16,8-4-45-16,-3 0-35 0,6 0 362 0,4-2-367 15,4-2-41-15,3 0 0 0,2-2 0 0,4 0 0 16,0 1 0-16,4-1 0 0,13 0 0 16,8 0 0-16,-5 2 0 0,12-2 0 0,-1 0 0 0,1 0 0 15,3 0 0-15,-1 0 0 16,-1 0 0-16,-1 0 0 0,-2 0 0 0,-1 0 0 15,-7 0 0-15,0 0 0 0,-1 0 0 0,-3 0-170 16,-2-2-49-16,-3-1 90 0,-3-1-611 0,-3 2 342 16,-1-1 184-16,-5-1-463 0,1-2 319 0</inkml:trace>
  <inkml:trace contextRef="#ctx0" brushRef="#br2" timeOffset="-45191.1">11813 14921 2352 0,'-3'-14'0'0,"3"11"0"0,0 0 0 0,0 2 0 16,0 1 0-16,0 0 0 0,0 1 0 0,0 9 0 0,7 5 0 0,0 6 0 0,0 3 169 0,-1 2 324 0,-3 4-228 0,0 4-112 0,-1 2 35 0,-2 0-65 16,0 8-48-16,0-5 1 0,0 3-468 0,0 1 215 15,0-1 108-15,0-4 63 0,0 8-423 0,0-5 235 16</inkml:trace>
  <inkml:trace contextRef="#ctx0" brushRef="#br2" timeOffset="-44103.89">12314 15527 2307 0,'0'-20'0'0,"-3"6"0"0,-1 7 0 0,2-1 0 0,2 3 0 0,0-3 0 0,0 2 0 15,0-1 0-15,9 2 0 0,8 4 0 0,2-1 152 0,5 2-61 0,1 0 235 0,1 3-143 0,0 8-73 0,0 4-35 16,-5 0 128-16,4 5-86 16,-9 1-40-16,0 1 0 0,-9 4 18 0,-3 1-28 0,-4 1-16 0,0 2-51 15,-7 1 0-15,-14 1 0 0,-6 1 0 16,-3-5 0-16,0-5 0 0,-13 6 0 16,2-2 0-16,-1-3 0 0,3-3 0 0,-2-2 0 15,5-2 0-15,-2-2 0 0,3-3 0 0,3-2 0 16,9-5 0-16,1 1 0 0,10-3 0 0,1-3-184 15,6 2-162-15,5-2 159 0,0 0 50 0,14 0-637 16,15-12 358-16,8-8 194 0,5-5-224 0</inkml:trace>
  <inkml:trace contextRef="#ctx0" brushRef="#br2" timeOffset="-43690.9">12675 15397 3108 0,'0'-4'0'0,"-10"4"0"0,-1 0 0 0,-6 15 0 0,1 4 0 0,-4 8 0 0,4 2 0 0,-3 11 0 0,4-3 0 0,0 5 0 0,6-3 251 0,-1 13 321 0,4-9-572 0,6 0 0 16,0-7 0-16,0 1 0 0,4-3 0 0,11-7 0 15,0-2 0-15,6-6 0 0,2-4 0 0,3-8 0 16,-4-3 0-16,10-4 0 0,-4-2 0 0,0-11 0 16,-3-7 0-16,0-3 0 0,-3 0-67 0,-3-2-368 15,-2 0 199-15,-4 0 98 16,-4 7 50-16,-1-1 6 0,-4 5 34 0,-1 3 10 15,-1 2-1-15,-2 5 1 0,0 1-1 0,0 3-9 16,-5 0 580-16,-6 5-285 0,1 16-143 0,1 4 21 16,1 4 163-16,0 3-288 0,4 2 0 0,4 2 0 15,0-3 0-15,0 2 0 0,6-5 0 16,8-9 0-16,4 4 0 0,3-11 0 16,1-3 0-16,5-7 0 0,-1-4 0 0,2-2 0 15,-2-12 0-15,-3-5 0 0,-4-3 0 0,-6 5 0 16,-4-6 0-16,-1 0 0 0,-6 3 0 0,-2-2 0 15,0-2 0-15,-4 1 0 0,-9 3 0 0,0 2 0 16,-5 3 0-16,2 2 0 0,-3 4 0 0,2 4 0 16,0 2 0-16,0 3 0 0,2 0 0 0,0 4 0 15,6 9 0-15,0 10-2 0,7 1-1128 0,-2 4 536 16</inkml:trace>
  <inkml:trace contextRef="#ctx0" brushRef="#br2" timeOffset="-42690.43">13345 15662 2044 0,'-7'0'0'0,"1"0"0"0,1 0 0 0,-1 0 0 15,2 2 0-15,0 4 0 0,-1-3 0 0,3 3 0 0,0-2 0 0,2 1 0 0,0 2 104 0,0 2-33 0,5-2 9 0,11-2-41 0,4 4-1 16,5-6 732-16,5 0-366 16,2 0-183-16,7-3-82 0,5 0-118 0,-2 0-21 15,0 0 0-15,-1 0 0 0,-5 0 0 0,1 0 0 16,-3-3 0-16,-4 2 0 0,-5-1 0 0,-3 2 0 15,-5-2 0-15,-5 2 0 0,-5 0 0 0,-2 0 0 16,-3 0 0-16,-2 0 0 0,0 0 0 0,0-1 0 16,-11 1 0-16,0-3 0 0,1 3 0 0,1-2 0 15,2 2 0-15,0 0-52 0,4 0-28 0,3 0-1046 16,0 0 544-16</inkml:trace>
  <inkml:trace contextRef="#ctx0" brushRef="#br2" timeOffset="-41662.18">14286 15405 2913 0,'-9'-8'0'0,"3"6"0"0,2 2 0 0,1 0 0 0,-1 0 0 0,4 6 0 0,-2 5 0 0,2 4 0 0,0 2 0 0,2 4 0 0,7 2 181 0,5-3-71 0,0-1 161 0,6 5-122 15,-4-3-55-15,3 0-27 0,-2-1 79 0,0-1-146 16,-4-2 0-16,0 2 0 0,-2-1 0 16,-3 0 0-16,-2-3-42 0,-3-3-97 0,-1 0 98 0,0-1 35 15,-2-2-566-15,0-3 234 0,0 0 167 16,0-5-16-16,0 2-376 0,0-3 267 16,0 0 128-16,2-3-122 0,3-13 125 15</inkml:trace>
  <inkml:trace contextRef="#ctx0" brushRef="#br2" timeOffset="-41375.52">14639 15229 2480 0,'2'-10'0'0,"0"4"0"0,1 5 0 0,-2-1 0 0,-1 0 0 0,0 2 0 0,0 0 0 0,0 8 0 0,0 10 0 0,-4 6 0 0,-2 4 623 0,-3 12-291 0,0 3-148 0,-5 6-72 15,2 6 88-15,-8 10-200 0,4-3 0 0,-5 4 0 16,0-1 0-16,-1 4 0 0,0 3 0 0,-3-4 0 15,2 4 0-15,3-5 0 0,1-3 0 0,6-12 0 16,-2 1 0-16,2-6 0 0,1-4 0 0,1-9 0 16,0 0 0-16,-1-4 0 0,3-6 0 0,-2-1 0 15,1-2 0-15,-1-5 0 0,4-2 0 16,-1-5 0-16,2 0 0 0,1-3 0 16,1-3 0-16,2 1 0 0,2-4 0 0,-1 3 0 15,1-3 0-15,0 0 0 0,0 0 0 0,0 0 0 16,3-5-169-16,8-8 38 0,5-7-575 0,0-5 334 15,7-6 167-15,0-3-599 0</inkml:trace>
  <inkml:trace contextRef="#ctx0" brushRef="#br2" timeOffset="-41170.39">14705 15587 3031 0,'4'-19'0'0,"2"11"0"0,3 2 0 0,5-4 0 0,-2-1 0 0,3 1 0 0,4 0 0 0,2 4 0 0,1-4 0 0,8 2 0 0,0 1 363 0,0 3-162 0,2 0 135 16,-2 2-336-16,2-4 0 0,3 5 0 0,-3-1 0 15,-2 0 0-15,-9 0 0 0,2 1-709 0,-2-1 369 16,-10 0 185-16,0 2 96 16,-3 0-873-16,-6 0 434 0,-2 2 229 0</inkml:trace>
  <inkml:trace contextRef="#ctx0" brushRef="#br2" timeOffset="-40856.63">14908 15629 1788 0,'-16'5'0'0,"6"2"0"0,0 1 0 0,5-2 0 0,3-5 0 0,2 1 0 0,0 0 0 0,6-2 0 0,8 0 0 0,5 0 0 0,2 0 135 0,-1 0 241 16,1 0-168-16,0 0-85 0,-4 0 25 0,-5 6-45 15,0 0-37-15,-6 3 0 0,-4 0-80 0,-2 5 27 16,0 1-1-16,-13 2 36 0,-5 3-23 0,0-4 14 15,-3-1-1-15,-2 0 1 0,3 1 43 0,1-7 10 16,0 1-53-16,3-3 208 0,6-1-104 0,-1-2-53 16,5-2-65-16,3-1-25 0,1-1 0 0,2 0 0 15,0 0 0-15,13 0 0 16,4 0 0-16,8 0 0 0,-2 0 0 0,4 0 0 16,1 0 0-16,0-1 0 0,-1-1 0 0,3 0 0 15,-7 2 0-15,-2-2 0 0,0 2 0 0,-3 0 0 16,-6 0 0-16,-1 0-304 0,-2 0 77 0,-4 0 95 15,-3 0-497-15,0 0 295 0,-2 0 138 0,0-2 83 16,0-2-413-16,0-6 244 0,-8-2 122 0</inkml:trace>
  <inkml:trace contextRef="#ctx0" brushRef="#br2" timeOffset="-40689.74">15066 15005 2668 0,'-4'-13'0'16,"2"7"0"-16,0 4 0 0,2 0 0 0,-1 2 0 0,1 0 0 0,0 7 0 0,0 11 0 0,0 6 0 0,0 3 0 0,0 4 507 0,0 3-234 0,1 3-107 0,1 3-69 15,-2-2-212-15,2 1 77 0,0 0 38 0,-2-3-732 0,0 1 395 16,0-3 183-16,0 1 96 0</inkml:trace>
  <inkml:trace contextRef="#ctx0" brushRef="#br2" timeOffset="-40459.47">15391 15283 3394 0,'20'-2'0'0,"1"2"0"0,2 17 0 0,-3 0 0 0,-1 5 0 0,0 4 0 0,-1 4 0 0,-2 0 0 0,0 10 0 0,0-1 0 0,-4 5 131 0,-3-1 182 0,-4 0-220 0,-3-2-93 16,-2 11 0-16,0-8 0 0,-16 5 0 0,-4 0 0 15,-4-3 0-15,-4 2 0 0,-4-5 0 0,0-6 0 16,0-1-70-16,0-8-81 0,4-5 95 16,-1-2 7-16,1-7-697 0,9-2 334 0,1-4 187 0,6-5-425 15</inkml:trace>
  <inkml:trace contextRef="#ctx0" brushRef="#br2" timeOffset="-39956.64">16232 15091 2807 0,'-2'-4'0'16,"0"3"0"-16,1 1 0 0,1 0 0 0,-4 8 0 0,0 10 0 0,1 7 0 0,-4 10 0 0,0 6 0 0,0 8 0 0,0 10 176 0,-2 2-69 0,4-10 312 0,-1 7-191 0,3 2-94 16,3-2-74-16,0-1-60 0,0-4 0 15,0-3 0-15,0-13 0 0,0 5 0 0,0-8 0 16,2-4 0-16,-1-9 0 0,1-5 0 15,0-2 0-15,0-8 0 0,0-2 0 0,-2-4 0 0,0 0 0 16,0-1 0-16,0-8 0 0,0-8 0 16,0-2 0-16,0-1 0 0,-8-5 0 0,-1 0 0 0,-3 1 0 15,1 3 0-15,-6-5 0 16,1 3 0-16,-2 11 0 0,-2-3 0 0,-1 7 0 16,-1 5 0-16,2 3 0 0,-7 0 0 0,6 6 0 15,0 12 0-15,7 2 0 0,5-2 0 0,-2 13 0 16,8-1 0-16,3-1 0 0,0 4 0 0,2 1 0 15,10-5 0-15,2 2 0 0,5-5 0 0,1-4 0 16,3-2 0-16,3-8 0 0,3-3 0 0,1-9 0 16,4 0 0-16,-3-4-508 0,1-12-121 0,7-7 295 15,-10 3 138-15</inkml:trace>
  <inkml:trace contextRef="#ctx0" brushRef="#br2" timeOffset="-39799.71">16457 15557 3604 0,'5'-6'0'0,"4"6"0"0,0 0 0 0,0 0 0 0,-1 0 0 0,1 9 0 0,2 0 0 0,3 6 0 0,1 5 0 0,0 1 0 0,0 1 312 0,0 1-297 0,0 1-15 15,0-5 0-15,0 2 0 0,0-4 0 16,2-3 0-16,0-4-523 0,-2-4 151 16,2 0 214-16,-2-3-800 0</inkml:trace>
  <inkml:trace contextRef="#ctx0" brushRef="#br2" timeOffset="-39626.23">16935 15319 3931 0,'2'-6'0'0,"1"2"0"0,-1 2 0 0,0 2 0 0,-2 0 0 15,0 23 0-15,-11 13 0 0,-12 14 0 0,-9 16 0 0,-3 3 0 0,-9 18 0 0,1-5 0 0,-1 7 0 0,-6 8 0 0,-8 20 0 0,1-9 0 16,-3 5 0-16,-4 4 0 0,-3 5 0 15,9-7 0-15,-15 27-323 0</inkml:trace>
  <inkml:trace contextRef="#ctx0" brushRef="#br2" timeOffset="-38148.58">17419 15693 2370 0,'-5'0'0'0,"5"0"0"0,0 0 0 0,0 0 0 0,3 0 0 0,5 2 0 0,2 1 0 0,6-1 0 0,0-1 0 0,11 3 0 0,1-4 206 0,-1 1-89 0,3 2 312 0,1-1-196 15,0-2-97-15,0 2-49 16,-4 0 45-16,7-1-51 0,-4 2 0 0,-4-2-43 16,-4 4-291-16,1-2 146 0,-4 0 82 0,-5 3 27 15,0 2-665-15,-7-2 350 0,3 4 99 0,-9 1-379 16</inkml:trace>
  <inkml:trace contextRef="#ctx0" brushRef="#br2" timeOffset="-37979.77">17538 16072 2952 0,'-14'7'0'0,"3"2"0"0,3-2 0 0,2 0 0 0,3-5 0 0,3-1 0 0,0-1 0 0,1 0 0 0,19 0 0 0,4 0 0 0,6 0 641 0,4-3-303 16,2-5-338-16,-1 2 0 0,2-2 0 15,1 3 0-15,-2 2 0 0,0-1 0 0,-2 3 0 0,-3 1-27 16,1 0-5-16,-3 0-472 0,-1 5 271 0</inkml:trace>
  <inkml:trace contextRef="#ctx0" brushRef="#br2" timeOffset="-33736.24">18536 15802 2928 0,'-1'0'0'0,"1"0"0"0,-2 0 0 0,2 3 0 0,0-3 0 0,11 0 0 0,6 0 0 0,7 0 0 0,2 0 0 0,4 0 0 0,6 0 211 15,7-3-90-15,-2 2 192 0,5-5-137 0,1 2-69 16,0 0-34-16,-4 1-71 0,10-1-2 0,-9 3 0 16,4-2 0-16,-6 2 0 0,-6-2 0 0,2 3 0 15,-4-3 0-15,-2 3 0 0,-6-3 0 0,-6 3 0 16,0 0 0-16,-6 0 0 0,-4 0 0 0,-4 0 0 15,-3 0-458-15,-1-1 111 0,-2 1 155 16,0-2 57-16,-9 2 53 0</inkml:trace>
  <inkml:trace contextRef="#ctx0" brushRef="#br2" timeOffset="-33404.42">18837 15820 2121 0,'-6'2'0'0,"-2"5"0"0,1 2 0 0,-2 1 0 0,-1 1 0 0,1 5 0 0,0 0 0 0,-3 0 0 0,1 10 0 0,2-8 0 0,-5 10 242 0,1-3-102 0,-2 3-50 0,0 0 47 16,-2 0-50-16,-1-1-14 0,-1-2-1 0,1-4 0 16,-2 1-34-16,7-8 0 0,-2 0 182 0,6-5-81 15,1 0-55-15,2-5 0 0,4-1 105 0,2-1-84 16,0 1-105-16,4-3 0 0,12 0 0 0,2 0 0 15,8 0 0-15,3 0 0 0,1 0 0 0,3 0 0 16,1 0 0-16,3 1 0 16,-2 1 0-16,-1-2 0 0,-2 4 0 0,0-2 0 15,-2 2 0-15,-8-2 0 0,0-1 0 0,-1 3 0 16,-3-2 0-16,-7-2 0 0,-1 2 0 0,-2-2 0 16,-4 0 0-16,-2 0 0 0,-2 0 0 0,0 0-32 15,0-4-1399-15,-2-6 696 0</inkml:trace>
  <inkml:trace contextRef="#ctx0" brushRef="#br2" timeOffset="-33209.31">18834 15964 2935 0,'-5'0'0'0,"-1"0"0"0,1 5 0 0,0 9 0 0,-1 2 0 0,0 2 0 0,0 4 0 0,4 3 0 0,1-1 0 0,1 5 0 0,0 0 138 0,0 4 424 15,0-1-266-15,0-1-296 16,0-1 0-16,0 0 0 0,1-5 0 0,1 0 0 0,0 0 0 0,2-4 0 15,0-4 0-15,-2-2 0 0,0-7-595 16,0-1 297-16,0-3 169 0,-1-2-760 16,1-2 425-16,0 0 214 0,2-11 95 0,-1-12-368 15,-1-3 243-15</inkml:trace>
  <inkml:trace contextRef="#ctx0" brushRef="#br2" timeOffset="-33004.15">18927 16056 2709 0,'20'-15'0'0,"3"6"0"16,4 1 0-16,-3 3 0 0,0 3 0 0,4 2 0 0,-1 0 0 0,-1 12 0 0,-3 2 0 0,0 3 0 0,-7 0 202 0,3 8-87 0,-6-1 198 0,-6 2-138 16,-3 1-68-16,-4-6-25 0,0 1 146 0,-2 6-228 15,-14 0 0-15,-4-2 0 0,-4-1 0 0,-3-2 0 16,-4-2 0-16,-3 0 0 0,-2-3 0 0,1-2 0 16,1-4 0-16,6-5 0 0,-4-2 0 0,11-3 0 15,1-2-586-15,4 0 212 0,7-5 170 0,6-14 62 16,3-7-222-16,5-8 163 0,18 1 81 0,3-7-529 15,4 0 305-15</inkml:trace>
  <inkml:trace contextRef="#ctx0" brushRef="#br2" timeOffset="-32569.47">19335 15891 2890 0,'9'-5'0'0,"-6"2"0"0,-1 3 0 0,-2 0 0 0,0 16 0 0,-12 8 0 0,-2 4 0 0,-1 9 0 0,0 5 0 16,0 5 0-16,3 6 803 0,1 0-565 0,2-5-238 0,4-10 0 15,5 5 0-15,0-3 0 0,0-5 0 0,7-9 0 0,12 1 0 16,-1-11 0-16,7-3 0 0,2-5 0 16,-1-6 0-16,-4-2 0 0,6-2 0 0,-3-13 0 15,-3-3 0-15,-2-4 0 0,-2-2-409 0,-4 3 117 16,0-5 132-16,-7 7 60 0,2 0 7 0,-6 1 27 16,1 4 0-16,-4 5 17 0,0 0 289 15,0 2-139-15,0 2-70 0,-2 4 239 0,-6 1-155 0,1 0-86 16,-1 13 11-16,1 2 369 0,3 6-409 15,0 0 0-15,4-1 0 0,0 2 0 16,0 3 0-16,3-5 0 0,7-1 0 0,5 0 0 16,2-5 0-16,0-4 0 0,4-2 0 0,0-6 0 15,0-2 0-15,-3 0 0 0,3-2 0 0,-3-13 0 16,-2 0 0-16,-4-2 0 0,-2 0 0 0,-2 1 0 16,-5-2 0-16,-1 0 0 0,-2 1 0 0,0 0 0 15,-2 0 0-15,-7 0 0 0,-3 4 0 0,0 2 0 16,-2 1 0-16,1 5 0 0,0 1 0 0,0 2 0 15,4 0 0-15,-2 2 0 0,2 0 0 0,2 0 0 16,0 0 0-16,3 5 0 16,1 3 0-16,-2 0 0 0,3 1 0 0,0 1 0 15,2-3 0-15,0 1-398 0,0-3 151 0,0-1 110 16,0 2-674-16</inkml:trace>
  <inkml:trace contextRef="#ctx0" brushRef="#br2" timeOffset="-32541.89">19586 16325 384 0</inkml:trace>
  <inkml:trace contextRef="#ctx0" brushRef="#br2" timeOffset="-32250.73">19162 15048 2606 0,'-6'-11'0'0,"2"3"0"0,1 5 0 0,-1 0 0 0,2 1 0 0,2 1 0 0,0 1 0 0,0 0 0 0,0 11 0 0,0 6 0 0,0 8 156 0,2 3-59 0,5 5 155 0,-1 10-107 16,-1-4-43-16,4 15-37 0,-4-3 282 0,1 3-186 15,-3-2-161-15,1-3 0 0,-2-7 0 0,-1 6 0 16,1-12 0-16,-2 1 0 0,0-4 0 0,0-5 0 16,0-6 0-16,0-1 0 0,-3-6 0 0,1-7 0 15,-2 1 0-15,2-5-66 0,1-3-13 0,-1-1-9 16,0 0-322-16,2 0 142 15,0-8 114-15,0-4-727 0</inkml:trace>
  <inkml:trace contextRef="#ctx0" brushRef="#br2" timeOffset="-31610.56">19954 15623 2149 0,'-5'-7'0'0,"1"6"0"0,1-1 0 0,0 2 0 0,1 0 0 0,2 0 0 0,0 6 0 0,0 4 0 0,0 4 0 0,8 3 0 0,5 2 249 15,3-4-96-15,0 6-63 0,3-5 237 0,-1 4-144 16,1-5-74-16,-4-1-36 0,2 3 43 0,-4-2-44 16,1-1 0-16,-3 0-36 0,-2 0-31 0,-1-1 0 15,-4-3 41-15,-1 4-204 0,-1-4 97 0,-2-1 49 16,0 0-415-16,0-1 205 15,0-4 128-15,-2-1-15 0,1 0-515 0,-3-3 294 0,2 0 146 16,0-3 74-16,2-12-460 0</inkml:trace>
  <inkml:trace contextRef="#ctx0" brushRef="#br2" timeOffset="-31372.45">20229 15516 2075 0,'0'0'0'0,"0"0"0"16,0 0 0-16,0 6 0 0,0 6 0 0,-4 8 0 0,-4 1 0 0,4 6 0 0,-1 5 0 0,-1 7 0 0,1 1 562 0,-2 5-254 0,-2 6-140 16,2 12 340-16,-2-6-236 0,2 2-234 0,-2-6-38 15,2 4 0-15,0-1 0 0,-3-4 0 0,1-2 0 16,0-4 0-16,0-6 0 0,-3-1 0 0,1-1 0 16,2-5 0-16,-1-1 0 0,0-9 0 0,3-2 0 15,1-6 0-15,4-6 0 0,0-3-407 16,0-3 67-16,2-3 134 0,0-1 76 0,0-19-485 0,9-6 290 15,1-4 144-15,3-9-432 0</inkml:trace>
  <inkml:trace contextRef="#ctx0" brushRef="#br2" timeOffset="-31060.68">20365 15538 2398 0,'12'-16'0'0,"1"1"0"0,3 1 0 0,-2 2 0 0,2-1 0 0,0 4 0 0,3 6 0 0,-1 1 0 0,3 2 0 0,2 0 0 0,-3 9 257 16,-1 6-110-16,-6 1-46 0,4 8 76 0,-8 0-70 16,-3 0-35-16,-3 4 0 0,-3-2-83 0,0-1 33 15,-9 3-10-15,-5-6 1 0,-3-1-1 0,2-7 24 16,-4-1 1-16,1-5 124 0,-1-1-67 0,1-4-29 16,4-3 63-16,5 0-97 0,-2 0-31 0,6 0 0 15,0 0 0-15,5 0 0 0,0 0 0 0,0 0 0 16,0-1 0-16,10-5 0 0,6 3 0 15,7-2 0-15,-1 2 0 0,4-1 0 16,-1 2 0-16,-3 1 0 0,4-1 0 0,-3 2 0 16,0 0 0-16,-4 0 0 0,-3 0 0 0,0 0 0 15,-4 2-525-15,-1 1 80 0,-1 3 205 0,-1-2 101 16,-1 1-585-16,-1-3 335 0,-1-2 180 0</inkml:trace>
  <inkml:trace contextRef="#ctx0" brushRef="#br2" timeOffset="-30800.55">20886 15356 1916 0,'0'-4'0'0,"0"1"0"0,0 0 0 0,0 3 0 0,0 0 0 0,0 6 0 0,0 11 0 0,0 7 0 0,0 6 0 0,0 10 0 0,0 4 1001 0,0 4-473 0,0 2-250 15,0 5-121-15,0 0-106 0,0 2-51 0,0 0 0 16,0 1 0-16,-2-5 0 0,0 1 0 0,-1 4 0 15,-1-3 0-15,-2-4 0 16,5-8 0-16,-4 6 0 0,3-15 0 0,2 2 0 16,0-7 0-16,0-6 0 0,0-2 0 0,0-7 0 15,0-4 0-15,5-4 0 0,4-6-362 0,4 0 162 16,0 0 73-16,4-14-701 0,2-4 396 0,-1-5 197 16,3-5 100-16</inkml:trace>
  <inkml:trace contextRef="#ctx0" brushRef="#br2" timeOffset="-30520.05">21146 16022 2802 0,'0'-3'0'0,"0"3"0"0,0 0 0 0,-2 5 0 0,-3 9 0 0,1 2 0 0,3 5 0 0,1 6 0 0,0-1 0 16,0 1 0-16,1 2 202 0,11-1-83 0,-1-6 395 0,8 7-243 0,-2-6-248 0,4-7-23 16,0-2 0-16,-3-7 0 0,5-3 0 0,-2-2 0 15,-1-2 0-15,-1 0 0 0,-1-7 0 0,-2-9 0 16,-5 3-9-16,-1-2 15 0,-7-2-3 0,1 0-3 15,-4 0 0-15,0 1-184 16,0-4 57-16,-4 4 52 0,-8-4-13 0,1 6 204 16,-1-1-71-16,-4 2-42 0,2 2 4 0,-4 3 99 15,1 2-31-15,1 2-38 0,-2 3 48 0,4 1-85 16,0 0 0-16,3 0 0 0,2 0-95 0,2 0-44 16,2 0 76-16,1 0 29 0,3 0-608 0,-1 0 299 15,2-3 153-15,0-5-499 16,0-8 326-16,0-6 153 0</inkml:trace>
  <inkml:trace contextRef="#ctx0" brushRef="#br2" timeOffset="-30245.29">21117 15397 2916 0,'-8'-8'0'0,"3"1"0"0,1 2 0 0,4-3 0 0,0 2 0 0,2 1 0 0,17-1 0 0,6 5 0 0,3 1 0 0,1 0 0 0,4 0 174 0,-3 7-69 15,-1 7 103-15,-3 1-86 0,-5 3-33 16,0 4-18-16,-8 3-1 0,-7-1-33 0,-5 2-1 16,-1 3 42-16,-5 0-53 0,-11-2-25 15,-5-1 0-15,-4-5 0 0,-1 1 0 0,-5-5 0 0,1-6 0 16,0 0 0-16,0-5 0 0,2-2 0 0,6-4-128 16,-1 0-46-16,6 0 78 0,2-1 51 0,8-8-562 15,4-3 285-15,3-3 142 0,0-4-460 0,10 2 292 16,11-6 161-16,3 3 75 15,2-3-223 1</inkml:trace>
  <inkml:trace contextRef="#ctx0" brushRef="#br2" timeOffset="-29791.56">21465 15332 1770 0,'9'-16'0'0,"-4"5"0"0,0-2 0 0,-3 4 0 0,-2-3 0 0,0 5 0 0,0 1 0 16,-2 4 0-16,-7 1 0 0,-1 1 0 0,-1 0 107 0,-3 16 435 0,-1 8-244 0,-2 11-135 0,1 1-63 15,0 9 442-15,5 2-252 0,-1-1-171 0,9-8-119 0,-1 2 0 16,4-3 0-16,0-2 0 0,2-6 0 0,10-6 0 16,-1-3 0-16,3-3 0 0,4-4 0 0,-1-6 0 15,1-4 0-15,3-3 0 0,-3 0 0 0,5-3 0 16,-4-11 0-16,1-4-143 0,-1-2-199 0,1-3 153 16,-8 5-133-16,4-5 147 0,-5 2 69 0,-2 2 34 15,-4 2 3-15,0 6 32 0,-3 1-9 16,-2 5 10-16,0 1 379 0,0 3-190 15,0 1-94-15,-5 0 212 0,-2 9-141 0,-2 12-76 16,3-1 55-16,4 5 309 0,1-1-418 0,1 2 0 16,0-5 0-16,1 2 0 0,9-2 0 0,2-5 0 15,6-2 0-15,-2-3 0 0,7-6 0 0,1-3 0 16,1-2 0-16,0 0 0 0,-4-6 0 0,-1-4 0 16,-4-5 0-16,0 1 0 0,-6-1 0 0,-1-2 0 15,-6 1 0-15,-1-2 0 0,-2 2-34 0,0 0-11 16,-10-4 8-16,-3 2 0 0,-1 4 94 0,-4 1-47 15,-3 3-14-15,1 3-33 16,-1 3 164-16,0 2-127 0,3 2 0 0,-1 0 0 16,5 0 0-16,4 6 0 0,0 1 0 0,5 1 0 15,1-1 0-15,4 3 0 0,0-1 0 0,0 1 0 16,0-1 0-16,4-3 0 0,7-1-476 0,-2-1 43 16,5-4 189-16,0 0 108 0,2 0-682 0</inkml:trace>
  <inkml:trace contextRef="#ctx0" brushRef="#br2" timeOffset="-29484.23">21803 15199 2642 0,'0'-10'0'0,"1"-2"0"0,7 1 0 0,4 2 0 0,2 1 0 0,4 3 0 0,5-1 0 0,2 5 0 0,-1 1 0 0,3 0 0 0,-3 0 252 16,-2 2-98-16,3 13-63 0,-8-3-28 0,0 4 75 0,-4 2-51 15,-5 1-25-15,-7 0-49 0,-1 1-9 0,0 3 33 16,-9-3 0-16,-6-2 32 0,0-5 1 0,-4 0-25 16,3-4-8-16,-2-3 0 0,4-1-1 15,4-5 1-15,1 0-17 0,3 0-20 0,1 0 0 0,3 0 0 16,2 0 0-16,0 0 0 0,5 0 0 0,10 0 0 16,8-2 0-16,0 0 0 15,3 2 0-15,-1 0 0 0,5 0 0 0,-3 0 0 0,7 0 0 0,-4 0 0 16,-2 0 0-16,0 0 0 15,-1 0 0-15,-6 0-128 0,2 0-48 0,-2 0-444 16,-2 0 292-16</inkml:trace>
  <inkml:trace contextRef="#ctx0" brushRef="#br2" timeOffset="-28667.99">22461 15737 1909 0,'0'0'0'16,"-1"0"0"-16,1 0 0 0,0 0 0 0,0 0 0 0,0 0 0 0,0 0 0 0,0 0 0 0,3 0 0 0,15 2 0 0,4 0 441 0,7-2-203 0,10 0-100 0,-2 0-42 15,12 0 247-15,2-2-154 0,1-1-75 0,-1-5 31 16,-2-1-54-16,-5 3-18 0,6-3-9 0,-12 3-100 16,-3-2 36-16,-3 4 1 0,-7 1-223 0,-3-1 139 15,-8 2 55-15,-4 0 32 0,-4 0-496 0,-4 2 252 16,-2 0 54-16,0 0 83 0,-8 0-519 0,-4 0 293 16,-4 0 146-16,0-1-385 0</inkml:trace>
  <inkml:trace contextRef="#ctx0" brushRef="#br2" timeOffset="-28421.15">22913 15239 2734 0,'-6'-7'0'0,"3"4"0"0,-1-1 0 0,-1 2 0 0,3 2 0 0,-1 0 0 0,1 11 0 0,2 10 0 16,0 8 0-16,0 8 0 0,0 8 356 0,0 7-160 0,0 12 389 0,0-8-525 0,2 13-60 15,-2-3 0-15,0-2 0 0,0-1 0 0,0-9 0 16,2 4 0-16,-2-3 0 0,0-5 0 0,0-5 0 16,0-7 0-16,0-1 0 0,0-9 0 0,0 4 0 15,0-11 0-15,-4-5 0 0,0-2 0 0,1-3 0 16,-3-5-288-16,3-2 90 0,1-4 81 0,-3 0-553 16,3 0 317-16,1 0 158 0</inkml:trace>
  <inkml:trace contextRef="#ctx0" brushRef="#br2" timeOffset="-26918.14">23654 15579 2565 0,'-10'0'0'0,"4"0"0"0,0 4 0 0,2 2 0 0,0-1 0 0,3 0 0 0,-1-4 0 0,2 1 0 16,0 0 0-16,0-2 0 0,9 0 406 0,8 0-184 0,6 0-93 16,-1 0-37-16,6 0 105 0,0-2-80 0,1-3-41 0,1 1 1 15,0 0-27-15,-6-1-50 0,6 3 0 16,-10-1-192-16,3 1 47 0,-3 0 91 0,-4 2 45 16,-3 0-802-16,-2 0 410 0,-4 0 110 0,0 8-596 15</inkml:trace>
  <inkml:trace contextRef="#ctx0" brushRef="#br2" timeOffset="-26567.17">23610 15791 2398 0,'-14'9'0'0,"7"-4"0"0,1 1 0 0,1-5 0 0,3 2 0 0,2-2 0 0,0 1 0 0,7 2 0 0,10 0 0 0,7-1 0 0,-1 1 146 0,0 1-45 0,1 3 162 0,-2 0-113 16,-1 1-57-16,-4 3-94 0,-4-1 37 0,-3 4 10 15,-7 2-9-15,-3 3-91 0,0 3 45 0,-11 0 1 16,-10 5 44-16,-3-6-15 0,-5 6-10 0,-2-6 25 16,-7 5 41-16,8-10-40 0,-4 0-50 15,3-4 3-15,2-2 232 0,8-5-97 16,3-1-48-16,3-1-8 0,7-2-24 0,3-2-45 16,3 0 0-16,2 0 0 0,2 0 0 0,17-2 0 15,3-3 0-15,8-4 0 0,2 2 0 0,10-1 0 16,-9 3 0-16,5 1 0 0,-1 3 0 0,-3-1 0 15,0 0 0-15,-6 2 0 0,-5 0 0 16,-1 0 0-16,-2 0 0 0,-6 2 0 0,-1 1 0 0,-3 1-192 16,-3-2-172-16,-3 0 164 0,0-2-495 0,-3 0 319 15,-1 0 175-15,0 0 82 16,0-11-450-16,-1-7 267 0</inkml:trace>
  <inkml:trace contextRef="#ctx0" brushRef="#br2" timeOffset="-26389.3">23734 15021 3034 0,'2'-10'0'0,"-1"4"0"0,1 3 0 0,0 2 0 0,-2 1 0 0,0 4 0 0,0 9 0 0,0 7 0 0,0 5 0 0,0 1 0 0,0 6 421 0,0 4-197 16,-2 7-93-16,0-2-48 0,2-1-375 0,0-5 173 15,0 5 82-15,0-3 33 0,2-1-741 0,2-4 391 16,5-2 195-16,1-3-397 0</inkml:trace>
  <inkml:trace contextRef="#ctx0" brushRef="#br2" timeOffset="-26166.02">23932 15405 2314 0,'11'-5'0'0,"5"2"0"0,0 3 0 0,3 0 0 0,4 0 0 0,0 8 0 0,2 7 0 0,2 2 0 0,1 2 0 0,0 3 0 0,-3 2 184 16,0 3 290-16,-5-1-219 0,-8-2-100 0,0 9 71 15,-8-6-95-15,-4 0-47 0,0 1-23 0,-11-2-14 16,-10 0-47-16,-4 0 0 16,-5-4 0-16,-2-1 0 0,1-5 0 0,-3-1 0 15,-2-2 0-15,3-4 0 0,1-2 0 0,3-6-23 16,8-1-540-16,1 0 282 0,7-1 69 0,7-15-422 16,6-9 298-16,0-3 150 0,23-6 74 0,5-4-550 15</inkml:trace>
  <inkml:trace contextRef="#ctx0" brushRef="#br2" timeOffset="-25743.63">24398 15295 3448 0,'7'-3'0'0,"2"1"0"0,-6 2 0 0,-3 8 0 0,0 15 0 0,-15 12 0 0,0 2 0 0,-2 8 0 0,-1 6 0 16,2 4 0-16,2 1 138 0,0 0 207 0,5-1-345 0,2-5 0 0,5-2 0 0,2-13 0 15,0 1 0-15,7-6 0 0,9-7 0 0,3-7 0 16,-1-4 0-16,2-5 0 0,4-7 0 0,3 0 0 15,-4-4 0-15,-3-11 0 0,1-3 0 0,-2-6 0 16,-1 3-18-16,-1-4-241 0,-2 4 111 16,-5 3 56-16,1-2 21 0,-6 8 25 0,-1 1 10 0,0 1-1 15,-3 6 212-15,2 0-105 16,-3 3-54-16,0 1 430 0,0 1-446 0,-3 18 0 16,0 3 0-16,-1 5 0 0,4 1 0 0,0 2 0 15,0-1 0-15,2-1 0 0,12-4 0 0,-3-8 0 16,6 2 0-16,-1-7 0 0,4-5 0 0,-1-3 0 15,2-3 0-15,4-3 0 0,-4-10 0 0,-7 0 0 16,-1-7 0-16,-1 2 0 0,-4-3 0 16,-5 0 0-16,-3-1 0 0,0-1 0 15,-2-3 0-15,-10 2 0 0,-4 0 0 0,-2 2 0 16,-1 6 0-16,0 3 0 0,0 1 0 0,-2 6 0 16,0 1 0-16,3 4 0 0,3 1 0 0,2 0 0 15,2 0 0-15,1 0 0 0,5 1 0 0,1 5 0 16,4-1 0-16,0 0 0 0,0 0 0 0,4-1-856 15,9-4 330-15,2 0 245 0,2-2-628 0</inkml:trace>
  <inkml:trace contextRef="#ctx0" brushRef="#br2" timeOffset="-25391.91">24630 14947 2773 0,'-6'-17'0'0,"6"2"0"0,0 0 0 0,0-3 0 0,4 6 0 0,10-2 0 0,9 1 0 0,4 6 0 0,1 2 0 0,4 3 0 16,1 2 111-16,-1 0 42 0,0 0-58 0,-6 7-29 0,-7 4 9 0,-2 4-39 15,-6 9 1-15,-9 1-57 0,-2 3-76 0,-4-1 67 16,-12 4 41-16,-5-2 107 0,-2-3-41 0,-1-4-1 16,2-3-40-16,4-8 78 0,6-3-37 0,-2-1-9 15,6-3-46-15,5-2 99 0,1-2-122 0,2 2 0 16,4-2 0-16,15 2 0 15,5 0 0-15,4 1 0 0,4 2 0 0,0 2 0 0,-2 2 0 16,-2 0 0-16,-7 2 0 0,0 4 0 0,-6 0 0 0,-6 5 0 16,-8-2 0-16,-1 3 0 0,0-1 0 15,-14-4 0-15,-11-1 0 0,-5 0 0 16,-5-2 0-16,-7-4 0 0,-1-3 0 0,2-4 0 16,7-2 0-16,-1 0 0 0,6-2 0 0,-2-7 0 15,11-1 0-15,4-3 0 0,2-4 0 16,9 2-365-16,5-2-170 0,0-4 253 0</inkml:trace>
  <inkml:trace contextRef="#ctx0" brushRef="#br2" timeOffset="-23202.77">25236 15594 1664 0,'-10'0'0'0,"4"0"0"0,2 0 0 0,0 0 0 0,2 0 0 0,0 0 0 0,2 0 0 0,-2 0 0 0,2 0 0 0,0 0 0 0,0 0 240 0,6 3-102 0,5 0 303 0,2 1-193 15,1-1-110-15,3 3 303 0,3 0-201 0,1 0-102 16,3 1-51-16,-2 0 69 0,6-1-156 0,0-1 0 16,1 1 0-16,-1-2 0 0,0-2 0 0,-5 0 0 15,3-2 0-15,-5 0 0 0,-3 0 0 0,-3 0 0 16,-6 0 0-16,0 0 0 0,-7 0 0 15,3 0 0-15,-3 0 0 0,-2 0 0 0,0 0 0 0,0 0 0 16,0-2 0-16,-4 0 0 0,0-2 0 0,-1 3 0 16,0-4 0-16,4 2 0 15,-1-1-518-15,2-1-39 0,0-1 260 0</inkml:trace>
  <inkml:trace contextRef="#ctx0" brushRef="#br2" timeOffset="-22253.49">26007 15554 1709 0,'-7'0'0'0,"2"0"0"0,1-3 0 0,2 1 0 0,0 1 0 0,1-1 0 0,1 0 0 0,0 0 0 0,0-1 0 0,3 2 0 0,10 0 129 0,3-2-37 0,0 0 142 16,5 1-99-16,5 0-48 0,1 2 294 16,1 0-172-16,2 0-77 0,2 0-52 0,-2 0 254 15,2 0-148-15,0 0-74 0,0 0-29 0,0 0-55 16,-4 0-28-16,2 0 0 0,-6 0 0 0,-1 0 0 16,1 0 0-16,-3 0 0 0,-1 0 0 0,-3-2 0 15,0 0-29-15,-2 1 31 0,-4-2-314 0,-1 2 162 16,-2 1-4-16,1 0-646 0,-4 0 382 0,0 0 190 15,-2 0 86-15</inkml:trace>
  <inkml:trace contextRef="#ctx0" brushRef="#br2" timeOffset="-21836.72">26246 15698 2239 0,'-11'2'0'0,"4"2"0"0,1-3 0 0,2-1 0 0,4 0 0 0,0 0 0 0,0 0 0 0,0 0 0 0,8 0 0 0,5 0 0 0,1 1 182 0,4-1-73 0,1 3-36 16,-3 1 10-16,0-2-61 0,-1-1 15 0,-4 5 0 15,-3-2-92-15,-3 1 46 0,-1 1 10 0,-3 0 36 16,-1 2-32-16,0 1 32 0,-3 0 1 0,-6 2 149 16,-5-1-66-16,0 0-48 0,1 1 0 0,3-2 139 15,-1-2-88-15,5-1-43 0,-2-1 9 0,5-1 26 16,1 0-98-16,2-2-18 0,0 2 0 0,0 0 0 15,7-1 0-15,5 1 0 0,2 1 0 0,4 2 0 16,0-2 0-16,1 2 0 16,-1 1 0-16,-1-1 0 0,1 1 0 0,-7 4 0 15,-2-3 0-15,-1 2-24 0,-6-2 4 0,-2 4-11 16,0 0 0-16,-6 1-27 0,-7-1 222 0,-9 2-164 16,3-4 0-16,-9 4 0 0,1-4 0 0,-3 1 0 15,2-3 0-15,-2 1 0 0,2-4 0 0,-2-1 0 16,8-3 0-16,1 0 0 0,-1-2 0 0,4 0 0 15,3 0 0-15,1-7 0 0,5-4 0 0,2-5 0 16,3-7 0-16,4-3-194 0,0-12 60 16,2-1 2-16,11-4-759 0,4-4 428 15,0 0 212-15</inkml:trace>
  <inkml:trace contextRef="#ctx0" brushRef="#br2" timeOffset="-21504.19">26128 14886 2397 0,'0'-24'0'0,"0"5"0"0,2 2 0 0,6 2 0 0,1 0 0 0,4 2 0 0,2 4 0 0,4 3 0 0,0 4 0 0,4 2 0 0,5 0 129 0,-4 4-46 16,-2 9 51-16,-1 4-48 0,0 2-25 0,-8 1-21 16,-1 9-3-16,-3-1 0 0,-7 2 0 15,-2 2-44-15,0-1 44 0,-12 0 9 0,-5-3-9 0,-4-2 25 16,1-3-25-16,-4-4 0 0,1-4 82 0,2-7-32 15,1 2-9-15,1-5 151 16,4-2-101-16,5-1-128 0,1-2 0 0,3 0 0 16,5 0 0-16,-1 0 0 0,2 0 0 0,0 0 0 15,7 0 0-15,10 0 0 0,4 0 0 0,5 0 0 16,1 1 0-16,3 2 0 0,5-2 0 0,-1 3 0 16,-3 0 0-16,3-2 0 0,-4 1 0 0,-1 2 0 15,-2-3 0-15,-4 1 0 0,6 3-205 16,-3-2 64-16,0-1 3 0,-1 1-654 0,-3 2 377 0,0-1 180 15</inkml:trace>
  <inkml:trace contextRef="#ctx0" brushRef="#br2" timeOffset="-21245">26823 15286 2830 0,'0'-2'0'0,"0"1"0"0,0 1 0 0,0 0 0 0,1 0 0 16,5 0 0-16,2 7 0 0,2 3 0 0,1 1 0 0,2-1 0 0,-1 5 189 0,4 0-76 0,-2-1-38 0,0 3 0 0,1 1-29 0,-4 0 274 16,1-2-141-16,-4 4-75 0,-1-6-104 0,0 4-229 15,-4-3 105-15,2-3 75 0,-1-2-216 0,-2 0 151 16,0-1 76-16,3-3-8 0,-3-3-767 0,3 0 392 15,-1-3 193-15,3 0 95 0</inkml:trace>
  <inkml:trace contextRef="#ctx0" brushRef="#br2" timeOffset="-20900.85">27163 15026 2781 0,'0'-5'0'0,"0"2"0"0,0 1 0 0,-2 2 0 0,0 0 0 0,2 0 0 0,0 0 0 0,0 0 0 0,-2 10 0 0,-1 7 0 0,-1 3 293 0,-4 10-132 16,3 4-62-16,-6 8 279 0,1 4-170 0,-2 3-197 15,2 6-11-15,-5 8 0 0,5-1 0 0,-2 1 0 16,-1-1 0-16,3-2 0 0,-4 9 0 0,3-9 0 16,2-7 0-16,-3 4 0 0,5-3 0 0,0-9 0 15,0 5 0-15,4-7 0 0,-1-8 0 0,2 0 0 16,0-4 0-16,0-6 0 0,-1 0 0 0,3-5 0 15,-2-1 0-15,0-4 0 16,-2-2 0-16,3-1 0 0,-1 0 0 0,-1-4 0 16,2 2 0-16,-1-3 0 0,2-2 0 0,-3 1 0 15,3-2 0-15,0 0 0 0,0-3 0 0,0 1 0 16,0 0 0-16,0-2 0 0,0 0-70 0,0 0-415 16,0 0 223-16,0 0 113 0,3-7 56 0,5-8-511 15,3-8 288-15,0-3 140 0</inkml:trace>
  <inkml:trace contextRef="#ctx0" brushRef="#br2" timeOffset="-20622.6">27370 15078 2827 0,'-5'-5'0'0,"5"3"0"0,0 2 0 0,0-3 0 0,0 3 0 0,0-2 0 0,2 2 0 0,10-1 0 0,4-1 0 0,1 0 0 0,7 2 230 0,-3 0-87 15,6-2-58-15,-6 2 106 0,3 0-77 0,-1 0-39 16,-1 0 1-16,1 0 14 0,-2 0-8 0,-3 0-64 16,-2 0-18-16,0 0 0 0,-4 0 0 0,-1 0 0 15,-3 0-198-15,1 0 75 0,-3 0 80 0,-3 0-620 16,1 0 284-16,-3 0 128 15,1 0 107-15,-2 2-465 0,0 2 286 0,0-1 143 0</inkml:trace>
  <inkml:trace contextRef="#ctx0" brushRef="#br2" timeOffset="-20052.64">27448 15212 1577 0,'-11'1'0'0,"4"1"0"15,1-1 0-15,1-1 0 0,2 0 0 0,-1 0 0 0,3 0 0 0,1 0 0 0,0 0 0 0,0 0 0 0,0-1 450 0,0-1-206 0,0 1-104 0,3 1-51 16,2-2 223-16,3 2-142 0,-1-2-67 0,-2 2 82 16,1 0-73-16,-3 0-38 0,-2 0 9 0,2 0-52 15,-1 0 6-15,-2 0 0 0,0 0 0 0,0 0 11 16,0 0-2-16,0 0-9 0,0 0-11 0,0 0 11 16,0 0 0-16,0 0-18 0,0 0-22 0,0 2 6 15,0 1-3-15,3-1-145 0,-2-1 81 16,1 2 26-16,0-2 31 0,0-1-89 0,0 3 49 0,-2-1 11 15,1-2 14-15,-1 0 4 0,0 0 7 0,0 1-23 16,0-1 158-16,0 0-67 16,0 3-32-16,0-2 45 0,2 1-35 0,0 0-6 15,-1 0 0-15,4 0 67 0,-3-1-43 0,7 1-53 16,-1 0 0-16,1 0 0 0,-2 0 0 0,3 0 0 16,0 3 0-16,-3-4 0 0,4 2 0 0,-1 1 0 15,-3 2 0-15,2 2 0 0,-3-1 0 0,-1 2 0 16,-1 6 0-16,-3-2 0 0,-1 6 0 15,0 0 0-15,0 2 0 0,-1 0 0 16,-8 2 0-16,-3 0 0 0,2-6 0 0,-4 2 0 16,0-2 0-16,1-3 0 0,-5 0 0 0,1-4 0 15,0-3 0-15,-3-3 0 0,1-1 0 0,2-3 0 16,-2 0 0-16,4 0 0 0,0 0 0 16,6 0 0-16,0 0 0 0,2 0 0 0,4-2 0 0,2 1 0 15,1-1 0-15,0 2 0 0,1 0 0 0,16 0 0 16,7 0 0-16,3 0 0 0,1 0 0 15,4 0 0-15,2 2 0 0,-1 1 0 0,-1 3 0 0,-1-3 0 16,2 0 0-16,-3-2 0 16,-3-1 0-16,-4 0 0 0,-1 0 0 0,-4 0 0 15,-1 0 0-15,-7 0-63 0,-3 0-619 0,-1-1 313 16,-4-2 170-16,1 0 81 0,-3-3-501 0,0-1 290 16,0-3 146-16</inkml:trace>
  <inkml:trace contextRef="#ctx0" brushRef="#br2" timeOffset="-19665.79">27377 14501 2348 0,'-12'-19'0'0,"6"13"0"0,6 3 0 0,0 1 0 0,0-1 0 0,6-3 0 0,8 2 0 0,5 1 0 15,2 0 0-15,8 2 0 0,1 1 268 0,1 0-115 0,2 0-58 0,-3 9-137 0,-3 4 40 0,-6 0 9 16,-3 2 30-16,-4 2-222 0,-9 2 111 0,-3 2 55 16,-2 3 28-16,-2-5-53 0,-16 3 36 0,1-2-26 15,-4-2 63-15,-2-1-74 0,2-4 0 0,-1-2-21 16,3 1 0-16,4-7 4 0,6 1 0 0,1-4 945 16,3 0-413-16,5 0-221 0,0 0-112 0,3-1-137 15,17 2 0-15,5-1 0 0,3 4 0 0,7 4 0 16,-3 0 0-16,3 0 0 0,-5 1 0 0,-2 3 0 15,-8 0 0-15,0 1 0 16,-5-1 0-16,-8-1 0 0,-5 2 0 0,-2 0 0 16,-5-4 0-16,-17 5 0 0,-3-8 0 0,-3 3 0 15,-3-4 0-15,-3-3 0 0,1 0 0 0,-1-4 0 16,4 0 0-16,0 0 0 0,11 0 0 0,0-2 0 16,4 0 0-16</inkml:trace>
  <inkml:trace contextRef="#ctx0" brushRef="#br2" timeOffset="-18968.95">28160 14802 1425 0,'-3'-16'0'0,"1"4"0"0,2 3 0 0,0-2 0 0,-2 1 0 0,2 0 0 0,0 5 0 0,-3-1 0 0,3 3 0 0,0 2 0 0,0 1 113 0,0 0-38 15,0 20 187-15,3 7-103 16,-1 15-66-16,3 6-28 0,-3 14 325 0,3-2-177 15,-2 5-88-15,2-7 274 0,-1 16-185 0,0-2-89 16,-2 2-44-16,-2 6 105 0,0 1-180 16,0 1-6-16,-2 1 0 0,-6-4 0 0,3-10 0 0,-5-3 0 15,3 0 0-15,-1-9 0 0,1 2 0 0,-1-7 0 16,1-4 0-16,1-11 0 0,3-2 0 0,-1-9 0 16,0-4 0-16,3-5 0 0,-1-7 0 0,-1-3 0 15,3-3 0-15,0-4 0 0,0 0 0 0,0 0 0 16,0 0 0-16,0 0 0 15,0-4-30-15,0-3-113 0,0-5 64 0,0 1-628 16,3-2 336-16,4-3 166 0,0 0 75 0,3-1-550 16,5-2 321-16,-2-2 161 0</inkml:trace>
  <inkml:trace contextRef="#ctx0" brushRef="#br2" timeOffset="-18651.53">28395 15918 2165 0,'0'-5'0'0,"0"4"0"0,0-1 0 0,0-1 0 0,0 3 0 0,0 0 0 0,0 12 0 0,0 3 0 0,0 2 0 0,2 5 0 0,6 2 133 0,3 1-48 15,0-8-15-15,5 11 235 0,-2-15-133 0,4 5-68 16,0-5-33-16,2-4 86 0,-1-3-50 0,0-4-39 16,0-2-78-16,-2 0 23 0,-3-6 1 15,2-9 23-15,-3-3-60 0,-2 1 25 0,-2-5 1 0,-4 4-23 16,-1-2 29-16,-3-4 0 15,-1 4 6-15,0 0 25 0,0-1-56 0,-6 1 35 16,-5 2-49-16,-1 1 83 0,1 4-2 0,-1 2-37 16,-4 1 61-16,1 5-28 0,0 1 13 0,0 2-38 15,3 2-35-15,-3 0 39 0,5 0 8 0,-2 4-257 16,7 3 117-16,-1 1 59 0,2 2 25 0,3-1-213 16,1-2 97-16,0 1 63 0,0-1 1 0,0-1-541 15,3-2 280-15,7-4 153 0,1 0-465 0</inkml:trace>
  <inkml:trace contextRef="#ctx0" brushRef="#br2" timeOffset="-18286.77">28490 14689 2260 0,'-2'-16'0'0,"2"8"0"0,0 1 0 0,0 1 0 0,7 0 0 0,6 0 0 0,-1 3 0 0,6 0 0 0,1 3 0 0,1 0 0 0,1 0 203 0,3 6-82 0,-1 6-42 0,-8 1 9 15,2 4 79-15,-3 5-64 0,-5 3-34 0,-6 0 67 16,-3 4-49-16,0 2-16 0,-3 0-9 15,-15 1 48-15,2-2-36 0,-7-1 0 16,0-3-37-16,-3-2 51 0,2-3-9 0,-3-7-56 16,1 1-68-16,2-5 34 0,4-2 25 0,-3-3 8 15,3-1-129-15,3-2 73 0,6-2 35 0,1 0-487 16,4 0 243-16,3 0 82 0,3-7 75 0,0-13-530 16,14 0 289-16,11-11 145 0,3 0 72 0,-2-1-534 15</inkml:trace>
  <inkml:trace contextRef="#ctx0" brushRef="#br2" timeOffset="-17884.43">28793 14548 2542 0,'4'-7'0'0,"0"3"0"0,-2 3 0 0,-2 1 0 0,-5 1 0 0,-7 15 0 0,-2 6 0 0,0 1 0 0,-2 10 0 0,4 1 0 0,-6 10 117 16,7 1 444-16,1-5-263 0,4 4-130 0,3-11 71 0,3 5-233 0,0-4-6 15,0-5 0-15,7-1 0 0,4-10 0 0,1 1 0 16,6-6 0-16,-3-2 0 15,5-7-102-15,-1-3 52 0,-2-1-385 0,0 0 234 16,-2-3 29-16,-2-6 86 0,-1-5-196 0,-2 1 123 16,0 2 61-16,-7 3 66 0,2 0-15 0,-3 1 10 15,1 3 0-15,-1 2 268 0,-2 1-134 0,0-1-67 16,0 2-43-16,0 0 423 0,0 9-157 0,0 5-127 16,0 0 313-16,0 3-274 0,0 0-165 0,2 1 0 15,3-4 0-15,5 0 0 0,3-3 0 0,0-4 0 16,2-3-79-16,4-4 22 15,-2 0 47-15,0 0-211 0,-3-5 103 0,-1-6 73 16,-6 1-396-16,0-5 207 0,-4-1 94 0,-1 2 52 16,-2 0 182-16,0-3-66 0,-9 3-41 0,-3 0 123 15,0 2 56-15,-4-3-102 0,2 7-50 0,-2-2 256 16,5 5-118-16,-3-1-78 0,4 5 25 0,1-1 2 16,0 0 4-16,5 2-34 0,0 0-231 0,0 0 93 15,3 0 53-15,1 0 25 0,0 4-714 0,0-1 351 16,0 1 128-16,3-2 107 0,7-2-644 0</inkml:trace>
  <inkml:trace contextRef="#ctx0" brushRef="#br2" timeOffset="-17576.25">28948 14310 2204 0,'-2'-13'0'0,"2"3"0"0,0 1 0 0,0-1 0 0,2-3 0 0,10 4 0 0,4 3 0 0,0 3 0 0,3 0 0 0,1 3 0 0,-1 0 74 0,1 6 170 0,-4 6-103 16,-1 4-52-16,-4-2-11 0,-5 6-41 0,-3 3 0 15,-3 2 0-15,0 1-46 0,-15-2 47 0,0 2 8 16,-5-1-9-16,-1-3 41 0,0-3-1 0,3-8-40 16,-1 2 43-16,5-5 9 0,2-5-52 0,1 2 0 15,4-4 157-15,0-1-78 0,6 0-40 0,-1 0-19 16,2 0-57-16,0 0 0 0,2 0 0 15,13 0 0-15,6 0 0 0,-1 0 0 16,7 0 0-16,3 0 0 0,0 0 0 0,-1 0 0 16,1 0 0-16,-7 0 0 0,2 0 0 0,-2 3 0 15,-5 2-13-15,-1 2-249 0,-2 3 132 0</inkml:trace>
  <inkml:trace contextRef="#ctx0" brushRef="#br2" timeOffset="-9443.06">29466 15386 1997 0,'-10'-4'0'0,"5"3"0"0,0 1 0 0,4 0 0 0,1 0 0 0,0 0 0 0,0 0 0 0,1 0 0 0,14 0 0 0,-1 3 0 0,4 0 244 0,0 2-102 0,2 0-42 0,1-1 131 15,0 2-96-15,0-1-47 0,7-1 225 0,-6 0-137 16,0-1-58-16,0 1-45 0,-1-2 103 0,-2 0-68 15,1 0-78-15,-4-1-30 0,-4-1 0 0,-2 0 0 16,3 0 0-16,-6 0-2 0,0 0-64 0,-4 0 63 16,2 0 16-16,0 0-218 0,0 0 119 0,-2-1-9 15,0-3-653-15,3-2 342 0,-3 3 189 16,2 1 88-16</inkml:trace>
  <inkml:trace contextRef="#ctx0" brushRef="#br2" timeOffset="-9198.39">29569 15701 3319 0,'-13'0'0'0,"5"0"0"0,4 10 0 0,3-2 0 0,-1-5 0 0,2 1 0 0,0 1 0 0,0 1 0 0,0 0 0 0,5 2 0 0,7-3 230 16,4 2 152-16,4-1-382 0,4 1 0 0,-1-2 0 15,4 0 0-15,-1-1 0 0,1-3 0 0,-4 2 0 16,2-2 0-16,-3-1 0 0,0 0 0 0,-3 0 0 15,-5 0 0-15,1 0 0 0,-4 0 0 0,-4 0 0 16,-2 0 0-16,-3 0 0 0,0 0 0 0,1 0-399 16,-3 0 173-16,0 0 93 0,0 0-229 0,0 0 161 15,0 0 81-15,0 0-627 0,1 0 359 0</inkml:trace>
  <inkml:trace contextRef="#ctx0" brushRef="#br2" timeOffset="-8705.81">30335 15444 2268 0,'-10'-4'0'0,"4"2"0"16,3 1 0-16,-1-2 0 0,1 3 0 0,3 0 0 0,-2 0 0 0,2 0 0 0,0 0 0 0,0 0 0 0,7 0 294 0,11 0-127 0,5 0-64 15,5 3 376-15,2-3-220 0,4 0-99 0,8 0 41 0,-2 0-201 16,1-4 0-16,4-3 0 0,-3 1 0 16,-1-2 0-16,7 1 0 0,-4-1 0 0,-4 3 0 15,-5-1 0-15,0 1 0 0,-6 1 0 0,1-1 0 16,-7-2 0-16,-2 3 0 0,-4 1 0 0,-4-3 0 15,-1 3 0-15,-5-1 0 0,-2 2 0 0,-1-2 0 16,-2 2 0-16,0 1-393 0,-2-1 85 0,0 0 139 16,0 2 65-16,-11 0-264 0,0 0 165 0,-5 4 81 15,1 6-636-15</inkml:trace>
  <inkml:trace contextRef="#ctx0" brushRef="#br2" timeOffset="-8450.76">30502 15593 3006 0,'-13'0'0'0,"8"11"0"0,1 1 0 0,1 2 0 0,-2-1 0 0,2 0 0 0,3 4 0 0,0-2 0 0,0 3 0 0,0 2 0 0,3-1 478 0,5 1-219 0,-3 1-109 0,2 2-112 15,0-3-38-15,-2 1 0 0,0 1 0 0,-4-3 0 16,1 2 0-16,-2-2 0 0,0-1 0 0,0-3 0 15,-3 0 0-15,-2-1 0 0,-2-3 0 0,2-3 0 16,0-1 0-16,2-2 0 0,-1 0-571 0,3-4 192 16,-1-1 174-16,0 0 56 0,2 0-224 0,0 0 156 15,0-1 93-15,2-15-553 0</inkml:trace>
  <inkml:trace contextRef="#ctx0" brushRef="#br2" timeOffset="-8075.27">30640 15695 2584 0,'2'-5'0'0,"10"-2"0"0,-1-1 0 0,3-3 0 0,0 2 0 0,0-1 0 0,4 3 0 0,-1 1 0 0,5 3 0 0,-1 0 0 0,-4 3 449 0,5 0-204 0,-4 6-103 0,-1 5-50 16,-1 4 26-16,-3 4-28 16,-6-1-11-16,-2 3-17 0,-3 2-21 0,-2 4-12 15,-2-2-29-15,-10 2 0 0,-6-3 0 0,0 1 0 16,-4-1 0-16,-1-3 0 0,3 0 0 0,0-8 0 15,-7 4 0-15,10-8 0 0,-4-2 0 0,1-2 0 16,8-1 0-16,-2-1 0 0,3-3 0 0,3 0 0 16,4 0 0-16,1 0 0 0,3 0 0 0,0 0 0 15,0 0 0-15,4 0 0 0,13 0 0 0,0-3 0 16,2 2 0-16,8-2 0 16,-2 2 0-16,1-1 0 0,-1 2 0 0,3 0 0 15,-4 0 0-15,9 0 0 0,-8 0 0 0,-3 0 0 16,-1 0 0-16,-2 0 0 0,-3 0 0 0,-4 3 0 15,1 0 0-15,-4-2 0 0,-4 2 0 0,0-1 0 16,-2-2 0-16,-1 1 0 0,2-1-26 0,-2 0-363 16,-2 0 173-16,0 0 87 0,0 0-550 0,0-7 324 15,0-7 156-15,-2-2-505 0</inkml:trace>
  <inkml:trace contextRef="#ctx0" brushRef="#br2" timeOffset="-7846.42">30812 14733 3278 0,'-13'-33'0'0,"6"20"0"0,5 10 0 0,2-1 0 0,-2 2 0 0,2 0 0 0,0 0 0 0,0 2 0 0,0 0 0 0,0 8 0 0,4 10 124 0,3 7 202 0,1 7-143 0,0 7-163 15,-6-3-20-15,1 13 0 0,-3-4 0 0,0 0 0 16,0-1 0-16,0-9 0 0,-2 2 0 0,-4-1 0 15,1-2 0-15,5-7-31 0,-2-3 22 16,2-3-1-16,0-3-707 0,0-4 265 0,0-4 209 0,7-2-533 16,6-4 368-16</inkml:trace>
  <inkml:trace contextRef="#ctx0" brushRef="#br2" timeOffset="-7522.33">31190 15086 2664 0,'0'-5'0'0,"0"2"0"0,0 1 0 0,8-1 0 0,1 1 0 0,4-1 0 0,2 3 0 0,2 0 0 0,1 0 0 0,9 5 0 0,1 8 582 16,0 2-272-16,2 3-134 0,0 2-68 0,-3 4-17 15,-2 0-91-15,-5 2 0 0,-4 0 0 0,-4 3 0 16,-7-2 0-16,-3 4 0 0,-2-1 0 0,-3 0 0 15,-16-1 0-15,-2-1 0 0,-6 1 0 0,0-8 0 16,-2 2 0-16,-3-5 0 0,0-3 0 0,1-1 0 16,-1-3 0-16,0-2 0 0,0-3 0 0,4-5 0 15,8 2 0-15,-3-3 0 16,6 0 0-16,7 0 0 0,0 0 0 0,8 0 0 16,0-3 0-16,2-3 0 0,0-3-229 0,9 2-23 15,8-4 111-15,4-2-310 0,6-2 206 0,0-2 100 16,1-2 52-16</inkml:trace>
  <inkml:trace contextRef="#ctx0" brushRef="#br2" timeOffset="-6996.63">31640 14978 3472 0,'0'-12'0'0,"0"9"0"0,0 2 0 0,0-1 0 0,-2 2 0 0,-3 0 0 0,-2 6 0 0,-3 15 0 0,-3 10 0 0,-4 9 0 0,1 3 426 0,1 7-393 0,-2 3-33 0,-1 4 0 15,1-2 0-15,5 1 0 0,-1-5 0 16,6-1 0-16,4-5 0 0,1-9 0 0,2-1 0 0,0-4 0 16,0-6 0-16,7-2 0 0,3-5 0 0,3-4 0 15,-2-5 0-15,5-5 0 16,-1-4 0-16,7 0 0 0,1-2 0 0,-1-14 0 16,1 0 0-16,0-5 0 0,-2-3 0 0,0 3 0 15,-3-3 0-15,-8 7 0 0,2-4-4 0,-2 4-106 16,-5 5 26-16,-2-1 10 0,1 5 257 0,-3 1-111 15,-1 2-56-15,0 4-15 0,0 1-1 16,0 0 0-16,-1 0 0 0,-6 13 0 0,2 4 0 0,-3 4 0 16,6 0 0-16,-1 9 0 15,3-4 0-15,0-1 0 0,0-4 0 0,3 1 0 0,3-2 0 16,5-4 0-16,-1-2 0 0,6-5 0 16,-2-3 0-16,2-4 0 0,1-2 0 0,0 0 0 15,-2 0 0-15,3-10 0 0,0-3 0 0,-6-4 0 16,2 0 0-16,-5-2 0 0,-2-1 0 0,-2-3 0 15,-5-4 0-15,0 5 0 0,0-1 0 0,-2-3 0 16,-10 4 0-16,-4 3 0 0,1 0 0 0,-7 4 0 16,4 3 0-16,-4 5 0 0,-5 0 0 0,8 5 0 15,-3 0 0-15,7 2 0 0,0 0 0 16,5 0 0-16,3 2 0 0,2 1 0 16,-1 6 0-16,6-2 0 0,0 1 0 0,0 2 0 15,8-2 0-15,4-1 0 0,4 1 0 0,-1-5 0 16,2 0-219-16,3-3-4 0,-2 0 91 0,-1 0-788 15,1-8 439-15,-1-5 212 0</inkml:trace>
  <inkml:trace contextRef="#ctx0" brushRef="#br2" timeOffset="-6597.91">31864 14659 2662 0,'-9'-16'-21'0,"5"7"8"0,4 1 3 0,0-2 4 0,0-2 1 0,2 3 1 0,6 2 1 0,2 1 1 0,4 1 1 0,7-1-10 0,2 4 391 0,2 1-168 15,-1 1-85-15,3 0-43 0,-8 0-27 0,3 7-5 16,-3 1-11-16,-3 4 0 0,-6 1-72 0,-5 5 37 16,-3-1-2-16,-2 1 19 0,0 7-11 0,-10-4 27 15,-10-3 0-15,1 1 27 0,-4-3-1 0,2-2-15 16,-8 1-66-16,12-6 110 0,-4-2-94 0,6-1 0 15,5-3 0-15,3-1 0 0,0-2 0 16,6 3 0-16,1-2 0 0,0-1 0 16,10 5 0-16,6 1 0 0,6-1 0 0,0 2 0 0,1 2 0 15,2 3 0-15,-3 1 0 0,-2 0 0 16,-5 2 0-16,1 1 0 0,-9 4 0 0,-2-3 0 16,-5 2 0-16,0-3 0 0,-8 6 0 0,-12-8 0 15,-2 1 0-15,-1-1 0 0,-4-6 0 0,4 0 0 16,-7-1 0-16,5-6 0 0,3 0 0 0,2-1 0 15,3 0 0-15,6 0 0 0,1 0 0 0,5-5 0 16,3 0 0-16,2-5 0 16,0 1 0-16,10 1-93 0,12-1-141 0</inkml:trace>
  <inkml:trace contextRef="#ctx0" brushRef="#br2" timeOffset="-5724.95">32141 15229 3270 0,'-8'-4'0'0,"8"2"0"0,0 2 0 0,0 0 0 0,0 0 0 0,3 0 0 0,9-3 0 0,3 2 0 0,3-2 0 0,5 2 0 0,1-2 342 0,3-1-150 16,-3 0-77-16,5 2-103 0,-8-1-12 0,1 1 0 15,0 0 0-15,-4 2 0 16,-1 0-41-16,-1 0-2 0,-7 0 52 0,-1 0-798 0,2 4 414 0,-9 2 170 16</inkml:trace>
  <inkml:trace contextRef="#ctx0" brushRef="#br2" timeOffset="-5571.03">32116 15415 3111 0,'-23'5'0'0,"11"2"0"0,2 0 0 0,5-3 0 0,4 1 0 0,1-2 0 0,0 1 0 0,1-2 0 0,21 2 0 0,-1-2 0 0,3-1 396 16,6 1-168-16,0-2-99 16,0 2-62-16,-2-2-67 0,2 0 0 0,-2 0 0 0,-6 2-366 15,4-2 68-15,-5 3 169 0,-1 1 84 16,-5-2-1018-16</inkml:trace>
  <inkml:trace contextRef="#ctx0" brushRef="#br2" timeOffset="-5388.47">32507 15334 3860 0,'-4'-8'0'0,"4"6"0"0,0 2 0 0,9-3 0 0,3 3 0 0,3 0 0 0,0 0 0 0,3 0 0 0,4 0 0 0,5 0 0 0,1 0 71 0,2 0-71 0,2 0 0 0,1 0 0 16,-1 0 0-16,1 0 0 0,-3 0 0 0,-3-1 0 15,-4 0 0-15,-2-2 0 0,-2 2-238 0,-8 1-220 16,-2 0 249-16,-4 0-975 0,-5 0 562 0</inkml:trace>
  <inkml:trace contextRef="#ctx0" brushRef="#br2" timeOffset="-5217">32586 15397 2941 0,'-15'15'0'0,"3"10"0"0,4-1 0 0,3 1 0 0,1 2 0 0,1 2 0 0,0 3 0 0,0-1 0 15,3 2 0-15,0-3 0 0,0 0 775 0,0-3-560 0,0 2-215 0,0-7 0 0,0-1 0 0,0 0 0 0,0-5 0 0,0-4-70 16,0-2-225-16,0-3 167 0,0-5 84 0,6-2-1005 16,1 0 527-16,1-4 133 0</inkml:trace>
  <inkml:trace contextRef="#ctx0" brushRef="#br2" timeOffset="-4930.54">32674 15519 2891 0,'2'-3'0'0,"6"3"0"0,5 0 0 0,-3 0 0 0,2 0 0 0,1 3 0 0,1 7 0 0,2 0 0 0,-2 5 0 0,1-1 0 0,-2 2 130 0,0 2-45 16,-6-1 269-16,-2-2-157 0,-3 5-79 0,-2-6-142 15,-4 4 27-15,-12 0 0 0,-8-3 37 0,-2 0-43 16,-14 2 1-16,8-7 52 0,-1 4 39 0,1-5-89 16,10-2 0-16,-3 2 0 0,7-4 0 0,8-4 0 15,3 2 0-15,4-1 0 0,3-1 0 0,0 2 0 16,12-2 0-16,9 1 0 0,11 0 0 0,8 2 0 15,0-2 0-15,0-1 0 0,3 1 0 0,-6-2 0 16,3 0 0-16,-4 0 0 0,-2 0 0 0,-9 0 0 16,-3 0 0-16,-9 2 0 15,-1 0-191-15,-7-1 45 0,-4 2-594 0,-1-2 349 16,0 1 176-16,-3-2-165 0,-12 0 175 0,2-2 83 16,-9-16 41-16</inkml:trace>
  <inkml:trace contextRef="#ctx0" brushRef="#br2" timeOffset="-4762.58">32809 14586 3931 0,'-5'-5'0'0,"5"5"0"0,0 0 0 0,0 0 0 0,0 12 0 0,0 11 0 0,0 7 0 0,0 8 0 0,2 3 0 0,1 20 0 0,3 1 0 0,1 5 0 0,2-1 0 0,1-1 0 16,-2-9 0-16,-1 17 0 0,-4-5 0 0</inkml:trace>
  <inkml:trace contextRef="#ctx0" brushRef="#br2" timeOffset="-3140.42">23996 13782 2345 0,'-13'0'0'0,"1"0"0"0,2 4 0 0,1 1 0 0,0-1 0 0,6 2 0 0,-1-3 0 0,4 6 0 0,0-3 0 0,0 4 0 0,0 0 164 16,2 1-68-16,3 0 394 0,4 1-226 0,0-1-112 15,-2 0 268-15,3-1-420 0,-1 3 0 16,0-5 0-16,3 2 0 0,1 0 0 0,0-3 0 0,2 1 0 15,1-3 0-15,4-1 0 0,4 2 0 0,-1-3 0 16,4 1 0-16,2-1 0 0,1 3 0 16,2 0 0-16,4 0 0 0,7 2 0 15,-2 1 0-15,4 0 0 0,6 1 0 0,9 1 0 16,2-4 0-16,4 3 0 0,11-5 0 0,9-1 0 16,14-2 0-16,3-2 0 0,4 0 0 0,6 0 0 15,24-8 0-15,-22 1 0 0,23-5 0 0,-14 3 0 16,-20 0 0-16,8 4 0 15,-20 2 0-15,2 2 0 0,-14 1 0 0,-6 0 0 0,-8 0 0 0,-13 0 0 16,-8 4 0-16,2 3 0 0,-10-6 0 0,-1 3 0 16,-8-2 0-16,-5-2 0 15,-2 0 0-15,-7 0 0 0,-2 0 0 0,-5 0 0 16,-1 0 0-16,-3 0 0 0,-1 0 0 0,-1-2 0 16,-1 1 0-16,0-2 0 0,0 0 0 0,0-1 0 15,0 3 0-15,0-3 0 0,0 1 0 0,0 2 0 16,0 1 0-16,-1 0 0 0</inkml:trace>
  <inkml:trace contextRef="#ctx0" brushRef="#br2" timeOffset="5718.2">5588 8136 2308 0,'-9'-4'0'0,"1"-2"0"0,1 0 0 0,1 3 0 0,3-3 0 0,-2-1 0 0,5 0 0 0,0 0 0 0,0-2 0 0,0-2 0 0,0-2 69 0,5 1 82 0,-2 5-55 0,5-4-27 16,-3 5 11-16,2-4 45 0,-2 3-41 0,0-1 0 16,1 2 47-16,1 2-44 0,1 1 10 0,1-1 16 15,1 0-36-15,1 1 0 0,2 1-36 0,0 0-39 16,5 0 50-16,-2 0-10 0,1 0 0 0,0 2-84 16,1 0 42-16,-1 0 0 0,1 0 52 0,-4 0-119 15,0 4 52-15,-2 4 5 0,-1-3-22 0,-2 5 10 16,-2-3 4-16,-2 3-17 15,0-1 0-15,-2 2 23 0,-1 2 15 0,1-1 63 16,-3 4-30-16,0-4-6 0,0 3-26 0,0 0 99 16,-5 0-44-16,-1 0-20 0,-1 2-39 0,0 1 0 15,-1-2 0-15,-4 1 0 0,3 0 0 0,-2 1 0 16,-2-3 0-16,1 2 0 0,-4 1 0 0,2-2 0 16,-4 0 0-16,3-2 0 0,-4-1 0 0,3 1 0 15,-4-4 0-15,2 2 0 0,-1-1 0 0,2-2 0 16,2-1 0-16,4-4 0 15,-1 1 0-15,3-1 0 0,2-1 0 0,2-3 0 16,0 1 0-16,3-1 0 0,2 0 0 0,0 0 0 16,0 0 0-16,0 0 0 0,0 0 0 0,0 0 0 15,0 0 0-15,7 0 0 0,4 0 0 0,-1 0 0 16,5 0 0-16,4 0 0 0,0 0 0 0,2 0 0 16,3 0 0-16,0-1 0 0,4-4 0 0,-3 3 0 15,-1-1 0-15,2 1 0 0,1 0 0 0,-6 0 0 16,3 2 0-16,-2 0 0 15,-1 0 0-15,0-2 0 0,-4 2 0 0,0-2 0 16,-4 0 0-16,-1 0 0 0,-2 1 0 0,-2-1 0 16,-1 0 0-16,-3-2 0 0,0 2 0 0,0-1 0 15,-1 0 0-15,-2 0 0 0,0 1 0 0,-1 0 0 16,0 0 0-16,0 1 0 0,0-2 0 0,0 3 0 16,0 0-222-16,0 0 7 0,3 0-805 0,-2 0 490 15,1 0 243-15</inkml:trace>
  <inkml:trace contextRef="#ctx1" brushRef="#br0" timeOffset="-151922.91">17003 14136 0,'0'0'16</inkml:trace>
  <inkml:trace contextRef="#ctx0" brushRef="#br0" timeOffset="11248.47">5498 8127 1493 0,'0'0'0'0,"0"-1"0"0,0-1 0 0,0 0 0 0,-2 0 0 0,2 2 0 0,0-1 0 0,0 1 0 15,-1-2 0-15,1 2 0 0,-3 0 216 0,3-2-88 0,0 2-44 0,0-2 0 0,0 0 44 16,0 0-49-16,0-4 0 0,0 2-39 0,0-1 27 16,0 1 1-16,0-1-18 0,0-1-10 0,0 1 93 15,0-1-46-15,0 0-1 0,0 2-46 0,0-1 89 16,3-1-49-16,-2 1-1 0,4 1 1 16,-3-2 1-16,1 0-41 0,0 2-14 15,1-1 14-15,1 1 0 0,2 0 0 0,0-1-51 16,0 2 26-16,4-2 9 0,-3-1 16 0,2 2-29 15,1-1-1-15,-2 1 30 0,3-1-23 0,-3 3-20 16,0-2 17-16,1 0 14 0,0 2 23 0,-3 0-26 16,0 1-8-16,2-2 48 0,-5 2-14 0,4 1-51 15,-3 0 0-15,1 0 0 0,1 0 0 0,0 0 0 16,-2 0 0-16,0 0 0 0,1 0 0 0,1 0 0 16,-2 0 0-16,-2 0 0 0,1 1 0 0,-1 3 0 15,3 0 0-15,-2-2 0 16,-2 2 0-16,4 0 0 0,-2-1 0 0,-1 1 0 15,1 0 0-15,-3-1 0 0,3 1 0 0,2 1 0 16,-4-2 0-16,2 0 0 0,-2 0 0 0,2 0 0 16,-1 1 0-16,1 2 0 0,-3-1 0 0,3-1 0 15,-1 3 0-15,0-1 0 0,-3 2 0 0,0-1 0 16,0 3 0-16,2-3 0 0,-2 3 0 0,0-1 0 16,0 0 0-16,0-1 0 15,0 2 0-15,0 0 0 0,0-1 0 0,0 3 0 16,-2-1 0-16,-4 4 0 0,1-3 0 0,-1 1 0 15,1 0 0-15,-3 2 0 0,-2 0 0 0,2 2 0 16,-4-2 0-16,0 0 0 0,2 2 0 0,-6-2 0 16,3 1 0-16,-2-3 0 0,0-3 0 0,-2 0 0 15,2 0 0-15,0-3 0 0,0-1 0 0,3-3 0 16,0 1 0-16,1 0 0 0,-1-2 0 0,4-1 0 16,-2 1 0-16,1-2 0 15,-2 2 0-15,4 0 0 0,2 0 0 0,0-2 0 16,0 2 0-16,1-2 0 0,2 0 0 0,0 2 0 15,2-2 0-15,0 0 0 0,0 0 0 0,0 0 0 16,0 0 0-16,0 0 0 0,2 0 0 0,4 0 0 16,4 0 0-16,2 0 0 0,-1 0 0 0,1 0 0 15,2 0 0-15,1-2 0 0,1 0 0 0,3 0 0 16,0 0 0-16,0-2 0 16,1 3 0-16,3-1 0 0,-1 0 0 0,4 0 0 15,-2 0 0-15,2 0 0 0,-4 1 0 0,2 1 0 16,-1 0 0-16,3 0 0 0,-1 0 0 0,0 0 0 15,-4 0 0-15,2 0 0 0,0 0 0 0,-3 0 0 16,-3 0 0-16,-2 0 0 0,-1 0 0 0,-5 0 0 16,0 0 0-16,-3 0 0 0,-1 0 0 0,-2 0 0 15,-1 0 0-15,-2 0 0 0,0 0 0 0,0 0 0 16,0 0 0-16,0 0 0 0,0-2 0 0,0-1 0 16,-2 2 0-16,-1-3 0 15,-2 2 0-15,-1-1 0 0,2 0 0 0,1 1 0 16,1 1 0-16,-2-3 0 0,4 0-473 0,0-5 189 15,0-2-816-15,0-6 521 0</inkml:trace>
  <inkml:trace contextRef="#ctx0" brushRef="#br0" timeOffset="11538.34">6044 7876 2961 0,'0'-5'0'0,"0"1"0"0,0 0 0 0,0-2 0 0,6 3 0 0,5-1 0 0,-3 3 0 0,7-2 0 0,0 1 0 0,5 2 0 0,-1 0 125 0,6 2-48 0,-4 8 477 16,4 5-340-16,-3-1-214 0,0 7 0 0,-1 4 0 16,-1-2 0-16,-3 6 0 0,-4 3 0 15,-1 2 0-15,-7 7 0 0,-3-5 0 0,-2 12 0 16,0-4 0-16,-9 3 0 0,-4-3 0 0,-2 0 0 0,0-8 0 16,-7 7 0-16,4-13 0 15,-2-2 0-15,1-3 0 0,3-8 0 0,-1-4 0 16,-1-2 0-16,3-4 0 0,2-3 0 0,2 0 0 15,3-4 0-15,-2 0 0 0,5 0 0 0,0 0 0 16,3 0 0-16,1 0 0 0,-1 0 0 0,2 0 0 16,0 0 0-16,0-2 0 15,10 0-127-15</inkml:trace>
  <inkml:trace contextRef="#ctx0" brushRef="#br0" timeOffset="13382.05">6696 7807 2773 0,'0'-6'0'0,"0"0"-4"0,0 3 0 0,0 1 1 0,3 0 1 0,2 2 1 0,1 0 1 0,4 0 0 0,2 5 0 0,3 6 0 0,0 4 315 0,2 1-135 16,1 3 428-16,-4-2-539 0,9 7-69 0,-4-2 0 16,2-1 0-16,-1 1 0 0,3-1 0 0,-5-4 0 0,4 6 0 15,-1-5 0-15,-5-3 0 0,2 1 0 16,-5-1 0-16,1-1 0 0,-3-2 0 0,-2-1 0 16,-4-4 0-16,3 0 0 0,-8 0 0 0,2-4 0 15,1 1 0-15,-2-2 0 0,-1-2 0 0,0 2 0 16,0-2 0-16,0 0-688 0,0 0 297 0,0 0 173 15,0 0 86-15,2-2-277 0,3-11 168 0,10-7 102 16</inkml:trace>
  <inkml:trace contextRef="#ctx0" brushRef="#br0" timeOffset="13706.58">7306 7586 3602 0,'0'-8'0'0,"0"4"0"0,0 0 0 0,0 0 0 0,0 2 0 0,0 0 0 0,0 1 0 0,0 1 0 0,-3 0 0 0,-1 0 0 0,-1 9 305 0,1 7-281 0,-4 4-24 0,2 4 0 16,-3 4 0-16,0 6 0 0,-3 12 0 15,0-1 0-15,-3 3 0 0,-2 5 0 0,-1 9 0 16,2-10 0-16,-7 18 0 0,4-5 0 16,0 3 0-16,-3 3 0 0,3 3 0 0,1 1 0 15,-1-4 0-15,2-3 0 0,0-1 0 0,2-1 0 16,4-2 0-16,-1-11 0 0,3 3 0 0,1-5 0 0,3-12 0 15,-1-2 0-15,1-11 0 0,1-1 0 0,1-8 0 16,1-6 0-16,-1-1 0 0,1-5 0 16,1-3 0-16,-2-2 0 0,1 0 0 0,-1 0 0 15,-1 0 0-15,1 0 0 0,1 0 0 0,0-4 0 0,2-7 0 16,0-6 0-16,0-7 0 16,11-10-434-16,6-5 122 0,4-11 123 0,7-15-416 15</inkml:trace>
  <inkml:trace contextRef="#ctx0" brushRef="#br0" timeOffset="13900.11">7310 7990 3780 0,'7'-9'0'0,"0"7"0"0,1-2 0 0,-2 3 0 0,4-1 0 0,1-2 0 0,2 0 0 0,3 0 0 0,6 2 0 0,-3-2 0 0,5 3 151 0,4-2-151 0,1 0 0 15,-3 2 0-15,1-2 0 0,0 2 0 0,-4-1 0 0,7 2 0 16,-4-2 0-16,-5 2 0 0,3 0 0 15,-3 0 0-15,-1 0 0 0,-3 0 0 0,-3 0-124 16,-1 2-346-16,-3 5 111 0,-3 0 176 0,-3 3-923 16</inkml:trace>
  <inkml:trace contextRef="#ctx0" brushRef="#br0" timeOffset="14082.11">7596 8157 3779 0,'-21'8'0'0,"3"3"0"0,1-4 0 0,3-4 0 0,5 1 0 0,4-2 0 0,1-2 0 16,2 0 0-16,2 0 0 0,0 1 0 0,9 1 114 0,7 1-76 0,2-3-38 0,3 0 0 16,2 1 0-16,-3-1 0 0,2 0 0 0,-1 0 0 0,0 0 0 15,-1 0 0-15,0 0 0 0,-2 0 0 0,2 0 0 0,-5 4 0 16,3 0-476 0,2-1-131-16,-5 1 293 0,5 2 92 0,-2-1-754 0</inkml:trace>
  <inkml:trace contextRef="#ctx0" brushRef="#br0" timeOffset="14609">8308 8152 2304 0,'-5'-6'0'0,"-2"3"0"0,4-1 0 0,-5-3 0 0,3 2 0 0,-2 0 0 0,0-2 0 0,-2-1 0 16,5 2 0-16,-3-1 0 0,0-2 150 0,3 1 306 0,0-1-214 15,3-1-101-15,-2-1-51 0,3 0 114 0,0-1-83 16,3-1-31-16,3 3 43 0,6-2-133 0,2 0 0 0,4-1 0 16,3 2 0-16,-1 1 0 0,4 2 0 15,1 0 0-15,1 2 0 0,-4 2 0 0,3 2 0 0,-2 2 0 16,3 0 0-16,-6 0 0 0,7 5 0 0,-6 6 0 15,-5 1 0-15,1 3 0 16,2 6 0-16,-9-2 0 0,-1 5 0 0,-6 1 0 0,-3 3 0 16,0 0 0-16,-2 2 0 0,-8 0 0 0,-8 0 0 15,0-2 0-15,-3 2 0 0,-4-4 0 16,-3 1 0-16,3-4 0 0,-4-4 0 0,1-7 0 16,4 0 0-16,3-5 0 0,-1-1 0 15,3-2 0-15,1-2 0 0,7-2 0 0,0 0 0 0,3 0 0 16,3 0 0-16,3 0 0 0,2 0 0 15,0 0 0-15,0 0 0 0,0 0 0 0,7 0 0 0,10 4 0 16,-2-1 0-16,6 1 0 0,4 2 0 0,-3-3 0 16,4 1 0-1,-5-2 0-15,2 0 0 0,-2 2 0 0,-1-4 0 0,-1 0 0 0,-1 0 0 16,-2 0 0-16,-2 0 0 0,0 0 0 0,-1 0 0 16,0 0 0-16,1 0 0 0,1 0 0 15,1 0 0-15,5-6-733 0,2-5 113 0,0-6 295 16,6-10 143-16</inkml:trace>
  <inkml:trace contextRef="#ctx0" brushRef="#br0" timeOffset="14869.72">8839 8032 3654 0,'-7'-15'0'0,"5"7"0"0,-1 0 0 0,3-3 0 0,0 4 0 0,0 1 0 0,0 1 0 0,5-1 0 0,8 2 0 0,6 2 0 0,1 0 277 0,6 2-277 15,1 0 0-15,1 4 0 0,-1 8 0 0,-5-1 0 16,5 6 0-16,-5 2 0 0,-3 2 0 0,-3-1 0 0,-2 4 0 0,-7-3 0 15,-1 5 0-15,-5-2 0 0,-1 2 0 0,-1-1 0 16,-12 2 0-16,-6-1 0 0,0-3 0 0,-7-3 0 16,-2 0 0-16,-1-4 0 15,-1-2 0 1,-3 0 0-16,1-2 0 0,0-3 0 0,0-2 0 0,4-3 0 0,7 0 0 16,3-4 0-16,4 0 0 0,4 0 0 0,-1 0 0 15,7 0-1241-15,4-2 1108 0,0-10 37 0,12-1 10 0,10-4-1398 16,10-5 1386-16,4-1 29 0,2-3 1 0</inkml:trace>
  <inkml:trace contextRef="#ctx0" brushRef="#br0" timeOffset="15098.1">9335 7895 3931 0,'14'-15'0'0,"-9"2"0"0,0 2 0 0,-4-1 0 0,-1 4 0 0,0 1 0 0,0-1 0 0,-6 6 0 0,-4-1 0 0,1 3 0 0,-2 0 0 0,-2 3 0 0,-4 14 0 0,0 8 0 16,4 3 0-16,-1 8 0 15,3-1 0-15,6 3 0 0,1 0 0 16,4 1 0-16,0-3 0 0,0-1 0 0,2 2 0 0,7-6 0 16,4-1 0-16,3-3 0 0,-4-3 0 15,4-7 0-15,-2 0 0 0,4-4 0 0,-2-4 0 0,3-2 0 16,-1-2 0-16,0-5 0 16,1 0 0-16,-1 0 0 0,1 0 0 0,0 0 0 0,0-3 0 15,0-3 0-15,2-5 0 0,2-5 0 0</inkml:trace>
  <inkml:trace contextRef="#ctx0" brushRef="#br0" timeOffset="15272.53">9613 8081 3812 0,'-9'-6'0'0,"4"2"0"0,-4 3 0 0,2-1 0 0,3 1 0 0,4-2 0 0,0 1 0 0,0 0 0 0,0 0 0 15,11 2 0-15,10 0 119 0,4 0-119 0,3-1 0 0,2 1 0 0,2-3 0 0,0 2 0 16,-2-1 0-16,2 2 0 15,-4-2 0-15,-3 2 0 0,2 0 0 0,-2-2 0 0,-2 2-3 16,-1-2-427-16,0 0-814 0,1-2 593 16,3-2 311-16</inkml:trace>
  <inkml:trace contextRef="#ctx0" brushRef="#br0" timeOffset="15662.05">10261 7696 2904 0,'0'-8'0'0,"0"1"0"0,0 0 0 0,0 0 0 0,0-2 0 0,0 5 0 15,0-1 0-15,0 1 0 0,0 2 0 0,0 0 0 0,0 2 88 0,0 0-49 0,2 0 861 0,0 0-900 0,-1 2 0 0,1 8 0 0,0 1 0 16,1 0 0-16,-3 4 0 0,2-1 0 16,-2 4 0-16,2 2 0 0,-2-3 0 0,1 7 0 0,-1 1 0 15,2 0 0-15,0 5 0 0,0-1 0 16,0 3 0-16,-1-2 0 0,1 5 0 0,0-3 0 15,-2 1 0-15,2 1 0 0,-2 0 0 0,0 1 0 0,0 3 0 16,0-4 0-16,0-2 0 0,0-1 0 0,0-2 0 0,0-7 0 16,0 3 0-16,0-3 0 0,0-1 0 0,-2-4 0 15,2 1 0-15,0-3 0 16,0 0 0-16,0-3 0 0,0 3 0 16,0-1 0-16,0-2 0 0,0 1 0 0,-2-5 0 0,0 2 0 15,1-5 0-15,-3 1 0 16,2-2 0-16,0-1 0 0,-1-3 0 15,1 0 0-15,-3 3 0 0,3-3 0 0,1 0 0 16,-1 0 0-16,0 0 0 0,0 0 0 0,0 0 0 16,2 0 0-16,0 0 0 0,0-3 0 0,2-6-567 0</inkml:trace>
  <inkml:trace contextRef="#ctx0" brushRef="#br0" timeOffset="15829.93">10953 8395 3931 0,'0'0'0'0,"0"0"0"0,2 0 0 0,-2 0 0 0,0 0 0 0,0 0 0 0,0 0 0 0,0-2 0 16,0-2 0-16,0-2 0 0,0 0 0 0,1 3 0 0,1 1-163 0</inkml:trace>
  <inkml:trace contextRef="#ctx0" brushRef="#br0" timeOffset="19352.5">2014 16795 2612 0,'-12'0'0'0,"0"0"0"0,0 0 0 0,1 0 0 0,2 0 0 0,1 0 0 0,3-2 0 0,0 0 0 0,2-1 0 0,1 2 0 0,2 1 232 0,0-1-87 16,0-2-57-16,7 1 41 0,5 1-44 0,6-2-1 16,0 1-44-16,4 2 184 0,-1 0-96 0,4 0-45 15,-3 0-18-15,0 0-49 0,-3 0-16 0,-1 2 0 16,0 8 0-16,-5 1 0 0,-2 3 0 0,-4 0 0 15,-3 5 0-15,-1 3 0 16,-3 1 0-16,0 2 0 0,-5-3 0 0,-5 3 0 16,-3-7 0-16,1 4 0 0,0-4 0 0,-3-3 0 15,3 0 0-15,1-4 0 0,4-3 0 0,0 2 0 16,6-5 0-16,-1 1 0 0,2-3 0 0,0 5 0 16,3-3 0-16,11 3 0 0,4-2 0 0,5 5 0 15,-2-2 0-15,2 0 0 0,-3 1 0 0,0 1 0 16,0 2 0-16,-2 2 0 15,-6 0 0-15,0 2 0 0,-4 2 0 0,-5-1 0 0,-1 2 0 0,-2-2 0 16,0 0 0-16,-12-4 0 0,-3 1 0 0,-6-2 0 16,-2-1 0-16,-1-5 0 15,-3 1 0-15,1-5 0 0,1 0 0 0,-5-3 0 16,3 0 0-16,5 0 0 0,2-5 0 0,2-4 0 16,3-2 0-16,3-3 0 0,2 2 0 0,7-3 0 15,3 0 0-15,0-3-495 0,2 0-98 0,14-2 281 16</inkml:trace>
  <inkml:trace contextRef="#ctx0" brushRef="#br0" timeOffset="19589.24">2415 16772 3931 0,'0'-4'0'15,"9"1"0"-15,-2-1 0 0,2 0 0 0,7 2 0 0,3 2 0 0,-1 0 0 0,3 6 0 0,5 6 0 0,4 8 0 0,3 4 0 0,-4 2 0 0,-5 0 0 0,3 4 0 0,1 8 0 16,-11-7 0-16,1 10 0 0,-9-6 0 16,0 2 0-16,-7 7 0 0,-2-2 0 0,0-1 0 15,-13-8 0-15,-2 3 0 0,-7-4 0 0,-3-4 0 16,0-6 0-16,-3-1 0 0,-1-3 0 0,-1-6 0 16,2-2 0-16,2 1 0 0,6-6 0 0,-2 1-426 15,2-2-191-15</inkml:trace>
  <inkml:trace contextRef="#ctx0" brushRef="#br0" timeOffset="60033.48">3268 16898 2968 0,'-9'-5'0'0,"7"2"0"0,-1 3 0 0,3 0 0 0,-2 0 0 0,2 0 0 0,0 0 0 0,0 0 0 0,7-2 0 0,8 2 0 0,4 0 128 0,7 0 144 16,-1-1-117-16,2-1-58 0,3-2-29 0,0 0 42 0,0 0-27 0,0-1-33 15,-3-1-50-15,-4 2 0 0,0-2 0 0,-3 2 0 16,-5 3-17-16,-2-1-13 0,-1 0 34 0,-5 0-373 15,-2 2 167-15,-4 0 108 0,1 0 14 0,0 0-265 16,-2 0 114-16,0 0 97 0,-4 0 47 0,-4 0-485 16,1 0 256-16,-6 0 144 0</inkml:trace>
  <inkml:trace contextRef="#ctx0" brushRef="#br0" timeOffset="60799.15">3416 16552 3336 0,'-7'16'-7'0,"2"6"5"0,2 3 2 0,-2-4 0 0,3 10 0 0,1 3 0 0,1 2 0 0,0 8 0 0,0-5 0 15,0-2 0-15,1 10 221 0,3-7-93 0,-1 2-45 0,0-8 0 0,2 4-62 16,-3-3 25-16,-2-3-24 0,3-5-22 0,-1-4 0 0,-1 0-2 16,-1-4-33-16,0-6 45 0,0-2-9 15,0-3 25-15,0-5-26 0,0-1 0 0,0-2 0 16,2 0-17-16,1-2-241 0,3-18 117 15,2-2 68-15,2-2 35 0,0-7-2 0,4 1-5 16,-1-2 4-16,1 0-4 0,0 0-350 0,2 2 179 16,-2 1 90-16,-1 8 113 0,2-8 9 0,-3 11-33 0,1-1 0 15,-1 4 331-15,0-1-166 0,1 5-92 16,2 2-31-16,0 0 454 0,2-1-227 16,2 1-59-16,1 2 26 0,-1-2-199 15,6 2 0-15,-4 1 0 0,6 1 0 0,-7 3 0 0,0 1 0 16,1-1 0-16,-2-1 0 0,-1 2 0 0,-3-2 0 0,-2 3 0 15,-3 0 0-15,-1-1 0 16,-3 1 0-16,1 0 0 0,-5 0 0 16,1 0 0-16,-1 0 0 0,-1 0 0 0,0 0 0 0,-1 0 0 15,3 0 0-15,-1 0 0 0,-1 0 0 16,1 0 0-16,1 4 0 0,2 2 0 0,0-3 0 16,-3 4 0-16,3 2 0 0,-2 0 0 15,2 2 0-15,-1 0 0 0,0 2 0 0,-2 2 0 16,3 2 0-16,-3 4 0 0,-2 0 0 15,0 3 0-15,0 2 0 0,0 0 0 0,0 3 0 0,0-5 0 16,-2 8 0-16,-5-2 0 0,-1-2 0 0,3 0 0 0,-3 1 0 16,3-8 0-16,-5 6 0 0,5-8 0 15,-5 3 0-15,1-3 0 0,0-2 0 16,-1-4 0-16,3-3 0 0,-1-3 0 0,-2-5 0 0,1-2 0 16,-1 0 0-16,-1-4 0 0,2-18-572 15,2-6 108-15,-1-14 213 0,2-2-202 16,4-7 200-16,-3-2 113 0,0 4 52 0,3 13-362 0,-3-4 206 15,0 7 105-15,2 9 89 0,-2 0 14 16,2 6 0-16,-1 6 0 0,2 2 416 0,1 4-208 16,-1 3-113-16,2 1 590 0,-2-1-324 0,2 3-176 15,0 0 29-15,0 0 188 0,0 10-156 16,0 5-91-16,-1 2 390 0,-4 7-413 16,-3 3-96-16,1 5 0 0,-3 2 0 0,-5-1 0 15,0 9 0-15,-5-3 0 0,-1 1 0 0,0 1 0 0,-2-6 0 16,-7 10 0-16,2-7 0 0,-2 0 0 15,-2-7 0-15,9-4 0 0,-5-1 0 0,7-5 0 0,5-8 0 16,2-4 0-16,5-4 0 0,0-1 0 0,6-4 0 0,1 0-523 16,2-6 120-16,2-14-592 15,8-4 479-15,11-7 240 0</inkml:trace>
  <inkml:trace contextRef="#ctx0" brushRef="#br0" timeOffset="61043.83">4268 16573 3931 0,'2'-3'0'0,"0"3"0"0,3 0 0 0,-3 9 0 0,3 0 0 0,0 5 0 0,0 6 0 0,3 2 0 0,-3 3 0 0,3 3 0 0,-1 6 0 0,1 2 0 0,-1 1 0 0,-1 7 0 15,-2-4 0-15,-2 2 0 0,-1-7 0 0,-1 12 0 0,0-1 0 16,-8 1 0-16,-6 0 0 0,0 3 0 0,-2 0 0 15,2 0 0-15,0-4 0 0,-2 1 0 0,6-2 0 16,3-12 0-16,-1-6-199 0,3 0 73 0,0-16 31 16,3-2-660-16,0-9 360 0,2-3 180 15,0-29-607-15</inkml:trace>
  <inkml:trace contextRef="#ctx0" brushRef="#br0" timeOffset="61208.92">4550 16419 3651 0,'12'-15'0'0,"-4"8"0"0,0 3 0 0,-3 2 0 0,-1 2 0 0,1 0 0 0,-4 13 0 0,0 5 0 0,2 0 0 0,-3 9 0 0,0-4 280 0,0 1-280 0,0 8 0 0,0 1 0 16,-8-3 0-16,1 2 0 0,-3-1 0 0,2-6-318 16,-1 7-32-16,2-9 192 0,-1-2 96 0,0-1-999 15</inkml:trace>
  <inkml:trace contextRef="#ctx0" brushRef="#br0" timeOffset="61396.43">4307 16812 3365 0,'-9'1'0'0,"1"3"0"0,2-2 0 0,4 2 0 0,-1-4 0 0,3 1 0 0,0-1 0 0,10 0 0 0,8 0 0 0,7 0 0 0,3 0 409 16,4 0-252-16,1-1-157 0,4-3 0 0,-2-2 0 15,2 0 0-15,1 1 0 0,-2 0 0 0,-2-1 0 16,-1-2 0-16,-3 2 0 0,-7 1 0 0,-3 1 0 15,-2 1 0-15,-7 0-613 0,-4 3 136 16,-4 0 231-16,-3 0-651 0,0 13 436 0,-14-1 212 16</inkml:trace>
  <inkml:trace contextRef="#ctx0" brushRef="#br0" timeOffset="61689.78">4382 17033 2855 0,'-5'0'0'0,"3"0"0"0,2 0 0 0,0 0 0 0,0 0 0 0,2 0 0 0,11-4 0 0,2 0 0 0,5-1 0 0,1 3 0 0,2-1 147 0,7-2-60 0,-9 4-26 0,7 0 179 16,-7-2-102-16,2 0-51 15,-5 2-52-15,-1 1 0 0,-2 0 0 0,-5 0 0 16,-4 0 44-16,0 0-1 0,-2 0-59 0,-2 7-19 16,0 0 0-16,-2 2 0 0,0 3 0 0,0 6 0 15,-7 1 0-15,2 1 0 0,-1 4 0 0,2 3 0 16,-1-1 0-16,2 2 0 0,1-4 0 0,0 8 0 15,2-5 0-15,0 0 0 0,0-2 0 0,0 4 0 16,0-7 0-16,-2 6 0 0,0 0 0 0,-2-5 0 16,1-1 0-16,-2 1-30 15,0-4-241-15,0-2 126 0,3-7 43 0,-2-3-292 16,0-3 179-16,2-4 90 0,2 0-635 0</inkml:trace>
  <inkml:trace contextRef="#ctx0" brushRef="#br0" timeOffset="61868.27">4918 16633 3931 0,'12'-13'0'0,"0"5"0"0,1 2 0 0,-3 1 0 0,1 3 0 0,-2 1 0 0,1 1 0 0,-1 0 0 0,0 0 0 0,-1 0 0 0,1 1 0 0,-1 6 0 0,-1-1 0 0,-2 4 0 15,0-2-316-15,-4 4-47 0,1 0 200 0,-2 1 99 16,0 1-478-16,-5 2 290 0,-5 1 136 0,-6-4-865 15</inkml:trace>
  <inkml:trace contextRef="#ctx0" brushRef="#br0" timeOffset="61991.43">4922 16823 2308 0,'-4'5'0'0,"0"0"0"0,3 2 0 0,1-4 0 0,0 1 0 0,0 0 0 0,0-1 0 0,0 1 0 0,5 0 0 0,7 1 0 0,-4 0 151 15,2 0 140-15,-1 1-118 0,1-1-74 0,1 3-568 0,-4-2 252 16,1 3 126-16,-3 0 64 0,-3 5 39 0</inkml:trace>
  <inkml:trace contextRef="#ctx0" brushRef="#br0" timeOffset="62143.84">4880 17302 2759 0,'0'9'0'0,"0"-2"0"0,0-1 0 0,0-4 0 0,0-2 0 0,3 2 0 0,0-2 0 0,4 0 0 0,2-2 0 0,3-7 0 0,1-6 65 0,0 0-21 15,7-8-8-15,-2-1-1 0,1-3 0 0,1-3-711 16,-1-2 355-16,-2-2 188 0,-2 3-712 0</inkml:trace>
  <inkml:trace contextRef="#ctx0" brushRef="#br0" timeOffset="62332.67">5106 16875 2555 0,'-2'-6'0'0,"2"4"0"0,-1-1 0 0,-2 3 0 0,3 0 0 0,0 0 0 0,0-2 0 0,0 1 0 0,10-2 0 16,5-1 0-16,3-2 535 0,5 3-241 0,5-4-134 0,1 1-62 0,1 0 191 15,1-1-289-15,1 0 0 16,0-1 0-16,0-3 0 0,-4 1 0 0,-8 2 0 16,3 0-167-16,-3-1-62 0,-12 3-502 15,1 1 379-15,-5 4 139 0,-1-3-990 0,-3 2 1161 16,0 0 7-16,-10 1-477 16,-2-1 423-16,-3-1 27 0,3-4 0 0,1-6-142 0</inkml:trace>
  <inkml:trace contextRef="#ctx0" brushRef="#br0" timeOffset="62731.77">5378 16540 1970 0,'0'-10'0'0,"0"3"0"0,2-2 0 0,3 6 0 0,1 1 0 0,-1 2 0 0,1 0 0 0,0 0 0 0,1 0 0 0,-3 11 0 0,0 3 515 15,-2 7-244-15,-2 4-117 0,0 5-60 0,-12 8 308 0,-6 0-183 16,1-4 34-16,-7 11-200 0,0-4-53 0,-4 1 0 16,4-3 0-16,6-9 0 0,-2 3 0 0,4-4 0 15,2-3 0-15,5-6 0 0,2 1 0 16,3-6 0-16,2-3 0 0,2-4 0 0,0 1 0 15,0-2 0-15,2-3 0 0,9 0-40 16,-2-4 17-16,7 0-158 0,-2 0 83 16,-1 0-6-16,-3 0 37 0,3 0 19 0,-3-3 4 15,2 2 181-15,-4-1-86 0,0-2-43 0,-2 2 0 16,-3 0-44-16,-1 2-8 0,1 0 304 0,-1 0-141 16,-2 4-34-16,0 7-68 0,-5 6-17 0,-2 0 0 15,-3 4 0-15,3-1 0 0,1 3 0 0,1-5 0 16,1 1 0-16,4-2 0 0,0-3 0 15,0-3 0-15,0-2 0 0,4-2 0 0,6-4 0 0,2 0 0 16,4-3 0-16,-2 0 0 16,2 0 0-16,-2 0 0 0,3 0 0 0,0-3 0 15,-4 3 0-15,0 0 0 0,-1 0 0 0,-1 0 0 16,-1 0 0-16,-1 6 0 0,-2-1 0 0,0 5 0 16,-5-3 0-16,0 0 0 0,1 3 0 0,-2-5 0 15,-1 2-133-15,0-1 14 0,0-2 38 0,0-3-800 16,0 2 414-16,0-3 220 0</inkml:trace>
  <inkml:trace contextRef="#ctx0" brushRef="#br0" timeOffset="62882.97">5796 16762 3575 0,'4'0'0'15,"2"-1"0"-15,2 1 0 0,-3-3 0 0,2 3 0 0,2 0 0 0,-2 0 0 0,-2 3 0 0,1 3 0 0,-1 4 0 0,1 1 356 0,-2 2-356 0,0 1 0 0,-2 1-359 16,0 6 10-16,-2 1 188 0</inkml:trace>
  <inkml:trace contextRef="#ctx0" brushRef="#br0" timeOffset="63014.4">5798 17125 3646 0,'0'4'0'16,"0"-4"0"-16,0 0 0 0,0 0 0 0,0 0 0 0,0 0 0 0,0 0 0 0,5 0 0 0,0 0 0 0,1 0 0 0,-1 0-223 0,2 0 129 0,2 0 74 0</inkml:trace>
  <inkml:trace contextRef="#ctx0" brushRef="#br0" timeOffset="64667.02">18044 8293 1701 0,'-2'0'0'0,"2"0"0"0,-1 0 0 0,1 0 0 15,0 0 0-15,0 0 0 0,0 0 0 0,0 0 0 0,11-1 0 0,8-4 0 0,7 0 69 0,4-3 200 0,11-2-116 0,2-4-58 0,6 3-29 16,4-4 152-16,11-1-95 0,-2 1-43 16,5-2 0-16,6 0 20 0,16-3-32 0,-12 3 10 15,19-4-13-15,-8 1 0 0,-11 6-27 0,4-4-65 16,-6 2 32-16,-15 5 9 0,9-2 24 16,-18 5-107-16,-2 0 53 0,-10 1 26 0,-5 0 1 0,-6 2-91 15,-7 1 48-15,-4 0 1 0,-5 0 11 16,-7 2 12-16,-1 0 11 0,-2 1-23 0,-2-2 70 0,0 2-7 15,-4-1-44-15,-8 1 34 16,-1-2-27-16,-6 2 15 0,-3 1-12 0,-1 0-548 16,-5 0 260-16,0 0 122 0,-6 4 68 0,-1 3-589 15,-7 2 326-15</inkml:trace>
  <inkml:trace contextRef="#ctx0" brushRef="#br0" timeOffset="64968.85">18566 7940 1813 0,'0'0'0'0,"0"0"0"0,0-2 0 0,0 0 0 0,0 2 0 16,0 0 0-16,0 0 0 0,2 0 0 0,0 0 0 0,-2 0 0 0,0 7 117 0,-2 4-31 0,-13 5 154 0,-5 0-101 0,-5 4-51 16,-9 4-26-16,-1 0 59 0,1-1-33 0,-13 7-8 15,4-5-3-15,-3 0 0 0,2 2-40 0,0-3 27 16,8-3-17-16,1-1-10 0,5-4 1 15,11-5 52-15,2 0-27 0,10-5 1 0,-1 0-18 16,6-1 44-16,2 0-26 0,2 0-1 16,21-1-75-16,3-2 25 0,8-1 9 0,7-1-25 15,2 3 1-15,0-3 39 0,5 0 1 0,-4 0-236 16,0 0 112-16,8 1 52 0,-3 1 12 0,-2 2-228 16,2 0 101-16,0 1 71 0,3-2-7 0,3 1-549 15,1 0 298-15,8-2 149 0</inkml:trace>
  <inkml:trace contextRef="#ctx0" brushRef="#br0" timeOffset="65351.07">19707 7927 2480 0,'0'-7'0'0,"0"4"0"0,0 1 0 0,0-1 0 0,0 0 0 0,0 2 0 15,1 1 0-15,5 0 0 0,1 0 0 0,5 7 0 0,-3 7 374 0,2 4-168 0,-1 7 196 0,-1 1-182 0,-2 3-82 16,-1 4-54-16,-1 1-57 0,-2 1-27 0,-1-1 0 16,-2 1 0-16,0-9 0 0,0 7 0 15,0-10 0-15,0-1 0 0,0-3 0 0,0-8 0 0,0 0 0 16,0-3 0-16,0-5 0 0,0 0 0 15,0-3 0-15,2 0 0 0,14-11 0 16,7-15 0-16,3-2 0 0,4-8 0 0,4-4 0 16,4-5 0-16,-1-2 0 0,5-6 0 0,-12 14 0 15,2-4 0-15,-4 1 0 0,-8 10 0 16,1-1 0-16,-5 5 0 0,-4 7 0 0,-3 0 0 0,-3 7 0 16,-2 4 0-16,-2 5 0 0,-2 0 0 15,0 5-390-15,0 0-64 0,-8 15 207 0,-1 8-804 0,-2 1 497 16</inkml:trace>
  <inkml:trace contextRef="#ctx0" brushRef="#br0" timeOffset="65563.35">20144 8249 3880 0,'5'2'-8'15,"-1"3"1"-15,-2-2 1 0,1 3 1 0,0 0 2 0,-1 3 1 0,2 3 1 0,1 2 1 0,-1 4 0 0,1 5 0 0,-1 2 83 0,1-1-83 0,-2 4 0 0,-1-5 0 16,0 7 0-16,0-4 0 0,-2 0 0 0,0-5 0 16,0 1 0-16,0-2 0 0,0-2 0 0,0-3 0 15,-2-5 0-15,-2-1 0 0,1-3 0 0,-6-2 0 16,2 0 0-16,-4-2-696 0</inkml:trace>
  <inkml:trace contextRef="#ctx0" brushRef="#br0" timeOffset="66660.42">6276 16657 2670 0,'0'-6'0'0,"0"0"0"0,0 3 0 0,0 2-4 0,0-4 1 0,0 4-1 0,0 1 1 0,0 0 3 0,3 0 0 0,-1 0 0 0,6 3 288 16,-3 10-122-16,3 3-62 0,-1 4-19 0,0 9 121 16,-2-1-81-16,-2 8-41 0,3 4 0 0,0 2 49 15,-1 5-133-15,1-1 0 0,-2 4 0 16,1-1 0-16,3-1 0 0,1-3 0 0,-1-9 0 15,3 3 0-15,1-3 0 0,-4-11 0 16,4-6 0-16,-6-1 0 0,1-6 0 0,-1-3 0 16,-1-6 0-16,1 0 0 0,-4-3 0 0,6-7 0 15,1-18 0-15,4-11 0 0,2-6 0 0,3 0 0 16,-1-7 0-16,4 0 0 0,2 0 0 0,-1 0 0 16,0 4 0-16,-2 2 0 0,-2 1 0 0,-1 11 0 15,-2-1 0-15,0 3 0 0,-5 4 0 16,-1 5 0-16,3 2 0 0,-5 1 0 0,0 6 0 0,1 1 0 15,-2 6 0-15,1-3 0 16,0 5 0-16,3 2 0 0,-4 0 0 0,5 0 0 16,-2 9 0-16,1 3-1158 0,1 3 553 0,-4 3 281 15</inkml:trace>
  <inkml:trace contextRef="#ctx0" brushRef="#br0" timeOffset="66973.17">6901 17177 3931 0,'-2'0'0'0,"0"0"0"0,2 0 0 0,0 0 0 0,0 0 0 0,0 0 0 0,0 0 0 0,0 0 0 0,0 0 0 0,0 0 0 0,2 4 0 0,3 6 0 0,0 3 0 0,1 2 0 15,-3 2 0-15,3 8 0 0,-3-1 0 0,1 4 0 16,-1 0 0-16,-1 1 0 15,2 4 0-15,-2-1 0 0,3-2 0 0,-2-2 0 16,1-1 0-16,-1-7 0 0,-1 1 0 0,0-5 0 16,1-2 0-16,-2-3 0 0,1-3 0 0,0-5 0 15,-1-1 0-15,-1-1 0 0,0-1 0 0,0 0 0 16,0 0 0-16,0 0 0 0,0 0 0 0,-1-3 0 16,-1-2 0-16,0 1 0 0,1-2 0 0,1 0 0 15,-3 2 0-15,3 2 0 0,0-4 0 0</inkml:trace>
  <inkml:trace contextRef="#ctx0" brushRef="#br0" timeOffset="70424.69">7786 16636 2374 0,'-4'-1'0'0,"1"-1"0"0,-2-1 0 0,3 3 0 0,-1 0 0 16,3 0 0-16,0 18 0 0,0 3 0 0,0 3 0 0,0 8 0 0,0 5 127 0,0 13-49 0,0-1 157 0,0 3-99 0,0 3-48 16,0-3-25-16,0 3 98 0,0 1-66 15,0-6-28-15,0-1-60 0,0-4 0 0,0-7 31 16,0-1 10-16,0-3-124 0,0-4 57 15,0-4 29-15,0-5 0 0,0-3-77 0,0-6 62 16,0-3 17-16,0-4-480 0,0-2 233 0,0-3 64 16,3-2 77-16,9-24-517 0,3-10 292 0,4-5-334 15,-3-8 307-15</inkml:trace>
  <inkml:trace contextRef="#ctx0" brushRef="#br0" timeOffset="70690.9">7998 16731 2380 0,'2'-9'0'0,"0"3"0"0,0 4 0 0,-2 2 0 16,0 0 0-16,0 0 0 0,0 2 0 0,0 5 0 0,1 5 0 0,4-1 0 0,3 1 89 0,2 0-26 0,2-1 10 0,0-1-34 0,5-3-1 15,2-1-92-15,-4-3 47 0,1-3-1 0,-4 0 56 0,4 0-181 16,-9 0 86-16,-1-3 42 0,-1-8 66 16,-3-1-2-16,-2-2-66 0,0-2 390 0,-4 2-188 15,-9-1-84-15,0 0 286 16,-4 5-180-16,0 3-178 0,2-2-39 0,-4 7 0 15,2-1 0-15,1 3 0 0,0 0 0 0,7 0 0 16,-2 0 0-16,6 8 0 0,-2-1 0 0,5 4 0 16,2 3 0-16,0-3-483 0,0 2 174 0,10-1 122 15,4 1 97-15,2-3-36 0,3 1-650 0,5-6 360 16,5-1 193-16,-1-4 93 0</inkml:trace>
  <inkml:trace contextRef="#ctx0" brushRef="#br0" timeOffset="70863.39">8390 16672 2901 0,'-2'0'0'0,"0"0"0"0,2 0 0 16,0 0 0-16,0 0 0 0,7 0 0 0,11 0 0 0,5 0 0 0,3 0 0 0,4 0 0 0,2 0 371 0,2 0-167 0,-2 0-83 0,0 0-42 0,0 0-205 16,-8 0 91-16,8 2 32 15,-12 0-572-15,-1 3 306 0,-1 1 154 0,-9 0 76 0,-2 2 47 0,-5-2-849 16,-2 7 407-16</inkml:trace>
  <inkml:trace contextRef="#ctx0" brushRef="#br0" timeOffset="71034.77">8475 16712 2903 0,'-7'10'0'0,"1"3"0"0,0-1 0 0,-2 2 0 0,3 2 0 0,0 4 0 0,3 0 0 0,0 3 0 15,2 4 0-15,0-7 0 0,0 1 119 0,0 6 9 0,0-7-45 0,0 2 9 0,4 0-55 0,-1-3-417 16,4 1 208-16,1-3 105 0,-4-3-626 0,2-4 361 16,-1-5 174-16,4-3 89 0,0-2-617 0</inkml:trace>
  <inkml:trace contextRef="#ctx0" brushRef="#br0" timeOffset="71686.53">8590 16687 2324 0,'3'-8'0'0,"2"3"0"0,-2 3 0 0,0 2 0 0,-1 0 0 0,4 8 0 0,-4 11 0 0,0 7 0 0,4 4 0 0,-3 12 0 0,1 4 628 0,-2 5-296 0,-1 4-137 16,3 11-84-16,-2-16 230 0,1 8-341 0,-1 0 0 15,-1 1 0-15,3-7 0 0,-2-3 0 0,0-2 0 16,-1-11 0-16,1 3-41 0,1-5 30 0,-3-8-417 16,0-2 213-16,0-5 122 0,0-8-41 0,-6-2-150 15,-2-8 107-15,0-1 61 16,-3-1 43-16,0-18-99 0,-1-4 67 0,0-13-61 15,-2-3 65-15,1-10 22 0,1-1 9 0,-2-12-86 16,3-1 60-16,4 13 28 0,0-5 1 16,2 16 21-16,1-1 109 0,0 6-50 0,3 12 149 15,-1 2-99-15,0 4-50 0,2 5-35 0,0 5 465 16,0 3-225-16,0 1-74 0,0 2-68 0,0 0 122 16,0 0-84-16,0 0-39 15,2 5-65-15,1 2 27 0,1 3 1 0,0 1-37 16,-2 1 37-16,-1-3-1 0,-1 2 0 0,0-3 16 15,0 5-16-15,0-3 10 0,0-3-10 0,-3 1 35 16,-3-1-34-16,3-2-31 0,-3 0 25 0,4 1-22 16,-1-1-7-16,3-1-72 0,0-1 49 0,0 1 24 0,0 0-1 15,3-3-111-15,12-1 60 0,2 0 26 0,10 0 0 16,0-3 16-16,11-15-86 0,-6 4 34 0,9-9 0 16,-9 6 17-16,4-1 0 0,-5 1 8 0,-2 2 48 15,-8 7-15-15,0-2-30 16,-5 6 137-16,-5 3-59 0,-1-1-32 0,-3 2 0 0,-5 0-19 15,-2 10 155-15,0 1-73 16,0 4-23-16,-7 2-23 0,-5-2 155 0,-1 3-73 0,-1-1-116 16,-2 1 39-16,3-5-1 0,0-2 1 0,4-3-1 15,0-3 10-15,-2-3-112 0,4-2 51 16,4 0-127-16,-1 0 81 0,3-2 27 0,1-6 82 16,0-4-18-16,0 1-24 0,0 2-34 0,0 0 415 15,3 2-296-15,6-1-92 16,0 5 0-16,5 0 0 0,-2 3 0 0,6 0 0 15,-1 0 0-15,1 11 0 0,5 7 0 0,0 0 0 16,-1 7 0-16,0-1 0 0,-1 2 0 0,1-1 0 0,0 1 0 16,-2-3 0-16,0-5 0 0,3 1 0 0,0-5 0 15,-5-5 0-15,3-3-178 0,-2 1 81 0,1-5-921 16,-1-2 490-16</inkml:trace>
  <inkml:trace contextRef="#ctx0" brushRef="#br0" timeOffset="72134.98">9292 16725 2131 0,'-1'-5'0'0,"1"2"0"0,0 2 0 0,1-1 0 0,12 0 0 0,4 0 0 0,5-2 0 0,6 0 0 0,6-1 0 0,3-2 0 0,-2 1 451 0,1 1-207 0,-1-2-104 15,-3 4-12-15,-4-1-37 0,3 0-32 0,-10 2 0 16,-3 0-368-16,-3 2 173 0,-5 0 86 0,-3 0-591 15,-6 0 332-15,1 0 169 0,-2 4 12 0,-3 4-293 16,-14 4 170-16</inkml:trace>
  <inkml:trace contextRef="#ctx0" brushRef="#br0" timeOffset="72386.37">9390 16714 1740 0,'-6'6'0'0,"3"5"0"0,3 5 0 0,-2-1 0 0,2 4 0 0,0 4 0 0,0 3 0 0,0 2 0 0,0 4 0 0,0 4 0 0,0 0 87 0,0 1 268 0,0 0-159 16,0 0-71-16,-7-4 57 0,2-3-74 0,0-7-35 16,2-5-1-16,-2-4 123 0,3-1-71 0,-1-4-48 15,3-2 0-15,0-1 134 0,0-4-86 16,0 2-45-16,0-3 30 0,5 2-109 0,8-2 0 0,3-1 0 16,2 3 0-16,5-2 0 15,-2 1 0-15,0 2 0 0,2-2 0 0,2 0 0 0,1-1 0 16,-1 1 0-16,-5-2 0 0,4 0 0 15,-4 0-792-15,0 0 263 0,-5 0 247 0,0 0 123 16,-2 0-303-16,0-5 217 0</inkml:trace>
  <inkml:trace contextRef="#ctx0" brushRef="#br0" timeOffset="72613.98">9714 16877 2810 0,'5'-4'0'0,"4"3"0"0,0-2 0 0,3-2 0 0,2 3 0 0,4 1 0 0,-2-2 0 0,4 3 0 0,-1 0 0 0,6 9 0 0,-6-1 269 0,-1 5-121 0,-2 1 64 0,-3 1-88 16,-3 2-44-16,-7-1 0 0,-1 3 6 0,-2 4-9 15,-5 0-41-15,-15 0-27 0,-2 2-9 0,-5-2 0 16,-3-1 0-16,-2-1 0 0,-1-3 0 0,-1 0 0 16,2-3 0-16,5-5 0 15,4-3 0-15,0-3-25 0,9-3-680 0,3-1 342 16,6 0 132-16,5-7-563 0,2-14 384 0,21-9 186 15</inkml:trace>
  <inkml:trace contextRef="#ctx0" brushRef="#br0" timeOffset="72793.42">10013 16735 3329 0,'2'-3'0'0,"0"2"0"0,-2 1 0 0,0 0 0 0,-7 1 0 0,-3 9 0 0,-1 5 0 0,-2 5 0 0,4 5 0 0,1 1 0 0,2 4 505 16,2 2-408-16,3 2-97 0,1-3 0 15,0 4 0-15,0-5 0 0,9-2 0 16,3-1 0-16,-2-5 0 0,8 1-85 0,-5-3-181 16,-1-4 151-16,4-2-708 0,-3-3 357 0,2-1 232 0,-2-6-494 15,2-2 345-15,0-2 174 0</inkml:trace>
  <inkml:trace contextRef="#ctx0" brushRef="#br0" timeOffset="73368.68">10323 17091 2848 0,'0'-4'0'0,"4"3"0"0,-3-1 0 0,4-1 0 0,-3 3 0 0,2 0 0 0,-3 0 0 0,3 5 0 0,-2 6 0 0,0 2 0 0,-2 2 109 0,0 1 165 0,0 5-124 16,-4 3-57-16,-5 0 76 0,-1-2-67 0,-1-2-33 16,0 0 9-16,-3-2-159 0,2-3 58 15,0-2 30-15,1-3-447 0,2-5 239 16,0-1 127-16,2-1 50 0,5-3-796 0,-3 0 392 15,5-7 195-15</inkml:trace>
  <inkml:trace contextRef="#ctx0" brushRef="#br0" timeOffset="73618.35">10447 16802 3463 0,'2'-7'0'0,"0"3"0"0,6 0 0 0,1 0 0 0,-2 1 0 0,5-2 0 0,3 3 0 0,2-1 0 16,5 1 0-16,-1 2 0 0,5 0 230 0,1 0-98 0,1 4-26 0,-4 10-106 0,2 1 0 0,-7-1 0 16,4 11 0-16,-8-3 0 0,-5 4 0 15,-3 1 0-15,-5 2 0 0,-2 4 0 0,-7-1 0 0,-11 7 0 16,-5-3 0-16,-1 0 0 0,-5-5 0 16,6-7 0-16,-7 3 0 0,0-5 0 0,3-5 0 15,6-7 0-15,3-3 0 0,4-7-624 16,3 0 273-16,4 0 158 0,7-18 78 0,0-9-684 15,15-12 382-15</inkml:trace>
  <inkml:trace contextRef="#ctx0" brushRef="#br0" timeOffset="73793.85">10845 16701 3931 0,'7'-8'0'0,"2"5"0"0,-7 0 0 0,-1 2 0 0,-1 1 0 0,0 0 0 0,-10 18 0 0,-2 5 0 0,-1 5 0 0,-1 3 0 16,1 2 0-16,2 6 0 0,0 8 0 0,3-5 0 0,7-1 0 0,1-5 0 15,0 3 0-15,5-1 0 0,10-7 0 0,4-2-82 16,3-4-225-16,0-7 171 0,3-3 86 16,-4-4 53-16,4-5-918 0,-4-5 433 0,2-1 222 0,-2 0-253 15</inkml:trace>
  <inkml:trace contextRef="#ctx0" brushRef="#br0" timeOffset="73950.25">11005 16962 3462 0,'0'-7'0'0,"1"2"0"0,4-1 0 0,4 2 0 0,0-2 0 0,7 2 0 0,2 0 0 0,3 2 0 0,5 1 0 0,3 1 0 0,1 0 111 0,2 0-306 15,0 0 115-15,1-3 68 0,-1 2-679 16,-2-3 363-16,-2 0 183 0,-6 1 90 16,-3-1 46-16,-5 2-839 0</inkml:trace>
  <inkml:trace contextRef="#ctx0" brushRef="#br0" timeOffset="74105.56">11268 16601 3347 0,'-2'-3'0'16,"0"3"0"-16,2 0 0 0,0 0 0 0,0 8 0 0,0 13 0 0,0 3 0 0,0 6 0 0,0 6 0 0,0 8 0 0,0-4 378 0,0 7-315 0,0-1-1 15,0-3-26-15,0-7 1 0,2 1-29 0,2 1-791 16,3-5 392-16,2-2-760 0,0 1 566 0</inkml:trace>
  <inkml:trace contextRef="#ctx0" brushRef="#br0" timeOffset="74536.48">11686 17024 2801 0,'0'-23'0'0,"0"5"0"0,0-3 0 0,0-1 0 0,0-1 0 0,-1 2 0 0,-3 0 0 0,0 0 0 0,1 5 0 0,-1 2 0 0,0 5 348 0,1 1-156 0,-6 7-25 16,2 1-66-16,-6 1-32 0,-4 20 9 0,-1 12-42 0,-3 2 38 16,2 6-38-16,2 7-7 0,4-3-29 0,5-2 0 15,3 0 0 1,3-3 0-16,2-4 0 0,0-4 0 0,0-9 0 0,6-3 0 16,5-4 0-16,2-7 0 0,2-5 0 15,0-4-138-15,3 0 3 0,0-11 54 0,3-13-161 0,-1-4 97 16,-1-8 59-16,-3 0 29 0,2-5-73 0,-6 2 37 15,4-13 34-15,-5 2-1 0,3-10-24 0,-2-1 23 16,2-6 1-16,1-2-109 0,0-2 71 16,-4 18 31-16,-2 1 0 0,-5 19 229 0,-2 8-100 15,-1 11-57-15,-1-1-16 0,0 8 713 0,0 7-352 0,-7 7 200 16,0 21-538-16,0 2-12 16,1 13 0-16,0 3 0 0,2 7 0 0,0 4 0 0,3-1 0 15,-3 0 0-15,2-1 0 0,2-3 0 16,-2-2 0-16,2-6 0 0,0-8 0 0,0 4 0 15,0-14 0-15,0-1 0 0,2-1 0 0,2-7-2 16,-1-6-1001-16,1-4 475 0,-2 0 250 16,1-1 121-16,4-6-509 0,-2 0 314 0</inkml:trace>
  <inkml:trace contextRef="#ctx0" brushRef="#br0" timeOffset="74743.55">11993 16930 3471 0,'15'-7'0'0,"1"4"0"16,2 0 0-16,-1 1 0 0,0 0 0 0,4 2 0 0,-2 0 0 0,4 0 0 0,-2 0 0 0,-3 7 0 0,0 5 358 0,-5-1-256 0,-3 1-102 0,-5 2 0 16,-1 3 0-16,-4-2 0 0,0 2 0 0,-11 5 0 15,-10-1 0-15,-4 2 0 0,-7 3 0 16,0-1 0-16,2-8 0 0,-2 1 0 0,4-1 0 16,10-7 0-16,-1-3-55 0,8-3 41 15,-1-4-63-15,7 0-682 0,5-2 366 0,0-18-137 16,17-5 248-16,8-5 122 0,4 0 63 15,-1 4 21-15,7-9-562 0</inkml:trace>
  <inkml:trace contextRef="#ctx0" brushRef="#br0" timeOffset="74890.97">12251 16887 2866 0,'16'-19'0'0,"-4"5"0"0,-7 5 0 0,1 0 0 0,-5 3 0 0,-1 2 0 0,0 2 0 0,-5 2 0 0,-9 0 0 0,2 9 0 0,-1 6 837 0,-1 9-609 16,3 2-228-16,6 0 0 0,-2 0 0 0,6 7 0 15,1 0 0-15,0-1 0 0,4 0 0 0,9-2 0 16,4-2 0-16,0-4 0 0,2-3 0 15,4-2 0-15,2-8-720 0,-4-5 173 0,5-3 196 16,-6-3 160-16,3 0 55 0,-2 0-306 0</inkml:trace>
  <inkml:trace contextRef="#ctx0" brushRef="#br0" timeOffset="75257.53">12518 16656 3119 0,'-3'-11'0'0,"3"8"0"0,0-1 0 0,0-1 0 0,0-1 0 0,2 1 0 0,11 1 0 0,5 2 0 0,3 1 0 0,8-2 0 0,-3 1 112 0,6 2 65 16,-2 0-71-16,4 0-26 0,-2 0-9 15,-2-1-80-15,-2 1 45 0,-5 0 26 0,0 0-1 16,-3 0-16-16,-8 0-9 0,0 0-1 0,-4 0-35 0,-3 0 0 16,-3 0 0-16,0 0 0 15,-2 0 0-15,0 1 0 0,0 5 0 0,-6 2 0 16,-1 3 0-16,0-1 0 0,1 8 0 0,-2 0 0 15,2 7 0-15,3 4 0 0,-1 4 0 16,2 3 0-16,-1 7 0 0,1 0 0 0,2 1 0 16,0 1 0-16,0 1 0 0,0-6 0 15,2 9 0-15,3-8 0 0,2-5 0 0,1 1 0 0,0-4 0 16,-4-9 0-16,1-1 0 16,-3-5 0-16,0-7 0 0,-2 0 0 0,0-4 0 15,0-3 0-15,-11 0 0 0,-7-4 0 0,-4 0 0 0,-4 0 0 16,-2 0 0-16,-6 0 0 0,-2 0 0 0,-9-4 0 15,4 0 0-15,-1-1 0 0,-1 2-187 16,4-1 31-16</inkml:trace>
  <inkml:trace contextRef="#ctx0" brushRef="#br0" timeOffset="75863.6">13772 16896 1844 0,'0'-13'0'0,"0"3"0"0,0 1 0 0,0-4 0 0,0 0 0 0,0-2 0 0,-2-1 0 0,-2 4 0 0,-1-2 0 0,-3 0 0 0,0-1 147 0,-3 5-56 16,-2-1-28-16,-4 3 141 0,-6 5-75 0,-7 0-51 15,-7 3 0-15,-4 5 40 0,-5 13-41 0,-8 12 1 16,9-2-34-16,-13 14-8 0,13-3 0 0,7-1 0 15,4 3 498-15,6 0-249 0,13-4-232 0,4 8-53 16,11-6 0-16,0 2 0 0,13-5 0 0,13-5 0 16,4-7 0-16,13 3 0 0,3-8 0 0,0-6 0 15,5-6 0-15,2-2 0 0,-10-5 0 16,12 0 0-16,-11 0 0 0,-6 0 0 0,-2-6 0 0,-2-3 0 16,-10 0 0-16,0 2-374 15,-5 0 1-15,-6 3 168 0,-1-2 85 0,-7 3-539 16,1-2 303-16,-2 2 164 0,1-3 78 0,1-5-458 15</inkml:trace>
  <inkml:trace contextRef="#ctx0" brushRef="#br0" timeOffset="76085.38">14063 16777 3154 0,'0'-7'0'0,"0"4"0"0,0 1 0 0,0-1 0 0,0 2 0 0,4-2 0 0,7 2 0 0,4-1 0 0,5-1 0 0,5 2 0 0,-2-1 556 0,10 2-335 0,-3-2-221 16,4 1 0-16,-2-1 0 0,0 0 0 0,-4 2 0 16,6 0 0-16,-6-2 0 0,-3 2 0 15,-5 0 0-15,-3 0-351 0,-4 0 98 16,-3 0 139-16,-5 0-393 0,-3 0 252 0,-2 6 22 16,0 0 98-16,-7 3-473 0,-9-2 290 0,0 0 142 15,-1-5 69-15</inkml:trace>
  <inkml:trace contextRef="#ctx0" brushRef="#br0" timeOffset="76335.56">14223 16729 1773 0,'-16'0'0'0,"3"0"0"0,4 0 0 0,-1 0 0 0,5 0 0 0,-1 6 0 0,3 1 0 0,1 3 0 0,0 6 0 0,2 7 0 0,0 5 519 0,0 4-241 0,0 10-122 0,0-1-60 16,2 2 168-16,-2-2-105 0,0 11-66 0,0-2-1 15,0-3-28-15,-4-2 0 0,-2-10-28 0,-3 3-27 16,0-6 26-16,0-5 1 0,-2-6 0 0,1-2 185 15,0-5-221-15,4-4 0 0,1-4 0 0,-1-2 0 16,4-2 0-16,2-2 0 0,0 0 0 0,0 4 0 16,0-4 0-16,11 1 0 0,7 1 0 0,4-2 0 15,0 2 0-15,6 0 0 0,-1-2 0 0,1 2 0 16,0-2 0-16,1 2 0 0,-5-1 0 0,6 3 0 16,-4-2 0-16,-2 4-613 15,1 0 26-15</inkml:trace>
  <inkml:trace contextRef="#ctx0" brushRef="#br0" timeOffset="77194.86">14664 16977 1139 0,'0'-8'0'0,"0"2"0"0,-2 2 0 0,-2-1 0 0,1 0 0 0,-1 0 0 0,0 2 0 0,-2 2 0 0,0-2 0 0,1 3 0 0,0 0 146 0,-5 6-55 0,0 13 100 15,1 2-78-15,0 4-29 0,-1 5-10 0,5 5 408 16,1 0-223-16,4 1-112 0,0 0-55 0,0-4 409 15,11-3-237-15,6-3-115 0,4-3 50 0,1-5-199 16,-3-8 0-16,6 0 0 0,-3-3 0 0,-1-5 0 16,0 1 0-16,-3-3 0 0,-1 0 0 15,-2-5 0-15,-2-7 0 0,-3-6 0 0,0 0 0 16,-3-7 0-16,-2 0 0 0,-1 3 0 0,-2-7 0 16,-2 2 0-16,0-1 0 0,0 2 0 15,-6-4 0-15,-5 9 0 0,-2-6 0 0,-2 5 0 16,0 7 0-16,-2-1 0 0,-2 5 0 0,-2 2 0 15,-1 5 0-15,1 3 0 0,-1 1 0 0,-1 0 0 16,3 6 0-16,-1 7 0 0,3-1 0 0,0 3 0 16,3 0 0-16,2 2 0 0,4-1 0 0,5 1 0 15,2 2-179-15,2-3-192 0,0 1 168 0,9-2 84 16,10-2 32-16,7-1 10 16,6-3 41-16</inkml:trace>
  <inkml:trace contextRef="#ctx0" brushRef="#br0" timeOffset="77380.87">15143 17156 3635 0,'4'5'0'0,"-2"2"0"0,-1 0 0 0,1 4 0 0,-2-2 0 0,0 4 0 0,0-1 0 0,0 4 0 0,0-1 0 0,0 1 0 0,-3 4 142 0,-3-5-58 16,-2 6-14-16,1-3-70 0,-4-1 0 0,-1-1 0 15,-1 2 0-15,0-2 0 0,-4-5 0 0,1 3-100 16,-2-3-177-16,1-1 156 0,6-5 87 0,0-1-638 15,1-2 327-15,3-2 109 0,5 0-396 0,2-2 298 16</inkml:trace>
  <inkml:trace contextRef="#ctx0" brushRef="#br0" timeOffset="77602.4">15462 16852 3931 0,'0'-1'0'0,"0"-2"0"0,0 3 0 0,0 0 0 0,0 0 0 0,0 14 0 0,0 5 0 0,0 5 0 16,0 5 0-16,0 2 0 0,2 3 0 0,0 3 0 0,-1 2 0 0,1 0 0 0,0-2 0 0,0 2 0 15,0-7 0-15,-2 4 0 0,0-9 0 0,0-3 0 16,0-1 0-16,-4-3 0 16,-1-5 0-16,1-3 0 0,0-4-39 0,3-3-74 15,-1-2-51-15,2-3-629 0,0 0 379 0,0-2 189 16,2-12-551-16</inkml:trace>
  <inkml:trace contextRef="#ctx0" brushRef="#br0" timeOffset="78030.1">15678 16672 2860 0,'0'-9'0'0,"0"2"0"0,4 1 0 0,3-2 0 0,1 2 0 0,5-1 0 0,2 3 0 0,4 3 0 0,5-1 0 0,3 0 0 0,-4 2 98 0,8 0-36 0,-2 0 158 15,-2 0-93-15,-4 0-45 0,1 0-8 0,-1 0-30 16,-5 4-8-16,-2-1 0 0,-3-1 115 0,-3 2-58 16,-1-2-45-16,-4 1-48 15,-1 0 0-15,-2 0 0 0,-1-2 0 0,1 2 0 16,-2-1 0-16,0-1 0 0,0 4 0 0,0-2 0 16,0 1 0-16,0 2 0 0,0 1 0 0,0 4 0 15,0 4 0-15,0 5 0 0,0 2 0 0,0 4 0 16,0 1 0-16,0 4 0 0,2 3 0 0,0 2 0 15,1 1 0-15,-1 1 0 0,1-1 0 0,4 1 0 16,-1 0 0-16,1-4 0 0,1 2 0 16,0-2 0-16,-1-5 0 0,-2-5 0 15,1 0 0-15,0-3 0 0,-4-1 0 0,2-8 0 16,-2 0 0-16,-1-4 0 0,-1-4 0 0,0 0 0 16,0-2 0-16,0 0 0 0,0 0 0 0,-3-2 0 15,-4 0 0-15,-4 0 0 0,2 0 0 0,-5 0 0 16,-2 0 0-16,2 0 0 0,-5 1 0 0,-6 2 0 15,0 2 0-15,-1-1 0 0,2 2 0 0,-9 1 0 16,1 0 0-16,-5-1 0 0,-6 4 0 0,1 1 0 16,-8 4-143-16</inkml:trace>
  <inkml:trace contextRef="#ctx0" brushRef="#br0" timeOffset="82143.67">16854 16908 1417 0,'-9'-4'0'0,"1"-1"0"0,3 0 0 0,-2-2 0 0,2-5 0 0,3 4 0 0,0-2 0 0,2-4 0 0,0 4 0 0,0-3 0 0,4 3 287 0,8-2-126 0,1 1-62 0,1-3 140 15,7 6-92-15,2-6-60 0,2 5-25 16,0 2 154-16,-1 3-89 0,3 2-46 0,-6 2 44 0,1 0-49 16,-4 0 1-16,2 6-41 0,-6 6 109 15,-2 6-54-15,-3 3-18 0,-5 5-9 0,-2 3 34 16,-2 5-31-16,-2 6 1 0,-11-1-31 0,-2-3 14 16,-8 10-51-16,-3-3 0 0,0-2 0 0,-4 1 0 15,-2-3 0-15,2-8 0 0,-5 6 0 0,7-10 0 16,-1-3 0-16,3-4 0 0,7-6 0 15,2-1 0-15,5-6 0 0,5 2 0 0,2-4 0 16,3-3 0-16,2 1 0 0,0 2 0 0,2-2 0 0,9 1 0 16,2 1 0-16,4-1 0 15,0-2 0-15,1 0 0 0,9-1 0 0,-8-1 0 16,9 0 0-16,-3 0 0 0,-4 0 0 0,2 0 0 16,0-1 0-16,-3-5 0 0,2-1 0 0,-1 1 0 15,-1-3 0-15,1-1 0 0,6-1 0 0,-3 0 0 16,3-4 0-16,1-2-58 0,2-4-19 0,6-3-906 15,-6-5 473-15,0-1 237 0,-4-5 118 0,-2-3-576 16,-8 3 337-16</inkml:trace>
  <inkml:trace contextRef="#ctx0" brushRef="#br0" timeOffset="82399.52">17445 16820 2515 0,'-4'-18'0'0,"0"2"0"0,1 2 0 0,-3 4 0 0,3 5 0 0,-1 0 0 0,0 4 0 0,1 1 0 0,2 0 0 0,1 0 0 0,0 14 161 0,0 1 245 0,0 0-185 16,6 2-92-16,3 1 24 0,4-3-50 0,2 2-37 15,4-6-1-15,2-1-66 0,3-3-1 0,-6-7 39 16,5 0 9-16,-2 0-106 0,-3-2 48 0,-2-9 24 16,-3-4 1-16,-1-2 33 15,-7 0-13-15,-3-4-33 0,0 2 0 0,-2-1 0 16,0 1 0-16,-11 1 0 0,-5 1 0 0,0 2 0 16,-3 3 0-16,-2 4 0 0,1 1 0 0,-1 4 0 15,0 3 0-15,3 0 0 0,-2 0 0 0,8 10 0 16,-2 2 0-16,7 1 0 0,1 3 0 0,4 1 0 15,2 1 0-15,0-1-349 0,6-1 165 0,7 2-801 16,6-5 466-16,4 0 245 0,1-2 119 16,2-3-295-16</inkml:trace>
  <inkml:trace contextRef="#ctx0" brushRef="#br0" timeOffset="82959.11">18228 16433 2870 0,'0'-14'0'0,"0"4"0"0,-3 5 0 0,-3 2 0 0,2-1 0 0,-2 1 0 0,3 2 0 15,-1 1 0-15,0 0 0 0,1 1 0 0,3 14 165 0,0 4-64 0,0 5 278 16,0 8-170-16,0 7-77 0,0 7-57 0,0 3-75 0,0 5 0 16,0-1 0-16,0 2 0 0,0 1 0 15,0-2 0-15,0-1 0 0,0-2 0 0,0-5 0 16,0 1 0-16,0-9 0 0,0-1 0 0,0-2 0 16,0-12 0-16,0 0 0 0,0-4 0 0,0-8 0 15,0-1 0-15,0-5 0 0,0-3 0 16,0 0 0-16,0-2 0 0,0 0 0 0,0-4 0 15,0-7 0-15,-6-2 0 0,-2-4 0 0,1 0 0 16,-2-3 0-16,-3-4 0 16,-1-1 0-16,-2 0 0 0,-2 1 0 0,-2 5 0 15,3 5 0-15,-5 2 0 0,-2 5 0 0,-1 5 0 16,-2 2 0-16,-1 5 0 0,1 12 0 0,1 4 0 16,5 3 0-16,3 2 0 0,4 3 0 0,5-1 0 0,6-4 0 15,2 8 0-15,0-4 0 0,2-3 0 16,13-1 0-16,2-2 0 0,2-5 0 0,6 1 0 0,-3-6 0 15,0-2 0-15,-3-1 0 16,4-5 0-16,-1-1 0 0,-1-3 0 0,0 0 0 0,-3 0 0 16,1 0 0-1,-2-1 0-15,0-5 0 0,-3-3 0 0,4 1 0 16,1-1 0-16,1-4 0 0,-1 0-64 0,6-5-345 0,-3 0-656 16,4-6 514-16,2-5 256 0,-5-1 130 0</inkml:trace>
  <inkml:trace contextRef="#ctx0" brushRef="#br0" timeOffset="83341.28">18563 16681 3459 0,'0'-12'0'0,"0"-1"0"0,0-1 0 0,0 1 0 0,0 4 0 0,0-1 0 0,0 5 0 0,0 1 0 0,0 2 0 0,0 1 0 0,0 1 472 0,2 0-472 0,5 8 0 15,0 13 0-15,3 2 0 16,-1 7 0-16,0 7 0 0,-3-2 0 0,2 11 0 0,-2-1 0 0,-1 0 0 15,1 1 0-15,-3-1 0 0,1-6 0 16,0 12 0-16,0-8 0 0,0-3 0 0,-1-2 0 16,1-2 0-16,0-1 0 15,-1-6 0-15,1-8 0 0,1 1 0 0,-2-7 0 0,-1-5 0 16,2-3 0-16,-3-3 0 0,1-3 0 0,0-1 0 16,2 0 0-16,-1-7 0 0,6-9 0 15,0-11 0-15,2-1 0 0,4-12 0 0,1-2 0 16,5-7 0-16,2-4 0 0,1 0 0 0,1 3 0 15,-1-1 0-15,-1 6 0 0,-5 0 0 0,-1 11 0 16,-2-1 0-16,-3 7 0 0,-3 5 0 0,-2 4 0 16,-1 1 0-16,-2 8 0 0,0 3 0 15,-2-2 0-15,0 8 0 0,-1 0 0 0,-1-2 0 16,2 3 0-16,-2 0 0 0,2 0 0 0,-2 4 0 16,0 7-20-16,0 2-136 0,0 0-936 15,2 2 527-15,-2 5 265 0</inkml:trace>
  <inkml:trace contextRef="#ctx0" brushRef="#br0" timeOffset="83695.5">19038 17073 3931 0,'-2'-4'0'0,"2"2"0"0,-2 0 0 0,2 0 0 0,-2 0 0 0,2 2 0 16,0 0 0-16,0 0 0 0,0 0 0 0,2 0 0 0,3 2 0 0,1 5 0 0,2 4 0 0,-2 3 0 16,-1 1 0-16,1 2 0 0,-1 2 0 0,0 5 0 15,-2 1 0-15,-1-1 0 0,0 2 0 0,-2 2 0 16,0-2 0-16,0 7 0 0,0-6 0 0,0 2 0 16,0-3 0-16,0-4 0 0,0 1 0 0,0-3 0 15,0-6 0-15,0-2 0 0,0-5 0 16,0-1 0-16,0-4 0 0,0 1 0 0,0-3 0 0,0 0 0 15,0 0 0-15,0 0 0 0,0 0 0 0,0 0 0 16,0 0 0-16,-4-3 0 0,1 3 0 16,-4 0 0-16,4 0 0 0,1 0 0 0,0 0 0 15,2 0 0-15,0 0 0 0,0 0 0 16,0 0-717-16,0-2 32 0,7-6 324 0,3-5-653 16</inkml:trace>
  <inkml:trace contextRef="#ctx0" brushRef="#br0" timeOffset="83976.57">19406 17012 3372 0,'0'-7'0'0,"-2"4"0"0,2 2 0 0,0-2 0 0,0 0 0 0,0 0 0 0,2-1 0 0,7 2 0 0,5 1 0 0,2-1 0 0,1-1 537 0,2 2-515 0,1 1-22 16,1 0 0-16,0 0 0 0,1 0 0 0,-1 0 0 16,2 4 0-16,-5-1 0 0,1 1 0 15,-2 0 0-15,0 0 0 0,0-4 0 0,-2 0 0 16,-2 0 0-16,-3 0 0 0,-1 0 0 0,-2 0 0 16,0 0 0-16,-4 0-348 0,-1-3-115 0,0 3 213 15,-2 0 107-15,0 0 54 0,-6 0 17 0</inkml:trace>
  <inkml:trace contextRef="#ctx0" brushRef="#br0" timeOffset="84228.09">19481 17290 3800 0,'0'0'0'0,"0"0"0"0,0 0 0 0,0 0 0 0,0 0 0 0,0 0 0 0,0 0 0 0,10 0 0 0,2 0 0 0,6 0 0 0,3 0 131 0,4 0-131 0,0 0 0 0,1 2 0 15,-1-2 0-15,5 0 0 16,-6 0 0-16,2 0 0 0,-5 0 0 0,2 0 0 16,-5-2 0-16,-3-5 0 0,-4 3 0 0,-1-2 0 15,-6 2 0-15,0 2 0 0,-3 2 0 0,-1-3 0 16,0 1 0-16,0 1 0 0,0-2 0 0,-3 3 0 16,-3 0 0-16,0-4 0 0,1 4 0 0,1-2-3 15,0 1-54-15,1-1-918 0,1 2 474 0,2-2 233 16</inkml:trace>
  <inkml:trace contextRef="#ctx0" brushRef="#br0" timeOffset="85878.35">20170 16905 1765 0,'-5'-3'0'0,"1"-5"0"0,1-1 0 0,-2-3 0 0,5-3 0 0,0 0 0 0,0-2 0 0,2-2 0 0,10 0 0 0,-1 1 0 15,8-1 93-15,-1 3-28 0,5 1 220 0,1 1-124 0,3 5-61 16,3 2-23-16,2 3 104 0,0 2-72 0,0 2 176 15,1 0-124-15,1 0-61 16,0 2-23-16,1 5 111 0,-3 1-76 0,0 1-37 16,0-2 0-16,-4 1-53 0,-5-2-22 0,2 1 0 15,-1-3 0-15,-2 0 0 0,-3-1 0 0,2-1 0 16,-3-1 0-16,2-1 0 0,-1 0 0 0,1 0 0 16,-1 0 0-16,-3-5 0 0,4-2 0 0,-3-2 0 15,-3-2 0-15,-1 1-32 0,-1 1-17 0,-5 3-648 16,-1-2 334-16,-3 2 163 0,-1 4 81 0,-2-5-540 15,0 4 311-15,-7 1 146 0</inkml:trace>
  <inkml:trace contextRef="#ctx0" brushRef="#br0" timeOffset="86093.66">20507 16681 2535 0,'-18'3'0'16,"6"4"0"-16,1 4 0 0,-1 1 0 0,3-1 0 0,3 2 0 0,3 4 0 0,3 3 0 0,0 7 0 0,0-1 0 0,0 3 733 0,1 2-353 0,1 1-171 0,2 0-135 0,1 4-74 16,-1-4 0-16,0 3 0 0,-3 1 0 0,3-2 0 15,-2-3 0-15,1 3 0 0,-1-12-138 0,-1 2-112 16,-1-2 139-16,0-8-583 0,0-3 352 0,0-4 86 16,0-4 111-16,0 0-180 0,2-3 149 0,4-3 69 15,5-18 35-15,2-8-391 0</inkml:trace>
  <inkml:trace contextRef="#ctx0" brushRef="#br0" timeOffset="86278.73">20691 16795 3043 0,'3'-9'0'0,"3"3"0"0,-2 3 0 0,-3 1 0 0,1 2 0 0,0 0 0 0,1 8 0 0,-1 10 0 0,-1 5 0 16,1 5 0-16,4 5 232 0,-3 1 424 0,3 2-656 0,-1 4 0 0,2 0 0 15,-2-1 0-15,1-1 0 0,-1-3 0 0,-1-1 0 16,-3-2 0-16,1-4 0 0,0-5 0 0,-2 0 0 15,0-5 0-15,0-3 0 16,0-2 0-16,0-2-575 0,-4-3 86 0,3-1 225 0,1-4-533 16,0-3 384-16</inkml:trace>
  <inkml:trace contextRef="#ctx0" brushRef="#br0" timeOffset="86452.3">21063 17015 3931 0,'0'0'0'0,"0"0"0"0,0 0 0 0,0 0 0 0,0 0 0 0,0 0 0 0,3 0 0 0,1 0 0 0,1 1 0 0,2 1 0 0,-2 0 0 0,1 3 0 0,-3-3 0 15,3-2 0-15,-3 2 0 0,1-1 0 0,1-1 0 16,-2 3 0-16,-1-3-45 0,0 0-311 0,0 0 196 16,0 3 108-16,-2 1-1076 0</inkml:trace>
  <inkml:trace contextRef="#ctx0" brushRef="#br0" timeOffset="90099.04">21380 16868 1616 0,'-4'-4'0'0,"0"1"0"0,3-4 0 0,-1 1 0 0,2 1 0 0,0 0 0 0,0-3 0 0,0-3 0 0,2 2 0 0,3-3 0 0,1 0 79 0,2-2 36 0,-1-1-39 0,0 2 0 15,1 0-30-15,0-1 149 0,-3 3-80 0,-1 2-39 16,0 2 119-16,-1 1-79 15,1 1-31-15,-2 2-9 0,0 1 90 0,3 2-64 16,1 0-33-16,2 0 81 0,1 6-47 0,5 5-38 16,0 0 1-16,2 3 14 0,2 5-44 0,1-5 1 15,-3 4 9-15,5 2-36 0,-2 0-1 0,-4 3 28 16,-3 1-36-16,-3 3 0 0,-4-3 45 0,-1 6-9 16,-4 0-33-16,0 3-4 0,-4-4 0 0,-5-5 0 15,-8 6 0-15,1-1 0 0,-4-3 0 16,-2 0 0-16,2-2 0 0,-1-8 0 0,-4 4 0 0,7-6 0 15,-3-3 0-15,0 0 0 16,3-7 0-16,0 1 0 0,6-5 0 0,-2 0 0 16,3 0 0-16,1 0 0 0,3 0 0 0,-1 0 0 15,3 0 0-15,1-3 0 0,2 0 0 0,1 0 0 16,1-4-46-16,0-1-120 0,0 1 72 0,5-3-618 16,10-1 338-16,4-3 169 0,4-1 84 0,0-4-289 15,4 1 191-15,3 0 91 0,0-1-441 0</inkml:trace>
  <inkml:trace contextRef="#ctx0" brushRef="#br0" timeOffset="90366.77">21838 16757 2054 0,'4'-15'0'0,"-2"5"0"0,-1 0 0 0,-1-2 0 0,0 4 0 0,0-1 0 0,-7 3 0 0,-4 3 0 0,-2 0 0 0,0 3 0 0,-3 0 94 0,0 3 304 0,-5 12-181 0,5 0-90 16,-2 6 344-16,4 2-208 15,-2 7-118-15,5 2-54 0,3 5-20 0,3-1-71 16,1 1 0-16,4 1 0 0,0-1 0 0,2 1 0 16,10-1 0-16,2-1 0 0,5-5 0 0,1-1 0 15,3-1 0-15,2-5 0 0,-1-3 0 0,0-5 0 16,1 0 0-16,-4-7 0 0,0-2 0 0,-1-4 0 16,-3 0 0-16,-3-3 0 0,2 0 0 0,-1 0-20 15,0-3-696-15,-2-6 340 0,-1 1 169 16,0-4-446-16,1 0 308 0,3-4 145 15,-4-3 86-15</inkml:trace>
  <inkml:trace contextRef="#ctx0" brushRef="#br0" timeOffset="90814.46">22122 16312 2112 0,'0'-8'0'16,"0"5"0"-16,-2 1 0 0,-2 0 0 0,0 0 0 0,1 0 0 0,1 0 0 0,0 2 0 0,2 0 0 0,0 0 0 0,0 0 224 0,0 8-94 0,0 0-28 0,-3 7-37 15,-4-3 0-15,0 5-28 0,-2 0 38 0,-5 2-1 16,1 0-28-16,-6 1-9 16,1-2 79-16,1-6-40 0,-2 4 0 0,0-4 174 0,3-1-98 0,-1-1-61 15,4-2-28-15,3-2 77 0,1-1-140 16,3-1 0-16,3 0 0 0,3-2 0 0,0 1 0 0,3 0 0 31,12 0 0-31,8-2 0 0,-1 4 0 0,10-4 0 0,0 3 0 0,2-3 0 0,0-1 0 0,-1 3 0 31,-1-1 0-31,0-2 0 0,-4 0 0 0,1 0 0 0,-7 0 0 0,0 0 0 16,-3 0 0-16,-3 0 0 0,-3 0 0 0,-2 0 0 16,-1 0 0-16,-5 0 0 0,1 0 0 0,-5 0-416 15,1 0 11-15,0 0 184 16,0 0 92-16,-2-2-658 0,0-1 379 0,0 2 186 0</inkml:trace>
  <inkml:trace contextRef="#ctx0" brushRef="#br0" timeOffset="90992.73">22233 16301 2545 0,'-9'-6'0'0,"0"2"0"0,2 3 0 0,2-2 0 0,-1 2 0 0,4 1 0 0,-1 0 0 0,1 0 0 16,-1 9 0-16,1 12 0 0,1 3 382 0,-3 4-177 16,0 6 438-16,1 8-487 0,-1-3-156 0,0 2 0 0,3-4 0 0,1 3 0 0,0 0 0 15,0-5 0 1,0-4-69-16,0 2-238 0,0-8 181 0,0 5 77 0,0-6 43 15,0 2 0-15</inkml:trace>
  <inkml:trace contextRef="#ctx0" brushRef="#br0" timeOffset="91786.04">22808 16278 2092 0,'-8'-13'0'0,"2"5"0"0,1 5 0 0,1-1 0 0,0 2 0 0,3 0 0 0,-1 2 0 0,0 0 0 0,-1 13 0 0,3 9 0 0,0 4 126 0,-2 9-36 16,2 10 257-16,-1 6-156 0,-1 10-76 15,0 0-39-15,0 4 141 0,2-9-80 0,-2 18-55 0,2-12 256 16,0-11-218-16,0 0-120 0,0-5 0 16,0-3 0-16,0-5 0 0,2-3 0 15,2-6 0-15,-1-7 0 0,4-3 0 0,-5-3 0 0,-1-8 0 16,1-2 0-16,0-1 0 0,0-4 0 0,-2-1 0 16,0 0 0-16,0-6 0 0,0-7 0 0,0-3 0 15,0 0 0-15,-4-4 0 16,-1-3 0-16,-2-5 0 0,2-1 0 0,-2 3 0 15,-2-1 0-15,-2 3 0 0,1 5-70 0,-3-1 46 16,-3 8-13-16,0 2 0 0,-3 5 205 0,-2 2-168 16,-4 3 0-16,0 4 0 0,0 11 0 0,0 6 0 15,3 1 0-15,3 3 0 0,2 0 0 0,3 3 0 16,5 3 0-16,4-2 0 0,3-3 0 0,2-2 0 16,0 4 0-16,2-4 0 0,8-4 0 0,3 0 0 15,1-3 0-15,2-2 0 0,-2-4 0 0,5 1 0 16,-1-7 0-16,-2-1 0 15,3-2 0-15,1-2 0 0,3 0 0 0,0-2 0 16,2-11 0-16,1-3-392 0,1 0-39 0,2-5 187 16,7-5 109-16,-4-1-681 0,2-3 389 0</inkml:trace>
  <inkml:trace contextRef="#ctx0" brushRef="#br0" timeOffset="92021.2">23070 16749 3626 0,'0'-5'0'0,"0"1"0"0,0 1 0 0,0-3 0 0,0 2 0 0,8-1 0 0,3 3 0 0,4 2 0 0,4 0 0 0,6 0 0 0,-3 11 195 0,-3 0-85 16,7 8-110-16,-6 0 0 0,-2 2 0 0,-6 2 0 15,-2 0 0-15,-6 2 0 0,-2 2 0 0,-2 2 0 16,-6-2 0-16,-11 3 0 0,-6-3 0 16,-2-1 0-16,-4 1 0 0,-1-1 0 0,-7-1 0 0,1-3 0 15,5-4 0-15,-2 1 0 0,1-2 0 16,4-1 0-16,8-7 0 0,0 0 0 15,10-3 0-15,-2-2 0 0,6-4 0 0,6 0-399 16,0 0 115-16,9-4 124 0,14-13 61 0,5-3-907 16</inkml:trace>
  <inkml:trace contextRef="#ctx0" brushRef="#br0" timeOffset="92222.23">23405 16669 3793 0,'0'-15'0'0,"0"3"0"0,0 3 0 0,-2 1 0 0,-7 5 0 0,-3 1 0 0,-1 2 0 0,1 0 0 0,0 13 0 0,-3 11 0 0,0 10 138 0,2 2-138 0,-1 10 0 16,3 1 0-16,6 5 0 0,1-1 0 0,4-4 0 15,0-2 0-15,2 5 0 0,14-9 0 0,3-3 0 16,6-5 0-16,-3-8 0 0,6-3 0 0,2-5 0 16,0-6 0-16,2-5 0 0,0-6 0 15,4 0-662-15,0 0 58 0,0 0 288 0</inkml:trace>
  <inkml:trace contextRef="#ctx0" brushRef="#br0" timeOffset="96077.07">24444 16641 1486 0,'-12'-8'0'0,"1"0"0"0,-2 5 0 0,1-4 0 0,3 1 0 0,2-1 0 0,-3 0 0 0,6 2 0 0,2-1 0 0,2 1 0 0,0-1 94 0,2-2-28 0,16 1 67 16,3-2-53-16,3 1 0 0,5 1 97 0,-1-2-70 16,4 3-36-16,-8 4 9 0,11-2 50 0,-10 2-48 15,-3 2-22-15,-2 0 24 0,-1 2-24 0,-4 8 9 16,-3 1-33-16,-5 4-21 0,-3 4 21 16,-4 4 9-16,0 1-9 0,-2 3 8 15,-12 0-8-15,0 1 0 0,-6 0 29 0,0-1-29 16,-2 1 1-16,-1-4 8 0,3-2 22 0,-1-3 0 15,5-6-30-15,2-2-17 0,5-5 16 0,-1-2 10 16,6-2-10-16,0 0-27 0,4-2 27 0,0 0 0 16,2 0 1-16,12 0 8 0,8 0-9 0,-1 0 0 15,3 0-223-15,1 0 93 0,-2 0 55 16,-1 7 12-16,2 1-2 0,-4 3 5 16,-3 3 1-16,-1 0 70 0,-7 3-22 0,-5 3-11 15,-3 1-14-15,-1 4 177 0,0-2-84 0,-12 1-32 16,-6 0-23-16,4-5-9 0,-11 6-29 0,1-5 0 15,-1-1 0-15,0-3 0 0,2-2 0 0,2-5 0 16,0 0 0-16,4-3 0 0,0-2 0 0,6-4 0 16,2 0 0-16,1 0 0 0,4-2 0 0,4-8 0 15,0-8 0-15,1-7-112 0,16-6 50 0,1 1-822 16,10-13 428-16,0 0 210 0,1 1-531 0,1-2 370 16,0-1 185-16</inkml:trace>
  <inkml:trace contextRef="#ctx0" brushRef="#br0" timeOffset="96342.75">24846 16534 2176 0,'1'-9'0'0,"1"4"0"0,0 2 0 0,-2 0 0 0,0 3 0 0,0 0 0 0,0 3 0 0,0 8 0 0,0 4 0 0,4-3 0 0,3 2 100 0,6 0 190 0,-1-3-118 16,6-3-72-16,1 2-32 0,0-4-33 0,0-2 1 16,-1-4 0-16,0 0 10 0,-4 0-117 15,-2 0 54-15,-3-4 26 0,-1-5-63 0,-5-2 44 16,-1 1 33-16,-2-5-10 0,0 2 89 0,-7-1-38 15,-4 0-46-15,-5 2 93 0,0-1-49 0,-3 1-5 16,0 5-28-16,0-1 154 0,0 5-73 0,1 1-37 16,3 2 10-16,0 0-24 0,5 0-31 0,1 0-28 15,2 8-79-15,1 3 23 0,6 2 56 0,0 3 13 16,0 1-530-16,0-3 262 0,9 2 94 0,4 2-569 16,4-5 338-16,6 2 182 15,-3-6 87-15,5-1-207 0,-7-5 147 0</inkml:trace>
  <inkml:trace contextRef="#ctx0" brushRef="#br0" timeOffset="96680.69">25242 16447 2578 0,'0'-7'0'0,"0"5"0"0,0-3 0 0,0 4 0 0,0-1 0 0,4 2 0 0,0 0 0 0,4 14 0 0,0 5 0 0,0 11 0 16,-1 5 182-16,0 5 308 0,-3-2-217 0,1 15-124 0,0-6-56 0,-4 2 73 15,4-3-166-15,-4-2 0 0,1-8 0 0,2 2 0 16,-2-3 0-16,0-4 0 0,-1-7 0 0,1-3 0 16,0-1 0-16,0-7 0 0,0-3 0 0,-1-3 0 15,2-3 0-15,-2-4 0 16,4 0 0-16,0 0 0 0,4-10 0 0,5-10 0 0,0-4 0 0,4-1 0 16,2-6 0-16,2-6 0 15,0 2 0-15,-1-5 0 0,4-2 0 0,-2-1 0 16,-1-2 0-16,-1 0 0 0,0 2 0 0,-3 1 0 15,-4 9 0-15,-4 5 0 0,4-4 0 16,-5 13 0-16,-1 1 0 0,-2 6 0 0,-2 3 0 0,-1 3 0 16,1 2 0-16,0 3-669 0,-3 1 265 0,3 0 184 15,1 11-294-15,-2 1 230 0,1 5 129 0,0 2 59 16</inkml:trace>
  <inkml:trace contextRef="#ctx0" brushRef="#br0" timeOffset="96881.8">25702 16758 2358 0,'0'10'0'0,"0"8"0"0,0-3 0 15,0-1 0-15,0 1 0 0,0 0 0 0,2 2 0 0,2 2 0 0,1 2 0 0,1 0 0 0,-1 5 118 0,1-2 513 0,0 1-297 0,-1-3-140 0,1 8-83 0,-2-6 74 16,-1 1-185-16,1-4 0 0,-2-1 0 0,-2-1 0 16,4-3 0-16,-2-4 0 15,0-1 0-15,0-3 0 0,-2-4 0 0,0-1 0 16,0-3-75-16,0 0-2 0,0 0 57 0,0 0-748 15,0-1 365-15,0-13 175 0,0-3 100 0,2-9-543 16</inkml:trace>
  <inkml:trace contextRef="#ctx0" brushRef="#br0" timeOffset="97055.82">26002 16583 3701 0,'0'-7'0'0,"2"4"0"0,4-1 0 0,2 0 0 0,2 0 0 0,2 1 0 0,5 0 0 0,0 2 0 0,1 1 0 16,1 0 0-16,-2 0 230 0,2 0-230 0,-2 1 0 0,0 5 0 0,0 1 0 16,-2-2 0-16,-2 2 0 0,0 1 0 0,-4-1 0 15,-1 3-618-15,1 1 216 16,-5 0 219-16,-2 4 109 0</inkml:trace>
  <inkml:trace contextRef="#ctx0" brushRef="#br0" timeOffset="97252.38">26028 16911 3416 0,'-9'6'0'0,"4"1"0"0,-2-3 0 0,4-2 0 0,3-2 0 0,0 2 0 0,0-2 0 0,10 0 0 0,6 0 0 0,5 0 0 0,4 0 132 0,-8 0-48 0,8 0 215 16,-2 0-299-16,0 0 0 16,-1 0 0-16,-2 0 0 0,0 0 0 0,-3 0 0 15,-2 0 0-15,-4 0 0 0,0 0 0 0,-1 0-165 16,-4 0-80-16,-1 0 140 0,-3 0-2 0,0 0-678 15,-1 0 366-15,-1 0 196 0,0 2 93 0</inkml:trace>
  <inkml:trace contextRef="#ctx0" brushRef="#br0" timeOffset="98448.33">26776 16740 1384 0,'8'-11'0'0,"-1"2"0"0,2-4 0 16,3 3 0-16,-1-6 0 0,-3 2 0 0,5-3 0 0,-4-3 0 0,2 0 0 0,-1 0 0 0,0-1 137 0,-2 1-50 0,0-4 61 0,-2 3-56 0,-4-3-18 0,-1 4-10 15,2-2 19-15,-3 1-23 16,0 1-1-16,0 0-23 0,-3 4 107 0,-4-1-58 16,-1 2-24-16,-2 2 91 0,2-1-59 0,-2 7-27 15,-2-1 8-15,0 5 111 0,-1 0-74 0,-2 2-37 16,0 1 123-16,0 1-81 0,-3 13-30 0,2 8-10 15,-1 5 25-15,0 8-33 0,4 3-49 0,4 1-19 16,-1 16 0-16,2-1 0 0,5 5 0 0,1-2 0 16,0 0 0-16,0 6 0 0,2 5 0 0,-1-7 0 15,-1-6 0-15,0 4 0 0,-1-1 0 0,3-5 0 16,0-4 0-16,-1-4 0 0,1-11 0 0,-2-2 0 16,0-3 0-16,-4-8 0 15,1-2 0-15,-1-4 0 0,-3-2 0 0,-3-6 0 16,-2 1 0-16,-2-4 0 0,-1 0 0 0,-1-3 0 15,1-1 0-15,-1 0 0 0,0 0 0 0,1 0 0 16,0 0 0-16,3-1 0 0,-2-5 0 0,3-4 0 16,0 0 0-16,8-6 0 0,2 0 0 0,3-7 0 15,0 1 0-15,6-1-384 16,11-1-126-16,6 1 227 0,2 1 129 0,0-1-663 16,3 4 391-16,2-2 194 0</inkml:trace>
  <inkml:trace contextRef="#ctx0" brushRef="#br0" timeOffset="98729.38">26808 17036 2731 0,'11'-6'0'0,"0"5"0"15,0-1 0-15,-4 2 0 0,-2 0 0 0,-1 3 0 0,-2 11 0 0,0 5 0 0,-2 4 0 0,5-3 0 0,1 9 222 0,0-5-94 0,0 0 430 0,2 1-266 0,4-3-292 0,1-5 0 16,1 0 0-16,4-4 0 0,-1-5 0 0,3-5 0 16,-2-3 0-16,4 0 0 15,-4-3 0-15,2-15 0 0,-6 0 0 0,0-5 0 16,-7 1 0-16,-2 1 0 0,-1-10 0 0,-4 8 0 15,0-4 0-15,0 0 0 0,-5 2 0 0,-4 4 0 16,-6 1 0-16,2 3 0 0,-3 4 0 0,0 3 0 16,-4 4 0-16,3 5 0 0,-1 1 0 15,-1 0 0-15,2 6 0 0,0 5 0 0,4 2 0 0,0 0 0 16,4 2 0-16,1 0 0 16,4-2 0-16,3 2-118 0,1-5-35 0,0 1-667 15,0-2 393-15,0-1 195 0,5-4 97 0,6-4-553 16,3 0 317-16</inkml:trace>
  <inkml:trace contextRef="#ctx0" brushRef="#br0" timeOffset="98918.63">27246 16140 3265 0,'4'-15'0'0,"-2"7"0"0,1 4 0 0,-1 0 0 0,-2 2 0 0,0 2 0 0,0 0 0 0,0 15 0 0,0 8 0 0,0 1 0 0,0 7 356 15,-5 2-160-15,-1 3-82 0,1 1-114 0,0-1 0 16,0 1 0-16,1 1-97 0,-1-3-130 16,3 0 131-16,-2-2-661 0,2 1 392 0,2-4 201 0,0 1 13 15,0-5-383-15</inkml:trace>
  <inkml:trace contextRef="#ctx0" brushRef="#br0" timeOffset="99125.09">27367 16627 3055 0,'0'-7'0'0,"0"5"0"0,3 0 0 0,8 1 0 0,0-4 0 0,6 1 0 0,4 3 0 0,3-2 0 0,4 2 0 0,9-1 0 0,-1 1 458 0,10-2-215 0,-4 3-104 0,-7-1-103 16,9 1-36-16,-6-3 0 0,0 3 0 0,-2 0 0 15,-6 0 0-15,-6 0 0 0,-2 0 0 0,-7 0-443 16,-3 0 202-16,-5 0 138 0,0 0 70 0,-7 4-890 15,0 3 443-15,-9 0 213 0</inkml:trace>
  <inkml:trace contextRef="#ctx0" brushRef="#br0" timeOffset="99296.93">27587 16558 3402 0,'-15'3'0'0,"5"5"0"0,2 3 0 0,0 0 0 0,1 0 0 0,5 7 0 0,-3 4 0 0,4 1 0 0,1 5 0 0,0 2 0 0,-2-1 365 0,0 2-201 15,1 1-164-15,-3 0 0 0,2-2 0 0,1-2 0 16,-2 1 0-16,3-8 0 0,-2 3 0 0,2-4 0 16,0-3-700-16,0-3 336 0,0-4 200 0,2-2 100 15,8-5-937-15</inkml:trace>
  <inkml:trace contextRef="#ctx0" brushRef="#br0" timeOffset="99474.27">27719 16676 3705 0,'0'-7'0'0,"2"5"0"0,-1 0 0 0,-1 0 0 0,2 2 0 0,0 2 0 0,-1 13 0 0,1 2 0 0,4 6 0 0,-6-1 0 0,3 8 226 0,-3 2-226 0,0 0 0 0,0 1 0 15,0 2 0-15,0-4 0 0,0-1 0 0,0 0 0 16,0-7 0-16,-3-1 0 16,3-1-140-16,-3-2-163 0,3-4 164 0,0-4-737 15,0 0 346-15,0-5 246 0,0-2 125 0,0-4-483 16</inkml:trace>
  <inkml:trace contextRef="#ctx0" brushRef="#br0" timeOffset="99689.77">27944 16656 2785 0,'16'-20'0'0,"5"8"0"0,2-3 0 0,2 4 0 0,-6 4 0 0,3 4 0 0,4 1 0 0,-7 2 0 0,6 5 0 15,-8 10 0-15,3 6 154 0,-7 2-58 0,-3 3-30 0,-7 4 266 0,-1 1-152 16,-2 2-72-16,-2 1 102 0,-16 5-210 0,-2-3 0 15,-3-6 0-15,-9 8 0 0,0-2 0 0,-3-4 0 16,-4 1 0-16,-2-2 0 0,0-4 0 0,-4-1 0 16,7-7 0-16,8-5 0 0,6-7 0 0,4-2 0 15,7-2-239-15,3-3 26 0,6-3 104 0,4-13-712 16,9-14 392-16,16-6 197 0</inkml:trace>
  <inkml:trace contextRef="#ctx0" brushRef="#br0" timeOffset="99866.25">28262 16583 3753 0,'4'-7'0'0,"-2"6"0"0,0-1 0 0,-2 2 0 0,-4 2 0 0,-10 18 0 16,2 5 0-16,4 5 0 0,0 4 0 0,2 2 0 0,3 2 178 0,3 1-178 0,0 0 0 0,2-2 0 0,9-2 0 16,4-6 0-16,4-1 0 0,-1-3 0 0,5-5 0 15,-3-5 0-15,-1-4 0 0,2-3 0 0,-1-2-812 16,-1-5 279-16,-1-1 259 0,-3 0 49 15</inkml:trace>
  <inkml:trace contextRef="#ctx0" brushRef="#br0" timeOffset="100124.65">28587 16286 2519 0,'0'-2'0'0,"0"2"0"0,1 0 0 0,1 0 0 16,-2 0 0-16,0 6 0 0,0 3 0 0,-9 2 0 0,0 4 0 0,-6 6 0 0,-2-3 123 0,0 4-43 0,-4-2-1 16,6-4-43-16,-2 0 51 0,4-2-51 0,-1 1 0 0,6-8 130 0,3 2-65 15,2-2-33-15,3-2 10 0,0 2 157 0,0-4-100 0,11 3-49 0,6-3-20 16,8 2-66-16,-3-4 0 0,8 2 0 0,-2-2 0 16,0 0 0-16,1 4 0 15,-1-3 0-15,-3 0 0 0,3-2 0 0,-5 3 0 16,-2 1-605-16,0-2 239 0,-1-1 122 0,-8 4 110 15,1-5-682-15,-1 0 390 0</inkml:trace>
  <inkml:trace contextRef="#ctx0" brushRef="#br0" timeOffset="100286.02">28698 16259 3055 0,'-7'0'0'0,"0"0"0"0,5 4 0 0,-2 2 0 15,3 3 0-15,-1 3 0 0,2 2 0 0,0 4 0 0,0 6 0 0,0 2 0 0,0 3 580 0,0 2-284 0,-2 5-296 0,0 0 0 0,-1 0 0 16,1-1 0-16,-3 2 0 0,3-1-154 16,-3 0-101-16,-1-3 146 0,1 1-931 0,-2-2 538 0</inkml:trace>
  <inkml:trace contextRef="#ctx0" brushRef="#br0" timeOffset="100672.28">29148 16130 3338 0,'0'-2'0'0,"0"2"0"0,0 18 0 0,0 5 0 0,0 2 0 0,-2 8 0 0,-8 7 0 0,4 5 0 0,0 4 0 0,-5 16 0 0,9-3 128 0,-4 0 337 0,2 0-465 0,3-11 0 15,-1 6 0-15,2-5 0 0,0-5 0 0,0-12 0 16,0 1 0-16,0-6 0 0,0-9 0 0,0-3 0 15,0-7 0-15,0-2 0 0,0-8 0 0,0 2 0 16,0-3 0-16,0 0 0 0,0-9 0 0,-4-6 0 16,-1-1 0-16,-3-3 0 0,-2-3 0 15,-2-5 0-15,-2 3-8 0,-2-1-85 0,0 5-66 0,-4 1 62 16,5 5 21-16,-10 2 9 16,2 8 281-16,1 2-125 0,-3 2-62 0,3 3 143 15,6 11-170-15,-2 9 0 0,4-3 0 0,4 6 0 16,4 5 0-16,2-1 0 0,4 2 0 0,0-3 0 15,0 2 0-15,4-5 0 0,9 2 0 0,2-3 0 16,0-8 0-16,2-1 0 0,4-5 0 0,-1-1 0 16,0-5 0-16,8-2-591 0,-8-2-4 0,10-1 284 15,-4 0 137-15,2 0-310 0</inkml:trace>
  <inkml:trace contextRef="#ctx0" brushRef="#br0" timeOffset="100886.87">29321 16704 3772 0,'17'-17'0'0,"1"4"0"0,0 2 0 0,-2-1 0 0,2 5 0 0,0 4 0 0,1 3 0 0,4 0 0 0,-2 9 0 0,-4 8 0 0,3 6 159 15,-3 1-159-15,-4 4 0 0,-3 0 0 0,-2 3 0 16,-6-2 0-16,-2 3 0 0,0-4 0 0,-12 1 0 16,-8-1 0-16,-3-2 0 0,-9 0 0 0,2-7 0 15,-10 1 0-15,0-3 0 0,10-3 0 0,-1-4 0 16,8-5 0-16,0-3 0 0,7-2 0 0,6 0 0 15,7-7-617-15,3-14 241 0,6-8 170 0,17-6-695 16,5-7 437-16</inkml:trace>
  <inkml:trace contextRef="#ctx0" brushRef="#br0" timeOffset="101044.3">29723 16520 3931 0,'5'-15'0'0,"-2"9"0"0,0 1 0 0,-3 4 0 0,-3 1 0 0,-10 0 0 0,-9 6 0 0,3 15 0 0,1 5 0 0,0 7 0 0,6 3 0 15,1 6 0-15,9-6 0 0,0 9 0 0,2-2 0 0,0-1 0 0,4-4 0 16,14 5 0-16,2-6 0 0,6-4 0 0,1-2 0 16,6-6 0-16,-3-4 0 0,2 1 0 0,7 0 0 15,-10-1 0-15</inkml:trace>
  <inkml:trace contextRef="#ctx0" brushRef="#br0" timeOffset="102247.65">30159 16663 2516 0,'-12'-2'0'0,"4"2"0"0,0 0 0 0,6 0 0 0,2 4 0 0,0 0 0 0,0-1 0 0,0-1 0 0,13 3 0 0,4-3 0 0,5-2 161 0,1 0-51 0,5 0 125 16,-1 0-99-16,-2 0-48 0,2 0 212 0,-1 0-130 16,-6 0-57-16,2 0-42 0,-2 0-58 0,-2-1 5 15,-3 0-18-15,0 1 0 0,-3-3 0 0,-4 3 0 16,4 0 0-16,-6 0-938 0,0 0 313 0,-3 0 309 15,0 11 49-15</inkml:trace>
  <inkml:trace contextRef="#ctx0" brushRef="#br0" timeOffset="102448.21">30237 16905 3315 0,'-5'0'0'0,"3"0"0"0,2 3 0 0,0 0 0 0,0-1 0 0,0 0 0 0,0 0 0 0,0 1 0 0,7 0 0 0,5-2 0 0,1 1 266 0,6 0-113 0,0 2 44 16,3-2-197-16,0-2 0 0,5 1 0 16,-2 1 0-16,-4-2 0 0,7 3 0 0,-9-3 0 15,4 1 0-15,-1-1 0 0,-2 0 0 16,-2 0-395-16,2 2 31 0,-5-2 200 0,3 0-810 16,1 0 473-16,-3 0 230 0</inkml:trace>
  <inkml:trace contextRef="#ctx0" brushRef="#br0" timeOffset="102644.89">30824 16690 3298 0,'1'-6'0'0,"9"2"0"0,5 4 0 0,5-1 0 0,0-4 0 0,2 3 0 0,0-3 0 0,3 1 0 0,3 0 0 0,4 1 0 0,-1-2 361 0,4 2-161 15,-5 0-128-15,-3 0-72 0,8 2 0 16,-7-2 0-16,-5 1 0 0,-1 1 0 0,-3 1 0 0,-7 0 0 15,2 0 0-15,-7 0-689 0,-3 0 321 16,-2 3 203-16,-2 4-781 0,-2 4 444 0,-14-2 237 0</inkml:trace>
  <inkml:trace contextRef="#ctx0" brushRef="#br0" timeOffset="102974.83">30978 16765 1698 0,'0'5'0'0,"0"6"0"0,0-1 0 0,0-3 0 0,0 2 0 0,0 1 0 0,-5 3 0 0,-2 0 0 0,1 2 0 0,-4 2 0 0,-2-2 235 0,1 3-89 0,-4-2-59 0,-2-3 143 16,2 0-96-16,2-1-48 15,-1-5 187-15,8-2-108 0,-4 0-68 0,8-4-30 16,-3 2 289-16,5-3-158 0,0 0-71 0,2 0-95 16,16 0-32-16,4 0 0 0,6 0 0 0,2 0 0 15,4 0 0-15,-3 0 0 0,5 7 0 0,-4 2 0 16,-4 4 0-16,-4 2 0 0,-4 1 0 0,0 2 0 15,-7 1 0-15,-4 0 0 0,-6-1 0 0,0 1 0 16,-3 0 0-16,-3 0 0 0,-12-1 0 0,-3 2 0 16,-4-6 0-16,-5 1 0 0,-1 2 0 15,-4-8 0-15,-1 3 0 0,1-3 0 16,-3-4 0-16,1 4 0 0,2-6 0 0,0 1 0 16,4-4 0-16,6 0 0 0,1 0 0 0,5 0 0 15,2-7 0-15,7-8-718 0,5-11 161 0,2-9 260 16</inkml:trace>
  <inkml:trace contextRef="#ctx0" brushRef="#br0" timeOffset="103140.01">30922 16888 3931 0,'7'-3'0'0,"4"1"0"0,-1-2 0 15,0-3 0-15,0-1 0 0,3 1 0 0,4-2 0 0,5 1 0 0,3 0 0 0,1 2 0 0,1 3 0 0,-2 0 0 0,3 2 0 0,-4-1 0 16,4 2 0-16,-8 0 0 0,3 0 0 0,-2 0 0 0,-5 0 0 15,-1 0-138-15,-4 0-208 16,-4 0 193-16,-2 0-850 0,-3 0 481 0,0 0 220 0</inkml:trace>
  <inkml:trace contextRef="#ctx0" brushRef="#br0" timeOffset="103338.07">31133 16105 3931 0,'-5'-5'0'0,"4"5"0"0,-1 0 0 0,0 2 0 0,-6 9 0 0,3 6 0 0,-2 5 0 0,2 5 0 0,2 3 0 0,-5 11 0 0,6 0 0 0,-1-5 0 15,3 5 0-15,0-2 0 0,0-1 0 0,0 0 0 16,0-2 0-16,0-5 0 0,0-1-173 0,3-5-182 16,-3-1 198-16,2-5 98 0,6-2-417 0,-3-8 119 15,5-2 172-15</inkml:trace>
  <inkml:trace contextRef="#ctx0" brushRef="#br0" timeOffset="103528.99">31415 16423 3598 0,'8'-10'0'0,"7"9"0"0,8-2 0 0,1 1 0 0,1 1 0 0,3-1 0 0,2 0 0 0,2 2 0 0,3 0 0 0,3 0 0 0,2 0 294 15,-5 0-255-15,0 0-39 0,-2 0 0 0,-3 4 0 16,0-3 0-16,-12 4 0 0,3-4 0 0,-7 1 0 15,-5 2 0-15,-1-1 0 0,-4-3 0 0,-1 2-466 16,-3 0 52-16,0 2 217 0,-10-1-114 0,-4 2-454 16,-2-2 364-16</inkml:trace>
  <inkml:trace contextRef="#ctx0" brushRef="#br0" timeOffset="103696.93">31658 16432 2618 0,'-15'0'0'0,"7"0"0"0,3 4 0 0,-2 4 0 0,2 0 0 0,-1 3 0 0,2 5 0 0,1 0 0 0,1 9 0 0,-3-1 0 0,3 5 208 0,-3-1-85 16,0 1 515-16,-3 2-305 0,3-1-322 0,-2 1-11 0,1-4 0 0,1-1 0 16,-2 0 0-16,2-4 0 15,2 0 0-15,1-3 0 0,2 0 0 0,0-4-197 16,0-2 77-16,0 0 74 0,0-5-947 0,10 0 486 16,2-7 195-16</inkml:trace>
  <inkml:trace contextRef="#ctx0" brushRef="#br0" timeOffset="103878.46">31769 16519 3887 0,'4'-12'0'0,"4"7"0"0,-1 1 0 0,-2 1 0 0,1 3 0 0,-2 0 0 0,-3 10 0 0,1 10 0 0,0 10 0 0,-2 9 0 0,0 3 44 0,0 3-44 0,-7 6 0 0,-4-2 0 15,1 2 0-15,1-2 0 0,-2-2 0 0,4-2 0 16,0-6 0-16,2 0 0 0,-3 1 0 0,2-6 0 15,0 0-101-15,1-3-13 0,-2-6 85 0</inkml:trace>
  <inkml:trace contextRef="#ctx0" brushRef="#br0" timeOffset="118954.25">5073 17863 1542 0,'-8'-2'0'0,"5"-1"0"0,-1 0 0 0,2 2 0 0,1 0 0 0,1-3 0 0,0 3 0 0,-2 1 0 0,2 0 0 0,0 0 0 0,0 0 66 0,0 0 9 0,0 0 74 15,0 0-55-15,0 0-29 0,0 0 78 16,0 0-52-16,0 0-18 0,0 0-9 16,0 0 43-16,0 0-34 0,0 0-1 0,0 0-34 15,0 0 9-15,0 0-9 0,0 0-1 0,0 0 1 16,2 0 42-16,-1 1 9 0,1 3-51 0,0-3 29 16,0 0-30-16,-2 3 1 0,2 0 47 0,-1-2-14 15,2 3-10-15,-1-1-24 0,1 4 32 0,-1-2 0 16,1 3-32-16,0 0 10 0,1 3 35 0,-1-1-1 15,1 0-43-15,2 4-1 16,-1 4 19-16,0 2-56 0,0 4 0 0,0 2 0 16,2 3 0-16,1 2 0 0,-3 1 0 0,4 2 0 15,-1 6 0-15,1-11 0 0,-2 2 0 0,2-2 0 16,1 0 0-16,-4-7 0 0,1 1 0 0,0-5 0 16,0-1 0-16,-3 2 0 0,-1-5 0 0,-1-4 0 15,0-2 0-15,0-3 0 0,-1-1 0 0,1-1 0 16,-2-2 0-16,0-2 0 0,0 0 0 0,0 0 0 15,0 0 0-15,0 0 0 16,0 0 0-16,2-4 0 0,3-11 0 0,1-3 0 16,4-10 0-16,4-7 0 0,0-1 0 0,3 3 0 15,5-12 0-15,-3 0 0 0,4 0 0 0,1-2 0 16,-3 2 0-16,1 0 0 0,-3 0 0 0,1 1 0 16,-6 4 0-16,-1 5 0 0,-3 2 0 0,0 6 0 15,-6 1 0-15,3 5 0 0,-4 3 0 0,1 6 0 16,-2 0 0-16,-1 6 0 0,-1 2 0 15,0-1 0-15,0 4 0 0,0-1 0 0,0 2 0 0,0 0 0 16,0 0 0-16,0 0 0 16,0 0 0-16,0 0 0 0,2-1 0 0,0 1 0 15,0-3 0-15,3 1 0 0,-3 2-151 0,2-1 36 16,1 1-546-16,0 0 303 0,0 0 165 0,2 0-550 16,-2 7 352-16,-3 6 178 0</inkml:trace>
  <inkml:trace contextRef="#ctx0" brushRef="#br0" timeOffset="119518.69">5536 18348 2190 0,'-2'-8'0'0,"-3"4"0"0,1 1 0 0,-1-1 0 0,3 1 0 0,-1-4 0 0,3 2 0 0,-2 1 0 0,2-2 0 0,0-1 0 0,2-2 298 15,8 0-130-15,1-1-56 0,3-1-41 0,4 0 121 0,2-5-78 0,-3 8-37 0,2-1 41 16,-2 3-31-16,0 3-9 0,-2 1-40 0,-2 0 45 15,0 2 0-15,-2 0-46 16,1 7 13-16,-5 4-12 0,0 1 0 0,-3 4-1 16,2 0-15-16,-6 3-22 0,0 2 0 0,0 3 0 15,0-2 0-15,-8 1 0 0,-1 0 0 0,1-2 0 16,-5-2 0-16,3 2 0 0,-4-3 0 0,-1-4 0 16,0-1 0-16,-1-1 0 15,-1-3 0-15,1-1 0 0,-1-3 0 0,2 0 0 0,3-3 0 0,-1-2 0 16,1 0 0-16,2 3 0 0,2-3 0 15,1 0 0-15,4 0 0 0,1 0 0 16,0 0 0-16,2 0 0 0,0 0 0 0,0 0 0 16,5 0 0-16,11 0 0 0,-2 0 0 0,5 0 0 15,2 0 0-15,1 0 0 0,5 0 0 0,-7 0 0 16,5 0 0-16,-5 0 0 0,3 0 0 0,-5 0 0 16,0 0 0-16,-4 0 0 0,2 0 0 0,-5 0 0 15,-4 0 0-15,4 0 0 16,-6 0 0-16,0 0 0 0,-1 0 0 0,-1 0 0 0,4 0 0 0,-4 0 0 15,3 0 0-15,1 0-150 16,5 0-35-16,1-3 64 0,1-2-797 0,7-2 440 16</inkml:trace>
  <inkml:trace contextRef="#ctx0" brushRef="#br0" timeOffset="119992.83">6258 18058 1908 0,'-2'0'0'0,"-3"0"0"0,2 0 0 0,-1 0 0 0,0 0 0 0,3-2 0 0,-4 1 0 0,4-1 0 0,1 2 0 0,0 0 0 0,0-2 314 16,0 2-138-16,0 0-60 0,0 0 110 0,0 0-94 15,0 0-47-15,0 0-1 0,0 0 118 0,0 0-87 16,0 0-39-16,0 0 0 0,0-2 71 0,0 2-55 16,0 0-18-16,0 0-9 0,0 0-22 0,0-2-43 15,0 2 0-15,0 0 0 0,1-2 0 0,5 2 0 16,0-2 0-16,1 2 0 0,3 0 0 0,3 0 0 15,-2 0 0-15,2 0 0 0,3 0 0 16,-2 0 0-16,3 0 0 0,0 0 0 16,0 0 0-16,2 0 0 0,-3 0 0 0,3-2 0 15,0 2 0-15,-6-1 0 0,2-2 0 0,0 2 0 16,-1 0 0-16,-3-3 0 0,-2 3 0 0,1 0 0 16,-4-2 0-16,-1 1 0 0,-1 2-3 0,-3-2-69 15,1 2-405-15,0-2 219 0,0 2 100 0,-2 0 65 16,0 0-254-16,0 0 155 0,0 0 77 0</inkml:trace>
  <inkml:trace contextRef="#ctx0" brushRef="#br0" timeOffset="120227.64">6304 18351 3920 0,'-10'-2'0'0,"7"1"0"0,1 1 0 0,0 0 0 0,2 0 0 0,0 0 0 0,0 0 0 0,0 0 0 0,2 0 0 0,11 0 0 0,2 0 11 0,2 0-11 16,1 0 0-16,1 0 0 0,2-3 0 0,-1 2 0 15,0-2 0-15,-1 2 0 0,-3-1 0 0,-1-2 0 16,-2 3 0-16,-2-3 0 0,-5 2 0 0,2-2 0 16,-4 2 0-16,-1 2-272 0,-1-2-120 0,0 2 182 15,0 0 60-15,1 2-334 0,-3 10 228 0</inkml:trace>
  <inkml:trace contextRef="#ctx0" brushRef="#br0" timeOffset="120702.73">7126 18108 2665 0,'-18'-11'0'0,"6"10"0"0,5 1 0 0,3 0 0 0,1 0 0 0,1 0 0 0,2 0 0 0,0 0 0 0,0 0 0 0,3 0 0 0,18 0 283 0,4 0 261 0,5 1-253 0,6-1-143 15,6 0-148-15,1 0 0 0,1 0 0 16,-3-1 0-16,-6-1 0 0,5-4 0 0,-5 1 0 0,-2-1 0 16,-3 1 0-16,-8 0 0 0,2 3 0 0,-3-3 0 15,-6 3 0-15,-3 0 0 0,-1 1 0 16,-4-1-597-16,-2 2 148 0,-2 0 193 0,-1 0 114 16,-2 12-641-16,0 2 372 0</inkml:trace>
  <inkml:trace contextRef="#ctx0" brushRef="#br0" timeOffset="121106.43">7265 18323 2626 0,'-19'4'0'0,"3"3"0"0,5-1 0 0,-1-5 0 0,7 2 0 0,-1-2 0 0,6-1 0 0,0 0 0 0,8 0 0 0,14-4 0 0,7-7 182 0,1 0 31 15,3 0-88-15,3 2-34 0,-2-2-9 0,-2 5-243 0,-2 0 99 16,-10 4 51-16,-1 1 24 0,-7 1-239 0,-1 0 128 15,-6 0 67-15,-3 6-46 0,-2 3 19 0,0 7 40 16,-11-2 78-16,-8 4-33 16,2-3-92-16,0-3 41 0,-2 3 409 0,3-5-193 15,2-3-83-15,1 0-52 0,5-3 350 0,0 1-214 16,5-5-193-16,1 2 0 0,2-2 0 0,0 0 0 16,0 0 0-16,14 0 0 0,10 0 0 0,-4 0 0 15,2 3 0-15,1 2 0 0,2-2 0 0,-6 4 0 16,2 2 0-16,-3 0 0 0,-4 2 0 0,-4-1 0 15,-5 3 0-15,-2 0 0 16,-3 0 0-16,0 2 0 0,-2 2 0 0,-9-2 0 16,-3 1 0-16,-4-4 0 0,-5 3 0 0,6-6 0 15,-8 2 0-15,2-3 0 0,2-1 0 0,0-3 0 16,-2 2 0-16,1-6 0 0,0 4 0 0,3-4 0 16,0 0 0-16,3 0 0 0,1-4 0 0,1-9 0 15,5-4 0-15,2-7-360 16,4-10 138-16,3-4-803 0,0-6 493 0</inkml:trace>
  <inkml:trace contextRef="#ctx0" brushRef="#br0" timeOffset="121312.02">7445 17666 3260 0,'0'-8'0'0,"0"3"0"0,0 3 0 0,0 0 0 0,-5 0 0 0,1 0 0 0,0 2 0 0,2 0 0 0,2 0 0 0,0 6 0 0,0 8 390 0,0 4-180 0,0 7-139 15,2 3-71-15,2 3 0 16,0 3 0-16,-2 2 0 0,1 0 0 0,-2-1 0 16,1-3 0-16,-2-2 0 0,0-8 0 0,0 5-66 15,0-5 6-15,0-2 50 0,0 0-672 0,0-5 267 16,-3 0 191-16,0 0 68 0</inkml:trace>
  <inkml:trace contextRef="#ctx0" brushRef="#br0" timeOffset="123571.56">8005 18177 2560 0,'-1'-4'0'0,"-1"3"0"0,2-2 0 0,0 1 0 0,0 2 0 0,0 0 0 0,-2-1 0 0,2 1 0 0,0 0 0 0,0 0 0 0,0 0 164 0,0 0-63 0,0 1 285 16,0 4-175-16,0-3-86 0,0 3 103 0,0-1-99 16,2 0-102-16,0-1-27 0,-1 0 0 0,1 2 0 15,1 0 0-15,0 0 0 0,-1-1-89 0,-1 0 41 16,1 2 43-16,0-2-745 0,4 4 381 0,-2 2 105 16</inkml:trace>
  <inkml:trace contextRef="#ctx0" brushRef="#br0" timeOffset="124597.9">8590 18173 1445 0,'-9'0'0'0,"-2"-6"0"0,1 0 0 0,1 1 0 0,0 0 0 0,2-1 0 0,0-1 0 0,1 1 0 0,1 0 0 0,0-2 0 0,2 1 72 0,-1-2 120 0,4 1-77 15,0-1-39-15,0 0 1 0,0-1 144 0,0-1-82 16,7-3-56-16,5 3 39 0,3-3-43 0,2-1 1 16,3-2-42-16,3-1 124 0,1 1-67 0,3 3-28 15,-1-1 81-15,-1 3-56 0,-3 4-26 0,1 1 8 16,-4 4 56-16,1 1-46 0,-3 2-1 0,-1 0-45 16,-2 0 115-16,-1 6-153 0,1 5 0 0,-4 2 0 15,4-1 0-15,-3 2 0 0,2-2 0 0,1 1 0 16,2-1 0-16,1-2 0 15,3 0 0-15,2-3 0 0,-2-2 0 0,2-2 0 16,1 0 0-16,0-2 0 0,-2-1 0 0,-3 0 0 16,-1 0 0-16,-2 0 0 0,0 0 0 0,-4-4 0 15,0 1 0-15,-3-2 0 0,1-1 0 0,-1 2 0 16,-5-2 0-16,2 2 0 0,-1 1-416 0,-3 2 103 16,1-2 138-16,-2 2 59 0,0 1-527 0,0-2 302 15,0 2 152-15,-10 0 75 16</inkml:trace>
  <inkml:trace contextRef="#ctx0" brushRef="#br0" timeOffset="124821.52">8850 18026 2591 0,'-18'5'0'0,"4"4"0"0,-2 0 0 0,4-2 0 0,1 2 0 0,6-2 0 0,-1 2 0 0,3 0 0 0,3 4 0 0,0 1 0 0,0 1 166 0,0 0-65 16,1 5-21-16,4 0 193 0,1-2-118 15,0 3-58-15,-1 0-30 0,-1-1 17 0,1 1-37 16,-4 1-9-16,2-2-202 0,-2 1 100 0,-1 0 52 16,0-2 34-16,0-4-386 0,0 3 201 0,0-2 44 15,0-7-219-15,-1 1 98 0,-2-4 96 0,3-4 34 16,0 1-379-16,0-3 226 0,0 0 113 0,6-10 55 16</inkml:trace>
  <inkml:trace contextRef="#ctx0" brushRef="#br0" timeOffset="125104.93">8988 18088 3036 0,'0'-1'0'0,"0"-1"0"0,0 0 0 0,0 2 0 0,0 0 0 0,0 0 0 0,0 0 0 0,0 0 0 0,0 9 0 0,0 4 0 0,0 4 293 0,0 6-127 0,3 5 191 0,-2 0-278 16,0 4-79-16,2 2 0 0,-2 2 0 0,1-1 0 15,0 1 0-15,-1 0 0 0,-1-1 0 16,0-3 0-16,0-3 0 0,0-2 0 15,0-6 0-15,0 4 0 0,0-7 0 0,0-5 0 16,2 0 0-16,-2-5 0 0,0-1 0 0,0-4 0 16,0-2 0-16,0 1 0 0,0-2 0 0,0 0 0 15,0 0 0-15,0 0 0 0,0 0 0 0,0 0 0 16,0 0 0-16,0 0 0 0,0 0 0 0,0 0 0 16,0-2 0-16,0 1 0 0,0-2 0 0,0 2-114 15,0-2-755-15,2 2 416 16,1-3 198-16,1 2 113 0</inkml:trace>
  <inkml:trace contextRef="#ctx0" brushRef="#br0" timeOffset="126405.53">9611 17865 875 0,'0'-2'0'0,"0"0"0"0,0-1 0 0,0 0 0 0,0 2 0 0,0-4 0 0,-2 4 0 0,2 0 0 0,0-2 0 0,0 1 0 0,-3 2 198 0,3-2-71 15,0 2-49-15,0 0 0 0,0 0 103 0,0 0-72 16,0 0-35-16,0 0 146 0,0 4-96 0,0 6-43 16,0 3 0-16,0 0 61 0,0 4-53 15,0 1-16-15,0 5 129 0,0 2-83 16,0-1-40-16,-2 0 0 0,0 2 68 0,0-2-45 15,1 7-37-15,-1-3 0 0,0 5 54 0,2 1-41 16,0-3 0-16,0-1 14 0,0 1-9 0,0-2-45 16,0-3 0-16,0 0-21 0,0 1-17 0,0-8 0 15,0 4 0-15,0-5 0 0,0 0 0 16,0-4 0-16,0-1 0 0,0-2 0 0,0-1 0 0,0-2 0 16,0-5 0-16,0 0 0 15,0 1 0-15,0-2 0 0,0-2 0 0,0 0 0 0,0 0 0 16,0 2 0-16,0-2 0 15,0 0 0-15,0 0-247 0,0 0 4 0,0 0-227 16,0 0 217-16,0-2 107 0,0-5 45 0,0-8 36 0,4-4-702 16,1-3 365-16</inkml:trace>
  <inkml:trace contextRef="#ctx0" brushRef="#br0" timeOffset="126883.04">9836 17619 2265 0,'0'-17'0'0,"0"6"0"0,0 4 0 0,0-5 0 0,2 1 0 0,5-1 0 0,2 3 0 0,2-1 0 0,2 3 0 0,3-2 0 0,0 3 186 0,2 0-66 15,0 3-45-15,1 1 64 0,-3 0-51 16,0 2-25-16,0 0 0 0,-2 0 64 0,-1 0-49 15,-2 7 0-15,-1 3-19 0,-3 1-22 0,-4 2 1 16,-1 5 9-16,-2-2 17 0,0 5 0 0,-2 1-27 16,-7 1-28-16,-4 2-1 0,2-5 39 0,-8 7-10 15,4-8-39-15,-4 2 39 0,4-6 1 0,-2-1-1 16,1-1 55-16,0-4-92 0,3 0 0 0,3-7 0 16,1 2 0-16,2-2 0 0,3-2 0 0,1 0 0 15,1 0 0-15,2 0 0 16,0 0 0-16,0 0 0 0,0 0 0 0,7 0 0 15,7 0 0-15,0 0 0 0,5 0 0 0,2 0 0 16,1 0 0-16,5 0 0 0,-2 0 0 0,2 0 0 16,-5 0 0-16,1 0 0 0,-1 0 0 0,-3 0 0 15,0 0 0-15,-6 2 0 0,0-1 0 0,-7 2 0 16,2-1 0-16,-5-2 0 0,-1 0 0 0,0 2 0 16,-2-2 0-16,0 0 0 0,0 0 0 0,0 0 0 15,0 0 0-15,0 0 0 16,0 0 0-16,0 0 0 0,0 0 0 0,0 0 0 15,0 0 0-15,0 0-79 0,0 0-559 0,0 0 291 16,0 3 150-16</inkml:trace>
  <inkml:trace contextRef="#ctx0" brushRef="#br0" timeOffset="128878">10149 18159 3053 0,'-8'0'0'0,"6"0"0"0,0 10 0 0,0-5 0 0,-1-5 0 0,3 7 0 0,0-4 0 0,0 1 0 0,0 0 0 0,0 2 0 0,3-1 134 0,5 0 223 0,2-1-160 16,-1 3-79-16,-2 0-46 0,4 0-72 0,-3-2 0 16,-2 4 0-16,-1-3 0 15,-1-4 0-15,-2 2 0 0,-1 0 0 0,1-4 0 0,-2 2 0 16,0-2 0-16,0 0 0 0,0 0-410 0,0 0 136 15,0 0 83-15,0 0-322 0,0 0 238 0</inkml:trace>
  <inkml:trace contextRef="#ctx0" brushRef="#br0" timeOffset="129923.58">10549 18227 2432 0,'-14'-5'0'0,"5"2"0"0,4 2 0 16,0-1 0-16,2 0 0 0,2 2 0 0,1-2 0 0,0 0 0 0,2 2 0 0,14-2 0 0,9-3 113 0,3 0 386 0,4-1-231 0,1-2-105 0,5 3-68 15,-1-1-29-15,7-1 1 0,-5 2-30 0,-3 3 154 16,1-1-191-16,-2 1 0 0,-3 1 0 0,0-1 0 15,-4-1 0-15,-7 2 0 0,2-1 0 0,-6-1 0 16,-2 2 0-16,-6 1 0 0,-1-3-526 0,-2 3 104 16,-4 0 186-16,0 0-482 0,-2 0 340 0,0 0 170 15,-12 13 86-15,-5 2-421 0</inkml:trace>
  <inkml:trace contextRef="#ctx0" brushRef="#br0" timeOffset="130285.4">10762 18319 2490 0,'-18'2'0'0,"-1"4"0"0,8 0 0 0,-3-3 0 0,7-1 0 0,2 0 0 0,5-1 0 0,0-1 0 0,1 0 0 0,19 0 0 0,3 0 326 0,5 0-149 0,13-3-70 15,-8 1-34-15,3-1 413 0,-2 0-225 16,-8 3-250-16,6 0-11 0,-11 3 0 0,-1 5 0 0,-6 5 0 16,-5 2 0-16,-4 0 0 0,-3 3 0 15,-2 4 0-15,-4-1 0 0,-10 0 0 0,-5-1 0 16,-6 0 0-16,-1-4 0 0,0-3 0 0,-4 0 0 15,0-3 0-15,2-2 0 0,3-1 0 0,0-1 0 16,3-1 0-16,3-1 0 0,8 0 0 0,0-4 0 16,5 2 0-16,3-2 0 0,3 2 0 15,0-2 0-15,0 0 0 0,5 0 0 0,10 0 0 0,7 0 0 16,3 0 0-16,1 0 0 16,6 0 0-16,-2 0 0 0,2 0 0 0,0-2 0 15,0 0 0-15,-4 0 0 0,-1 0 0 0,-7 1 0 16,1-2 0-16,-2 1 0 0,-5 1 0 0,0 1 0 15,-5 0 0-15,0 0 0 0,-1 0 0 0,-2 0-218 16,-2 0 19-16,-2 0 81 0,-1 0-689 0,-1 0 375 16,0 0 202-16,0-2-225 15</inkml:trace>
  <inkml:trace contextRef="#ctx0" brushRef="#br0" timeOffset="130493.87">10861 17566 3769 0,'-12'-7'0'0,"8"7"0"0,1 0 0 0,-1 0 0 0,2 0 0 0,-2 3 0 0,4 11 0 0,0 5 0 0,0 2 0 0,0 6 0 0,0 9 128 0,2 2-94 0,0 7-34 0,0-2 0 15,0 0 0-15,0 0 0 0,-1-1 0 0,3-6 0 16,-2 1 0-16,1-3-71 0,2-4-224 0,-3-3 166 15,2-4-930-15</inkml:trace>
  <inkml:trace contextRef="#ctx0" brushRef="#br0" timeOffset="132057.16">11653 18051 2379 0,'-2'-4'0'0,"2"2"0"0,0 0 0 0,-2 2 0 0,2-2 0 0,0 2 0 0,0-1 0 0,0 1 0 0,4 0 0 0,6 0 0 0,2 0 153 0,4 0-47 15,0 0 296-15,4 0-182 0,-1 0-91 0,4 0-46 16,4 0 194-16,-6 0-110 0,7 0-152 0,-4 0-15 15,-3 0 0-15,1 0 0 0,1 0 0 0,-3-3 0 16,1 3 0-16,-4-1 0 0,-2 0 0 0,-2-3-227 16,-1 3 37-16,-3 0 124 0,-2 1-384 15,-1 0 220-15,-2 0 36 0,-2 0 80 0,0 0-615 16,-2 2 336-16</inkml:trace>
  <inkml:trace contextRef="#ctx0" brushRef="#br0" timeOffset="132268.28">11828 18338 3838 0,'-9'3'0'0,"0"4"0"0,4 0 0 0,-1-3 0 0,3-3 0 0,3 4 0 0,0-4 0 0,0 3 0 0,5 0 0 0,14 0 0 0,4-1 93 16,-1 1-93-16,3-2 0 0,-1-1 0 0,-1 2 0 15,4 0 0-15,0-2 0 0,-6 0 0 0,2 1 0 16,-3 2 0-16,1-1 0 0,-4-2 0 0,-3 3-91 15,0-4 63-15,-3 1-796 0,0-1 401 0,1 0 140 16,-3 0-461-16,2 0 353 0,1 0 177 0</inkml:trace>
  <inkml:trace contextRef="#ctx0" brushRef="#br0" timeOffset="132499.06">12489 18135 3732 0,'-3'-3'0'0,"3"3"0"0,0 0 0 0,3 0 0 0,5 0 0 0,6 0 0 0,5 0 0 0,8 0 0 0,12 0 0 0,-2 0 0 0,14-2 199 0,-2-4-199 0,0-1 0 15,-2 1 0-15,-2-2 0 16,-8 2 0-16,3 3 0 0,-4-3 0 0,-4 3 0 16,-4-1 0-16,-8 2 0 0,1-1 0 0,-8 0 0 15,-1 2-26-15,-7-1-73 0,-1 2 69 0,-2 0-851 16,-1 0 412-16,-1 0 220 0,0 0-428 0,-9 0 319 15,-2 2 161-15,-1-1 79 0</inkml:trace>
  <inkml:trace contextRef="#ctx0" brushRef="#br0" timeOffset="132844.09">12970 18026 2461 0,'-15'3'0'0,"1"3"0"0,0 2 0 0,-5 5 0 0,-1 1 0 0,0 4 0 0,-2 3 0 0,-1 5 0 0,-5 11 0 0,2-1 0 0,0 6 116 0,-3 5 555 0,1 1-317 16,3 2-149-16,3-1-81 0,4-3-124 0,4-1 0 15,5-3 0-15,7-11 0 0,2 3 0 0,0-5 0 16,2-5 0-16,7-6 0 0,10 3 0 0,-2-11 0 16,5 2 0-16,-3-5 0 0,2-3 0 0,1-4 0 15,3 0 0-15,-4 0 0 0,3-12 0 0,-4-5 0 16,-2-2 0-16,-2-2 0 16,-2-1 0-16,-5 4 0 0,-2-3 0 0,0 0 0 15,-4 1 0-15,-1 5 0 0,-2-3 0 0,0 9 0 16,0-4 0-16,-6 3 0 0,-4 3 0 0,1 1 0 15,-4 1 0-15,2 3 0 0,-4 0 0 0,0-1 0 16,-2 3 0-16,2 0 0 0,0 0 0 0,0 3 0 16,2 4 0-16,-1 1 0 0,3-1 0 0,-2 2 0 15,4-2 0-15,-1 0 0 0,-1 2 0 0,1 0 0 16,3-4 0-16,0 0 0 16,1 1-358-16,0-2 2 0,2-2 165 0,3 0-575 15,-1-1 364-15,2 1 183 0,0-2 90 0</inkml:trace>
  <inkml:trace contextRef="#ctx0" brushRef="#br0" timeOffset="133343.04">12453 17702 2797 0,'-15'-9'0'0,"6"6"0"0,5 1 0 0,2 2 0 0,2 0 0 0,0 0 0 0,2 0 0 0,15 0 0 0,13 0 0 0,7-1 0 0,7-1 294 0,6-4-129 0,7 0-64 0,-3-1 143 16,1 2-109-16,-3-1-48 0,-5 0-77 0,-9 2 28 15,-1-1-1-15,-9 2-14 16,1-1-256-16,-8 2 123 0,-9 1 74 0,-3-1-423 0,-2 0 248 16,-5 2 61-16,-2 0 80 0,0 0-619 0,-6 0 326 15,-8 0 162-15,-2 7 83 0</inkml:trace>
  <inkml:trace contextRef="#ctx0" brushRef="#br0" timeOffset="133522.04">12731 17665 2645 0,'-8'2'0'0,"3"4"0"0,0 6 0 0,1-1 0 0,-3-2 0 0,4 4 0 0,-1 2 0 0,1 3 0 0,1 1 0 0,0 3 0 0,0 4 593 16,0-7-268-16,0 5-148 0,-1-1-70 0,3-2-148 0,-2 0 39 0,2-6 0 0,0-1 49 15,0 1-614-15,0-5 303 0,5-3 151 0,3-2-688 16,1-5 356-16,3 0 227 0,0-1-26 0</inkml:trace>
  <inkml:trace contextRef="#ctx0" brushRef="#br0" timeOffset="133653.9">12842 17732 3247 0,'4'-9'0'0,"1"3"0"0,-1 0 0 0,0 4 0 0,-2 1 0 0,2 1 0 0,1 0 0 0,-1 0 0 0,-1 4 0 15,3 10 0-15,-2 2 286 0,0 8-129 0,-2 2-60 0,-2 1 47 16,0 7-144-16,0-2 0 0,0 3 0 0,0-1 0 0,0-1-121 16,0 2 22-16</inkml:trace>
  <inkml:trace contextRef="#ctx0" brushRef="#br0" timeOffset="134344.23">15419 17897 2046 0,'-3'-18'0'0,"-4"6"0"0,5 4 0 0,1 3 0 0,-1-2 0 0,2 2 0 0,0 3 0 0,0 0 0 0,0 1 0 0,5 1 0 0,9 3 434 0,2 12-203 16,2 6-96-16,-2 6-49 0,3 8 283 0,-3 5-165 0,-4 4-74 15,-3 6-51-15,0 0 138 0,-6 15-217 16,-3-8 0-16,0 2 0 0,0-8 0 0,-1 0 0 0,-6-11 0 16,2-2 0-16,1-12 0 0,0 0 0 15,1-7 0-15,3-7 0 0,-2-5 0 0,2-3 0 16,0-4 0-16,0 0 0 0,0-1 0 0,2-19 0 15,9-5 0-15,8-10 0 0,-1-2 0 0,7-7 0 16,1-2 0-16,2-4 0 0,1 2 0 0,1-1 0 16,0 0 0-16,-4 2 0 0,-2 8 0 0,2-8 0 15,-8 13 0-15,1-2 0 16,-1 4 0-16,-1 2 0 0,-4 4 0 0,4 5 0 16,-4 7 0-16,3 0 0 0,-4 5 0 0,3 4-466 15,0 4-140-15,0 1 284 0,0 0 142 0</inkml:trace>
  <inkml:trace contextRef="#ctx0" brushRef="#br0" timeOffset="134516.25">16103 18016 3931 0,'-4'0'0'0,"4"4"0"0,0 0 0 0,0-2 0 0,0 2 0 0,7-4 0 0,8 0 0 0,4 0 0 0,4 0 0 0,2 0 0 0,3 0 0 16,-1 0 0-16,-1 0 0 0,6 0 0 0,-3-1 0 15,-7 1 0-15,3-3 0 0,-2 3-152 0,-5 0 43 16,-2 0-1178-16,-7 3 650 0</inkml:trace>
  <inkml:trace contextRef="#ctx0" brushRef="#br0" timeOffset="134680.7">16262 18253 3931 0,'-14'5'0'0,"4"0"0"0,0 1 0 16,5-4 0-16,0-2 0 0,5 2 0 0,0-2 0 0,3 1 0 0,14 1 0 0,7 1 0 0,1-3 0 0,-1 1 0 0,8-1 0 0,-2 0 0 0,-1 0 0 0,-4 0 0 16,-2 0 0-16,0 0 0 0,0 0-456 0,-3 0 10 15,-3 0 242-15,-4 0 120 16,-3 4-1017-16</inkml:trace>
  <inkml:trace contextRef="#ctx0" brushRef="#br0" timeOffset="134977.4">16758 17882 3931 0,'0'-6'0'0,"0"4"0"0,0 2 0 0,2 0 0 0,1 2 0 0,1 15 0 0,4 4 0 0,-2 5 0 0,-1 6 0 0,2 9 0 0,-1 4 0 16,0 2 0-16,0 2 0 0,-1-7 0 0,3 10 0 15,-3-9 0-15,1-5 0 0,0-2 0 0,1-6 0 16,-3-9 0-16,-1-2 0 0,-1-7 0 0,3-6 0 15,-3 0 0-15,0-6 0 0,-1 0 0 0,3-12 0 16,3-13 0-16,6-2 0 0,3-13 0 16,5 1 0-16,0-4 0 0,7-4 0 0,2 0 0 15,4-8 0-15,-6 12 0 0,4-3 0 16,-4-1 0-16,1 8 0 0,-10 10 0 0,1 2 0 16,-5 7 0-16,0 2 0 0,-5 7 0 0,1 5 0 15,-4 5-423-15,-2 1-86 0,-2 7 235 0,-1 16 119 16</inkml:trace>
  <inkml:trace contextRef="#ctx0" brushRef="#br0" timeOffset="135141.35">17244 18188 3931 0,'-7'10'0'0,"-1"4"0"0,2 5 0 0,3-3 0 0,-1-2 0 0,0 4 0 0,4 2 0 0,0 2 0 0,0 5 0 0,0-1 0 0,4 0 0 0,1-2 0 0,1-3 0 16,0 0 0-16,1-2 0 0,-3-4 0 0,2-6 0 15,-1 0 0-15,0-1 0 0,2-4-116 0,-3-4-279 16,1 0 215-16,2 0 110 0</inkml:trace>
  <inkml:trace contextRef="#ctx0" brushRef="#br0" timeOffset="135286.41">17361 18161 3536 0,'5'-2'0'0,"6"1"0"0,3-3 0 0,2 1 0 0,7-3 0 0,5-1 0 0,6 4 0 0,9 0 0 0,-7 1 0 0,7-1 0 16,-7 3 395-16,1 0-395 0,1 0 0 0,-4 0 0 0,2 0 0 16,-3 0-425-16,-3 0 219 0,-1 0 122 15</inkml:trace>
  <inkml:trace contextRef="#ctx0" brushRef="#br0" timeOffset="135582.4">17961 17848 3826 0,'0'-10'0'0,"0"7"0"0,0 1 0 0,8 2 0 0,0 0 0 0,1 4 0 0,0 14 0 0,5 11 0 0,-3 2 0 0,-2 13 0 0,-3 1 105 0,1 6-105 0,-3-1 0 16,3 3 0-16,-1-3 0 0,0 0 0 0,2-5 0 16,-1-10 0-16,0 3 0 0,3-8 0 0,-3-7 0 15,1-5 0-15,-3-6 0 0,3-4 0 0,-4-4 0 16,2-4 0-16,1 0 0 15,2-15 0-15,3-7 0 0,2-7 0 0,4-4 0 0,3-13 0 16,4 0 0-16,2-3 0 0,8-10 0 0,-1 2 0 16,2-3 0-16,3-3 0 0,1 1 0 15,-1 5 0-15,-6 10 0 0,-4 8 0 0,-3 0 0 16,-1 9 0-16,-8 9 0 0,0 7 0 0,-6 7 0 16,-1 3 0-16,-5 4 0 0,-1 4-987 0,-3 22 460 15</inkml:trace>
  <inkml:trace contextRef="#ctx0" brushRef="#br0" timeOffset="135886.23">18529 18210 3931 0,'-5'-2'0'0,"5"-1"0"0,0 1 0 0,0 0 0 0,0 2 0 0,9-2 0 0,7 2 0 0,3 0 0 0,2 0 0 0,3 0 0 0,4 9 0 0,0 2 0 15,1 4 0-15,-5 4 0 0,-5-3 0 0,1 3 0 0,-6 5 0 0,-7-6 0 16,-5 3 0-16,-2 6 0 0,-5-5 0 0,-16-1 0 16,-4-2 0-16,-1-3 0 15,-4-1 0-15,0-1 0 0,8-7 0 0,-3 1 0 16,4-5 0-16,5-3 0 0,6 0 0 0,1 0 0 16,5 0 0-16,0 0 0 0,4 0 0 0,2 0 0 15,16 0 0-15,5 0 0 0,9-2 0 0,8 1 0 16,1 1 0-16,8-3 0 0,2 2 0 15,3 1 0-15,5 0 0 0,6 0 0 0,-1 0-198 0,0 10-228 16,-2-7 195-16</inkml:trace>
  <inkml:trace contextRef="#ctx0" brushRef="#br0" timeOffset="136278.41">19297 18045 3523 0,'-17'-14'0'0,"13"13"0"0,3 1 0 0,1 0 0 0,0 0 0 0,3 0 0 16,12 0 0-16,8 0 0 0,7 0 0 0,9 0 0 0,6 0 343 0,5 0-278 0,0 0-65 0,1 0 0 0,-8 0 0 15,9 0 0-15,-9 0 0 0,-9 0-288 16,-2 0 8-16,-7 0 158 0,-3 1-418 0,-9 5 284 16,-3 0 146-16</inkml:trace>
  <inkml:trace contextRef="#ctx0" brushRef="#br0" timeOffset="136421.81">19430 18214 3271 0,'-9'4'0'0,"3"4"0"0,4-3 0 0,2-2 0 0,0 1 0 0,2-2 0 0,13 0 0 0,10 3 0 0,5-4 0 0,7-1 0 0,8 0 400 16,1 0-182-16,0 2-176 0,3-2-54 0,1 3-18 15,-8-2 42-15,15 3-1021 0,-9-1 522 0</inkml:trace>
  <inkml:trace contextRef="#ctx0" brushRef="#br0" timeOffset="136837.35">20213 18199 3088 0,'-13'-1'0'0,"8"-1"0"0,5 2 0 0,0 0 0 0,5 0 0 0,15 0 0 0,3 0 0 0,17 0 0 0,9-4 0 0,14-5 0 0,-2-1 508 0,22-4-240 16,-5 3-201-16,1 1-67 0,-4-1 0 0,-10 2 0 0,9 2 0 15,-19-1 0-15,2 2 0 0,-7 3 0 16,-5-1 0-16,-13 2 0 0,-4 2 0 0,-6 0-33 16,-4 0-730-16,-7 0 334 0,-3 0 216 0,-6 4-25 15,-2 4-604-15</inkml:trace>
  <inkml:trace contextRef="#ctx0" brushRef="#br0" timeOffset="137244.51">20565 18348 2725 0,'-12'0'0'0,"7"0"0"0,1 0 0 0,2 0 0 0,2-4 0 0,0 0 0 0,6-2 0 0,15 2 0 0,3 3 0 0,5-1 0 0,1 1 150 0,0 1-48 0,-3 0-30 0,-4 0 0 15,-2 3-36-15,-7 4 0 0,-4-2-142 0,-2 5 81 16,-7-2 26-16,-1 3-55 0,0 0 45 0,-15 2 0 16,-5-1 45-16,-1-2 57 15,-7 4-31-15,3-3-30 0,5-3 140 0,-3-1-73 16,6-2-50-16,8 0 4 0,0-4 238 0,3 2-238 16,6-3-53-16,0 1 0 0,2-1 0 0,11 3 0 15,10-3 0-15,3 3 0 0,1 1 0 0,-2 1 0 16,3 3 0-16,-7-1 0 0,7 5 0 0,-10-3 0 15,-2 4 0-15,-5 0 0 0,-4 0 0 0,-6 3 0 16,-1-3 0-16,-1 2 0 0,-19-1 0 16,-1 1 0-16,-2-1 0 0,0-3 0 15,-11 1 0-15,4-5 0 0,-2 0 0 16,0-1 0-16,2-2 0 0,6-1 0 0,-3-1 0 0,4 1 0 16,5-3 0-16,6 0 0 0,1 0 0 0,6 0 0 15,3-3 0-15,2-3-57 0,2-6-87 0,13-1 64 16,7 0-905-16,3-2 480 0,3 1 233 0,-1 1 119 15</inkml:trace>
  <inkml:trace contextRef="#ctx0" brushRef="#br0" timeOffset="137512.24">20888 18506 3054 0,'10'-3'0'0,"-3"3"0"0,-3 0 0 0,-3 0 0 0,-1 6 0 0,0 7 0 0,-1 5 0 0,-1-2 0 0,2 5 0 0,0 1 0 0,0 2 359 0,7-3-161 0,9-4 88 0,4 0-252 16,-1-7-34-16,9 2 0 0,0-4 0 0,2-6 0 15,0-2 0-15,4 0 0 0,-2-6 0 0,-2-10 0 16,-3 2 0-16,-7-4-23 0,-5 3-91 0,-4-3 76 16,-6 0 46-16,-3 0-135 15,-2-2 62-15,-2-2-43 0,-10 1 271 0,-7 3-110 16,-1 0-49-16,-7 4-9 0,-1 0 150 0,-2 5-66 16,0 3-51-16,1 5-28 0,5 1 0 0,-1 0 0 15,5 0 0-15,5 1 0 0,4 5 0 0,3-1 0 16,2 4 0-16,4-3 0 0,2 2-168 0,0-1 35 15,0 1-801-15,2-2 450 0,8 0 214 0,-3-6 122 16,6 0-627-16</inkml:trace>
  <inkml:trace contextRef="#ctx0" brushRef="#br0" timeOffset="137800.31">20519 17726 2695 0,'-14'-23'0'0,"7"10"0"0,5 10 0 0,2-1 0 0,0-2 0 0,2-1 0 0,12-1 0 15,13 1 0-15,10-3 0 0,9 1 0 0,4-3 91 0,6 3 423 0,12 0-239 0,-6 1-119 0,-2 2 44 0,-7 1-200 16,3-1 0-16,-1 2 0 0,-9 1 0 15,-8 1 0-15,-3 0 0 0,-8 2 0 0,-6 0-199 0,-9 0-38 16,-2 0 137-16,-8 0-290 0,-2 0 106 0,0 7 139 16,-14 2-57-16,-4-3-456 15,-5 4 311-15,-1-1 156 0</inkml:trace>
  <inkml:trace contextRef="#ctx0" brushRef="#br0" timeOffset="137970.41">20848 17624 2305 0,'-17'2'0'0,"3"3"0"0,-2 4 0 0,3-2 0 0,6 1 0 0,-5 3 0 0,7 0 0 0,-1 4 0 0,4 1 0 0,2 0 0 0,0 2 535 0,0 3-253 0,0 0-123 15,0 3-61-15,0-3-143 0,0 3 42 0,0-4 8 16,0-2 32-16,0-1-236 0,0-2 118 0,0-3 59 16,0-3-562-16,0-2 319 0,0-2 147 0,0-2 77 15,0-2-688-15,0-1 346 0,0 0 173 0</inkml:trace>
  <inkml:trace contextRef="#ctx0" brushRef="#br0" timeOffset="138142.44">20918 17692 3312 0,'5'-5'0'0,"2"3"0"0,-4 2 0 0,-1 0 0 0,0 0 0 0,2 5 0 0,-3 7 0 0,5 3 0 0,-3 0 0 0,4 4 0 0,-4 0 230 0,1 3-96 0,0-2 121 15,-2 3-255-15,1-3 0 0,-1 4 0 0,0-6 0 16,0 3 0-16,-1-3 0 15,-1 0 0-15,0 0 0 0,0-2 0 0,0 0-209 0,0 4-465 0,-7 3 298 16,-6 3 196-16</inkml:trace>
  <inkml:trace contextRef="#ctx0" brushRef="#br0" timeOffset="138330.44">21658 18319 3931 0,'0'-22'0'0,"0"16"0"0,0 3 0 0,0-1 0 0,2-4 0 0,-2 3 0 0,0 3 0 16,0 0 0-16,0 2 0 0,0-2 0 0,0 2 0 0,0 0-258 0,0 0-132 0,0 2 214 0</inkml:trace>
  <inkml:trace contextRef="#ctx1" brushRef="#br1" timeOffset="-15462.41">21499 7554 0,'0'0'16,"0"0"-16</inkml:trace>
  <inkml:trace contextRef="#ctx0" brushRef="#br1" timeOffset="146949.94">10958 717 2200 0,'-5'0'0'0,"3"0"0"0,-3 0 0 0,5 0 0 0,0 0 0 0,0 0 0 0,0 0 0 0,0 0 0 0,12 0 0 0,3 0 0 0,6 0 40 0,3 0-1 16,3 0 1-16,1 0-1 0,4 0 490 0,2 0-236 0,-2 0-131 15,3 0 28-15,-1-3-75 0,-2-1-38 16,-2 0-124-16,-4 0 53 0,4 1-10 16,-10 0 43-16,3 1-131 0,-4-1 66 0,-4 2 33 15,-5-1 10-15,-1 2-427 0,-4 0 164 0,-1 0 125 16,-2 0 64-16,-2 0-617 0,0 3 308 0,0 5 167 16,-6-1-424-16</inkml:trace>
  <inkml:trace contextRef="#ctx0" brushRef="#br1" timeOffset="147149.44">11162 571 2724 0,'-12'0'0'0,"4"0"0"0,1 2 0 0,1-1 0 0,2 3 0 0,2 2 0 0,2 0 0 0,0 1 0 0,0 2 0 0,0 3 0 0,2-1 103 0,5 0-31 15,3 4 131-15,-2 0-72 0,1 5-51 0,-1-4 1 16,-1 2-256-16,-1 3 107 0,-1 0 54 0,1 0-445 15,-3-1 244-15,0-1 128 0,-1 0 63 16,0-4-634-16,-1-4 308 0,1 0 130 0,-2-1-233 16,2-5 207-16</inkml:trace>
  <inkml:trace contextRef="#ctx0" brushRef="#br1" timeOffset="147307.56">11263 621 1518 0,'0'-9'0'0,"0"6"0"0,0-2 0 0,0 4 0 0,0 1 0 0,0 0 0 0,0 0 0 0,0 0 0 0,0 0 0 0,1 7 0 0,3 2 39 0,2 1 11 0,-1 3-10 0,0 3 656 16,0-1-329-16,-1 3-407 0,-2 3 39 0,-1 1 10 15,-1 4 31-15,0 1-629 0,0-1 314 0,-1 3 158 16,-10 0 78-16</inkml:trace>
  <inkml:trace contextRef="#ctx0" brushRef="#br1" timeOffset="147475.54">10967 1066 2266 0,'-7'0'0'0,"0"0"0"0,0 0 0 0,2 3 0 0,3-3 0 0,0 1 0 0,0 2 0 16,2-2 0-16,0 1 0 0,0 0 0 0,6 0 100 0,4-1 46 0,-1 3-52 0,2-1-18 0,3 0-10 0,-7-2-355 0,4 3 165 0,-3 3 81 0,-1-2 42 0,-3 2-579 15,0 4 296-15,-3-2 151 0,-1 5 75 16</inkml:trace>
  <inkml:trace contextRef="#ctx0" brushRef="#br1" timeOffset="147794.31">10958 1302 1421 0,'0'16'0'0,"0"-1"0"0,0 0 0 0,0-1 0 0,0-3 0 0,0 2 0 0,0-4 0 0,0 0 0 0,0-1 0 0,4 2-1 0,0-2 109 0,-1-3-39 0,1-2-1 16,-1 1-103-16,-1 0 37 0,1-2 0 0,-1-2 47 0,0 0-118 15,-2 0 54-15,0 0 28 0,0 0-1 0,0-2 57 16,0-6-17-16,0-5-19 0,0 0-32 0,1-4-5 16,3 0 0-16,2-3-21 0,1-1 4 0,1 1 37 15,1-3 0-15,0 3-157 0,0 1 76 0,3 0 39 16,-3 2 2-16,2 4-169 0,-2-1 78 0,1 2 51 16,0 1-8-16,0-1-22 0,-1 0-1 0,3 1 111 15,0-2-7-15,1 0-49 0,1-3 1 16,0 2 68-16,2-4-40 0,0 0 9 0,-2 3-10 15,0 0 123-15,4-2-50 0,-5 5-38 16,-1-2 8-16,2 2-26 0,-3 1 20 0,-1 4-22 16,-3 1 28-16,1 0-253 0,-3 5 103 0,0-1-181 15,-3 0 127-15,1 2 70 0</inkml:trace>
  <inkml:trace contextRef="#ctx0" brushRef="#br1" timeOffset="148124.81">11192 1060 1558 0,'-5'3'0'0,"1"-1"0"0,2-1 0 0,-1-1 0 0,3 0 0 0,0 0 0 0,0 0 0 0,0 0 0 0,0 0 0 0,2 0 0 0,7 0 40 0,3 0-1 0,-1 0 284 16,4 0-142-16,-2 0-61 0,1 0-45 0,4 0 10 15,-4-1 1-15,4-4-47 0,-3 0 48 0,0-2-38 16,-3-1-9-16,2 1-60 0,-1-2 30 0,-1 3 0 16,-5 0 30-16,2 1-124 0,-3 1 57 0,-2 0 33 15,0 2-16-15,-2 0-106 0,-1 2 53 0,-1 0 21 16,0 0 24-16,0 0-6 0,0 0-21 0,0 0 41 16,0 0 51-16,0 0-15 0,-1 0-42 0,-3 4 43 15,-1-2-38-15,2 1 7 16,-1 1-6-16,0 1-306 0,-1 0 149 0,0 1 74 15,-1 3 36-15,-2 2-546 0,-1 0 279 0</inkml:trace>
  <inkml:trace contextRef="#ctx0" brushRef="#br1" timeOffset="148397.18">11224 984 1950 0,'-2'0'0'0,"1"0"0"0,-1 0 0 0,0 0 0 0,2 0 0 0,0 0 0 0,0 0 0 16,5 0 0-16,11-1 0 0,3-4 0 0,3-2 96 0,3 1-28 0,-4-1 166 0,5-1-102 15,-2 0-47-15,-3 5 1 0,0-3-41 16,-1 3-5-16,1-1 8 0,-4 0-8 0,-2 2-187 15,-5 0 94-15,1 2 46 0,-2 0 0 0,-4 0-396 16,-1 0 212-16,-2 0 47 0,-2 6-546 0,0 5 326 16</inkml:trace>
  <inkml:trace contextRef="#ctx0" brushRef="#br1" timeOffset="148759">11257 1139 1859 0,'-6'5'0'0,"2"2"0"0,0 2 0 0,3 0 0 15,-1-1 0-15,2 2 0 0,0-1 0 0,0 1 0 0,0 0 0 0,0-2 0 0,2 0 189 0,1 1-75 0,3-4-280 0,0 1 103 0,-2-1 51 0,-2-2 35 16,1-1-173-16,-1-2 94 0,0 1 47 0,-2-1 1 16,0 0-334-16,0 0 173 0,0-6 85 0,-4-5-61 15,-1 1 6-15,-2-2 50 0,4-3 25 0,-1 1 123 16,2-1-44-16,2-1-27 0,0 1 203 15,0 1-112-15,0 2-58 0,6 1-2 0,6 0 226 16,0 2-99-16,6 2-67 0,-2 2 3 0,3 1 35 16,-1 2-8-16,3 1-40 0,-1 1-1 0,-2 0 65 15,1 3-48-15,-5 6 1 0,2 2 4 0,-3 1-51 16,-3 1 0-16,-1 0-73 0,-2 0 37 0,-3 0 0 16,-2-2 45-16,-1 5-122 0,1-6 56 15,-2 2 29-15,0-2-13 0,0-1-190 16,-2 0 95-16,-3-4 54 0,0 2 0 0,-3-1-159 15,1-4 67-15,-1 1 58 0,0-3-423 0,1 0 235 16,-2 0 113-16</inkml:trace>
  <inkml:trace contextRef="#ctx0" brushRef="#br1" timeOffset="148902.37">11334 1230 1601 0,'-15'0'0'0,"5"0"0"0,1 0 0 0,2 0 0 0,0 0 0 0,4 2 0 0,3-2 0 0,0 0 0 0,0 0 0 0,0 0 0 0,10 0 231 0,1 0-86 16,1 0-58-16,0-2-97 0,1 0 49 0,1 0 0 15,-3 0 0-15,-2 0-366 0,1 1 178 0,-5-1 94 16,1 2 47-16,-5 0-511 0,1 0 259 0,0 0 53 16,-2 0 93-16,0-3-118 0</inkml:trace>
  <inkml:trace contextRef="#ctx0" brushRef="#br1" timeOffset="149076.78">11356 973 1489 0,'-5'-21'0'0,"-1"2"0"16,2 8 0-16,0 1 0 0,-1 1 0 0,3 3 0 0,-2 5 0 0,3 1 0 0,-1 0 0 0,0 10 0 0,0 6 368 0,-1 6-164 0,3 5-83 0,-1-1-41 0,1 7 152 0,0-3-102 16,0 2-45-16,0-1 0 0,0-1-215 0,0-3 84 15,0-7 52-15,0 2-9 16,0-3-407-16,1-2 225 0,4-5 112 0,-1-4-242 0,-1-4 83 16,6-4 114-16,0 0-426 0</inkml:trace>
  <inkml:trace contextRef="#ctx0" brushRef="#br1" timeOffset="149209.79">11459 933 1649 0,'0'-6'0'0,"0"5"0"0,0-1 0 0,2 0 0 0,2 2 0 0,0 0 0 0,0 0 0 0,0 8 0 0,1 3 0 0,-1 0 0 0,0 6-38 0,-3-1 38 0,1 7 10 16,-2 4-502-16,0 1 242 15,0 0 122-15</inkml:trace>
  <inkml:trace contextRef="#ctx0" brushRef="#br1" timeOffset="149642.54">11243 1377 1979 0,'-16'11'0'16,"4"-2"0"-16,5-3 0 0,1-2 0 0,3-3 0 0,3 1 0 0,0-2 0 0,0 0 0 0,11 0 0 0,6 0 0 0,1 0 91 0,7-3 69 0,-6-5-61 0,7-2-30 15,-7 5 0-15,2-2-255 0,-3-1 122 0,-1 2 47 16,-4 2-421-16,-3 2 239 0,-1-2 118 0,-3 3 61 15,-3 0-541-15,-1-2 267 0,0 1 118 0,-2-2 68 0,0-1 35 16,0-1 0-16,-4-1 24 0,-3-2-34 0,0 0 38 0,-2-1 45 16,4 2 0-16,-2 1 0 0,-1 0 0 15,5 3 0-15,-4 1 140 0,4 1-109 16,-1 0-35-16,2 2 430 0,2 0-179 0,0 0-119 16,0 4-3-16,0 7 180 0,0 3-133 0,2 1-66 15,5 2-25-15,0 1 153 16,2 3-98-16,-4 0-48 0,3 5-25 0,-2-3 10 15,-4-3 10-15,1 7-44 0,-1-6-120 0,-2 1 60 16,0 0 30-16,0 2 0 0,-2-6-151 0,-3-1 86 16,-3-4 47-16,-1 0-140 0,1-8 62 0,-4 4 52 15,3-7-22-15,-3 1 11 0,0-3 29 0,3 0 1 16,-2 0-48-16,3 0 136 16,-2-5-61-16,5-2 15 0,0 0 183 0,1 2-106 0,2-3-31 0,2 1 176 15,0 1-86-15,0 0-48 16,0 0-38-16,2-1-75 0,5 0 0 0,2-1 47 15,3 1-9-15,-1-1-335 0,2 0 166 0,2-1 74 16,0 1 44-16,2-3-629 0,1 0 311 0,5-3 110 0</inkml:trace>
  <inkml:trace contextRef="#ctx0" brushRef="#br1" timeOffset="149873.04">11778 812 2769 0,'0'0'0'0,"0"-3"0"0,5 0 0 0,8-3 0 0,1 1 0 16,5-3 0-16,2 2 0 0,2-1 0 0,3-1 0 0,2 2 0 0,0 1 122 0,0-1-41 0,-5 2-130 0,4 0 40 16,-4 3-1-16,-2 0 49 0,-3-3-425 15,-4 4 212-15,-5 0 117 0,0 0 43 0,-4 0-623 16,-3 6 324-16,-2 2 46 0,0-2 119 0</inkml:trace>
  <inkml:trace contextRef="#ctx0" brushRef="#br1" timeOffset="150139.51">12010 594 1307 0,'-6'-2'0'0,"3"2"0"15,1 0 0-15,-3 0 0 0,4 9 0 0,-3 2 0 0,2 4 0 0,-2 4 0 0,-1 4 0 0,0 2 0 0,-4 1 39 0,0-5 10 0,-4 9-10 0,0-5 0 0,-4 0 0 0,2-4-1 16,-3 0 42-16,4-6-32 0,-1 1-9 16,2-4 0-16,4-3 0 0,1-2 176 0,5-2-89 0,-1-2-33 15,4 0 139-15,0-1-96 0,0 2-49 0,6-2 4 16,6-2-17-16,6 1-10 0,-2-1-25 16,3 0 84-16,2 0-43 0,-3 0 1 0,1 0-33 15,-2 0-127-15,0-1 58 0,-6 1 30 16,3-2-463-16,-5 2 243 0,-2 0 87 0,-1 0-658 15,-2 0 368-15,-2 3 188 0,-2 8 93 0</inkml:trace>
  <inkml:trace contextRef="#ctx0" brushRef="#br1" timeOffset="150466.41">11805 1078 1548 0,'-9'7'0'0,"3"3"0"0,1 0 0 0,1-3 0 0,4-2 0 0,0 2 0 0,0 1 0 0,0 0 0 0,0-1 0 0,2-1 0 0,2 1 39 0,-1-1-235 0,1-1 117 0,0 0 59 16,-3-4 39-16,1 2-376 0,0-3 187 0,-2 0 94 16,0 0 47-16,0 0-241 0,0-3 122 0,-2-5 68 15,-3-4-30-15,1 0 39 0,-1-1 71 0,3 2 0 16,2 0 0-16,-2-4 0 0,2 4 0 0,0 3 282 16,0-2-179-16,4 2-72 15,5 4-7-15,3-2 412 0,4 2-206 0,3 2-61 16,1 0-66-16,1 1 182 0,2 1-113 0,-1 0-72 15,1 0-31-15,1 0 204 0,-3 0-118 0,-1 0-58 16,-1 1-20-16,-4 5 91 0,0-3-66 0,-5 2-52 16,-3-1-11-16,-1 1-1 15,0-2 10-15,-4 4-112 0,-1-2 52 0,-1 1 25 0,0 1 0 0,0 5-193 16,0-3 119-16,-3 2 39 0,-6 0 29 0,2 2-603 16,-2 0 289-16,-2 1 82 15,-1-1 99-15,1 1-446 0</inkml:trace>
  <inkml:trace contextRef="#ctx0" brushRef="#br1" timeOffset="150799.85">11865 1216 1705 0,'-5'3'0'0,"3"2"0"0,-2 1 0 0,2 0 0 0,0 0 0 0,1 4 0 0,1 0 0 0,0-1 0 0,0 2 0 0,0 3 0 0,0-1 79 0,-2 0 15 15,0 0-56-15,0 0 1 0,-2-2-1 0,0-1-224 16,0-1 113-16,-1-1 65 0,1-2 18 0,-1-3-194 15,-2-1 108-15,4-2-66 0,-1 0 77 0,0 0 9 16,4-5 28-16,0-4-43 0,0-7 0 0,2 1 6 16,5-2 0-16,5 0 140 0,1 2-51 0,1 3-22 15,-1-1 0-15,2 2 216 0,0 4-114 0,0 4-32 16,0 1 182-16,0 2-116 0,-2 0-57 0,-2 0-1 16,1 7 134-16,-5 5-78 0,0 5-53 0,-1-2 132 15,-4 3-88-15,-1 0-44 16,-1 2-1-16,0-4-15 0,0 1-29 0,0-2 0 15,0-6 1-15,0 2-68 0,0-4 34 0,0-2 9 16,0-3 25-16,0-2-255 0,0 0 127 0,0 0 64 0,7 0-421 16,4-13 219-16,4-8 65 0,2-5-344 15,4-1 233-15,0-12 118 0,-1-2 58 16</inkml:trace>
  <inkml:trace contextRef="#ctx0" brushRef="#br1" timeOffset="150944.25">12293 695 2100 0,'4'-5'0'0,"1"3"0"0,-2 2 0 0,-1 0 0 0,-2 0 0 0,0 0 0 0,0 0 0 15,0 0 0-15,0 0 0 0,2 0 0 0,0 3 208 0,1 5-84 0,-1 1-130 0,2 4-1 0,-2 1 46 0,-2 6-522 0,0 4 257 16,0-2 132 0</inkml:trace>
  <inkml:trace contextRef="#ctx0" brushRef="#br1" timeOffset="151085.64">12256 1033 2089 0,'2'7'0'0,"3"-3"0"0,1 0 0 16,-3-3 0-16,4 1 0 0,-2 1 0 15,2-2 0-15,1 2 0 0,0-2 0 0,1 0 0 0,0 4 72 0,1 0-119 0,-2 1 43 0,-1-1-1 0,-2 6-637 0,-3 3 319 0</inkml:trace>
  <inkml:trace contextRef="#ctx0" brushRef="#br1" timeOffset="151220">12269 1309 1521 0,'0'9'0'0,"0"-1"0"0,0-3 0 0,0-1 0 0,0-2 0 0,0-2 0 0,0 0 0 0,0 0 0 0,8 0 0 0,1-7 0 0,4-3 165 16,0-3-62-16,2 0-33 0,4-7 0 0,-2 4-31 15,-4-1 9-15,5-5-264 0,2 0-409 0,-1 1 326 0</inkml:trace>
  <inkml:trace contextRef="#ctx0" brushRef="#br1" timeOffset="151367.88">12479 894 2244 0,'-3'-2'0'0,"1"2"0"0,2-2 0 15,0 0 0-15,0-2 0 0,7-3 0 16,7-1 0-16,2 1 0 0,5-3 0 0,2 0 0 0,-5 4 100 0,9-2-36 0,-6 2 127 0,1 0-77 0,-2 3-37 0,1-1-1 0,-3 2-405 0,-2 2 179 0,-1 0 94 0,-2 0-598 0,-5 0 346 15,-1 2 173-15</inkml:trace>
  <inkml:trace contextRef="#ctx0" brushRef="#br1" timeOffset="151798.06">12688 700 1497 0,'0'-5'0'0,"0"0"0"0,0 0 0 0,0 1 0 0,0 2 0 0,5 1 0 0,1 1 0 0,0 0 0 0,2 0 0 0,-5 7 0 0,-1 7 70 0,0 2 82 0,-2 9-62 0,-2 1-26 16,-14 5 0-16,-2 6-57 0,-3-2 31 0,-1-2 10 16,-9 9-27-16,6-2 18 0,-3-5-1 0,1 1 33 15,6-10 1-15,5-1-24 0,-1-1-10 0,6-9 73 16,5-3-36-16,2-3 0 0,2-1-37 0,2-5-6 16,2-3 6-16,10 0 1 15,7 0-1-15,4-3-85 0,2-7 43 0,-4 1 10 16,9-5-149-16,-6 5 87 0,-5 1 27 0,2 4-114 15,-3-1 62-15,-6 4 43 0,-1-1-5 0,-4 2-15 16,-3 0 29-16,-3 0 12 0,-1 11-26 0,0 5 85 16,0-2-36-16,-10 3 1 0,0 0-35 0,-1 0 328 15,0-2-139-15,5-4-80 0,-1 0 198 0,3-3-124 16,0-2-42-16,4-3-62 16,0-1-13-16,0 0 9 0,0-2-9 0,6 0-77 15,5 0 38-15,4 0 1 0,-2-2 47 0,2-1-33 16,0-2 0-16,0 4 25 0,0-1-1 0,0-1-74 15,-3 3 14-15,2 0-45 0,-6 0 31 0,2 5 23 16,-3 2-20-16,-1 0-120 0,-3 1 70 0,1 1 40 16,-2-3-6-16,-2 2-372 0,0-2 185 0,0-5 101 15,0 2 26-15,0-2-512 0,0-1 291 0</inkml:trace>
  <inkml:trace contextRef="#ctx0" brushRef="#br1" timeOffset="151953.91">13101 792 3517 0,'0'-3'-3'0,"0"-1"1"0,6 0 1 0,-2 0 1 0,-1 3 0 0,-1-1 0 0,2-1-1 0,0 2 1 0,-1 1 0 0,1 0 0 0,-1 0 250 0,4 0-106 16,-3 0-117-16,1 9-549 0,-1 7 243 0,-3 4 158 0</inkml:trace>
  <inkml:trace contextRef="#ctx0" brushRef="#br1" timeOffset="152087.29">13118 1177 3758 0,'0'0'0'0,"0"0"0"0,7 0 0 0,2-1 0 0,-4-1 0 0,-1-2 0 0,3 0 0 15,2-2 0-15,5-1 0 0,-1-1 0 0,4 3-50 0,-3-1 44 0,6 4-1 0</inkml:trace>
  <inkml:trace contextRef="#ctx0" brushRef="#br1" timeOffset="157029.29">13856 676 1765 0,'-3'-3'0'0,"-1"-1"0"0,2 0 0 0,0-1 0 0,1 3 0 0,-4-2 0 0,3-1 0 0,2 4 0 0,0-1 0 0,-2 0 0 0,2 0 217 15,0 2-89-15,0 0-34 0,0 0-11 0,0 0-6 16,0 0-1-16,0 0-37 0,0 0 0 0,0 0-37 16,0 0 37-16,0 0 0 0,0 0 4 15,0 0-4-15,0 0 0 0,0 0 21 0,0 0-20 16,0 0-1-16,0 0 0 0,0 0 23 16,0 0-23-16,0 0 10 0,0 0-10 0,0 0-14 0,0 0 13 15,0 0 3-15,0 0-2 0,0 0 2 16,0 0-2-16,0 0-30 0,0 0 0 0,0 0 28 0,0 0 1 15,0 0-19-15,0 0-9 16,0 0 19-16,0 0 5 0,0 0-75 16,0 0 35-16,0-2-4 0,0 2 36 0,0 0-69 15,0 0 31-15,0 0-15 0,0 0 7 0,0 0-11 16,0 0 40-16,0 0 45 0,0 0-47 0,0 0-5 16,0 0 1-16,0 0 2 0,0 0-4 0,0 0 3 15,0 0 1-15,0 0 35 0,0 0 8 0,0 0-38 16,0 0 11-16,0 0-29 0,0 0 20 0,0 0 4 15,0 0-10-15,0 0 6 0,0 0 0 0,0 0 36 16,0 0-37-16,0 0 0 0,0 0 0 0,0 2 31 16,0 2-30-16,0-2 0 0,0 1 4 0,0 1 35 15,0 1 11-15,0 1-45 16,0 2 11-16,0-1-7 0,0 3-21 0,0-2 0 0,2 1 0 16,0 4 0-16,0-2 0 0,1 4 0 15,-2-2 0-15,1 6 0 0,0-1 0 0,0 7 0 16,1 2 0-16,-1 1 0 0,2 7 0 0,0-3 0 15,-3 2 0-15,3 7 0 0,-2-1 0 0,2-7 0 16,0 1 0-16,0 0 0 0,1-5 0 0,2 3 0 16,-3-11 0-16,3 0 0 0,-4 1 0 0,3-5 0 15,-5-4 0-15,3-1 0 16,-2-2 0-16,0-3 0 0,0 0 0 0,-1-5 0 16,-1-2 0-16,0 4 0 0,0-4 0 0,0 0 0 15,0 0 0-15,0 0 0 0,0 0 0 0,0 0 0 16,0 0 0-16,0 0 0 0,0 0 0 0,0 0 0 15,0 0-57-15,0-5-602 0,0-3 309 0,0-3 156 16,0-4 77-16,2 0-617 16,6-6 338-16,2-1 183 0,0-1 87 0</inkml:trace>
  <inkml:trace contextRef="#ctx0" brushRef="#br1" timeOffset="158069.78">14136 624 1336 0,'0'-3'0'0,"0"1"0"0,0 1 0 0,0-1 0 0,0 0 0 0,0 0 0 0,-2 2 0 0,2 0 0 0,-3 0 0 0,1 4 0 0,0 4 182 0,2 2-61 15,-2 4-46-15,2-2 53 0,0 2-44 0,0-3 0 0,0 0 69 16,6-1-47-16,3 1-38 0,3-4 0 16,-2 1-4-16,3-5 0 0,-3 2-14 0,1-5-11 15,0 0-42-15,1 0 0 0,-5 0 43 0,1 0-1 0,-1 0-38 16,-1-6-11 0,-2-2 50-16,-2-1-29 0,0 2-6 0,-2-3 33 0,0 0-40 0,0-2 33 0,0 4-32 15,-4-3 33-15,-4 1-62 0,-1 3-1 0,-1-1 32 16,0 1 14-16,-1 4-7 0,2-2 5 15,-2 4-4-15,1-1 4 0,1 0 89 16,2 2-44-16,2 0-111 0,0 0 36 0,1 0 1 16,1 0 35-16,3 0-159 0,0 0 74 15,0 5 33-15,2 0 1 0,9 2-556 0,4-1 277 16,6-4 115-16,5-1 84 0,0-1-370 0,2 0 221 0</inkml:trace>
  <inkml:trace contextRef="#ctx0" brushRef="#br1" timeOffset="158271.96">14594 513 2374 0,'0'2'0'0,"0"1"0"0,0-1 0 0,0 2 0 0,0-2 0 0,10-2 0 0,7 2 0 0,3-2 0 0,5 0 0 0,3 0 0 0,4 0 77 0,0-2 244 0,-1 0-141 0,1-4-70 16,-2 3-36-16,-3 1-120 0,-1 1 38 0,-3-2 0 15,-3 3-341-15,-4 0 194 0,-5 0 97 16,-4 0-548-16,-1 4 265 0,-4 3 173 0,-2 2-9 16,0 1-182-16</inkml:trace>
  <inkml:trace contextRef="#ctx0" brushRef="#br1" timeOffset="158454.93">14729 529 1974 0,'-12'2'0'0,"2"4"0"0,0 1 0 0,3 2 0 0,0 1 0 0,1 1 0 0,0 3 0 0,4 1 0 0,0 1 0 0,2 2 0 0,0 0 249 0,0 1 233 0,0 2-221 16,0-2-101-16,0 1-180 15,0 1 29-15,2 0 1 0,0-2 29 0,4-1-484 16,-2 1 251-16,0-2 112 0,-1-3 61 0,1 0-280 16,0-3 166-16,-1-2 87 0,5 0-117 0</inkml:trace>
  <inkml:trace contextRef="#ctx0" brushRef="#br1" timeOffset="159136.26">14844 533 2510 0,'0'-2'0'0,"0"2"0"0,0 0 0 0,0 0 0 0,0 6 0 0,2 9 0 0,2 2 0 0,-1 8 0 0,3 0 0 0,-2 5 0 0,2 6 99 0,-1 5 179 0,1-1-119 0,-3 1-60 16,3-6-20-16,-2 13-13 0,0-14 0 0,-2 4-26 15,1-1-110-15,-1 1 55 16,0-2 37-16,-2-3-258 0,0 0 139 0,0-2 67 0,0-4 34 0,0-5-383 16,0 0 190-16,-5-5 33 15,1-5 66-15,0-4-39 0,0-1 43 0,-2-5 0 16,3-2 35-16,-5 0-291 0,3-2 151 0,0-13 76 16,-4-6-20-16,4-4 48 0,-2-3-9 0,-1-6-23 15,-2-2 41-15,-1-9 0 0,2-1 39 0,-3-5-100 16,3 0 41-16,-2 6 35 0,1 11-1 0,-1 2 72 15,2 11 0-15,-1-1-56 0,1 5 9 0,2 8 382 16,1 3-191-16,2 3-77 0,0 0 222 0,2 3-118 16,2 0-89-16,0 0 230 0,0 0-141 0,0 8-70 15,0 0-35-15,0 0-53 16,4-2-10-16,2 2 28 0,0-2 0 0,-1 1-147 16,-1-2 73-16,-1-1 46 0,1 1-9 0,0-4-114 15,0-1 74-15,2 0-86 0,-3 0 67 0,3 0 7 16,1 0 1-16,3-1 43 0,1-5-7 0,4-2-28 15,4-3 22-15,0 1 71 0,5-1-32 16,2 0 4-16,1 2-38 0,1-2 95 16,0 2-42-16,2-1-7 0,0 2 0 0,-3 2 40 15,-4 4-30-15,-2-1 20 0,-2 3 0 0,-6 0-34 16,1 0-8-16,-5 0 45 0,-2 5-43 0,-3 4 4 16,-2 0-2-16,-2 1 46 0,0 5-40 0,0-5-4 15,-6 1 1-15,-3-1 50 0,-2 1-48 0,-2-3 13 16,2-1-5-16,-3-3-37 0,1-1-1 0,1 0-34 15,-2-3 30-15,3 0 5 0,-1 0 22 0,3-3-38 16,3 0-5-16,-1-5 40 0,4 3-11 0,0-3 60 16,1 3-15-16,2 1-39 0,0 2-15 0,0 0 255 15,2 1-108-15,6 1-52 16,5 0 199-16,0 1-127 0,2 10-64 0,6 4-32 16,-3 2 222-16,-1 0-292 0,8 6 0 0,-3-3 0 15,1 1 0-15,0 1 0 0,-1-4 0 0,-2-4 0 16,5 5-37-16,-4-4-48 0,-3-3 62 0,1-3-343 15,0-1 156-15,0-5 122 0,0-1-39 0,-1-2-788 16,5 0 438-16</inkml:trace>
  <inkml:trace contextRef="#ctx0" brushRef="#br1" timeOffset="159322.79">15519 518 2934 0,'-2'-5'0'0,"2"1"0"0,0-2 0 0,5 0 0 0,11-1 0 0,0 1 0 0,7-1 0 0,2 1 0 0,0 1 0 0,3-3 0 0,-1 4 201 0,3-1-86 0,-2 1-38 0,-7 1 0 15,4 1-38-15,-4-1-569 0,-1 3 294 0,-8 0 133 16,-2 0 70-16,-2 0-740 0,-3 5 381 0,-3 2 191 16,-2 0 91-16</inkml:trace>
  <inkml:trace contextRef="#ctx0" brushRef="#br1" timeOffset="159585.88">15650 460 1577 0,'-13'0'0'0,"5"0"0"0,1 0 0 0,1 2 0 0,2 7 0 0,4 7 0 0,0 0 0 0,0 10 0 0,0 0 0 0,2 9 0 0,0 4 378 0,-2 1-170 0,0 1-84 0,0 0 80 16,0-5-74-16,-4 1-50 0,-3 1 0 0,-3-4 162 15,3-6-102-15,0-6-50 0,1-1-17 0,-2-3 191 16,4-8-113-16,2-1-56 0,1-3-28 0,-1-3-39 15,2-3-28-15,0 3 0 0,0-3 0 0,5 0 0 16,9 0 0-16,2 0 0 0,3 0 0 0,2 0 0 16,5 0 0-16,-2 0 0 15,-3-3 0-15,4 2 0 0,-5 1 0 0,1 0 0 16,-2 0 0-16,-2 0 0 0,-4 0 0 0,-2 0-798 16,0 0 353-16,-3 0 203 0,0 1 99 0,-3 4-612 15,1-4 358-15</inkml:trace>
  <inkml:trace contextRef="#ctx0" brushRef="#br1" timeOffset="159746.5">15853 753 2385 0,'0'-4'0'0,"-2"0"0"0,2 0 0 0,0 3 0 0,0 0 0 0,0-4 0 0,4 3 0 0,9 0 0 0,2 2 0 0,0 0 0 0,-2 0 321 0,2 0-141 0,0 0-71 15,-2 4-36-15,3 3-323 0,-5 1 139 0,0 0 75 16,-1 0 37-16,-3-3-670 0,0 2 344 0,2-3-507 15</inkml:trace>
  <inkml:trace contextRef="#ctx0" brushRef="#br1" timeOffset="159962.57">16189 526 2439 0,'0'-2'-1'0,"0"0"1"0,0 2 0 0,0 0 0 0,0 7 0 15,-1 8 0-15,-1 8 0 0,-3 4 0 0,-2 3 0 0,-2 11 0 0,0-7 655 0,-5 12-313 0,-1-2-152 0,0 1 116 16,-2-2-306-16,0 2 0 0,1-8 0 0,-5 11 0 16,2-7 0-16,-1 1 0 0,-1-2 0 15,1-1 0-15,4-8 0 0,-1 3 0 0,-1-3 0 16,4-2-93-16,-1-5-9 0,5-7 44 0,1 0-381 16,4-6 117-16,1-1 141 0,2-6-544 0,2-3 343 15,0-1 171-15</inkml:trace>
  <inkml:trace contextRef="#ctx0" brushRef="#br1" timeOffset="160141">16278 912 3136 0,'3'-4'-1'0,"1"2"0"15,-2-1 1-15,-2 3 0 0,0 0 0 0,0 0 0 0,0 0 0 0,0 6 0 0,0 3 0 0,0 0 0 0,0 6 295 0,0 1-129 16,0-3-65-16,-2 1-181 0,-3 4 58 0,0-3 39 15,1-2-590-15,1-4 306 0,-1 0 152 0,2 0 76 0,0-4-786 16,2-3 410-16</inkml:trace>
  <inkml:trace contextRef="#ctx0" brushRef="#br1" timeOffset="160315.94">16450 618 3084 0,'5'0'0'0,"5"0"0"0,-2 0 0 0,-1 0 0 0,0 0 0 0,3 0 0 0,-1 3 0 0,-1 0 0 0,2 4 0 0,3-1 0 0,-4 1 147 0,1 0-55 0,-1 1-27 0,0 3-210 15,-4-2 100-15,2 3 37 0,-4-1 0 0,-1-1-615 16,0-1 330-16,0 0 166 0,-2 0 91 0,0-4-794 16</inkml:trace>
  <inkml:trace contextRef="#ctx0" brushRef="#br1" timeOffset="160529.28">16703 473 2769 0,'0'-6'0'0,"0"5"0"0,0-2 0 0,0 3 0 16,0 0 0-16,0 14 0 0,0 3 0 0,0 6 0 0,-3 4 0 0,-5 7 0 0,1 7 201 0,-5 3-81 0,1 1-42 0,-1 2 378 0,-2-1-209 0,3-5-187 0,-6 13-60 15,2-9 0-15,1-2 0 0,3 0 0 16,1-4 0-16,-1-4 0 0,1-1 0 0,0 1 0 15,0-4-369-15,1-2 85 0,4-7 161 0,-2-1-351 16,2-7 152-16,-1-5 141 0,5-3 71 0,1-6-536 16,0 0 303-16</inkml:trace>
  <inkml:trace contextRef="#ctx0" brushRef="#br1" timeOffset="160691.71">16678 797 1985 0,'14'-14'0'0,"4"2"0"0,2 1 0 0,3-2 0 0,-1 0 0 0,7 0 0 0,1 0 0 0,2 1 0 0,1 4 0 0,-3-1 0 0,0 4 292 0,-5 1 59 16,-2 3-156-16,0 1-79 0,-4 0-390 15,-3 0 151-15,-2 0 81 0,-7 1 39 0,-1 7-627 16,-2-1 331-16,-3-1 174 0,-1 2 74 0,0-2 42 0</inkml:trace>
  <inkml:trace contextRef="#ctx0" brushRef="#br1" timeOffset="160879.24">16973 513 2736 0,'0'-1'0'0,"0"1"0"0,0 0 0 0,0 0 0 0,-1 6 0 0,1 7 0 0,0 2 0 0,-2 4 0 16,0 4 0-16,0 5 0 0,-3 0 176 0,2 2-70 0,-6 1 147 0,4 3-99 0,-2-3-63 15,-1 2-26-15,0 0-336 0,3-2 155 0,-1 1 76 16,1 0 49-16,-1-1-312 0,3-3 171 15,-2-2-642-15,5-3 337 0,0-4 219 0,0-7-22 0</inkml:trace>
  <inkml:trace contextRef="#ctx0" brushRef="#br1" timeOffset="161279.44">17384 400 2466 0,'0'-4'0'0,"0"4"0"0,3 0 0 0,-3 0 0 0,0 10 0 0,0 5 0 0,0 9 0 0,0 4 0 0,0 8 0 0,0 3 0 0,0 8 420 15,0-2-192-15,0 0-95 0,0-1-48 0,2-8 160 0,0 0-95 16,0-1-61-16,0-4-26 0,-2-2-11 16,1-8-52-16,-1-3 0 0,0-3 0 0,0-2 0 15,0-5 0-15,0-2 0 0,0-3 0 0,0-3 0 16,0 0 0-16,0 0 0 0,-1 0-11 0,-5-2-37 15,0-7 36-15,0-2-314 0,-1-5 153 16,1 0 44-16,-3-2 52 0,-1-6-204 0,-1 3 122 16,-1 3 61-16,0 3-65 0,-6 0 67 15,2 6 29-15,-3 4 196 0,1 4-83 0,0 1-41 16,4 0-10-16,-2 3 179 0,5 9-105 0,2 3-54 16,3 1-26-16,2 4 546 0,4-2-263 0,0 4-74 15,0-2-86-15,0 1-11 0,7-1-101 0,4 1 0 16,-1-5 0-16,4 2 0 0,-1-5 0 0,1-2 0 15,2-2 0-15,-2-4 0 0,4-2 0 0,-1-3-264 16,1 0 68-16,2 0 112 0,-2-5 56 16,1-7-1057-16,4-3 528 0</inkml:trace>
  <inkml:trace contextRef="#ctx0" brushRef="#br1" timeOffset="161431.79">17550 710 2902 0,'2'-4'0'0,"0"3"0"0,0 1 0 0,-2 0 0 0,2 0 0 0,-1 0 0 0,5 0 0 0,2 0 0 0,1 3 0 0,4 4 0 0,1 1 334 0,-3-1-149 0,2 2-73 0,0-1-114 16,-4 0 49-16,3 3-10 0,-5-1-627 15,-1-3 314-15,-1 2 156 0,-1 0 79 0,-2-1-362 16,-1-2 215-16,2 0 112 0</inkml:trace>
  <inkml:trace contextRef="#ctx0" brushRef="#br1" timeOffset="161639.29">17772 588 2200 0,'2'-8'0'0,"-1"5"0"0,1 0 0 0,-2 2 0 0,0 1 0 0,0 1 0 0,0 15 0 0,-3 4 0 0,-3 7 0 0,-1 2 0 0,-3 5 612 0,1 5-278 16,-4 5-153-16,1-3 322 0,-2 1-402 0,-2 1-101 16,0-2 0-16,0-3 0 0,0 9 0 0,0-8 0 15,2 1 0-15,2-9 0 0,-1 5 0 0,2-4 0 16,-1-4-165-16,5-9-104 0,0-1 152 0,1-5 74 15,2-7-844-15,0-1 416 0,2-5 221 16,2 0-317-16,0-6 264 0</inkml:trace>
  <inkml:trace contextRef="#ctx0" brushRef="#br1" timeOffset="162048.41">17873 456 2261 0,'8'-2'0'0,"1"2"0"0,0 0 0 0,0 0 0 0,2 0 0 0,3 0 0 0,3 0 0 0,8 0 0 0,-3 4 0 0,1-2 0 0,7 1 122 0,-4 1-43 0,2 0 59 15,-1-2-51-15,-7 2-24 0,1-3 8 0,0 4-42 16,-5-1 8-16,-2-3-1 0,-3 1 1 0,-4 2 22 16,0-2-14-16,-4 1-8 0,1 0 105 0,-2 1-53 15,-1-1-26-15,-1 3 0 0,0 1 83 0,0 2-59 16,0 4-25-16,0 5 116 0,-3 0-178 0,-1 6 0 15,2-1 0-15,-2 8 0 0,4-4 0 16,-2 3 0-16,2 0 0 0,0 1 0 16,0-6 0-16,0 8 0 0,0-5 0 0,0-8 0 15,0 4 0-15,0-4 0 0,0-4 0 0,0 0 0 16,0-5 0-16,0-2 0 0,-2-2 0 0,0-2 0 16,-3 0 0-16,-1-1 0 0,-3-2 0 0,-3 0 0 15,0-1 0-15,-4-1 0 0,2 3 0 0,-6-2 0 16,0-1 0-16,-6 2 0 0,1-2 0 0,-1 0 0 15,3 0 0-15,-7 0 0 0,2 0 0 0,2 0 0 16,5 0 0-16,0-3 0 16,5-3 0-16,0-3-243 0,6 5-96 0,2-4 151 15,4 2 76-15,0 1-608 0,4-1 332 0,0 1 181 0</inkml:trace>
  <inkml:trace contextRef="#ctx0" brushRef="#br1" timeOffset="162413.81">18878 715 2155 0,'11'-9'-3'0,"1"-1"-1"0,-7-2 1 0,-1-2 1 0,-4 2-1 0,0-4 2 0,0 3-1 0,-4 2 1 0,-3-1 0 0,-5 1 1 0,1 4 391 0,-1 2-177 15,-4 0-80-15,-1 4-53 0,-7 1 153 0,-1 0-98 0,-3 3-50 16,0 11-25-16,-2 1 76 0,2 0-55 16,-1 5 1-16,5-1 74 0,0 2-157 15,1 0 0-15,6-3 0 0,-3 8 0 0,4-4 0 16,6 3 0-16,2 0 0 0,4-5 0 0,2 5 0 16,2 1 0-16,0-3 0 0,12-3 0 0,8-2 0 15,2 0 0-15,7-5 0 0,3-5 0 0,9 3 0 16,-1-10 0-16,1 2 0 0,-6-3 0 0,5 0 0 15,-4 0 0-15,0-3 0 0,-5 0 0 16,-1-3 0-16,-3 3 0 0,-5-1-64 16,1 0-5-16,-6 0-854 0,-3 1 443 0,0-1 221 15,-7 2 110-15</inkml:trace>
  <inkml:trace contextRef="#ctx0" brushRef="#br1" timeOffset="164551.57">19543 518 2254 0,'-19'-1'0'0,"2"-1"0"0,-1 0 0 0,-1 1 0 0,2 1 0 0,7 0 0 0,1 0 0 0,4 0 0 0,3 0 0 0,2 0 0 0,0 0 198 0,5 0-71 16,14 0-49-16,7 0-1 0,4 0 310 0,2-3-175 0,4-4-88 0,0-3-34 16,-1 2 121-16,-1 1-87 0,-2 1-75 15,-6 2-146-15,-5 0 52 0,-1 3 50 0,-2 1-496 16,-7 0 265-16,-2 0 132 0,-3 1 65 15,-4 10-364-15,-2 2 127 0,0-1 127 0,-12 2-18 16,-1-1-358-16,-4-2 238 0,-1-2 121 0,-3 0 49 16,0-2-255-16,-5-4 162 0,2-1 81 0,-1-2-31 15,-1 0 75-15,3 0 37 0,-5-2 128 16,4-4-83-16,5 0 1 0,-4-1-45 0,5 1 469 16,1 3-243-16,4 1-109 0,1 0-56 0,5 0 301 15,1 2-90-15,3 0-108 0,3 0 26 0,0 13 280 16,0 5-197-16,0 5-100 15,3 6 262-15,5 3-180 0,-3 3-81 0,1 8-54 16,-4-1 141-16,0-1-94 0,-2 3-46 0,0-3-23 16,0-7 9-16,-10 2-33 0,-1-3 1 0,-2-1-25 15,-2-5-13-15,0-3 0 0,3-7 0 0,0 0 0 16,0-5 0-16,4-2 0 0,5-4 0 0,-1-2 0 16,1-3 0-16,3 3 0 0,0-2 0 0,0 2 0 15,9 0 0-15,6-1 0 0,2-1 0 0,2 3 0 16,4-5 0-16,-2 1 0 0,2-1 0 0,0 0 0 15,-1 0 0-15,1 0 0 0,-2 0 0 0,0 0 0 16,-1 0 0-16,-1 0 0 16,-1-1 0-16,-1-6-755 0,2 2 260 0,-2-5 229 15,2-2 114-15,-3-2-569 0,7-8 347 0,-4-4 168 16</inkml:trace>
  <inkml:trace contextRef="#ctx0" brushRef="#br1" timeOffset="164823.03">19845 774 2912 0,'-4'-8'0'0,"-1"4"0"0,-1 2 0 16,1 1 0-16,0 1 0 0,-2 0 0 0,2 7 0 0,1 6 0 0,4 3 0 0,0 1 0 0,0-1 180 0,0 2-76 0,6 2 212 0,5-5-140 0,4 0-69 0,2-2-35 15,1-2-8-15,3-5-64 0,2-2 0 0,-3-4 0 16,1 0 0-16,-2 0 0 0,0-6 0 16,-4-6 0-16,-2-6 0 0,-4-3 0 0,-1 0 0 0,-4 1 0 15,-2-3 0-15,-2 1 0 0,0 1 0 16,-2 0 0-16,-10 0 0 0,1 3 0 15,-3 3 0-15,-2 2 0 0,-3 1 0 0,2 6 0 16,0 4 0-16,-1-1 0 0,1 3 0 0,0 0 0 16,2 10 0-16,2 1 0 0,1 4 0 0,5 2-81 15,-1-1-48-15,3 5 64 0,3 0-597 0,2 0 312 16,0 1 156-16,0-1 79 0,4 0-582 0,10-1 335 16</inkml:trace>
  <inkml:trace contextRef="#ctx0" brushRef="#br1" timeOffset="165006.21">20257 849 3473 0,'11'3'0'0,"-4"3"0"0,0-1 0 0,-6-1 0 0,1 3 0 0,-2 3 0 16,0 0 0-16,0-1 0 0,0 3 0 0,0 0 0 0,-3 3 425 0,-2 2-392 0,1 1-33 0,1-3 0 0,-1 1 0 0,2 0 0 15,-1 2 0-15,1-6 0 0,0-1 0 16,-2-2-634-16,3-2 238 0,-1 0 217 15,2-4 117-15,-3-2-436 0,3-1 158 0,0 0 152 16,0-2 75-16</inkml:trace>
  <inkml:trace contextRef="#ctx0" brushRef="#br1" timeOffset="165200.75">20441 644 3402 0,'4'-5'0'0,"-2"0"0"0,1 4 0 0,-1-1 0 0,0 2 0 0,0 0 0 0,1 0 0 0,1 3 0 0,1 9 0 0,-2 2 0 0,1 5 444 0,-1 4-359 0,-1 1-85 0,0 1 0 16,0 1 0-16,-2-2 0 0,0 5 0 16,0-7 0-16,0 0 0 0,2 1 0 0,-2-2 0 15,0-4 0-15,0-2 0 0,2-2 0 0,-1-2-380 16,1-2-64-16,0-2 222 0,1-5-637 0,2 1 416 16,4-3 203-16,2 0-336 0</inkml:trace>
  <inkml:trace contextRef="#ctx0" brushRef="#br1" timeOffset="165655.63">20659 447 2662 0,'5'-10'0'0,"3"3"0"0,-1-1 0 0,5 1 0 0,1-2 0 0,4 5 0 0,3-2 0 0,3 1 0 0,-2 1 0 0,5 0 0 0,1 2 96 0,-2 0 116 15,0 0-88-15,-4 2-43 0,1 0 59 0,0 0-56 0,-3 0-23 0,-1 2-27 16,-4 4 3-16,-3-2 10 0,-1-1-10 15,-1 1 37-15,-1 0-37 0,-5-2 0 16,1-1 1-16,1 2 92 0,-4-3-130 0,1 3 0 16,0-3 0-16,-2 0 0 0,2 3 0 0,-2-3 0 0,0 1 0 15,2 1 0-15,-2 1 0 0,1 1 0 16,1 4 0-16,-2-1 0 0,2 5 0 0,0 1 0 0,0-1 0 16,1 6 0-16,1 2 0 0,1-1 0 15,-2 2 0-15,1 4 0 0,1-1 0 0,1 2 0 16,-1 2 0-16,2-4 0 15,-2 9 0-15,1-5 0 0,-1 0 0 0,0 0 0 16,-1 0 0-16,1-6 0 0,-2 1 0 0,1 0 0 16,-2-3 0-16,0-1 0 0,-2-4 0 0,0-2 0 15,0-1 0-15,0-3 0 0,0 1 0 0,0-5 0 16,-4 1 0-16,-1-3 0 0,-4 1 0 0,2-2 0 16,-4-2 0-16,-1 0 0 0,0 0 0 0,-1 0 0 15,-5 0 0-15,1 0 0 0,-1 0 0 0,-3 0 0 16,-2 0 0-16,1 0 0 0,-4 0 0 0,1 0 0 15,4 3 0-15,1 2 0 16,1-1 0-16,8-2 0 0,-1 5 0 0,3-1-769 16,6-1 272-16,1 4-614 0,2 0 536 0</inkml:trace>
  <inkml:trace contextRef="#ctx0" brushRef="#br1" timeOffset="165875.81">21703 992 3876 0,'-5'-4'0'0,"5"4"0"0,0 0 0 0,0 0 0 0,0 0 0 0,0 0 0 0,-3 0 0 0,1 0 0 0,0 2 0 0,-1 3 0 0,1 7 55 15,-3 0-180-15,1 6-3 0,-2 3 82 0,3 5-1417 0</inkml:trace>
  <inkml:trace contextRef="#ctx0" brushRef="#br1" timeOffset="167295.26">22311 734 1476 0,'-4'-4'0'0,"3"0"0"0,-3-2 0 0,2 0 0 0,0 0 0 0,2-2 0 0,0 2 0 0,0-3 0 0,0 3 0 0,0-3 0 0,0 2 76 15,2-2 56-15,2-1-47 0,6 0 9 0,1-3 112 16,3 2-84-16,2 0-42 0,5-3 0 0,-5 6 109 16,3-2-80-16,1 2-35 0,0 2-1 0,-1 3 73 0,-1 1-54 15,1 2-17-15,-3 0 22 0,2 0-29 16,-4 11 0-16,2 3-29 0,-3 3-18 0,-3 3 28 16,-3 7-11-16,-3-1-36 0,-4 2 0 0,0 2 36 15,0 0 1-15,-11 0-115 0,-5-2 52 0,0 3 28 16,-3-4 1-16,-4 0-94 0,-2-1 54 15,0-4 9-15,-4-1 134 0,1-1-56 16,0-6 0-16,0-3-58 0,1-1 344 0,6-4-280 16,1 1-58-16,3-3 0 0,6-2 0 0,2 0 0 15,3-2 0-15,2 1 0 0,4-1 0 0,0 0 0 16,0 0 0-16,12 0 0 0,10 0 0 0,4 0 0 16,4 0 0-16,4 0 0 0,0 0 0 15,-1 0 0-15,-1 0 0 0,-4 0 0 0,6 0 0 16,-7 0 0-16,-5 0 0 0,1 0 0 15,-3 0 0-15,-3 0 0 0,1 0 0 0,-4 0 0 16,-1 0 0-16,-1 0 0 0,1 0-117 0,-1 0-94 16,0 0-664-16,4 0 418 0,-2-1 209 0,7-8-541 15,-1-8 375-15</inkml:trace>
  <inkml:trace contextRef="#ctx0" brushRef="#br1" timeOffset="167583.57">22987 559 3112 0,'-1'-4'0'0,"-3"2"0"0,0 2 0 0,1 0 0 0,1 0 0 15,0 5 0-15,2 4 0 0,0 1 0 0,0 1 0 0,4-2 0 0,7 0 108 0,2 1 90 0,2-5-80 0,2 1-30 0,-1-2-33 0,4-4-16 16,-3 0-1-16,-2 0-136 0,0 0 77 0,-2-2 26 16,0-9-1-16,-3-1-87 0,-1 0 60 15,-4-5 31-15,1 2 10 0,-3-3-75 16,0 0 3-16,-1 0 35 0,-2-2-34 0,0 1 23 15,0 2-20-15,-8 2 3 0,-1 0 91 0,-2 5-28 16,-1 0 4-16,-3 4-31 0,1 2 183 0,0 3-85 16,-2 1-27-16,2 0 73 0,-2 0-46 0,5 5-33 15,0 5-41-15,1 6-93 0,1-2 34 0,4 2 36 16,1 1 13-16,2 2-557 0,2 1 263 0,0-2 143 16,0 0-351-16,2 0 231 0,7-2 114 0</inkml:trace>
  <inkml:trace contextRef="#ctx0" brushRef="#br1" timeOffset="168676.81">23764 430 1431 0,'0'-8'0'0,"0"3"0"0,0 0 0 0,0-1 0 0,0 3 0 0,0 2 0 0,0-1 0 0,0-1 0 0,0 2 0 0,0 1 0 0,0 0 146 0,0 1-58 15,0 14-1-15,0 1 251 16,0 8-149-16,0 2-76 0,0 8-26 0,0 0 286 0,0 10-167 0,0-3-83 16,0 1-42-16,0-1 122 0,0-4-72 15,0 4-50-15,0-3 163 0,0-1-234 0,0-1-10 0,0-4 0 16,0-5 0-16,0 3 0 0,0-9 0 15,0 3 0-15,0-6 0 0,0-3 0 16,0-4 0-16,0-2 0 0,0-4 0 0,0-1 0 0,0-4 0 16,0 2 0-16,0-2 0 0,0 0 0 15,0 0 0-15,0-9 0 0,-2-2 0 0,-4-1 0 0,0-3 0 16,1-4 0-16,-4 0 0 16,0 0 0-16,-3-5 0 0,-1 3 0 0,-3 2 0 15,-3-2 0-15,-1 6 0 0,-1 2 0 0,-2 6 0 16,0 1 0-16,0 4 0 0,-3 2 0 0,-1 2 0 15,4 11 0-15,0 5 0 0,2 2 0 16,1 4 0-16,4 3 0 0,2-1 0 0,5 5 0 16,4-2 0-16,3 0 0 0,2-3 0 0,0 4 0 15,7-4 0-15,9-4 0 0,6-2 0 0,2-4 0 16,6-4 0-16,2-6 0 0,4-1 0 0,2-5 0 16,-1 0 0-16,-1 0 0 0,-2-2 0 0,-4-7 0 15,-2-3 0-15,-10 3 0 0,3-1 0 16,-5 1 0-16,-7 1 0 0,0 1 0 15,-4 2 0-15,0-1 0 0,-3 2 0 0,-2 0 0 0,0 2 0 16,0-2 0-16,0 3 0 0,0-1 0 16,0 0 0-16,0 0 0 0,0 2 0 0,0 0-113 0,0 0 28 15,0 0-958-15,3 0 502 0,7 2 242 16</inkml:trace>
  <inkml:trace contextRef="#ctx0" brushRef="#br1" timeOffset="169196.99">24113 651 2052 0,'-6'-5'0'0,"3"1"0"0,1 1 0 0,0 1 0 0,2-1 0 0,0 2 0 0,0 1 0 0,0 0 0 0,0 6 0 0,6 13 0 0,2 2 208 16,2 8-75-16,0 3-52 0,0 9 136 0,0-1-89 15,-2 1-45-15,-1 0 223 0,-1-5-123 16,-3 2-78-16,3-3 91 0,-4-3-78 0,1-2-40 16,0-8-35-16,-1-1-43 0,0-4 0 0,0-6 0 15,-1-1 0-15,1-5 0 0,0-3 0 0,-2 0 0 16,2-2 0-16,2 0 0 16,3-7 0-16,5-11 0 0,-1-7 0 0,6-4 0 15,1-7 0-15,3-1 0 0,0-4 0 0,3-4 0 0,-1-4 0 16,3-2 0-16,0 1 0 0,-1-2 0 15,-6 6 0-15,1 2 0 0,-7 9 0 0,1-1 0 16,-5 4 0-16,-4 10 0 0,1 0 0 0,-5 4 0 16,1 7 0-16,1 4 0 0,-3 1 0 0,0 5 0 15,0-1 0-15,0 2 0 0,2 0 0 0,-2 10-506 16,2 4-2-16,1 4 234 0,0 1 118 0,3 4-717 16,0-1 408-16</inkml:trace>
  <inkml:trace contextRef="#ctx0" brushRef="#br1" timeOffset="169517.98">24536 1008 3560 0,'-10'0'-6'0,"4"0"1"0,3 0 0 0,-3-7 2 0,2-2 1 0,4 0 0 0,0-5 2 0,0 3 0 0,11-1 0 0,10 1 0 0,-2 6 364 0,5-5-334 0,1 7-30 0,-4 1 0 15,7 2 0-15,-10 0 0 0,5 2 0 0,-2 8 0 16,-5 5 0-16,-2 2 0 0,-3 2 0 0,-4 6 0 16,-5-4 0-16,-2 6 0 0,0 0 0 0,-6-2 0 15,-6 2 0-15,-4-4 0 0,2-5 0 0,-7 6 0 16,3-7 0-16,-3-3 0 0,3-3 0 0,-3-2 0 0,2 0 0 16,-1-4 0-1,2-2 0-15,1-1 0 0,2-2 0 0,0 0 0 16,5 0 0-16,0 0 0 0,5 0 0 0,-1 0 0 15,6-3 0-15,0-7 0 0,2-1-211 0,14-4 6 16,4-2 83-16,4 0-852 0,5-1 468 0,1-3 223 0</inkml:trace>
  <inkml:trace contextRef="#ctx0" brushRef="#br1" timeOffset="169716.52">24964 896 3566 0,'6'-12'0'0,"-1"1"0"0,-3 1 0 0,-2 4 0 15,0 0 0-15,-7 1 0 0,-7 4 0 0,-1 1 0 0,-2 0 0 0,-3 7 0 0,3 4 258 0,-4 10-151 0,4 1-107 0,0 2 0 16,6 3 0-16,4 1 0 0,3 3 0 0,4 1 0 16,0 0 0-16,4-2 0 0,9 0 0 0,6-1 0 15,1-3 0-15,4-5 0 0,3 0 0 16,1-3 0-16,2-3 0 0,2-7 0 0,2 2 0 16,-1-6 0-16,0-2-78 0,4-2-403 0,-1 0 222 15,0 0 111-15,-3-3-1034 0</inkml:trace>
  <inkml:trace contextRef="#ctx0" brushRef="#br1" timeOffset="170594.34">25377 792 2536 0,'-6'0'0'0,"3"0"0"0,1 0 0 0,2 0 0 0,-3 0 0 0,3 0 0 0,0 0 0 0,3 0 0 0,10 0 0 0,4 0 0 0,1 0 508 0,3 0-240 0,6 0-115 16,-3 0-58-16,0 0 178 0,-3 0-175 0,1-1-98 15,-1-1 0-15,0 0 0 0,-3 0 0 0,-1 0 0 0,1 0 0 16,-2 0 0-16,-2 0 0 16,-5 2 0-16,2-1-345 0,-1 1 102 0,-3 0 111 15,-3 0-850-15,-1 0 476 0,-1 1 235 0</inkml:trace>
  <inkml:trace contextRef="#ctx0" brushRef="#br1" timeOffset="170790.87">25456 1024 3633 0,'-14'7'0'0,"4"1"0"0,4-5 0 0,0-1 0 0,2 0 0 0,4-2 0 0,0 0 0 0,2 0 0 0,12 2 0 0,7-2 0 0,4 0 237 0,2 0-176 16,3 0-61-16,0 0 0 0,-2 0 0 0,4 0 0 0,-9 0 0 15,-1 0 0-15,0-2 0 0,-1 2 0 16,-4 0 0-16,-2 0 0 0,0 0 0 0,-5 0 0 16,-2 0 0-16,0 3 0 0,0 6-1120 0,-4-1 512 15</inkml:trace>
  <inkml:trace contextRef="#ctx0" brushRef="#br1" timeOffset="175068.87">30226 460 1321 0,'0'-13'0'0,"-2"3"0"0,2 0 0 0,0 0 0 0,0-1 0 0,-2 1 0 0,2-1 0 0,0 3 0 0,0 2 0 0,0 1 0 0,0 1 78 16,0 4 194-16,0-4-115 0,0 2-58 0,0 2-29 15,0 0 111-15,0 2-74 0,4 8-33 0,0 1 109 16,0 6-70-16,-1 5-36 0,0 2 183 0,-1 7-114 16,-2 2-52-16,0 0-27 0,0 5 38 0,0-1-32 15,0 0 11-15,0 2-43 0,0-5 121 0,0 2-60 16,0-4-37-16,0 0-65 16,0-7 0-16,2 3 0 0,1-8 0 0,-1 0 0 15,0-6 0-15,-1-3 0 0,1-1 0 0,0-4 0 16,-2-5 0-16,0 2 0 0,0-3 0 0,0 0 0 15,0 0 0-15,0-3 0 0,0-6 0 0,-5 0 0 16,-2-5 0-16,3 2 0 0,-4-1 0 0,-2-2 0 16,0-3 0-16,-3-2 0 0,-2 1 0 0,3 2 0 15,-8-4-45-15,2 5-147 0,0 5 82 0,-5-3 3 16,1 8 106-16,1 2-12 16,0 3-28-16,-2 1-1 0,3 0 243 0,1 7-121 15,4 6-61-15,2 3-40 0,3 0 182 0,5 4-68 16,3 0-75-16,2 5-18 0,2-5 0 0,8-1 0 15,13 3 0-15,2-3 0 0,1-3 0 0,4 0 0 16,-1-2 0-16,-5-5 0 0,7 0 0 0,-4-3 0 16,-2-3 0-16,-3-1 0 0,1-2 0 0,0 0 0 15,-3 0 0-15,0 0-227 0,0 0 78 0,-4-2-809 16,0-1 459-16,-2-9 218 16,-5-3 125-16</inkml:trace>
  <inkml:trace contextRef="#ctx0" brushRef="#br1" timeOffset="175216.81">30425 684 2570 0,'0'-5'0'0,"2"4"0"0,0 1 0 0,1 0 0 0,4 0 0 0,1 0 0 0,2 0 0 0,0 0 0 0,5 7 0 0,0 4 0 0,-2-1 175 0,-1 4-66 16,0-2-110-16,-1 3 42 0,-4 0 1 0,2 0 10 16,-3 0-594-16,-1-1 292 0,0-4 145 0,0 0-309 15,0 0 220-15,4-6 118 0</inkml:trace>
  <inkml:trace contextRef="#ctx0" brushRef="#br1" timeOffset="175397.98">30792 580 2658 0,'-2'-9'0'0,"0"1"0"0,-1 3 0 0,-3-1 0 0,4 4 0 0,2 0 0 0,-2 2 0 0,-3 0 0 0,0 15 0 0,-2 10 0 0,-4 8 327 15,-1 4-132-15,-9 11-82 0,0 1 525 0,-9 12-638 16,0-4 0-16,-5 1 0 0,1-4 0 0,-10 20 0 15,4-7 0-15,-9 13 0 0,-3-5 0 0,-2 2 0 16,1-4 0-16,-15 21-95 0,6-2-97 0</inkml:trace>
  <inkml:trace contextRef="#ctx0" brushRef="#br1" timeOffset="181713.13">25873 980 1529 0,'-6'-11'0'0,"4"1"0"0,1-3 0 0,-1 2 0 0,0 0 0 0,2-1 0 0,0-1 0 0,0 1 0 0,0-2 0 0,0 1 0 0,0 2 73 16,0-4 0-16,2 2 58 0,0-1-35 0,2 2-10 15,4-2-45-15,0 1 91 0,2 0-45 16,-1-1 0-16,2 2-3 0,2-2-11 0,-2 1-32 0,2 1 1 15,3 0 34-15,-3 3 0 16,2-1-24-16,-3 5-11 0,2-1 17 0,-1 4-16 16,-1 0-1-16,-1 2-9 0,0 0 20 0,1 0-11 15,-4 0 0-15,2 7-44 0,0 2 0 0,-3 1 45 16,0 4-18-16,-1-2-25 0,-2 4 39 0,0 2-20 16,-2-1-8-16,-2 4 12 0,0 0 15 0,0-1-21 15,0 7-24-15,-8-3 30 16,-1 0 3-16,-4 4-30 0,-2-3 6 0,2 0 16 15,-5-2 5-15,2 2 44 0,-3-4 1 0,-2-1-45 16,4-5 119-16,-4 0-58 0,1-1-26 0,-1-3 5 16,2-3-30-16,1-2-32 0,1-3 0 0,2-2 0 15,1 1 0-15,5-2 0 0,0 0 0 0,1 0 0 16,4 0 0-16,1 0 0 0,0 0 0 0,3 0 0 16,0 0 0-16,0 0 0 0,0 0 0 0,3 0 0 15,10 0 0-15,1 0 0 0,6 0 0 0,2 0 0 16,6 0 0-16,2 0 0 0,4 0 0 15,0 0 0-15,0 0 0 0,-3 0 0 0,2-2 0 16,-5 2 0-16,-2-1 0 0,-5 1 0 0,0 0 0 16,-3 0 0-16,-2 0 0 0,-6 0 0 15,2 0 0-15,-3 0 0 0,-1 0 0 0,-1-2-222 16,-1 2 41-16,2 0 70 0,-1-1-284 0,0-2 176 16,2 1 89-16,0-3 35 0,3 0-608 0,2-8 331 15</inkml:trace>
  <inkml:trace contextRef="#ctx0" brushRef="#br1" timeOffset="181938.42">26324 700 2793 0,'-7'0'0'0,"3"0"0"0,3 0 0 0,1 0 0 0,0 0 0 0,1-1 0 0,15-3 0 0,1 3 0 0,7-3 0 16,2 2 0-16,4-1 158 0,0 2-47 0,0 1 116 0,0 0-93 15,0 0-46-15,-1 0 88 0,-2 0-67 0,-6 0-24 0,1 0-165 16,-3 0 60-16,-3 0 31 0,-2 0 0 16,-5 0-363-16,-1 0 207 0,-1 0 88 0,-6 0 49 15,2 0-715-15,-1 0 349 0,-2 0 131 0,0 0 90 16,0 1-400-16,-8 4 256 0,-5-4 127 0</inkml:trace>
  <inkml:trace contextRef="#ctx0" brushRef="#br1" timeOffset="182122.11">26438 717 1819 0,'-15'7'0'0,"4"3"0"0,1 1 0 0,1-1 0 0,5 0 0 0,1 1 0 0,1 2 0 0,2-2 0 0,0 2 0 0,0 2 0 0,0-1 428 0,0 1-199 16,0-1-94-16,2 2-46 0,0-1 26 0,-2 0-37 0,0-1 10 16,0 2-47-16,0 0 1 0,0-1-1 15,0-1-667-15,0-2 333 0,0-3 178 0,0 2 73 16,-2-4-292-16,2-3 170 0,0 0-7 15,0-3 75-15,0-1-406 0</inkml:trace>
  <inkml:trace contextRef="#ctx0" brushRef="#br1" timeOffset="182396.68">26556 734 2421 0,'-2'0'0'0,"2"0"0"0,-3 0 0 0,3 0 0 0,0 0 0 0,0 1 0 0,0-1 0 0,0 5 0 0,0 0 0 0,0 3 0 0,0 1 453 0,3 5-206 0,1 1-103 0,0 1-51 16,0 7 113-16,-1 4-88 0,1 0-39 0,-2 1 1 15,2 4 10-15,-2 1-90 0,0-2 0 0,-1 1 0 16,1-2 0-16,0 1 0 0,0-6 0 0,0-2 0 16,-2-1 0-16,2-2 0 0,-2-5 0 0,0-6 0 15,0 0 0-15,0-3 0 0,0-2 0 16,0-4 0-16,0 0 0 0,0 0 0 0,0 0 0 0,0 0 0 15,0 0 0-15,0-6 0 0,0-1 0 16,0-1 0-16,0 1 0 0,0 1-877 16,0-2 369-16</inkml:trace>
  <inkml:trace contextRef="#ctx0" brushRef="#br1" timeOffset="184236.74">26794 606 2054 0,'0'0'-2'0,"0"0"1"0,0 0 0 0,0 0 1 0,0 0 0 0,0 0 0 0,0 0-1 0,0 0 0 0,3 0 1 0,-1 0 0 0,3 4 142 0,-1 2-49 0,2-1-1 15,-2 1 151-15,1 1-100 16,1 1-41-16,-4-1 108 0,5 3-85 0,-3 0-42 0,2 0 1 16,-3 5 53-16,3-4-38 0,1 1-10 0,1 3-47 15,2 0 39-15,-1 0-1 0,2 0-42 16,-1 0-38-16,0 0 0 0,2-1 0 15,-3-1 0-15,2-1 0 0,-4 0 0 0,2-3 0 16,-2-2 0-16,-3 1 0 0,-1-2 0 0,1 0 0 16,-2-4 0-16,-1-1 0 0,3 1 0 0,-4-2 0 15,0 0 0-15,0 0 0 0,0 0 0 0,0 0 0 16,0 0 0-16,0 0 0 0,0 0 0 0,0 0 0 16,0 0 0-16,0 0 0 0,0 0 0 0,0 0-247 15,-4 0 107-15,1 0 66 0,-2 0-728 0,1 0 370 16,-1 0 200-16,3 0 95 0</inkml:trace>
  <inkml:trace contextRef="#ctx0" brushRef="#br1" timeOffset="184622.01">27222 473 2128 0,'-1'-6'0'0,"1"5"0"0,-1-2 0 0,-2 2 0 0,3-1 0 0,0 0 0 0,-1 2 0 0,1 0 0 0,0 0 0 15,0 0 0-15,-2 0 74 0,0 0 1 0,-2 5 232 0,0 5-134 0,-1 1-57 0,0 2-44 16,-2 5 68-16,-4 2-50 0,-1 4-26 0,0 2 0 16,-6 7 180-16,0 8-107 0,-2 2-50 0,-3 4-23 15,-6 11 32-15,-1 2-96 0,0 4 0 0,0 4 0 16,-2 3 0-16,2 0 0 0,-1 0 0 15,1-2 0-15,7-13 0 0,-5 11 0 16,6-16 0-16,-1 2 0 0,2-4 0 0,1-4 0 16,4-7 0-16,2-1 0 0,0-4 0 15,3-5 0-15,1-1 0 0,3-6 0 0,-1-3 0 0,3-2 0 16,0-5 0-16,3-2 0 0,-2-1 0 0,2-3 0 16,0-3 0-16,2 1 0 0,-2-2 0 0,2-1 0 15,0 0 0-15,0 0 0 0,0 0 0 0,0 0 0 16,0 0 0-16,0 0 0 0,0 0 0 0,0 0 0 15,0 0 0-15</inkml:trace>
  <inkml:trace contextRef="#ctx0" brushRef="#br1" timeOffset="187773.4">16998 8132 1208 0,'0'0'0'0,"0"0"0"0,0 0 0 0,0 0 0 0,0 0 0 0,0 0 0 0,0 0 0 0,0 0 0 0,0 0 0 0,0 0 0 0,0 0 80 0,0 0-10 0,0 0 38 0,2 0-33 15,-2 0-1-15,2 0-33 0,-2 0 89 16,2 0-50-16,-1 0 0 0,1 0 68 0,-2 0-53 16,2 0-27-16,-2 0 10 0,2 0 76 0,-2 0-57 15,0 0-28-15,2 0 0 0,-2 0 24 0,0 0-11 16,0 0-41-16,0 0 0 0,0 0 79 16,0 0-40-16,1 0 11 0,2 0 13 0,-1 0-32 0,2 0 0 15,1 0-5-15,-1 0 0 0,1 0-16 0,1 0-10 16,0 0 41-16,-2 0 1 15,1 0-63-15,-1-3-20 0,-1 3 0 0,1 0 0 16,0 0 0-16,-1 0 0 0,2 0 0 16,-1 0 0-16,1 0 0 0,2 0 0 0,1 0 0 15,4 0 0-15,-2 0 0 0,1 0 0 0,5 0 0 0,1 0 0 16,0 0 0-16,0 0 0 0,1 0 0 0,-1 0 0 16,2 0 0-16,-2 0 0 0,-1 0 0 0,4 0 0 15,-5 0 0-15,1 0 0 0,2 0 0 16,-4 0 0-16,4 3 0 0,-2-2 0 0,3 1 0 15,-1-1 0-15,5 2 0 0,2 0 0 16,-2-3 0-16,-3 0 0 0,4 0 0 0,-1 0 0 16,-2 0 0-16,-1 0 0 0,-3 0 0 0,-2 0 0 15,-3 0 0-15,-1 0 0 0,-4 0 0 0,1 0 0 16,-4 0 0-16,-2 0 0 0,0 0 0 0,-1 0 0 16,1 0 0-16,-2 0 0 0,0 0 0 0,0 0 0 15,0 0 0-15,0-3 0 0,0 3 0 16,0 0 0-16,0 0 0 0,0 0 0 0,0 0 0 15,0 0 0-15,0-3 0 0,-5 3 0 16,-5-1 0-16,-1 1 0 0,-2 0 0 0,-3 0 0 16,-2 0 0-16,-3 0 0 0,-3 0 0 0,-1 0 0 15,-3 0 0-15,0 0 0 0,-3 0 0 0,0 0 0 16,-3-2 0-16,2 2 0 0,-2 0 0 0,1 0 0 16,-3 0 0-16,0 0 0 0,1 0 0 15,-2 0 0-15,2 0 0 0,3 3-37 0,2 4 1 16,2-4 6-16,8-1 37 0,-1 2 0 15,2 0-42-15,4-4-17 0,3 1 209 0,2-1-138 16,2 2-19-16,3-2 0 0,3 0 0 0,0 0 0 16,2 0 0-16,0 0 0 0,0 0 0 0,0 0 0 15,0 0 0-15,6 0 0 0,5 0 0 0,4 0 0 16,1 0 0-16,3 0 0 0,6 0 0 0,-3 0 0 16,8 0 0-16,-2 0 0 0,0 0 0 0,2 0 0 15,0 0 0-15,-3 0 0 0,5 0 0 16,-2-2 0-16,-2 1 0 0,-1-1 0 0,-5 0 0 15,0 0 0-15,-3 0 0 0,-1 0 0 16,-2 2 0-16,-3-1 0 0,-1 1 0 0,-3-2 0 16,-2 2 0-16,-3 0 0 0,0-1 0 0,-2 1 0 15,0 0 0-15,0 0 0 0,-2 0 0 0,0 0 0 16,0 0 0-16,0-3 0 0,0 0 0 0,0 2 0 16,-2-1 0-16,-5 1 0 0,0-4 0 0,0 4 0 15,-2-3 0-15,-3 2 0 0,-3-1 0 16,0 1 0-16,-1 0 0 0,-5 0 0 0,-6 0 0 0,5 0 0 15,-11 2 0-15,6 0 0 16,-1 0 0-16,1 0 0 0,5 0 0 16,1 2 0-16,2 2-25 0,6 0-16 0,0-2 84 0,4 1-43 15,2-1 1-15,2 0-52 0,3-1 64 0,0 1-17 16,2 1 0-16,0-2 33 0,0 2-26 16,0 0 19-16,0 0-41 0,0 0-4 0,6-2 8 0,4 1 16 15,1 0 15-15,2-2 0 0,2 0-28 16,4 0 1-16,-1 0-60 15,5 0 26-15,0 0-8 0,2 0 38 0,0 0-155 0,0-2 73 16,1 2 36-16,2 0-600 0,-3 0 300 0,7 0 165 16</inkml:trace>
  <inkml:trace contextRef="#ctx0" brushRef="#br1" timeOffset="191700.01">17086 15316 1765 0,'-1'-3'0'0,"-3"-1"0"0,2 0 0 0,-1 3 0 0,3-2 0 0,0 2 0 0,-1-1 0 0,1-1 0 0,0 2 0 0,0 1 0 0,0 0 94 0,0 0 87 0,0 0-67 16,0 0-34-16,0 0 11 0,0 0 102 16,0 0-73-16,0 0-37 0,0 0 0 0,0 0 145 0,0 0-79 15,0 0-57-15,1 0 0 16,2 0 99-16,-1 0-72 0,0 0-36 0,1 0 71 15,1 0-135-15,0 0-19 0,-1 0 0 0,1 0 0 16,1 0 0-16,2 0 0 0,-2 0 0 0,1 0 0 16,1 0 0-16,0 0 0 0,2 0 0 0,0 0 0 15,2 0 0-15,2 0 0 0,-2 0 0 0,3 0 0 16,-1 0 0-16,2 0 0 0,0 0 0 0,0-2 0 16,0 2 0-16,-1-2 0 0,0 2 0 15,1-2 0-15,-2 2 0 0,2 0 0 16,-1 0 0-16,0 0 0 0,0 0 0 0,0 0 0 15,4 0 0-15,-2 0 0 0,1 0 0 0,2 0 0 16,0 0 0-16,0 0 0 0,-1 0 0 0,3 0 0 16,0 0 0-16,-1 0 0 0,1 0 0 0,-2 0 0 15,1 0 0-15,1 0 0 0,-3 0 0 0,3 0 0 16,-1 4 0-16,0-2 0 16,1 2 0-16,1-2 0 0,3-1 0 0,0-1 0 15,0 0 0-15,5 0 0 0,0 0 0 16,-1 0 0-16,1 0 0 0,0 0 0 0,0 0 0 15,0-1 0-15,-2-4 0 0,0 4 0 0,-1-3 0 16,-1 2 0-16,-2 0 0 16,4 0 0-16,-5 1 0 0,5-1 0 0,-3 0 0 0,1 0 0 15,-4 1 0-15,8-2 0 0,-2 1 0 0,2-1 0 16,1 0 0-16,0 0 0 0,1-1 0 0,0 1 0 16,0-2 0-16,0 4 0 0,2-3 0 0,0 0 0 0,-2 2 0 15,0-1 0-15,0 1 0 0,0 0 0 16,-4 0 0-16,2 2 0 15,-6 0 0-15,6 0 0 0,-2 0 0 0,-1 0 0 0,-1 0 0 16,1 0 0-16,-1 0 0 0,4 0 0 16,-3 0 0-16,0 0 0 0,1 0 0 0,2 0 0 15,2 0 0-15,0 0 0 0,0-1 0 16,0 1 0-16,1-3 0 0,-1 2 0 0,-1 1 0 0,1 0 0 16,0 0 0-16,-2 0 0 0,4 0 0 0,0-2 0 15,-1 2 0-15,3 0 0 0,1-3 0 0,2 2 0 16,-2-2 0-16,-2 2 0 0,3-1 0 0,-1 1 0 15,2 1 0-15,-6-2 0 0,1 2 0 0,0-2 0 16,-1 2 0-16,-1-3 0 0,0 3 0 0,2-1 0 16,0-1 0-16,-1 0 0 0,1 1 0 0,-2-1 0 15,1-2 0-15,-4 1 0 16,1 0 0-16,-7 0 0 0,7 1 0 0,-9-1 0 0,0 1 0 16,-3 0 0-16,1 1 0 15,-4 1 0-15,0 0 0 0,-2 0 0 0,-4-2 0 0,3 2 0 16,1 0 0-16,-6 0 0 15,3 0 0-15,-3-3 0 0,1 3 0 0,0 0 0 0,-3 0 0 16,1-1 0-16,-3 1 0 0,1 0 0 0,-2-2 0 16,0 2 0-16,-1 0 0 0,1 0 0 0,-2-2 0 0,0 2 0 15,0 0 0-15,0-1 0 0,0-2 0 0,0 2 0 16,-7 1 0-16,-6 0 0 0,-10 0-37 16,-10 10-312-16</inkml:trace>
  <inkml:trace contextRef="#ctx0" brushRef="#br1" timeOffset="195602.13">27572 601 1317 0,'0'-7'0'0,"0"1"0"0,0-2 0 0,0 1 0 0,0 1 0 0,0 1 0 0,0 1 0 0,0-1 0 0,0 2 0 0,0-1 0 0,0 2 187 0,0 2-79 0,0-4-35 16,0 4 0-16,0 0 45 0,-5 0-40 0,-7 0 9 0,1 6 92 16,-6 7-71-16,-3 5-35 0,0 4 146 15,-3 3-91-15,-2 0-35 0,-3 10-10 16,3-2-44-16,6-5-1 0,-1 6 0 0,1 2 0 16,3 1 385-16,7-1-197 0,-2 0-93 0,6-1-61 15,5 1-72-15,0-1 0 0,0-2 0 0,2 0 0 16,7 1 0-16,5-5 0 0,0-1 0 0,4-2 0 15,-4-3 0-15,7 1 0 0,-5-6 0 0,1-2 0 16,1-1 0-16,-1-2 0 0,-4-2 0 16,-1-2 0-16,-2-3 0 15,-2-2 0-15,-2 1 0 0,-1-4 0 0,-4-1 0 0,2 0 0 16,-1 0-49-16,-2 0-19 0,0 0-25 0,0 0 27 16,0-1-9-16,0-4 37 0,-2 1-333 0,-2 0 166 15,-1 1 84-15,1 0 41 0,-1 2-651 0,2-1 351 16,-2 0 171-16</inkml:trace>
  <inkml:trace contextRef="#ctx0" brushRef="#br1" timeOffset="196207.7">27549 1024 1710 0,'-5'0'0'0,"3"0"0"0,-1-2 0 0,3 2 0 0,0 0 0 0,0 0 0 0,0 0 0 0,10 0 0 0,6 0 0 0,9 0 0 0,0 0 371 0,4 0-168 0,1 0-74 0,1 0-51 15,6 0 203-15,-4-3-123 0,1 3-60 16,-1-1 28-16,-6-1-36 0,7-1-9 0,-7 2-45 0,-5-1-34 16,2 0-1-16,-3 1 35 0,-3-2-244 0,-1 3 117 15,-3 0 64-15,-3 0 32 16,-2 0-530-16,-2 0 266 0,0 0 69 0,-5 0 89 16,-2 0-545-16,0 6 305 0,-4 2 152 0</inkml:trace>
  <inkml:trace contextRef="#ctx0" brushRef="#br1" timeOffset="196546.53">27682 1126 1833 0,'-30'0'0'0,"9"4"0"0,-1-4 0 0,10 2 0 0,0-2 0 0,7 0 0 0,1 0 0 0,4 0 0 0,0 2 0 0,8-1 0 16,12 4 197-16,7 0-81 0,1-1-39 0,2 2 189 0,0-1-114 15,2 4-49-15,-2-2-38 0,-2 2 1 0,-7-2 0 16,-4 5-30-16,1-3-107 0,-6 2 63 0,-5 1 18 15,-3 1 0-15,-4 0-42 0,0-1 35 0,-2 5-1 16,-15-2 3-16,-5-1-22 0,-1-1 1 0,-3 0 40 16,0-1 167-16,-1-3-85 0,6-3-52 0,0 2-7 15,0-5 258-15,12 1-135 16,-3-3-66-16,6 2-37 0,3-3-67 0,1 0 0 16,2 0 0-16,0 0 0 0,7 3 0 0,10-1 0 15,6-2 0-15,4 0 0 0,1 0 0 0,2 0 0 16,0 0 0-16,-3 0 0 0,6 0 0 0,-6 0 0 15,-6 0 0-15,1-2 0 0,-4-1-19 0,-4 3-563 16,-3 0 277-16,-1 0 135 0,-3-3 66 0,-5 3-485 16,0 0 276-16,-1 0 130 0,3-1-161 0,-4-4 155 15,0-5 75-15</inkml:trace>
  <inkml:trace contextRef="#ctx0" brushRef="#br1" timeOffset="196820.43">27708 474 2457 0,'0'-11'0'0,"0"4"0"0,0 2 0 15,0-1 0-15,0 5 0 0,0-3 0 0,4 1 0 0,6 3 0 0,3 0 0 0,-1 0 0 0,3 3 196 0,-2 4-79 0,-1 4 27 0,3 0-53 0,-2 3-26 0,-1 0 8 16,-4 2-113-16,-1 0 39 0,-2 1-1 16,2 0 40-16,-3 0-308 0,-2-2 163 0,0 0 68 0,0-1-190 15,-2-5 59-15,0 0 90 0,0-2 45 16,0-1-546-16,0-3 277 0,0-2 133 16,1-1-294-16</inkml:trace>
  <inkml:trace contextRef="#ctx0" brushRef="#br1" timeOffset="197092.95">27995 400 2360 0,'2'-4'0'0,"0"3"0"0,0-2 0 0,-1 2 0 0,-1-1 0 0,0 2 0 0,0 0 0 0,0 0 0 0,0 0 0 0,0 0 0 0,-1 11 125 0,-5 4-34 0,1 2 75 15,-4 7-64-15,-1 1-33 0,-1 3 132 0,-3 2-82 16,1 2-31-16,0-2-10 0,0 2 15 0,0-2-28 15,-1 1 0-15,2-4-28 0,1-4-16 0,-6 4-10 16,9-7 26-16,-4 1-83 0,3-3 42 0,2-2 0 16,0-4 51-16,0-1-181 0,3-2 69 0,3-3 48 15,-2-2-159-15,3-2 93 16,0-2 16-16,0 0 33 0,0 0-429 0,0 0 213 16,0 0 106-16,5-3 54 0,8-7-404 0,-2-1 233 15,2-3 112-15,3-2-392 0</inkml:trace>
  <inkml:trace contextRef="#ctx0" brushRef="#br1" timeOffset="197293.87">27954 658 2443 0,'0'0'0'0,"4"0"0"0,-2 0 0 0,3 0 0 0,2 0 0 0,4-3 0 0,3 2 0 0,2-2 0 0,3 3 0 0,2 0 0 0,2-2 159 0,1 2-66 15,1 0 79-15,-5 0-67 0,3 0-34 0,-1 0 0 16,-3 0-3-16,0 0-30 0,-4 0-1 0,-1 0-206 15,-5 0 103-15,-2 0 51 0,-1 0 36 0,-3 0-9 16,-1 0 26-16,0 0-1 0,0 0-1037 16,-2 2 458-16,0-2 257 0,0 0 124 0,-6 0-95 0,1 0 109 15</inkml:trace>
  <inkml:trace contextRef="#ctx0" brushRef="#br1" timeOffset="197500.58">28168 535 1691 0,'-8'-4'0'0,"3"2"0"0,-1 1 0 0,2-1 0 0,1 0 0 0,1 2 0 0,0 0 0 0,0 0 0 0,2 0 0 0,0 7 0 0,0 6 141 0,0 1 270 0,0 1-186 0,0 2-95 15,0-1 149-15,0 2-112 16,0 4-69-16,-1-2-30 0,-4 2-77 0,0-2 0 16,5 1 46-16,-5-3 10 0,4 3-135 0,-3-4 62 15,1-1 32-15,1 2 1 0,-2-3-372 0,3-7 195 16,-1 4 98-16,-1-4-573 0,3-1 304 0,0-3 152 15,0-3 75-15,0-1-373 0</inkml:trace>
  <inkml:trace contextRef="#ctx0" brushRef="#br1" timeOffset="197786.42">28408 497 2275 0,'0'-1'0'0,"0"-1"0"0,0 0 0 0,0 0 0 0,0 2 0 0,0 0 0 0,0 0 0 0,0 0 0 0,0 6 0 0,0 7 0 0,0 4 479 16,0 1-212-16,0 7-119 0,0 1-55 15,0 0 181-15,-3 4-118 0,0 0-59 0,1-3-21 16,-3 5-10-16,3-4-66 0,1 0 0 0,-3-3 0 16,2-5 0-16,-1 2 0 0,3-3 0 0,0-2 0 15,0-4 0-15,0-3 0 0,0-1 0 0,0-3 0 16,0-4 0-16,0 0 0 0,0-1 0 0,0-1-79 15,0 0-2-15,0 0 41 0,0 0-203 0,-2 0 109 16,2 0 32-16,-4 0 35 0,2-1-432 0,2-3 235 16,-1 0 113-16,1 1-265 0,0 0 189 15</inkml:trace>
  <inkml:trace contextRef="#ctx0" brushRef="#br1" timeOffset="198236.87">28490 1060 1823 0,'-3'-1'0'0,"-1"0"0"0,1-2 0 0,1 2 0 0,-1-2 0 0,1 1 0 0,-1 2 0 0,3-1 0 0,0 1 0 0,0 0 0 0,0 0 83 0,0 0 150 0,0 0-98 16,5 0-50-16,7 0 258 0,3 0-157 0,1 0-76 16,6 0-36-16,0 0 195 0,1 0-117 0,-2 0-48 15,2 0-28-15,-5 0 1 16,3 1-41-16,-5 1 0 0,1-2-206 0,-4 0 112 16,3 0 42-16,-6 0 26 0,1 0-161 0,-2 0 93 15,-2 0 48-15,-2 0 31 0,1 0-625 0,0 0 223 16,0 0 173-16,-1 0-419 0,1-2 295 0</inkml:trace>
  <inkml:trace contextRef="#ctx0" brushRef="#br1" timeOffset="198475.55">28957 795 2312 0,'-2'-4'0'0,"2"2"0"0,0-2 0 0,0 0 0 16,2 0 0-16,12 1 0 0,7-3 0 0,2 0 0 0,2 4 0 0,5-1 0 0,0 1 368 0,0 0-166 0,-2 0-81 15,0 2 58-15,-6 0-62 0,3 0-44 0,-2 0 1 16,-2 0-179-16,-5 0 71 0,0 0 36 0,-2 0-366 16,-4 0 196-16,3 0 103 0,-6 0 51 0,0 2-291 15,-4-2 84-15,1 0 106 0,-2 0-578 0,-2 2 328 16</inkml:trace>
  <inkml:trace contextRef="#ctx0" brushRef="#br1" timeOffset="198845.14">29006 741 1990 0,'-10'3'0'0,"2"-2"0"0,3 3 0 0,0 0 0 0,3 2 0 0,2 1 0 0,0 4 0 0,0 3 0 0,0 7 0 0,0 3 0 0,2 2 72 16,3 6-34-16,-1 0 777 0,-1 4-379 0,0 1-204 15,0 1-36-15,-3-1-79 0,0 3-82 0,0-5-35 16,0 1 0-16,0-5 0 0,-3-1 0 16,-2-3 0-16,0-6 0 0,0 0 0 15,1-9 0-15,-2 2 0 0,1-7 0 0,0-2 0 16,4 0 0-16,-3-5 0 0,-1 0 0 0,-2 0-9 0,2 0 1 16,-3-7 14-16,3-6-29 0,-2-1 24 15,1-1-44-15,-2-3-1 0,2 0 42 0,1 2 0 16,-3 0-63-16,5 7 29 0,-2-1-6 0,0 1 213 15,0 3-86-15,3 3-74 0,-3 0-11 0,2 2 0 16,-2 1 0-16,0 0 0 0,-2 1 0 16,0 10 0-16,-3-1 0 0,3 5 0 0,-4-1 0 15,5 2 0-15,-3-1 0 0,2 0 0 16,-1 0 0-16,2-3 0 0,2-3 0 0,-1 0-105 16,1 1-200-16,3-5 99 0,1-3 86 0,0 1-559 15,0-3 312-15,0 0 169 0,9 0-554 0</inkml:trace>
  <inkml:trace contextRef="#ctx0" brushRef="#br1" timeOffset="199025.63">29103 1001 2807 0,'3'-2'0'0,"4"2"0"0,1 0 0 0,-1 0 0 0,0 0 0 0,1 0 0 0,3 0 0 0,0 4 0 0,-3 3 0 0,7 1 0 0,-5 1 523 0,2-1-243 16,-3 1-121-16,1 2-60 0,-3-3-268 0,1 3 99 0,-4-1 53 15,2-2-593-15,-4 3 324 0,-2-4 162 0,3 0 90 16,-1-1-669-16,0-3 268 0,0 1 211 0,-1-4 33 16</inkml:trace>
  <inkml:trace contextRef="#ctx0" brushRef="#br1" timeOffset="199236.74">29390 922 2275 0,'1'-5'0'0,"-1"3"0"0,0-1 0 0,0 3 0 0,0 0 0 0,0 0 0 16,0 0 0-16,0 6 0 0,0 6 0 0,-3 4 0 0,-4 7 108 0,-2 0 563 0,-7 7-322 0,-1 7-155 0,-1 0 140 0,-3 2-334 16,0 3 0-16,1-6 0 15,-6 9 0-15,3-6 0 0,3-1 0 0,-2-2 0 16,5-4 0-16,-3 0 0 0,2-3 0 0,5-2 0 16,2-6 0-16,-2 0 0 0,5-7 0 15,1-4-119-15,2-1-336 0,2-5 213 0,2 0-479 0,-1-4 342 16,0 0 170-16,2 0 77 0,0-14-398 0</inkml:trace>
  <inkml:trace contextRef="#ctx0" brushRef="#br1" timeOffset="199544.63">29462 663 2975 0,'0'-5'0'0,"6"-2"0"0,1 4 0 16,-1-1 0-16,2 0 0 0,1 3 0 0,-1-1 0 0,7 2 0 0,-3 0 0 0,6 5 0 0,0 12 171 0,1 2-67 0,-2 8 272 0,0 2-173 15,-3 11-101-15,-1-1-102 0,-3 6 0 0,-3 0 0 16,-3-6 0-16,0 14 0 0,-1-6 0 0,-3-4 0 16,0 2 0-16,0-5 0 0,0-4 0 0,-3 0 0 15,-6-1 0-15,-4-3 0 0,-3 0 0 16,-2-6 0-16,-1-1 0 0,-4-5 0 0,1-2 0 15,-1-4 0-15,1-3 0 0,4-2 0 0,-2-3 0 0,2 0 0 16,4-2 0-16,6-2 0 0,-3-2 0 0,6 0 0 16,1 0 0-16,2 0 0 0,1 0-312 0,1 0-85 15,0 0 179-15</inkml:trace>
  <inkml:trace contextRef="#ctx0" brushRef="#br1" timeOffset="204985.76">11323 1898 1955 0,'-4'-6'0'0,"0"3"0"0,2-1 0 0,0 1 0 0,0 1 0 0,0 0 0 0,2 0 0 0,-2 0 0 0,2 1 0 0,0 1 0 0,0 0 80 0,0 0-1 16,0 0 75-16,0 9-47 0,0 4-39 0,4 5 0 15,0 7 134-15,2 3-81 0,0 4-41 16,-1 2 189-16,2-1-120 0,1 5-54 0,0-3 42 0,-1 0-49 16,0-4 0-16,1 2-39 0,0-2-20 15,-1-1 10-15,-3-3 0 0,1-7-4 0,-3 4-35 16,2-6 0-16,-2-3 0 0,-1-7 0 0,2 2 0 15,-3-5 0-15,0-4 0 0,0 1 0 16,0-2 0-16,2 0 0 0,2-11 0 16,3-13 0-16,6-10 0 0,0 0 0 0,4-13 0 15,2 1 0-15,-3 0 0 0,2-2 0 0,1 4 0 16,-7 6 0-16,6-8 0 0,-7 14 0 0,-2-5 0 16,1 8 0-16,-3 0 0 0,-1 9 0 0,-3 3 0 15,3 6 0-15,-4 1 0 0,-1 7-447 0,4 1 194 16,0 2 96-16,1 5-941 0,-2 18 529 0</inkml:trace>
  <inkml:trace contextRef="#ctx0" brushRef="#br1" timeOffset="205246.03">11597 2226 3548 0,'0'-3'0'0,"0"2"0"0,0-1 0 0,0-1 0 0,7 2 0 0,8-3 0 0,4 0 0 0,-1 2 0 0,9 0 0 0,-3 2 0 0,-3 0 159 16,4 0-50-16,-5 10 6 0,-1 3-115 0,-3 1 0 16,-4 2 0-16,-3 3 0 0,-3 0 0 0,-4-1 0 15,-2 2 0-15,0 0 0 0,-13 3 0 0,-3-5 0 16,-5 4 0-16,-2-6 0 0,-4-2 0 0,3-1 0 16,-3-2 0-16,6-3 0 0,-2 0 0 0,4-2 0 15,2-2 0-15,5-2 0 0,1-2 0 0,6 0-502 16,1 0 16-16,4-2 223 0,4-13 112 0,17-6-704 15,7-9 407-15</inkml:trace>
  <inkml:trace contextRef="#ctx0" brushRef="#br1" timeOffset="205415.05">11909 2141 3781 0,'2'-4'0'0,"-2"2"0"0,0 2 0 0,-4 0 0 16,-8 6 0-16,1 8 0 0,-3 6 0 0,2 0 0 0,3 5 0 0,0 1 0 0,4 2 150 0,3-4-150 0,2 6 0 0,0-1 0 0,4-3 0 0,9-2 0 15,4-1 0-15,0-4 0 0,8 3 0 16,-5-4 0-16,3-4 0 0,1-1 0 16,-6-4 0-16,3-1 0 0,-1-2-724 0,-2-2 139 15,-3-1 274-15,0 2-260 0</inkml:trace>
  <inkml:trace contextRef="#ctx0" brushRef="#br1" timeOffset="205976.73">10229 2005 2152 0,'-9'-11'0'0,"5"6"0"0,1-1 0 0,3 1 0 0,0-2 0 0,0 0 0 0,7-2 0 0,11-1 0 0,3 3 0 0,2-1 0 0,3 3 86 0,1 1-25 0,-5 2-10 0,2 0-9 16,-1 2-1-16,-5 0-152 0,-2 0 76 0,-3 11 38 15,-3 0 11-15,-6 5-41 0,-4 3 34 16,0 5 0-16,-3-3 10 0,-8 1 20 16,0-3-47-16,-5 1 200 0,3 0-99 0,1-5-36 15,-2-3-14-15,7-2 203 0,1-1-86 0,1-3-64 16,3-1-23-16,2 0 19 0,0-2-49 0,2 3 0 16,9-2 11-16,3 2 1 0,2-1-12 0,3 2 0 15,1 1 21-15,-2 1-21 0,-1 1 11 0,-1 1 25 16,-2 2-16-16,-3 2-61 0,-6 0 0 0,-1 0 0 15,-2 2 0-15,-2 2 0 0,0 1 0 0,-10 2 0 16,-2-4 0-16,-6 1 0 16,1-6 0-16,-8 4 0 0,5-5 0 0,-2 1 0 15,-3-4 0-15,7-4 0 0,-3-1 0 0,2 0 0 16,2-4 0-16,4 0 0 0,3 0 0 0,1 0 0 16,4 0 0-16,0 0 0 0,3 0 0 0,2-4-620 15,0-3 240-15,4-3 159 0,13-1 94 0,6-3-777 16</inkml:trace>
  <inkml:trace contextRef="#ctx0" brushRef="#br1" timeOffset="206380.56">10710 1883 1675 0,'-5'-5'0'0,"0"3"0"0,2-1 0 15,-1 0 0-15,0 1 0 0,1 1 0 0,1-2 0 0,-2 3 0 0,1 0 0 0,1 0 0 0,-3 0 83 0,2 4 214 0,3 4-129 0,-2 4-63 0,2-2-33 0,0 0 185 0,0 3-113 0,5-2-52 16,7-2 82-16,3 1-67 0,2-4-34 0,1 0 17 15,1-5-9-15,2-1-41 16,-1 0 0-16,-1 0-25 0,-1 0 26 0,-4-5 9 16,-3-3-10-16,1-2-60 0,-5 1 30 0,-1-2-1 15,-4-2 32-15,0 3-67 0,-2-5 14 0,0 2-1 16,-2 1-1-16,-7-2 42 0,-4 3-1 0,-4 0 27 16,-1 1-10-16,0 2-26 0,-1 5-3 15,3 1 37-15,-2 1-29 0,5 1 4 0,2 0-3 0,0 0-163 16,3 0 75-16,5 10 41 0,1 4 6 0,2 1-690 15,0 6 321-15,9-3 177 0,12 4-701 0</inkml:trace>
  <inkml:trace contextRef="#ctx0" brushRef="#br1" timeOffset="206715.09">12245 2009 3466 0,'0'0'0'0,"0"0"0"15,0 0 0-15,0 0 0 0,0 0 0 0,0 0 0 0,0 0 0 0,6 0 0 0,8 0 0 0,5 0 0 0,4 0 171 0,-3-2 70 0,8 2-188 0,-3-2-53 0,0 2 0 16,1 0 0-16,-6 0 0 0,3 0 0 0,-2 0-378 16,-5 0 140-16,0 0 139 0,-5 2 70 0,-2 5-918 15,-5 5 391-15</inkml:trace>
  <inkml:trace contextRef="#ctx0" brushRef="#br1" timeOffset="206876.15">12269 2292 3480 0,'-11'1'-1'0,"2"4"0"0,5 0 0 0,-1-4 0 0,5-1 0 0,0 0 1 0,0 0 0 0,0 0 0 0,12 0 0 0,8 0 0 0,3-1 450 0,0-4-444 15,7 0-6-15,-4 0 0 0,3 0 0 0,-3 4 0 16,0-1 0-16,-2 2 0 0,4 0-228 0,-3 0 72 15,2 0 98-15,-3 2-1048 0</inkml:trace>
  <inkml:trace contextRef="#ctx0" brushRef="#br1" timeOffset="207305.08">13203 1913 1821 0,'0'-22'0'0,"0"4"0"0,2-3 0 0,0-4 0 0,-1-1 0 15,-1 2 0-15,0-8 0 0,0 5 0 0,0 5 0 0,-1 2 0 0,-7-1 74 0,-2 6 104 0,-1 1-74 0,-2 5-33 0,0-1-1 0,-5 7 198 16,4 1-115-16,-3 0-48 0,0 2 253 0,0 0-161 15,0 2-79-15,2 9-40 16,0 2 258-16,2 2-336 0,2 4 0 0,2 4 0 16,-1 3 0-16,4 2 0 0,4 4 0 0,2 1 0 15,0 3 0-15,0 8 0 0,0-1 0 0,8 1 0 16,2-3 0-16,-3 1 0 0,6 12 0 0,-3-8 0 16,-1 4 0-16,0 0 0 0,-4 1 0 0,2-9 0 15,-4 11 0-15,-1-10 0 0,-2-7 0 0,0 3 0 0,0-4 0 16,0-2 0-16,-7-7 0 0,-1-5 0 0,-1-2 0 15,0-5 0-15,-1-4 0 16,-3-1 0-16,2-6 0 0,-3-2 0 0,0-1 0 0,-2 0 0 16,2 0 0-16,-4-1 0 0,4-9 0 15,-7-2 0-15,1-1 0 0,-1 3-141 0,0 4 36 16,-8-2-1222-16</inkml:trace>
  <inkml:trace contextRef="#ctx0" brushRef="#br1" timeOffset="208673.42">13413 2268 2143 0,'-2'-1'0'0,"2"-2"0"16,0 2 0-16,0-2 0 0,0 2 0 0,0 1 0 0,0 0 0 0,0 0 0 0,4 0 0 0,3 5 0 0,-1 5 88 0,-2-2 10 0,3 3 63 0,-1 2-61 15,2 0-30-15,-3-2 1 0,2 3 67 0,-1-3-54 16,4 1-48-16,-1-6 4 0,0 2 0 0,1-2 0 15,-1-4-24-15,0-1-10 0,5-1 34 0,-5 0 0 16,0 0-82-16,1-5 42 0,-1-7 9 0,0 2 21 16,-3-4-119-16,-3-2 39 0,0 2 36 0,-1-2-1 0,-2 1-31 15,0-3 11-15,0 1-1 0,-6 1 89 16,-5-1-25-16,0 1-6 0,-5 3 66 16,2 0-39-16,-4 4 1 0,2 2-31 15,-3 1 217-15,2 2-92 0,-2 3-49 16,0 1-9-16,3 0 52 0,-1 0-138 0,2 4 0 15,1 3 0-15,7-2 0 0,0 3 0 0,3-2-106 16,-1-1-20-16,5 0 83 0,0 2 27 0,0-3-624 16,0 0 288-16,9 0 162 0,0-2 45 0,2 0-190 15,1 0 148-15,-1-2 63 0,2 0 47 0,-6 0-465 0</inkml:trace>
  <inkml:trace contextRef="#ctx0" brushRef="#br1" timeOffset="208914.44">13536 1569 3718 0,'0'-9'0'0,"0"4"0"0,0 3 0 0,0-2 0 0,0 2 0 0,0 2 0 0,-3 0 0 0,3 0 0 0,0 13 0 0,0 3 0 0,0-2 213 0,3 3-213 16,2 2 0-16,2 6 0 0,1 0 0 0,-1-1 0 15,1 0 0-15,-2-2 0 0,-1 7 0 0,0-5 0 16,-1-3 0-16,-2 1 0 0,0-1 0 0,-1-1-97 16,-1 0 57-16,0-4-412 0,0 3 106 0,-1-2 168 15,-5-1-747-15</inkml:trace>
  <inkml:trace contextRef="#ctx0" brushRef="#br1" timeOffset="210534.16">14057 1923 2131 0,'-8'-8'0'0,"3"1"0"0,0-3 0 0,-1 0 0 0,4-4 0 0,2 0 0 0,0 0 0 0,0-2 0 0,9-2 0 0,8-2 0 0,2 3 94 15,4 0 98-15,0 1-75 0,0 4-38 16,-2 2 10-16,4 5 3 0,-2 0-50 0,-3 4-1 0,-1 1 0 16,-3 3-25-16,-2 12 36 0,-3 9-11 0,-8 0 0 15,-1 5-80-15,-2 5 40 16,0 1 0-16,-7 0-89 0,-6 1 56 0,-4-2 36 15,-2-2-12-15,0 2-52 0,-2-3 24 0,-1-5 3 16,0-1 5-16,1-5 128 0,-2-3-55 16,3-5 1-16,-1-4-56 0,2-1 112 0,3-4-43 0,2-3 0 0,5 0 208 15,1 0-118-15,3 0-37 0,1 0 140 16,4 0-252-16,0-3 0 0,0-4 0 0,8 2 0 16,6 0 0-16,5-1 0 0,2 1 0 0,5 0 0 15,-2 3 0-15,5-1 0 0,-3 2 0 0,-1-2 0 16,5 3 0-16,-4 0 0 0,-4 0 0 0,3 0 0 15,-4 0 0-15,-1 7-20 16,-1-2-361-16,-2 0 123 0,0 1 111 0,0-2-594 16,-1-1 350-16,0 0 164 0,-2-2 98 0,2-1-536 15</inkml:trace>
  <inkml:trace contextRef="#ctx0" brushRef="#br1" timeOffset="210725.41">14480 1817 2897 0,'-6'-1'0'0,"6"-1"0"0,0 2 0 0,0-2 0 0,6-3 0 15,15-3 0-15,5 1 0 0,11-3 0 0,-5 3 0 0,13-5 0 0,-3 2 324 0,-7 5-141 0,5-1-71 0,-5 2 142 0,-7 3-96 0,6-1-155 16,-6 2-3-16,-7 0-174 0,2 0 29 0,-8 3 93 16,-3 4-655-16,-5 0 369 0,-4 3 190 0,-3 3 84 15,0-2-780-15,0-2 401 0,-10 0 191 0</inkml:trace>
  <inkml:trace contextRef="#ctx0" brushRef="#br1" timeOffset="210902.29">14641 1765 2329 0,'-15'-2'0'0,"4"2"0"0,0 0 0 0,1 6 0 0,1 6 0 0,1-1 0 0,1 5 0 0,1 3 0 0,3 2 0 0,-1 4 0 0,-2 0 113 0,0 2 510 15,-1 1-292-15,0 4-144 0,-1-3-63 0,0 3 14 16,3-1-52-16,-1-1-86 15,3-2-308-15,-1-1 127 0,2-6 122 0,2 2-282 16,0-3 191-16,0-5 95 0,0-7 49 0,4 0-848 16,5-6 360-16,2-2 232 0</inkml:trace>
  <inkml:trace contextRef="#ctx0" brushRef="#br1" timeOffset="211074.68">14649 1873 2673 0,'7'-10'0'0,"3"6"0"0,0 3 0 0,1-2 0 0,-2 3 0 0,0 0 0 0,-1 3 0 0,-1 7 0 0,-1 7 0 0,-1 2 0 0,-3 7 588 0,-2 1-273 0,0 1-126 16,0 1-79-16,0 2-112 0,-7 1 44 0,1-3-26 15,1-2-16-15,3-3-395 0,-4 1 179 0,4-5 129 16,0 0 64-16,0-5-342 0,2-4 203 0,0-2 113 16,0-6-897-16,2-3 453 0</inkml:trace>
  <inkml:trace contextRef="#ctx0" brushRef="#br1" timeOffset="211227.79">14844 1913 2709 0,'4'0'0'0,"1"2"0"0,4 4 0 0,-2-2 0 0,4-3 0 0,1 3 0 0,-2 1 0 0,3 1 0 0,3 2 0 0,-4 2 0 0,2 1 116 16,1 2-98-16,-3 0-10 0,0 1 33 0,1 2 0 0,-1-3-593 15,-1 0 297-15,-2 0 158 16,3-3-338-16,-5-3 224 0</inkml:trace>
  <inkml:trace contextRef="#ctx0" brushRef="#br1" timeOffset="211457.42">15200 1745 2945 0,'1'-12'0'0,"3"9"0"0,0 0 0 0,-2 2 0 0,-1 1 0 0,-1 0 0 15,0 5 0-15,0 12 0 0,0 6 0 0,-5 7 0 0,-5 2 227 0,-3 9-93 0,0 2 491 0,-2 6-625 0,-2-1 0 0,0 3 0 0,-2 2 0 0,1 2 0 16,-3 7 0-16,4-9 0 0,-4 8 0 16,6-11 0-16,-1 6 0 0,0-4 0 0,3-4 0 0,4-12 0 15,-3 1 0 1,5-6 0-16,2-8 0 0,3-3 0 0,0-5-806 0,0-4 354 16,2-2 210-16,0-4-523 0,2-5 361 0,9 0 182 15</inkml:trace>
  <inkml:trace contextRef="#ctx0" brushRef="#br1" timeOffset="211722.16">15657 1686 3422 0,'-11'-3'0'0,"0"3"0"0,-4 0 0 0,-2 0 0 0,0 13 0 0,2 6 0 15,-2 4 0-15,3 10 0 0,-2 6 0 0,9 0 0 0,1 4 509 0,6-2-509 0,0 15 0 0,0-10 0 0,8 1 0 0,4 1 0 16,6-3 0-16,-2-8 0 0,7 7 0 16,1-7 0-16,3-3 0 15,-3-6 0-15,2-2 0 0,-1-2 0 0,-1-4 0 0,-5-6 0 0,0 0 0 16,0-5 0 0,-5-3 0-16,2-6-516 0,-2 0 92 0,0 0 192 0,-1 0-522 0,-1-6 357 15,0-5 179-15,-3-5 79 0</inkml:trace>
  <inkml:trace contextRef="#ctx0" brushRef="#br1" timeOffset="211914.49">15894 2127 2915 0,'0'0'0'0,"0"0"0"0,0 0 0 0,4 0 0 0,9-2 0 0,6-8 0 0,5 2 0 0,6-1 0 0,6 0 0 0,6-3 0 0,-1 2 355 16,0 3-157-16,1-1 223 0,-9 2-379 0,5 4-42 15,-5-3 0-15,-1 3 0 0,-3 0 0 0,-8 2 0 16,-1 0 0-16,-5 0 0 0,-2 0-62 0,-6 0 40 16,-2 0-678-16,-3 0 370 0,-2 4 86 0,0 2 127 15,-9 0-808-15</inkml:trace>
  <inkml:trace contextRef="#ctx0" brushRef="#br1" timeOffset="212981">16003 2359 2297 0,'-15'-7'0'0,"4"0"0"0,1 1 0 0,3 0 0 0,3 1 0 0,2 0 0 0,2-1 0 0,0-1 0 0,11 1 0 0,12 0 0 0,1 3 173 0,-1 3-58 0,9 0-43 0,-5 0 50 15,-4 3-41-15,-5 6-1 0,1 7-72 0,-5 3 40 0,-5 6-10 16,-5-2-124-16,-4 3 62 16,0-1 31-16,-5 4 0 0,-10-3-72 0,-6-1 47 0,-2 0 20 15,0-2 0-15,-4-6 120 0,1-1-50 16,3-6-34-16,-5 1-24 0,8-3-39 0,-1-4 33 0,3-1-9 15,9 0 417-15,2-3-55 16,3 0-294-16,4 0-67 0,0 0 0 0,6-3 0 16,18-3 0-16,0-3 0 0,6 2 0 0,0-1 0 15,2 1 0-15,0-1 0 16,-2 1 0-16,-5 2 0 0,1 0 0 0,-3 2 0 0,-3-1 0 0,-5 2 0 16,-4 1-405-16,-1-2-26 0,-2 2 202 0,-5 1-222 15,-1 0 207-15,-2 0 102 16,0 0 53-16,0-2-480 0,-5-1 270 0</inkml:trace>
  <inkml:trace contextRef="#ctx0" brushRef="#br1" timeOffset="213176.09">15901 1646 3302 0,'-5'-14'0'0,"3"8"0"0,2 2 0 0,0 1 0 0,0 1 0 16,0 0 0-16,2 2 0 0,7 0 0 0,5 0 0 0,-2 7 0 0,2 3 122 0,1 2-24 0,0-1-30 0,-2 4 0 0,1 0-30 0,-2 1-380 16,-1 1 200-16,-1 0 85 0,-2-1 47 0,-1-4-636 15,-2-2 342-15,4-2 171 0,-4-3-696 16,0-5 400-16</inkml:trace>
  <inkml:trace contextRef="#ctx0" brushRef="#br1" timeOffset="213351.58">16157 1555 2687 0,'0'-6'0'0,"0"4"0"0,0 2 0 0,0 0 0 15,0 2 0-15,0 12 0 0,0 6 0 0,-6 4 0 0,-1 4 0 0,-4 2 0 0,-5 8 339 0,2 0-150 0,-5 2-76 0,2-4 133 0,2-4-94 0,-2 4-62 16,4-4-26-16,0-1-77 0,4-5 25 16,1-6 0-16,4-1-463 0,0-4 239 0,2-6 126 0,2 0 62 15,0-4-812-15,2-5 423 16,9 0 79-16</inkml:trace>
  <inkml:trace contextRef="#ctx0" brushRef="#br1" timeOffset="213503.77">16159 1752 2584 0,'8'-1'0'0,"2"-2"0"0,2 1 0 0,5 1 0 0,0-6 0 0,8 2 0 0,-2 2 0 0,0-3 0 0,5 0 0 0,-7 3 0 0,1-2 109 15,-1 2 48-15,-2 2-59 0,-6-2-21 16,3 3-343-16,-7 0 152 0,-4 0 76 0,-1 0-612 15,-2 0 340-15,-2 6 178 0,0 0 76 0,-8-3-613 0</inkml:trace>
  <inkml:trace contextRef="#ctx0" brushRef="#br1" timeOffset="213668.2">16324 1545 2099 0,'-3'-7'0'0,"-1"4"0"0,0 3 0 15,-1 0 0-15,-2 0 0 0,4 14 0 0,-1 3 0 0,0 6 0 0,3 1 0 0,-3 3 0 0,0 3 631 0,3 1-297 0,-4 1-139 0,1 0 51 0,2 1-104 16,1-6-52-16,-1 1-263 0,2-1 105 0,0-6 63 16,0-1 17-16,0-2-640 0,0-2 333 0,0-7 167 15,2-2 83-15,3-4-869 0</inkml:trace>
  <inkml:trace contextRef="#ctx0" brushRef="#br1" timeOffset="213823.37">16526 1478 3546 0,'7'11'0'16,"0"4"0"-16,-3 0 0 0,-1 1 0 0,-1 8 0 0,-2 0 0 0,0 3 0 0,0 7 0 0,0-2 0 0,0 2 0 0,-3 2 95 0,-1 0 8 0,0-1-33 0,1 1 1 16,-3 0-33-16,1 1-717 0,-5 7 354 0</inkml:trace>
  <inkml:trace contextRef="#ctx0" brushRef="#br1" timeOffset="214584.46">17186 1928 2416 0,'-21'-3'0'0,"3"3"0"0,-2 0 0 0,4 1 0 16,2 6 0-16,5 4 0 0,4-4 0 0,3 1 0 0,2 3 0 0,2-1 0 0,16-3 561 0,7-2-260 0,7-3-130 0,7 0-65 0,-6-2-22 15,13 0 42-15,-5 0-42 0,-7-2-2 0,4-2-261 16,-2-1 109-16,-3 0 66 16,1-1 17-16,-4-4-668 0,-2 3 347 0,1-1 175 15,-3 0 87-15</inkml:trace>
  <inkml:trace contextRef="#ctx0" brushRef="#br1" timeOffset="-214729.31">17740 1645 3152 0,'5'-4'0'0,"7"3"0"0,3-4 0 0,6-2 0 0,3 1 0 0,5-1 0 0,6 1 0 0,10 1 0 0,-6-1 0 0,7 0 0 0,-9 4 210 15,12-1-90-15,-8 1-39 0,-4 0 135 16,1 0-87-16,-3 2-106 0,-10 0-23 0,0 0-276 15,-6 0 80-15,-8 9 119 0,-4 1-740 0,-5 0 429 16,-2 5 174-16,-9 1-600 0,-9-2 387 0,-7 1 193 0</inkml:trace>
  <inkml:trace contextRef="#ctx0" brushRef="#br1" timeOffset="-214406.91">17993 1707 1842 0,'-33'-7'0'0,"2"1"0"0,3-2 0 0,2 3 0 0,6 4 0 0,1-2 0 0,4 2 0 0,5 1 0 0,1 0 0 0,5 10 0 0,4 10 524 0,0 4-231 15,0 4-131-15,2 12-61 0,7-3 247 0,1 4-154 0,-1 4-76 16,-1-6-29-16,-1 11 171 0,-1-1-260 0,-2-7 0 16,-2 2 0-16,0-8 0 0,-1 0 0 0,-1-1 0 15,0-5 0-15,0-8 0 0,-1 1 0 0,-7-8 0 16,2-5 0-16,-3-3 0 0,-2-6 0 0,-3-1 0 16,0 0 0-16,-2-8 0 0,3-11 0 0,-4-2 0 15,1-3 0-15,0-1 0 16,2-3 0-16,0 1 0 0,3 5 0 0,0 1 0 15,1 4-4-15,3 7-31 0,-1 2-5 0,3 4 119 16,-2 3-79-16,2 1 0 0,-2 0 0 0,-2 8 0 16,-1 10 0-16,1 4 0 0,-2-2 0 0,-3 7 0 15,3-1 0-15,0 1 0 0,3-7 0 16,1 2 0-16,3-4 0 0,2 1-597 0,2-11 218 16,0 5 169-16,6-8 85 0,15-5-608 15,3 0 336-15,8-11 183 0</inkml:trace>
  <inkml:trace contextRef="#ctx0" brushRef="#br1" timeOffset="-214252.99">18007 1957 3386 0,'7'0'0'0,"2"0"0"0,-1 2 0 0,2 5 0 0,-1 1 0 0,0-1 0 0,5 2 0 0,-4 3 0 0,4-1 0 0,-1 4 0 0,-2-2 211 0,3 1-80 15,-4 1-35-15,-1-3-10 0,3 0-498 0,-3 0 227 0,1-6 113 16,0 0 57-16,-1-3-711 0,2 1 378 0,1-4 195 15,-2 0 97-15,1-4-785 0</inkml:trace>
  <inkml:trace contextRef="#ctx0" brushRef="#br1" timeOffset="-214070.72">18335 1842 2152 0,'2'-12'0'0,"0"4"0"0,0 3 0 0,0 2 0 0,-2 3 0 0,0 0 0 0,0 13 0 0,0 12 0 0,0 3 0 0,-4 9 0 0,-5 5 787 0,-4 3-373 0,-5 3-186 0,2 6 122 16,-5-3-350-16,-4 9 0 0,3-3 0 15,0-1 0-15,3-8 0 0,-4 4 0 0,5-1 0 16,-1-5 0-16,2-2 0 0,3-10 0 0,2 2 0 16,2-6 0-16,2-8 0 0,1 1 0 0,2-7-578 15,1-4-7-15,2-3 270 0,2-5-544 0,0-4 398 16</inkml:trace>
  <inkml:trace contextRef="#ctx0" brushRef="#br1" timeOffset="-213857.15">18735 1709 3243 0,'23'-18'0'0,"1"10"0"0,3 8 0 0,-5 0 0 0,1 0 0 0,-2 11 0 0,-5 11 0 0,1 10 0 0,-4 9 0 0,-7 7 0 0,-4 4 221 0,-2 12 246 0,-6-12-467 0,-14 14 0 15,-5-6 0-15,-1-1 0 0,-1-1 0 0,3-8 0 16,-2 0 0-16,2-5 0 0,-1-6 0 0,4-9 0 15,1-3 0-15,3-11 0 0,0-2 0 0,9-7-21 16,-1-3-947-16,5-4 467 0,4 0 216 0</inkml:trace>
  <inkml:trace contextRef="#ctx0" brushRef="#br1" timeOffset="-213436.5">19329 2148 2402 0,'17'-21'0'0,"-2"3"-1"0,-4-9 1 0,-2 4 0 0,-1-4 0 0,-4 0 0 0,-2 5 0 0,0-4 0 0,-2 1 0 0,0 5 0 0,0-1 99 0,-8 3 199 0,-2 3-119 16,-1 3-75-16,-4 4-31 15,-1 7 45-15,-5 1-38 0,-4 5-1 0,3 13 19 0,-1 10-58 0,2 1 0 16,3 5 123-16,1 7-62 16,8-8-43-16,3 4-58 0,3-3 0 0,3-3 0 15,0-2 0-15,0-9 0 0,0-1 0 0,5-2 0 16,4-6 0-16,-2-4 0 0,7-6 0 0,-1-1 0 15,6 0 0-15,-1-14 0 0,3-5 0 16,0-6 0-16,1-6 0 0,4-4-104 0,-3 1-53 0,-5 2 70 16,3-10-332-16,-3 3 190 0,-4 0 95 0,0-4 47 15,-3-4-147-15,0-2 102 0,-3-2 46 0,-1 1 0 16,-3 13-20-16,-2-2 32 0,-2 17-9 0,0 8 118 16,0 0-38-16,0 4 1 15,0 9 490-15,-2 1-264 0,-3 5-141 0,-1 17-57 16,4 7 527-16,-1 12-263 0,3 3-95 0,-3 6-77 15,3 2-107-15,0 3-11 0,0-2 0 0,0-4 0 16,0-1 0-16,0-3 0 0,4-7 0 0,2 2 0 16,1-3 0-16,-1-1 0 0,-3-2 0 0,3-7 0 15,-2-3 0-15,0-2 0 0,1-5-117 16,3-8-471-16,5-3 190 0</inkml:trace>
  <inkml:trace contextRef="#ctx0" brushRef="#br1" timeOffset="-213286.58">19751 1882 3590 0,'2'-4'0'0,"0"2"0"0,-2 2 0 0,0 0 0 0,0 0 0 0,3 4 0 0,0 5 0 0,6 3 0 0,2 0 0 0,3 5 0 0,-1 1 160 0,4 3 16 16,-2-5-171-16,0-2-5 0,0 4-481 0,0-5 171 16,-2 1 185-16,1-2 78 0,-3-3-417 0,-1-1 251 15,1-1 127-15</inkml:trace>
  <inkml:trace contextRef="#ctx0" brushRef="#br1" timeOffset="-213137.85">20191 1535 3931 0,'4'-2'0'0,"0"2"0"0,-4 16 0 15,0 18 0-15,-11 9 0 0,-10 22 0 0,-4 2 0 0,-5 10 0 0,-9 14 0 0,-5 0 0 0,-4 4 0 0,-12 28 0 0,7-16 0 0,-15 28 0 0,5-10 0 16,-7 10 0-16,-9 26-356 0,-2-3 142 0</inkml:trace>
  <inkml:trace contextRef="#ctx0" brushRef="#br1" timeOffset="-210486.95">20599 1919 3318 0,'-2'0'0'0,"0"0"0"0,2 2 0 0,0 2 0 0,2 1 0 0,11-2 0 0,6 3 0 0,4 0 0 0,2-2 0 0,0-4 0 0,1 2 133 0,1-2-47 16,-6 0 10-16,2 0 101 0,-2 0-96 0,-2 0-101 15,-2 0 0-15,-2 0 0 0,-4 0 0 0,-2 0 0 16,0 0 0-16,-2 0-348 0,-2 0 165 0,-3 2 111 15,2 2-763-15,-2 2 359 0,-2 0 219 0,0 5 108 16,0-2-278-16</inkml:trace>
  <inkml:trace contextRef="#ctx0" brushRef="#br1" timeOffset="-210294.16">20749 2160 3345 0,'-12'7'0'0,"1"1"0"0,0-1 0 0,1-1 0 0,3-4 0 0,3-1 0 0,3 1 0 0,1 0 0 0,0 2 0 0,3-1 0 0,13-1 223 0,6 2-92 16,0-2 101-16,1 0-232 0,2 2 0 0,-5-3 0 0,3 4 0 0,-1-1 0 16,-2 0 0-16,0 1 0 0,-1 1 0 15,-5-1 0-15,2 2 0 0,-2-1 0 0,-1-1 0 16,3-1 0-16,-2 1-870 16,4-4 349-16,1-1 245 0,6 0 118 0</inkml:trace>
  <inkml:trace contextRef="#ctx0" brushRef="#br1" timeOffset="-210086.22">21357 1963 3931 0,'0'0'0'0,"0"0"0"0,0 0 0 0,0 0 0 0,6-3 0 0,13 2 0 0,7-5 0 0,11 1 0 0,4-4 0 0,5 0 0 0,3 0 0 0,-6 0 0 0,14-2 0 0,-10 2 0 16,-4 5 0-16,-8-1 0 0,3 4 0 0,-3-1 0 15,-5 2 0-15,-7 0 0 0,-2 0 0 0,-5 0 0 16,-4 0 0-16,-4 5-62 0,-3 2-61 0,-3 2-1014 16,-2 2 549-16,0 2 275 0,-13 0 137 15</inkml:trace>
  <inkml:trace contextRef="#ctx0" brushRef="#br1" timeOffset="-209675.4">21583 2090 2332 0,'-39'6'0'0,"0"1"0"0,8-1 0 0,4-3 0 0,4 0 0 16,7-2 0-16,5-1 0 0,6 0 0 0,0 0 0 0,5 0 0 0,3 0 265 0,10 0-113 0,9 0-57 15,5 0 51-15,0 4-53 0,1 1-18 0,2-3-10 0,-3 6-78 0,-8 2 26 16,1 1-1-16,-3 0 27 0,-6 4-37 0,-1 1 37 16,-6 0-1-16,-2 1 0 0,-2 0 135 15,0 2-68-15,-7-4-23 0,-5 1 98 0,-1-2-180 16,-4-1 0-16,0-5 0 0,0 3 0 0,2-6 0 15,2-1 0-15,3 0 0 0,3-2 0 0,4-1 0 16,-2-1 0-16,5 0 0 0,0 0 0 0,0 0 0 16,0 3 0-16,5-2 0 0,0 2 0 0,4 0 0 15,0 3 0-15,-1-1 0 0,-2 1 0 0,1 3 0 16,-3 0 0-16,1 3 0 16,-3-1 0-16,1 2 0 0,-3-1 0 0,0-1 0 15,0 0 0-15,-3 0 0 0,-2-1 0 0,-4-1 0 16,-2-2 0-16,-5 1 0 0,2-1 0 0,-6-1 0 15,-1 0 0-15,-2 0 0 0,0-3 0 0,-2 0 0 16,4 1 0-16,0-4 0 0,-2 0 0 0,2 0 0 16,1 0 0-16,2-4-63 0,4-4-13 0,4 0-254 15,3 0 145-15,1 1 73 16,6 3 36-16,0-5-443 0,0 2 230 0,11 1 130 16,8-2-572-16,3 3 347 0</inkml:trace>
  <inkml:trace contextRef="#ctx0" brushRef="#br1" timeOffset="-209313.94">21817 2238 2994 0,'-2'-3'0'0,"-1"0"0"0,-3 3 0 0,-1 0 0 0,0 0 0 0,0 12 0 0,2 1 0 0,-1 6 0 0,3 3 0 0,1 3 0 0,2 1 311 0,0 3-136 0,0-5 276 15,2 6-451-15,7-3 0 0,5-5 0 0,-2-2 0 16,4-2 0-16,0-6 0 0,3 0 0 16,-1-4 0-16,2-8 0 0,1 0 0 0,0 0 0 0,-1-3 0 0,2-15 0 15,-3-2 0-15,0 0 0 0,-3-4 0 16,-4 2 0-16,-1-6 0 0,-6 1 0 16,-1 1 0-16,-4 1 0 0,0 0 0 0,0 5 0 15,-7 0 0-15,-8 3 0 0,0 2 0 0,-2 5 0 16,-4 2 0-16,0 7 0 0,0 1 0 0,-2 0 0 15,2 0 0-15,3 10 0 0,0 2 0 0,4 1 0 16,2 0 0-16,1 0 0 0,4 2 0 0,0-6 0 16,4 1-306-16,1 0 115 0,0-4 67 15,2 0-638-15,0-1 362 0,0-5 182 0,0 0 90 0,5 0-270 16,4-5 184-16</inkml:trace>
  <inkml:trace contextRef="#ctx0" brushRef="#br1" timeOffset="-209062.67">21399 1458 3391 0,'-21'-9'0'0,"5"6"0"0,2-1 0 0,5 0 0 0,3 3 0 0,4-1 0 0,2 0 0 0,2 2 0 0,20 0 0 0,6-2 0 0,16-1 190 0,-6-2 160 0,16 1-350 15,-4 1 0-15,1 1 0 0,2 0 0 0,-1 0 0 0,-8 0 0 16,6 1 0-16,-15-2 0 0,-2 3 0 16,-6 0 0-16,-5 0 0 0,-7 0-172 0,-2 0-155 0,-6 0 87 15,-2 0 122-15,-3 3-481 16,-2 2 281-16,0-1-497 0,-16-1 394 0</inkml:trace>
  <inkml:trace contextRef="#ctx0" brushRef="#br1" timeOffset="-208880.15">21686 1353 2456 0,'-21'0'0'0,"3"0"0"0,0 4 0 0,2 1 0 15,2 6 0-15,5 5 0 0,2 3 0 0,2 3 0 0,1 6 0 0,4-1 0 0,0 3 647 0,0 0-306 0,0 3-151 0,0-7-68 16,2 7 53-16,3-5-175 0,1 1 0 0,-1-8-135 16,1 1-35-16,-1-1 112 0,1-4 43 0,0-5-294 15,-1-1 173-15,-1-5 87 0,1-2-807 0,4-4 416 16,-2 0 148-16,2-1 128 0,2-19-384 15</inkml:trace>
  <inkml:trace contextRef="#ctx0" brushRef="#br1" timeOffset="-208728.73">21752 1467 2462 0,'0'-8'0'0,"0"4"0"0,0 2 0 0,0 2 0 0,0 0 0 0,3 2 0 0,4 10 0 0,-2 3 0 0,2 2 0 0,1 7 0 0,-3 0 318 0,2 5-141 0,-4-1 145 0,-1 2-143 16,0 0-62-16,-2 0-230 0,0-3 75 0,0 3 37 15,0-3 0-15,0-3-183 0,0-1 120 0,-2 1 46 16,-3 0 27-16,1-2-652 0,-3 0 237 0</inkml:trace>
  <inkml:trace contextRef="#ctx0" brushRef="#br1" timeOffset="-208489.53">22516 2195 3931 0,'2'0'0'0,"-2"0"0"0,2 3 0 0,-2-2 0 0,0-1 0 0,0 0 0 15,0 0 0-15,0 0 0 0,0 0 0 0,0-1 0 0,0-4 0 0,-2 2 0 0,-2-1 0 0,-1 1 0 16,-1 2-35-16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2:49:10.2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5949 6000 464 0,'-6'0'0'0</inkml:trace>
  <inkml:trace contextRef="#ctx0" brushRef="#br0" timeOffset="303.82">5934 6008 3881 0,'0'0'0'16,"0"0"0"-16,0 0 0 0,0 0 0 0,0 0 0 0,0 0 0 0,0 0 0 0,0 0 0 0,0 0 0 0,0 1 0 0,0 1 50 0,2 2-50 0,3 4 0 0,4-1 0 0,1 1 0 0,3-1 0 15,8 4 0-15,-4-1 0 0,8 1 0 16,2 2 0-16,4-3 0 0,2 5 0 0,6-2 0 16,4-2 0-16,1 2 0 0,5-4 0 0,3 2 0 15,3-2 0-15,1-2 0 0,12-2 0 0,-5-1 0 16,-10-1 0-16,2 0 0 0,-3-1 0 0,-3-2 0 15,-3 2 0-15,-12 0 0 0,-7 0 0 0,1-1 0 16,-9 1 0-16,-6 2 0 0,-1-2 0 0,-7-1 0 16,0-1 0-16,-4 2 0 0,-1-2 0 0,0 0 0 15,0 0 0 1,0 0 0-16,0 0 0 0,0 0 0 16,0 0 0-16,0 0 0 0,0 0 0 0,0 0 0 15,0 0 0-15,0 0 0 0,0 0 0 16,0 0 0-16,4-2 0 0,7 2 0 0,3 0 0 0</inkml:trace>
  <inkml:trace contextRef="#ctx0" brushRef="#br0" timeOffset="1049.05">7459 6118 2505 0,'0'0'0'0,"0"-2"0"0,-2 1 0 0,2-1 0 16,0 2 0-16,0-3 0 0,0 3 0 0,0 0 0 0,0-1 0 0,2 1 0 0,5 0 149 0,-1-2 352 0,2 2-412 0,1 0-31 16,2 0-11-16,-3-2-1 0,1 2 220 15,2-2-109-15,-1 2-56 0,1 0-89 0,5 0-12 16,-4-3 0-16,6 3 0 0,-1 0 0 0,3 0 0 16,4 0 0-16,7 0 0 0,-1 0 0 0,11 0 0 15,1 0 0-15,6 0 0 0,1 0 0 0,4 0 0 0,1 0 0 16,11 0 0-16,-14 0 0 0,8 0 0 0,-6 0 0 15,-2 0 0-15,-4 5 0 16,-3-1 0-16,-7 2 0 0,-5-3 0 16,-6 3 0-16,-1 0 0 0,-3-2 0 0,-7 0 0 15,-2-1 0-15,-3-1 0 0,-4 0 0 0,-1-2 0 16,-2 0 0-16,-2 0 0 0,-1 0 0 0,0 0 0 16,0 0 0-16,0 0 0 0,0 0 0 0,0-2 0 15,0-3 0-15,0 1 0 0,0 1 0 0,0 0 0 16,0 1 0-16,1 2 0 0,13 0 0 0</inkml:trace>
  <inkml:trace contextRef="#ctx0" brushRef="#br0" timeOffset="24999.84">13947 15537 1967 0,'0'0'0'0,"0"0"0"0,0 0 0 0,0 0 0 0,0 0 0 0,0 0 0 0,0 0 0 0,0 0 0 0,0 0 0 0,0 0 0 0,0 0 12 0,0 0 39 0,0 1-11 16,1 0 59-16,1 4-30 0,0-3 1 0,0 1-29 15,1-1 73-15,1 2-42 16,0-2 0-16,0 1 86 0,2 0-58 0,-3-2-30 16,3-1 10-16,-1 2 128 0,-1-2-85 0,4 2-40 15,-2-2-1-15,-1 0 47 0,1 0-34 0,-1 1-10 16,-1-1 26-16,2 3-111 0,-2-3 0 15,1 2 0-15,1-1 0 0,-1 1 0 0,2 0 0 0,-2 1 0 16,2-2 0-16,2 0 0 0,-1-1 0 0,5 3 0 16,-4-3 0-16,5 0 0 0,-3 0 0 0,0 0 0 15,4 0 0-15,-2 0 0 16,1 0 0-16,-3 0 0 0,-2 0 0 0,3 0 0 16,-1 0 0-16,0 2 0 0,-1-2 0 0,1 1 0 15,1 2 0-15,-3-3 0 0,2 1 0 0,0-1 0 16,2 3 0-16,0-3 0 0,1 0 0 0,-2 0 0 15,2 0 0-15,1 0 0 0,0 0 0 0,1 0 0 16,2 0 0-16,-4 0 0 0,6 0 0 0,-2 0 0 16,-1 0 0-16,2 2 0 0,-1-1 0 0,2 1 0 15,-2 0 0-15,1-1 0 0,2 1 0 0,-1-2 0 16,1 0 0-16,0 0 0 16,-1 0 0-16,1 0 0 0,2 0 0 0,-1 0 0 15,-2 0 0-15,1 0 0 0,0 0 0 0,-1 0 0 16,1 0 0-16,0 0 0 0,-1 0 0 0,1 0 0 15,0 2 0-15,-1-2 0 0,1 3 0 0,4-2 0 16,0 1 0-16,-4-1 0 0,8-1 0 16,-3 3 0-16,2-3 0 0,1 1 0 0,-3-1 0 0,-1 0 0 15,7 0 0-15,-9 0 0 16,4 0 0-16,1 0 0 0,-2 0 0 0,-1 0 0 16,3 0 0-16,-1 0 0 0,-2 0 0 0,2 0 0 15,-3 0 0-15,1 0 0 0,1 0 0 0,1 0 0 16,-2 0 0-16,3 0 0 0,1 0 0 0,-3 0 0 15,4 0 0-15,-2 0 0 0,-1 0 0 0,1-1 0 16,-3 1 0-16,-2-3 0 0,6 2 0 0,-5 1 0 16,1-2 0-16,0 2 0 0,-2 0 0 0,0-1 0 15,3 1 0-15,1-3 0 0,-1 3 0 16,1-2 0-16,0 0 0 0,-2 1 0 16,6-3 0-16,0 3 0 0,-1-4 0 0,2 4 0 15,-1-3 0-15,1 2 0 0,0-1 0 0,-2 2 0 16,2 0 0-16,-2-2 0 0,0 1 0 0,0 0 0 15,0 2 0-15,2 0 0 0,-2 0 0 0,2 0 0 16,2 0 0-16,1 0 0 0,-3 0 0 16,3 0 0-16,3-1 0 0,4-1 0 15,-5 2 0-15,7-3 0 0,-5 3 0 0,-3-1 0 16,4-1 0-16,-1 0 0 0,-2 1 0 0,1 1 0 16,2 0 0-16,-3-3 0 0,1 3 0 0,1-1 0 15,-1 1 0-15,5 0 0 0,-2 0 0 0,1-2 0 16,1 2 0-16,-1 0 0 0,-3-2 0 0,7 1 0 15,-6 1 0-15,1-3 0 0,0 3 0 0,-5 0 0 16,2 0 0-16,7-2 0 0,-10 2 0 0,4 0 0 16,5 0 0-16,-1 0 0 0,-3 0 0 15,8 0 0-15,-4 0 0 0,1 0 0 16,1 0 0-16,-2 0 0 0,-3 0 0 0,10 0 0 16,-4 0 0-16,-2 0 0 0,2 0 0 0,2 0 0 15,0 0 0-15,1 0 0 0,1 0 0 0,-1 0 0 16,-2 0 0-16,1 0 0 0,-8 0 0 0,12 0 0 15,-8 0 0-15,2 0 0 0,-1-1 0 0,0 1 0 16,-3 0 0-16,10-2 0 0,-3 2 0 0,-1-2 0 16,0 2 0-16,-2-2 0 15,-4-1 0-15,9 2 0 0,-4 1 0 0,-2-1 0 0,2-2 0 16,-4 2 0-16,-2 1 0 0,10-2 0 16,-3 0 0-16,1 2 0 0,-2 0 0 0,-1-2 0 15,-6 2 0-15,10-2 0 0,-8 2 0 0,0-2 0 16,1 2 0-16,-7-1 0 0,9 1 0 0,-11 0 0 15,10-3 0-15,-3 3 0 0,-3-1 0 0,-2 1 0 16,1 0 0-16,-1 0 0 0,-2-2 0 0,0 2 0 16,-3 0 0-16,-2 0 0 0,0 0 0 0,-1 0 0 15,-6 0 0-15,0 0 0 16,2 0 0-16,-3 0 0 0,-2 0 0 0,1 0 0 16,-1 0 0-16,-4 0 0 0,-1 0 0 0,-2 0 0 15,0 0 0-15,-1 0 0 0,-1 0 0 0,1 0 0 16,-5 0 0-16,-2 0 0 0,3 0 0 0,-5 0 0 15,-1 0 0-15,1 0 0 0,-1 0 0 0,0 0 0 16,-2 0 0-16,0 0 0 0,0 0 0 0,0-3 0 16,0 2 0-16,0-3 0 0,0 0 0 0,0 1 0 15,0-4 0-15,0 6 0 16,-4-1 0-16,-8 2 0 0,-11 10 0 0</inkml:trace>
  <inkml:trace contextRef="#ctx0" brushRef="#br0" timeOffset="27770">14523 15984 2056 0,'0'-3'0'0,"0"1"0"0,0 0 0 0,0 1 0 0,0-2 0 15,0 2 0-15,0 1 0 0,0 0 0 0,0 0 0 0,0 0 0 0,0 0 139 0,0 0-51 0,0 0-24 0,0 0 15 16,0 1-1-16,0 7-30 0,0 4-9 0,0 1 148 16,0 4-74-16,-4 5-37 0,-3 2 150 0,-1 5-84 15,-1 3-57-15,-1 1 0 0,-1 9 9 0,2-3-28 16,-3 4 0-16,5-3 42 0,-2 8-40 0,-1-1-44 16,2-2-24-16,1-1 0 0,0-1 0 0,1-6 0 15,2 5 0-15,-2-3 0 0,3-7 0 0,-1-1 0 16,0-4 0-16,1-2 0 0,-1-2 0 0,1-3 0 15,0-2 0-15,-1-2 0 0,0-1 0 16,3-4 0-16,-3 1 0 0,0-3 0 0,3-1 0 16,-3-3 0-16,2 1 0 0,-2-2 0 15,2-3 0-15,-2-1 0 0,0 2-70 0,3-2 7 16,-1 0-421-16,-2 0 228 0,2 0 108 0,1-3 55 16,1-11 28-16,0-4-1 0,1-7 18 0,8-5-1110 15</inkml:trace>
  <inkml:trace contextRef="#ctx0" brushRef="#br0" timeOffset="28074.33">14492 16024 2820 0,'0'-7'0'0,"0"3"0"0,-3 0 0 0,-1 1 0 0,4 1 0 0,-2 0 0 16,2 2 0-16,0 0 0 0,0 0 0 0,2 5 0 0,10 7 227 0,-1 7-95 0,4 3-37 0,2 5 211 15,0 5-135-15,3 4-66 0,-1 3-33 0,0 1-69 0,-2-2-3 0,4 10 0 16,-5-4 0-16,2-1 0 16,0 1 0-16,-1 0 0 0,-4-5 0 0,4 10 0 15,-4-8 0-15,1 0 0 16,-5-7 0-16,0 4 0 0,1-3 0 0,-3-1 0 0,-1-2 0 0,-3-2 0 16,1-2 0-16,-1-1 0 0,-2-7 0 0,1 0 0 15,-2-3 0-15,0-5 0 0,0-2 0 0,0-2 0 16,0-3-223-16,0-2-51 0,0-1 118 15,-3-2-440-15,-6 0 279 0,4-2 139 0,-4-8 60 0,-1-10-530 16,-1-6 304-16</inkml:trace>
  <inkml:trace contextRef="#ctx0" brushRef="#br0" timeOffset="28280.71">14465 16620 3044 0,'-25'0'0'0,"6"0"0"0,1 0 0 0,-1 0 0 0,6 0 0 0,3 0 0 0,3 0 0 0,3 0 0 0,4-2 0 0,0 0 0 0,2-4 446 0,11 1-204 0,2-2-102 0,2 0-81 16,2 2-59-16,0 2 0 0,-1-1 0 0,3 0 0 15,-2 2 0-15,-2-1 0 0,0 3 0 0,-2 0-74 16,0 0-115-16,0 0 113 0,-3 5 58 0,0-1 27 16,-1 1 1-16,3 1-41 0,-1-2-1304 0,2-3 649 15,0 2 324-15,4-3 161 0</inkml:trace>
  <inkml:trace contextRef="#ctx0" brushRef="#br0" timeOffset="28621.33">14885 16520 2424 0,'0'-1'0'0,"0"-1"0"0,0-2 0 0,-2 0 0 0,1-1 0 0,-3-1 0 0,2 1 0 0,2-4 0 0,0 2 0 0,0-1 0 0,0-1 290 0,0 0-125 15,4-1-64-15,3 2 283 0,3 1-173 0,-3 3-77 16,6-5 88-16,-1 3-222 0,2 3 0 15,2 0 0-15,-1 0 0 0,4 3 0 0,-1 0 0 0,5 0 0 16,0 8 0-16,-1 3 0 16,0 4 0-16,-3 0 0 0,4 7 0 0,-3-1 0 15,-3 2 0-15,-2-4 0 0,-3 1 0 0,-1 4 0 16,-4 2 0-16,-5 1 0 0,1-2 0 0,-3 2 0 16,0-2 0-16,-10-2 0 0,-5 3 0 0,-2-6 0 15,-1-2 0-15,-3-1 0 0,-6-7 0 0,1 2 0 16,-1-4 0-16,1-5 0 0,6-1 0 0,-5-2 0 15,4 0 0-15,5 0 0 0,0 0 0 0,4-5 0 16,2-2 0-16,4 0 0 0,2 0 0 0,4-2 0 16,0 0 0-16,0-1-1 15,10-1-446-15,9-2 205 0,-2-2 92 0,9 1-778 16,0-1 446-16,2-2 221 0</inkml:trace>
  <inkml:trace contextRef="#ctx0" brushRef="#br0" timeOffset="28882.77">15428 16361 3624 0,'0'-10'0'0,"-3"3"0"0,-6-5 0 0,-5 5 0 0,3-1 0 0,1 4 0 0,-3 1 0 0,4 0 0 0,-5 2 0 0,3 1 0 0,1 0 299 0,-2 6-291 16,1 11-8-16,2 1 0 0,-1 8 0 0,4 3 0 0,2 5 0 15,4 2 0 1,0-1 0-16,0 1 0 0,6 1 0 0,5-2 0 15,4-2 0-15,0-2 0 0,2-6 0 0,1-2 0 16,2 1 0-16,1-5 0 16,0-2 0-16,-5-6 0 0,5 1 0 0,-3-5 0 0,1 0 0 0,-1-3 0 0,-2-2-561 15,3-2 154-15,-2 0 185 0,2 0 82 0,-1 0-301 16,5-6 201-16,1-5 101 16,1-1-565-16</inkml:trace>
  <inkml:trace contextRef="#ctx0" brushRef="#br0" timeOffset="29073.3">15740 16568 3201 0,'-11'-7'0'0,"3"4"0"0,1 0 0 0,1 0 0 0,2 0 0 0,4 0 0 0,0 0 0 0,2 0 0 0,13-3 0 0,9 6 0 0,1-4 278 0,5 2-120 0,2-1-59 16,4 2 52-16,-1 0-107 0,3-2-44 0,-2 2 0 0,1-1-56 15,-1-1-49-15,-2 3 71 0,-8 0 46 0,2 0-254 16,-5 0 140-16,-3 0 70 15,-4 0-698-15,-6 0 264 0,-1 0 205 0,-4 0 116 16,-3 0 53-16,-2 0 27 0</inkml:trace>
  <inkml:trace contextRef="#ctx0" brushRef="#br0" timeOffset="29261.81">16039 16263 3117 0,'-14'-4'0'0,"5"1"0"0,0-2 0 0,2 4 0 0,0-1 0 0,6 2 0 0,-1 0 0 0,2 0 0 0,0 0 0 0,0 13 0 0,2 4 285 16,1 7-128-16,5 5-59 0,-4 1 176 0,1 6-274 0,-1 7 0 16,0-8 0-16,-1 10 0 0,-1-2 0 0,0 3 0 15,-2-4 0-15,0 2 0 0,0-4 0 0,0 8 0 16,-2-5-594-16,-5-1 234 0,0-1 199 0,1-1 5 16,3-4-789-16</inkml:trace>
  <inkml:trace contextRef="#ctx0" brushRef="#br0" timeOffset="29744.27">16501 16215 2227 0,'-7'-4'0'0,"2"4"0"0,1 0 0 0,3 0 0 0,-1 9 0 0,2 2 0 0,0 6 0 0,0 2 0 0,0 9 0 0,0-3 0 0,0 4 229 0,2 1-100 0,-1 4-45 16,3-2 92-16,-2 0-68 0,1-2-35 0,-1-5-155 15,-2 4 56-15,1-7 32 0,-1-3 1 0,0 1-305 16,0-7 168-16,0-3 94 0,0-4 33 16,0-1 2-16,0-4-1 0,0-1-104 0,0-3-547 15,0-15 298-15,-1-6 163 0,1-4 77 0,-2-6-272 16,-5-7 174-16</inkml:trace>
  <inkml:trace contextRef="#ctx0" brushRef="#br0" timeOffset="30105.77">16435 16250 1699 0,'-10'-28'0'0,"5"8"0"16,1 4 0-16,2 0 0 0,2 1 0 0,0 3 0 0,4-1 0 0,13 0 0 0,5 0 0 0,6-2 0 0,6 5 197 0,5 0 203 0,3 3-185 16,1 4-88-16,-1 0-44 0,-8 3 29 0,1 0-36 0,-3 4 9 15,-4 9-47-15,-5 2-79 0,-8 2 40 0,-1 4-1 16,-9 3 41-16,-5-4-33 0,0 10 32 0,-9-4 1 16,-12-1-1-16,-2-1 66 0,-5-4-33 0,0-2 10 15,-2-2 134-15,1-5-88 0,4-2-44 0,4-3-1 16,2-4-62-16,4-1-20 0,3-1 0 0,7 0 0 15,1 0 0-15,2 0 0 0,2 0 0 0,9 0 0 16,16 0 0-16,5 0 0 16,4 0 0-16,1 0 0 0,4 0 0 0,-2 0 0 15,0 10 0-15,-1 3 0 0,-4 3 0 0,-6-1 0 16,-8-4 0-16,-4 6 0 0,-3 2 0 0,-5 1 0 16,-6-1 0-16,0 3 0 0,-10-1 0 0,-11-4 0 15,-6-2 0-15,-5 2 0 0,-1-6 0 0,-4 0 0 16,1-3 0-16,-1-1 0 0,2-5 0 0,1-1 0 15,2-1 0-15,7 0 0 0,3 0 0 0,3 0 0 16,7 0 0-16,3-5 0 16,4-2-222-16,5-5 9 0,0 0 87 0,11-3-824 15,13-3 461-15,5 1 225 0</inkml:trace>
  <inkml:trace contextRef="#ctx0" brushRef="#br0" timeOffset="30293.67">17039 16242 3279 0,'8'-9'0'0,"0"3"0"0,1 1 0 0,-4 1 0 0,1-2 0 0,0 3 0 0,1 0 0 0,1 2 0 0,2-2 0 0,6 3 0 0,0 0 137 0,4 9 214 0,2 6-187 15,1 0-164-15,-1 3 0 0,-1 3 0 0,0 0 0 16,-3 0 0-16,5 3 0 0,-6-3 0 0,0 0 0 16,-4-3 0-16,0 0-507 0,-2-1 223 0,1-4 156 15,-3-4-769-15,-2 0 424 0,0-6 217 16,4-3-352-16,-4 0 275 0</inkml:trace>
  <inkml:trace contextRef="#ctx0" brushRef="#br0" timeOffset="30562.1">17513 16022 2910 0,'0'-13'0'0,"0"5"0"0,0 0 0 0,0-1 0 0,0 4 0 0,0 2 0 0,0 0 0 0,0 2 0 0,0 1 0 0,0 0 0 0,0 12 221 0,0 11 367 0,0 4-376 16,-2 11-212-16,-8 7 0 15,-3 3 0-15,0 5 0 0,-6 9 0 0,0-2 0 16,3-2 0-16,-9 19 0 0,3-6 0 0,-3 3 0 16,3-3 0-16,-1-4 0 0,6-8 0 0,-3 11 0 15,6-20 0-15,1 5 0 0,2-4 0 0,0-3 0 16,3-7 0-16,-3 7 0 0,3-15 0 0,1 1 0 16,0-12 0-16,-2 1 0 0,4-4 0 0,0-7 0 15,-1-2 0-15,4-2 0 0,0-5-117 0,1 0-58 16,1-3 56-16,0 0-285 0,0 0 182 0,0 0 92 15,9-6 46-15,8-12-666 0</inkml:trace>
  <inkml:trace contextRef="#ctx0" brushRef="#br0" timeOffset="30800.69">17674 16422 3790 0,'0'-9'0'0,"0"8"0"0,2-4 0 0,0 2 0 0,5 0 0 0,5-1 0 0,6 1 0 0,3 2-1 0,4-1 1 0,7-1 0 0,11 2 142 15,2 0-142-15,2-2 0 0,0 1 0 0,-4-2 0 16,13 2 0-16,-7-1 0 0,-2 1 0 0,-10-1 0 16,1-2 0-16,-8 4 0 0,2-3 0 0,-13-1-275 15,-4 4-22-15,-4-1 69 0,-3 0 117 16,-7 2-737-16,-1-1 409 0,0-1 199 0,-7-2-134 0</inkml:trace>
  <inkml:trace contextRef="#ctx0" brushRef="#br0" timeOffset="30960.53">18078 15951 3399 0,'-9'0'0'0,"1"6"0"0,2 5 0 0,1 4 0 0,1 4 0 0,4 8 0 15,0 3 0-15,0 11 0 0,0 0 0 0,0-2 0 0,0 14 164 0,0-2 204 0,0-3-368 0,0 3 0 0,2-1 0 0,3 4 0 16,1-1 0-16,-4-3 0 0,-1 2-605 0,-1 1 103 16,0 1 271-16</inkml:trace>
  <inkml:trace contextRef="#ctx0" brushRef="#br0" timeOffset="31422.71">19147 16259 1823 0,'-12'-18'0'0,"3"1"0"0,-2-2 0 0,-1 0 0 0,-1-2 0 0,-2-1 0 0,-1-1 0 0,-2 3 0 0,2 3 0 0,-1 3 0 0,-8-1 108 0,1 6-35 0,-2 5 188 15,-4 4-111-15,-8 0-55 0,4 11-18 0,-9 14 83 16,6 3-61-16,1 7-29 0,6 1 236 0,5 6-133 16,10-9-57-16,4 15 203 0,11-7-218 0,0-2-101 15,7 1 0-15,16-5 0 0,5-2 0 0,11 0 0 16,3-4 0-16,3-8 0 0,1 0 0 0,2-6 0 16,-7-5-30-16,10-1-212 0,-5-5 140 0,-11-3 39 15,2-1-367-15,-1 0 212 0,-8 0 17 0,4-1-540 16,-5-6 350-16,-3-6 177 0</inkml:trace>
  <inkml:trace contextRef="#ctx0" brushRef="#br0" timeOffset="31804.33">19406 16083 2644 0,'0'-8'0'15,"0"6"0"-15,2 1 0 0,5-2 0 0,5 2 0 0,1 1 0 0,6 0 0 0,3 0 0 0,2 0 0 0,6 0 0 0,4 0 321 0,1 0-132 0,0 1-79 0,2 5-36 16,-1-2-60-16,-4 0 26 0,-4 0-1 0,-7-2-22 16,-1 4-10-16,-4-1 32 0,-7 0 0 0,-2 1 74 15,-2 0-37-15,-4 3 10 0,-1 2-46 0,-8 2 43 16,-8 5-83-16,-3 0 0 0,-6 2 0 0,0 3 0 16,-4 4 0-16,-4 1 0 0,3 0 0 0,0 0 0 15,-1 2 0-15,5-6 0 0,0 5 0 0,1-3 0 16,2 0 0-16,7-6 0 0,2-1 0 0,1-1 0 15,4-4 0-15,3-2 0 16,4-1 0-16,0-1 0 0,2-1 0 0,0-2 0 16,2-1 0-16,12 2 0 0,2-5 0 0,5 1 0 15,5 0 0-15,1-2 0 0,3 0 0 0,0-2 0 16,2 1 0-16,-2-1 0 0,2 2 0 0,-6 0 0 16,4-1 0-16,-10 2 0 0,1-1 0 0,0-1 0 15,-8 4-28-15,-2-4-383 0,-1 1 192 16,-4 2 89-16,-3-2-658 0,1-1 374 0,-4-1 188 0,0 0-497 15</inkml:trace>
  <inkml:trace contextRef="#ctx0" brushRef="#br0" timeOffset="31991.06">19528 16259 2871 0,'-11'0'0'0,"3"0"0"15,2 0 0-15,3 0 0 0,1 0 0 0,2 0 0 0,0 0 0 0,5 0 0 0,14 0 0 0,8 2 0 0,1 4 335 0,4 2-148 0,4 3-74 16,1 0 172-16,4 4-145 0,-9-2-140 0,4 4-257 16,-2-2 81-16,-2 1 108 0,0 2 54 0,-4-3-776 15,-3 1 425-15,0 0 197 0,-4-2 61 0</inkml:trace>
  <inkml:trace contextRef="#ctx0" brushRef="#br0" timeOffset="32221.81">20140 16329 3409 0,'-3'-4'0'0,"3"2"0"0,0 1 0 0,0-1 0 0,9-2 0 0,10 0 0 0,6-2 0 0,5 2 0 0,11-1 0 0,1-1 0 0,8 2 159 0,1 1-65 0,1-1-27 16,2 0-141-16,-1 0 57 0,-1-1 28 15,-6 1 10-15,5 0-339 0,-8 1 179 0,-12 1 89 16,3-1 45-16,-11 3-532 0,-3 0 280 0,-6 0 31 16,-5 0-426-16,-6 0 305 0,-3 0 155 0,0 0 76 15</inkml:trace>
  <inkml:trace contextRef="#ctx0" brushRef="#br0" timeOffset="32419.5">20604 15918 2641 0,'-2'-11'0'0,"2"8"0"0,-1 1 0 0,1 1 0 0,0 1 0 0,0 0 0 0,0 5 0 0,0 11 0 0,0 8 0 0,1 2 0 0,1 6 395 0,4 9-178 0,-3 1-89 0,-1 1 414 16,0 0-534-16,1-4-8 0,-1 8 0 0,-1-5 0 16,1-6 0-16,-2 0 0 0,0 0-156 0,0 2-110 15,0-2 148-15,-10 5-284 0,-1-5 217 16,-2 2 112-16,2-7 55 0</inkml:trace>
  <inkml:trace contextRef="#ctx0" brushRef="#br0" timeOffset="32880.92">21190 15815 2178 0,'-5'0'0'0,"5"18"0"0,0 8 0 0,0 2 0 0,0 1 0 0,0 3 0 0,3 3 0 0,5 4 0 0,2-2 0 0,-1 4 0 0,0-4 105 0,3 10-37 0,-1-5-58 0,-4-1 1 16,-2-7 29-16,2 3-260 0,-3-2 139 0,-3-1 56 15,-1-1 32-15,0-6-404 0,0-10 206 0,-10 1 103 16,3-7 56-16,-6-4-450 0,1-7 221 0,1 0 110 16</inkml:trace>
  <inkml:trace contextRef="#ctx0" brushRef="#br0" timeOffset="33143.71">21117 15877 2638 0,'0'-40'0'0,"0"14"0"0,0 6 0 0,4 1 0 0,9-1 0 0,6 7 0 0,7 0 0 0,4 6 0 0,10 4 0 0,2 3 0 16,6 0 344-16,3 10-141 0,8 16-88 0,-4 6-37 16,-2 6 274-16,-4 5-156 0,-5 4-191 0,-8-2-5 0,3 13 0 15,-14-11 0-15,-6 6 0 0,-8 0 0 16,-9-3 0-16,-2-1 0 0,-9 0 0 15,-18-3 0-15,-7-1 0 0,-10 2 0 0,-2-7 0 16,3-10 0-16,-8-2 0 0,0-4 0 0,1-6 0 16,1-10 0-16,8-1 0 0,-8-6 0 0,15-1 0 15,-2 0 0-15,6-4 0 0,6-8 0 0,9-6 0 16,3-4 0-16,12-2 0 0,0-1-377 0,10-3-90 16,17-2 213-16,-2 6-707 0,17-6 466 0</inkml:trace>
  <inkml:trace contextRef="#ctx0" brushRef="#br0" timeOffset="33315.8">21886 16024 2102 0,'7'-1'0'0,"4"1"0"0,4-1 0 0,3-2 0 0,2 1 0 0,4 2 0 0,5-2 0 0,2 0 0 0,7 2 0 0,-1 0 0 0,11 0 309 15,-4 0-134-15,2 0 566 0,-2 0-351 0,2 9-176 0,-10-5-747 16,1 4 281-16,-5-1 145 15,-9 2 74-15,-3 5-856 0,-9-1 463 0,-7 3 242 16</inkml:trace>
  <inkml:trace contextRef="#ctx0" brushRef="#br0" timeOffset="33472.17">22130 16290 2892 0,'-23'3'0'0,"11"1"0"0,3-2 0 0,4-2 0 0,5 0 0 0,0 0 0 0,12 0 0 0,11 0 0 0,7 0 0 0,2 0 0 0,2 0 88 0,0 0 372 15,1 0-210-15,-2 0-106 0,-1 0-305 16,-2 5 95-16,-3 1 53 0,-2 1 26 0,-4 1-691 16,0-2 359-16,-1 1 189 0,-1-1 80 0,-3-3-885 15</inkml:trace>
  <inkml:trace contextRef="#ctx0" brushRef="#br0" timeOffset="33805.28">22750 16134 2592 0,'0'0'0'0,"0"0"0"0,0 0 0 0,0 0 0 0,-2 0 0 0,2 3 0 0,0 6 0 0,0 6 0 15,0 3 0-15,0 5 0 0,2 2 463 0,5 5-212 0,6-1-105 0,2 1 333 0,3 0-479 0,3-3 0 16,4 1 0-16,3-6 0 0,8 0 0 0,1-7 0 16,-1-7 0-16,11-1 0 0,-6-7 0 0,3 0 0 15,-3-1 0-15,-4-13 0 0,-7-2 0 16,2-4 0-16,-7-2 0 0,-3-3 0 0,-7-1 0 15,-3-3 0-15,-7-3 0 0,-3-8 0 16,0-1 0-16,-2-7 0 0,-4-2 0 0,-9-5 0 16,-6 5 0-16,-5 1 0 0,-4 8 0 0,-6 7 0 15,-5 8 0-15,-7 8 0 0,-2 11 0 0,-14 7 0 16,2 0 0-16,-2 19 0 0,2 7 0 0,3 5 0 16,13 0 0-16,3 7 0 0,11 1-24 0,6 2-290 15,5 1 135-15,8 1 70 16,5-5-427-16,4 7 253 0,2-10 122 0,0 5 61 15,0-2-608-15</inkml:trace>
  <inkml:trace contextRef="#ctx0" brushRef="#br0" timeOffset="60284.24">18503 11523 3541 0,'12'-5'0'0,"4"1"0"0,0-1 0 0,5-3 0 0,2 0 0 0,5 1 0 0,0-1 0 0,-2 2 0 0,4 1 0 0,-2 2 0 0,-3-2 77 0,5-1-28 0,-9 5-10 0,3-2-1 16,-3 0-104-16,-2 1 51 16,-5 1 37-16,2-1-9 0,-7-1-199 0,0 3 108 15,-1 0 55-15,-4 0-156 0,0 0 56 0,-3 0 62 16</inkml:trace>
  <inkml:trace contextRef="#ctx0" brushRef="#br0" timeOffset="60951.52">18813 11196 2753 0,'-2'2'0'0,"2"2"0"0,0 5 0 0,0 1 0 0,0 1 0 0,0 3 0 0,0 0 0 0,0 1 0 0,0 4 0 0,0 2 0 0,0 1-94 16,-10 1 67-16,2-3 42 0,-4 5-9 0,-4-1-46 16,0-4 40-16,-2-1-1 0,4-4-75 0,-3 0 54 15,-2-1 19-15,2-3 147 0,2-2-60 0,2-2-31 16,4-2-64-16,0 0 258 0,2-1-113 0,2 0-55 16,3 1-10-16,0 1 57 15,2 4-44-15,0 1 10 0,0 2-53 0,0 4-4 16,4-1 3-16,3 8 1 0,-1 0 27 0,-2-2-18 15,1 6-9-15,1 1-22 0,-4-1-17 0,0-1 0 16,-1 2 0-16,1-4 0 0,-2 2 0 0,0-4 0 16,0 2 0-16,0-5-142 0,0-1 41 0,0-2 49 15,0-5 29-15,-2-3-349 0,-1-2 175 0,1-2 60 16,2-2-132-16,-2-3 106 16,-2 0 67-16,4-3 28 0,0-9-353 0,0-13 191 15,0-4 96-15,0-7-409 0,0-8 258 0,2 1 123 16,-2 6 61-16,0-1-136 0,0 2 119 0,0 8 38 15,-2-4 80-15,-3 14 0 0,0-1 0 0,-4 4 0 16,6 6 122-16,-3-1-109 0,4 4-21 0,1 2 0 16,1 3 541-16,0-1-221 0,0 0-165 0,7 0 459 15,10 0-288-15,1 0-140 0,3 1-69 0,6-2 162 16,-1 3-117-16,-4 0-47 0,3-1-40 16,-1 1 49-16,-1 0-38 0,-3 0-1 0,-1-2-18 15,-1 2-11-15,-7 0-9 0,-2 0 0 16,0 0 30-16,-3 0 1 15,-2 0-31-15,-2 0 126 16,-1 0-67-16,1 0-30 0,0 3-23 0,-2 3-45 0,0 2 0 0,0-2 0 0,0 6 0 0,2 2 0 16,0 1 0-16,-1 2 0 15,1 2 0-15,4 6 0 0,0-2 0 0,-2 1 0 0,1 3 0 0,1-1 0 16,-1-4 0-16,1 7 0 0,-2-3 0 16,2-6 0-16,-4 3 0 0,1-2 0 15,-1-2-33-15,0-1-153 0,-2-3 45 0,0-4-245 31,0 1 174-31,0-4 86 0,0-3-328 0,0-3 212 0,0-2 102 0,-4 0 51 0,-1 0-390 0,-1-9 221 16,0-10 100-16</inkml:trace>
  <inkml:trace contextRef="#ctx0" brushRef="#br0" timeOffset="61015.81">18717 11724 386 0,'-19'-4'0'0</inkml:trace>
  <inkml:trace contextRef="#ctx0" brushRef="#br0" timeOffset="61058.93">18636 11715 386 0,'0'0'0'0,"11"0"0"0,4 0 0 0</inkml:trace>
  <inkml:trace contextRef="#ctx0" brushRef="#br0" timeOffset="61432.68">18733 11716 31 0,'16'0'0'0,"-2"0"0"0,-4 0 0 0,-1 2 0 16,-3 6 0-16,-2-1 0 0,-3 3 0 0,-1-3 0 0,0 3 0 0,-3-1 0 0,-5-2-31 0,-1-3 31 0,-4 3 0 0,2-2 92 0,-1-1-84 16,3-3-1-16,-2-1-45 15,4 2 492-15,0-2-231 0,4 0-117 0,1 0 425 16,2 0-247-16,0 0-123 0,0 0-49 0,2 0-17 15,8 0-28-15,2 0 0 16,3 0-28-16,-1 0-151 0,-4 0 85 0,6 0 28 0,-7 0-152 0,2 0 94 16,-3 0 48-16,-4 2 1 0,-2 6-379 0,0 0 135 15,-2 4 122-15,0 0-125 0,-2-1 109 0,-8 1 53 16,1-2 18-16,-1 2 88 0,0-1-25 0,-2-2-1 16,4-1-25-16,1-3 201 15,1-1-96-15,2-1-53 0,2-3-26 0,2 3 287 16,0-3-143-16,0 0-25 0,2 0-7 0,8 0-1 15,-1 0-36-15,2-3 24 0,3 0-24 0,-5 1 10 16,2 0-34-16,1 2-249 0,-3 0 124 0,0 0 55 16,-3 0 33-16,-4 2-333 15,0 9 166-15,-2 1 50 0,0-2 53 0,-2 4-179 0,-6 0 101 0,-3-3 41 16,-2 0 2-16,0 0 29 0,-2-1 0 16,-2-1 52-16,-2-2 16 0,-2-1 0 15,-3 0 0-15,-1 0 43 0,1-3-82 0,-4 2 35 16,-2 3 4-16,-2 0 210 0,-2 1-131 0,0 0-22 15,2-1-36-15,2 1 352 0</inkml:trace>
  <inkml:trace contextRef="#ctx0" brushRef="#br0" timeOffset="61603.95">18339 12143 3679 0,'-2'0'0'0,"2"0"0"0,0 0 0 0,12 0 0 0,6 0 0 0,6 0 0 0,5 0 0 0,3-2 0 0,3-3 0 16,11 1 0-16,-3-4 252 0,2 2-252 0,5 2 0 0,3-3 0 15,0 4 0-15,1-2 0 0,-3 2 0 0,3 1 0 16,-1 0 0-16,-3 2 0 0,0 0 0 0,-6 0 0 15,-5 0-53-15,-2 0-21 0,-1 0 56 0,-10 0-689 16,0 0 325-16,-4 0 171 0,-4 0-290 0,-9 0 231 16,0 0 115-16,-3 0 49 0,-4 0-319 0,-2 0 193 15,0-5 96-15</inkml:trace>
  <inkml:trace contextRef="#ctx0" brushRef="#br0" timeOffset="61814.11">19323 11498 3685 0,'-4'0'0'0,"2"0"0"0,2 0 0 0,0 0 0 0,0 0 0 0,2 0 0 0,16-1 0 0,0-2 0 0,6 2 0 0,5 0 0 0,3-2 123 0,1 0-34 0,3-3-55 15,0 2-34-15,2-1-264 0,-3 1 108 0,-3 1 97 16,-7 0 58-16,-1 1-242 0,-6 0 141 0,-6 2 69 15,-3 0 36-15,-3 0-756 0,-4 0 293 0</inkml:trace>
  <inkml:trace contextRef="#ctx0" brushRef="#br0" timeOffset="62044.05">19287 11756 1606 0,'-3'11'0'0,"1"-2"0"0,2-5 0 0,0 0 0 0,0-1 0 0,2-3 0 0,5 0 0 0,1 0 0 0,1 0 0 0,0 0 0 0,3-1 50 16,-4-5-3-16,1 1-9 0,-2-3-68 0,-1 3 33 15,0-1 1-15,-1 2 78 16,-1 0 10-16,0 0-54 0,-1 3 0 0,1-1 30 0,2 2 1 0,0 0-31 16,-3 0 9-16,3 0-128 15,-1 3 57-15,1 7 28 0,0 1 0 0,-4 4-475 16,0 1 238-16,0 2 105 0</inkml:trace>
  <inkml:trace contextRef="#ctx0" brushRef="#br0" timeOffset="62362.92">19349 12069 2089 0,'-3'10'0'0,"-1"-2"0"0,0-3 0 0,3-3 0 0,-1-2 0 0,2 0 0 0,0 0 0 0,0-4 0 0,7-7 0 0,6-4 0 0,-1-2 64 0,2-4-161 0,2-1 68 0,-4 1 43 16,6-5-10-16,-5-1-413 0,-2 1 219 0,0-4 110 15,-2 0 54-15,0-5-436 0,-4-7 222 0,1-3 108 16,-1-4-65-16,0-14 80 0,-1 0 40 0,-2 9-4 16,0-4 47-16,1 7 34 0,-3 15 0 0,0 2 47 15,0 11-37-15,0 5-58 0,0 1 39 0,0 8 512 16,-3 5-281-16,1 2-68 0,2 2-83 16,-2 5 528-16,2 15-286 0,0 3-137 0,0 6 200 15,2 10-169-15,6 7-85 0,1 3 321 16,4 3-208-16,-1 5-98 0,2-1-50 0,2 0 108 15,0 0-104-15,4-1-91 0,-1-4 0 0,1-3 0 16,-1-2 0-16,1-7 0 0,-3-8 0 0,2 4 0 16,-2-5 0-16,-2-4 0 0,-4-5 0 0,-2-4-70 15,0-6-43-15,-6-2 85 0,1-4-610 0</inkml:trace>
  <inkml:trace contextRef="#ctx0" brushRef="#br0" timeOffset="62533.47">19806 12158 744 0,'-6'-15'0'0,"1"-6"0"0,-2-9 0 0,-2-12 0 0,4-3 0 0,1-7 0 0,1-3 0 0,-1 3 0 15,-1 5 0-15,-4 13 0 0,0 1-78 0,2 12 1 0,-3 1 39 0,4 5 442 0,1 7-216 0,-2 2-112 16,1 4-58-16,0 2 578 0,0 5-288 0,1 13-136 16,-2 4-78-16,-1 5 145 0,-2 3-100 0,1 5-50 15,-3 5-26-15,0-6 207 0,-1 1-120 0,1 1-57 16,-1-4-177-16,1-1 61 0,0-6 40 0,1-1-10 16,2-3-485-16,-1-6 257 15,4-7 130-15,1-2-680 0,1-6 318 0,2 0 212 16</inkml:trace>
  <inkml:trace contextRef="#ctx0" brushRef="#br0" timeOffset="62673.96">19832 11071 2751 0,'8'-7'0'0,"-1"7"0"0,-1 0 0 0,-2 0 0 0,0 0 0 0,-1 10 0 0,1 2 0 0,1 3 0 0,1 2 0 0,-2 3 0 0,0 4 104 0,0 1-33 0</inkml:trace>
  <inkml:trace contextRef="#ctx0" brushRef="#br0" timeOffset="62855.14">19964 11309 3119 0,'10'2'0'0,"2"-2"0"0,6 0 0 0,3 0 0 0,8 0 0 0,3 0 0 0,7 0 0 0,5 0 0 0,-2 0 0 0,4 0 0 0,-3 0 116 0,1 0-103 0,-11 0 10 0,5 0 15 16,-5 0 0-16,-4 0-627 15,-8 0 314-15,-7 0 156 0,-5 6 88 0</inkml:trace>
  <inkml:trace contextRef="#ctx0" brushRef="#br0" timeOffset="63006.48">20036 11504 2638 0,'-12'11'0'0,"4"3"0"0,3-7 0 0,5 3 0 0,0-3 0 0,0 2 0 0,2 1 0 0,9-3 0 15,4 1 0-15,2 1 0 0,4-1 86 0,-2-1 70 0,-1-1-64 0,3-3-27 0,-5 3 0 16,2-3-602-16,-4 0 287 0,-2-1 153 16,1-2 64-16</inkml:trace>
  <inkml:trace contextRef="#ctx0" brushRef="#br0" timeOffset="63091.35">20441 11518 380 0,'4'0'0'0,"-2"3"0"0,-2 0 142 0</inkml:trace>
  <inkml:trace contextRef="#ctx0" brushRef="#br0" timeOffset="63284.1">20413 11564 2903 0,'-23'15'0'0,"-2"2"0"0,-1 2 0 0,-4-2 0 0,-2 1 0 0,0 0 0 0,-2-1 0 0,1-3 0 0,-1 2 0 0,-2-3 0 0,5-2 70 0,6-2 10 0,-2-1 75 0,9 0-58 16,6-5-30-16,3 1 1 0,4-2 122 0,3 0-67 15,2-1-47-15,0 2 9 0,13-2-68 0,10-1-17 16,1 0 0-16,6 0 0 0,0 0 0 0,6 0 0 16,7 0 0-16,-6 0 0 0,0 0 0 0,2 0 0 15,-2 0-133-15,-3 0 11 0,-2 0 39 0,-8 2 49 16,-1 0-556-16,-3 0 266 16,-6 2 148-16,-3-2-373 0,-6 2 255 0,-3-3 128 15,-2 1 64-15,0 0-316 0,-5-2 195 0,-6 0 92 16</inkml:trace>
  <inkml:trace contextRef="#ctx0" brushRef="#br0" timeOffset="63459.32">20217 11493 2969 0,'-6'-1'0'0,"3"1"0"0,-3 0 0 0,3 1 0 0,1 12 0 0,0 5 0 0,2 5 0 0,0 8 0 0,0 11 0 0,4 9 0 0,3 13 374 0,0 3-168 0,1 7 176 16,0-1-382-16,-5 8 0 0,-1 4 0 0,0 9 0 15,-2-3 0-15,0 2 0 0,0 4 0 0,-4 9-271 16,-7 6-138-16,-6 25 218 0,-7 0-1025 0</inkml:trace>
  <inkml:trace contextRef="#ctx0" brushRef="#br0" timeOffset="75321.13">15584 13637 2005 0,'-5'0'0'0,"1"-2"0"0,0-1 0 0,0 1 0 0,0 0 0 0,2 0 0 0,1 1 0 0,-1-2 0 0,2 3 0 0,0-1 0 0,0 1 115 0,0 0-44 0,0 0 95 15,0 0-63-15,0 0-33 0,0 0 1 0,0 0 125 16,0 0-84-16,0 0-36 0,0 0 73 0,2 0-56 16,3 0-26-16,3 0 8 0,0 0 111 0,-1 0-73 15,0 0-38-15,1 0 113 0,1 0-188 0,2 1 0 16,1 2 0-16,1-2 0 15,1-1 0-15,0 0 0 0,2 0 0 0,-2 0 0 16,1 2 0-16,0-2 0 0,0 2 0 0,0-2 0 16,0 0 0-16,1 2 0 0,-2-2 0 0,2 0 0 15,-2 0 0-15,3 0 0 0,0 0 0 0,0 0 0 16,2-2 0-16,1 0 0 0,1-1 0 0,2 0 0 16,-3 0 0-16,3 2 0 0,-2-2 0 0,-1 1 0 15,1 1 0-15,0 1 0 0,-1 0 0 0,1 0 0 16,0 0 0-16,-1 0 0 0,1 0 0 0,0 0 0 15,2 0 0-15,-2 0 0 0,2 0 0 0,2 0 0 16,0 0 0-16,-2 0 0 16,0 0 0-16,3 0 0 0,1 0 0 0,-3 0 0 15,0 0 0-15,3 0 0 0,-5 0 0 0,7 0 0 16,-5 0 0-16,1 0 0 0,-5 0 0 0,8 0 0 16,-5 0 0-16,5 0 0 0,-3 0 0 0,0 0 0 15,0 0 0-15,3 0 0 0,-3 0 0 0,5 0 0 16,0 1 0-16,0-1 0 0,0 0 0 0,0 0 0 15,-6 0 0-15,8 0 0 0,-6 0 0 16,0 0 0-16,2 0 0 0,-1 0 0 16,-3 0 0-16,6 0 0 0,-1 0 0 0,-1-1 0 15,2-4 0-15,-2 2 0 0,-2-1 0 0,4-1 0 16,-4 1 0-16,1 0 0 0,-3 0 0 0,3 3 0 16,-7-2 0-16,4 1 0 0,-3-1 0 0,-2 1 0 15,0 0 0-15,-2 0 0 0,-4 0 0 0,-1 2 0 16,0-1 0-16,-3 1 0 0,1 0 0 0,0-2 0 15,-3 2 0-15,0 0 0 16,0-2 0-16,2 2 0 0,0-2 0 0,-4 0 0 16,3 0 0-16,0 0 0 0,-1 0 0 0,-3 1 0 15,3-2 0-15,-3 2 0 0,0-1 0 0,0 2 0 16,-2 0 0-16,1 0 0 0,-1-3 0 0,2 3 0 16,-2 0 0-16,-1 0 0 0,1-1 0 0,2 1 0 15,-2 0 0-15,-1 0 0 0,4-2 0 0,-3 2 0 16,0-2 0-16,0 0 0 0,-1 0 0 0,3 0 0 15,-2 1 0-15,1-2 0 16,1 0 0-16,0 1 0 0</inkml:trace>
  <inkml:trace contextRef="#ctx0" brushRef="#br0" timeOffset="114926.22">27294 10954 2332 0,'-2'0'0'0,"2"0"0"0,0 8 0 0,0 1 0 0,0 2 0 0,0 3 0 0,2 0 0 0,3 4 0 0,8 0 0 0,-1 3 0 0,8-1 246 0,1 5 134 15,2-1-175-15,7 5-82 0,1-5-41 0,2-2-14 16,1 3-28-16,-4-7 12 0,8 7-130 0,-8-8 59 16,-1 2 30-16,-4-5 0 0,-4-1-141 0,-2-1 96 15,-6-1 32-15,-5-4 1 0,-2 0-66 0,-1-4-14 16,-3-1 48-16,-2-2-47 0,0 0-153 0,0 0 70 16,-10 0 67-16,-1-2-145 15,0-5 99-15,0-3 41 0,3-3 10 0,2 0-318 16,1-4 184-16,5-6 92 0,0-1-320 0,0-2 196 15</inkml:trace>
  <inkml:trace contextRef="#ctx0" brushRef="#br0" timeOffset="115208.83">27847 10849 2269 0,'0'-9'0'0,"0"5"0"0,0-1 0 0,0 2 0 0,0 1 0 0,0 1 0 0,0-1 0 0,0 2 0 0,-2 0 0 0,2 0 0 0,-3 11 202 16,0 6-80-16,-1 5 389 0,1 2-235 0,-1 7-108 15,-4 3 215-15,0 9-383 0,0 0 0 0,-4 3 0 16,-3 6 0-16,3 2 0 0,-8 10 0 0,2-4 0 16,1-2 0-16,-4 3 0 0,0-1 0 0,1-9 0 15,-6 14 0-15,3-9 0 0,0 1 0 0,2-9 0 16,3 5 0-16,0-4 0 0,0-5 0 0,7-8 0 16,-2 1 0-16,2-4 0 0,3-8 0 0,-1-2 0 15,5-2 0-15,0-6 0 16,2-3 0-16,0-5 0 0,1-3 0 0,1-2 0 15,0-2-312-15,0 0 55 0,0 0 97 0,1-12-173 16,11-10 135-16,10-10 84 0,3-3-592 0,5-9 333 16</inkml:trace>
  <inkml:trace contextRef="#ctx0" brushRef="#br0" timeOffset="115403.99">27982 11228 3007 0,'1'-9'0'0,"6"7"0"0,0 0 0 0,0 1 0 0,4 1 0 0,-1 0 0 0,2 0 0 0,3 0 0 0,-1 0 0 0,5 0 0 0,2 1 137 0,3 3 176 0,-4-2-125 15,10 2-79-15,3-3-100 0,-1 1 0 0,2-2 32 0,-3 0 1 16,-2 0-441-16,2 0 215 0,-9 0 113 16,-3 4 56-16,-5 2-634 0,-9 3 237 15,-5 4 207-15,0 6-515 0,-12 0 339 0</inkml:trace>
  <inkml:trace contextRef="#ctx0" brushRef="#br0" timeOffset="115560.56">28046 11483 2249 0,'-16'9'0'0,"9"-7"0"0,2 1 0 0,5-2 0 0,0-1 0 0,0 0 0 0,2 0 0 0,8 0 0 0,6 0 0 0,4 0 0 0,1 0 161 0,2 0 106 0,3 0-113 16,-7 0-56-16,5 0-28 15,0 0-277-15,-3 0 120 0,2 0 64 0,-2 0 32 16,-1 0-254-16,-1 0 154 0,0 0 61 0,-3 0-639 15,0 0 339-15,0 0 65 0</inkml:trace>
  <inkml:trace contextRef="#ctx0" brushRef="#br0" timeOffset="116064.97">28553 10937 2690 0,'4'-17'0'0,"-3"8"0"0,1 2 0 0,3 3 0 0,-4 1 0 0,1 2 0 0,0 1 0 0,0 0 0 0,2 11 0 0,-3 10 0 0,3 5 113 0,-2 8 393 0,-2 6-222 16,0 10-127-16,0 2 24 0,0 5-181 0,-2-1 0 16,-2 2 0-16,0-2 0 0,1-3 0 15,1-4 0-15,0-2 0 0,-2-6 0 0,2-5 0 0,-1 0 0 16,-1-6 0-16,-1-6 0 0,0-3 0 16,2-4 0-16,-1-8 0 0,-2-1 0 15,1-4 0-15,-2-4 0 0,2 0 0 0,0-10 0 16,-1-11 0-16,4-4 0 0,0-4 0 0,2-4 0 15,0-12 0-15,4 5 0 0,7-3 0 0,1 6 0 16,9-5 0-16,-5 11 0 0,3-1 0 0,1 5 0 16,1 6 0-16,-2 4 0 0,0 6 0 15,-1 3 0-15,2 4 0 0,-6 2 0 0,4 2 0 0,-6 2 0 16,0 10 0-16,-4 3 0 16,-3 3 0-16,-4 1 0 0,-1 3 0 0,0 0 0 15,0-2 0-15,-10 1 0 0,-5-4 0 0,0-2 0 16,-1-3 0-16,0-2 0 0,-3-2 0 0,2-4 0 15,2-3 0-15,0-1 0 0,2 0 0 0,4 0 0 16,1 0 0-16,2 0 0 0,2 0 0 0,4 0 0 16,-2 0 0-16,2 0 0 0,0 0 0 0,4 0 0 15,7 6 0-15,1-1 0 0,3 4 0 0,0-3 0 16,0 5 0-16,0-2 0 0,1-1 0 0,0 4 0 16,-2-3 0-16,0-2 0 15,-1 3 0-15,1-2 0 0,-3-1 0 0,2-1 0 16,-2 0 0-16,0-3 0 0,2-1-593 0,-1-2 110 15,3 0 221-15,2 0-578 0,-1-13 389 0</inkml:trace>
  <inkml:trace contextRef="#ctx0" brushRef="#br0" timeOffset="116292.38">28927 11269 2666 0,'-2'-13'0'0,"2"4"0"0,0-2 0 0,0 1 0 0,8 5 0 0,7 1 0 0,8 2 0 0,5 2 0 0,-4 0 0 0,5 2 0 0,-3 11 184 16,-4 0 378-16,4 8-265 0,-6 0-128 0,-1 1-116 15,-1 4-53-15,-5 1 0 0,-1 0 0 0,-6 2 0 16,-6-2 0-16,-1-2 0 0,-18 0 0 0,-4-3 0 16,-6-3 0-16,-2-4 0 0,-5-3 0 0,-1-4 0 15,-1-1 0-15,-5-4 0 0,9-3 0 0,2 0 0 16,9 0 0-16,6 0 0 0,6-3 0 0,4-4 0 16,5 0 0-16,2-4 0 15,14-1-880-15,11-1 410 0,11-3 214 0,4-1 107 16,4-4-309-16,4 1 214 0</inkml:trace>
  <inkml:trace contextRef="#ctx0" brushRef="#br0" timeOffset="116480.89">29406 11140 3747 0,'-4'-10'0'15,"-12"5"0"-15,-1 1 0 0,-3 2 0 0,-8 2 0 0,3 0 0 0,1 4 0 0,1 11 0 0,0 4 0 0,3 3 0 0,5 3 184 0,5 3-184 0,2 4 0 16,8-2 0-16,0 2 0 0,0 2 0 0,11-2 0 15,6-2 0-15,3 0 0 0,5-2 0 0,1-4 0 0,2-2 0 0,0-2 0 16,2-4 0-16,0-6 0 0,1-3-18 0,-1-3-44 16,0-4-929-16,0 0 475 0,-3 0 237 0,3-5 119 15,-2-12-525-15</inkml:trace>
  <inkml:trace contextRef="#ctx0" brushRef="#br0" timeOffset="116644.85">29573 11294 2646 0,'-15'-9'0'0,"3"3"0"0,5 0 0 16,1 1 0-16,4 1 0 0,2 0 0 0,3 2 0 0,22 0 0 0,2 0 0 0,6 2 0 0,11 0 167 0,-6 0 198 0,17 0-166 0,-5 6-80 0,-2-2-38 0,2 0-350 15,-2-1 155-15,-6 1 88 0,5-3 29 16,-11 2-556-16,1-1 297 0,-5 0 149 0,-9-2-296 0,-8 0 108 16,0 0 140-16,-8 0-15 0</inkml:trace>
  <inkml:trace contextRef="#ctx0" brushRef="#br0" timeOffset="116848.82">29881 11029 2427 0,'-14'-9'0'0,"8"1"0"0,-1 3 0 0,4 1 0 0,3 0 0 0,0 4 0 0,0 0 0 0,8 4 0 0,6 13 0 0,-1 6 0 0,3 5 648 16,-2 9-303-16,-4-1-142 0,3 14 105 0,-8-1-308 15,-1 0 0-15,-1 0 0 0,-2-6 0 0,-1 8 0 16,0-6 0-16,3-10 0 0,-3 4 0 0,0-2-100 15,1-9 78-15,0 3-620 0,1-10 340 16,3-1 56-16,-5-10 124 0,7 0-542 0,-5-5 301 0,3-5 166 16,3 0 78-16,0-15-261 0,-3-11 169 0</inkml:trace>
  <inkml:trace contextRef="#ctx0" brushRef="#br0" timeOffset="117229.15">30214 10676 2352 0,'10'-15'0'0,"1"9"0"0,5 5 0 0,-2 1 0 0,2 3 0 0,-2 18 0 0,0 7 0 0,2 9 0 0,-4 14 0 0,-1 1 0 0,-4 10 118 0,0 3-39 0,-3-1 408 15,-3-8-213-15,-1 13-121 0,0-16 48 0,0 1-79 16,0-3-41-16,0-6-17 16,-1-11-64-16,-1 0 0 0,-2-12 0 0,-1-4 0 15,5-4 0-15,-6-7 0 0,3-3 0 0,-2-4 0 16,-1 0 0-16,1-9 0 0,0-8 0 0,5-2 0 15,0-1 0-15,0-3 0 0,0 3 0 0,7-1 0 16,3 4 0-16,5 4 0 0,4 0 0 0,1 9 0 16,4 2 0-16,1 2 0 0,-1 2 0 0,4 13 0 15,-3 5 0-15,0 5 0 0,-4 1 0 0,-2 3 0 16,-2-1 0-16,-9 1 0 0,-1-5 0 0,-5 2 0 16,-2-3 0-16,0-3 0 15,-18-2 0-15,-5-4 0 0,-7-4 0 0,-3-7 0 16,-7-3 0-16,0 0 0 0,-3 0 0 0,1-9 0 15,6-4 0-15,-1-4 0 0,2-2 0 0,10-2 0 16,2 0 0-16,8 4 0 0,6-1 0 0,6 2 0 16,3 3 0-16,0 4 0 0,18 2-98 0,7 7-158 15,14 0-892-15</inkml:trace>
  <inkml:trace contextRef="#ctx0" brushRef="#br0" timeOffset="117373.86">31253 11629 398 0,'-3'-22'0'0,"3"20"0"0,0-7 0 0,0 6 1370 0,-2-1-670 0,2 0-331 0,-2 2-164 0,2 2-442 0</inkml:trace>
  <inkml:trace contextRef="#ctx0" brushRef="#br0" timeOffset="158195.17">14040 17332 891 0,'0'0'-9'0,"0"-2"4"16,0 0 2-16,0 2 1 0,0 0 0 0,0 0 1 0,0 0 1 0,0 0-1 0,0 2 1 0,2 1-2 0,0 1 129 0,2 0-53 0,-1-2-14 0,1 2 61 16,2-1 0-16,2-1-55 0,-1 1 121 0,-2 0-44 0,3-2-16 15,-2 2-61-15,0 0 158 16,-1-1-79-16,0-2 0 0,-1 2 73 0,0-1-84 15,-1 2-1-15,0-2-67 0,-1 2 115 0,2-1-58 16,-3-1 16-16,3 2-73 0,0-2 44 0,-1 2 0 16,1-2-44-16,2 1 47 0,-2 1-113 0,1-3 0 15,1 2 0-15,-1 1 0 0,3-2 0 0,-2 1 0 16,1 0 0-16,1 0 0 0,-3 1 0 16,3-2 0-16,1 0 0 0,1 1 0 0,-1 0 0 0,1 0 0 15,1 0 0-15,1-1 0 16,-2 0 0-16,1 3 0 0,5-3 0 0,-2-1 0 15,0 2 0-15,2 0 0 0,2-2 0 0,-2 2 0 16,3 0 0-16,-2-2 0 0,2 2 0 0,0-2 0 16,-1 1 0-16,1-1 0 0,-2 4 0 0,0-4 0 15,2 0 0-15,-2 0 0 0,2 0 0 0,-3 0 0 16,2 0 0-16,0 0 0 0,-1 0 0 16,0 0 0-16,2 0 0 0,0-4 0 0,-5 3 0 15,2 1 0-15,0 0 0 0,2 0 0 16,0 0 0-16,-1 0 0 0,0 0 0 0,0 0 0 15,2 0 0-15,-1 0 0 0,1 0 0 0,-1 0 0 16,2 0 0-16,-1 0 0 0,-1 0 0 0,1-2 0 16,0 0 0-16,1 0 0 0,1 2 0 0,0-2 0 15,-1 0 0-15,1 1 0 0,0-3 0 0,-3 4 0 16,5-1 0-16,-2 0 0 0,-1-1 0 0,1 0 0 16,0 0 0-16,1 0 0 15,-1 1 0-15,0 0 0 0,1-2 0 0,-1-1 0 16,5 2 0-16,-7-2 0 0,3 2 0 0,5-1 0 15,-6 0 0-15,0-1 0 0,0 1 0 0,2 2 0 16,0-1 0-16,-1-1 0 0,3 2 0 0,-1-2 0 16,1 3 0-16,-1-1 0 0,5 1 0 0,-4 0 0 15,2 0 0-15,-1 0 0 0,-1-2 0 16,-3 2 0-16,4-2 0 0,-3 2 0 0,3-2 0 0,-1 2 0 16,-2 0 0-16,2 0 0 15,-4 0 0-15,7 0 0 0,-7 0 0 0,4 0 0 16,-2 0 0-16,4 0 0 0,-2 0 0 0,-1 2 0 15,1 0 0-15,0 0 0 0,-2-1 0 0,7 2 0 16,-3-3 0-16,-3 1 0 0,3 2 0 0,-2-3 0 16,-2 2 0-16,5-2 0 0,-3 0 0 0,-1 0 0 15,3 0 0-15,-4 1 0 0,0-1 0 0,5 3 0 16,-3-3 0-16,2 0 0 0,1 0 0 0,-1 0 0 16,3 0 0-16,0 0 0 0,0 0 0 0,2 0 0 15,5 0 0-15,-4 0 0 16,5 0 0-16,-3 0 0 0,0 0 0 0,3-3 0 15,-2 2 0-15,2-1 0 0,-1-2 0 0,2 1 0 16,5 2 0-16,-5-3 0 0,0 2 0 0,1 1 0 16,-4-2 0-16,8 3 0 0,0-1 0 0,-1 1 0 15,-2 0 0-15,1 0 0 0,-5 0 0 0,3 0 0 16,5 0 0-16,-4 0 0 0,-2 1 0 16,5 3 0-16,-7-4 0 0,12 2 0 0,-4 0 0 15,2 0 0-15,2-2 0 0,2 0 0 16,-6 0 0-16,9 0 0 0,-7 0 0 0,0 0 0 15,0 0 0-15,-2 0 0 0,-4 0 0 0,10 0 0 16,-4 0 0-16,0 0 0 0,0 0 0 0,4 0 0 16,0 0 0-16,-3 0 0 0,1 0 0 0,1 0 0 15,-2 0 0-15,1 1 0 0,-1 2 0 0,1-3 0 16,3 1 0-16,-2 2 0 0,3-3 0 16,1 2 0-16,0-2 0 0,-1 1 0 0,-2 2 0 15,-1-2 0-15,-1-1 0 0,-1 3 0 16,-4-2 0-16,7 1 0 0,-2-2 0 0,-2 2 0 15,3-1 0-15,3-1 0 0,0 0 0 0,0 0 0 16,-1 0 0-16,-1 0 0 0,0 0 0 0,-1 0 0 16,1 0 0-16,-3 0 0 0,3 0 0 0,-2 0 0 15,3 0 0-15,3 0 0 0,-2 0 0 0,0 0 0 16,-3 0 0-16,1 0 0 0,-3 0 0 0,-4 2 0 16,9 1 0-16,-5-2 0 0,3 1 0 15,-1-2 0-15,3 2 0 0,5-2 0 16,6 0 0-16,-11 0 0 0,5 0 0 0,1 0 0 15,-2 0 0-15,1 0 0 0,1 0 0 0,6 0 0 16,-4 0 0-16,2 0 0 0,-1 0 0 0,-7 0 0 16,5 0 0-16,-3 2 0 0,-1 1 0 15,-4-1 0-15,1 0 0 0,-2 0 0 0,-1 0 0 0,-1 0 0 16,2 0 0-16,-2 2 0 0,-4-3 0 16,-6 1 0-16,2 2 0 0,-2-2 0 15,-4 1 0-15,-1 1 0 0,0-2 0 0,-2 2 0 16,1-2 0-16,-1 3 0 0,2-4 0 0,1 0 0 15,-1 2 0-15,1-3 0 0,2 1 0 0,-1-1 0 16,-1 0 0-16,1 0 0 0,-4 0 0 0,-4 0 0 16,4 0 0-16,-6 0 0 0,-5 0 0 0,2 0 0 15,-5 0 0-15,0 2 0 0,-4-2 0 0,0 2 0 16,-3-2 0-16,-2 2 0 0,-1-2 0 0,-2 1 0 16,-1-1 0-16,-1 0 0 0,-1 0 0 0,1 0 0 15,3 0 0-15,0-8 0 16,-2-6 0-16,2 1 0 0,1-4 0 0,-5 1 0 15,4-2 0-15,-5 5 0 0,-2 0 0 0,0 3 0 16,-12 9-594-16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2:53:07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13956 3131 1484 0,'0'-4'-4'0,"0"1"1"0,0 2 1 0,0 1 1 0,0 0 0 0,0 0 1 0,0 0 0 0,0 0 0 0,0 0 0 0,1 0 0 0,1 0 284 0,0 0-120 16,0 4-59-16,1 0-30 0,2 2 123 15,-1-1-66-15,-1-1-48 0,3 1 54 0,-3-1-47 16,5-2 1-16,0 0-1 0,-1-2-11 0,4 0-35 16,-1 0 1-16,1 0 54 0,-4 0-55 0,4-2 11 15,-4-2-10-15,0 0-27 0,-3-1 26 0,-1 0 0 16,-1 4 0-16,0-4 47 0,-2 4-12 0,0 0-34 0,0-3 117 16,0 1-112-16,0 2-51 0,-4 1 0 15,1 0 0-15,-1 0 0 0,2 0 0 0,-1 0 0 16,1 1 0-16,0 7 0 0,2 2 0 0,0-1 0 15,0 1 0-15,0-1 0 0,2 2 0 16,1-4 0-16,5-1 0 0,-1 0 0 16,1-1 0-16,-2-1 0 0,-3-4 0 0,3 3-200 15,-4-3 30-15,-1 0 72 0,1 0 8 0,-2 0-348 16,0 0 196-16,0 0 87 0,-9 0 61 0,-4 5-347 0</inkml:trace>
  <inkml:trace contextRef="#ctx0" brushRef="#br0" timeOffset="1429.27">13873 1944 627 0,'0'0'0'0,"0"0"0"0,0 0 0 0,0 0-1 0,0-3 1 0,0 3 0 0,0 0 0 0,0 0 0 0,0 0 0 0,0 0 0 0,-2 0-42 0,-2 0 62 0,1 3 0 16,-1 1-43-16,-2 1 40 0,1 1 0 0,-3 4-37 15,0-3 33-15,-1 2 1 0,-3 2 2 0,2 0-16 16,-5 2 12-16,0 2-11 0,-4 5 9 0,2-4-40 16,0 2 39-16,-5 2-3 0,1 1-32 0,0-3 33 15,1 3-1-15,-1 0 0 0,-2-1-37 0,1 1 33 16,-1 1 2-16,-1 3-13 0,-1 0 12 15,-1 0-6-15,-3 4 5 0,0 3-11 16,-2-2 9-16,-4 0-3 0,1 2 2 0,-1 3 10 16,-3-3-10-16,-1 4 1 0,1-3 5 0,-1 3-4 15,-2 3-1-15,-1-4 0 0,-1 5 1 0,2-2 0 16,-8 7-1-16,6-1 0 0,-3-1 0 0,2-2 1 16,2-3 0-16,-14 12-4 0,5-9 4 0,0 3-1 15,1 3 0-15,-7 0 14 0,10-3-14 0,-13 6 0 16,6-1 12-16,-1-2-11 0,2 2 1 15,1-1 41-15,-4 4-39 0,0-4-2 16,1 1 2-16,0-2 16 0,-1-2-13 0,2 0-2 0,6-6 6 16,-12 10-13-16,9-3 11 0,3-4-2 15,-1 1 3-15,10-5-28 0,-6 1 26 0,5-3-3 0,4-2 3 16,3-5-32-16,6-6 27 0,3 0 1 16,4-3-22-16,0-4 20 0,4-1-3 0,2-2-31 15,5-4-2-15,0 1 33 0,3-2-2 0,2-3-49 16,2 2-7-16,0-1 54 0,2 0-8 0,0 1-140 15,0-2 56-15</inkml:trace>
  <inkml:trace contextRef="#ctx0" brushRef="#br0" timeOffset="1921.43">11321 4282 542 0,'4'0'0'0,"-3"0"0"0,3 0 0 0,0 0 0 0,-1 0 0 0,1 0 0 0,1 0 0 0,2 0 0 0,0 0 0 0,4 0 0 16,1 0 28-16,2 0 13 0,6 0 12 0,3 0-14 0,2 0 2 0,1 2 1 15,4 1-1-15,2-1 1 0,0 2 10 0,2-1-11 0,1 0 32 16,4 0-31-16,4 2-2 0,-2 2-9 16,-1-4 21-16,12 1-10 0,-1 0 1 0,3 0-56 15,12-1 47-15,-13 1 7 0,7 0 10 0,7 0-10 16,-5 2-1-16,-1 1 1 0,1 0-66 16,1 0 1-16,-8 6 63 0,14-1-7 0,-5 1-64 15,-4 2-2-15,2 0 54 0,0 2 4 0,-4-2-53 16,14 4-3-16,-7-4 43 0,3-1 4 0,0 2-48 15,3-3 0-15,-9 1 38 0,17-2-46 16,-9-1 43-16,2 2 0 0,-2-2-6 0,-2-1-27 16,-12-1 25-16,2 1 4 0,-2 1-9 0,1-1-13 15,-8-2 16-15,-6 1 2 0,-9 0-4 16,1 1 39-16,-3-1-36 0,-4-2 1 0,-1 2 0 16,-4-4-53-16,-5 0-2 0,1 1 53 0,-3-2-1 0,-2 0-179 15,-3-2 82-15,-1-2 31 0,-1 0 6 0,0 0-104 16</inkml:trace>
  <inkml:trace contextRef="#ctx0" brushRef="#br0" timeOffset="2670.81">13727 1926 358 0,'0'0'-2'0,"0"-1"1"0,0-1 0 0,0 2 0 0,0 0 1 0,2 0-1 0,5 0 1 0,4 0-1 0,1 0 1 0,2 0 0 0,7 0 23 0,2 0 5 16,7 0-7-16,2 2 2 0,2-1 0 0,1 3-1 0,4-2-18 15,-1-1 21-15,0 4-3 0,0 1 0 16,-3-1-4-16,1 3 3 0,-5 1 1 0,3-1 7 0,0 3 31 15,-2-2-37-15,4 2-1 0,3 1-1 0,1-3 1 16,-1 0 4-16,12 2-4 0,-2-1 0 0,1-1 69 16,3 3-30-16,2-3 0 0,1 3-20 0,-2 0-4 15,3-1-2-15,-3 5-4 0,-1-2-4 16,1-2 6-16,-3 3 11 16,0 2-12-16,-5-2-10 0,2 2-10 0,-4-2 31 0,4 0-13 0,-7-4 7 15,10 4-21-15,-5 0 13 0,2-6 0 0,-2 3 0 16,3-3-107-16,1 0 106 0,-2-1-3 15,-1-1-2-15,-2-2-110 16,1 2 105-16,-2-2 0 0,-6-1 3 0,9 1-49 0,-12-2 38 16,3 3 5-16,-3-3-11 0,-1 0-51 15,-6-2-7-15,4 3 60 0,-4-3-17 0,-1 2 14 16,-6-1-21-16,-1-1 17 0,-1 1-20 0,-2 1-129 16,-7 0 64-16,0 0 36 0,-1-2-12 15,-6 2-159-15,1 0 79 0,-2 0 47 0,-2 1-1 0,0 1-66 16,0 1 48-16</inkml:trace>
  <inkml:trace contextRef="#ctx0" brushRef="#br0" timeOffset="3219.38">16521 2413 633 0,'0'0'0'16,"0"4"0"-16,0-1 0 0,0 0 0 0,0-1 0 0,-4 1 0 0,-3 1 0 0,-2-1-1 0,2 3 0 0,-5 2 0 0,3-1 92 0,0 1-46 0,-3-1 0 0,1 3-42 15,-3 1 40-15,1 0 1 0,-1 2 0 0,-2-3-54 16,-3 7 51-16,3-4 10 0,-7 7-10 0,-2-1-44 16,-1 3 42-16,-3 5 0 0,-4 0 0 0,3 0-25 15,-9 5 21-15,-2 5-5 0,-7 4 4 0,4-3-2 16,-2 6 0-16,5-4 4 0,-10 8-5 0,8-5 6 15,6-7-5-15,-7 8 0 0,3-6-1 0,4 1-41 16,-2 0 40-16,0-3 1 0,4 1-1 0,1-2-34 16,-2 4-1-16,6-8 38 0,-5 6-49 0,3-1 38 15,2 0-17-15,-2 0 14 0,4 0 3 0,-1-6 11 16,-1 7-15-16,-1-5 1 0,0 2-1 0,0 0 21 16,-3-1-20-16,4-3 5 0,-8 9-2 0,4-4-16 15,0 1 15 1,0 0 1-16,1-3-1 0,1-1-20 0,-4 5 19 15,1-1 0-15,1-1-26 16,0 2 25-16,-4-1 0 0,1 1 5 0,-1 0-23 16,1-3 16-16,-1 2-5 0,-3-3 2 0,0 3-49 0,0-2 50 0,0 0-6 15,2 1 3-15,-2 1-29 0,1-1 27 16,1 3-1-16,3-2 4 0,1 0-32 0,-1-2 27 16,2-3-3-16,2 1 2 0,4-6-36 0,-6 5 33 15,8-7-2-15,0 1 1 0,-1-3-32 0,3-1-1 16,3-5 29-16,-1 6-53 0,3-6 49 15,4-2-47-15,-2-1-3 16,4 0 49-16,1-6-157 0,3 3 76 0,2-5 29 16,2-1-695-16,2-2 661 0,1-2 45 0,2 0-14 0,0 0-546 15</inkml:trace>
  <inkml:trace contextRef="#ctx0" brushRef="#br0" timeOffset="4047.85">14019 3256 1245 0,'0'-6'-3'0,"-1"-1"0"0,1-1 1 0,0 3 0 0,0 2 0 0,0-1 1 0,0 0 1 0,0 2 0 16,0 1 0-16,0-2 0 0,0 3 49 0,0 0 0 0,0 0 1 0,0 0 15 0,0 0-16 0,0 6 1 15,0 2-1-15,0-3 69 0,0 5-34 0,0-3 12 0,0 0 10 16,0 0-1-16,0 1-55 0,0-2-1 16,0-2 4-16,0-1 9 0,1-3-13 0,1 0 1 15,4 0 47-15,2 0 0 0,-1 0-48 0,0-7 53 16,1-2-53-16,-2 3 1 0,1-6-1 15,-3 1-4-15,0-1 4 0,-2 2 13 0,-1-2-21 16,-1 1 8-16,0 2 1 0,0 0-1 0,0 3 0 0,-1 0-4 16,-5 1 4-16,1 3-57 0,-3 0 1 15,0 2 50-15,-1 0 4 0,-2 0-39 0,-1 6-11 16,3 3 33-16,0 2-31 0,1 1 31 0,2 2 3 16,3 0-2-16,1-5 2 0,2 4-7 0,0-2 3 15,0-3-8-15,3 3 37 16,5-6-25-16,5 1-5 0,0-6 53 0,3 0-58 0,0 0-23 15,0 0 0-15,-2-6 0 0,2-3 0 0,-4 2 0 16,-1-5 0-16,-6 5 0 0,0-2 0 16,-3-1 0-16,0 3 0 0,-2-1 0 0,0 2 0 0,0 3 0 15,-7 1 0-15,-9 0 0 0,-2 2 0 16,-3 2 0-16,-2 9 0 0,1 1 0 16,7-1 0-16,4 0 0 0,1-1 0 0,3-1 0 0,3 0 0 0,4-2 0 15,0 2 0-15,0-3 0 0,13-3 0 16,4-1 0-16,2-2 0 15,5 0 0-15,1 0 0 0,-4-8 0 0,5-4 0 16,-10 2 0-16,2-2 0 0,-7-1 0 0,-4 0 0 16,-1 0 0-16,-4-1 0 0,-2-1 0 0,0 3 0 15,-8-3 0-15,-5 0 0 0,-4 6 0 0,-3-4 0 16,1 8 0-16,2-1 0 0,0 4 0 0,8-2 0 16,-1 4 0-16,2 0 0 0,3 0 0 0,3 10 0 15,2 6 0-15,0 4 0 16,6 5 0-16,16 4-418 0,10-1-184 0,18 6 276 0</inkml:trace>
  <inkml:trace contextRef="#ctx0" brushRef="#br0" timeOffset="63607.18">14161 1073 1777 0,'0'0'0'0,"0"0"0"0,0 0 0 0,0 0 0 0,0 0 0 0,0 0 0 0,0 0 0 0,0 0 0 0,0 0 0 0,-2 0 0 0,0 3 112 0,-2 2-35 0,0 4 0 0,0-3-34 16,1 3 54-16,-1 0-12 0,-2 0-42 15,3 0 0-15,-1 0 89 0,1 1-44 0,0 1 11 16,1-2-29-16,-2 3 0 0,4 0-27 0,-2 0-16 15,2 0 16-15,0 1 11 0,-1 1-11 0,-1 0-18 16,2 3 18-16,-2 0 0 0,0 1 0 0,0 0 24 16,1 0-24-16,-3 5-1 0,0-2 1 15,2 1 31-15,-2 1 10 0,2-1-41 0,0 1 44 0,0-1-44 16,1 0 0-16,1 1-42 16,-2-1 52-16,2 3-10 0,-2-1 0 0,2 0-34 15,0 2 0-15,-2-2 18 0,2 0-27 0,-2 6 0 16,0-1 0-16,1 1 0 0,-1-2 0 0,2 1 0 15,-2 2 0-15,0-1 0 0,2-2 0 0,0 2 0 16,0 0 0-16,0 1 0 0,0-5 0 0,0 5 0 16,0-1 0-16,0-1 0 0,0 1 0 0,0-3 0 15,0 5 0-15,0-3 0 0,0 3 0 0,0 0 0 16,0-1 0-16,0 3 0 0,0 0 0 0,-2 2 0 16,2-3 0-16,0 3 0 15,-1-1 0-15,1-2 0 0,0 1 0 0,0-2 0 16,0 0 0-16,0-2 0 0,0 0 0 0,0 0 0 15,0 1 0-15,1 2 0 0,1 0 0 0,-2 1 0 16,0 0 0-16,0-2 0 0,0 1 0 0,0 1 0 16,0-5 0-16,0 0 0 0,0 2 0 0,0-5 0 15,0-4 0-15,0 2 0 0,2-2 0 0,0-3 0 16,0 0 0-16,-1-3 0 16,1 0 0-16,0-4 0 0,0 0 0 0,0 0 0 0,0-5 0 15,-1 0 0-15,1-2 0 0,0 1 0 16,0-4 0-16,-2 0 0 0,0-1 0 0,0-1 0 15,0 0 0-15,0 0 0 0,0 0 0 0,0 0 0 16,0 0 0-16,0 0 0 0,0 0 0 0,0 0 0 16,0-3-190-16,0-10 70 0,0-4 40 15,0-10-1-15,0-2 30 0,0-14 9 16</inkml:trace>
  <inkml:trace contextRef="#ctx0" brushRef="#br0" timeOffset="64523.86">14152 992 1278 0,'-9'0'0'0,"4"0"0"0,-1 0 0 0,1 0 0 0,-3 0 0 0,4 0 0 0,-1 0 0 0,3 0 0 0,-2 0 0 16,2 0 0-16,-1 0 82 0,1 0 133 0,-2 5-92 0,0 1-40 0,0-2 0 0,0-1 72 15,-1 5-56-15,-1-2-18 0,-3 7-11 0,1-1 142 16,-1 2-85-16,0 1-43 0,-1 2 11 0,-1 0 15 15,0 1-34-15,-3 5 0 0,2-2-33 0,-2 1 113 16,1-2-46-16,-2 6 28 0,2-1-48 0,-3 0 0 16,-2 1-47-16,1 0 30 0,0 1 10 0,2-3-41 15,0 0-28-15,0-1-14 0,4-5 0 0,0 4 0 16,-1-5 0-16,3-1 0 0,0-1 0 16,1-4 0-16,2-3 0 0,3 2 0 0,-3-5 0 15,4 1 0-15,-1-5 0 0,1 2 0 16,0-1 0-16,2 0 0 0,-2-2 0 0,2 0 0 15,-2 0 0-15,2 0-51 0,-2 0-36 0,2 0 26 16,0-7-1-16,0-5-359 0,0-6 191 0,6-4 88 16,7-2-140-16,2-4 120 0,4-4 49 0,3-4-338 15,1 2 205-15,-5 4 102 0,3-2 51 0,2 2-225 16,-5 2 127-16,0 2 80 16,-4 3 35-16,-2 3-29 0,-1-1 32 0,-2 5 0 15,1-2 20-15,-4 5 149 0,-1 0-69 0,-1 3-35 16,-1 3 349-16,-1 2-192 0,0-2-107 0,0 6 247 15,1-1-154-15,-2-1-5 0,1 2-62 0,0 0 428 16,2 1-217-16,-1 0-123 0,1 0-57 0,3 0 289 16,1 0-173-16,3 5-86 0,0 2-33 0,1 3 209 15,1 1-192-15,4 1-113 0,1-1 0 0,3 5 0 16,-4-1 0-16,7 6 0 0,-1 2 0 16,-4 0 0-16,1 1 0 0,0 2 0 15,-2-1 0-15,-3 0 0 0,0 0 0 0,-3-3 0 16,-3 0 0-16,0 0 0 0,-3-3 0 0,0 1 0 15,-3-3 0-15,-1-3 0 0,0-5 0 0,0 0 0 16,-2-3 0-16,0-2 0 0,0-2 0 0,0-1 0 16,0-1 0-16,0 0 0 0,0 0 0 0,0 0 0 15,0 0 0-15,0 0 0 16,0 0 0-16,0 0 0 0,0 0 0 0,0 0 0 16,0-1 0-16,0-1 0 0,3 0-791 0,8 0 218 15,1 2 270-15,3-2-680 0</inkml:trace>
  <inkml:trace contextRef="#ctx0" brushRef="#br0" timeOffset="64812.64">14683 1297 3276 0,'-7'0'-13'0,"2"0"3"0,3 0 2 0,0 0 3 0,2 0 0 0,0 0 1 0,0 0 2 0,2 0-5 0,12 0 2 0,2 0 0 0,5 0 109 0,4 0 240 16,-1 0-151-16,0 0-115 0,8 0-78 0,-4 0 0 15,2 0 0-15,-1 0 0 0,-1-1 0 0,-4-1 0 16,7 0 0-16,-9 1 0 16,0-3 0-16,1-1 0 0,-2 4 0 0,-3-3 0 15,-2 0-156-15,-4 1 81 0,-2 0-10 0,0-1-672 16,-5 1 346-16,0 0 174 0,-1-2 102 0,-2-1-237 15,0 0 165-15,-2-2 81 0,0-3-442 0</inkml:trace>
  <inkml:trace contextRef="#ctx0" brushRef="#br0" timeOffset="65016.78">15078 1112 2388 0,'-12'-4'0'0,"8"1"0"0,-1 1 0 0,1 0 0 0,4-3 0 0,0 4 0 0,0-2 0 0,4 2 0 0,8 1 0 0,4 0 0 0,-2 0 301 16,4 0-129-16,-2 0-55 0,1 1 207 15,0 6-142-15,-2 0-69 0,0 4-37 0,-1 2-53 0,-4-2 29 0,2 5-11 16,-4-2-207-16,-3 6 103 0,-3 1 53 16,0 1 26-16,-2 1-128 0,0 1 71 15,-6-2 42-15,-5 1-449 0,-1-3 225 0,-4 1 35 16,1-2 77-16,-5 3-344 0,-1 0 207 0,-4-3 103 16,-2 5 52-16,-1-3-351 0,-2 0 190 0,0-1 112 15</inkml:trace>
  <inkml:trace contextRef="#ctx0" brushRef="#br0" timeOffset="65414.85">14839 1632 2224 0,'-2'0'0'0,"0"2"0"0,2-1 0 0,-2 4 0 0,2 0 0 0,0 2 0 0,0 5 0 0,0 0 0 0,0 0 0 0,2 3 0 16,2 2 184-16,1 1 400 0,-1 3-277 0,-1 1-133 0,1-2-66 16,0 2 86-16,-1 1-77 0,-2-2-78 0,-1 0-39 15,0 1 0-15,0-4 0 0,0-1 0 0,0-2 0 16,-4-4 0-16,-2-1 0 0,3-2 0 0,-1-5 0 15,2-1 0-15,-1-2 0 0,-1 0 0 16,2 0 0-16,2-11 0 0,0-6 0 0,0 0 0 16,0-4 0-16,7-1 0 0,2-4 0 0,5 4 0 0,-1 1 0 15,-2 1 0-15,4 2 0 0,3 1 0 0,-2 2 0 16,1 1 0-16,2 2 0 16,-2 4 0-16,-1 1 0 0,2 2 0 0,-2 4 0 15,0 1 0-15,-2 0 0 0,2 0 0 0,-4 6 0 16,0 3 0-16,-1 4 0 0,-2 2 0 0,1 3 0 15,-4 0 0-15,1 3 0 0,-2 5 0 0,1-4 0 16,-1-1 0-16,-2 5 0 0,-1-8 0 0,2 6 0 16,-1-3 0-16,3-3 0 15,-3-1 0-15,3-2 0 0,0-2 0 0,2-2 0 16,-1 1 0-16,-2-3 0 0,5-2 0 0,-2-1 0 16,3-2 0-16,0-2 0 0,4-2 0 0,0 0 0 15,2 0 0-15,0 0 0 0,1-2 0 16,5-6-41-16,5-1-1101 0,1 0 550 0</inkml:trace>
  <inkml:trace contextRef="#ctx0" brushRef="#br0" timeOffset="65586.28">15809 1960 3931 0,'-7'6'0'0,"3"-2"0"0,3-3 0 0,-3 2 0 0,0-1 0 0,2 0 0 0,2-2 0 0,0 0 0 0,0 0 0 0,0 0 0 0,0 0 0 15,2 0 0-15,7 0 0 0,2 0 0 16,-2-2 0-16,0 0 0 0,0-1 0 0,1 2 0 0,-5 0-463 16,-1 1 240-16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2:54:35.6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22422 2059 1011 0,'0'0'0'0,"0"0"0"0,0 0 0 0,0 0 0 0,0 0 0 0,0 3 0 0,-1 2 0 0,-1 3 0 0,-2-1 0 0,-1 3 0 0,-2 1 44 0,-2 1-3 0,0-1-8 0,-3 1 12 15,-1 6-11-15,-1 1 0 0,-4-1-1 0,1 1-12 16,-7 6 12-16,2-2 1 0,-8 9-1 16,1-3-56-16,-3 5-1 0,-1 0 62 0,-1 3-21 0,-2 3-48 15,3-1 1-15,-6 1 44 16,6 1-50-16,-3 0 53 0,2 0-13 0,3 3-16 16,-3-1 24-16,-2 0-5 0,-4 5 3 0,5-5-21 15,-6 9 16-15,0-5 3 0,-1-3 1 0,-3 5 2 16,-1-2-5-16,6-5 4 0,-13 9-20 0,8-6 17 15,1 2-1-15,3-2 1 0,8-4-7 0,-5 6 8 16,1-2-5-16,2-2-35 0,0-3 35 0,3-1 1 16,-2 1 1-16,2-3-12 0,-2 1 9 0,1-2 1 15,-1-4-6-15,0 4-1 0,-1-2 5 0,-4 0 0 16,4 1-3-16,1-2-9 16,2-1 10-16,4-8 1 0,2 4-34 0,1-5-1 15,3 0 29-15,5-7-48 0,0 0-2 0,6-3 47 16,1-3-6-16,3-3-105 0,2-4 49 0,0 1 0 15,5-2 41-15,-2-2-67 0,2 0 20 0,0 0 6 16,0 0 14-16</inkml:trace>
  <inkml:trace contextRef="#ctx0" brushRef="#br0" timeOffset="535.02">20433 4132 789 0,'-2'-2'0'0,"2"0"0"0,-2-1 0 0,2 2 0 0,0 1 0 0,0 0 0 0,2-2 0 0,3 2 0 0,2 0 0 0,4 0 0 0,3 0 85 0,2 0-39 16,3 0-2-16,6 0 0 0,-3 0 11 0,8 0-11 15,0 0 0-15,2-3-1 0,3 2-51 0,3 0-23 16,3-3 41-16,9-4-8 0,-4 5-7 0,5-3-3 15,4 2 39-15,-1-1-50 16,2 0 52-16,10 0-19 16,-13 3 10-16,12-1-55 15,-5-2 51-15,8 2-7 16,4-5 9-16,4 4-17 0,5-5 12 0,13-3 0 0,-3-2-1 0,-11 3-47 0,24-7 45 0,-9 1-4 0,3 3-32 0,-3-2 32 16,3 0 1-16,-15 4-15 0,16-3 14 0,-9 4-3 31,-1 2 3-31,-4 0-15 0,-9 1 13 0,11 1-3 0,-4-1 2 0,12 1 25 0,-8-1-25 0,5 1-2 15,-3-1 2-15,-4 1-4 16,19-2 4-16,-10 2 3 0,0-1-26 0,0 3 24 16,-1-2-1-16,-10 1 12 0,22 1-12 15,-13 1 0-15,-3-1 0 0,3 2 0 0,-2-1 0 0,-12 1 0 16,22-1-4-16,-10 0 29 0,-5 0-25 0,-7 2-1 16,19-2 1-16,-21 3-10 0,6-4 12 0,-3 4-1 15,2-3 2-15,-8 3-58 0,-1-3 0 0,-10 2 1 16,13-2-2-16,-12 2 48 0,-7-1-8 0,0 1-34 15,-5-1 29-15,-8 2 5 0,6-1-15 16,-15-1-43-16,-2 0 19 0,-10 3 0 0,-2-3 15 0,-4 1-58 16,-7 2 30-16,-5-2 0 0,-4 0 24 15,0 0-127-15,-13 1 56 0,-13-2 24 0</inkml:trace>
  <inkml:trace contextRef="#ctx0" brushRef="#br0" timeOffset="1317.75">22227 2098 535 0,'-3'-9'0'15,"1"0"0"-15,2 4 0 0,0 1 0 0,0-3 0 0,0 2 0 0,2-3 0 0,7 1 0 0,5 0 0 0,5 0 0 0,6 2 30 0,2-3 7 0,1 1 34 16,4 2-37-16,1-1 0 0,1 1 0 0,2 0-47 16,3-1 54-16,6 1-9 0,-2-2 1 0,5 2-51 15,4-1 49-15,2-1 4 0,3 2 4 0,8-4-64 16,-1 2 53-16,0 0-8 0,2-1-28 0,2 1 29 15,-6 1 8-15,14 0-35 0,-7-3 28 0,2 3-5 16,0 1 3-16,2-3-48 0,-9 5 50 0,19-5-6 16,-9 2 1-16,4 1-33 0,-2-1 31 15,0 1-4-15,-1-1 7 0,0 0-22 0,-5 3 16 16,1-3-2-16,-3 0 1 0,0 0-1 16,-8 3 4-16,11-3-16 0,-7-2 13 0,-1 3 0 15,3 0 0-15,-4-3-36 0,-7 2 37 0,14 0-4 16,-5-3 2-16,-2 2-47 0,1 1 44 0,0 1-5 15,-11-1 0-15,16 0-24 0,-6 3 25 0,-10-2-3 16,5 1-17-16,1-1 17 0,6 0-2 16,-11 1-13-16,3-2 15 0,10 3-1 0,-9-3 0 15,-2 0-25-15,15 0 23 0,-8 1 1 0,0-3-2 16,-3 2-23-16,3 0 21 0,-7 0 2 16,10-2-4-16,-12 2-10 0,4-1 10 0,-2 1 3 15,-1 1-11-15,-3-1 8 0,-2 0 0 0,-3 3-33 16,0-3 32-16,-1 3 1 0,-3-1-1 0,-7 1-37 15,2 1 1-15,-1-1 34 0,-4 1-4 0,-2-2-43 16,-2 3 40-16,-5-1 0 0,2 0-6 0,-4 0-45 16,2 0-10-16,-2 2 57 0,-4-2-51 0,1 2 1 15,-3 0 35-15,-1 0 7 16,-3 0-46-16,-2 0 42 0,-1 0-7 0,-2 0-43 16,-4 0 44-16,1 0 6 0,-3 0 34 0</inkml:trace>
  <inkml:trace contextRef="#ctx0" brushRef="#br0" timeOffset="1809.08">27262 1598 638 0,'0'0'0'0,"-1"0"0"0,-1 0-1 0,0 0 1 0,0 0 0 0,-1 0 0 0,-2 0 0 0,0 0 0 0,-1 0-1 0,1 0 1 0,-2 4 47 0,0 1-15 0,1 3 14 0,-3-1 12 15,0 3-12-15,0 2-34 16,-1 0 33-16,-1 3 1 0,0 0-1 0,-2 2-25 0,0 6 23 0,-1-3 0 16,-1 5-52-16,-3 2 47 15,3-2 1-15,-5 4-40 0,0-1 35 0,0 2 2 16,-1-1-4-16,-1 3-32 0,-2 1 39 0,-1 2-6 16,0-1-4-16,-3 2-46 0,0 1 44 0,3-1 2 15,1-4 0-15,-4 7-4 0,1-4 1 0,1 0 2 16,0-1-3-16,-3-1-2 15,5-3 5-15,-6 5 34 0,2-1-37 0,2-3 3 0,0 0-2 0,-1 2-58 16,3-3 64-16,-3 7-3 0,1-2-3 16,0-2-55-16,0 3-1 0,1 2 46 0,2-7 11 0,-5 9-29 15,4-5 20-15,-4 1-11 0,3 0-2 0,-1-1 0 16,1-4 10-16,-5 6 37 16,1-4-40-16,4-1-3 0,-5 3 4 0,-1-2 3 15,4-2 1-15,-5 4 10 0,4-1-12 0,2 0-11 16,-1 1 13-16,6-6 5 15,-3 1-38-15,4-2-4 0,-1-2 35 0,0 1-2 0,4-5-35 0,-1 1 20 16,6-7 9-16,-3 1-60 0,2-2 54 16,2-1-7-16,-1-3 6 0,1-2-68 0,6-3 33 0,-4-1-9 15,4-1 40-15,0-2-186 16,1-2 88-16,-2 0 35 0,2 0-336 0,-2 0 177 16,-1 0 91-16</inkml:trace>
  <inkml:trace contextRef="#ctx0" brushRef="#br0" timeOffset="2434.77">23412 2892 1061 0,'0'-2'0'0,"0"1"0"0,0-1 0 0,0 2 0 0,0 0 0 0,0 0 0 0,2 0 0 0,-2 0 0 0,2 2 0 0,-1 3 0 0,-1 2 80 0,2 1 123 0,-2 2-80 0,0-2-29 15,3 0 27-15,-3 0-39 0,0-2-1 0,2 1 7 16,-2-3 0-16,0 2-35 0,2-2-11 0,0-3 34 15,-2 1 0-15,1-2-34 0,-1 2 11 0,2-2-27 16,-2 0 16-16,0 0 0 0,0 0 1 0,0 0 23 16,0 0-13-16,0 0-11 0,0 0 38 15,0 0-37-15,0 0-1 0,0 0-113 16,0 0 68-16,0-2 11 0,0-1 1 0,0 0-582 16,2 2 288-16</inkml:trace>
  <inkml:trace contextRef="#ctx0" brushRef="#br0" timeOffset="3550.61">22808 3263 399 0,'0'0'58'0,"0"0"-29"0,0 0 0 0</inkml:trace>
  <inkml:trace contextRef="#ctx0" brushRef="#br0" timeOffset="4194.38">22810 3316 2312 0,'0'18'0'0,"0"-2"0"0,-2 3 0 0,-5 0 0 0,2 7 0 0,-2-1 0 0,-1-3 0 0,0 8 0 0,-1-5 0 0,2 1 0 0,-2-1 82 0,0-1-42 0,2-2 52 16,2-1-52-16,-3-1 0 0,3-1-1 0,-1-2-49 15,2-2 25-15,0-2 10 0,2-2 15 0,-1 1-49 16,1-3 1-16,0 1 48 0,0-4-128 0,1-1 49 16,-1-2 29-16,0-1-109 0,-1 1 64 0,1-3 31 15,0 0-1-15,-1 0-144 0,-1 0 80 0,2-5 26 16,2-7-1-16,0-4-229 0,0-5 127 0,0-1 53 15,6-6 42-15,1-2-1 0,3-2 32 0,-1-4 1 16,0-1-210-16,1 1 94 0,-2-2 63 0,-1 4 26 16,-2 2 56-16,-1 1 0 15,3 5-29-15,-6 2 213 0,3 3-101 0,-2 1-57 16,0 4-28-16,-1 3 428 0,1 3-213 0,0 1-56 16,0 6-71-16,0-1 349 0,0 2-192 0,4 0-96 15,1 2 36-15,1 0-56 0,1 0-43 0,-1 5 144 16,3 5-90-16,-2 1-43 0,1 4-1 0,-1 2 119 15,2 2-86-15,-1-2-39 0,1 4 0 0,0 3-57 16,1 0 19-16,-3-3 9 0,2 6-49 16,-1-4 0-16,-1-2 0 0,0 0 0 15,-2 0 0-15,2 0 0 0,-2-5 0 0,-2-1 0 16,1-2 0-16,-1-3 0 0,0-1 0 0,-2-3 0 16,-1-3 0-16,0 0 0 0,0-3 0 0,-2 0 0 15,0 0 0-15,2 0 0 0,-1-5 0 0,5-8 0 16,-1-3 0-16,2 0 0 0,2-3 0 0,-2-1-11 15,4-7-15-15,-1 3-49 16,1-2 35-16,-2 1-8 0,3 0 42 0,-3 3-107 0,3-3 50 0,-3 4 13 16,-2 2 0-16,3 3 55 15,-4 0-57-15,-2 1 21 0,-1 6-32 0,1 1 199 16,-2 1-80-16,0 3 189 0,-2 0-118 0,0 2-68 16,0 1-59-16,0 1 0 0,0 0 0 0,1 0 0 15,1 0 0-15,0 7 0 0,0 4 0 0,3 2 0 16,2 2 0-16,-2 2 0 0,1 4 0 0,1 3 0 15,-2-3 0-15,2 5 0 0,0-2 0 0,-2 1 0 16,-1-1 0-16,2 3 0 16,-3-2 0-16,2 2 0 0,-3-2 0 0,-1-6 0 15,-1 6 0-15,0-4 0 0,0 0 0 0,0-4 0 16,0 0 0-16,0-4 0 0,0-4 0 0,0-1 0 16,0-3 0-16,0-1-202 0,0-3-24 0,0 1 93 15</inkml:trace>
  <inkml:trace contextRef="#ctx0" brushRef="#br0" timeOffset="4240.04">23243 3728 399 0,'8'-3'492'0,"1"-4"-246"0,3-2-123 0,0-2-62 0,4-3-563 0,-1-1 231 0,4-4 116 0</inkml:trace>
  <inkml:trace contextRef="#ctx0" brushRef="#br0" timeOffset="4324.04">23463 3523 395 0,'4'-2'0'0,"-2"0"0"0,1 0 0 0,-1 2 189 0,0 0-75 0,0 0-37 0,-1 0 0 0</inkml:trace>
  <inkml:trace contextRef="#ctx0" brushRef="#br0" timeOffset="4576.1">23491 3537 2778 0,'0'11'0'0,"2"2"0"0,1-2 0 0,1 2 0 0,2 0 0 0,-1 1 0 0,2-2 0 0,2-1 0 0,-2 0 0 0,5-1 0 0,-3-3 88 0,4 2-24 0,1-4 1 16,-5-3-26-16,5 0 1 0,0-2-13 15,-5 0 23-15,7 0-11 0,-4 0 0 0,-1-4-10 16,1-5 10-16,-1-3 1 0,-1 1-48 0,-3 0 18 16,1 0 1-16,-5-3-49 0,1 3 34 0,-2 0-9 15,-2-2 40-15,0 1 5 0,0 3-9 0,0-1-12 16,-6 1 9-16,-1 2 80 0,-7 1-41 0,2 1 0 15,-1 2-36-15,-5 2 75 16,2 0-34-16,-3 1 23 0,0 0-54 0,1 0-33 0,-3 2 0 16,3 6 0-16,2-2 0 0,5 1 0 15,-1 1 0-15,4 1 0 0,3-1 0 0,0 1-8 16,5 0-8-16,0 2-416 0,0 1 214 0,0-3 79 16,2 3-564-16,3-3 332 0,6 0 165 0,3 1 74 15,2-3-268-15</inkml:trace>
  <inkml:trace contextRef="#ctx0" brushRef="#br0" timeOffset="4683.35">23880 3662 395 0,'1'4'0'0,"2"-1"0"0,-1 0 0 0,-2-3 585 0</inkml:trace>
  <inkml:trace contextRef="#ctx0" brushRef="#br0" timeOffset="4733.49">23891 3679 395 0,'0'0'0'0,"0"0"0"0,-1 0-1 0,1 0 1 0,0 0-1 0,-4 0 1 0,-1 2 0 0,-2 7 239 0</inkml:trace>
  <inkml:trace contextRef="#ctx0" brushRef="#br0" timeOffset="8076.03">25366 673 1902 0,'0'0'0'0,"0"-3"0"0,0 2 0 0,0-2 0 0,0 2 0 0,0 1 0 0,0 0 0 0,0 0 0 0,0 0 0 0,2 0 0 0,1 0 72 0,3 0-1 0,-3 0 29 16,3 0-30-16,-2 4 10 0,2 1 78 0,0 0-59 15,-1 6-30-15,-2-6 0 0,5 5 105 0,-5 0-57 16,4 4-44-16,-3 1 74 0,-1 3-54 0,1 1-27 16,-3 6 1-16,1-3 93 0,0 8-66 15,-1-1-27-15,-1 1 0 0,0 3 35 16,3 1-88-16,-3 4-14 0,2-1 0 0,0 7 0 0,-1-2 0 15,2-6 0-15,-1 9 0 0,0-8 0 16,-2 12 0-16,2-4 0 0,-2-1 0 0,0 1 0 16,0 3 0-16,0-1 0 0,0 4 0 0,-2 2 0 15,-5 0 0-15,2 1 0 0,-1-2 0 0,-1 2 0 16,2-4 0-16,3-1 0 0,0-2 0 0,2-12 0 16,0 6 0-16,0-5 0 0,0 0 0 0,4-5 0 15,1 0 0-15,0-3 0 16,-1 0 0-16,0-5 0 0,-2-1 0 0,1 0 0 0,0-4 0 0,-3-1 0 15,0-4 0-15,0-2 0 0,0-2 0 0,0-4 0 16,0 2 0-16,0-4 0 16,0 0 0-16,-3-1 0 0,0-2 0 0,-3 0 0 15,-1 0 0-15,0 0 0 0,-2-8 0 0,4-5-435 16,-1-6 131-16,3-7 133 0,1-5 66 0,2-9-584 16,0-6 325-16,0-6 153 0,0-12 91 0,2 0-486 15</inkml:trace>
  <inkml:trace contextRef="#ctx0" brushRef="#br0" timeOffset="8302.65">25388 678 1957 0,'0'-15'0'0,"0"7"0"0,0 2 0 0,0 3 0 0,0-1 0 0,0 2 0 0,0 2 0 0,0 0 0 0,0 0 0 0,-2 2 0 0,-2 10 311 15,-3 0-136-15,-2 6-69 0,-3 0 103 0,-2 4-90 16,0-2-41-16,-1 2-9 0,3-5-1 0,-2 7-30 16,3-7 10-16,-3 4-234 0,3-3 113 0,2-3 55 15,1 1 28-15,1-7-482 0,2 0 188 0,4-6 146 16,1-1-17-16,0-2-456 0,0 0 286 0</inkml:trace>
  <inkml:trace contextRef="#ctx0" brushRef="#br0" timeOffset="8463.86">25384 634 2576 0,'4'-7'0'0,"-1"4"0"0,4 0 0 0,-2 1 0 0,2 1 0 0,4 1 0 0,3 0 0 0,4 0 0 0,2 0 0 0,4 6 0 0,1 3 301 0,-2 2-131 0,-3-1-57 0,10 2 108 16,-7 1-92-16,3 2-45 0,-5-3 0 0,3 3-174 16,-3-2 74-16,-1 0 23 0,-1 2-1 0,0 0-494 15,-5 0 264-15,4 0 130 0,-6 0-771 0,4 0 429 16</inkml:trace>
  <inkml:trace contextRef="#ctx0" brushRef="#br0" timeOffset="9207.11">26025 1073 2911 0,'-11'-7'0'0,"3"6"0"0,4 1 0 0,4 0 0 0,0 0 0 0,0 0 0 0,0 0 0 0,2 0 0 0,15 0 0 0,8 0 0 0,0 1 231 0,6 2-96 0,1 1-39 16,0-3 149-16,2 3-104 0,-4-2-51 0,0-1-166 15,-2 2 57-15,-4-2 38 0,-1 2-9 0,-2-1-402 16,-1-1 215-16,-3 0 108 15,-4-1 53-15,-1 0-705 0,-4 0 351 0,0 0 131 0,-4 0 100 16,2 0-307-16,-4-1 203 0,0-6 93 16,-2-3-44-16,0 1 77 0,-6-1 40 0,-4-1-44 15,-1 2 41-15,-2-2-9 0,1 3 51 0,0 0 231 16,-2 1-115-16,7 1-58 0,0 1-30 0,0 0 481 16,4 4-250-16,0 0-73 0,3-2-83 0,0 3 518 15,3-2-271-15,10 2-128 0,5 0 14 0,5 0-79 16,0 0-41-16,2 5 1 0,-5 0 200 0,3 2-110 15,-1 1-71-15,-1-1-20 16,-4 2 0-16,0 2-39 0,-6-1-1 0,-4 1-340 16,-1 3 165-16,-4-1 87 0,-2 1-542 0,-8 4 265 15,-10 2 167-15,-7-5 7 0,-2 2-402 0,-3 1 258 16,-1-3 130-16,-3-3-79 0,1 0 103 0,-3-5 43 16,1 1 36-16,0-2-121 0,11-5 93 0,0-1 39 15,3 0 53-15,11 1 42 0,-1-1-81 16,2 3 36-16,7-2 297 0,-2 4-186 0,4 1-73 0,0 2-46 15,0 5 406-15,0 3-197 16,0 2-32-16,0 0 113 0,2 0-111 0,-2 3-69 16,2-1-30-16,-2 1 288 0,0-1-159 0,0-4-80 15,0-3-30-15,0 1 177 0,0-3-113 0,0-4-57 16,0-1 65-16,0-4-61 0,0 0-21 0,-2-2-9 16,2 0 74-16,0 0-52 0,0-4-26 0,0-11 14 15,7 0-5-15,8-6-74 0,0 3 0 0,3 0 0 16,-4 3 0-16,3 1 0 0,-2 2 0 0,1 5 0 15,-4 2 0-15,-2 1 0 16,1 3 0-16,0 1 0 0,1 0 0 0,-3 11 0 16,-2 3 0-16,2 1 0 0,2 7 0 0,-4-1 0 15,0-1 0-15,-1 3 0 0,5-2 0 0,-1-3 0 16,3 3 0-16,-2-4 0 0,4-2 0 0,2-4 0 16,0-2 0-16,2-4 0 0,6-4-254 0,2-1-247 15,-1 0 222-15,4-1 125 0</inkml:trace>
  <inkml:trace contextRef="#ctx0" brushRef="#br0" timeOffset="10274.69">31272 5055 1684 0,'-17'-9'0'0,"2"5"0"0,-2 0 0 0,4 3 0 0,-2-4 0 0,5 4 0 0,-2 1 0 0,4 0 0 0,3 0 0 0,2 0 0 0,3 0 195 0,0 0-78 0,1 0-27 16,18 7-10-16,4-1-40 0,7 2-1 16,7-3 276-16,7 1-138 0,-9-5-58 0,14 2-45 15,-1-2 91-15,-6-1-62 0,4 0-32 16,-9 0-137-16,2 0 63 0,-4 0 16 15,-1 0 1-15,-7 0-396 0,-3 0 212 0,-3 0 109 16,-6 0-642-16,-2 0 307 0,-4 0 181 0,-4 2 72 16,-5 4 52-16,0 0 15 0,-10-4 11 0,-10-1-418 15</inkml:trace>
  <inkml:trace contextRef="#ctx0" brushRef="#br0" timeOffset="10458.19">31311 5230 1929 0,'-26'4'0'0,"6"3"0"0,5-3 0 0,5 0 0 0,5-4 0 0,0 1 0 0,5-1 0 0,0 2 0 0,3 2 0 0,16 0 0 0,7 0 94 0,4-1 296 16,10 1-175-16,-3 0-77 0,11 0-36 0,-6-1-31 15,-7 0 0-15,5 0-32 0,-2 1-345 0,-5 0 182 16,-3 2 78-16,-8-3-227 0,2 1 157 0,-5 2 78 16,-2-5 27-16,-7 1-696 0,2 1 306 0,-4-3 181 15,-8 0 90-15,0-10-228 0</inkml:trace>
  <inkml:trace contextRef="#ctx0" brushRef="#br0" timeOffset="10682.71">31753 4888 1932 0,'-5'-7'0'0,"0"1"0"0,-3 2 0 0,3 3 0 0,-2 1 0 0,-3 0 0 0,0 0 0 0,0 11 0 0,-2 6 0 0,-2 7 0 0,-2 6 462 15,-4 3-211-15,1 4-105 16,-3 4-54-16,0-5 108 0,-3 13-86 0,0-6-36 15,0 1-1-15,-2 0 1 0,3-1-38 0,2-8 10 16,-3 7-244-16,12-10 117 0,-4-2 58 0,7-2 30 16,7-7-426-16,-3-3 237 0,6 0 49 0,0-9 75 15,0-2-532-15,2-3 273 0,10-4 127 0,10 0 78 16,2-13 34-16,8-9 0 0,-2-6 35 0,-2-5-463 16</inkml:trace>
  <inkml:trace contextRef="#ctx0" brushRef="#br0" timeOffset="10872.82">31853 4948 2192 0,'10'-7'0'0,"0"5"0"0,8 0 0 0,-1 1 0 0,4-3 0 0,6 2 0 0,3 0 0 0,5 2 0 0,2 0 0 0,-2 0 0 0,0 0 151 0,0 0 46 0,-2 2-79 0,-3 0-38 16,-3 2 9-16,-2-1-305 0,3 1 128 0,-5 0 64 15,2-3 32-15,-3 3-344 0,1-4 198 16,-1 0 85-16,-2 0-244 0,2 0 85 15,-4 0 103-15,-5 0-80 0,-4 0-274 0,4 0 216 16,-8-11 104-16,-2-4-37 0</inkml:trace>
  <inkml:trace contextRef="#ctx0" brushRef="#br0" timeOffset="11322.7">32436 4825 1292 0,'-7'-8'0'0,"6"2"0"0,1 2 0 16,0 3 0-16,0-3 0 0,6 2 0 0,9 0 0 0,0 2 0 0,5 0 0 0,5 4 0 0,-8 5 115 0,6 3 104 0,0 1-89 0,-2 3-45 15,-3-1 0-15,-3-1-33 0,-2 3-2 0,-3-1-10 16,-6 2-195-16,-3 2 97 0,-1 2 49 0,-3-1 0 16,-16 2-93-16,-4-3 67 0,-5 1 36 0,-2-1-396 15,-2 0 196-15,-10 1 41 0,16-7-9 0,-12 1 26 16,6 0 51-16,-1-2 25 0,3-1 0 0,6-2 93 16,1-2-29-16,5 2 0 0,3 1 186 0,3 1-112 15,2 0-56-15,3 3-39 0,2 0 173 0,2 5-83 16,-2-1 14-16,2 1-42 0,1 2 252 15,-3 1-121-15,3 0-48 0,2-1 68 16,0-1-76-16,0 0-38 0,0-3 1 0,0 1 50 16,0-4-49-16,2 0 1 0,8-2 8 0,2-4 1 15,3 0-49-15,1-3 10 0,3-4 48 0,1-2-29 16,1 0-1-16,-2 0 2 0,8-4 0 0,-11-6-20 16,3-2-10-16,-1-3 49 0,-5-2 1 0,2-1-51 15,-7-1 1-15,-1-4 41 0,-5 2-11 0,-2-5-30 16,0 1 68-16,-5 3-35 15,-5-2 1-15,-7 5-24 0,-3-2 20 0,-5 4-70 16,0 4 0-16,-1 2 0 0,-1 4 0 0,3 2 0 16,1 4 0-16,0 1 0 0,6 0 0 0,0 3 0 15,4 9 0-15,0 3 0 0,6 4 0 0,4-1 0 16,1 5-120-16,2 3-203 0,0-2 123 0,9 4 93 16,5-1-842-16,1-1 454 0,-3-14 228 0</inkml:trace>
  <inkml:trace contextRef="#ctx0" brushRef="#br0" timeOffset="11462.29">32648 5796 407 0,'-9'-18'0'0,"7"16"0"0,2 2 0 16,0 0 619-16,0 0-329 0,-3 0-165 0,-7 5-94 0</inkml:trace>
  <inkml:trace contextRef="#ctx0" brushRef="#br0" timeOffset="16282.69">23384 2990 1864 0,'0'0'0'15,"0"0"0"-15,-2 0 0 0,0 0 0 0,-2 0 0 0,3 0 0 0,-1 0 0 0,0 1 0 0,2 3 0 0,0 0 0 0,0 2 88 0,0-3-48 0,0 0 70 0,0 0-40 16,2-3 0-16,5 0-29 0,2 0 3 0,1 0-4 16,1-2 11-16,1-5-10 0,-5-3-55 0,2-1 27 15,-3 2 1-15,-4 0-25 0,0 0 36 0,1 1-17 16,-3 2 31-16,0 0 55 0,0 2-15 0,0 2-45 0,0 1 55 16,-5-2-13-16,-1 3-42 0,3 0 2 15,-3 0-3-15,3 0 1 0,1 0 35 16,0 4 13-16,0 0 74 0,2 0-58 0,0 0-29 15,0-1-26-15,0 1 8 0,0-2-10 0,0 1-1 16,2-2-132-16,0 0 66 0,1-1 33 0,3 0-164 16,-3 0 71-16,3 0 56 0,1 0-6 0,0 0-685 15,0 0 317-15</inkml:trace>
  <inkml:trace contextRef="#ctx0" brushRef="#br0" timeOffset="17300.27">25658 2907 2042 0,'0'-4'0'0,"0"-1"0"0,0-1 0 0,0 4 0 0,0 1 0 0,0-1 0 0,0-1 0 0,0 2 0 0,0 1 0 0,0 0 0 0,0 0 141 0,-1 6-37 15,1 3 122-15,-4 2-92 0,-1 0-44 0,3 2 153 16,-2 0-100-16,2-2-38 0,-1 2-11 0,1-5 36 16,1 2-42-16,-1-3-1 0,2-2-43 0,0 0 116 15,0-2-64-15,0 0-92 0,0-3-4 0,0 0 0 16,0 0 0-16,3 0 0 0,8-3 0 16,-2-5 0-16,0-1 0 0,-1 0 0 15,1 0 0-15,-3 0 0 0,-3 1 0 0,1-2 0 16,-3 3 0-16,2 1 0 0,-3 0 0 0,0 3 0 15,0-1 0-15,0 0 0 0,-3 2 0 0,-2 0 0 16,0 2 0-16,-2 0 0 0,3 0 0 0,-2 0 0 16,2 0 0-16,2 7 0 0,0-5 0 0,2 4 0 15,0 0 0-15,0 0 0 0,0-2 0 0,8-2 0 16,2-2 0-16,2 0 0 0,2 0 0 0,-1 0 0 16,-2-2 0-16,-5-4 0 15,1 0 0-15,-3 0 0 0,-2 1 0 0,0 1 0 16,-2 0 0-16,0 2 0 0,0 1 0 0,-2-1 0 15,-9 2 0-15,0 0 0 0,3 0 0 0,1 3 0 16,-1 1 0-16,1 2 0 0,4-1 0 0,1 1 0 16,2 2 0-16,0-2 0 0,0-1 0 0,0 1 0 15,12 0 0-15,5-2 0 0,5 0 0 16,5-3-759-16,3 1 192 0,4 0 279 0</inkml:trace>
  <inkml:trace contextRef="#ctx0" brushRef="#br0" timeOffset="18398.18">26618 2931 2080 0,'0'-6'0'0,"0"1"0"0,0-1 0 0,0 2 0 0,0 1 0 0,0 1 0 16,0 0 0-16,0 2 0 0,0 0 0 0,0 0 0 0,0 0 116 0,0 11-37 0,0 2 10 0,0 5-48 15,-5 4 213-15,-4 1-106 0,1 3-53 0,-2-1-28 0,3 0 171 16,-4 2-104-16,-1-3-47 0,5-3 67 0,-3 2-56 16,2-6-28-16,1 3 24 15,-1-5-10-15,4-1-81 0,-2-3-3 0,2-4 0 16,2 1 0-16,0-5 0 0,0-1 0 0,0-2 0 15,2 0 0-15,-3 0 0 0,3 0 0 0,0-5 0 16,0-9 0-16,0 2 0 0,0-8 0 0,7 0 0 16,1-3 0-16,2-3 0 0,4 0 0 0,-1-5 0 15,0 3 0-15,3-2 0 0,-4 2 0 0,0 6 0 16,1-6 0-16,-4 7 0 0,1 2 0 0,-4 1 0 16,3 5 0-16,-4 1 0 15,1 0 0-15,-2 6 0 0,0 0 0 0,-2 1 0 16,1 4 0-16,-1-1 0 0,0 2 0 0,2 0 0 15,-1 0 0-15,6 3 0 0,-4 9 0 0,2 3 0 16,0 2 0-16,3 5 0 0,0 3 0 0,-1 0 0 16,0 1 0-16,1-3 0 0,1 9 0 0,0-6 0 15,2-2 0-15,-2 0 0 0,-1-5 0 16,1 2 0-16,-2-1 0 0,3-3 0 16,-3-4 0-16,-1-2 0 0,-1 0 0 0,-1-6 0 15,0-2 0-15,-2 0 0 0,-2-3 0 0,3 0 0 16,0 0 0-16,1-3 0 0,2-5 0 0,-2-8 0 15,4 1 0-15,0-2 0 0,0-5 0 0,2-1 0 16,2 1 0-16,-1-3 0 0,0 0 0 0,0 1 0 16,-1 3 0-16,3 0 0 0,-3 2 0 0,0-1 0 15,-3 5 0-15,0 3 0 0,-3 3 0 0,0 0 0 16,-2 4 0-16,-1 1 0 0,-1 2 0 0,0 1 0 16,0 1 0-16,-1 0 0 0,2 0 0 0,-1 0 0 15,5 7 0-15,-1 4 0 16,1 2 0-16,1 2 0 0,-1 2 0 0,3 4 0 15,-3-1 0-15,1 1 0 0,-1 2 0 0,1-1 0 16,-2 5 0-16,-3-7 0 0,3 5 0 0,-3 1 0 16,-1-6 0-16,2 3 0 0,0-2 0 15,1 0 0-15,-1-3 0 0,-1-1 0 0,4-1 0 0,-4-6 0 16,1 1 0-16,0-4 0 0,0 0 0 16,-3-4 0-16,2 0 0 0,-1-3 0 15,-2 1 0-15,0-1 0 0,0 0 0 0,0 0 0 16,0 0 0-16,3 0 0 0,-3 0 0 0,0 0 0 15,0-1 0-15,0-2 0 0,0 0 0 0,0 0 0 16,0-1 0-16,0 2 0 0,0-1 0 0,-9 1 0 16,-5 2 0-16,-1 0-12 0,-5 5-234 0</inkml:trace>
  <inkml:trace contextRef="#ctx0" brushRef="#br0" timeOffset="20418.58">14673 8753 1919 0,'-13'-14'-2'0,"2"6"1"0,1 2 0 0,5 1 0 0,-4-1 1 0,1-2 0 0,0 1 0 0,1 0 0 0,3 0 0 0,0 2 0 0,3 1 238 0,-1 2-77 0,2 0 206 16,0 1-156-16,0 1-77 0,0-2-40 0,0 2 68 15,0 0-39-15,9 0-15 0,6 0-52 0,2 0 201 16,2 0-151-16,1-2-106 0,6 0 0 0,4 0 0 15,1 0 0-15,0 1 0 0,3-1 0 0,5 0 0 16,-2-2 0-16,6 2 0 0,-1 0 0 0,4 0 0 16,3 0 0-16,0 2 0 0,2 0 0 0,2 0 0 15,0 0 0-15,4 0 0 0,8 0 0 16,1 0 0-16,-4 0 0 0,23 0 0 16,7-1 0-16,-4-3 0 0,6-2 0 0,7-2 0 15,7 1 0-15,17-4 0 0,-2-1 0 0,1 1 0 16,5-2 0-16,-5 4 0 0,39-6 0 0,-11 1 0 15,8 3 0-15,21-1 0 0,-6-2 0 0,-21 0 0 16,38 0 0-16,-14 3 0 0,3-3 0 0,1 2 0 16,4 0 0-16,-11 2 0 0,36 1 0 0,-22-2 0 15,6 2 0-15,-9-1 0 0,-2 0 0 0,-17 3 0 16,33-4 0-16,-25 1 0 0,-1 2 0 0,2-4 0 16,-29 2 0-16,11 0 0 15,-2-2 0-15,-10 1 0 0,-14-1 0 0,-21 4 0 16,1-5 0-16,-18 4 0 0,10-2 0 0,-33 2 0 15,-9 1 0-15,-6-1 0 0,-15 2 0 0,-7-1 0 16,-8 1 0-16,-7-2 0 0,-6 2 0 0,-7 0 0 16,-5-5 0-16,-1 3 0 0,0-2 0 0,-7 1 0 15,-14 3 0-15,-4 3 0 0,-17 4-261 16,-10 4-639-16</inkml:trace>
  <inkml:trace contextRef="#ctx0" brushRef="#br0" timeOffset="21352.3">20709 3486 2052 0,'0'-4'0'0,"-2"2"0"0,2 0 0 0,0 0 0 0,0-2 0 0,7 0 0 0,7 2 0 0,9-5 0 0,5-1 0 0,6 2 0 0,7-4 194 16,5 2-74-16,2-1-25 0,3 0-11 0,4-1 187 15,7 0-112-15,-2 3-55 0,-10 1-1 0,4 1 117 16,-1 0-92-16,-1 1-40 0,-3 0-1 0,-1 2-5 15,-7-2-1-15,-6 2-22 0,-1 1-62 0,-2-2-1 16,-7 2 15-16,-3-3-25 0,-3 2 12 0,-4-2 12 16,-4 3-4-16,-2-5-6 0,-2 6 0 0,-4-3 0 15,-1-1 0-15,0 2-120 0,-2-1 26 0,0 0 51 16,0-1-3-16,0 2-259 16,0-2 123-16,-4 2 67 0,-3 0-446 0,-7 2 258 15,1 0 128-15,-2 4-370 0,-8 7 249 0,5-1 113 16,-10 7 74-16,-1-2-124 0,-2 0 93 0,-1-1 47 15</inkml:trace>
  <inkml:trace contextRef="#ctx0" brushRef="#br0" timeOffset="21950.01">21254 3451 1507 0,'-18'0'0'0,"0"0"0"0,6-1 0 0,-2-3 0 0,5-2 0 0,0 3 0 0,1-3 0 0,2 2 0 0,2 1 0 0,1 0 0 0,3 2 191 0,0 1-72 0,0 0-36 15,0 0 212-15,0 7-124 0,0 6-50 16,0 2 215-16,0 6-145 0,0 4-71 0,0 1-37 0,0 3 161 15,0-4-86-15,0 7-62 0,0-2 0 16,2 0 6-16,-2-2-84 0,1 0-18 16,-1-4 0-16,2-1 0 0,0 1 0 0,-2-3 0 15,2-2 0-15,-2-2 0 0,0-5 0 0,0-1 0 16,0-2-254-16,0-3 69 0,0-1 98 0,0-3-348 16,0-2 192-16,0 0 74 0,0 0 61 0,0 0 31 15,0 0 0-15,0-7 30 0,0-6-218 0,2-3-174 16,5-5 196-16,7-5 98 0,-2-2-63 0,6-1 80 15,-2-2 29-15,3-1 12 0,-1 1-110 0,-4-2 75 16,-1 1 38-16,1 5 0 0,-5 0-11 0,1-1 48 16,-3 5 41-16,-1 3 75 0,-1 1-81 0,-3 0 0 15,0 6-33-15,-1 0 289 0,1 2-169 0,0 2-31 16,-2 0 329-16,2 4-160 16,-2 1-98-16,0 2-6 0,0 1 108 0,0-1-67 15,3 2-52-15,-3 0 158 0,2 0-92 0,-1 0-65 16,1 3 0-16,0 7 162 0,0 2-107 0,0 4-54 15,1 2 12-15,1 0 164 0,0 2-114 0,-3 7-58 16,3-3 0-16,1 3 94 16,-4-4-64-16,3 11-64 0,0-3-70 0,-1 1 0 15,1-2 0-15,0 3 0 0,-1-2 0 0,-1 0 0 16,3-1 0-16,-2 0 0 0,-1-1 0 0,2-3 0 16,-2-1 0-16,1 0 0 0,1-5 0 0,0 0 0 15,-1-3 0-15,-1-3 0 0,1-4 0 0,0-1 0 16,-1-3 0-16,0-2 0 0,-2-2 0 0,0-2 0 15,2 0 0-15,-2 0 0 0,0 0 0 0,0 0 0 16,0 0 0-16,0 0 0 0,0 0 0 0,0 0 0 16,0-4 0-16,0 2 0 0,0-4 0 0,0 3 0 15,0-3 0-15,0 1 0 16,0 0 0-16,0 1 0 0,0-3 0 0,0 0 0 16,0 0 0-16,2-1 0 0,0 1 0 0,3 1 0 15,0-4 0-15</inkml:trace>
  <inkml:trace contextRef="#ctx0" brushRef="#br0" timeOffset="35762.75">23339 3016 1363 0,'0'0'0'0,"0"0"0"0,0 0 0 0,0 0 0 0,0 0 0 0,0 0 0 0,0 0 0 0,0 0 0 0,0 0 0 0,0 0 0 0,2 0 61 0,5 0-11 0,1 0 57 16,3 0 0-16,0 0-58 0,0-2 1 0,3 0 34 15,-1 1-34-15,2 1-1 16,0-3 1-16,2 3-32 0,-1 0 32 0,4 0 12 15,1 0-38-15,5 0 25 0,-1 0 1 0,4 0-1 16,1 0-37-16,2 0 7 0,3 0 30 0,2 0-53 16,0 3 1-16,2-3 30 0,5 0 11 0,-8 0-27 15,3 0-8-15,0 0 23 0,-2 0 6 0,2 0-42 16,0 0 39-16,0 0 3 0,5 0-25 0,-3 0 18 16,-6 0 1-16,4 0-2 0,2 0-34 0,-4 0 37 15,2 0-3-15,-2 0-34 0,0 0-1 0,0 0 28 16,-1 1 4-16,-1 1-47 15,-1 2 43-15,0-2-5 0,1-1 4 0,4 1-40 16,1 0 37-16,-4-2-3 0,10 0 0 0,-5 0-2 16,0 0 3-16,3 0-5 0,-9 0 1 0,4 0 0 15,0-2 1-15,-2 0 6 0,-2 1-5 0,-1-1 0 16,-3 0 2-16,-2 2 4 0,0 0-5 0,-5 0 0 16,0 0 0-16,-3 0-36 0,0 0 37 0,-3 0-2 15,1 0-29-15,-4 0 28 16,0 0-3-16,0 0 2 0,-3 0-9 0,-1 0 8 15,2 0-3-15,-4 0 13 0,0 0-13 0,3 0 1 16,-5 0-3-16,3 0 24 0,-3 0-19 0,1 0-1 16,-3 0 4-16,1 0-4 0,-2 0 7 0,-2 0-7 15,3 0-49-15,-1 0 47 0,-2-2 0 0,0 2 1 16,0-2-25-16,0 2 23 0,-1-1-2 0,-1 1-6 16,0-3 4-16,0 1 3 0,0 2-5 0,0-1-41 15,0-2-5-15,0 1 47 16,0 1-5-16,0 0-287 0,0-2 121 0,-5 1 78 15,1 0-405-15,0 1 226 0,-1-1 113 0,1 2 56 16,0 0-253-16,0-3 160 0,1 3 76 0,-2-1-105 16,0-1 89-16</inkml:trace>
  <inkml:trace contextRef="#ctx0" brushRef="#br0" timeOffset="36234.35">25322 2839 1258 0,'-9'-1'0'0,"-1"-2"0"0,4 0 0 0,-1 1 0 0,4-2 0 0,-1 2 0 0,2 1 0 0,0-2 0 16,1 2 0-16,1 1 0 0,0 0 97 0,0 0 13 0,0 0 97 0,0 0-79 0,0 0-40 16,0 0 0-16,1 0 13 0,3 0-11 0,3 0-42 15,0 0 104-15,4 4-51 16,0 1-1-16,-1 0 14 0,2 3-12 0,1-3-54 15,3 3 0-15,-4 2 41 0,4-3-1 0,-2 0-28 16,2 4-12-16,-2-2-1 0,0-2 1 0,-1 2 0 16,0 1 0-16,-2-3-20 0,0 3-11 0,1-1 31 15,-3-2-45-15,1 3 45 0,-1-2 0 0,-1-3-42 16,-1 0-12-16,-1 1 33 0,1-2 13 0,-1 0-44 16,-2-3 38-16,0 4-4 15,-2-5 1-15,1 1 36 0,-1-1-35 0,-2 0-2 16,2 0 1-16,-2 0-37 0,0 2 37 0,0-2 1 15,0 0-43-15,0 0 30 0,0 3-19 0,0 0 0 16,0 1-14-16,-2-1 28 0,-3 1-14 0,3 2 0 16,-2 0 0-16,-2-1 0 0,2 1 0 0,-3 2 0 15,-1-1 0-15,1 1 0 0,-5 1 0 0,1 0 0 16,-4 0 0-16,-2 0 0 0,-5 5 0 0,1-3 0 16,-3 1 0-16,-2 1-13 15,-1 0-39-15,-1 2 25 0,0 0-1 0,-1 2-548 16,1 0 272-16,0 2 100 0,6-1 86 0,6 0-680 15,6 0 375-15</inkml:trace>
  <inkml:trace contextRef="#ctx0" brushRef="#br0" timeOffset="63352.67">15487 12569 1430 0,'-12'-4'0'0,"1"3"0"0,0-3 0 0,1 3 0 0,1-4 0 0,0 1 0 0,0 1 0 0,0-1 0 0,4 1 0 0,1 0 0 0,1 1 271 0,1 0-105 0,2 1-67 16,0-2-29-16,0 3 183 0,0 0-106 0,0 0-53 16,0 0-15-16,0 0 72 0,0 0-54 0,0-1-29 15,2 1 1-15,5 0 4 0,2 0 11 0,3 0-43 16,1 0 90-16,2 0-44 0,1 0-1 0,4 0-44 15,2 0 83-15,7 0-47 0,-2 0 0 0,5 0 4 16,4-3-52-16,0 0-30 0,3-1 0 16,7 1 0-16,-5-2 0 0,3 4 0 0,4-1 0 0,2 0 0 15,3 1 0-15,12-2 0 0,-1 0 0 0,8-3 0 16,15 1 0-16,-2-3 0 16,-5 2 0-16,23-5 0 0,-8 2 0 0,1-1 0 15,-1 1 0-15,1 2 0 0,-17-1 0 0,19 3 0 16,-23-1 0-16,5 2 0 0,-2 0 0 0,-3 0 0 15,0 2 0-15,-5 1 0 0,-14-1 0 0,2 0 0 16,-5 2 0-16,-6 0 0 0,-10 0 0 0,0 0 0 16,-6 0 0-16,-3 0 0 0,-7 0 0 0,-2-2 0 15,-4 2 0-15,-4-2 0 16,-3 0 0-16,-3 2 0 0,-1-1 0 0,-2 1 0 16,-1-3 0-16,1 3 0 0,-2 0 0 0,0-1 0 15,0 1 0-15,0-2 0 0,0-1 0 0,0 3 0 16,0-1 0-16,0 1 0 0,0 0-336 0,2 0 43 15</inkml:trace>
  <inkml:trace contextRef="#ctx0" brushRef="#br0" timeOffset="64004.25">6063 11653 2699 0,'-9'-4'0'0,"-4"-2"0"0,3 1 0 0,1-1 0 0,1 0 0 0,5 3 0 0,1-3 0 0,2 0 0 0,0-1 0 0,13-1 0 0,9-1 124 15,5 0 61-15,6-1-78 0,9-1-34 0,1 1 0 0,2 2 171 0,2-1-103 16,-4 5-41-16,12-1-6 0,-4 3-27 16,0 1-43-16,-1-2-24 0,5 2-65 0,-13-1 22 15,11 2 36-15,-17 0-1 16,5 0-365-16,-6 0 203 0,-4 0 56 0,-9 0-548 0,1 0 305 15,-4 0 160-15,-6 0 78 0,-4-2-204 0,-1-2 142 16,-4-8 62-16,-4-2-369 0</inkml:trace>
  <inkml:trace contextRef="#ctx0" brushRef="#br0" timeOffset="64226.87">6774 11228 2215 0,'-6'-5'0'0,"5"3"0"0,1 0 0 0,0 0 0 0,0 0 0 0,10 1 0 0,13-2 0 0,5 2 0 0,6 1 0 0,9-3 0 0,4 3 138 15,1 0-49-15,0 0 281 0,-2 0-165 0,-3 3-74 16,4 4-4-16,-11 2-43 0,0 1-1 16,-6 1-44-16,-7 0-44 0,-5 2 9 0,-7 5 35 0,-7 0-58 15,-4 4 29-15,-2 3 0 0,-23 5 29 0,-2-6-141 16,-15 9 66-16,-2-2 38 16,-4 0-1-16,1-2-369 0,-12 6 183 0,11-8 43 15,-13 8-397-15,4-7 250 0,-1 1 125 0,1 0 63 16,-1-1-417-16,6-4 230 0,-11 5 130 15,16-9-121-15</inkml:trace>
  <inkml:trace contextRef="#ctx0" brushRef="#br0" timeOffset="64734.25">6336 11889 1851 0,'-23'2'0'0,"4"0"0"0,6 2 0 0,2 0 0 0,2-1 0 0,1 2 0 0,3 0 0 0,3 2 0 0,0 4 0 0,2 3 0 0,0 2 135 0,0 7 388 16,-2 2-242-16,0 3-121 0,1 1-61 0,-1 5 128 15,-2 0-100-15,-2 0-43 0,5 2-1 16,-4-2-135-16,1-2 45 0,1-6 10 0,1 5-384 0,-1-8 209 15,1-2 106-15,2-8-469 0,0-2 241 0,-3-5 156 16,3-3-17-16,0-3-311 0,0-1 213 0,0-20 107 16,0-3 54-16,0-7-208 0,-1-4 136 0,-2-9 62 15,-1 4 32-15,1-2-20 0,-1 7 26 0,1-3 38 16,-3 3 26-16,5 6 9 16,-2 7-18-16,1-1 9 0,2 6 332 0,0 3-215 15,0 6-73-15,0-2 556 0,5 4-257 0,3 5-162 16,5-2-18-16,3 3 272 0,1 0-202 0,3 10-97 15,-1 7-49-15,0 4 110 0,1 3-79 0,-1 4-29 16,-2 0 142-16,0 3-96 0,0-1-48 0,-2 1 1 16,-2 0-49-16,-2-9 10 15,1 8-10-15,-3-10-192 0,-2 0 96 0,-1-5 48 16,0-6 10-16,-4-1-78 0,0-5 58 0,-1-1 30 16,1-2-20-16,0-2 76 0,0-16-33 0,0-9-62 15,-1-3 31-15,1-3 5 0,3-3-4 0,-1-2 0 16,1 3-23-16,0 1 7 15,1 2 23-15,-1 9 41 0,0 1-40 0,0 3 0 0,-2 9 17 0,2 1 213 16,-2 3-161-16,3 3-81 0,-1 3 0 0,6 0 0 16,-1 1 0-16,3 13 0 0,2 6 0 0,0 1 0 15,2 4 0-15,-5-1 0 0,1 2 0 0,0 6 0 16,-1 0 0-16,0 0 0 16,-2 2 0-16,-2-2 0 0,2 0 0 0,-4-2 0 15,-1-2-185-15,3 2-37 0,-2-4 99 0,0-5-485 16,-1 1 274-16,1-1 153 0,1-6-560 0,3-3 351 15,1-7 176-15</inkml:trace>
  <inkml:trace contextRef="#ctx0" brushRef="#br0" timeOffset="65019.59">6910 12197 2103 0,'2'-1'0'0,"-2"1"0"0,0 0 0 0,0 0 0 0,0 1 0 0,0 11 0 0,0 1 0 0,3 0 0 0,0 1 0 0,3 3 0 0,1-1 393 0,1 2-177 0,3-6-88 15,0 4-45-15,2-4-32 0,2-2-2 0,0-3-10 16,0-5-133-16,2-2 67 0,-3 0 33 0,0 0 0 16,0-9-84-16,-5-6 53 0,0-3 33 0,-3-2-11 15,-1-3 1-15,-4 1-5 16,-1-1 6-16,0 1 69 0,-1 1-30 0,-10 2-44 16,-2 5 6-16,2 0-14 0,-8 4 32 0,5 3-17 15,-6 5 566-15,1 0-263 0,1 2-194 0,1 0-110 16,2 6 0-16,1 3 0 0,4 2 0 0,1 5 0 15,2-1 0-15,3 1 0 0,4 4 0 0,0-4-485 16,0 1 153-16,0-2 169 0,11 0 1 0,1-3-619 16,11-4 376-16,2-8 183 0</inkml:trace>
  <inkml:trace contextRef="#ctx0" brushRef="#br0" timeOffset="65527.75">7269 11904 2776 0,'3'-1'0'0,"-2"1"0"0,-1 0 0 0,0 0 0 0,0 3 0 0,0 10 0 0,0 4 0 0,0 6 0 0,0 3 0 0,-6 0 0 0,-1 4 107 0,-1 2-4 0,1 0-32 0,-3-1 1 15,3 0-33-15,-2-7-147 0,-1 7 69 16,5-11 39-16,-1 0-456 0,1-2 248 16,2-8 123-16,2-3-432 0,-2-3 201 0,1-4 154 15,2 0-15-15,0-10-126 0,0-15 132 0,0-1 56 16,0-5 43-16,6-5-84 0,2-2 59 0,-1 1 29 15,2-1-1-15,2 7 20 0,-4 0 49 0,0 9 0 16,0-1 75-16,2 6-77 0,-4 6 0 0,2 0 378 16,-1 6-202-16,1 2-106 0,1 1 4 15,3 2 524-15,-1 0-258 0,1 8-140 16,1 6-85-16,-2 7 304 0,2 0-189 0,-1 4-94 16,-2 3-48-16,2 0 166 0,-4 0-112 0,0 0-50 15,0-1-66-15,2-5 15 0,-4-1 1 0,2-3-155 16,-2-2 72-16,3-7 41 0,-6-1 0 0,1-5-121 15,-2 1 91-15,1-4 30 0,2 0 1 0,-1-6-1 16,1-12 18-16,3-5-44 0,-1 1 0 0,3-7 29 16,2 3-7-16,-2 0-14 0,-2 7-4 0,0-2 28 15,0 4-9-15,-1 6 86 16,1 0-38-16,-2 5-4 0,-2 2-1 0,3 3 138 16,2 1-70-16,0 0-36 0,-3 3 0 0,2 9 79 15,3 1-56-15,-1 7-71 0,0 1-22 0,1 7 0 16,0 2 0-16,0-2 0 0,0 3 0 0,1-1 0 15,-2-6 0-15,1 5-55 0,2-4-15 0,-4-6 38 16,0 2 31-16,-1-5-642 0,0-2 304 16,1-3 114-16,-5-1 94 0,2-5-519 0,0-3 305 15,5-2 154-15</inkml:trace>
  <inkml:trace contextRef="#ctx0" brushRef="#br0" timeOffset="65667.57">7878 11865 2645 0,'12'-4'0'0,"2"2"0"0,-1 0 0 0,1 0 0 0,0 2 0 0,1 0 0 0,0 0 0 0,0 0 0 0,5 0 0 0,-4 0 0 0,3 4 81 0,0 3-147 0,-1-1 62 0,1 4 16 16,0 1 1-16</inkml:trace>
  <inkml:trace contextRef="#ctx0" brushRef="#br0" timeOffset="65842.95">7913 12165 3931 0,'0'-1'0'0,"0"1"0"0,0 0 0 0,0 0 0 0,10 0 0 0,5 0 0 0,1 0 0 0,5 0 0 0,4 0 0 0,3 0 0 0,2 0 0 0,5 0 0 0,0 0-105 16,-2 0-83-16,3 0 109 0,-2-4-321 0,-3 0 220 0,0-2 110 15,-1 2 56-15,-9 2 36 0,3-1-918 0,-4 1 452 16</inkml:trace>
  <inkml:trace contextRef="#ctx0" brushRef="#br0" timeOffset="66069.23">8703 11626 3701 0,'-9'-7'0'0,"2"5"0"0,0 0 0 0,-5 1 0 0,-3 1 0 0,0 0 0 0,-7 5 0 0,5 16 0 0,0 3 0 0,-2 11 0 0,7 9 230 0,5-5-230 0,2 16 0 16,5-1 0-16,0 4 0 0,1-3 0 15,17 0 0-15,3 0 0 0,2-8 0 0,9 1-96 16,10 0-312-16,1-5 223 0,9-3 112 16,-5-4-1084-16,22 2 564 0,0-9 277 0</inkml:trace>
  <inkml:trace contextRef="#ctx0" brushRef="#br0" timeOffset="67270.66">9013 12053 1385 0,'-11'0'0'0,"2"0"0"0,0-4 0 0,-1-1 0 0,1 1 0 0,5-4 0 0,-5 1 0 0,3-3 0 0,3-1 0 0,0 1 0 0,3-2 75 15,0-2-1-15,0 3 77 0,6 0-54 0,9-3-28 16,-2 5 11-16,6 0 11 0,6 1 0 0,-2 5-48 15,0 1-1-15,4-1 51 0,-4 3 10 0,5 0-61 16,-1 12 59-16,-6 3-29 0,2 4 0 0,-4 1 20 16,-4 1-39-16,0 9-11 15,-7-2 0-15,-5 2 3 0,-3 2-3 0,0-1 0 16,-7 2 11-16,-12 5 43 0,2-8-26 0,-5 2-1 16,-7 3-27-16,6-9 64 0,-5 3-22 15,4-1-10-15,-4-6-90 0,2-1 29 0,-1-4 0 0,8-5 29 16,-1-2-225-16,5-4 105 0,4-4 48 15,4-2-421-15,0 0 209 0,7-2 118 0,0-14 20 0,17-16-245 16,10-2 145-16,11-13 81 16,-1-2 41-16,6-2-447 0,-5 4 232 0,8-16 133 0</inkml:trace>
  <inkml:trace contextRef="#ctx0" brushRef="#br0" timeOffset="67454.17">9431 11816 1919 0,'7'-19'0'0,"-2"9"0"0,-3 3 0 0,-2 3 0 0,0 4 0 0,-16 0 0 0,3 4 0 0,-6 15 0 0,3 4 0 0,-2 4 0 0,-1 11 575 0,5 0-267 15,3 3-132-15,1-2-67 0,6-3 372 16,4 6-224-16,0-5-151 0,2-1-106 0,13-2 0 16,9 2 0-16,-1-10 0 0,3 0 0 0,4-3 0 15,0-3 0-15,1-3 0 0,-3-2-178 16,0-2 89-16,-2-3 66 0,-6-3 33 0,3-1-53 16,-4-4 36-16,-2-2-1193 0,-3 0 585 0,-1 0 285 15,-5-2 145-15,2-11-289 0</inkml:trace>
  <inkml:trace contextRef="#ctx0" brushRef="#br0" timeOffset="67624.08">9640 12065 2248 0,'-8'-3'0'0,"5"3"0"0,-4 0 0 0,5 0 0 0,1 0 0 0,1 0 0 0,0 0 0 0,0 0 0 0,8 0 0 0,6 0 0 0,6 0 426 0,-2 0-198 0,3 2-93 15,5-1-65-15,0 1-1 0,-2 0-27 0,-1-2-349 16,7 0 169-16,-3 0 90 0,-3 0 45 0,-4 0-593 15,3 0 320-15,-2 0 131 0,-3-4 84 0,-2-4-657 16</inkml:trace>
  <inkml:trace contextRef="#ctx0" brushRef="#br0" timeOffset="67841.75">9979 11874 1896 0,'-9'-10'-1'0,"4"1"1"0,0 1 0 0,2 2 0 0,1 2 0 0,2 0 0 0,0 3 0 0,4-2 0 0,13 3 0 0,6 0 0 16,-3 0 397-16,10 12-183 0,-4 2-87 0,2 2 193 0,-3 4-139 15,0 1-70-15,-7 3 56 0,-1 1-68 16,-4 1-28-16,-6 2 0 0,-4-2-28 0,-3 2-1 0,0 2 11 16,-12-3-12-16,-6 1 1 0,-3-2 0 15,-4-4-27-15,-3 2-15 0,-2-6-48 16,-2-3 5-16,-2-2 43 0,1-3-349 0,1-2 181 16,3-7 55-16,8-1 57 0,0 0-230 0,5 0 128 15,5-4 22-15,8-11-323 0,3-11 198 0,5-9 115 16,25-12 52-16</inkml:trace>
  <inkml:trace contextRef="#ctx0" brushRef="#br0" timeOffset="68254.28">10367 11630 2668 0,'13'-11'0'0,"-3"7"0"0,-1 3 0 0,-6 1 0 0,-1 0 0 0,-2 11 0 0,-3 11 0 0,-13 10 0 0,1 3 0 0,-6 11 0 0,0 1 204 0,0 5 291 15,-4 8-226-15,8-10-114 0,-2 4-46 0,6-2-78 16,4-5-31-16,7-11 0 0,2 2 0 0,0-7 0 15,5-6 0-15,11-3 0 0,0-6 0 0,3-5-38 16,1-6-25-16,4-5 53 0,-2 0-345 0,4-6 189 16,-6-14-5-16,0-3-106 0,-1 1 102 0,-3-2 67 15,-4 4 22-15,-1-2 91 16,-2 6-46-16,-7 4-1 0,1 0 1 0,-1 5 333 16,1 3-178-16,-3 2-72 0,0 2-42 0,-3 0 462 15,-4 10-199-15,0 7 43 0,2 1-217 0,-1 3-89 16,4 2 0-16,2-1 0 0,0 0 0 0,0 1 0 15,4-4 0-15,7-2 0 0,4-4 0 0,3-4 0 16,3-3 0-16,6-6 0 0,-7 0 0 0,4 0 0 16,-6-9 0-16,0-8-136 0,-4 0 28 0,-5 1 3 15,-2-6 35-15,-5 2 1 16,0-1 28-16,-2-2 214 0,-2 3-105 0,-9-3-55 16,-2 7-9-16,-2 2 213 0,-5 1-163 0,6 6-54 15,-5 1 0-15,2 4 0 0,2 2 0 0,2 0 0 16,-1 0 0-16,5 9 0 0,4 6-190 0,1-1 92 15,4 4-811-15,0 1 439 0,0 4 215 16,11-4-262-16,8 0 238 0,8-6 109 0</inkml:trace>
  <inkml:trace contextRef="#ctx0" brushRef="#br0" timeOffset="68411.27">10868 12242 2328 0,'9'0'-3'0,"0"0"2"0,-1 2-1 0,-4-2 2 0,-2 3 0 0,0 5 0 15,0-2 0-15,-2 4 0 0,0-1 0 0,0 4 0 0,0 2 113 0,-6 2 359 0,-6 4-221 0,-1-1-105 0,1 1-53 0,0-4-91 16,-1 2 39-16,-2-1-523 0,-4 3 257 0,4-6 132 16,-1 0 67-16,0-3-741 15,9-6 401-15,1-1 139 0,3-5 116 0</inkml:trace>
  <inkml:trace contextRef="#ctx0" brushRef="#br0" timeOffset="68610.84">10971 11929 2991 0,'2'-4'0'0,"0"2"0"0,4 2 0 0,-1 0 0 0,1 0 0 0,1 0 0 0,0 0 0 0,4 6 0 0,-1 1 0 0,3 6 0 0,3-1 142 16,-4 3-56-16,4 2-138 0,-3 0 46 0,2-1 0 15,-2 1 46-15,-1 0-204 0,-1 0 97 0,0-2 53 16,1-2 28-16,-3-2-623 0,0-3 321 0,1 0 167 15,1-7-700-15</inkml:trace>
  <inkml:trace contextRef="#ctx0" brushRef="#br0" timeOffset="68846.17">11424 11673 3057 0,'0'-4'0'0,"-2"3"0"0,0 1 0 0,-1 0 0 0,-6 3 0 0,0 17 0 0,2 4 0 0,-2 5 0 0,-3 17 0 0,-1 1 0 0,-4 14 182 0,1-2-71 0,-2 3 205 16,2-4-128-16,-5 18-111 16,-2-9-77-16,3 0 0 0,-1 1 0 0,2-4 0 15,4-8 0-15,0 4 0 0,0-5 0 0,3-6 0 16,3-3 0-16,0-10 0 0,2 1 0 16,-1-4 0-16,4-10 0 0,0-2 0 0,1-8-1 0,3-2-707 15,-2-4 312-15,2-4 183 0,0-3 86 0,0 0-231 16,2-10 159-16,9-11 79 0</inkml:trace>
  <inkml:trace contextRef="#ctx0" brushRef="#br0" timeOffset="69014.88">11305 12136 2898 0,'2'-4'0'0,"6"1"0"0,0 2 0 0,1-5 0 0,2 4 0 0,2-2 0 0,4 3 0 0,4 0 0 0,0-2 0 0,1 3 0 0,0-2 348 0,1 2-145 0,0 0-86 15,-1 0-388-15,-1 0 155 0,0 0 79 0,-5-2 37 16,2 2-304-16,-6-2 167 16,0 1 88-16,-1-2-866 0</inkml:trace>
  <inkml:trace contextRef="#ctx0" brushRef="#br0" timeOffset="69172">11670 11901 1728 0,'5'0'0'0,"1"0"0"0,2 0 0 0,-1 2 0 0,1-1 0 0,1 7 0 0,3-1 0 0,2 0 0 0,2 5 0 0,2-1 0 0,-1 2 681 0,1 1-321 0,2-1-203 0,-3 0-58 16,-1-1-29-16,2 0 9 15,-4-3-593-15,0 3 277 0,-3-5 138 0,0-1-316 16,-1-2 227-16,1-4 124 0</inkml:trace>
  <inkml:trace contextRef="#ctx0" brushRef="#br0" timeOffset="69377.31">12111 11673 2760 0,'2'-5'0'0,"0"2"0"0,-2 3 0 0,0 0 0 0,0 14 0 0,-4 6 0 0,-9 9 0 0,-4 12 0 0,-1 4 0 0,-7 15 0 0,-1-1 224 0,-4 7-82 0,-2 2 454 0,-4 4-387 16,-8 9-209-16,9-15 0 0,-4 7 0 0,3-2 0 15,3-3 0-15,6-2 0 0,2-6 0 0,9-7 0 16,1-1 0-16,4-14 0 0,2 3 0 0,4-16 0 15,3-1 0-15,2-14 0 0,0 0 0 0,0-8 0 16,12-2-950-16</inkml:trace>
  <inkml:trace contextRef="#ctx0" brushRef="#br0" timeOffset="69635.52">11983 12387 2665 0,'6'0'-2'0,"-1"2"1"0,-2 5 1 0,1 5 0 0,-2 3 0 16,1 1 0-16,3 4 0 0,-1-2 0 0,2 1 0 0,2-3 0 0,0 1 121 0,2-3 109 0,1-4-95 0,-1-3-48 16,-1-3 0-16,4-3-80 0,-1-1 10 0,-1 0 23 15,-1-6-81-15,-2-10 40 0,-3-2 1 0,0-2-55 16,-5-2 57-16,-1-1-9 0,0 1 46 0,0-1-120 16,-10 2 55-16,-2 0-19 0,-1 5 33 0,-3 2-51 15,0 6 30-15,1 0-18 0,-2 6 57 0,3 0-16 16,5 2 3-16,-3 0-3 15,7 0-164-15,0 13 75 0,3 1 42 0,2 2-435 0,0 1 217 0,2 2 122 16,13 2 57-16,1-5-481 0,7-2 268 16</inkml:trace>
  <inkml:trace contextRef="#ctx0" brushRef="#br0" timeOffset="69767.42">12332 12460 2200 0,'11'2'0'15,"-6"3"0"-15,-3 1-1 0,0 0 0 0,-2 2 1 0,-2 1-1 0,-9 2 1 0,-1 0 0 0,-1 3-1 0,0 1 1 0,-2 0 157 0,0 2 9 0,-2 0-64 0,2-1-21 0,0 0-10 16,1-4-208-16,5-2 88 0,2-3 45 16,3-2-564-16,1-1 313 0</inkml:trace>
  <inkml:trace contextRef="#ctx0" brushRef="#br0" timeOffset="70091.73">12547 11949 2431 0,'10'-10'0'0,"6"9"0"0,7-1 0 0,0-1 0 0,-1 2 0 0,-2-1 0 0,1 1 0 0,2-2 0 0,1 2 0 0,1-1 0 0,1 2 145 0,-5 0-53 0,-1 0-27 0,-1 0 107 16,-8 0-66-16,1 7-25 0,-7 5-9 0,-5 3-30 15,0 6-3-15,-13 5-1 0,-11 5 46 0,-1-1 9 16,-8 9-54-16,-1-2-1 0,-3 1 70 0,4-3-34 15,1 0-1-15,10-6 48 0,-3 1-103 16,6-2-18-16,7-2 0 0,4-5 0 16,2 0 0-16,2-2 0 0,4-3 0 0,0 2 0 15,0-6 0-15,6 2 0 0,6-3 0 0,0-1 0 16,4-4 0-16,0 0 0 0,3-4 0 0,0 0 0 16,3-2 0-16,-3 0-184 0,0 0-157 0,0 0 162 15,-5-2 37-15,0-4-596 0,-5 1 350 0,-3-1 165 16,0-3 97-16</inkml:trace>
  <inkml:trace contextRef="#ctx0" brushRef="#br0" timeOffset="70252.17">12481 12090 2528 0,'-5'-5'0'0,"5"3"0"0,0 2 0 0,0 0 0 0,0 0 0 16,5 0 0-16,11 6 0 0,2 1 0 0,6 1 0 0,5 3 0 0,4-2 429 0,9 2-200 0,-10-2-96 0,6 3-47 0,-3-3-438 15,1-1 195-15,-3-1 107 0,1-1 40 16,-2-1-811-16,-4-3 426 0</inkml:trace>
  <inkml:trace contextRef="#ctx0" brushRef="#br0" timeOffset="70396.17">12959 12190 2505 0,'0'6'0'0,"9"-1"0"16,2-4 0-16,1-1 0 0,-2 3 0 0,6-3 0 0,0 0 0 0,3 2 0 0,4-2 0 0,-1 2 0 0,3 0 149 0,-1-2-55 0,1 0-388 16,-3 0 176-16,6 0 74 0,-2 0 41 0,-1-4-686 15</inkml:trace>
  <inkml:trace contextRef="#ctx0" brushRef="#br0" timeOffset="70655.64">13409 11962 2040 0,'17'0'0'0,"10"-1"0"0,-1-1 0 0,-4-3 0 0,6 4 0 0,0-1 0 0,2 2 0 0,0 0 0 0,2 0 0 0,-7 3 0 0,5 11 497 0,-7 0-229 0,-9-2-115 15,-2 8-57-15,-6 4 77 0,-6 0-58 0,-4 6-44 16,-19 4 1-16,-7-2-33 0,-3 1-1 0,-3 2 0 16,6-7 35-16,-8 5-10 0,14-5-24 0,1 0 22 15,4-3-22-15,6-6-1 0,6-4-20 0,1-2-18 16,2-1 0-16,4-3 0 0,0-4 0 0,0-2 0 15,4 3 0-15,9-6 0 0,2 0-117 16,2 0-29-16,2-3 66 0,0-3 46 0,-2-3-611 16,1-2 308-16,-4-1 150 0,-3 1-515 15,-2-4 331-15,-5-3 167 0</inkml:trace>
  <inkml:trace contextRef="#ctx0" brushRef="#br0" timeOffset="70804.83">13483 12060 2185 0,'0'0'0'0,"0"2"0"0,3 0 0 0,3-2 0 0,3 1 0 0,6 1 0 0,0 2 0 0,2 0 0 0,4 0 0 0,-1 4 0 0,3-1 162 0,-4 0-62 0,1 1 41 0,-2 1-52 15,-4 1-25-15,-4-2 10 0,-1 4-531 0,-1 0 248 16,-5-1 123-16,-1 2 63 0,0 2-658 0,2-2 361 16</inkml:trace>
  <inkml:trace contextRef="#ctx0" brushRef="#br0" timeOffset="71041.64">13745 12303 2123 0,'0'9'0'0,"0"4"0"0,0-3 0 0,0 5 0 0,0-3 0 0,0 4 0 0,0 0 0 0,7 1 0 0,2 2 0 0,0-5 0 0,2 2 478 15,2-5-221-15,0 1-108 0,3-5-56 0,-2-5 134 0,3 0-99 0,0-2-45 16,-2 0 0-16,-2-7-24 0,1-9-20 0,-5-1 9 16,-4-1-69-16,-1-3 30 0,-2-1-1 0,-2-1-52 15,0 3 40-15,-7-2 11 0,-6 4 31 0,-3 2-50 16,0 4 26-16,-3 2-24 0,2 4 0 0,0 5-12 15,0-2 38-15,4 3-21 0,2 0-183 16,1 4 90-16,3 7 49 0,3-2 20 16,2 5-194-16,2-4 95 0,0 1 55 0,0-4-529 15,0 3 282-15,9-5 131 0,7-2 81 0,0-3-492 16,3 0 282-16</inkml:trace>
  <inkml:trace contextRef="#ctx0" brushRef="#br0" timeOffset="71191.34">14027 12029 2686 0,'13'-14'0'0,"4"9"0"0,7 3 0 0,-1-1 0 0,-4 3 0 0,1 0 0 0,1 10 0 0,0 10 0 0,3 12 0 0,-1 5 0 0,-4 7 130 0,-1 15 735 15,-8-7-615-15,-4 25-250 0,-6-4 0 0,0 3 0 16,-12 3 0-16,-12 11 0 0,-6-12 0 0,-19 23 0 16,-13 11 0-16,-9-2-115 0,-12 7-334 0</inkml:trace>
  <inkml:trace contextRef="#ctx0" brushRef="#br0" timeOffset="74756.64">8937 14798 716 0,'-6'-8'0'0,"-4"8"0"0,3 0 0 0,6 0 0 0,-2 0 0 0,2 0 0 0,-1 0 0 0,2 0 0 0,-2 0 0 0,2 0 0 0,0 0 67 0,0 0 281 0,0 0-149 0,0 0-74 0,0 0 71 0,0 0-61 15,2 0-49-15,4 0 1 0,5 0 142 0,-2 0-89 16,4 0-46-16,-3 0 13 16,5 0 45-16,-2 0-52 0,2 0 1 0,-1 0 133 15,-1 0-92-15,2 0-33 0,-2 0-14 0,1 0 160 16,2 0-103-16,0-1-90 0,1-2-62 0,2-4 0 15,0 0 0-15,0 0 0 0,-1-1 0 0,3 1 0 16,-2-4 0-16,1 3 0 0,-1 0 0 0,1 0 0 16,0 1 0-16,2-1 0 15,-1 2 0-15,-1 1 0 0,1 0 0 0,3 1 0 16,-5 2 0-16,2-2 0 0,2 3 0 0,-2-2 0 16,1 2 0-16,4-2 0 0,2 2 0 0,2-1 0 15,1 0 0-15,3-1 0 0,-1-3 0 0,4 2 0 16,0-1 0-16,6-1 0 0,-10 0 0 0,5 2 0 15,0-2 0 1,-1 3 0-16,1-1 0 0,-1 3 0 0,0-4 0 0,2 4 0 0,-2-2 0 0,6 3 0 16,-1-3 0-16,-8 0 0 0,5 2 0 15,-2-1 0-15,2 0 0 0,-2-1 0 0,0 1 0 0,0 0 0 16,4-1 0-16,-2 2 0 16,5 0 0-16,-1-2 0 0,1 2 0 0,-1 1 0 15,4-2 0-15,-6 2 0 0,8 0 0 0,-6 0 0 16,1 0 0-16,-8 0 0 0,8 0 0 0,-6 0 0 15,7 0 0-15,-2 0 0 0,1 0 0 0,0 0 0 16,2 0 0-16,-3 0 0 0,11 0 0 0,-3 0 0 16,0 0 0-16,1-2 0 0,3 2 0 0,-3-2 0 15,5 0 0-15,-3 1 0 0,3-2 0 0,-2 1 0 16,5 1 0-16,7-1 0 16,-5 0 0-16,0 0 0 0,0-1 0 0,-2 2 0 15,-6 1 0-15,14-1 0 0,-6 1 0 0,2 0 0 16,3 0 0-16,6 0 0 0,-7 0 0 0,15 0 0 15,-8 0 0-15,1 0 0 0,0 0 0 0,0 0 0 16,3 0 0-16,13 0 0 0,-17 0 0 0,6 0 0 16,1 0 0-16,0 0 0 0,3 0 0 0,-3 0 0 15,17 0 0-15,-8 0 0 0,1 0 0 0,0 0 0 16,-10 0 0-16,21 0 0 0,-7 0 0 16,7 0 0-16,-1 0 0 0,-1 0 0 15,-7 0 0-15,25 0 0 0,-10 0 0 0,7 0 0 16,0 0 0-16,-2 0 0 0,1 0 0 0,0 0 0 15,18 0 0-15,-13 0 0 0,-13 0 0 0,12 0 0 16,1-3 0-16,19 3 0 0,-10-1 0 16,-3 1 0-16,0-2 0 0,0 2 0 0,-2 0 0 0,23-2 0 15,-14 0 0-15,1 0 0 0,5 0 0 16,0 1 0-16,-19-2 0 0,27 2 0 16,-14-1 0-16,9-1 0 0,-4 2 0 0,-3-1 0 15,-14 0 0-15,35-2 0 0,-11 2 0 0,-6-1 0 16,2-1 0-16,-4 2 0 0,-5 0 0 0,18 0 0 15,-12 0 0-15,-5 2 0 0,8 0 0 0,-4 0 0 16,-18 0 0-16,25 0 0 0,-13 0 0 0,6 6 0 16,-6-2 0-16,-2 3 0 0,-12-3 0 15,27 4 0-15,-8-1 0 0,-6 1 0 16,0-1 0-16,-3 1 0 0,-4 3 0 0,24-1 0 16,-16-1 0-16,-1-1 0 0,2 5 0 0,3-5 0 15,-15 2 0-15,23 1 0 0,-14 1 0 0,7-1 0 16,5-1 0-16,-17-1 0 0,28 0 0 0,-10-2 0 15,7 2 0-15,-2-4 0 0,-2 1 0 0,-17-4 0 16,37 5 0-16,-18-3 0 0,-4 2 0 16,-2 1 0-16,4-3 0 0,-16 2 0 15,22-1 0-15,-19-1 0 0,-1-1 0 0,2 5 0 0,0-5 0 16,-19 3 0-16,27 1 0 0,-15-1 0 0,7 0 0 16,-5 2 0-16,-17-3 0 0,11 0 0 15,13 1 0-15,-6 0 0 0,-5 0 0 0,-18-1 0 16,13 0 0-16,-2 2 0 0,13-4 0 0,-24 1 0 15,7 0 0-15,-8 0 0 0,0-3 0 0,-16 1 0 16,18 1 0-16,-12-2 0 0,-19-1 0 0,8 2 0 16,-6-2 0-16,-9 0 0 0,13 0 0 0,-4 0 0 15,-1 0 0-15,-3 0 0 16,-7 0 0-16,-12 0 0 0,4 0 0 0,-8 0 0 16,-12 0 0-16,0 0 0 0,-4 0 0 0,-10 0 0 15,-1 0 0-15,-10 0 0 0,2 0 0 0,-6 0 0 16,-4 0 0-16,-2 0 0 0,0 0 0 0,-2 0 0 15,-7 0 0-15,-13 0 0 0,-15 3 0 0,-5 6 0 16,-20 9-713-16,-11 9 274 0</inkml:trace>
  <inkml:trace contextRef="#ctx0" brushRef="#br0" timeOffset="89760.55">10951 15384 3546 0,'-5'0'0'0,"2"0"0"0,-1 2 0 0,-1 5 0 0,1 8 0 0,0 4 0 0,1 6 0 0,-1 5 0 0,1 1 0 0,0 7 0 0,-1 1 332 0,0 12-279 0,1-4-53 16,-3 4 0-16,1 1 0 15,-2 3 0-15,-2 3 0 0,2-1 0 0,-2-3 0 0,-3 0 0 16,3-3 0-16,-2-6 0 0,3-9 0 0,0-3 0 16,1-4 0-16,2-8 0 0,-2-1 0 0,4-7 0 15,-1-3 0-15,0-5 0 0,3-3 0 0,-3-2 0 16,0 0 0-16,1 0 0 16,1-11 0-16,2-11 0 0,0-7-82 0,0-12-352 15,4-4 193-15,6-7-251 0,1-5 211 0,5-13 122 0,-5 9-451 16,1-2 282-16,-7 11 139 0,2-3 71 15,-3 10-85-15,0-5 84 0,-3 14 35 0,1 3 0 16,1 0 248-16,-3 3-106 0,0 6-65 0,0 3 426 16,2 5-233-16,0 4-117 0,-2 2-59 0,2 5 252 15,1 0-33-15,1 3-117 0,1 2 445 0,4 0-254 16,1 4-128-16,1 10-51 0,3 5 282 0,1 3-179 16,2 7-97-16,-2 1-130 0,5 7 0 0,-5-7 0 15,6 12 0-15,0-4 0 0,-1 1 0 16,-1-2 0-16,-1 1 0 0,-2-8 0 15,3 6 0-15,-4-2 0 0,0-4 0 0,-4-2 0 16,0-2 0-16,-1-9 0 0,-1 3 0 0,-2-5 0 16,-1-5 0-16,-3-2 0 0,2-6 0 0,-1 2 0 15,-1-4 0-15,3-4 0 0,-1-13 0 0,1-10 0 16,2-3 0-16,-3-8 0 0,5-8 0 16,-5-3 0-16,0-2 0 0,4-5 0 0,-4 0 0 0,1 1 0 15,1 3 0-15,-2 4 0 16,0 11 0-16,0-2 0 0,-1 5 0 0,0 11 0 15,-2-1 0-15,-1 6 0 0,1 8 0 0,0 0 0 16,0 6 0-16,-2 2 0 0,0 0 0 0,0 2 0 16,2 0 0-16,4 0 0 0,-1 14 0 0,1 3 0 15,3 7 0-15,3 3 0 0,-3 4 0 0,6 8 0 16,0 2 0-16,-2-8 0 0,4 14 0 0,-2-4 0 16,0 2 0-16,0-2 0 0,-3 1 0 0,-1 3 0 15,0-2 0-15,-3 0 0 16,-3 0 0-16,1-2 0 0,-1 0 0 0,-3-11 0 15,2 2 0-15,-3-12 0 0,2 1 0 0,-1-6 0 16,0-6 0-16,0-3 0 0,-2-5 0 0,0-1 0 16,0-2 0-16</inkml:trace>
  <inkml:trace contextRef="#ctx0" brushRef="#br0" timeOffset="90084.1">11587 16227 216 0,'10'-11'0'0,"1"-3"-1"0,2-2 1 0,2-5 0 0,-4 5 0 0,7-7 0 0,-6 2 0 0,0 3 0 0,-1-1-1 0,0 0 1 0,-3 4-137 0,0 3 60 0,-3 2 77 0,0 0 0 16,1 5 0-16,-3 1 0 0,-1 2 0 0,3-1 402 15,-1 3-248-15,1 0-101 0,0 9 684 16,1 1-371-16,2 6-55 0,1 2-140 0,4 3 483 0,-1 1-303 16,1-1-152-16,2 2-76 0,-2-6 287 0,6 6-410 15,-4-8 0-15,4-1 0 0,-3-2 0 0,1-3 0 16,-2-3 0-16,2-3 0 0,-2-3 0 0,0 0 0 16,-2 0 0-16,1-7 0 0,-3-7 0 0,-2-2 0 15,-1-4 0-15,-2 0 0 16,-5 0 0-16,1-3 0 0,-2 0 0 0,0-2 0 15,0 0 0-15,-7 3 0 0,-3-3 0 0,-1 5 0 16,-2 2 0-16,1 2 0 0,-2 2 0 0,0 7 0 16,0 1 0-16,-2 4 0 0,0 2 0 0,0 0 0 15,0 9 0-15,-3 9 0 0,2 2 0 0,2 2 0 16,2-1 0-16,-1 7 0 0,3-5 0 16,4-1 0-16,1-1 0 0,4 2 0 15,0 0 0-15,2-3 0 0,0-1 0 0,0 2 0 0</inkml:trace>
  <inkml:trace contextRef="#ctx0" brushRef="#br0" timeOffset="92111.66">20822 6041 2753 0,'-7'0'0'0,"3"0"0"0,2 0 0 0,0 0 0 0,2 0 0 0,0 0 0 0,0 0 0 0,0 0 0 0,0 0 0 0,4 0 0 0,7 0 96 0,5 0-27 16,-2 0 11-16,3 0 132 0,2 0-85 15,0 0-42-15,-3 0 0 0,3 0 110 0,-3 2-82 16,-2 0-35-16,-1 0-40 0,3 0-38 0,0 1 0 15,1 1 0-15,1-1 0 0,0-2 0 16,5 4 0-16,1-4 0 0,3-1 0 16,-5 2 0-16,8 0 0 0,-2-2 0 0,-2 1 0 0,1 3 0 0,1-2 0 15,0 2 0-15,1 0 0 16,1 1 0-16,-2 1 0 0,1 1 0 0,1 0 0 16,5 1 0-16,-2 0 0 0,5 0 0 0,3 1 0 15,1-4 0-15,2 2 0 0,4-2 0 0,-2-2 0 16,2 2 0-16,-2-1 0 0,0-1 0 0,0 0 0 15,-7 1 0-15,9-2 0 0,-5 2 0 0,0-2 0 16,-2 1 0-16,0 0 0 0,-1-2 0 16,9 2 0-16,-4 0 0 0,0-1 0 0,1 0 0 0,-4 0 0 15,-1-2 0-15,10 2 0 0,-1-2 0 16,-4 0 0-16,5 0 0 0,-3 0 0 0,-2 0 0 0,9 0 0 16,-3 0 0-16,-3 0 0 15,2 0 0-15,-1 0 0 0,1 0 0 0,-3 1 0 16,0 1 0-16,-5 0 0 0,0 0 0 0,0 1 0 15,-7-1 0-15,2 1 0 0,-1-3 0 0,3 1 0 16,-3 1 0-16,0-2 0 0,0 2 0 16,-2-2 0-16,-1 0 0 0,0 0 0 15,-1 0 0-15,1 0 0 0,-2 0 0 0,0 0 0 0,0 0 0 0,-2 0 0 16,2 0 0-16,-1 0 0 0,2 0 0 0,-2 0 0 16,4 0 0-16,6 0 0 15,-2 0 0-15,2 0 0 0,-2 0 0 0,5 0 0 16,-2 0 0-16,-1 0 0 0,0 0 0 0,3 0 0 15,-9 0 0-15,12 0 0 0,-5 0 0 16,-1 0 0-16,2 0 0 0,-5 0 0 0,10-2 0 0,-2 2 0 16,-2-2 0-16,0 1 0 0,-1-2 0 0,-6 1 0 15,3 1 0-15,-2-1 0 0,-3-2 0 0,-1 1 0 16,2 1 0-16,-4-2 0 0,-1-1 0 16,1 4 0-16,-2-1 0 0,2 1 0 15,-2-2 0-15,0 2 0 0,0-1 0 0,0 0 0 16,-1 0 0-16,-1 2 0 0,-2 0 0 0,-1-2 0 15,-1 2 0-15,-1 0 0 0,-1 0 0 0,-4 0 0 16,2 0 0-16,-5 0 0 0,0 0 0 0,-6 0 0 16,3 0 0-16,-3 0 0 0,-2 0 0 0,-1 0 0 15,2 0 0-15,-3 2 0 16,-1 0 0-16,0-2 0 0,-2 0 0 0,-1 0 0 0,1 2 0 16,-1-2 0-16,-1 0 0 0,0 0 0 15,0 0 0-15,0 0 0 0,0-6 0 0,0-3 0 16,-1-3 0-16,-6 1 0 0,-4-2 0 0,-1 2 0 15,-8-2 0-15,-3 3 0 0,-14 8 0 0</inkml:trace>
  <inkml:trace contextRef="#ctx0" brushRef="#br0" timeOffset="93513.13">12459 15544 3425 0,'-3'0'0'0,"2"0"0"0,1 0 0 0,0-2 0 0,0-2 0 0,12-1 0 0,6-1 0 0,6-2 0 0,3 2 0 0,1 1 0 0,4 1 384 0,3 1-262 0,1-1-122 15,2 1 0-15,-2 2 0 0,-1-3 0 0,1 3 0 16,-2-1 0-16,-1-1 0 0,-4 2 0 16,-7 0 0-16,3 1 0 0,-7 0 0 0,0 0 0 15,-8 0 0-15,0 0 0 0,-2 0 0 0,-5 0 0 16,-1 0 0-16,0 0 0 0,0 0 0 0,-2 0 0 15,0-3-398-15,0-2 128 0,0-3 105 0,0 2 68 16,0-6-294-16,-2 3 175 0,-2-2 89 0,-1-4-585 16,1 3 326-16</inkml:trace>
  <inkml:trace contextRef="#ctx0" brushRef="#br0" timeOffset="93729.52">12911 15273 1982 0,'-7'-8'0'0,"0"4"0"0,3-1 0 0,2 3 0 0,2-3 0 0,0 1 0 0,0 0 0 0,11 2 0 0,8 1 0 0,5-1 0 0,1 2 397 15,1 0-179-15,-1 0-79 0,8 9 330 0,-6 2-215 16,1 3-107-16,-4 2-54 0,0 2 139 0,-5-3-232 16,1 5 0-16,-4-3 0 0,-5 2 0 0,-1-2 0 15,-5 2 0-15,-3 1 0 0,-2-1 0 0,0 4 0 16,-11-3 0-16,-6 3 0 16,-2-5 0-16,1-1 0 0,-7 4 0 0,2-3 0 15,1-3 0-15,0 3 0 0,-1-3 0 0,2-4-443 16,-5 4 162-16,2-6 121 0,-3 1-733 0,-1-3 427 15,0-3 213-15</inkml:trace>
  <inkml:trace contextRef="#ctx0" brushRef="#br0" timeOffset="94109.56">12722 15719 2191 0,'-8'1'0'0,"3"5"0"0,1-2 0 0,1 2 0 0,3-1 0 0,0 3 0 0,0 1 0 0,0 2 0 0,3 4 0 0,1 3 0 0,5 9 320 0,-2 0-140 15,-1 4 181-15,0 5-161 0,-2 5-80 0,-2-3-30 16,-2 7 374-16,0-12-459 0,0 7-5 0,0-6 0 15,-4 0 0-15,-1-11 0 0,0 0 0 0,1-6 0 16,1-5 0-16,-1-3 0 0,2-6 0 0,-1-2 0 16,-1-1 0-16,4-1 0 0,0-17 0 0,0-6 0 15,2-3 0-15,9-3 0 0,4-3 0 0,2-1 0 16,4-7 0-16,-1 5 0 0,-3 8 0 0,4-3 0 16,-3 4 0-16,1 3 0 15,-4 6 0-15,2 1 0 0,-4 6 0 0,1 3 0 16,-7 5 0-16,2 1 0 0,3 2 0 0,-5 0 0 15,2 9 0-15,-2 6 0 0,2 8 0 0,-4 0 0 16,2 2 0-16,-1 1 0 0,0 3 0 16,2 1 0-16,-1-4 0 0,4 3 0 0,-1-5 0 0,3 0 0 15,-3-5 0-15,4 0 0 0,3 2 0 0,-2-6 0 16,0-2 0-16,2 0 0 16,0-3 0-16,0-1 0 0,0-2 0 0,1-4 0 15,1-2 0-15,0-1 0 0,2 0 0 0,0 0 0 16,-1 0 0-16,2-1 0 0,3-5 0 0,-4-2-320 15,-1 1 63-15,-1-5-871 0</inkml:trace>
  <inkml:trace contextRef="#ctx0" brushRef="#br0" timeOffset="94465.84">12237 16293 2610 0,'0'-12'0'0,"2"6"0"0,-1 0 0 0,2 0 0 0,1 2 0 0,0 1 0 0,-1 1 0 16,1 2 0-16,-1 0 0 0,1 0 0 0,0 7 169 0,-2 8-70 0,-2 8-30 0,0 5 77 0,-15 13-53 15,-6 10-27-15,-1 2 10 0,-10 19-602 0,-6 14 278 16</inkml:trace>
  <inkml:trace contextRef="#ctx0" brushRef="#br0" timeOffset="107176.4">17723 17906 2259 0,'-2'-9'-5'0,"-2"2"-6"0,2-3 3 0,0 3 1 0,-1-8-8 0,-1 5 4 0,1 0 3 0,-1-1 2 0,0 2 4 0,0-1 2 0,-2 1 138 0,3 2 132 0,-3 2-82 16,2-1-67-16,1 4-1 0,1 0 313 16,-2-1-181-16,0 3-91 0,-2 0-99 0,3 0-62 15,-3 0 0-15,1 0 0 0,1 0 0 0,-1 5 0 16,4-3 0-16,-1-2 0 0,2 2 0 0,0-2 0 16,-2 0 0-16,2 0 0 0,0 0 0 0,0 1 0 15,0-1 0-15,0 4 0 0,0-2 0 0,2 0 0 16,6 2 0-16,-1-2 0 0,1 1 0 15,1-1 0-15,-1 0 0 0,3 1 0 16,-2-3 0-16,1 1 0 0,-1-1 0 0,0 0 0 16,1 0 0-16,-2 0 0 0,1 0 0 0,0 0 0 15,1 0 0-15,-1 0 0 0,4 0 0 0,0 0 0 16,0 0 0-16,3 0 0 0,-2 0 0 0,4 0 0 16,-2 0 0-16,1-1 0 0,0-2 0 0,0 1 0 15,0-2 0-15,0 3 0 0,2-4 0 0,-3 4 0 16,2-3 0-16,0 3 0 0,1-2 0 0,2 2 0 15,-1-1 0-15,1 2 0 0,2 0 0 0,-2 0 0 16,6-2 0-16,-2 2 0 16,-1-2 0-16,3-1 0 0,-7 3 0 0,4-1 0 15,1-2 0-15,3 2 0 0,-3-1 0 0,-1 1 0 16,0-2 0-16,2 2 0 0,-1-2 0 0,-4 0 0 16,1 1 0-16,1 1 0 0,-1-1 0 0,-1-1 0 15,-1 2 0-15,3-2 0 0,-2 1 0 0,1 1 0 16,1-2 0-16,1 2 0 0,1 0 0 15,-5-2 0-15,7 2 0 0,-6-1 0 16,7-2 0-16,-4 1 0 0,-4-2 0 0,3 2 0 16,5-3 0-16,-7 2 0 0,3 1 0 0,-3-2 0 15,2 1 0-15,-3 3 0 0,3-1 0 0,-2 0 0 16,-1 1 0-16,1-1 0 0,1 2 0 0,-1-2 0 16,-1 2 0-16,1 0 0 0,2 0 0 0,-3 0 0 15,3 0 0-15,0 0 0 0,0 0 0 0,-2-2 0 16,2 2 0-16,0-2 0 0,1 0 0 0,-1 1 0 15,-1-2 0-15,1 2 0 0,-3-1 0 0,1-1 0 16,0 3 0-16,-1 0 0 16,1-1 0-16,0 1 0 0,1 0 0 0,-1 0 0 15,2 0 0-15,3 0 0 0,-2 0 0 0,-1 0 0 16,7 0 0-16,-2 0 0 0,0 0 0 0,2 0 0 16,2 0 0-16,0 1 0 0,0 4 0 0,-2-1 0 15,0-1 0-15,0 3 0 0,-2-1 0 16,-3-2 0-16,5 6 0 0,-3-3 0 15,-2-2 0-15,1 1 0 0,1 1 0 0,-3-3 0 16,8 1 0-16,-3-2 0 0,1-1 0 0,0 2 0 16,0-3 0-16,2 1 0 0,1-1 0 0,1 0 0 15,4 0 0-15,-3 0 0 0,3 0 0 0,-2 0 0 16,1 0 0-16,-1 0 0 0,3 0 0 0,-1 0 0 16,5 0 0-16,-7 0 0 0,9 0 0 0,-4-1 0 15,-2-2 0-15,3 3 0 0,1 0 0 0,-4 0 0 16,11 0 0-16,-8 0 0 0,2 0 0 0,-3 0 0 15,-5 0 0-15,11-1 0 16,-6 1 0-16,0 0 0 0,3 0 0 0,0 0 0 16,-2 0 0-16,10-2 0 0,-1 2 0 0,2-3 0 15,-3 3 0-15,3-1 0 0,-10 1 0 0,14-2 0 16,-8 1 0-16,-1 1 0 0,1-3 0 0,1 3 0 16,-8-2 0-16,15 2 0 0,-6-1 0 15,3 1 0-15,-3-2 0 0,0-1 0 0,-8 3 0 0,9 0 0 16,-5 0 0-16,0-1 0 0,2 1 0 15,0 0 0-15,2 0 0 0,-1-2 0 16,3 2 0-16,2-1 0 0,-7 1 0 0,3-3 0 16,-10 3 0-16,8 0 0 0,-8 0 0 0,1 0 0 15,-3 0 0-15,0 0 0 0,-2 0 0 0,7 0 0 16,-3 3 0-16,2 0 0 0,3-2 0 0,3 4 0 16,-8-4 0-16,12 1 0 0,-7 1 0 0,0-2 0 15,0 2 0-15,0-3 0 0,-5 3 0 0,10-1 0 16,-3-1 0-16,0 2 0 0,0-3 0 0,5 1 0 15,0 0 0-15,-1-1 0 16,1 0 0-16,-4 0 0 0,-1 3 0 0,1-3 0 16,-8 0 0-16,10 0 0 0,-6 0 0 0,2 1 0 15,2-1 0-15,2 2 0 0,2 1 0 0,0-2 0 16,4 2 0-16,-4-3 0 0,3 2 0 0,1-2 0 16,-1 0 0-16,8 0 0 0,-4 0 0 0,-1 0 0 15,5 0 0-15,3 0 0 0,-11 0 0 0,14 0 0 16,-16 0 0-16,4 0 0 0,-2-2 0 15,-2 2 0-15,1 0 0 0,0 0 0 16,1 0 0-16,2 0 0 0,-2 0 0 0,-1 0 0 16,-2 0 0-16,-3 2 0 0,0-1 0 0,1 1 0 15,-3-2 0-15,3 2 0 0,-3-1 0 0,3-1 0 16,0 3 0-16,-3-2 0 0,2 2 0 0,-9-2 0 16,6 1 0-16,-13 2 0 0,3-3 0 0,-1 4 0 15,-3-3 0-15,1 1 0 0,-2 1 0 0,1 0 0 16,2 0 0-16,-1-2 0 0,2 1 0 0,1 1 0 15,6 0 0-15,-2-3 0 16,-1 1 0-16,-5 0 0 0,6 0 0 0,-4 0 0 16,-1-1 0-16,-3 2 0 0,0-1 0 0,0 0 0 15,-1-1 0-15,0 1 0 0,0 0 0 0,-2 0 0 16,1 0 0-16,1 1 0 0,0-1 0 0,-1 0 0 16,2 3 0-16,1-4 0 0,-1 0 0 0,0 3 0 15,-1-3 0-15,0-1 0 0,-1 1 0 0,2 2 0 16,-3-2 0-16,0 1 0 0,2-2 0 15,-6 2 0-15,6-2 0 0,-3 2 0 16,-4-2 0-16,1 0 0 0,1 0 0 0,-4 0 0 16,2 0 0-16,3 0 0 0,-5 0 0 0,2 0 0 15,-2 0 0-15,-2 0 0 0,-1 0 0 0,-3 0 0 16,-2 0 0-16,-2 0 0 0,-3 0 0 0,-3 0 0 16,3 0 0-16,-7 0 0 0,1 0 0 0,-3 0 0 15,2 0 0-15,-2 0 0 0,0 0 0 0,-1 0 0 16,0 0 0-16,0 0 0 15,0 0 0-15,0 0 0 0,0 0 0 0,0 0 0 16,3 0 0-16,-1-4 0 0,-2-3 0 0,0 0 0 16,0-5 0-16,0 1 0 0,0-1 0 0,-5 1 0 15,-5 2 0-15,-8 0 0 0,-2-1 0 0,-4 3 0 16,5 3 0-16,-3-2-13 0,14 4-999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2:56:40.7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5004 7339 1135 0,'0'0'-2'0,"0"0"0"0,0 0 1 0,0 0 0 0,0 0 1 0,0 0-1 0,0 0 1 0,0 0 0 0,0 0 0 0,0 0 0 0,0 0 37 0,0 0-1 15,0 0 20-15,0 0-18 0,0 0 8 0,0 0 42 16,0 0-48-16,0 0 1 0,0 0 5 16,0 0-4-16,0 0 9 0,0 0-10 0,0 0 45 15,0 0-41-15,0 0-2 0,0 2 2 0,0 0 37 16,-2 4-38-16,-2 1 0 0,1-2 0 0,-1 5 5 16,-2-1-5-16,1 1 12 0,-3 1-35 0,1 0 23 15,-1 2 0-15,1 0 0 0,-3 1 3 0,2 1 8 16,-4 0-11-16,0 2-51 0,1-1 51 15,-3 5-8-15,1 0 7 0,-1-2-49 0,-2 7-10 16,-1-1 45-16,-3 2 7 0,1 1-48 0,0 1 0 16,-4 3 41-16,-4 3-58 0,2-1 44 0,-1 3 7 15,0-2-19-15,0 2-37 0,-1-4 25 16,-5 11-4-16,2-6-23 0,0 3 46 0,-1 1-8 16,-1 0 6-16,-1 4 22 0,-2-3-23 0,1 2-4 15,0 2 4-15,-1-2 37 0,-2 0 0 0,-2 2-30 16,4-2 28-16,-1 0-24 0,0-1-5 0,2-3 14 15,1 2-14-15,-1 0 17 0,0 0-14 0,-2 0 16 16,1 0-12-16,2 3 3 16,-3-1-2-16,1 0 58 0,1-2-58 0,1-2 0 15,3 1 1-15,0-3-9 0,3-7 13 0,-2 5-4 16,6-8-2-16,0 0-32 0,2 0 2 0,4-3 26 16,1-3-15-16,0 1 15 0,1-6 1 0,5-2-32 15,-1 1-1-15,4-4 29 0,2-4 5 0,0 1-37 16,2-3 0-16,-2 1 21 0,0-2 6 0,5-3-87 15,-3 1 41-15,3-1-9 0,-2-3-122 0,2 0 73 16,0 2 42-16,0-2 10 16,0 0-307-16,0 0 160 0,0 0 74 0,0 0-159 15,0 0 116-15,0 0 58 0,0 0 18 0,2-10 11 16,6-10 27-16</inkml:trace>
  <inkml:trace contextRef="#ctx0" brushRef="#br0" timeOffset="294.77">3493 8960 1850 0,'0'0'0'0,"0"0"0"0,0 0 0 0,0 0 0 0,0 0 0 0,0 1 0 0,0 10 0 0,0 3 0 0,0 3 0 0,0 5 0 0,0 7 141 0,0 0-49 0,-2 3 0 0,-5 2 62 15,2 2-55-15,-2-3-17 0,-2 3-11 16,2-2-14-16,-3 0-13 0,0-2-1 0,-2-1 48 15,-1 2 12-15,3-4-60 0,-2-5 1 16,4-6 57-16,-4 3-28 0,6-6 0 16,0-2-19-16,3-3 47 0,0-3-29 0,3-1 0 15,0-3 19-15,0 1-47 0,0-2 10 0,10-2-11 16,5 0-62-16,5 0 31 0,3-2 0 0,5-11-191 16,8-8 99-16,4 0 60 0,2-7 12 0,5-1-630 15,10-9 291-15,-7 5 161 0,15-9 39 0,7-7-665 16</inkml:trace>
  <inkml:trace contextRef="#ctx0" brushRef="#br0" timeOffset="1349.72">5073 7395 979 0,'-5'0'0'0,"1"0"0"0,2 0 0 0,0 0 0 0,2 0 0 0,-2 0 0 16,2 0 0-16,0 0 0 0,0 0 0 0,0 0 0 0,0 0 83 0,2 2 1 0,2-2-33 0,2 0 50 16,0 2-30-16,1-2 0 0,0 0-30 0,1 0 45 15,2 0-35-15,-3 0-10 0,5 0 1 0,-1 0 21 16,-1 0-22-16,5 0 0 0,-5 0 11 0,5 0-41 16,0 0 0-16,3 0 30 0,-2 0-57 0,5-2 29 15,-1 0 10-15,7 1 18 0,-2-2-23 16,3 2 19-16,-1-1-37 0,3 0-69 15,-4-2 41-15,7 2 21 0,-3 1-23 0,0-3 17 0,2 0-11 16,2 0 35-16,-1 1-11 0,3-4 56 0,-1 4-50 16,1-2 4-16,2 1 34 0,0-2-34 15,-1 2 7-15,-2-2 22 0,9 1-24 0,-5-1-2 0,1 1 5 16,-1 0 10-16,-5 3-6 0,11-5-6 0,-11 2 5 16,12-1-3-16,-7 3 2 0,0-1-2 0,-4-2-13 15,9 1 12-15,-4 0-1 0,-5 3 1 16,9-3-23-16,-5 3 22 0,-2-1 4 0,9-1-43 0,-11 2 37 15,4 0 0-15,-1 0-4 0,-1 0-27 16,-1 0-1-16,-1 2 29 0,-2 0-5 16,1 0-28-16,-1-1 25 0,4 1 5 0,-4-3-35 15,0 2 0-15,1 0 24 0,3-2 5 0,-4 1-16 16,3 0 14-16,-1-2-6 0,2 0 40 16,-4 1-1-16,1 1-33 0,-3-2 0 0,1 2 28 15,-7 1-23-15,8-1-3 0,-6 0 6 16,1 0-23-16,-1 2 22 0,1-2-2 0,-5 2-11 15,7 0 11-15,-5-1 3 0,4 1-3 0,-5-2-50 0,2 2 49 16,-3-2-4-16,6 2-16 16,-4 0 16-16,0-3 0 0,-4 3-8 0,0 0 11 15,-1 0-5-15,-1 0 0 0,-1 0 0 0,-1 0 9 16,-1 0-8-16,0 0 0 0,0 0 0 0,-2 0 10 16,2 0-10-16,1 3 5 0,-5-1 31 0,6 0-33 0,-3-1 0 15,1 1 9-15,1 0-9 0,-4 0 3 0,5 0-2 16,-4-1-10-16,2 1 10 0,-4 1 1 0,3-3 0 15,0 0-16-15,0 1 14 0,0-1 1 0,0 0 0 16,-1 0-39-16,1 0 37 16,0 0-4-16,-2 2-38 0,-2-2 36 0,4 0 3 15,-1 2-39-15,-3-2-1 0,-2 1 32 0,1 2 3 16,0-3-56-16,-4 1 53 0,1-1-7 0,3 2 6 16,-6-2 1-16,0 0-4 0,1 2-9 0,-1-2 8 15,-2 0 25-15,-1 0-24 0,1 0 0 16,0 0-68-16,0 0 29 0,-2 0 3 15,0 0 33-15,0 0-78 0,0 0 34 0,0 0 0 16,0 0-224-16,0-2 127 0,0-1 58 0,-4-5 29 16,2 1-313-16,1-2 172 0</inkml:trace>
  <inkml:trace contextRef="#ctx0" brushRef="#br0" timeOffset="1591.78">8393 7021 1348 0,'0'0'0'0,"0"0"0"0,0 0 0 0,0 0 0 0,7 3 0 0,6 0 0 0,4 1 0 0,1 1 0 0,7 4 0 0,0-3 0 0,3 0 171 0,2 0-70 15,0 1-30-15,2 1 0 0,-2 0 60 0,-2 1-45 16,-3-2 10-16,-3 2-55 0,1 1 39 0,-6 0-39 16,-3 0 1-16,-1 2 47 0,-2-1-10 0,-6 0-38 15,-2 0 40-15,-1 1 0 0,-2 3-40 16,-2 0 10-16,-17 6 20 0,0 1 0 0,-14 6-30 15,-2 1 1-15,-16 8-123 0,1-1 71 16,-28 17 21-16,-3-3 0 0,-11 8-648 0,-24 15 294 16</inkml:trace>
  <inkml:trace contextRef="#ctx0" brushRef="#br0" timeOffset="2701.73">5020 4899 1455 0,'0'0'0'0,"0"0"0"0,0 3 0 0,0 4 0 0,0 4 0 0,0 1 0 0,0 4 0 0,0 0 0 0,1 5 0 0,1 1 0 0,0 0 76 0,0 1 38 0,-2 4-40 0,1-3-1 15,1 0-31-15,0 2 27 0,0 0 0 0,0-1-16 16,2 6-11-16,-1 0 22 0,-1 1-22 15,0-2 0-15,2 2 0 0,-2 0 53 0,0 1-11 16,-1-1-42-16,1 2 0 0,0 2 31 0,0-1-21 16,0 2-10-16,-1-2 8 0,-1 4-7 15,0-2-1-15,0 7 34 0,0-9 10 0,0 3-44 0,3 0 0 16,-1 0-8-16,1-3 8 0,2 0 0 0,-2 1 11 16,2-2-41-16,1 0-1 0,2-2 31 0,-4 0 0 15,2 2-73-15,-3-2 39 0,1 3-10 0,-3 0 17 16,1 0 17-16,0 0-11 0,-2 1 9 15,0-1 55-15,0 1-7 0,0-1-54 16,0-2 36-16,0 2 2 0,0-1-29 0,0-2 15 16,0 1-44-16,0-3 39 0,0 0-6 0,0-3 1 15,0 0-38-15,0 0 0 0,3 2 0 0,-3-2 0 16,2 1 0-16,-2 0 0 0,3-1 0 0,-3-2 0 16,3 5 0-16,-3-3-7 0,1 0-28 0,1 0 49 15,0 0-1-15,0-2-8 0,-1 3-23 16,1-5-1-16,0 2 14 0,0-3 6 0,-1 1-19 15,1 0 18-15,3 3-1 0,-3 0-43 0,-1-1-1 16,1-5 42-16,-2 1-9 0,0 0 7 16,0-4-5-16,0 1 5 0,0-3-7 0,0-1 9 15,0-5-3-15,0 1 1 0,0-1-19 0,0-4 20 16,0 1-2-16,0-2-46 0,0-1-1 16,0 0 43-16,0-3 1 0,0 1-49 0,0-1-2 0,0 0 48 15,0 0-153-15,0 0 63 0,0 0 31 0,-2 0-1 16,1 0-289-16,1-1 159 0,-2-13 80 15,2-7 29-15,0-7-481 0,0-13 267 16,0-8 132-16</inkml:trace>
  <inkml:trace contextRef="#ctx0" brushRef="#br0" timeOffset="2968.23">5143 4899 1506 0,'-9'0'0'0,"2"8"0"0,0-1 0 0,2 5 0 0,-2 1 0 0,-1 2 0 0,-2 2 0 0,0 4 0 0,-2 4 0 0,-1 0 0 0,1 6 90 0,-6 0 61 16,1 9-53-16,0-5-1 0,-1 3-154 0,6-6 60 15,-3 4-10-15,1 0-237 0,4-7 144 0,1-8 72 16,3 0 36-16,1-6-462 0,3-2 187 16</inkml:trace>
  <inkml:trace contextRef="#ctx0" brushRef="#br0" timeOffset="3128.49">5113 4891 2950 0,'9'8'0'0,"7"7"0"0,-6-5 0 0,5 2 0 0,-5-1 0 0,5-1 0 0,0 4 0 0,3-1 0 0,1 1 0 0,-1-2 0 0,0 3 194 0,6 0-75 0,-4 2-37 15,2 0-420-15,2 2 185 0,3 2 99 0,-2 7 49 16,0 7-951-16</inkml:trace>
  <inkml:trace contextRef="#ctx0" brushRef="#br0" timeOffset="4484.38">5270 7690 2216 0,'-7'-5'0'0,"4"-3"0"0,-3 5 0 0,2-1 0 0,-4 2 0 0,3 2 0 0,-1 0 0 0,-1 9 0 0,0 11 0 0,0 7 0 0,4 2 87 0,1 2 0 0,2 1-34 0,0 1 102 16,0-2-57-16,10-2-27 0,6-2-1 16,3-5 62-16,1-5-34 0,8 1-11 0,-1-9-8 15,3-5-36-15,0-4-1 0,-2 0 0 0,-6 0-21 16,5-10 21-16,-8-7 0 16,-2-2-42-16,-4-3 42 0,-6-1 11 0,-3-7-11 0,-1 4-26 15,-3-2 0-15,-3-2 26 0,-8 3-15 0,-5-1-13 16,-5 4-26-16,-2 1 45 0,-3 5-107 0,-4 4 50 15,-2 4 17-15,0 6 6 0,-1 4 11 16,-2 0 11-16,3 14-14 0,-3 11-903 0,7 3 420 16,3 5 206-16,-5 9 119 0,5 2-268 0,-1 1 188 15</inkml:trace>
  <inkml:trace contextRef="#ctx0" brushRef="#br0" timeOffset="4808.85">2440 10111 2190 0,'11'-19'0'0,"10"13"0"0,10-1 0 0,1-1 0 0,3 3 0 0,4 1 0 0,0 4 0 0,-2 0 0 0,1 1 0 0,-3 11 0 0,0 1 126 0,0 6-42 16,-4 2 124-16,-2-1-87 0,-5 5-39 15,-6-1-30-15,-4 4-9 0,-7 1 1 0,-5 2-40 0,-2 2 40 16,-4-4-1-16,-10 0 1 0,-5 0-99 16,-1-1 49-16,-6-4 11 0,4-3 39 0,-2-7-296 15,4-6 141-15,1-3 34 0,5-5 48 0,6 0-552 16,3-18 278-16,5-15 102 0,10-17-153 15</inkml:trace>
  <inkml:trace contextRef="#ctx0" brushRef="#br0" timeOffset="4946.76">3054 9835 3214 0,'0'0'0'0,"0"4"0"0,-11 17 0 15,-11 12 0-15,-6 5 0 0,0 5 0 0,-2 4 0 0,6 5 0 0,2-2 0 0,6-4 0 0,9-8 229 0,4-1-92 0,3-3 214 0,12-6-351 16,19-4 0-16,14-7 0 0,20-6 0 0,5-7 0 15,33-4 0-15,4-1 0 0,25-20-904 0</inkml:trace>
  <inkml:trace contextRef="#ctx0" brushRef="#br0" timeOffset="5284.11">9562 7438 3052 0,'-1'-3'0'0,"1"0"0"0,0 3 0 0,0 0 0 0,0 0 0 0,6 10 0 0,1 4 0 0,2 5 0 0,3 1 0 0,-1 2 0 0,3 7 106 0,2 1 152 0,-2 1-110 16,2 3-54-16,-3-1-27 0,0-4-365 0,-4-3 179 16,2 4 74-16,-1-6 42 0,-4-4-735 0,3-3 378 15,-2-4 190-15</inkml:trace>
  <inkml:trace contextRef="#ctx0" brushRef="#br0" timeOffset="5455.33">10102 7258 3553 0,'0'-4'0'0,"0"4"0"0,0 0 0 0,-6 0 0 0,-9 11 0 15,-4 15 0-15,-5 12 0 0,-10 17 0 0,-15 18 0 0,-6 10 0 0,-16 24 166 0,-2 5 46 0,-1-8-212 0,-25 37 0 16,-6 9 0-16,8-8 0 0,-4 1 0 0,4 4 0 0,7-15 0 15,-21 32 0-15,13-9 0 0,-5 2 0 16,-12 18-1143-16</inkml:trace>
  <inkml:trace contextRef="#ctx0" brushRef="#br0" timeOffset="6216.86">4342 4264 2227 0,'3'-16'0'0,"6"2"0"0,4-1 0 0,6-1 0 0,4 4 0 0,3 3 0 0,2 1 0 0,4 5 0 0,2 1 0 0,-1 2 0 0,-1 0 115 0,1 0-25 15,-6 10-11-15,-1 2-35 0,-4 6-1 0,-4 4 1 16,-3 2-1-16,-8 6 12 0,-6 4-44 0,-1 7 32 0,0 1 1 16,-15 1 87-16,-7 0-44 0,-1 3 128 15,0-4-92-15,-1 0-39 16,8-11 0-16,1 2-41 0,4-13 79 0,6-2-29 0,1 2-10 0,4-5-55 0,0-2-28 16,7-4 0-16,7-1 0 0,7-5 0 15,9-3 0-15,1 0 0 0,9 0-172 16,0-7 55-16,-7-6 79 0,6-2 14 15,-7-2 23-15,3 1-725 0,-7 0 346 0,-8 5 147 0,1 0-428 16,-7 5 298-16,-4 0 165 0,-6 0-280 16</inkml:trace>
  <inkml:trace contextRef="#ctx0" brushRef="#br0" timeOffset="6369.19">4580 4584 2774 0,'-35'-11'0'0,"5"5"0"0,8-1 0 0,1 1 0 0,12 0 0 0,1 1 0 0,2 1 0 0,6 2 0 0,0 0 0 0,0 1 0 0,20-1 138 0,4 2 126 0,8 0-110 16,10 0-55-16,-3 0 58 0,13 0-63 0,2 0 1 16,2 3-51-16,1 3-1 0,-2 1-672 0,3-1 347 15,8 3 158-15,-5-1 83 0,4 1-969 0</inkml:trace>
  <inkml:trace contextRef="#ctx0" brushRef="#br0" timeOffset="7494.69">4074 8471 1858 0,'-4'-7'0'0,"3"1"0"0,-1 1 0 0,2 1 0 0,0 1 0 0,0 0 0 0,0 2 0 0,0 1 0 0,0 0 0 0,0 0 0 0,3 7 68 0,3 5 81 0,0 3-53 0,0 1-28 16,0 2 144-16,-3 1-75 0,0 0-53 0,1 2 92 15,1-2-68-15,-2-3-32 0,0 1-1 0,-1-5 47 16,1-1-46-16,-1-1 1 0,0-4-35 15,-2-3 48-15,1-1-38 0,-1-2-10 0,0 0 0 0,0 0 74 16,0-2-37-16,0-11 0 0,0-4-72 16,0-6-7-16,0 1 0 0,0-3 0 0,-1-1 0 15,-1 6 0-15,-2-1 0 0,3 2 0 0,-4 8 0 16,2-1 0-16,3 4 0 16,-3 4 0-16,1 1 0 0,2 2 0 0,0 1 0 15,-2 0 0-15,2 0 0 0,0 5 0 0,0 9 0 16,0-1 0-16,0-1 0 0,0 5 0 15,0-1 0-15,0 1 0 0,0-6 0 0,0 6 0 0,0-8 0 16,2 3 0-16,0-3 0 0,1 0 0 0,0-1 0 16,2 1 0-16,-2-3 0 0,1 3-543 0,2-1 110 15,3 1 196-15,-3 4-346 0,2 0 276 0</inkml:trace>
  <inkml:trace contextRef="#ctx0" brushRef="#br0" timeOffset="7977.99">2912 7983 1902 0,'-9'-29'0'0,"2"13"0"0,0 3 0 0,2 3 0 0,2 3 0 0,-2 3 0 0,5 2 0 0,-1 2 0 0,1 0 0 0,0 10 0 16,0 16 70-16,0 8 227 0,0 11-133 0,0 8-61 0,0 10-30 0,0 2 197 15,0 6-114-15,0-9-46 0,0 14-38 16,0-7 140-16,-2-3-84 0,2-15-43 0,0 6-38 16,0-10 6-16,0 7-10 0,0-9-100 15,0 1 50-15,0-11 0 0,0 3 50 0,2-9-301 16,-2-1 138-16,0-7 79 0,0-6-27 0,0-4-422 15,0-5 182-15,0-4 127 0,0-2-159 0,0-2 149 16,-7-16 74-16,2-8-294 0,0-12 184 0,1-5 81 0,-5-8 58 16,0-15-250-16,-1-3 148 0</inkml:trace>
  <inkml:trace contextRef="#ctx0" brushRef="#br0" timeOffset="8207.08">2660 7895 1934 0,'1'-21'0'0,"1"6"0"0,6 2 0 0,2 3 0 0,-1-1 0 16,9 2 0-16,5 1 0 0,4 1 0 0,6 4 0 0,2-2 0 0,2 5 254 0,6 0 218 0,-9 0-215 0,2 14-107 0,-6 0-43 16,0 5 25-16,-8 2-44 0,-1 3-1 0,-7 0-79 15,-5 5 0-15,-5 1 46 0,-4 4-12 0,0 3-26 16,-10 1 27-16,-8 0-1 0,-4-5 12 0,-4 7-41 16,-3-8 1-16,7-8 28 0,-6 1-44 0,3-7 0 15,-1-3 12-15,-1-2-254 16,6-3 130-16,2-3 51 0,1-2 38 0,4-2-502 15,7 0 242-15,1 1 102 0,3 0 72 0,3 3-594 16,6 1 331-16,16-2 165 0</inkml:trace>
  <inkml:trace contextRef="#ctx0" brushRef="#br0" timeOffset="8384.59">3256 8332 3344 0,'5'6'0'0,"5"13"0"0,-7-4 0 0,-1 0 0 0,0 2 0 0,-2 1 0 0,0 3 0 0,0 4 0 0,1 1 0 0,4-1 0 0,0 4 353 0,2-2-155 0,1 2-162 16,0 2-36-16,-1-1 0 0,1-2 0 0,-1 4 0 16,1-4 0-16,1 0 0 0,-3-2 0 0,-2-5 0 15,1 2-243-15,-2-5-38 0,-1-2 162 0,1-4-821 16,-1 1 461-16,-2-5 181 0,3 1 117 0</inkml:trace>
  <inkml:trace contextRef="#ctx0" brushRef="#br0" timeOffset="8880.2">7252 7003 2539 0,'-2'-9'0'0,"-2"1"0"0,3 2 0 0,-2 0 0 0,-2 3 0 0,3 0 0 0,2 2 0 0,-1-1 0 0,1 2 0 0,0 0 0 0,0 0 93 15,0 9-16-15,0 3 0 0,0 3-35 0,0 2 70 16,1 0-25-16,3 1-11 0,-1 3-34 16,0 1-184-16,-2 3 92 0,2 0 46 0,-2-3-496 15,1 8 265-15,-2-2 74 0,0 2 88 0,0 2-671 16,0 0 351-16</inkml:trace>
  <inkml:trace contextRef="#ctx0" brushRef="#br0" timeOffset="9121.81">7242 7697 2620 0,'-5'0'0'0,"3"5"0"0,2 0 0 0,-1 5 0 0,1 1 0 0,-2 4 0 0,2 1 0 0,-2 8 0 16,2 5 0-16,-2 1 0 0,0 4 493 0,2 4-226 0,-1 5-114 15,-1-7-46-15,2 10-38 0,-3 0-1 0,3 1 18 16,-1-1-46-16,1 1-308 0,0-3 164 0,0 5 67 15,0-13-167-15,-3 5 122 0,3-5 62 0,-2-1-433 16,-1-9 244-16,1-5 53 0,0-8 75 16,0-6-60-16,1-1 52 0,-3-3-269 0,0-3 150 0,3-13 88 15,-1-13 40-15,2-6-302 0,0-13 170 16,0-13 86-16</inkml:trace>
  <inkml:trace contextRef="#ctx0" brushRef="#br0" timeOffset="9339.75">7140 7681 2260 0,'-6'-28'0'0,"3"8"0"0,3 6 0 0,0 1 0 0,0-2 0 0,9 2 0 0,5-1 0 0,5 3 0 0,6 1 0 0,2 3 0 0,-3 2 254 16,3 1-107-16,0 2-54 0,-3 2-16 0,6 0-10 15,-13 0-27-15,2 9 1 0,-2 0-1 0,-4 5 32 16,-4 3 10-16,-7 0-42 0,-2 7 0 16,0 0 47-16,-9 4-47 0,-6-1 0 0,-9 1-21 15,0 1-10-15,-1-5 31 16,-2-4-193-16,3-1 89 0,5-8 50 0,-2 3 13 0,3-4-206 15,4-5 93-15,4 0 61 16,2-1-534-16,5-4 274 0,0 2 124 0,3 2-452 0,5-2 300 16,14-1 150-16</inkml:trace>
  <inkml:trace contextRef="#ctx0" brushRef="#br0" timeOffset="9579.98">7568 7979 1887 0,'9'14'0'0,"1"-3"0"0,-1-4 0 0,2-1 0 0,2-1 0 0,2-1 0 0,-3 0 0 0,3 2 0 0,0 1 0 0,0 1 0 0,-4 1 120 0,0 2-40 0,-3 3-1 16,-4 0 38-16,-2 6-28 0,-2 4-10 15,-6 1-39-15,-11 2 0 0,-1-1 92 16,-7 3-46-16,0-2 250 0,1 0-153 0,4-4-72 0,4-7 233 16,7-5-152-16,1 1-176 0,6-4-16 15,2-5 0-15,5 0 0 0,22-3 0 0,11-6 0 16,5-14 0-16,6-2 0 0,10-6 0 0,-4 1 0 15,-7 4-571-15,6-6 189 0,-4 3 173 0,5 1 119 0,-3 1-21 16</inkml:trace>
  <inkml:trace contextRef="#ctx0" brushRef="#br0" timeOffset="10098.79">5125 5731 2316 0,'-7'-1'0'0,"6"-1"0"0,-1 0 0 0,0-1 0 0,2 3 0 0,0-1 0 0,0-1 0 0,2-3 0 0,10-1 0 0,4 0 0 0,5 1 143 0,0-1 79 0,1 2-91 15,-1 1-46-15,1 0 10 0,0 2-82 0,-1 1-1 16,-4 0 28-16,-2 0-1 0,-2 4-460 0,-1 4 240 16,-7 6 105-16</inkml:trace>
  <inkml:trace contextRef="#ctx0" brushRef="#br0" timeOffset="10638.11">3792 5420 2288 0,'-7'-10'-9'0,"1"7"3"0,1 0 2 0,2 2 1 0,-2 0 1 0,3 1 1 0,2 0 0 0,-2 0-3 0,2 2 2 0,0 12 1 0,0 5 355 0,0 3-155 0,4 4-66 16,7 7-50-16,-3 6 171 0,1 3-105 0,-2 0-53 15,2 7 1-15,-4 0-30 0,-1 4-23 16,1-3 1-16,0 3-1 0,-1-5-210 15,2 0 104-15,-1-13 65 0,0 5-127 0,0-6 85 0,0-4 41 16,-3-8-14-16,-1-2-344 0,0-6 116 0,3-4 113 16,-4-3-213-16,0-5 146 0,0-2 75 0,-5 0 35 15,-3-2-79-15,-1-11 63 0,1-11 2 16,0-3-308-16,1-3 181 0,2-8 79 16,0-7 57-16</inkml:trace>
  <inkml:trace contextRef="#ctx0" brushRef="#br0" timeOffset="10902.22">3714 5367 2165 0,'0'-15'0'0,"3"4"0"0,-1-1 0 16,3-1 0-16,3 0 0 0,4 1 0 0,5-2 0 0,6 1 0 0,3 4 0 0,6-1 0 0,0 5 141 0,-1 2-48 0,3 3 10 16,-1 0 194-16,-6 0-127 0,3 8-63 0,-10 7 6 15,1 0-34-15,-4 2 10 0,-4 6-45 16,-4 1 23-16,-6 2-24 0,-3 2 1 0,0 2 70 15,-13 0-24-15,-7 1-11 0,-1-4-35 0,-5 0 5 0,-4-3-49 16,0-1 0-16,-1-4 0 0,-1-3 0 0,4-6 0 16,8-2 0-16,-2-1 0 0,2-5 0 0,10 0 0 15,-1-1 0-15,5-1-131 0,5 0-45 16,1 0 75-16,0 0-719 0,1 0 373 16,21 0 207-16,6 0 99 0,9 0-511 0,0 0 304 15</inkml:trace>
  <inkml:trace contextRef="#ctx0" brushRef="#br0" timeOffset="11348.27">4145 5792 1842 0,'-11'-3'0'0,"6"2"0"0,3-1 0 0,0 0 0 0,1 0 0 0,1 1 0 0,0-4 0 0,0 0 0 0,10 0 0 0,6 0 0 0,5-1 134 0,-3 3-46 0,3-1 37 16,1 3-31-16,0 1-10 0,-4 0-43 16,-1 0 22-16,-2 0-22 0,-2 7 1 0,-5 2-31 0,-1 4-10 15,-2 0 41-15,-3 2-1 0,-2 1 37 0,0 0-36 16,-2 0 10-16,-10-1-10 16,1 0 145-16,-3-4-73 0,1 0-36 0,0-2 0 15,3-1 61-15,0-2-53 0,5-2-1 0,0-3 94 16,3 1-68-16,2-2-100 0,0 4-11 0,0-4 0 0,2 4 0 15,8 0 0-15,8 0 0 0,4 3 0 16,-2 1 0-16,5-2 0 0,-2 4 0 0,-5 0 0 16,4 1 0-16,-4 1 0 15,-5 0 0-15,-4 3 0 0,-2-2 0 0,-1 3 0 0,-6-3 0 16,0 0 0-16,-3 0 0 0,-10-2 0 16,-12 3 0-16,1-3 0 0,-4-2 0 0,-2 0 0 0,0-4 0 15,-2 2 0-15,4-6 0 0,-1-1 0 16,3 0 0-16,5 0 0 0,2 0 0 15,2-1 0-15,5-3 0 0,3-1 0 0,0-4 0 0,6 4 0 16,3-1 0-16,0-1-315 0,5 6 55 0,22-2 110 16</inkml:trace>
  <inkml:trace contextRef="#ctx0" brushRef="#br0" timeOffset="11509.32">4743 6285 3378 0,'-15'-8'0'16,"11"5"0"-16,2 1 0 0,-3 0 0 0,1-1 0 0,1 1 0 0,-1 0 0 0,4 0 0 0,0 2 0 0,0 0 0 0,0 0-228 0,0 2 133 0</inkml:trace>
  <inkml:trace contextRef="#ctx0" brushRef="#br0" timeOffset="43923.55">12543 5859 2717 0,'-4'0'0'0,"1"0"0"0,1 0 0 0,2 0 0 0,-2 0 0 0,2 0 0 0,0 0 0 0,2 0 0 0,12 0 0 0,4 0 0 0,3 0 100 0,5-2 138 16,0-2-99-16,4-2-48 0,0 1 39 0,4-2-44 0,2 1 10 15,7-2 77-15,-2-1-66 16,3 1-53-16,0 0-54 0,0 0 0 0,-5 2 0 16,8-2 0-16,-11 4 0 0,0-5-6 0,-3 5-65 15,-2 1 55-15,-7-1 40 0,-2 1-383 0,-1 1 186 16,-4 0 51-16,-6 0-149 0,-2 0 79 16,-1 1 69-16,-4-1-353 0,0 2 218 0,-2 0 108 15,-1-2 55-15,-1-2-327 0,0-4 181 0,0-1 105 16,0-6 47-16</inkml:trace>
  <inkml:trace contextRef="#ctx0" brushRef="#br0" timeOffset="44143.05">13208 5515 1939 0,'-17'-5'0'0,"4"3"0"0,4-1 0 0,-1 3 0 0,6 0 0 0,1 0 0 0,3 0 0 0,0 0 0 0,5 0 0 0,13 0 0 0,3 5 98 0,9 3 244 0,1-3-150 15,3 3-76-15,0 1 172 0,0 0-123 0,-1 1-52 0,-1-1 21 16,-2 4-46-16,-3-2 0 0,-4 1-47 0,-3-1-55 15,-3 2 38-15,-2 0-10 0,-6 0 27 0,-5 3-126 16,-2 0 64-16,-2 1 30 16,-2 0 11-16,-15 6-92 0,-2-5 57 0,-3 3-4 15,-5 0-308-15,-1-1 140 0,0 1 90 0,-4 0-490 16,2-1 273-16,2-1 136 0,-4 2 69 0,0 0-235 16,0 1 141-16</inkml:trace>
  <inkml:trace contextRef="#ctx0" brushRef="#br0" timeOffset="44441.07">12729 6134 3129 0,'-4'-4'0'0,"4"2"0"0,-2 0 0 0,1 0 0 0,1 2 0 0,0 0 0 0,0 0 0 0,0 0 0 0,0 0 0 0,0 7 0 0,3 7 103 0,3 4 140 0,4 5-100 0,-5 2-39 15,3 6-11-15,-3 4 23 0,0 5-116 16,-2 2 0-16,-1 3 0 0,0-4 0 16,0 11 0-16,-2-4 0 0,0-2 0 0,0-1 0 15,0 1 0-15,-2-10 0 0,-2 6 0 0,0-4 0 16,2-3 0-16,-2-5 0 0,1-3 0 0,1-4 0 16,2-4 0-16,-2-6-193 0,0-4-1 0,2-3 80 15,0-5-383-15,-2-1 214 0,2 0 124 0,0-12 56 16,0-13-328-1,0-13 193-15,0-5 97 0,0-10-427 0,0-16 267 0</inkml:trace>
  <inkml:trace contextRef="#ctx0" brushRef="#br0" timeOffset="44677.04">12672 6247 1202 0,'-5'-18'0'0,"1"3"0"0,4 1 0 15,0 2 0-15,0-1 0 0,9-1 0 0,7 3 0 0,7 0 0 0,0 2 0 0,4 1 0 0,3 1 608 0,-2 2-282 0,-1 4-132 0,4-1-81 16,-4 2 119-16,-6 0-95 0,1 0-47 0,-5 6-1 0,-4 1 30 15,-1 4-44-15,-7 3 79 0,-3-2-56 16,-2 6-27-16,0-1-1 0,-4 2 103 0,-11 3-70 16,0-3-31-16,-4-3-67 0,-1 1-5 0,1-3 0 15,-2-1 0-15,1-2 0 0,-1-3 0 0,2-1 0 16,2-5 0-16,0 1 0 0,4-3 0 0,1 3-13 16,2-3-635-16,2 1 317 0,3-1 113 15,1 0 87-15,4 2-492 0,0 5 291 0,0-3 145 16,6 4 72-16,6 2-444 0</inkml:trace>
  <inkml:trace contextRef="#ctx0" brushRef="#br0" timeOffset="44895.66">13019 6522 2914 0,'3'4'0'0,"-1"-1"0"0,-2 2 0 0,0-4 0 0,0 2 0 0,0-2 0 0,0 3 0 0,0-2 0 16,0 3 0-16,0 2 0 0,0 1 310 0,0 4-133 0,0-1-68 15,0 1-22-15,0 4 156 0,0-1-152 0,0 0-91 16,0 2 0-16,2-1 0 0,-2 1 0 0,0-2 0 16,0 1 0-16,0-3 0 0,0-4 0 0,0 1 0 15,0-2-273-15,0-3 68 0,0-4 52 0,0 1-513 16,0-2 312-16,0 0 152 0,0 0 69 0,2-5-165 16,3-12 127-16,7-3 65 0</inkml:trace>
  <inkml:trace contextRef="#ctx0" brushRef="#br0" timeOffset="45426.78">13276 6226 3153 0,'0'-3'0'0,"0"1"0"0,0 2 0 0,0 0 0 0,0 0 0 15,0 0 0-15,0 0 0 0,0 0 0 0,0 0 0 0,0 5 0 0,0 7 280 0,0 6-109 0,0 5-70 0,2 4 125 0,-1 5-226 0,1 3 0 16,0 9 0-16,0-7 0 0,1 15 0 15,0-10 0-15,-1 3 0 0,-2 0 0 16,0-1 0-16,0-8 0 0,0 13 0 0,0-16 0 16,0 2 0-16,0 0 0 0,0-6 0 0,-2-4 0 15,-2-3 0-15,2-4-35 0,0-8-291 0,0-1 147 16,0-6 45-16,1-1-269 0,-3-2 186 0,-2 0 88 16,1-8 44-16,-1-15-95 0,2-2 69 0,0-11 24 0,1-9-355 15,1-6 200-15,0-13 101 0,-2 0-303 16,1 2 202-16,-3 12 89 0,0-4 61 0,-3 7-63 15,3 9 67-15,-3 0 42 0,3 2 46 0,2 7 286 16,1 0-185-16,1 1 210 0,2 3-177 16,0 1-87-16,2 0-45 0,5 4-10 0,7 2 654 15,4-1-249-15,1 1 181 0,2 2-268 16,1 5-134-16,-1 4-57 0,9-2-43 0,-6 5 278 0,3 0-156 16,-7 2-78-16,4 2-36 15,-3 0-84-15,0 5 0 0,-2 5 0 0,-2 4 0 16,-4 0 0-16,-4 3 0 0,-1 4 0 0,-3 4 0 15,-3-3 0-15,-2 2 0 0,0-5 0 16,-2 3 0-16,-7-1 0 0,-3-2 0 0,-2-2 0 0,-3 0 0 16,0-4 0-16,-2-3 0 0,-2 0 0 0,1-2 0 15,-1-1 0-15,0-1 0 0,-1-6 0 16,1 4-26-16,2-1-270 0,3-2 132 0,0-1 62 16,7 0 29-16,0 0-409 0,5 2 220 0,0-2 100 0,4 2-477 15,0 0 299-15,0 1 148 0,8 5 76 16</inkml:trace>
  <inkml:trace contextRef="#ctx0" brushRef="#br0" timeOffset="45777.71">13483 6552 2738 0,'1'2'0'0,"1"1"0"15,0-3 0-15,0 0 0 0,0 0 0 0,3 0 0 0,1 0 0 0,2 0 0 0,1 0 0 0,2 0 0 0,1 0 96 0,1 0-10 0,0 3-44 0,0 4 165 0,-2 1-82 0,3 3-42 0,-5 3 80 16,0-2-65-16,-3 5-28 16,-2 1 86-16,-2 0-89 0,-1 3-67 0,-1-3 0 15,0 1 0-15,-3-2 0 0,-7 2 0 0,-1-5 0 0,-4 1 0 16,0-5 0-16,-2-1 0 0,0 1 0 16,-2-3 0-16,3-1 0 0,-2-2 0 0,2 0 0 0,6-1 0 15,1-1 0-15,1 0 0 0,3 0 0 0,1-2 0 0,4 0 0 16,0 0 0-16,0 2 0 0,0 2 0 15,2-1 0-15,7 4 0 0,2-5 0 16,5 4 0-16,-2-2 0 0,2 2 0 16,0-2 0-16,1-3 0 0,0 3 0 0,0-3 0 0,-2 2 0 15,0-3 0-15,0 0 0 0,-2 2 0 0,-2-2 0 16,3 0 0-16,-3 0 0 16,0 0 0-16,3 0 0 0,-2 0 0 0,2 0-195 15</inkml:trace>
  <inkml:trace contextRef="#ctx0" brushRef="#br0" timeOffset="45793.75">13785 6890 417 0,'26'-15'0'0</inkml:trace>
  <inkml:trace contextRef="#ctx0" brushRef="#br0" timeOffset="45988.8">14129 6292 3931 0,'0'-4'0'0,"0"1"0"0,0 2 0 0,0 1 0 0,0-2 0 0,0-1 0 0,5 2 0 0,8 0 0 0,2-4 0 0,8 1 0 0,1-1 0 0,2-1 0 15,4 1 0-15,1 0 0 16,-7 2 0-16,8 0 0 0,-4 0-51 0,-1 1-30 0,-7 2 62 16,3 0 30-16,-4 0 11 0,-3 2 20 0,-4 7 0 0,-5 5-1569 15</inkml:trace>
  <inkml:trace contextRef="#ctx0" brushRef="#br0" timeOffset="46152.95">14299 6466 3931 0,'-16'7'0'0,"6"-1"0"0,-3-2 0 0,6-3 0 0,3 1 0 0,0 1 0 0,4-3 0 0,0 2 0 0,2 1 0 0,9 2 0 0,7 0 0 0,0-2 0 0,1 1 0 0,3 0 0 0,0-1 0 0,5 3 0 15,-2-2 0-15,-1 0 0 0,-4 2 0 16,3-3 0-16,-4 2 0 16,-1 1-327-16,-2-1 108 0,-5 3-982 0,-4-1 539 0</inkml:trace>
  <inkml:trace contextRef="#ctx0" brushRef="#br0" timeOffset="46893.34">15227 5927 2061 0,'-6'-7'0'0,"1"-1"0"0,0 0 0 0,-1 2 0 0,1 3 0 0,-2 0 0 0,2 0 0 0,-3 3 0 0,3 0 0 0,-3 4 0 0,0 11 151 0,-1 5-43 16,0 9 182-16,-3 0-123 0,1 11-62 0,1-1-31 15,-1 3 110-15,4-4-60 0,-2 10-45 0,4-3 287 16,2 2-162-16,3 1-186 0,0-2-18 0,0-4 0 16,6 8 0-16,7-5 0 0,4-4 0 0,2-3 0 15,2-2 0-15,0-6 0 16,0 0 0-16,2-3 0 0,0-4 0 0,2-2 0 15,-5-1 0-15,-1-7 0 0,-1-1 0 0,-1-2 0 16,-2-3 0-16,-5-1 0 0,-1-2 0 0,-4-3 0 16,-1 2-50-16,-2-3-128 0,1 0 68 0,-3 0-204 15,0 0 135-15,0 0 57 0,0 0 45 0,0 0-284 16,0 0 157-16,0 0 80 0,0 0-442 0,0 0 251 16,2-3 141-16,1-8 65 0</inkml:trace>
  <inkml:trace contextRef="#ctx0" brushRef="#br0" timeOffset="47286.32">15614 6333 3235 0,'-11'-2'0'0,"3"0"0"0,1 2 0 0,1-2 0 0,5 2 0 0,-1 0 0 0,0 0 0 0,2-2 0 0,0 2 0 0,0 0 0 0,9 0 233 0,8 0-96 0,2 0-39 0,7 0 130 16,0 0-228-16,4 0 0 0,2 2 0 0,2-2 0 15,2 0 0-15,-1 0 0 0,2 0 0 0,-2 0 0 16,-1 0 0-16,0-2 0 0,-8 0 0 0,0-3 0 15,-4 4 0-15,-3-3 0 16,-8 3 0-16,1-1 0 0,-6 0 0 0,-3 0 0 16,-1 2 0-16,-2 0 0 0,0-2 0 0,0-2 0 15,0 1 0-15,-5-1 0 0,-1 0 0 0,1 0 0 0,0 1 0 16,0-1 0-16,3 3 0 0,0-2-256 16,2 1 4-16,0 0-680 0,0 2 446 0,0 0 223 15,4 7 101-15</inkml:trace>
  <inkml:trace contextRef="#ctx0" brushRef="#br0" timeOffset="49383.99">16651 6334 1591 0,'0'0'0'0,"0"4"0"0,2-4 0 0,0 0 0 0,0 0 0 0,0 0 0 0,1 0 0 0,-1 0 0 0,0 0 0 0,2 0 0 0,-3 0 72 0,1 0 10 0,0 0 5 16,1 0 0-16,-3 0-43 0,2-4 88 0,-2-1-44 16,0-1 10-16,0-4-5 0,0 3 0 0,0-4-49 15,0 0-1-15,0-1-33 0,0 1 45 0,-5-4-11 16,1 2-1-16,1 0-57 0,-1-2 29 0,-1 0-1 16,1 0 41-16,-1 0-53 0,-4 0 0 0,2 0 15 15,-2 0-49-15,0 0 18 0,-3 5 7 16,1 1 15-16,-3-1 12 0,2 5-15 0,-1-1 12 15,-3 5 30-15,2-2 4 0,-2 1-32 16,4 2 0-16,-4 0-36 0,1 0 1 0,2 8 40 0,-2 1-35 16,0 3-4-16,2 2 32 0,-4 7-2 0,4 0 25 15,-3 3-29-15,4 3 9 0,-4 1 64 0,5 1-33 16,0 2-5-16,1 3-30 0,3 1 166 0,1 1-70 16,3-1-36-16,1 0 0 0,2-2 109 15,0 1-80-15,0-6-105 0,2-4 0 0,5 4 0 16,2-7 0-16,5-2 0 15,-3-2 0-15,3-2 0 0,0-1 0 0,0-5 0 0,-2-4 0 16,3-1 0-16,1-2 0 0,-4-2 0 0,4 0 0 16,-2-4 0-16,2-9 0 0,0-5 0 0,0-3 0 15,-2 0 0-15,0-1 0 0,1-7 0 0,-3 1 0 16,-2-2 0-16,1 1 0 0,-1 0 0 0,-2 2 0 16,-1 0 0-16,-3 4 0 0,-1 3 0 0,-1 1 0 15,1 4 0-15,-1 2 0 0,-2 5 0 0,0 0 0 16,0 3 0-16,0 3 0 15,0 0 0-15,0 1 0 0,0 1 0 16,-2 0 0-16,-1 0 0 0,-1 7 0 0,3 4 0 0,-1 2 0 16,2 2 0-16,0 3 0 0,0 1 0 0,0 1 0 15,0 2 0-15,0 0 0 0,2 1 0 0,3-2 0 16,3 2 0-16,0-3 0 16,1 0 0-16,1-1 0 0,1-2 0 0,-2-2 0 0,3-2 0 15,0-2 0-15,-1-1 0 0,1-3 0 0,-1-1 0 0,0-3 0 16,-1 2 0-16,1-4 0 15,-2 2 0-15,-1-3 0 0,0 0 0 0,-3 0 0 16,0 0 0-16,1 0 0 0,-1 0 0 0,-2 0 0 16,-1 0 0-16,0-3 0 0,1 3 0 0,-1-1-275 15,0 1-125-15,2 0 183 0,1 0-678 16,2 0 426-16,0 0 212 0,4 0 106 0</inkml:trace>
  <inkml:trace contextRef="#ctx0" brushRef="#br0" timeOffset="49664.78">17085 6524 2983 0,'0'-2'0'0,"0"0"0"0,0 2 0 0,0 0-1 0,0 0 0 0,1 0 1 0,3 0-1 0,0 0 0 0,-1 4 1 0,5 6 0 0,0 1 162 0,-1 0-59 0,0 0 225 15,-1 4-143-15,-1-2-61 0,0 2-74 0,-1 0-50 16,-3 2 0-16,-1-2 0 0,0 2 0 0,0-2 0 0,0 0 0 16,-7-2 0-16,-3 1 0 0,-1-5 0 15,4-2 0-15,-7 3 0 0,3-5-37 0,-2 0 22 16,2-4 67-16,-2 1-352 0,3-2 18 0,-1 0 45 16,2 0-418-16,1 0 302 0,2-2 152 15,3-2 75-15,1-3-237 0,2-4 131 0</inkml:trace>
  <inkml:trace contextRef="#ctx0" brushRef="#br0" timeOffset="50262">17671 5690 2633 0,'0'-11'0'0,"0"3"0"0,-2 3 0 0,-4-1 0 0,2 2 0 0,2 0 0 0,-2 2 0 0,2 1 0 0,-1 1 0 0,1 0 0 0,0 1 290 0,0 15-123 16,2 6-64-16,0 3 155 0,0 5-99 0,0 5-64 15,0 10 108-15,2-1-180 0,0 2-23 0,2 1 0 16,-3-3 0-16,1 8 0 0,0-5 0 16,-2 0 0-16,0 0 0 0,0-8 0 0,-4 2 0 15,-3-6 0-15,2-5 0 0,-1-7 0 0,-2-3 0 16,4-5 0-16,-1-4 0 0,1-5 0 16,1-2 0-16,-1-4 0 0,-1 0 0 0,2 0 0 15,1-3 0-15,0-7 0 0,2-3 0 16,0-3 0-16,2 0 0 0,6-1 0 0,9-2 0 15,0 0 0-15,1 4 0 0,5 0 0 0,0 0 0 16,-1 5 0-16,9-1 0 0,-1 5 0 0,1 5 0 16,-3-1 0-16,2 2 0 0,-5 0 0 0,3 9 0 15,-4 5 0-15,-3 4 0 0,-2 3 0 0,-6 0 0 16,-4 1 0-16,0 5 0 0,-5-3 0 0,-2 0 0 16,-2 1 0-16,0-4 0 15,-4 1 0-15,-10 1 0 0,-4-3 0 0,0-3 0 16,-6-1 0-16,-1-2 0 0,-1-3 0 0,-3-2 0 15,1 0 0-15,-2-6 0 0,0 1 0 0,0-1 0 16,4-1 0-16,0-2 0 0,3 0 0 0,4 0 0 16,3 0 0-16,5 0 0 0,4-2 0 0,4 1 0 15,1-2 0-15,2-3 0 0,2 1-188 0,13 0 8 16,9 0 59-16,4-2-958 0,6-1 519 0</inkml:trace>
  <inkml:trace contextRef="#ctx0" brushRef="#br0" timeOffset="50445.48">18236 6456 3500 0,'7'8'0'0,"-2"1"0"0,-2-1 0 0,-1 1 0 0,-2 1 0 0,0 3 0 0,0 0 0 0,-5 0 0 0,-4 2 0 0,2 1 0 0,-4-1 139 0,-1 0 153 0,1-1-292 0,-2 1 0 16,0-2 0-16,-2-2 0 0,0 1 0 0,0-3 0 15,-2-1 0-15,1-1 0 16,-2-1 0-16,4-2-139 0,5-3-151 0,2-1 160 15,2 0 86-15,5 0-947 0,0-9 475 0</inkml:trace>
  <inkml:trace contextRef="#ctx0" brushRef="#br0" timeOffset="50780.4">18476 6238 3363 0,'4'0'0'0,"-2"0"0"0,-2 0 0 0,0 3 0 0,-2 3 0 0,-5 6 0 0,-1 1 0 0,0 4 0 0,4 2 0 16,1 2 0-16,1 3 127 0,2-4 165 0,0 3-143 0,2 4-149 0,9-7 0 0,4-1 0 0,6-2 0 16,-1-2 0-16,3-5 0 0,3-1 0 0,1-6 0 15,-2-3 0-15,0 0 0 0,1 0 0 16,-3-5 0-16,4-10 0 0,-5 0 0 0,-2-4 0 0,-2 0 0 16,-2-3 0-16,-4 1 0 15,-1-6 0-15,-4 3 0 0,-3 0 0 0,-2-1 0 0,-2 2 0 16,0 3 0-16,-8-1 0 0,-6 1 0 15,-5 4 0-15,-6 4 0 0,-1 2 0 0,-2 4 0 16,-3 5 0-16,0-2 0 0,3 3 0 16,2 0 0-16,7 7 0 0,0 0 0 0,6 3 0 15,5-3 0-15,1 3 0 0,2-1 0 0,5 2 0 16,0-2 0-16,0 3 0 0,3-1 0 0,8 0 0 16,4-4-589-16,2 2-219 0,4-5 374 0,6-4-465 15</inkml:trace>
  <inkml:trace contextRef="#ctx0" brushRef="#br0" timeOffset="50993.98">19053 5934 3467 0,'20'-7'0'0,"10"1"0"0,-2 3 0 0,3-3 0 0,2 4 0 15,1 2 0-15,0 0 0 0,0 6 0 0,-2 9 0 0,-2 4 0 0,-4 6 148 0,0 11 168 0,-7 2-316 0,-4 2 0 0,-5-1 0 16,-6 0 0-16,-3 12 0 0,-1-4 0 0,-9 0 0 15,-10 0 0-15,-4 0 0 0,-1 0 0 0,-6-3 0 16,-2 0 0-16,-4-3 0 0,3-3 0 0,-5-5 0 16,-1 2 0-16,-5-6 0 0,-2 1 0 0,-9 5-136 15,-1-4-146-15,-1 5-500 0</inkml:trace>
  <inkml:trace contextRef="#ctx0" brushRef="#br0" timeOffset="51661.92">20270 5645 2313 0,'-11'0'0'0,"2"0"0"0,0 0 0 0,4 0 0 0,3 0 0 0,2 0 0 0,0 0 0 0,7 0 0 0,20 0 0 0,7 0 0 0,6 0 86 0,6 0 268 0,5 0-146 0,15 0-89 16,-6-6-38-16,2 1 96 0,0-1-68 0,-10 1-34 16,8-1 98-16,-5 3-70 0,-1-2-32 0,-4 1-82 15,-8 3 25-15,-6-1 1 0,0 2 29 0,-5 0-393 16,-2 0 191-16,-8 0 100 0,0 0 49 0,-9 0-769 16,1 0 380-16,-1 0 145 0,-5 0 106 15,-3 0-232-15,0 0 168 0</inkml:trace>
  <inkml:trace contextRef="#ctx0" brushRef="#br0" timeOffset="51890.15">21121 5363 2053 0,'-12'-6'0'0,"8"5"0"0,1-1 0 0,3 2 0 0,0 0 0 0,3 0 0 0,20 0 0 0,5 0 0 0,4 0 0 0,4 6 0 0,10 1 90 0,-2 0 261 0,5-1-155 0,1 3-78 15,-2-1-38-15,-9-1 173 16,0 6-111-16,-4-3-51 0,-8 3 91 0,-9-1-71 15,-1 1-35-15,-8 1 22 0,-5 2-57 0,-4-1 0 16,0 2-33-16,-11 2-8 0,-10-3 0 0,-4 3 0 16,-5 0 0-16,0-2 0 0,-9 4 0 0,3-3 0 15,4-3 0-15,-3 2-267 0,0 0 20 0,3 0 91 16,-1 0-691-16,1 1 403 0,-8 6 201 0,1-2 91 16</inkml:trace>
  <inkml:trace contextRef="#ctx0" brushRef="#br0" timeOffset="52454.31">20452 5965 3104 0,'-9'-5'0'0,"2"2"0"0,-2 1 0 0,4 0 0 0,1 2 0 0,2 0 0 0,2 0 0 0,0 2 0 0,0 13 0 0,0 8 0 0,2 1 279 0,4 6-109 15,1 6-69-15,1 7 176 16,0-2-277-16,-3 3 0 0,-1-2 0 0,-3 0 0 0,1 9 0 16,-2-6 0-16,0 2 0 0,0-2 0 15,0-2 0-15,0-6 0 0,-2 0 0 0,-1-2 0 16,-1-5 0-16,1-7 0 0,1-5 0 0,0-6 0 15,-2-1 0-15,4-6-3 0,-2-3-323 0,1-2 107 16,-2 0-198-16,1-2 178 0,0-15 104 0,0-5 47 16,1-6-436-16,-1-12 241 0,2-2 122 15,-4-9 49-15,2-13-151 0,-1 3 111 0,-1-1 56 0,0 12 27 16,-2-3-251-16,0 14 129 0,-1-3 80 0,0 9 148 16,2 8-39-16,0 1 1 15,3 5 536-15,2 4-298 0,0 2-134 0,2 3-72 16,10 1-36-16,9 3 1 0,2 1-37 0,6 3 123 15,3 2 1026-15,3 0-533 0,0 0-267 0,-2 6-134 16,-2 6 65-16,-11 0-89 0,6 5-60 0,-9-1 3 16,-6 0-93-16,-2 3 0 0,-5-1 0 15,-4 3 0-15,0-3 0 0,-4 1 0 0,-12 2 0 0,-1-4 0 16,-3 0 0-16,2-6 0 16,-5 3 0-16,3-5 0 0,1-2 0 0,0 0 0 15,5-1 0-15,0-2 0 0,-1-1 0 0,6 0 0 16,-1 1 0-16,3-1-32 0,1 1-856 0,5 0 413 15,1 3 223-15,0 1 105 0,0 1-589 0,1 0 348 16</inkml:trace>
  <inkml:trace contextRef="#ctx0" brushRef="#br0" timeOffset="52646.75">20726 6432 3834 0,'4'3'0'0,"-2"1"0"0,0 0 0 0,-1 0 0 0,-1 2 0 0,0 0 0 0,0 1 0 0,0 2 0 0,0 2 0 0,0 2 0 0,0 1 97 0,0 1-97 16,0 0 0-16,0 2 0 0,2 0 0 0,-2-3 0 16,2 4 0-16,-2-4 0 0,0-2 0 0,0 0 0 15,0-2 0-15,0-2 0 0,0-2-40 0,0-3-802 16,2 1 335-16,1-4 172 0,2 0 147 0,2 0-505 16,6-13 327-16</inkml:trace>
  <inkml:trace contextRef="#ctx0" brushRef="#br0" timeOffset="52880.56">21022 6056 3323 0,'0'-4'0'0,"0"2"0"0,0 2 0 0,0 0 0 0,0 0 0 0,0 2 0 0,0 11 0 0,1 3 0 0,3 6 0 0,0 5 0 0,-2 6 391 0,-2 7-174 0,0 1-217 15,0-1 0-15,0 10 0 0,0-3 0 0,-2 0 0 16,0-2 0-16,-2 0 0 0,4-7 0 0,-2 1 0 15,-1 1 0-15,-2-7 0 0,0-1 0 0,1-7 0 16,2-4 0-16,-1-7 0 0,1-2 0 0,0-7-459 16,0 0 191-16,0-5-424 0,-1 0 316 15,0-3 172-15,-1-17-343 0,2-5 252 0,-1-10 128 16,3-7 62-16,-2-8-311 0</inkml:trace>
  <inkml:trace contextRef="#ctx0" brushRef="#br0" timeOffset="53111.06">20965 6096 2685 0,'0'-23'0'0,"0"6"0"0,0 0 0 0,6 4 0 0,3 2 0 0,3 0 0 0,0 0 0 0,4 3 0 0,2 1 0 16,7 2 0-16,1 2 112 0,2 1 427 0,4 0-238 0,0 2-136 0,-2 0-61 15,0 2-79-15,-3 8-25 0,-4 3 0 16,-3-2 0-16,0 8 0 0,-9-2 0 0,0 5 0 16,-9 3 0-16,-2 0 0 15,0 4 0-15,-9-1 0 0,-9-2 0 0,-5 1 0 16,-3-3 0-16,-3-1 0 0,1-5 0 0,-4-1 0 0,2-3 0 15,0-3-11-15,2-4-226 0,5-1 73 0,1-3-127 16,5 1 130-16,4-2 60 0,3-1 30 16,5-1-499-16,5 3 264 0,0 0 122 0,0-2-542 15,13 1 343-15</inkml:trace>
  <inkml:trace contextRef="#ctx0" brushRef="#br0" timeOffset="53460.03">21249 6381 2197 0,'10'2'0'0,"2"4"0"0,-4-2 0 0,-1-2 0 0,-3-1 0 0,1 3 0 0,0-4 58 0,0 3 27 0,1-2-46 0,3 1-39 0,2 0 311 0,2-2-140 0,3 1-63 0,0-1 184 16,1 2-124-16,2 2-62 0,0-1-53 0,-3 5-9 15,-2 0 0-15,-3 3 1 0,-1 0 17 0,-6 3-17 16,-3-1 10-16,-1 1-158 0,0 4 73 0,-12-4 37 16,-2 3 1-16,-2-3 158 0,2-2-166 0,0 1 0 15,7-7 0-15,-2 0 0 16,5 0 0-16,0 0 0 0,4-3 0 0,0 1 0 15,0 1 0-15,4 1 0 0,5-2 0 0,5 3 0 16,-1-1 0-16,1 2 0 0,0 1 0 0,-1 1 0 16,0-2 0-16,-4 4 0 0,-3-1 0 15,-3 3 0-15,-1 1 0 0,-2-3 0 0,-2 4 0 0,-10-2 0 16,-6 1 0-16,-3-3 0 16,-2-3 0-16,-2-1 0 0,1-3 0 0,4-1 0 0,-5-2 0 0,0 0 0 15,3-2 0-15,2 0 0 16,2 0 0-16,9 0 0 0,-3-4 0 0,7-5 0 15,5-4 0-15,0-2 0 0,3-6 0 0,17 0 0 16,4-1-854-16,3 1 253 0,3-1 280 0</inkml:trace>
  <inkml:trace contextRef="#ctx0" brushRef="#br0" timeOffset="53746.74">21969 6120 3767 0,'0'-4'0'0,"0"3"0"0,0-4 0 0,0 2 0 16,0 1 0-16,0 0 0 0,0-1 0 0,10 3 0 0,5-3 0 0,2 3 0 0,3 0 164 0,5 0-164 0,0 0 0 0,-4 0 0 0,7 0 0 0,-1 0 0 0,0 3 0 0,-1 0 0 16,-3-3 0-16,5 2 0 0,-5 0 0 0,-1 1 0 15,-1 2 0-15,-4-2-537 0,-6 3 250 0</inkml:trace>
  <inkml:trace contextRef="#ctx0" brushRef="#br0" timeOffset="53913.75">21996 6395 3931 0,'-11'0'0'0,"7"0"0"0,2 0 0 0,1 0 0 0,1 1 0 0,0 1 0 0,11 3 0 0,10-4 0 0,2 1 0 0,4-2 0 0,1 0 0 0,-2 0 0 0,8 2 0 0,-6-2 0 16,-1 0 0-16,-1 1 0 16,-3 1 0-16,-1 2 0 0,-3 2 0 0,-3-1-619 15,-2 3 141-15,-3 1 258 0,-4 2 94 0</inkml:trace>
  <inkml:trace contextRef="#ctx0" brushRef="#br0" timeOffset="54732.49">23022 5611 2332 0,'-17'-14'0'0,"1"9"0"0,0 4 0 0,-2 1 0 0,2 0 0 0,-5 1 0 0,3 12 0 0,-1 5 0 0,-2 6 0 0,-1 10 0 0,1 1 544 0,2 9-251 0,2 3-126 0,2 7 300 0,6 1-339 16,2 0-128-16,3 2 0 0,4 0 0 15,0-4 0-15,0-10 0 0,11 9 0 0,2-11 0 16,2 1 0-16,1-5 0 0,0-7 0 0,2 2 0 15,1-4 0-15,2-3 0 0,-1-3 0 0,-1-3 0 16,-1-4 0-16,0-1-627 0,-1-6 134 0,0-2 226 16,0-4 112-16,-1-2-643 0,2 0 379 15</inkml:trace>
  <inkml:trace contextRef="#ctx0" brushRef="#br0" timeOffset="54923.05">23063 6081 3320 0,'-16'-19'-11'0,"9"11"8"0,4 4 0 0,1 1 3 0,2-3 0 0,0 3 0 0,0-1 0 0,11 0 0 0,8 0 0 0,4 1 0 0,0 0 162 0,7 0 304 0,0 1-466 0,0 2 0 0,1 0 0 16,-1 0 0 0,0 0 0-16,2 8 0 0,0-3 0 0,-2 5-26 15,0-3-66-15,0 2-350 0,-4-3 251 16,6 4 109-16,-2-3-29 0,0 1-908 0</inkml:trace>
  <inkml:trace contextRef="#ctx0" brushRef="#br0" timeOffset="55638.7">24090 6086 2236 0,'0'0'-7'0,"0"0"1"0,0-9 2 0,-2-6 2 0,0 0 2 0,2-2-1 0,0-2 1 0,0 1 0 0,0-4 0 0,0 4 0 0,0-1 109 0,-1-2-34 0,-3 3 87 0,0 1-60 16,-7 0-20-16,3 3-10 0,-3 2 24 0,-4 4-28 16,-3 2 1-16,-9 5 165 0,1 1-85 15,-4 0-59-15,0 15-1 0,-6 7-47 16,2 3-1-16,4 3 1 0,4 2 151 0,-3 11-193 16,9-1 0-16,3 1 0 0,8 0 0 15,1-1 0-15,6-5 0 0,2 3 0 16,0-4 0-16,5-2 0 0,7-4 0 0,3-4 0 0,-1-8 0 15,0 2 0-15,3-7 0 0,-3-2 0 0,3-6 0 0,-1-3 0 16,1 0 0-16,3-3 0 0,-1-15 0 0,1-3 0 16,-2-1 0-16,1-5 0 0,0 1 0 0,-3-4 0 15,2 0 0-15,-2-2 0 0,-2-2 0 16,-1 2 0-16,-2 6 0 0,-3 1 0 16,-3 1 0-16,-1 6 0 0,-2 6 0 15,0 1 0-15,-2 4 0 0,0 0 0 0,0 6 0 16,0 1 0-16,-2 0 0 0,-6 1 0 0,1 13 0 15,1 3 0-15,2 7 0 0,2 0 0 0,0 1 0 16,2 1 0-16,0-3 0 0,0 5 0 0,0-7 0 16,4 2 0-16,8 1 0 0,-3-6 0 0,2-1 0 15,1 2 0-15,-1-4 0 0,0-1 0 0,1-1 0 16,-5-2 0-16,6-3 0 0,-3 1 0 16,1-2 0-16,-1-3 0 0,2 1 0 0,-1-2 0 15,3 0-519-15,1-1 197 0,-3-2-224 16,6 0 251-16,-3 0 123 0,2 0 53 15,-1-2-524-15,1-8 300 0,-1 2 151 0,0-5 75 0,-2 1-228 0,-7 3 160 16,4-4 98-16,-6 1 41 0,0 3 46 0,-1-1 0 16,-1 2 0-16,-1-1 433 0,0 2-257 15,0 3-109-15,0-1-53 0,-1 3 312 0,1-1-157 16,0 2 54-16,2 1 532 0,-1 0-357 0,2 0-178 0,0 4-90 16,1 5 531-16,-4 0-302 15,1 5-359-15,-1 1 0 0,-2 1 0 0,0 2 0 16,0-2 0-16,-9 2 0 0,-2-2 0 0,-3-1 0 15,2 0 0-15,-4-2 0 0,2 1 0 0,-2-5 0 16,2 0 0-16,-4-1 0 0,4-2 0 0,-2-3 0 16,2 3 0-16,-2-4 0 0,3 0 0 15,3-2 0-15,1 0 0 0,4 0 0 16,-1 0-164-16,4 0-734 0,1 0 433 0,1-2 213 0,0-4-593 16</inkml:trace>
  <inkml:trace contextRef="#ctx0" brushRef="#br0" timeOffset="56074.03">24896 5965 3526 0,'-6'-8'0'0,"3"4"0"0,-1 0 0 0,-2-2 0 0,1 5 0 0,-1-1 0 0,0 2 0 15,1 0 0-15,-3 0 0 0,3 6 0 0,-3 8 254 0,1 4-107 0,3 4-143 0,2 1-4 16,0 4 0-16,2 0 0 0,0 1 0 0,0 1 0 0,4-3 0 16,3-5 0-16,3 1 0 15,3-2 0-15,0-2 0 0,2-6 0 0,1 0 0 0,2-5 0 0,1-1 0 16,1-6 0-16,6 0 0 16,-1 0 0-16,2-10 0 0,1-6 0 0,-2-1 0 15,0-4 0-15,-4 0 0 0,1 0 0 0,-6-1 0 16,-4 3 0-16,2-7 0 0,-7 2 0 0,-2-1 0 15,-5 1 0-15,-1 0 0 0,0 1 0 0,0-3 0 16,-11 5 0-16,-5 1 0 0,-2 2 0 0,-2 3 0 16,-3 7 0-16,-5-2 0 0,-1 4 0 0,1 4 0 15,-2 0 0-15,4 2 0 0,3 0 0 0,-1 0 0 16,3 4 0-16,5 3 0 16,-1 3 0-16,5 0 0 0,3 0 0 0,3 2 0 15,1 1 0-15,1 2 0 0,2-3 0 0,2 4 0 16,0-1 0-16,0 3-202 0,0 0-18 0,4 0 90 15,5 6-825-15,3-4 458 0,-1 1 219 0</inkml:trace>
  <inkml:trace contextRef="#ctx0" brushRef="#br0" timeOffset="56290.17">25637 6238 3746 0,'0'0'-5'0,"0"0"3"0,0 3 2 0,0 0 0 0,0 0 0 0,-2 3 0 0,-3 0 0 0,-2 0 0 0,1 1 0 0,-4 0 0 0,0 6 165 0,-1-5-138 0,-3 4-27 16,1-1 0-16,-2 0 0 0,0 1 0 0,0-2 0 15,-2 0 0-15,-5-1 0 0,0 1 0 0,4-2 0 16,-1-1 0-16,1-1 0 16,4-3 0-16,5 1 0 0,0-2-501 0,5-2-13 15,2 0 236-15,2 0 120 0,6 0-560 0</inkml:trace>
  <inkml:trace contextRef="#ctx0" brushRef="#br0" timeOffset="56540.87">26177 5978 3406 0,'4'-15'0'0,"-3"1"0"0,-1-1 0 0,0 2 0 0,-14 2 0 0,-9 1 0 0,-1 7 0 0,-1 3 0 0,3 0 0 0,-8 0 0 0,5 13 120 0,3 5 285 15,0 3-405-15,8 3 0 0,4-1 0 0,1 9 0 16,5-4 0-16,4 1 0 0,0-1 0 0,4 2 0 16,11-2 0-16,6-6 0 0,3-1 0 0,4 0 0 15,4-6 0-15,2-2 0 0,0-2 0 0,-3-6 0 16,4 0 0-16,-3-4 0 0,0-1 0 16,-2 0 0-16,0 0 0 0,-2 0-24 15,1-6-960-15,0-5 472 0,-3-1-476 0,1-9 475 0</inkml:trace>
  <inkml:trace contextRef="#ctx0" brushRef="#br0" timeOffset="56810.24">26594 5696 3857 0,'0'-8'0'0,"0"1"0"0,0 1 0 0,8 1 0 0,3 3 0 0,4 0 0 0,3 2 0 0,7 0 0 0,0 2 0 0,-2 9 0 0,4 6 74 0,1 2-74 0,-2 2 0 16,-2 4 0-16,-2 3 0 0,-2 1 0 15,-3 3 0-15,-2 3 0 0,-5 0 0 0,-1 0 0 0,-4 3 0 16,-1-3 0-16,-4 2 0 16,0-2 0-16,-2-1 0 0,-10-1 0 0,-6-1 0 0,0 0 0 0,-4-2 0 15,-2-2 0-15,-2 0 0 16,1-3 0-16,-8-1 0 0,6-2 0 16,0-4 0-16,-3-1 0 0,2-1 0 15,5-2 0-15,2-3 0 0,3 0 0 0,2-2 0 0,5 1 0 16,0 2-435-16,5-5-194 0,4 4 294 0</inkml:trace>
  <inkml:trace contextRef="#ctx0" brushRef="#br0" timeOffset="56983.45">27276 6575 3931 0,'0'-14'0'0,"0"14"0"0,1 0 0 0,4 0 0 0,-5 0 0 0,0 0 0 0,0 0 0 0,0 0 0 0,0 0 0 0,0 0 0 0,0 0 0 0,0 0 0 0,0 4 0 0,0-2 0 0,0 2 0 16,-2-3-63-16,-6 5-301 15,-3 2 200-15</inkml:trace>
  <inkml:trace contextRef="#ctx0" brushRef="#br0" timeOffset="75400.61">12506 8027 2036 0,'-21'-5'0'0,"4"4"0"0,2 1 0 0,2 0 0 0,-1-2 0 0,3 2 0 0,4 0 0 0,4 0 0 0,1 0 0 0,0 0 0 0,2 0 505 15,0 0-233-15,11 0-117 0,13 0-58 0,7 0-20 16,8 0-9-16,2-2 168 0,8-4 146 15,4 1-279-15,-1-3-103 0,1 0 0 0,-1 1 0 16,-2-1 0-16,2 1 0 0,-5 1 0 0,-4 2 0 16,-8 0 0-16,1 1 0 0,-4 2 0 0,-9-2 0 15,-1 3 0-15,-5 0 0 0,-4 0 0 0,-2 0 0 16,-3 0-284-16,-2 0-156 0,-2 0 206 0,-2 0 70 16,1 0-553-16,-1 0 344 0,0-4 168 15,-2-7-134-15,0-1 150 0,0-7 75 16,0-2 28-16,-6-5-317 0,-3 3 192 0,-3 4 106 15,-2 0 38-15,-2 3 67 0,0 0 0 0,-1 8 0 16,0-2 248-16,2 6-162 0,0 0-63 0,5 1 656 16,3 0-328-16,1 3-188 0,4 0 7 0,2 0 253 15,0 0-192-15,2 0-86 0,11 0-59 0,8 0 263 16,2 0-155-16,-5 4-77 0,8 2 246 0,-5 0-152 16,2 2-119-16,-3 0-92 0,-1 2 0 15,-4 2 0-15,-1 0 0 0,-7 5 0 16,-3 4-47-16,-4 5 14 0,0 1-428 0,-8 4 250 15,-13 9 111-15,3-11 74 0,-8 12-42 0,5-11-269 16,-6 9 97-16,3-6-344 0,2-6 273 0,-5 1 127 16,3-2-277-16,-3-5 211 0,1-2 105 0,-2-5 54 15,0-2 26-15,-5-1-10 0,3 1-65 16,1-2 69-16,3 2 40 0,3-2 31 0,2-3 0 0,3 1 0 16,4-1 158-16,3 0-117 0,2-1-40 0,1 3 574 15,4-1-284-15,2 4-165 16,2-1 605-16,0 2-346 0,0 1-173 0,0 4-86 15,0 1 412-15,2 1-240 0,2 3-134 0,1 3 121 16,2-3-285-16,-4-3 0 0,1 2 0 16,-2 1 0-16,0-2 0 0,0-2 0 0,-2-3 0 15,0 0 0-15,0-5 0 0,0-1 0 0,0-3 0 16,0-2 0-16,0-3 0 0,0-2 0 0,0 0 0 16,-2 0 0-16,2-5 0 0,0-12 0 15,0-6 0-15,0 1 0 0,7-5 0 16,1 5 0-16,5-8 0 0,-2 4 0 0,3-1 0 0,0 3 0 0,0 1 0 0,-1 5 0 15,2 1 0-15,0 2 0 16,-3 3 0-16,2 3 0 0,-3 1 0 0,-1 5 0 0,-1 1 0 16,0 0 0-16,-1 2 0 15,0 0 0-15,-1 0 0 0,0 5 0 0,2 7 0 0,0 0 0 16,-2 3 0-16,0 1 0 16,1 1 0-16,2 7 0 0,-5-1 0 0,2 1 0 0,1 3 0 15,-2 0 0-15,-2-2 0 0,1 6 0 16,1-4 0-16,-1 1 0 0,3-1 0 15,0-1 0-15,-1-7 0 0,2 4 0 0,1-5 0 0,1-1 0 16,0-2 0-16,1-4 0 0,0-1 0 0,0-3 0 0,-3-3 0 16,2-1 0-16,1-3 0 0,-1 0 0 15,0 0 0-15,3 0 0 16,-3-1 0-16,2-5 0 0,2-3 0 0,2-2-417 0,0-3 162 16,4-4 113-16,-1-1 52 0,8-9-912 0</inkml:trace>
  <inkml:trace contextRef="#ctx0" brushRef="#br0" timeOffset="75610.81">13612 8300 3931 0,'0'-4'0'0,"-4"3"0"0,3-1 0 0,-1-2 0 0,0 2 0 0,2-1 0 0,0-1 0 16,0 0 0-16,9 0 0 0,4 3 0 0,4-1 0 0,2 0 0 0,1 0 0 0,3 1 0 0,0-2 0 0,-1 1 0 15,2 2 0-15,3 0 0 0,-6 0 0 0,3 0 0 16,-2 0 0-16,-1 0-37 0,0 0 13 0,-3 0-1051 16,2 0 467-16,-4 0 284 15,-1 0-320-15</inkml:trace>
  <inkml:trace contextRef="#ctx0" brushRef="#br0" timeOffset="75777.11">13785 8470 3931 0,'-19'15'0'0,"6"-3"0"0,3-5 0 0,1 2 0 0,6-3 0 0,3-1 0 0,0-2 0 0,1 2 0 15,12-2 0-15,10 1 0 0,0-1 0 0,5-3 0 0,2 0 0 0,2 0 0 0,-2 0 0 0,2 0 0 16,-2 0 0-16,0-3 0 0,-4 1 0 16,5 0-45-16,-8 0-81 0,-2 1 83 0,2 1-537 0,-5 0 182 15</inkml:trace>
  <inkml:trace contextRef="#ctx0" brushRef="#br0" timeOffset="78273.87">14729 7901 2969 0,'-9'0'-4'0,"4"0"0"0,-1 0 2 0,2 0 0 0,2 0 1 0,0 0 1 0,2 0 0 0,0 0 0 0,0 0 0 0,6 0 0 0,11 0 127 0,4 0-42 15,2 0 291-15,9 0-173 0,1-2-80 0,3-1-62 16,-1 0-61-16,4 2 0 0,2-2 0 0,5-1 0 15,-3 1 0-15,1 1 0 0,-3-1 0 0,1 0 0 16,-9 1 0-16,3 1 0 0,1-1 0 16,-3 0 0-16,-4 0 0 0,0 0 0 0,-5 2 0 15,-2-2 0-15,-2 2 0 0,-2-2 0 0,-4 0-268 16,-1 2-96-16,-3-1 149 16,-1-1-568-16,-5 0 371 0,2 0 184 0,-1-2-231 0</inkml:trace>
  <inkml:trace contextRef="#ctx0" brushRef="#br0" timeOffset="78505.02">15469 7531 3187 0,'-11'0'0'0,"6"0"0"0,0 0 0 0,3 0 0 0,2 0 0 0,0 3 0 0,2 3 0 0,16 0 0 0,3-1 0 0,7 2 0 0,-2 1 213 0,4 2-86 0,2 0 277 0,0 0-404 15,0 1 0-15,0 1 0 0,-2 1 0 16,-3 0 0-16,-4 0 0 0,-4-1 0 0,1 3 0 15,-8 2 0-15,-3 0 0 0,-5 2 0 0,-1 1 0 16,-3 2 0-16,-5-1 0 0,-11 3 0 0,-5-3 0 16,-2-2 0-16,-1 0-160 0,-2-1-176 0,-4 0 138 15,0-2-529-15,-4 1 343 0,-6 4 172 16,4-5-521-16,-5 3 347 0</inkml:trace>
  <inkml:trace contextRef="#ctx0" brushRef="#br0" timeOffset="78932.58">14964 8154 3437 0,'-10'5'0'0,"-1"1"0"0,2 4 0 0,4 1 0 0,1 2 0 0,2 9 0 0,2 3 0 0,0 5 0 0,0 3 0 0,0 9 0 0,2 2 251 0,0 3-105 16,2 3-53-16,-2 0-89 0,-1-8-4 0,1 11 0 16,-2-8 0-16,0 0 0 0,0-2 0 0,0-2 0 15,2-7 0-15,-2 2 0 0,0-4 0 0,2-8 0 0,-2-1 0 16,0-8 0-16,0-4 0 0,0-5-271 15,0-5-461-15,0-1 345 0,0-3 173 0,2-22-132 16,-2-5 142-16,0-11 88 0,0-4 37 0,0-6 0 16,-2-13 38-16,-7 2 1 0,1 6-615 0,-3-3 312 15,1 5 151-15,1 8 76 0,1 11 38 0,1 2 40 16,5 9 38-16,0-1 621 16,2 9-351-16,0 0-155 0,4 4-78 0,11 3 326 15,2 2-101-15,7 1 6 0,3 3 367 0,-1 1-298 16,4 2-148-16,-1 0 339 0,1 2-233 0,-3 9-284 15,-2 3-11-15,-4 4 0 0,-3-1 0 0,-5-1 0 16,-2 5 0-16,-5 1 0 0,-2-1 0 0,-4 0 0 16,0 0 0-16,-8 2 0 0,-5-7 0 15,-8 5 0-15,0-2 0 0,-4-4 0 16,-1 0 0-16,1-5 0 0,4 2 0 16,1-4 0-16,1-1 0 0,2-2 0 0,6-1 0 0,1 1 0 0,5-4 0 15,3-1-551-15,2 0 12 0,0 0 250 16,2 0 124-16,14 0-780 0</inkml:trace>
  <inkml:trace contextRef="#ctx0" brushRef="#br0" timeOffset="79138.17">15272 8582 3931 0,'2'13'0'0,"0"-4"0"0,-2 5 0 0,0-3 0 0,0 4 0 0,0 1 0 0,0-2 0 0,0 5 0 0,0 2 0 0,0-1 0 0,0 3 0 0,0-3 0 15,0 3 0-15,0-1 0 0,0-1 0 0,0 2 0 0,0-4 0 0,0-1 0 16,0-1 0-16,0-4 0 0,0-2 0 16,0-1 0-16,0-4 0 0,-2-1-63 15,0-3-128-15,1 0 99 0,1-2-443 0,-2 0 247 16,2-6 112-16,0-14 71 0,2-5-640 0,10-12 353 16</inkml:trace>
  <inkml:trace contextRef="#ctx0" brushRef="#br0" timeOffset="79608.55">15455 8318 3188 0,'3'-9'0'16,"1"8"0"-16,-2-1 0 0,0 0 0 0,-1 2 0 0,1 0 0 0,0 14 0 0,2 0 0 16,2 7 0-16,1 3 0 0,-1 5 237 0,-1 3 269 0,1 1-506 0,-2 6 0 15,0-2 0-15,-2 2 0 0,0 0 0 0,0-1 0 0,-2 1 0 0,0-1 0 16,0-2 0-16,0-1 0 0,0-1 0 15,0 0 0-15,0-3 0 0,-2-6 0 0,-2-4 0 0,0-2 0 16,0-8 0-16,2 0-1 0,-2-5-452 0,3-2 206 0,-3-4 104 16,0 0 52-16,1-6 26 0,1-13-10 15,0-11 35-15,-2-9-717 0,4-6 359 0,-1-6 179 0,-2-15 89 16,-1 8-341 0,-1-13 221-16,-1 20 105 0,-1-1-98 0,2 4 122 0,-2 10 39 0,3 0 82 15,1 3 0-15,3 6 0 0,0 2 0 0,0 7 775 16,0 0-436-16,3 0-185 0,9 3-80 0,3 0 762 15,2 5-398-15,1-2-199 0,2 5-90 0,2 3 202 16,-2 0-155-16,3 4-79 0,0 2 146 0,-1 0-263 16,-1 0 0-16,0 8 0 0,-3 4 0 15,-3 0 0-15,-2 5 0 0,-5 2 0 0,-2 3 0 16,-4 7 0-16,-2-1 0 0,-4 2 0 16,-11 0 0-16,0 0 0 0,-4-4 0 0,-2 1 0 15,3-6 0-15,-3 1 0 0,1-5 0 0,2-4 0 16,-1-2 0-16,1-3 0 0,-1-3 0 0,2-1-71 15,2-4-26-15,2 0-312 0,3 0 174 0,3 0 103 16,1-2 47-16,5-5-444 0,1-1 244 0,0-1 123 16,1 2 52-16,12-1-486 0,4 1 279 0,3 4 138 15</inkml:trace>
  <inkml:trace contextRef="#ctx0" brushRef="#br0" timeOffset="79921.38">15749 8603 1776 0,'5'10'-1'0,"0"2"1"0,-3-2-1 0,2-2 1 0,-3-5 0 0,3 1 0 0,0 0 0 0,-1-4 0 16,6 0 0-16,0 0 0 0,3 0 122 0,0 0 230 0,1 0-122 0,1 0-84 15,-2 0-66-15,1 0 583 0,-1 6-311 0,-1 3-156 0,-4 2-180 0,0 4-16 16,-5 4 0-16,-2-1 0 0,0 7 0 16,-9-3 0-16,-3-3 0 0,-8 5 0 15,0-3 0-15,-4-2 0 0,-1-4 0 0,1 0 0 0,2-6 0 16,-1 1 0-16,2-3 0 0,3-1 0 15,2-3 0-15,9 2 0 0,0-4 0 0,2-1 0 0,3 0 0 16,2 2 0-16,2-2 0 0,12 0 0 16,12 0 0-16,1 0 0 0,0 0 0 0,5 0 0 15,4-2 0-15,0-4 0 0,1 1 0 0,-1 0 0 16,-3-1 0-16,1-2 0 16,0 5 0-16,-8-2 0 0,6 2 0 0,-9 1 0 15,2-1-107-15,-4 1-106 0,-1-2-891 0,-1 0 522 16,4-4 276-16</inkml:trace>
  <inkml:trace contextRef="#ctx0" brushRef="#br0" timeOffset="80168.03">16762 8148 3931 0,'-8'-5'0'0,"5"1"0"0,-1 1 0 0,-1 2 0 0,-2 1 0 0,4 0 0 0,-1 0 0 0,-3 1 0 0,1 11 0 0,1 5 0 0,-5 4 0 0,1 7 0 0,-1 4 0 16,-1 2 0-16,-4 10 0 0,-1-5 0 16,0-2 0-16,-7 12 0 0,0-6 0 0,-3 2 0 15,2-4 0-15,0 1 0 0,3-8 0 0,-2 1 0 16,5-3 0-16,-1-2 0 0,2-5 0 0,4-7-612 16,0-2 192-16,4-9 196 0,-3-2 94 15,5-2-510-15,-1-3 302 0,2-4 151 0</inkml:trace>
  <inkml:trace contextRef="#ctx0" brushRef="#br0" timeOffset="80356.56">16298 8225 2833 0,'0'-9'0'0,"0"5"0"0,0 2 0 0,0 0 0 0,7 2 0 0,7 0 0 0,0 12 0 0,5-1 0 0,6 9 0 0,1 3 0 0,5 7 390 15,-3 1-177-15,-1 2-88 0,-2-3 245 0,5 10-370 16,-4-6 0-16,-1 1 0 0,-2-7 0 0,-2 2 0 15,2 0 0-15,0-3 0 0,-5-1 0 0,1-2 0 16,-1-4 0-16,-4-4-43 0,2-3-279 0,-3-3 129 16,1-4 107-16,2-4-832 0,0-2 440 0,5-2 220 15</inkml:trace>
  <inkml:trace contextRef="#ctx0" brushRef="#br0" timeOffset="80582.38">17083 8022 3474 0,'0'-3'0'0,"0"1"0"0,0-2 0 0,7 0 0 0,9-1 0 0,11-3 0 0,8-2 0 0,13-1 0 0,14-4 0 0,0 2 0 0,3 2 457 0,5 0-457 0,0 1 0 0,-10 4 0 16,13-1 0-16,-20 4 0 0,3 0 0 0,-6 2 0 15,-4 1 0-15,-10 0 0 16,-1 0 0-16,-5 0 0 0,-7 0 0 0,-3 0 0 0,-3 0-75 15,-8 0-456-15,-3 0 256 0,-3 0-621 0,-3 0 429 16,0 0 215-16</inkml:trace>
  <inkml:trace contextRef="#ctx0" brushRef="#br0" timeOffset="80790.09">17787 7667 2791 0,'15'0'0'0,"9"1"0"0,1-1 0 0,3 0 0 0,6 0 0 0,3 0 0 0,10 2 0 0,-3 3 0 0,2 1 0 0,-2 1 0 0,-1 4 69 0,-8-1 547 0,4 3-294 0,-6 3-189 16,-4-1-133-16,-8 1 0 0,-3-2 0 15,-7 2 0-15,-6 1 0 0,-5 0 0 0,0 4 0 16,-16-1 0-16,-9 1 0 0,-5-2-1284 16,-9 2 1314-16,-5-5 5 0,-4 5-69 15,-16 0 0-15,0-1-467 0,-11 5 222 0</inkml:trace>
  <inkml:trace contextRef="#ctx0" brushRef="#br0" timeOffset="81001.39">17263 8195 3785 0,'0'3'0'0,"0"0"0"0,4 6 0 0,1 1 0 0,-1 1 0 0,1 8 0 0,-1 3 0 0,2 6 0 0,-2 4 0 0,0 11 0 0,-2 1 146 0,-2 1-146 15,0 2 0-15,0-1 0 0,0-4 0 0,-6 11 0 0,0-8 0 0,-2 0 0 16,3-4 0-16,0 1 0 0,1-7 0 0,-3 2 0 15,4-5 0-15,-1-7 0 0,1-3 0 16,1-5 0-16,2-5 0 0,-2-3 0 16,2-4-113-16,0-3-84 15,0 1-842-15,-2-3 500 0,2-5 240 0,0-15-420 0,0-7 341 16</inkml:trace>
  <inkml:trace contextRef="#ctx0" brushRef="#br0" timeOffset="81217.33">17141 8381 3424 0,'0'-18'0'0,"2"5"0"0,7 0 0 0,0 0 0 0,5-2 0 0,4 2 0 0,5 4 0 0,5-1 0 0,4 5 0 0,2 4 0 0,1-1 297 15,-1 2-130-15,0 0-124 0,-1 0-43 0,-3 3 0 0,-3 7 0 0,-8 0 0 16,-3 2 0-16,-2 2 0 16,-8 0 0-16,-5 4 0 0,-1 2 0 0,-9-1 0 0,-12 3 0 15,-1-1 0-15,-4-2 0 0,-2-4 0 16,1 0 0-16,3-4 0 0,1-2 0 0,-1 0 0 0,3-2 0 0,0-2-496 15,7 0 81-15,2-3 189 0,5 2-288 16,1 0 228-16,6 2 130 16</inkml:trace>
  <inkml:trace contextRef="#ctx0" brushRef="#br0" timeOffset="81388.48">17535 8610 3931 0,'2'12'0'0,"2"5"0"0,-2-4 0 0,-2 0 0 0,0 2 0 0,0 0 0 0,0 2 0 0,0 0 0 0,0 1 0 0,0 1 0 0,0 2 0 0,2-2 0 0,0 1 0 16,1-1 0-16,-1 0 0 0,2-1 0 0,-2 1 0 15,1-3 0-15,1-4 0 0,0-2 0 0,2-1-288 16,-1-3 138-16,3-2 100 0</inkml:trace>
  <inkml:trace contextRef="#ctx0" brushRef="#br0" timeOffset="81601.58">17807 8324 3931 0,'0'0'0'0,"0"0"0"0,0 3 0 0,0 7 0 0,0 0 0 0,0 9 0 0,0 2 0 0,0 3 0 0,0 7 0 0,2-1 0 0,0 9 0 0,0-2 0 15,0 1 0-15,0-2 0 0,0 5 0 0,0-4 0 0,0 0 0 16,0-4 0-16,-1-1 0 15,-1-4 0-15,2-5 0 0,-2-1 0 0,0-3-173 16,0-3-256-16,0-6 142 0,0-3-1564 0,-5 1 1799 0,-1-6 12 16,-4-2 1-16,3 0-9 0</inkml:trace>
  <inkml:trace contextRef="#ctx0" brushRef="#br0" timeOffset="81846.56">17713 8309 3399 0,'8'-20'0'0,"4"3"0"0,0 1 0 0,6-5 0 0,-4 7 0 0,7-3 0 0,4 6 0 0,1 2 0 0,4 3 0 0,-1 3 0 0,4 2 211 0,-5 1-87 0,-4 0 73 15,4 0-197-15,-7 4 0 0,-2 6 0 0,-2 3 0 16,-6 2 0-16,-5 2 0 0,-4 4 0 16,-2 2 0-16,-3 2 0 0,-15 2 0 0,-5-3 0 0,1-2 0 15,-2-1 0-15,-1-4 0 0,1 1 0 0,-3-7 0 16,3 0 0-16,4-6 0 0,-3 1-108 15,4-4-7-15,2-2 42 0,4 0-514 0,3 0 276 0,3 0 127 16,2 0-495-16,3 0 321 0,2 0 161 0,0 0-432 16</inkml:trace>
  <inkml:trace contextRef="#ctx0" brushRef="#br0" timeOffset="82191.92">18042 8556 2667 0,'4'4'0'0,"2"1"0"0,1-3 0 0,1-2 0 0,1 0 0 0,0 0 0 0,3 0 0 0,3 0 0 0,0 0 0 0,0 0 0 0,0 0 210 15,-4 0-77-15,2 0-93 0,-3 8-3 0,-5 1 1 0,-3 4-1 16,-2 0-158-16,0 4 89 0,-13 4 29 0,-2-4-23 0,-4 0 31 16,-3 0 0-16,-1-2 32 0,4-4 9 0,-3 1 48 0,3-4-28 15,2 0-54-15,8-1 15 16,1-4 272-16,3-2-133 0,3-1-72 15,2 2 6-15,0 0-100 0,7 0 0 0,10 0 0 0,2 0 0 16,7 1 0-16,-1 3 0 0,-1 0 0 0,0 3 0 0,-3-1 0 0,-2 5 0 16,-2 0 0-16,-5 2 0 15,-1 4 0-15,-10 0 0 0,-1-1 0 0,0 3 0 16,-17-1 0-16,-3-1 0 0,-6-3 0 16,-3-5 0-16,-1-2 0 0,-2-3 0 0,-1-3 0 15,-3-3 0-15,2 0 0 0,0 0 0 0,2 0 0 16,8-3 0-16,1-9-136 0,6 1-28 0,4-4 69 0,10-4-482 15,3-5 270-15</inkml:trace>
  <inkml:trace contextRef="#ctx0" brushRef="#br0" timeOffset="85063.28">19064 8249 2979 0,'-9'0'0'0,"5"0"0"0,4 0 0 0,0 0 0 0,0 0 0 0,0 0 0 0,2 0 0 0,11 2 0 0,8 3 0 16,7-2 0-16,6 2 182 0,9-4 230 0,-1-1-186 0,4 0-94 0,3 0-132 16,-4 0 0-16,-6 0 0 15,3 0 0-15,-3-1 0 0,-3 1 0 0,-3-3 0 0,-1 3 0 0,-5 0-529 16,1 0 219-16,-11 3 174 0,-2 5-31 15</inkml:trace>
  <inkml:trace contextRef="#ctx0" brushRef="#br0" timeOffset="85223.75">19197 8718 3931 0,'-20'11'0'0,"1"2"0"0,8-8 0 0,3-1 0 0,2-4 0 0,6 0 0 0,2 0 0 0,15 0 0 0,8 0 0 0,7 0 0 0,9 0 0 0,0 0 0 0,3 0 0 0,-1 0 0 15,0 0 0-15,-5 0 0 16,1 0 0-16,0 2 0 0,-1 2 0 0,-2 2-72 0,-2-1-296 16,-1 3 200-16,1-3-1078 0</inkml:trace>
  <inkml:trace contextRef="#ctx0" brushRef="#br0" timeOffset="86301.51">20302 7611 1622 0,'0'-2'0'0,"0"0"0"0,0 1 0 0,0-1 0 0,0 2 0 0,0 0 0 0,-2 0 0 0,2 0 0 0,0 0 0 0,0 0 0 0,0 0 79 0,0 0-1 0,0 0 1 16,0 2 9-16,0 1-47 0,0-1 1 16,0 2 22-16,0-2-23 0,0 0 0 15,0-2 43-15,0 2-42 0,0-2-1 0,0 0 35 0,0 0-1 16,0 0-34-16,0 0 11 0,0 0 20 0,0 0-1 16,0 0-29-16,0 0-1 0,0 0-47 0,0 0 58 15,0 0-11-15,0 0 1 0,0 0-79 0,0 0 39 16,0 0 0-16,0 0 50 0,0 0-110 0,0 0 43 15,0 0 11-15,0 0-15 0,0 0 9 16,0 0 4-16,0 0-11 16,0 0 29-16,0 0-16 0,0 0 13 0,0 0-43 15,0 0 42-15,0 0-4 0,0 0 2 0,0 0-51 16,-2 0 49-16,2 0 2 0,0 0-88 0,0 0 39 16,0 0 1-16,0 0 33 0,0 0-64 0,0 0 25 15,0 0-3-15,0 0-294 0,0 0 155 0,0 0 59 16,-2 0 45-16,0 0 18 0</inkml:trace>
  <inkml:trace contextRef="#ctx0" brushRef="#br0" timeOffset="86975.79">20289 7653 1630 0,'0'-4'0'0,"0"2"0"0,0 0 0 0,-2 0 0 0,2 0 0 0,0 2 0 0,-2 0 0 0,2 0 0 0,-2 0 0 0,2 0 0 0,-1 0 185 0,1 0-72 16,-3 8 197-16,1 0-135 0,2 2-57 0,0 0-45 15,-2 3 226-15,0 1-130 0,2 4-64 0,0-1-33 16,0 3 233-16,0 1-137 0,0 6-64 0,0-1-32 16,0 0-39-16,0 1-33 0,0 7 0 0,0-3 0 15,2 4 0-15,2 9 0 0,-1-3 0 16,0 5 0-16,1 2 0 0,0 7 0 0,-1 9 0 15,1-2 0-15,-1 1 0 0,-1 5 0 16,0-6 0-16,0 13 0 0,1-4 0 0,-1 4 0 0,1-1 0 16,1 3 0-16,-1 0 0 0,1 0 0 15,0 0 0-15,-1-1 0 0,1 3 0 16,-1 3 0-16,0-1 0 0,-1 1 0 0,0-5 0 0,-2-1 0 16,0 0 0-16,0-10 0 0,0 16 0 0,0-7 0 15,0-3 0-15,0-6 0 0,0-12 0 0,0 3 0 16,0-7 0-16,-2-7 0 0,2-8 0 0,-2-1 0 15,2-5 0-15,0-9 0 0,0-1 0 16,-1-6 0-16,1-3 0 0,0-5 0 0,0 1 0 16,0-5 0-16,5-1-1254 0</inkml:trace>
  <inkml:trace contextRef="#ctx0" brushRef="#br0" timeOffset="87493.99">24734 7435 2775 0,'-11'-15'0'0,"0"7"0"0,3 6 0 0,5 1 0 0,-3 1 0 0,4 0 0 0,-1 0 0 0,3 0 0 0,0 7 0 0,0 8 0 0,0 8 107 0,2 3 340 15,5 5-205-15,4 14-102 0,1-3-50 0,-2 9 40 16,2 13-130-16,-1 0 0 0,-4 5 0 0,-1 6 0 0,-4 15 0 16,-2-7 0-16,0 27 0 0,0 1 0 0,-8 2 0 15,0 2 0-15,2-4 0 0,1-16 0 0,5 20 0 16,0-14 0-16,0-6 0 0,0-8 0 15,1-12 0-15,5 6 0 0,-1-3 0 0,1-7 0 16,-3-5 0-16,-1-10 0 16,2 0 0-16,-2-8-191 0,0-4-149 0,-1-5 151 0,-1-7 75 15,0 0-698-15,0-7 387 0,0-1 184 0</inkml:trace>
  <inkml:trace contextRef="#ctx0" brushRef="#br0" timeOffset="87960.32">20818 7317 2034 0,'-17'-9'0'0,"2"9"0"0,5 0 0 16,1 0 0-16,2 3 0 0,5 3 0 0,2-3 0 0,0 3 0 0,4 1 0 0,17 1 0 0,5-4 440 0,6-3-200 0,9 2-101 16,-3-3-41-16,13 0 195 0,-9 0-128 0,6 0-63 15,-4 0-192-15,0 0 64 0,-10 0 42 16,1 0-571-16,-3 0 297 0,-11 0 149 0,-1 3 73 15,-4 2-346-15,-7 2 115 0,-4-3 131 0,-3 0-61 16,-2 1-375-16,0-5 267 0,-11 0 133 0</inkml:trace>
  <inkml:trace contextRef="#ctx0" brushRef="#br0" timeOffset="88133.8">21213 7241 1233 0,'0'-19'0'0,"0"1"0"0,0 0 0 0,5 4 0 0,10 1 0 0,2 3 0 0,6 1 0 0,4 3 0 0,-2 5 0 0,3 1 0 0,-1 0 76 0,5 0 189 16,-8 8-114-16,1 7-56 0,-11-3 221 0,2 5-139 0,-5 2-59 15,-6 5 49-15,-5 1-65 0,0 3-31 16,-9 2-1-16,-14 5-282 0,3-4 134 16,-8 4 54-16,5-7 31 0,-3 3-491 15,-1-6 253-15,4 0 142 0,0-5-2 0,0-3-273 16,4-3 97-16,-1-5 115 0,1-1-250 0</inkml:trace>
  <inkml:trace contextRef="#ctx0" brushRef="#br0" timeOffset="88276.18">21132 7613 1593 0,'-13'6'0'0,"-1"7"0"0,0 4 0 0,0 4 0 0,1 3 0 0,3 2 0 0,-1 2 0 0,6 2 0 0,1 0 0 0,4 1 0 0,0-5 97 0,2 1 399 0,7-10-218 16,10 6-125-16,2-5-58 0,1-4 163 0,5-3-110 15,-1-3-55-15,-3-2-229 0,0 0 82 0,-1-5 46 16,-1-1 1-16,-4 0-518 0,-3 0 282 0,-3 0 151 16,1-3 60-16,-6-5-731 0,-3-5 362 0,-3-2 181 0</inkml:trace>
  <inkml:trace contextRef="#ctx0" brushRef="#br0" timeOffset="88422.47">21183 7525 2132 0,'-12'-17'0'0,"3"8"0"0,0 1 0 0,2 3 0 0,0 4 0 0,3 1 0 0,1 0 0 0,3 0 0 0,0 0 0 0,0 10 0 0,2 1 100 0,5-2 97 16,7 3-84-16,0 1-38 0,4 0 1 0,4 0-406 15,-2 0 184-15,3-3 101 0,4-1 38 0,1-1-682 16</inkml:trace>
  <inkml:trace contextRef="#ctx0" brushRef="#br0" timeOffset="88635.05">21979 7333 3418 0,'0'0'-10'0,"2"0"3"0,4 0 2 0,3 0 2 0,5 0 0 0,4 0 2 0,5-1 0 0,8-2 1 0,5-2-3 0,11 1 1 0,-4-2 144 0,6 3 164 0,0-2-206 16,0-2-100-16,-8 6-236 0,10-3 41 0,-6 0 116 16,-12 0-724-16,6 3 419 0,-6-3 209 0,-8 1 114 15,-1-1-419-15,-3 0 147 0,-9-2 145 0,-2-4 74 16</inkml:trace>
  <inkml:trace contextRef="#ctx0" brushRef="#br0" timeOffset="88801.5">22646 7141 1811 0,'-11'-14'0'0,"0"4"0"0,4 3 0 0,0-1 0 0,5 2 0 0,0 3 0 0,2 1 0 0,0 0 0 0,13-1 0 0,10 3 0 0,2 0 76 0,1 0-25 0,4 10-11 0,0 0 0 16,2 1 392-16,0 1-196 0,-4-1-98 0,-5 1 574 15,-3 3-342-15,-3 0-345 0,-6 0-25 0,-7 3 0 16,-4 6 0-16,0 0 0 0,-20-1-70 16,-3-1-121-16,-3 3 115 0,-4-4 58 0,0 0-296 0,-1-5 116 15,1 0 105-15,0-3-79 0,-2-2-565 0,2 0 349 16,-3 1 174-16</inkml:trace>
  <inkml:trace contextRef="#ctx0" brushRef="#br0" timeOffset="89041.09">22438 7520 2674 0,'0'4'-1'0,"0"1"-1"0,0 2 1 0,0 3 0 0,0 0 0 0,0-2 0 0,0 6 1 0,0 1 0 0,2 1 0 0,5 10 0 0,0-1 221 16,0 5-91-16,4 2-44 0,-4 2-1 0,-2 2-35 15,1 1 642-15,-4 1-692 0,1-1 0 0,0-1 0 16,-1-2 0-16,0-2 0 15,-2-5 0-15,1 0 0 0,-1-5 0 0,0 0 0 16,0-4 0-16,0-1 0 0,0-2 0 16,-1-4 0-16,-8-1 0 0,-2-4 0 0,-1-1 0 0,-6-1 0 15,-1-2 0-15,-4-2 0 0,-2 0 0 0,-1 0 0 16,3 0 0-16,-9 0 0 0,5-8 0 0,2-2 0 16,0-5-183-16,3-8-263 0,1-4 193 15,4-12-281-15,7-7 247 0,8-16 124 0</inkml:trace>
  <inkml:trace contextRef="#ctx0" brushRef="#br0" timeOffset="89170.78">22330 7496 2784 0,'11'-11'0'0,"-1"4"0"0,-1 0 0 0,0 1 0 0,0 4 0 0,0 0 0 0,0 2 0 0,3 0 0 0,-1 0 0 16,1 0 0-16,2 2 478 0,1 6-219 0,0 1-110 0,2 1-55 0,2 2-372 0,2 3 153 15,1-1 83-15,2 1 41 0,4-3-919 16</inkml:trace>
  <inkml:trace contextRef="#ctx0" brushRef="#br0" timeOffset="89978.71">23242 7354 3839 0,'0'0'0'0,"0"-2"0"0,1 1 0 0,12-4 0 0,6 2 0 0,3-1 0 0,6 0 0 0,13-3 0 16,-2 1 0-16,4 2 0 0,2 0 92 0,-4 1-92 0,10-1 0 0,-6 3 0 16,-11 1 0-16,4 0-679 0,-13 0 359 0,4 0 175 0,-7 0 92 15,-8 0-402-15,-3 0 237 0,-7 1 120 0,-4 0-135 16,0 2-405-16,-4-3 298 0,-7 0 151 0,-1 0 75 16,-1-8-122-16,0-4 105 0,0-4 49 0,4-1 110 15,-1-3-40-15,4-1-4 0,5 1 285 16,1 0-183-16,0 4-58 0,0 1-34 0,1 2 190 15,13 4-108-15,1 2-57 0,4 4 91 16,6 0 346-16,2 2-191 0,-1 1-112 0,4 0-58 16,0 1 177-16,-5 6-107 0,5 6-68 0,-12-4 232 15,1 4-145-15,-5 2-73 0,-5 0 41 0,-5 2-47 16,-4 4-38-16,0 1 0 0,-18 0-185 0,-2 3 79 16,-2-4 38-16,-3 1 11 0,-1-3-144 0,-3 0 87 15,2 0 43-15,-1-5-1 0,-2 0-488 0,-2-3 187 16,0-2 149-16,-3-1-476 0,5-4 297 15,2-4 149-15,8 0-165 0,-1 0 147 16,5-4 88-16,2-6 39 0,5-1 106 0,1 4-34 16,3-2 1-16,0 1-44 0,4 2 502 0,1 2-245 15,0 3-124-15,0-1-62 0,0 2 277 0,0 0-116 16,1 11 30-16,4 6 419 0,2 7-296 0,1 4-149 16,-1 10 467-16,-4-3-298 0,2 17-163 0,-5-4-132 15,0 3-61-15,0 0 0 0,-3-2 0 16,-2-6 0-16,-4 7 0 0,0-6 0 0,2-11 0 15,0 1 0-15,0-4 0 0,-1-5 0 16,0-2 0-16,1-7 0 0,1-7 0 16,2-1 0-16,-1-4 0 0,0-4 0 0,0 0 0 0,2-7 0 15,3-7 0-15,0-9 0 0,0-5 0 0,1-2 0 16,15-2 0-16,0 1 0 0,5-3 0 0,2 4 0 16,4 4 0-16,1 3 0 0,0 6 0 0,1 4 0 15,-1 3 0-15,-1 7-21 0,-4 1-29 0,-2 2 121 16,-3 0-71-16,-3 7 0 0,-4 5 0 0,-5 2 0 15,-3 4 0-15,-1-1 0 16,-2 1 0-16,-5 4 0 0,-12-4 0 0,4-3 0 16,-6-2 0-16,0-2 0 0,-2-4 0 0,3-1 0 15,-1-4 0-15,3-2 0 0,0 0 0 0,3 0 0 16,3 0 0-16,1-2 0 0,4 0 0 0,1 0 0 16,2 0 0-16,2 0 0 0,0 2 0 0,0 0 0 15,11 2 0-15,7 12 0 0,0-2 0 0,6 6 0 16,1-1 0-16,1 0 0 0,3-1 0 15,-1 4 0-15,2-6 0 0,0 2 0 16,0 0 0-16,-1-1 0 0,-1-2 0 0,2 0 0 16,-1 1 0-16,-3 1 0 0,-1-1-290 0</inkml:trace>
  <inkml:trace contextRef="#ctx0" brushRef="#br0" timeOffset="90821.13">20707 8740 1739 0,'-9'-3'0'0,"0"0"0"0,2 1 0 0,0 2 0 16,2 0 0-16,-1 0 0 0,5 0 0 0,-3 0 0 0,4 0 0 0,0 0 0 0,0 0 281 0,0 7-121 0,7-2-60 0,9 0 208 0,0-1-139 0,7 3-65 16,0-4-32-16,4-2 0 0,-1-1-32 0,1 0 822 15,5 0-838-15,-2 0-24 16,-2 0 0-16,-1 0 0 0,-1 0 0 0,-8 0 0 16,3-1 0-16,-2-2 0 15,-4 3 0-15,-3 0 0 0,0-3 0 0,-2 3 0 0,0 0-217 0,-1 0-730 16,-2 0 454-16,2 0 226 0,1 3 114 15,-1 3 47-15,4 2-514 0,1-1 291 0</inkml:trace>
  <inkml:trace contextRef="#ctx0" brushRef="#br0" timeOffset="91282.52">21617 8742 2110 0,'7'0'0'0,"-3"-2"0"0,-1-1 0 0,-1-5 0 0,1 0 0 0,-3 1 0 0,0-3 0 0,0-2 0 0,0 0 0 0,0-1 0 0,0 0 112 0,0-2-36 0,0 1 1 0,0 2 41 16,-5-2-39-16,-2 1 10 0,0 2-49 0,-2-1-27 16,-1 3 27-16,-3 3 52 0,-3 1-26 15,0 1 10-15,-3 4-36 0,-6 0 134 16,2 3-67-16,-6 12-34 0,1 6 10 0,-4 8 138 16,6 4-91-16,1 3-45 0,7 6-55 0,2 0-30 15,9-2 0-15,2 11 0 0,5-7 0 0,0-2 0 16,5-8 0-16,8 2 0 0,2-6 0 0,3-4 0 15,2-4 0-15,1-2 0 0,-1-6 0 0,2-4 0 16,-2-5 0-16,3-2 0 0,0-3 0 0,2 0 0 16,-3-8 0-16,0-9 0 0,-4-1 0 0,1-8 0 15,-6 2 0-15,-3-1 0 16,1-2 0-16,-4 0 0 0,-4 4 0 0,1-2 0 16,-2 3 0-16,-2 4 0 0,0 7 0 0,0-1 0 15,0 5 0-15,0 3 0 0,0 3 0 0,0-1 0 16,0 2 0-16,0 0 0 0,0 11 0 0,0 4 0 15,0 4 0-15,2 3 0 0,1 0 0 0,7 3 0 16,0-4 0-16,2 7 0 0,4-4 0 0,0-1 0 16,3-2 0-16,0-3 0 0,-2-1 0 0,6 2 0 15,-2-4 0-15,0-2 0 16,2-2 0-16,0-1-72 0,-3-5-367 0,10 1 205 16,-2-6 97-16,4 0-326 0,5 0 211 0,6-2 107 15,-1-13 42-15</inkml:trace>
  <inkml:trace contextRef="#ctx0" brushRef="#br0" timeOffset="91740.9">22824 8433 3931 0,'-9'-9'0'0,"5"4"0"0,1 1 0 0,-2 0 0 0,2 2 0 15,3 0 0-15,-2 1 0 0,2 1 0 0,0 1 0 0,0 16 0 0,0 6 0 0,2 6 0 0,4-1 0 0,-1 7 0 0,-1 1 0 16,-2 2 0-16,0 1 0 0,0 4 0 16,-2-1 0-16,0-9 0 0,0 7 0 0,0-3 0 0,-6-2 0 15,-1-4 0-15,0-11 0 16,2-1 0-16,0-6 0 0,1-6 0 0,2 0 0 16,0-5 0-16,0-2 0 0,2 0 0 0,0-10 0 15,0-5 0-15,11-4 0 0,7 0 0 0,0 1 0 16,5-1 0-16,3 4 0 0,4 2 0 0,4 3 0 15,1 5 0-15,3 3 0 0,-3 2 0 0,0 0 0 16,-3 4 0-16,-5 10 0 0,-2 4 0 0,-4 5 0 16,-9 4 0-16,-1-5 0 0,-8 13 0 15,-1-7 0-15,-2 2 0 0,-5-2 0 16,-13-1 0-16,0-5 0 0,-5-2 0 0,-1-5 0 16,-1-1 0-16,-1-7 0 0,-3-3 0 0,4-2 0 15,-7-2 0-15,4 0 0 0,-2 0 0 0,3-2 0 16,6-4 0-16,-2-4 0 0,7-1 0 0,0 1 0 15,7-6 0-15,4 1 0 0,5-2 0 0,0 0 0 16,0 1 0-16,13-1 0 0,8-1 0 0,5 4-410 16,4-1 154-16,6 2-833 0,8-3 528 15,0 1 260-15</inkml:trace>
  <inkml:trace contextRef="#ctx0" brushRef="#br0" timeOffset="92038.82">23796 8693 3049 0,'3'0'0'0,"-1"0"0"0,0 0 0 0,-2 0 0 0,0 4 0 0,-9 7 0 0,-5 8 0 0,5 1 0 0,4 1 0 0,-2 9 0 0,7 0 224 0,0 0-92 0,0 0 394 16,14 0-526-16,2-4 0 0,7-1 0 0,5-4 0 0,2-4 0 16,4-6 0-16,2-4 0 15,-1-5 0-15,2-2 0 0,-4 0 0 0,1-3 0 0,-2-11 0 0,-4-3 0 16,-3-4 0-16,-7 1 0 0,-2-3 0 0,-7 0 0 15,-4-4 0-15,-5-3 0 0,0 0 0 0,-3-2 0 16,-10-2 0-16,-6 2 0 0,-6 4 0 16,-3 4 0-16,-2 3 0 0,-4 4 0 0,-9 6 0 0,4 7 0 15,4 4 0-15,-2 0 0 16,11 0 0-16,-8 11 0 0,12 6 0 0,1 2 0 16,4 5 0-16,4 4 0 0,4 4 0 0,1 2-415 15,2 4-223-15</inkml:trace>
  <inkml:trace contextRef="#ctx0" brushRef="#br0" timeOffset="92523.02">20824 9812 3228 0,'-15'0'0'0,"0"0"0"0,6 0 0 0,3 0 0 0,3 0 0 0,1 0 0 0,2 0 0 0,0 0 0 0,3 0 0 0,17 0 0 0,1 0 136 0,9 0-53 0,1 2 401 16,2-2-484-16,3 2 0 0,-1-2 0 0,2 0 0 16,-3 0 0-16,-1 0 0 0,-1 0 0 15,-2 0 0-15,-3 0 0 0,-6 0-299 16,2 0-101-16,-4 0 220 0,-2 0 44 0,-2 0-889 16,2 2 494-16,-5-1 236 0</inkml:trace>
  <inkml:trace contextRef="#ctx0" brushRef="#br0" timeOffset="92951.21">21790 9801 2162 0,'7'-4'0'0,"-1"-1"0"0,-3-6 0 0,1-3 0 0,0 1 0 0,-1-4 0 0,-1 2 0 0,1-1 0 0,-3-2 0 0,0 2 0 0,0 2 295 0,0-2-132 0,-3 0-63 15,-6 3-30-15,0 0 139 0,-5 2-75 0,0 1-53 16,-4 3 1-16,-2 1 158 0,-6 4-100 0,1 2-51 15,-1 2 77-15,-3 15-166 0,-2 7 0 0,0 5 0 16,5 4 0-16,4 4 0 0,5-4 0 16,2 4 0-16,5 3 0 0,7-2 0 0,3-5 0 0,0-1 0 15,3-2 0-15,11-3 0 16,4-7 0-16,5-3 0 0,2-5 0 0,1-7 0 16,-3-5 0-16,9 0 0 0,-5-4 0 0,1-11 0 15,0-6 0-15,-1-1 0 0,-2-3 0 0,-3-3 0 16,-2 2 0-16,0 0 0 0,-8 2 0 0,-2 7 0 15,-4 2 0-15,-1 1 0 0,-3 5 0 0,0 4 0 16,-2 2 0-16,0 2 0 0,0 1 0 0,0 0 0 16,-2 11 0-16,-3 10 0 15,3 1 0-15,2 5 0 0,0 0 0 0,0 3 0 16,0 2 0-16,3-1 0 0,8-3 0 0,3-2 0 16,1-5 0-16,6 3 0 0,-2-7 0 0,3-2 0 15,-3-4 0-15,7-1 0 0,-3-6 0 0,4-3 0 16,1-1 0-16,3 0 0 0,-1 0-220 0,2 0-103 15,-1-4 133-15,6-7-799 0,8-6 475 0</inkml:trace>
  <inkml:trace contextRef="#ctx0" brushRef="#br0" timeOffset="93279.63">22847 9668 3931 0,'-12'3'0'16,"5"-2"0"-16,-4 8 0 0,-6-4 0 16,6 3 0-16,0 4 0 0,3 2 0 0,2 1 0 0,4 6 0 0,2 4 0 0,0-1 0 0,2 2 0 0,12 0 0 0,2 0 0 15,5-3 0-15,2-3 0 0,2-1 0 0,7-6 0 16,0-3 0-16,5-6 0 0,-4-4 0 0,1 0 0 0,-2-8 0 0,-2-7 0 0,-5-2 0 0,-9 0 0 16,3-5 0-16,-10 3 0 0,0-7 0 0,-4 0 0 15,-3-3 0-15,-2-1 0 0,0-1 0 0,-8-3 0 16,-7 4 0-16,-2-1 0 0,-3 4 0 0,-7 4 0 15,-1 6 0-15,-4 4 0 0,-3 5 0 0,1 7 0 16,-1-2 0-16,10 3 0 16,0 0 0-16,2 10 0 0,7 1 0 0,2 4 0 15,7 3 0-15,3-2 0 0,4 5 0 0,0 3 0 16,2-3-186-16,13 1-11 0,4-1 64 0,7-5-935 16,10 2 520-16,3-7 255 0,7-5 127 0</inkml:trace>
  <inkml:trace contextRef="#ctx0" brushRef="#br0" timeOffset="93493.68">23867 9583 3931 0,'11'-13'0'0,"-5"4"-2"0,-2-1-4 0,-4-3 0 0,0 3 1 0,-12 0 1 0,-5 2 1 0,-9 3-1 0,0 3 1 0,-4 2 2 0,-2 2 35 0,2 12-34 0,3 4 0 0,4 3 0 15,7 4 0-15,5 3 0 0,6 5 0 0,5 1 0 16,0-1 0-16,12 1 0 0,15 2 0 0,-2-10 0 15,15 4 0-15,3-7 0 0,6-7 0 0,2-5 0 16,3-1 0-16,3-6 0 0,-4-4 0 16,3 0 0-16,-4 0 0 0,-1-2 0 0,-4 0 0 0,-11-5-783 15</inkml:trace>
  <inkml:trace contextRef="#ctx0" brushRef="#br0" timeOffset="93986">25322 8539 3651 0,'-20'-17'0'0,"6"15"0"0,5 2 0 0,4 0 0 0,5 0 0 0,-2 0 0 0,2 0 0 0,0 0 0 0,7 0 0 0,13 4 0 0,7-2 280 0,7-2-280 0,4 0 0 0,-1 0 0 0,1 0 0 15,-3 0 0-15,-1 0 0 0,-2 0 0 0,-6 0 0 16,-1 0 0-16,-2 0 0 0,-3 0 0 16,-3 6 0-16,-7 1-84 0,1 4 48 15,-9 4-1297-15</inkml:trace>
  <inkml:trace contextRef="#ctx0" brushRef="#br0" timeOffset="94141.36">25349 8877 3481 0,'-23'10'0'0,"3"4"0"0,2-2 0 0,8-5 0 0,-1-1 0 0,8-5 0 0,3 4 0 0,0-5 0 0,12 0 0 0,14 0 0 0,4 0 129 0,6 0 192 0,1 0-321 0,0 0 0 16,1 0 0-16,0 0 0 0,0 0 0 0,-1 0 0 15,-2 1-44-15,-1 3-264 16,-2 1 174-16,-6-1-801 0,5 2 472 0,-9-4 106 16,3 2 161-16</inkml:trace>
  <inkml:trace contextRef="#ctx0" brushRef="#br0" timeOffset="94401.06">26248 8145 3931 0,'-12'-21'0'0,"2"6"0"0,-5 3 0 0,0 1 0 0,-4 4 0 0,-5 3 0 0,-1 3 0 0,-3 1 0 0,-9 12 0 0,2 11 0 0,0 10 0 0,-8 13 0 0,7 10 0 15,2 8 0-15,2 8 0 0,6 6 0 0,6 3 0 16,4 1 0-16,5-1 0 0,8 0 0 16,3-4 0-16,0-11 0 0,14 7 0 15,8-12 0-15,5-6 0 0,0-7 0 0,8-1 0 16,6-4 0-16,12-1 0 0,0-4 0 0,5-4 0 16,6-6 0-16,5-2 0 0,9-7-871 0</inkml:trace>
  <inkml:trace contextRef="#ctx0" brushRef="#br0" timeOffset="95048.03">32401 8235 2541 0,'3'-11'0'0,"4"5"0"0,6 4 0 0,6 0 0 0,9 0 0 0,4 0 0 0,9 2 0 0,6 0 0 0,1 2 0 0,2 10 0 0,2 3 180 0,-2 5-71 0,-5 6-35 15,1 7 479-15,-4 2-248 0,-5 7-139 0,-6 2-163 16,-2 5-3-16,-8 2 0 16,-5 3 0-16,-5 1 0 0,-3-1 0 0,-6 1 0 15,-2-1 0-15,0 1 0 0,-7-1 0 0,-11-5 0 16,-8 0 0-16,-6-4 0 0,-10 4 0 0,-6-10 0 16,-2-2 0-16,3-7 0 15,-16 6 0-15,6-8 0 0,5 0 0 0,1-6 0 0,-9 6-80 0,7-6-1097 16</inkml:trace>
  <inkml:trace contextRef="#ctx0" brushRef="#br0" timeOffset="95743.13">26534 7896 1660 0,'-6'-11'0'0,"-1"6"0"0,5-1 0 0,-2 1 0 0,1 1 0 0,-1 2 0 0,2 0 0 0,0 2 0 0,0 0 0 0,2 0 0 0,0 8 325 15,0 5-144-15,0 1-62 0,0 10-45 0,0-2 283 0,2 6-159 0,2 6-80 16,1 7-41-16,-2 6 341 0,0 6-194 0,-1 14-94 16,-2 1-80-16,0 9-50 15,-5 13 0-15,-5-13 0 0,-7 21 0 0,0 0 0 16,-2 1 0-16,0 0 0 0,3 1 0 0,1-13 0 16,1 15 0-16,2-14 0 0,5-11 0 0,2 5 0 15,1-8 0-15,2-13 0 0,-1 8 0 0,3-17 0 16,0-4 0-16,-2-13 0 0,0 0 0 0,-1-11 0 15,0-3 0-15,-1-5 0 0,0-4 0 0,1-5 0 16,-3-2 0-16,3-3 0 0,-3-2 0 16,3 0 0-16,-4 0 0 0,3 0 0 15,1 0 0-15,1 0-236 0,0 0-293 0</inkml:trace>
  <inkml:trace contextRef="#ctx0" brushRef="#br0" timeOffset="96764.54">21482 7299 389 0,'0'0'0'0,"0"0"0"0,-3 0 0 0,1 0 0 0,0 2 0 0,-1 0 0 0,-1 3 0 0,1 1 0 0,-1 2 0 0,0-1 0 15,1 0 20-15,-2 3 5 0,3 0 24 0,0-1 0 0,1 3-25 16,1-3 0-16,0 4 12 0,0-3-5 0,0 2-5 16,0 2-1-16,0 1-22 0,0 0 22 0,0 3 9 15,0 1-59-15,0 6 0 0,0-3 48 0,1 5-3 16,1 1-27-16,3 1-2 0,-3 2 27 0,1 2-94 15,1 3 43-15,-2 0 13 0,0 2 1 16,1 1-29-16,-1 4 1 0,0-1 32 0,0 1 11 0,-1 2 7 16,1 0-11-16,0-5-9 15,1 10 38-15,-1-6-2 0,0-2-26 0,-1 0-1 16,1 1 33-16,0-8 1 0,0 12-30 0,0-5 20 16,-1-1-17-16,-1 1 10 0,0 1-8 0,0-5 29 15,0 10-27-15,0-3 5 0,0-2-4 0,0 2 46 16,0 3-44-16,-3-9 3 15,-1 12 27-15,2-7 1 0,-1-1-28 0,-2 3 3 0,0-3 22 0,1-4-18 16,0 8-4-16,1-5-2 0,1-7 3 16,0 4 6-16,0-1-4 0,2-1 15 15,0 2-16-15,0-1 2 0,0-1-2 0,0 1-28 16,0 1-1-16,0 0 28 0,0 4 0 0,-2-3-54 16,1 2 26-16,-4 2-7 0,1 1-8 0,3-3-4 15,-7 10 30-15,3-5 4 0,-1 2-9 0,3 0 3 16,-4 1 4-16,2 1-4 0,1 2-4 0,1-2 4 15,-1-3-2-15,0 2 14 16,2 1-11-16,2 2 1 0,0 0 5 0,0-1-42 0,0 1 1 0,0 0 35 16,0-3-83-16,0-5 36 15,0 10-4-15,-1-2 11 0,1-5-5 0,0-1 31 16,-2-3-11-16,-1-8-23 0,1 12 18 0,-1-14 10 16</inkml:trace>
  <inkml:trace contextRef="#ctx0" brushRef="#br0" timeOffset="97786.03">26912 7899 1337 0,'0'-7'0'0,"-3"-1"0"0,-2 4 0 0,1 0 0 16,2 0 0-16,-2 1 0 0,1 1 0 0,-1 0 0 0,1 2 0 0,1 0 0 0,-1 12 91 0,2 12-10 0,-3 2 210 0,2 7-127 0,-2 11-62 16,2-1-32-16,2 6 213 0,-2 3-127 0,-1 3-59 15,3-1 134-15,-7 3-96 0,2-5-49 0,0-9 11 16,-3 10 44-16,1-11-52 0,-1-7-24 0,-1-2-1 15,-2-4 62-15,4-9-34 0,1-1-9 16,0-7-33-16,3-4-50 0,-2-5 0 16,2-1 0-16,3-2 0 0,0-2 0 0,0-15 0 15,8-4 0-15,7-3 0 0,9 0 0 0,0-1 0 16,4 0 0-16,2 5 0 0,0 5 0 0,-4 2 0 16,-3 6 0-16,2 5 0 0,-5 0 0 0,-3 2 0 15,-4 2 0-15,-5 13 0 0,-3 1 0 0,-3 9 0 16,-2-1 0-16,-2 1 0 0,-14 1 0 0,-1 0 0 15,-4-1 0-15,-6-3 0 0,1 1 0 0,0-5 0 16,-2-2 0-16,0-3 0 0,3-4 0 16,-4-2 0-16,6-3 0 0,2 0 0 15,2-4 0-15,2 0 0 0,6 0 0 0,0 0 0 16,3-2 0-16,2-4 0 0,3-5 0 0,3 1 0 16,0-4-167-16,3-1 39 0,16-3-702 0,4-2 396 15,6 4 198-15</inkml:trace>
  <inkml:trace contextRef="#ctx0" brushRef="#br0" timeOffset="98125.38">27557 8175 2848 0,'-3'0'0'0,"-2"0"0"0,-2 6 0 0,2 6 0 0,0 3 0 0,2 4 0 0,1 5 0 0,2 2 0 0,0 3 0 0,0 2 0 0,8-3 275 0,6 2-122 0,2-4-58 16,3-1 80-16,3-5-68 0,1-5-34 16,0-6 10-16,7 0-84 0,-4-5 1 0,-2-4 39 15,1 0 16-15,0-2-26 0,-5-9-29 0,2-7 0 16,-7 0 0-16,-4 2 0 0,-1-7 0 0,-5 1 0 16,-2-1 0-16,-3-7 0 0,0 4 0 0,0-3 0 15,-8 1 0-15,-5-2 0 0,0 2 0 0,-4 3 0 16,0 1 0-16,2 9 0 0,-8-1 0 15,5 6 0-15,-4 4 0 0,-1 4 0 0,-2 2 0 0,1 2 0 16,1 12 0-16,0 4 0 16,1 6 0-16,1 3 0 0,4 1 0 0,0 7-759 15,4-2 345-15,0 0 178 0,4 3 103 0,-1 2-696 16</inkml:trace>
  <inkml:trace contextRef="#ctx0" brushRef="#br0" timeOffset="98491.54">26924 9105 3076 0,'-12'7'0'0,"-4"3"0"15,3 6 0-15,-4 3 0 0,2 1 0 0,-5 9 0 0,7 3 0 0,-4 1 0 0,9 7 0 0,1-5 0 0,5 3 477 0,2-3-224 0,0-2-128 16,5-5-125-16,7-3 0 0,8-9 0 0,1-4 0 16,5-5 0-16,0-7 0 0,1 0 0 0,1-2 0 15,-3-15 0-15,-2-5 0 0,0-3 0 0,-6-1 0 16,-3-4 0-16,-3 2 0 0,-6-2 0 0,-3 5 0 16,0-7 0-16,-2 4 0 0,-2 3 0 0,-10 1 0 15,-2 1 0-15,-2 7 0 0,-2 3 0 0,-3-1 0 16,0 7 0-16,1 3 0 0,-1 4 0 0,3 0 0 15,1 0 0-15,2 8 0 0,0 3 0 16,7 4 0-16,3 2 0 0,3 1 0 16,2 6-250-16,0-2-180 0,7-2 172 0,12-1-644 15,7 0 422-15,10-4 225 0</inkml:trace>
  <inkml:trace contextRef="#ctx0" brushRef="#br0" timeOffset="98726.18">27710 9100 3410 0,'2'-15'0'0,"-2"6"0"0,0 1 0 0,-13 0 0 0,-1 4 0 0,-3 2 0 0,-1 2 0 0,-10 0 0 0,3 11 0 0,-2 9 0 0,-1 10 369 0,5 2-217 16,0 2-152-16,5 3 0 0,7-4 0 0,4 5 0 16,5-1 0-16,2-2 0 0,4-3 0 0,12-4 0 15,5-5 0-15,7-2 0 0,2-8 0 16,3-4 0-16,-1-6 0 0,5-3 0 0,-4 0 0 15,2-5-521-15,0-8 114 0,-2-5 176 0,-1-1 96 16,-5-3-494-16,-1-1 286 0,-1-1 157 16,-5-5 74-16,-3-1-440 0</inkml:trace>
  <inkml:trace contextRef="#ctx0" brushRef="#br0" timeOffset="99047.33">28177 7927 2822 0,'-10'-13'0'0,"-2"3"0"0,2 1 0 0,3-1 0 0,-1 5 0 0,3-1 0 0,3 4 0 0,2 1 0 0,0 1 0 0,0 0 0 0,0 13 183 0,0 9 187 0,2 7-166 16,5 10-83-16,-3 6-41 0,0 15 71 0,-2-4-151 15,-2 19 0-15,0 0 0 0,0 5 0 0,-6 1 0 16,-3 12 0-16,1-16 0 0,-3 25 0 15,-1-5 0-15,1 1 0 0,-1-3 0 0,3 2 0 0,0-17 0 16,0 6 0-16,0-2 0 16,2-4 0-16,2-7 0 0,0-7 0 0,-2-14 0 15,5 0 0-15,-5-17 0 0,4-2 0 0,1-10 0 16,-2-2 0-16,2-4 0 0,-1-5 0 0,-2-2 0 16,3-4 0-16,1-1-106 0,1-2-229 0,-1-2 138 15,1 1 84-15,0-2-642 0,0 0 359 0,0 0 178 16</inkml:trace>
  <inkml:trace contextRef="#ctx0" brushRef="#br0" timeOffset="99228.15">28333 9590 3420 0,'6'4'0'0,"-1"4"0"0,-2-3 0 0,2 1 0 0,1 0 0 0,-4-1 0 0,1 3 0 0,-1 0 0 0,0-1 0 0,-2 6 0 0,0-1 110 0,0 6 291 0,-11 2-401 0,-3 0 0 16,-2-2 0-16,0 1 0 0,-4 2 0 0,5-6 0 16,-3 1-362-16,-4 5-112 0</inkml:trace>
  <inkml:trace contextRef="#ctx0" brushRef="#br0" timeOffset="100189.92">22750 7298 745 0,'-7'-12'0'0,"3"5"0"0,1-1 0 0,1 5 0 0,2-2 0 0,-2-2 0 0,2 2 0 0,0-1 0 0,0 2 0 0,0 1 0 0,0 0 39 0,4 3 0 16,3 0 0-16,1 0-16 0,0 8-10 0,-1 3 26 15,0 6-29-15,1 6 0 0,0 1 29 0,-3 9-30 16,1 0-8-16,0 10 35 0,-1 1-36 0,-1 2-38 16,2 5 28-16,-1 5 6 0,2 8 17 15,0-1-55-15,0-2 25 0,0 3 0 0,2 2 22 0,-2-7 6 16,2 15-10-16,-4-7 7 0,1-1 34 0,-1 2-1 15,0-2-41-15,-1-8 50 16,-3 13-2-16,1-7-39 0,0-2 6 16,0 1-4-16,-2-3 37 0,0-8 15 0,0 6-44 0,0-1-24 15,0-1 26-15,0-2-1 0,0-1 7 0,0-1-14 16,0 1 7-16,0-2-3 0,-2 1-36 0,0 1 37 16,-1 2-3-16,-1-2 1 0,-1 2 38 0,2 2-42 15,-1-3 4-15,2 1-1 0,0-5 2 0,1 3 6 16,-1-3-6-16,2 1-62 0,0-5 30 0,0 2 0 15,0-1 29-15,0-7-80 16,0 10 33-16,0-7-7 0,0 0 43 0,0-1-38 16,0-1 0-16,0-4 7 15,0 10-21-15,0-9 25 0,0-3 12 0,-2 4 39 0,0-4-43 0,-2-2-2 16,3 0 4-16,-1-3 45 0,0-8 0 0,-1 3-34 16,1-4-8-16,2-5 6 0,-1 2 0 0,1-8 8 15,-2 0-56-15,2-2 4 0,0-3 43 16,0-1 4-16,0-1-190 0,0-3 80 0,0 0 47 0,0 0-257 15</inkml:trace>
  <inkml:trace contextRef="#ctx0" brushRef="#br0" timeOffset="101306.63">28866 8150 1050 0,'0'-7'0'0,"0"0"0"0,0 6 0 0,0-1 0 0,0 2 0 0,2 0 0 0,0 0 0 0,1 6 0 0,-3 11 0 0,0 10 0 0,0 4 82 0,0 11 1 0,0 2 176 0,0 7-109 15,-7 5-46-15,2 13-37 16,-1-2 106-16,1 4-66 0,0 7-34 0,-5 17 243 0,6-13-129 0,-2 24-78 15,-1-10-35-15,2 1 152 16,-3-3-94-16,6-4-46 0,0-13 35 0,-1 7-46 16,3-12 0-16,0-15-36 0,0 1 31 0,0-12 0 15,0-8-21-15,3-3-9 0,-1-4-21 0,0-10 20 16,1-5 1-16,-1-4-84 0,1-5 52 0,-2-3-11 16,-1-2 43-16,0-2-280 0,0 0 107 0,0 0 75 15,0 0-430-15,0 0 235 0,0-2 82 0,0-7 69 16,2-5-613-16,7-8 338 0</inkml:trace>
  <inkml:trace contextRef="#ctx0" brushRef="#br0" timeOffset="101798.32">29244 8320 1475 0,'0'-12'0'0,"-1"6"0"0,-4 0 0 0,2-1 0 0,-1 3 0 0,-1-1 0 0,3 2 0 0,-3 2 0 0,2-1 0 0,1 2 0 0,-2 0 80 0,2 13 252 15,0 8-134-15,-1 6-85 0,3 1 215 0,0 2-144 16,0 3-71-16,0-1-37 0,11 0 232 0,4-3-139 16,4-3-64-16,-1-4-32 0,5-5 113 0,-1-2-72 0,-1-6-37 15,2-3-77-15,0-2 0 0,-2-4 0 16,-1 0 0-16,2-4 0 0,-4-11 0 15,-1-6 0-15,0-1 0 0,-7-5 0 0,-2-1 0 16,-5-1 0-16,-1 4 0 0,-2-9 0 0,0 4 0 16,-2 1 0-16,-8 4 0 0,-3 0 0 0,-2 6 0 15,-2 1 0-15,-3 5 0 0,0 3 0 0,0 2 0 16,-1 7 0-16,1-1 0 0,6 2 0 0,2 0 0 16,1 0 0-16,4 6 0 0,2 5 0 0,3 3-328 15,2-2-41-15,0 1 143 0,0 4 94 0,7 1-787 16</inkml:trace>
  <inkml:trace contextRef="#ctx0" brushRef="#br0" timeOffset="103841.65">29946 8304 1990 0,'-12'-2'0'0,"5"0"0"0,1 1 0 0,1-2 0 0,3 3 0 0,1 0 0 0,-1 0 0 0,2-1 0 0,0 1 0 0,0-2 0 0,5 2 99 0,11-1 351 0,0-2-211 16,9 1-99-16,-2 0 212 0,5 1-156 0,-2-1-78 15,1 0-29-15,3-1-106 0,-6 2 28 16,4 1 0-16,-3 0 29 0,0 0-417 15,-5 0 219-15,0 0 93 0,1 0-314 0,-7 0 176 16,2 1 115-16,-4 6-59 0,-2 1-693 0</inkml:trace>
  <inkml:trace contextRef="#ctx0" brushRef="#br0" timeOffset="104249.26">30603 8299 1715 0,'4'-12'0'0,"4"2"0"16,-2 0 0-16,-1-3 0 0,-1-2 0 0,0 0 0 0,-1-1 0 0,0 3 0 0,-3 2 0 0,0-2 0 0,0 3 108 0,0 3 200 0,-7 1-134 0,-7 3-67 0,-2 3-24 15,-7 0 63-15,-2 1-53 0,-3 14-26 16,0 5 195-16,-2 0-110 0,6 6-47 16,-4 1-37-16,7 3 282 0,2-2-157 0,8 2-193 0,0-2 0 15,8-5 0-15,0 1 0 0,3 1 0 0,0-5 0 0,3 0 0 16,7-3 0-16,2-1 0 15,4-5 0-15,1-2 0 0,1-2 0 0,4-7 0 16,0 0 0-16,1 0 0 0,5-5 0 0,-1-8 0 31,-4-4 0-31,-1 0 0 0,-2-2 0 0,-5 2 0 0,0-1 0 0,-3-1 0 0,-3 2 0 0,-4 4 0 16,-1 0 0-16,-2 4 0 0,-1-2 0 0,-1 7 0 16,0 0 0-16,0 0 0 0,0 2 0 0,0 2 0 15,0 0 0-15,-5 3 0 0,-2 12 0 0,4 2 0 16,-1 6 0-16,2-2 0 15,0 7 0-15,2-4 0 0,0 2 0 0,0-1 0 16,2 0 0-16,7-5 0 0,0 1 0 0,1-1 0 16,3-3 0-16,-1 1 0 0,-2-3 0 0,3-2 0 15,-4 1 0-15,1 0-938 0,-1 1 381 0,-3 2 259 16</inkml:trace>
  <inkml:trace contextRef="#ctx0" brushRef="#br0" timeOffset="105195.35">29473 9337 1623 0,'0'-5'0'0,"0"-3"0"0,0 1 0 0,0-3 0 0,0 0 0 15,0 1 0-15,0 0 0 0,0-1 0 0,-2 1 0 0,0 0 0 0,-1 1 113 0,-2 1-38 0,-3 3 1 0,1-2 122 0,-1 2-80 0,-1 3-30 16,-5 1-10-16,-2 0 148 0,3 0-94 16,-4 3-47-16,-1 12 186 15,0 0-106-15,-1 10-69 0,0-1-28 0,1 6 241 0,0 3-135 16,2 6-138-1,4-7-36-15,-1 11 0 0,8-8 0 0,2 3 0 0,3-2 0 0,0-4 0 16,4 0 0-16,8-4 0 0,8-3 0 16,2-3 0-16,1-4 0 0,5-1 0 15,1-4 0 1,-1-3 0-16,2-3 0 0,-2-1 0 0,0-4 0 16,-7 0 0-16,2-2 0 0,0 0 0 0,-4 0 0 0,-3 0 0 0,2-4 0 0,-6-3 0 15,2-1 0 1,-3 0-10-16,-1-1-1040 0,1 0 506 15,1-4 252-15,-3-2-496 0</inkml:trace>
  <inkml:trace contextRef="#ctx0" brushRef="#br0" timeOffset="105374.33">29956 9503 3395 0,'0'-6'0'0,"0"2"0"0,0 1 0 0,0 2 0 0,0-1 0 0,0-2 0 16,1 3 0-16,4-5 0 0,4 2 0 16,2 0 0-16,3-1 188 0,-1 2-75 0,7-1 122 0,-2 0-235 0,2 2 0 0,0 0 0 0,0 1 0 0,-3-2 0 15,3 3-29-15,-5 0-716 0,3 0 393 0,1 0 195 16,-3 0 98-16,-2 6-915 0,2 1 457 0</inkml:trace>
  <inkml:trace contextRef="#ctx0" brushRef="#br0" timeOffset="105794.45">30485 9462 1460 0,'6'-14'0'0,"-5"5"0"0,4-2 0 0,-5-4 0 0,0 2 0 16,0-2 0-16,0 2 0 0,-10 1 0 0,2 0 0 0,-4 3 0 0,0-1 103 0,-1 7-32 0,-4-1 260 15,-1 4-151-15,1 0-70 0,-6 2 136 0,0 11-104 0,4 4-51 0,-4 4-16 16,3 1 188-16,3 2-112 0,4 2-55 0,3-1-19 15,3 3 79-15,6-3-48 0,1 3-39 16,0-5 132-16,0 0-200 0,1-5-1 0,11-1 0 16,1-4 0-16,4-3 0 0,1-3 0 0,3-5 0 0,4-2 0 15,-2 0 0-15,-2-2 0 0,1-9-218 0,0-2 91 16,-4-5 29-16,-4 3 51 0,0-3-142 16,-5 1 71-16,-2 2 23 0,-4 0 28 15,0 2 56-15,-1 3-1 0,-2-1-27 0,0 6 278 16,0-1-124-16,0 2-74 0,0 1-9 0,-7 3 444 15,2 0-358-15,0 3-118 0,0 12 0 0,0-1 0 16,2 6 0-16,3-1 0 16,0 1 0-16,0 1 0 0,0-1 0 0,10 0 0 0,-2-2 0 0,4-3 0 15,1-2 0-15,2-1-8 0,0-2-329 0,0-5 164 16,0 0-17-16,2-3-429 0,-2-2 290 0,2 0 135 16,-3 0-275-16,2 0 215 0,-2-2 107 0,0-5 54 15,0-5-283-15,-2-3 158 16</inkml:trace>
  <inkml:trace contextRef="#ctx0" brushRef="#br0" timeOffset="106328.76">30907 7938 1725 0,'0'-3'0'0,"0"0"0"0,0 2 0 0,0 1 0 0,0 0 0 0,0 0 0 16,0 1 0-16,-3 10 0 0,1 3 0 0,0 1 0 0,1 3 263 0,-1 1-112 0,0 4-55 0,-1 3 43 0,3-2-49 0,-2 1 9 15,2 4-58-15,0 3 134 0,0-2-66 16,-2 1-35-16,-1 1 0 16,3 2 155-16,-2 0-99 0,1 0-45 0,-1 1 0 0,-1 0 114 0,1 3-80 15,-3 1-71-15,4 3-48 16,-3-1 0-16,-1-1 0 0,2 3 0 0,-1 2 0 0,-1-3 0 0,2 10 0 16,-5-3 0-16,3 0 0 15,0 3 0-15,-2-1 0 0,-1 0 0 0,1-1 0 16,-1 1 0-16,1-2 0 0,-4 2 0 15,4-1 0-15,0 1 0 0,-1-2 0 0,0-1 0 0,1 1 0 16,0-1 0-16,0-1 0 0,2-8 0 0,-2 2 0 16,1-1 0-16,1-5 0 15,0-1 0-15,0 2 0 0,0-10 0 0,1 6 0 0,0-6 0 0,3-3 0 16,-1-3 0-16,0 1 0 16,2-4 0-16,-2-2 0 0,2-2 0 0,0-4 0 15,-1 1 0-15,1-4 0 0,0-1 0 16,-2-1 0-16,2-3 0 0,0 2 0 0,0-1 0 0,0-2 0 15,0 0-216-15,-2 0-197 0,2 0 187 0,0 0-557 16,0 0 372-16</inkml:trace>
  <inkml:trace contextRef="#ctx0" brushRef="#br0" timeOffset="106510.24">31142 9700 3248 0,'0'3'0'0,"-2"7"0"0,-1-1 0 0,-1 1 0 0,-2-2 0 0,-4 6 0 0,0-1 0 0,-4 4 0 0,-6 0 0 15,-1 1 0-15,0 2 266 0,-2-2-104 0,0 1-66 16,2 0-386-16,0-1 164 0,0 7 82 0,1-2-989 0</inkml:trace>
  <inkml:trace contextRef="#ctx0" brushRef="#br0" timeOffset="110586.97">23812 8436 730 0,'2'58'0'0,"2"4"0"0,-1 9 0 0,4 6 0 0,-6 6 0 0,3 18 0 0,0-7 0 0,-2 4 0 0,1 3 0 0,1 5 0 0,-1 2 9 0,2 5 11 0,0 0-2 0,1-1-41 16,-1 5 38-16,1 1 4 0,2 15-6 0,-1-10-55 15,1-1 1-15,1-1 50 0,1 0 0 0,-4-18-39 16,4 4-1-16,-1-8 25 0,0-4-106 0,-4-6 46 15,-1 2 30-15,-3-9-28 0,-1 16-41 0,0-12 32 16,-3 2 0-16,-10-12-12 0</inkml:trace>
  <inkml:trace contextRef="#ctx0" brushRef="#br0" timeOffset="113762.4">31423 8374 1131 0,'0'-8'0'0,"-3"5"0"0,3 0 0 0,-2-3 0 0,1 5 0 0,-1-1 0 0,2-2 0 0,0 3 0 0,-2 1 0 0,2 0 0 0,0 0 199 16,-3 8-68-16,1 12-49 0,-3 2-1 0,3 6 82 0,-4 2-61 15,4 6-30-15,-3 6 11 0,2 4-41 16,3 5 0-16,-3-2 0 0,1 4 401 0,-2 12-201 16,-1-8-89-16,-2 16 70 0,-2-4-90 0,0-1-46 15,1-4 0-15,0-10-76 0,1 4 11 0,-1-5 20 16,4-5 0-16,-1-3 0 0,3-9 0 0,0 0 0 15,2-10-35-15,0 1-10 0,0-8 45 0,0-5 0 16,0-2-196-16,0-6 71 0,0-3 61 0,0-1-13 16,0-2-305-16,2 0 140 0,0 0 93 0,0 0-298 15,1-5 172-15,-1-8 100 16,5-1 46-16,-2-1-435 0,2-5 239 0,4-5 121 16</inkml:trace>
  <inkml:trace contextRef="#ctx0" brushRef="#br0" timeOffset="114035.11">31547 8663 2736 0,'-9'-7'0'0,"9"5"0"0,0 2 0 0,0 0 0 0,0 0 0 0,2-2 0 16,6 0 0-16,4 0 0 0,1 0 0 0,0-1 0 0,6-1 320 0,-1 2-139 0,1-2-68 0,2 0 246 0,-1 2-162 0,0-3-172 16,0 4-25-16,-2 0 0 0,-3 1 0 15,-2 0 0-15,-1 0 0 0,0 0-75 16,-4 0 42-16,-3 0 38 0,-1 0-578 0,-1 0 310 16,-1 0 52-16,-1 0-266 0,1 0 191 0,0 0 122 15,1 0 59-15</inkml:trace>
  <inkml:trace contextRef="#ctx0" brushRef="#br0" timeOffset="114470.11">32093 8639 1512 0,'0'-10'-6'0,"0"3"1"0,0-2 2 0,0-5 0 0,0 3 1 0,0 0-5 0,0-3 3 0,0 1 1 0,-2 2 2 0,-1 4 1 0,-2-3 81 0,-5 5 19 15,0-1-12-15,-2 5-43 0,-1 1 0 0,-4 0 36 16,-1 0-25-16,-3 12-11 0,0 5 106 0,-2 6-54 16,3-1 1-16,1 4-53 15,3 3 139-15,1-1-75 0,5-2-32 0,0 1 85 16,8-5-59-16,-1 0-29 0,3-3 11 0,0 0-35 16,0-6-5-16,3 0-1 0,2-3 1 0,5-5-50 15,-1-1 11-15,4-4 38 0,2 0-98 0,0-2 49 16,0-7 1-16,-2-5 49 0,0-2-177 0,1-1 53 15,-6 0 50-15,0 2-73 0,-3 0 53 0,0 4-1 16,-3 0 14-16,0 3 149 0,-2 2-58 0,0 2-8 16,0 1 99-16,0 1-71 15,0 2-30-15,-9 0-7 0,6 5 202 0,-3 7-85 16,2 1-76-16,3 0-79 0,-1 1 0 0,2 2 0 16,0 1 0-16,0-2 0 0,0 0 0 0,2 0 0 15,1 0 0-15,8-2 0 0,-2-2 0 0,1-1 0 16,3-3-212-16,-3 0 47 0,0-2 85 0,5-2-16 15,-3 0-496-15,1-3 274 0,-1 0 136 0,-2 0 69 16,3 0-412-16,-1 0 244 0,3-3 117 0,-5-8-321 16</inkml:trace>
  <inkml:trace contextRef="#ctx0" brushRef="#br0" timeOffset="114856.99">32463 8156 2104 0,'1'-6'11'0,"-1"4"-3"0,0 2-8 0,0 0 0 0,0 8 0 0,0 7 0 0,0 6 0 0,0 3 0 0,0 4-22 0,0 4-10 0,-1 4 460 0,-3 5-214 0,3-1-97 0,-1-7 48 16,0 5-69-16,-1-5-20 0,-7 2-7 0,5-4-105 16,-3-1 43-16,1-5 0 0,-3-4 37 0,2-2-32 15,-1-5-12-15,4-6 45 0,-3-1-1 0,3-5 5 16,2-2-4-16,1 0 11 0,2 0 14 0,0-9-1 15,0-4-59-15,5-2 113 0,8 0-40 0,2 0-14 16,2 3-69-16,3 1 0 0,2 4 0 16,1 1 0-16,0 4 0 0,-1 0 0 15,-2 2 0-15,0 0 0 0,-5 6 0 0,1 3 0 16,-4 1 0-16,-5-1 0 0,-4 6 0 0,-3 2 0 16,0-2 0-16,0 2 0 0,-8-2 0 0,-7-2 0 15,0-1 0-15,-2-1 0 0,-1-3 0 0,0-3 0 16,2-2 0-16,0-3 0 0,1 0 0 0,0 0 0 15,3 0 0-15,2-3 0 0,-1-4 0 0,4 1 0 16,0-1 0-16,4-3-163 0,-1 2-3 0,0 1-544 16,2 1 331-16,2 2 156 15,0 2 93-15</inkml:trace>
  <inkml:trace contextRef="#ctx0" brushRef="#br0" timeOffset="115368.25">31515 9344 2077 0,'0'-5'0'0,"0"1"0"0,-2 2 0 0,2 1 0 0,0 1 0 0,0 0 0 0,0 0 0 0,0 0 0 0,0 0 0 0,4 0 0 0,5 0 97 0,3 0 209 0,5 0-132 0,1 0-54 0,-1 0 251 15,3 0-164-15,0 0-82 0,-2 0-41 0,1 0 36 16,-3 0-28-16,1 1-11 0,-4 1-38 0,-1 0-160 15,-4-2 80-15,2 2 40 0,-5-2-310 0,-2 0 170 16,-1 0 90-16,0 0 45 0,-1 0-260 0,1 0 62 16,0 0 98-16,1 0-543 15,-1 0 301-15,6 0 151 0,-1 0 74 0</inkml:trace>
  <inkml:trace contextRef="#ctx0" brushRef="#br0" timeOffset="115835.81">32116 9352 1480 0,'0'-8'-8'0,"0"3"2"0,0-6 1 0,0 0-7 0,2 0 3 0,-1-1 3 0,-1-1 2 0,2-2 3 0,-2 2 1 0,0-1 0 0,0 5 273 0,0-4-120 0,0 2-55 15,-7 1-27-15,-4 2 151 0,-1 1-89 0,-3 3-34 16,0 3 133-16,-3 1-95 0,1 0-46 0,-6 5-1 15,2 10 39-15,0 6-33 0,3 1-10 0,-1 7-4 16,3 0 0-16,1 2-38 0,3 1-1 16,4-7 104-16,3 9-58 0,3-6 1 0,2-7-75 0,0 4-15 15,0-5 0-15,5-2 0 16,2-4 0-16,3-2 0 0,1-3 0 0,1-3 0 16,0-4 0-16,1-2 0 0,-1 0 0 0,3 0 0 15,0-10 0-15,3-6 0 0,-4-3 0 0,0 3 0 16,0-10 0-16,-3 7 0 0,-2-1 0 0,-2 0 0 15,-4 0 0-15,0 7-23 16,-3 0 46-16,2 2-23 0,-2 3 0 0,0 3 0 16,0 1 0-16,0 2 0 0,0 2 0 0,-2 0 0 0,-3 0 0 0,2 9 0 15,0 5 0-15,1 3 0 16,0 1 0-16,0 1 0 0,2 2 0 0,0 0 0 16,0-2 0-16,0 1 0 0,4-1 0 0,1 0 0 15,3-4 0-15,2 0 0 0,-2-3 0 0,1 0 0 16,2-3 0-16,-1-1-454 0,2-1 91 0,0-3 159 15,0-2 81-15,4 0-561 0,-3-2 326 0,6 0 157 16,-1 0 79-16,0-2-231 0</inkml:trace>
  <inkml:trace contextRef="#ctx0" brushRef="#br0" timeOffset="116237.69">32438 9376 2076 0,'0'-4'0'0,"0"1"0"0,-5 1 0 0,0 1 0 0,-2 1 0 0,-3 0 0 0,2 0 0 0,-1 6 0 0,-1 7 0 0,0 5 0 0,2 0 250 0,1 3-104 0,-1 0-40 16,5 1 232-16,1-1-148 0,2 1-73 15,0-5-37-15,0 1 164 0,5-2-90 0,5-2-61 16,3-3 7-16,2-2-63 0,-1-3-37 0,2-3 0 16,-1-1 0-16,3-2 0 0,-2 0 0 0,2-2 0 15,-1-5 0-15,-1-4 0 0,-2-3 0 0,0 0 0 16,-2-4 0-16,-2 2 0 0,-3-4 0 0,-4 3 0 15,2-3 0-15,-3 0 0 0,-2-1 0 0,0 1 0 16,0-1 0-16,0 2 0 0,-9 2 0 0,1 0 0 16,-2 0 0-16,0 3 0 15,-3 5 0-15,1 0 0 0,-3 2 0 0,-1 2 0 16,0 4 0-16,-2 1 0 0,0 0 0 0,1 0 0 16,-1 4 0-16,3 5 0 0,2 1 0 0,1-2 0 15,0 5 0-15,4-5 0 0,3 2 0 16,0 1 0-16,3-1 0 0,-1 0 0 0,3-1 0 0,0 0 0 15,0 0 0-15,0 0 0 0,0-2 0 0,3-2 0 16,4 3 0-16,0-3 0 0,4 0 0 0,-2-2-154 16,1 1-1051-16,3-2 580 0,-1-1 292 0,2-1 144 15</inkml:trace>
  <inkml:trace contextRef="#ctx0" brushRef="#br0" timeOffset="117023.32">32931 7970 1174 0,'-7'-6'0'0,"5"2"0"0,-1 1 0 0,1-1 0 0,1 2 0 0,-1 1 0 0,0-2 0 0,0 2 0 0,2-2 0 0,0 3 0 16,0 0 121-16,0 0-40 0,0 0 1 15,0 0 28-15,0 0-23 0,0 3-12 0,0 2 100 0,0 4-68 0,0 1-33 16,-4 3 1-16,1 2 59 16,-1 2-51-16,-1 1-1 0,0 7 97 0,2-1-69 15,-1 3-35-15,2 3 10 0,2 2 92 0,0 0-69 16,0 4-33-16,0 1 0 0,0 1 98 0,0 1-57 16,0 1-42-16,2 3 84 0,-2-3-92 0,0-1-66 15,0 0 0-15,0-3 0 0,0 7 0 0,-2-4 0 16,-4 1 0-16,-2 1 0 0,-1 0 0 0,2-1 0 15,-2 7 0-15,0-4 0 0,3-2 0 0,1-7 0 16,1 4 0-16,-2-1 0 0,6-1 0 16,-2-3 0-16,-1 0 0 0,3-3 0 15,0-3 0-15,0 6 0 0,0-4 0 0,0 0 0 16,0-1 0-16,-4 1 0 0,3-3 0 0,-4 6 0 16,0-5 0-16,-1 2 0 0,0-3 0 0,0 1 0 15,2-5 0-15,-1 7 0 0,3-6 0 0,-1 2 0 16,3-1 0-16,-2 0 0 0,2-2 0 0,0 0 0 15,0 0 0-15,0-1 0 0,0 0 0 0,0 0 0 16,0-5 0-16,0 4 0 0,0-4 0 0,0-3 0 16,0 1 0-16,0-4 0 15,0 2 0-15,0-3 0 0,0 0 0 0,0-1 0 16,0 2 0-16,0-3 0 0,0 1 0 0,2-1 0 16,0 0 0-16,-1 1 0 0,1-2 0 0,0-2 0 15,-2 5 0-15,1-5 0 0,-1 1 0 0,0-1 0 16,2-2 0-16,-2 0 0 15,0-2 0-15,0 2 0 0,0-2 0 0,0 0 0 0,0 0 0 0,0 0 0 16,0 0 0-16,0 0 0 0,0 0 0 16,0 0 0-16,0 0 0 0,0 0 0 15,0 0 0-15,0 0 0 0,0 0 0 0,0-2 0 16,0-4 0-16,0-1 0 0,0 1 0 0,0-3 0 16,0-1 0-16,0-1-1106 0</inkml:trace>
  <inkml:trace contextRef="#ctx0" brushRef="#br0" timeOffset="119372.84">11695 10879 3383 0,'-12'-4'0'15,"10"2"0"-15,2 2 0 0,0 0 0 0,0 0 0 0,0-2 0 0,5 0 0 0,13-1 0 0,5-3 0 0,7-1 0 0,5 1 221 0,8 1 106 16,-9 1-327-16,4 0 0 0,-3 1 0 0,-1 3 0 0,-2 0 0 0,-2 0 0 0,-2 5 0 16,-3 2 0-16,-3-1 0 0,-1-1 0 15,-2 3 0-15,-3-2 0 0,0-1 0 0,-3-2 0 16</inkml:trace>
  <inkml:trace contextRef="#ctx0" brushRef="#br0" timeOffset="119393.89">12222 10891 405 0</inkml:trace>
  <inkml:trace contextRef="#ctx0" brushRef="#br0" timeOffset="119572.34">11753 11305 3931 0,'-16'0'0'0,"9"0"0"0,0 0 0 0,5 0 0 0,0 0 0 0,2 0 0 0,0 0 0 0,6 0 0 0,14 2 0 0,4-2 0 0,5 0 0 0,2 0 0 16,1 0 0-16,0 2 0 0,2-2 0 0,0 2 0 15,-1-2 0-15,2 0 0 0,-3 0 0 0,-4 0 0 16,-6 3 0-16,1-2-42 0,-4 2-373 15,-4 5 221-15,-5 1-57 0,-1 3-434 0</inkml:trace>
  <inkml:trace contextRef="#ctx0" brushRef="#br0" timeOffset="120331.83">13095 10751 2362 0,'-14'-2'0'0,"0"-1"0"0,-2-1 0 0,2 0 0 0,-2 2 0 0,-2-2 0 0,4 2 0 0,2 1 0 0,1 1 0 0,2 0 0 16,1 0 86-16,2 0 0 0,2 0 129 0,1 11-76 0,-1 4-55 0,1 8 130 0,-1 1-86 15,-3 4-44-15,4 2 1 0,-4 6-34 16,1 5-10-16,1-2 0 0,-4 1 196 16,4 1-159-16,3 1-78 15,2-7 0-15,0 5 0 0,0-3 0 0,0-1 0 0,6-2 0 0,7-1 0 16,4-6 0-16,0-1 0 0,2-1 0 0,3-3 0 16,1-3 0-16,0 0 0 0,-3-6 0 0,6 2 0 15,-7-3 0-15,2-3-264 0,-3 0-113 0,0-1 169 16,-4-3 73-16,-2 1-495 0,-1-3 295 0,-2-1 146 15,1 0 75-15,-1-2-232 16,0 0 143-16</inkml:trace>
  <inkml:trace contextRef="#ctx0" brushRef="#br0" timeOffset="120772.31">13375 10674 3266 0,'0'-7'-5'0,"0"5"2"0,0 2 0 0,-2 0 1 0,0 0 1 0,2 2 0 0,-1 12-2 0,1 9 2 0,0 5 0 0,0 7 1 0,0 8 378 0,0 0-167 15,0 4-115-15,1-1-96 0,5 4 0 0,-1-9 0 16,-2 9 0-16,1-3 0 0,-1-3 0 0,-1-7 0 16,0 1 0-16,0-5 0 0,-2-2 0 0,0-9 0 15,0-4 0-15,0-6 0 0,0-2 0 0,0-5 0 16,-6-3 0-16,-1-2 0 0,-1 0 0 0,2-2 0 15,3-10 0-15,1-3 0 16,2-1 0-16,0-7 0 0,2 3 0 0,12-3 0 16,4 2 0-16,4 1 0 0,3 3 0 0,3 2 0 15,1 2 0-15,3 4 0 0,-3 7 0 0,-5-1 0 16,6 3 0-16,-7 0 0 0,0 12 0 0,-5 5 0 16,-2 2 0-16,-9-1 0 0,2 9 0 0,-5-3 0 15,-2 2 0-15,-2-2 0 0,0 1 0 0,-10-5 0 16,-4 5 0-16,-4-6 0 0,-3-2 0 0,0-1 0 15,-4-7 0-15,4-1 0 0,-7 0 0 0,4-4 0 16,3-3 0-16,-3 2 0 16,1-3 0-16,3 0 0 0,-1 0 0 0,4 0 0 15,4 0 0-15,4-3 0 0,3-2 0 0,3-1 0 16,3 3 0-16,0-5-29 0,9 1-539 0,13-3 262 16,2 1 130-16,10 0-873 0</inkml:trace>
  <inkml:trace contextRef="#ctx0" brushRef="#br0" timeOffset="121130.85">14187 11043 2325 0,'11'-19'0'0,"-4"0"0"0,-3-2 0 0,-2 2 0 0,-2 0 0 0,0 2 0 0,0 3 0 0,-6 0 0 0,-3 4 0 0,0-1 0 0,-3 4 80 0,-2 3 459 15,-2 3-248-15,-6 1-126 0,3 0-52 0,-5 11 305 16,1 6-418-16,3 5 0 0,-1 3 0 0,4 3 0 15,4 0 0-15,4 4 0 16,3 1 0-16,6 2 0 0,0-2 0 0,0 2 0 16,9-2 0-16,6 1 0 0,4-2 0 0,2-2 0 15,-1-2 0-15,5-4 0 0,-1-3 0 0,3-4 0 16,-1-4 0-16,-2-4 0 0,0-3 0 0,-1-4 0 16,0-2 0-16,-3 0 0 0,-1 0 0 15,-3-4 0-15,-5 0 0 0,-1-1 0 0,-4-1 0 0,0 2 0 16,-4 1 0-16,0 0 0 0,0 2 0 0,-2-1 0 15,0 0 0-15,0 0 0 16,0 1 0-16,0-2 0 0,0 2 0 0,0-2 0 16,0 2 0-16,0-1 0 0,0 0 0 0,0 0 0 15,0 1 0-15,0-1 0 0,0 0 0 0,0-1 0 16,0 2 0-16,0 1 0 0</inkml:trace>
  <inkml:trace contextRef="#ctx0" brushRef="#br0" timeOffset="121381.74">14809 11322 3812 0,'0'0'0'0,"0"0"0"0,0 0 0 16,0 0 0-16,0 0 0 0,0 0 0 0,1 4 0 0,1 1 0 0,0 5 0 0,0 3 0 0,0 0 119 0,-2 2-119 0,0 2 0 0,0 0 0 0,0 0 0 15,-4 2 0-15,-5 0 0 16,-5-1 0-16,2-1 0 0,-4 0 0 0,-2-2 0 16,-5 1 0-16,2-1 0 0,-3-1 0 0,0-1 0 15,-3-2 0-15,3-1 0 0,1-1 0 0,1-1 0 16,5-2-271-16,6-4 19 0</inkml:trace>
  <inkml:trace contextRef="#ctx0" brushRef="#br0" timeOffset="121404.8">14506 11650 401 0,'0'0'0'15</inkml:trace>
  <inkml:trace contextRef="#ctx0" brushRef="#br0" timeOffset="122546.55">15485 11160 2328 0,'2'-9'0'0,"-1"-2"0"0,1-3 0 0,0 0 0 0,0-1 0 0,0-3 0 0,0 3 0 0,-2-3 0 0,0 1 0 0,0 0 0 0,0 1 120 0,-4-2-40 16,-2 4 10-16,-1-4-18 0,-3 3 0 16,-1 1-31-16,0-2 86 0,-4 4-43 0,0-2 10 15,-2 3-53-15,-1 4 129 0,-1-1-65 0,-4 6-32 16,-2 1 0-16,5 1 92 0,-6 3-68 0,1 14-28 16,0 6-39-16,-1 11-30 0,4 3 0 0,3 0 0 15,0 14 0-15,6 0 0 0,6 1 0 0,5 1 0 16,2-4 0-16,0-6 0 0,7 5 0 15,6-13 0-15,4 0 0 0,3-5 0 16,0-6 0-16,-1-6 0 0,2-6 0 0,1-1 0 16,0-8 0-16,3-3 0 0,-3 0 0 0,2-15 0 15,1-6 0-15,-2-6 0 0,-3-2 0 0,1-4 0 16,-4-2 0-16,-2 0 0 0,-3-3 0 0,-2 5 0 16,-4 1 0-16,-2 7 0 0,-1 1 0 0,-1 8 0 15,-2 1 0-15,0 6 0 0,0 3 0 0,0 2 0 16,0 3 0-16,0 1 0 0,0 0 0 0,-4 9 0 15,3 8 0-15,1 1 0 16,0 7 0-16,0-4 0 0,0 7 0 0,1-4 0 16,8 1 0-16,0-7 0 0,0 5 0 0,3-4 0 15,-1-3 0-15,0 2 0 0,0-3 0 0,0-2 0 16,2 0 0-16,-1-1 0 0,1-2 0 0,2 1 0 16,0 1-182-16,4-2 51 0,1-1-823 0,3-2 462 15,1-2 225-15,1-5-476 0,5 0 352 0</inkml:trace>
  <inkml:trace contextRef="#ctx0" brushRef="#br0" timeOffset="122609.72">16202 11087 404 0</inkml:trace>
  <inkml:trace contextRef="#ctx0" brushRef="#br0" timeOffset="122781.19">16211 11037 3110 0,'-7'-13'0'0,"1"3"0"0,-6 3 0 0,-2 3 0 0,-1 2 0 0,-2 2 0 16,-4 0 0-16,-1 9 0 0,-2 10 0 0,-3 4 0 0,3 3 309 0,-3 10-135 0,11-6-67 0,0 5 124 0,7 1-231 0,7 2 0 0,2-2 0 15,0-3 0-15,9-3 0 16,11 0 0-16,1-5 0 0,2-3 0 0,5-5 0 16,1-4 0-16,1-4 0 0,-6-1 0 0,10-6 0 15,-6 0 0-15,1-2 0 0,-5 0 0 0,3-2 0 16,-7-3 0-16,1-1-494 0,-3 0 213 0,-3 0-598 16,-2 0 420-16,-3 3 209 0,1-2 95 0,-4-3-480 15</inkml:trace>
  <inkml:trace contextRef="#ctx0" brushRef="#br0" timeOffset="122954.66">16494 11337 2026 0,'11'-2'0'0,"-4"0"-1"0,0 2 1 0,1 0-1 0,-2 0 0 0,-1 0 1 0,-1 2-1 0,-2 5 1 0,0 5 0 0,-1-1 0 0,1 4 722 16,-2 1-331-16,0 0-181 0,0 3 232 16,-9-1-298-16,-2 4-144 0,-1-6 0 15,0 6 0-15,-4-7 0 0,3 3 0 0,-1-3 0 0,-2 0 0 0,-1-2 0 16,1-2 0-16,-2 3 0 0,2-5 0 0,-1 2-35 15,2-3-9-15,5-3-930 16,1 1 474-16</inkml:trace>
  <inkml:trace contextRef="#ctx0" brushRef="#br0" timeOffset="122969.7">16317 11660 399 0</inkml:trace>
  <inkml:trace contextRef="#ctx0" brushRef="#br0" timeOffset="123888.7">17212 11285 2379 0,'2'-12'-3'0,"0"5"2"0,-2-5 1 0,2-1-1 15,-2 0 1-15,0 0 0 0,0-4 0 0,0-1 0 0,0 3 0 0,0-4 0 0,0 2 105 0,-2-2 248 0,-2 0-156 0,-1-1-79 0,-3-2 90 0,0 4-74 16,-1-1-53-16,-2 3 1 0,-2 0 132 0,-2 5-149 15,-2 2-65-15,-3 3 0 16,2 4 0-16,-6 2 0 0,1 0 0 0,-4 17 0 16,0 10 0-16,3-1 0 0,-4 13 0 0,5 3 0 15,5 2 0-15,4 2 0 0,5-3 0 0,5-8 0 16,4 5 0-16,0-4 0 0,2-7 0 0,11-4 0 16,-1-6 0-16,2-2 0 0,4-5 0 0,-2-4 0 15,3-1 0-15,-1-7 0 0,5 0 0 0,-2-5 0 16,3-11 0-16,-2-5 0 0,-1-4 0 0,2-1 0 15,-5-4 0-15,1 0 0 16,-2-5 0-16,0 5 0 0,-4-1 0 0,-3 3 0 16,-1 8 0-16,-4 0 0 0,-3 5 0 0,2 4 0 15,-2 4 0-15,-2 3 0 0,0 0 0 0,0 2 0 16,0 2 0-16,0 0 0 0,0 11 0 0,-2 8 0 16,2 4 0-16,0 3 0 0,0 5 0 0,0-2 0 15,2 4 0-15,6 0 0 0,1-5 0 0,4 0 0 16,0-6 0-16,0-2 0 0,4-4 0 0,-2-2 0 15,1-5 0-15,-2-3 0 16,0-5 0-16,0-1 0 0,0 0 0 0,-3-1 0 16,2-8 0-16,-1-6 0 0,-2-3 0 0,1-5 0 15,1-2 0-15,-1-8 0 0,3-5 0 0,-1-10 0 16,-2-2 0-16,4-13 0 0,0 0 0 0,0-3 0 16,0-9 0-16,2-4 0 0,2-1 0 0,-2 2-50 15,-4 13-100-15,-4 16 56 0,-3 7 17 16,-1 3 137-16,-3 12-49 0,0 6-26 15,-2 8 330-15,0 2-315 0,0 8 0 0,0 1 0 16,0 2 0-16,-4 4 0 0,-3 23 0 0,-2 7 0 16,1 10 0-16,-1 16 0 0,1 2 0 0,1 2 0 15,1 3 0-15,2-3 0 0,2-7 0 0,0 5 0 16,1-2 0-16,-1-6 0 0,2-4 0 0,0-4 0 16,0-11 0-16,0-1 0 0,-2-11 0 0,2-2 0 15,0-12 0-15,0-2 0 0,-2-1 0 0,2-6 0 16,0 0 0-16,-2 0 0 0,0-2 0 0,2-7 0 15,0-4 0-15,0-2 0 16,0 0 0-16,2 2 0 0,7-2 0 0,0 4 0 16,5-1 0-16,1 3 0 0,0 3 0 0,4 2 0 15,0 4 0-15,0 0 0 0,1 0 0 0,3 10 0 16,-4 2 0-16,1 8 0 0,-1 1 0 0,-6-1 0 16,4 8 0-16,-6-2 0 0,-1-2 0 0,-6 3 0 15,-3-6 0-15,-1 1 0 0,-1 2 0 0,-13-5 0 16,-4 0 0-16,-7-3 0 0,-1-4 0 15,-4 2 0-15,-2-6 0 0,-2 0 0 16,-3-3 0-16,-1 0 0 0,-2-3 0 0,5-2 0 16,3 0 0-16,3 0 0 0,8-2 0 0,1-6 0 15,3-5 0-15,6-6 0 0,8-7 0 0,3-8 0 16,0-7-250-16,19-15-122 0,12-5 166 0</inkml:trace>
  <inkml:trace contextRef="#ctx0" brushRef="#br0" timeOffset="124065.35">17899 10643 3188 0,'29'-8'0'0,"3"8"0"0,-4 0 0 0,2 0 0 0,2 11 0 0,7 11 0 0,-1 3 0 0,1 7 0 0,-1 1 0 0,-3 5 0 0,-1 4 275 0,-6 2 193 0,-1 2-468 16,-8 2 0-16,-6 1 0 0,-4 2 0 0,-8 3 0 16,-1 1 0-16,-16 9 0 0,-12-8 0 0,-6 1 0 15,-5-5 0-15,-1-9 0 0,-19 10 0 16,2-10 0-16,-3-2 0 0,-8-1 0 15,-16 5 0-15,10-2 0 0</inkml:trace>
  <inkml:trace contextRef="#ctx0" brushRef="#br0" timeOffset="132035.44">14717 3738 2292 0,'-10'-3'0'0,"2"-1"0"0,3-2 0 0,1 0 0 0,2 3 0 0,2-2 0 0,0-3 0 0,0 3 0 0,0-3 0 0,4 2 0 0,5-3 156 0,3 2-58 16,-1-1 103-16,-2 2-80 0,1 1-30 0,5-1-10 16,-4 2 23-16,2 0-31 0,-2 3 0 0,5-1 77 15,2 2-45-15,-1 0-36 0,8 0 0 0,-1 0 21 16,2 0 0-16,4 0-48 16,0 0-16-16,4 2-26 0,2-1 0 0,7 6 0 15,-4-4 0-15,1 1 0 0,-4 0 0 0,10 3 0 16,0 1 0-16,0 1 0 0,7-2 0 0,11 1 0 15,-6-1 0-15,25 1 0 0,15-1 0 0,1-3 0 16,9-1 0-16,23-3 0 0,-21 0 0 0,41 0 0 16,-16 0 0-16,4 0 0 0,0-2 0 15,3-1 0-15,-16 0 0 0,28-3 0 0,-17 2 0 0,2 2 0 16,6 0 0-16,-2-1 0 16,-16 0 0-16,31 2 0 0,-13-1 0 0,-6 2 0 15,-8 0 0-15,-7 0 0 0,-17 0 0 0,10 0 0 16,-12 0 0-16,-11 3 0 0,-15 2 0 0,-1-4 0 15,-14 3 0-15,-2-2 0 0,-9 0 0 0,-8 0 0 16,-11-2 0-16,-6 2 0 0,-6 0 0 0,-4-2 0 16,-7 0 0-16,-4 1 0 0,-3-1 0 15,-2 0 0-15,0 0 0 0,0 0 0 0,-2 0 0 0,0 0 0 16,0 0 0-16,0 0 0 0,0 0 0 16,0 0 0-16,-2-3 0 0,-12-1 0 15,-6 2 0-15,-8 2-997 0</inkml:trace>
  <inkml:trace contextRef="#ctx0" brushRef="#br0" timeOffset="133840.91">8588 12060 2160 0,'-4'-6'0'0,"1"2"0"0,1 1 0 0,-1 0 0 0,1 2 0 0,2 1 0 0,-2 0 0 0,0 4 0 0,2 9 0 0,0 4 0 0,0 5 176 16,0 5-68-16,0 5 235 0,0 1-141 0,0 9-86 15,6-1-38-15,-1 2 194 0,0 6-116 0,0 4-57 16,-1 1-20-16,-1 2 46 15,-2-1-108-15,-1 0-17 0,0-3 0 0,0-1 0 0,0-11 0 0,0 1 0 16,-1-6 0 0,-4-3 0-16,2-8 0 0,-1-4 0 0,0-6 0 0,1-2 0 0,-2-5 0 0,1-3 0 15,3-4 0-15,-3 0 0 16,0 0 0-16,3-2 0 0,1-12 0 0,0-2 0 16,0-4 0-16,3-1 0 0,10 5 0 0,4-9 0 15,2 6 0-15,1 4 0 0,3 1 0 0,-4 7 0 16,3-1 0-16,1 7 0 0,0-1 0 0,0 2 0 15,-3 0 0-15,-1 5 0 0,-3 7 0 0,0-2 0 16,-4 4 0-16,-3-1 0 0,-4 4 0 0,-1-2 0 16,-2 3 0-16,-2-4 0 0,0-1 0 0,-4 2 0 15,-10-2 0-15,-2-1 0 0,-7 1 0 0,0-3 0 16,0 1 0-16,-4-2 0 16,1-2 0-16,1 1 0 0,1-2 0 0,2-2 0 15,-1-1 0-15,6-1 0 0,2-2 0 0,3 0 0 16,6 0 0-16,-1 0 0 0,6 0 0 0,1-2 0 15,0-3 0-15,3-3-24 0,15 0-517 0,3-1 251 16,5-1 125-16,1 1-802 0,3 0 464 0</inkml:trace>
  <inkml:trace contextRef="#ctx0" brushRef="#br0" timeOffset="134152.73">9367 12579 2174 0,'5'-15'0'0,"-3"1"0"0,0 1 0 0,-2 0 0 0,0-1 0 0,0 2 0 0,-2-1 0 0,-7-1 0 0,-2 3 0 0,-1 4 0 0,0-2 102 0,-6 6 405 0,2 1-234 0,-3 2-118 16,-1 0 364-16,-1 0-318 0,-4 14-201 0,1 4 0 15,0 7 0-15,1 3 0 0,2 3 0 0,6 4 0 16,-2 1 0-16,8-1 0 0,6 1 0 0,3-1 0 15,0-1 0-15,1 0 0 0,16-2 0 0,2-2 0 16,5-2 0-16,0-4 0 16,4-4 0-16,4-1 0 0,2-7 0 0,1-4 0 0,0-2 0 0,0-6 0 15,-4 0 0-15,-1 0 0 16,-2 0 0-16,-8-4 0 0,1-4 0 0,-5 1 0 16,-5 1 0-16,-2 2-94 0,-6 2-12 0,2 1-943 15</inkml:trace>
  <inkml:trace contextRef="#ctx0" brushRef="#br0" timeOffset="134797.1">10160 12303 2126 0,'-7'-13'0'0,"-3"0"0"0,-1-2 0 0,0 5 0 0,-3-2 0 0,-1 5 0 0,0 1 0 0,-1 5 0 0,-2 1 0 0,0 0 0 0,-5 7 248 0,2 14-105 16,-5 9-51-16,4 7 342 0,-3 7-198 0,4 5-88 15,2 3 341-15,7 0-474 0,3-1-15 16,5 0 0-16,4-5 0 0,0-6 0 0,5 7 0 0,11-7 0 16,2-3 0-16,3-1 0 0,-1-7 0 15,5-2 0-15,1-2 0 0,2-3 0 0,2-1 0 16,-1-6 0-16,-3-2 0 0,-4-5 0 16,4-4 0-16,-3-1-453 0,0-3 4 0,-3 0-434 15,1 0 421-15,-2-3 202 0,-3-6 115 0,2-3-216 16</inkml:trace>
  <inkml:trace contextRef="#ctx0" brushRef="#br0" timeOffset="135081.31">10325 12560 3131 0,'0'-6'0'0,"0"2"0"0,2 1 0 0,-1-1 0 0,1 0 0 0,8-2 0 0,1 2 0 0,5 3 0 0,2-2 0 16,3 3 0-16,4 0 392 0,-2 3-176 0,0 6-88 0,-2 2-64 0,5 5-64 15,-6 0 0-15,0 1 0 0,-3 4 0 0,-4 1 0 16,-6-3 0-16,0 9 0 0,-4-3 0 0,-3 0 0 16,-3 4 0-16,-11-1 0 0,-7 2 0 15,-1-3 0-15,-5-1 0 0,-3-2 0 16,1-1 0-16,0-4 0 0,1-4 0 0,-2-2 0 16,3-4 0-16,1-1 0 0,6-5 0 0,-1-1 0 15,3-2 0-15,4 0 0 0,5 0 0 0,2-2 0 16,6-7-192-16,1-4-57 0,1-3 94 0,19-9 63 15,6-2-737-15,4-1 395 0,2 0 197 0,4-3 98 16</inkml:trace>
  <inkml:trace contextRef="#ctx0" brushRef="#br0" timeOffset="135322.1">10787 12436 2785 0,'8'-19'0'0,"-2"6"0"0,-5 2 0 0,-1 0 0 0,0 2 0 0,0 4 0 0,0 3 0 0,-3 1 0 0,-5 1 0 0,-2 0 0 0,0 11 218 0,-6 9-79 0,1 7 573 15,-2 7-635-15,1 1-77 0,2 6 0 0,1 3 0 16,6-7 0-16,-1 11 0 0,6-9 0 0,2 0 0 16,0-3 0-16,5-4 0 0,9-2 0 0,7-2 0 15,-1-5 0-15,5-3 0 0,1-4 0 16,2-1 0-16,-3-5 0 0,7 0 0 16,-7-6 0-16,-2-3 0 0,0-1 0 0,0 0 0 15,-3 0 0-15,-3 0 0 0,1 0 0 0,-2-1-35 16,-2-5-135-16,4-2 46 0,-4 1-791 0,2-4 443 15,3-5 216-15,-3 0-550 0</inkml:trace>
  <inkml:trace contextRef="#ctx0" brushRef="#br0" timeOffset="135499.6">11157 12694 3470 0,'-9'-3'0'0,"2"2"0"0,-2-2 0 0,2 1 0 0,2 1 0 0,3-1 0 0,2-2 0 0,0 3 0 0,0-4 0 0,12 4 0 0,9-1 239 16,4-1-99-16,-2 2-58 0,7-2-82 0,2 2 0 15,-2-1 0-15,0 0 0 0,2 2 0 0,0 0 0 16,0-2 0-16,-2 1 0 0,-2-2 0 0,-6 2 0 16,2-1 0-16,-3 0 0 0,-4 2 0 15,-4 0-933-15,0 0 366 0,1 0 263 16,-1 0 133-16</inkml:trace>
  <inkml:trace contextRef="#ctx0" brushRef="#br0" timeOffset="135963.87">12042 12601 1869 0,'5'0'-1'0,"1"-4"-2"0,-3-3 1 0,2-3-1 0,-1-3 2 0,-3 0-1 0,1-1 1 0,-2-1 0 0,0-1 0 0,0 1 1 0,0 0 64 0,0 0 261 16,-7 1-143-16,-5-2-71 0,-1 5-36 0,-4-1 212 15,-1 5-130-15,-7 1-58 0,-1 6-30 0,-3 0 234 16,-2 2-132-16,-1 15-56 0,-4 5 4 0,4 3-119 15,2 5 0-15,4 1 0 0,5-1 0 0,3 5 0 16,2 1 0-16,7-1 0 16,5-2 0-16,3 0 0 0,1-2 0 0,0-4 0 0,7 2 0 15,6-5 0-15,2-5 0 0,4-3 0 0,-2-5 0 16,4 0 0-16,5-6 0 0,-8-5 0 16,10 0 0-16,-5-2 0 0,-2-9 0 0,3-9 0 15,-3 1 0-15,-4-2 0 0,0-3 0 0,-2 0 0 16,-6 2 0-16,2-6 0 0,-1 3 0 0,-6 5 0 15,-1-2 0-15,-1 6 0 0,0 3 0 0,-2 1 0 16,0 3 0-16,0 6 0 0,0-1 0 0,0 2 0 16,-4 2 0-16,-1 0 0 0,0 11 0 15,2 7 0-15,3 4 0 0,0 1 0 16,0-3 0-16,0 8 0 0,8-3 0 0,5-3 0 16,2 0 0-16,3-2 0 0,-2-4 0 15,2-1 0-15,1-2 0 0,1-2 0 0,-1-1 0 0,-1-5 0 16,-4 1 0-16,2-1 0 0,-3-2 0 0,-4-1-639 15,1-1 170-15,-1-1 214 0,0 0 99 0,-1 0-283 16,0 0 200-16,1-11 100 0</inkml:trace>
  <inkml:trace contextRef="#ctx0" brushRef="#br0" timeOffset="136193.81">12302 12277 3738 0,'3'-18'0'0,"1"6"0"0,1 5 0 0,3 0 0 0,-3 3 0 0,7 2 0 16,1 2 0-16,4 0 0 0,3 8 0 0,5 6 0 0,-1 9 152 0,6 6-111 0,-5 2-41 16,-1 5 0-16,-2 4 0 0,-2 3 0 0,-6-4 0 0,3 11 0 15,-7-2 0-15,-3-3 0 0,-5 0 0 16,-2-1 0-16,0-4 0 0,-15 9 0 0,-4-7 0 0,-3 0 0 0,-4-5 0 16,-3-4 0-16,5-5 0 0,-6-3 0 15,1-3 0-15,1-3 0 16,2-3 0-16,4-6 0 0,1-2 0 0,2-1-329 15,6-5 82-15,4 0-1025 0,1 0 616 0</inkml:trace>
  <inkml:trace contextRef="#ctx0" brushRef="#br0" timeOffset="136936.09">13001 12633 1924 0,'-9'-1'0'0,"2"-2"0"15,1 3 0-15,0-1 0 0,4 1 0 0,1 0 0 0,1 0 0 0,0 0 0 0,3 0 0 0,16 0 0 0,6 0 268 0,5 0-105 0,9 0 423 16,0 0-274-16,5 0-136 0,1 0-69 0,2 0 280 0,-6 0-379 0,10 0-8 16,-8 0 0-16,-7 0 0 15,1 0 0-15,-3 0 0 0,-4 0 0 0,0 0 0 16,-7 0 0-16,-2-2 0 0,-5 0 0 0,-4-1 0 16,-3 2 0-16,-4 1-169 0,-3-2-103 0,0 2 55 15,-2-2 101-15,0 0-516 0,0 0 286 0,-5 1 159 16,-5-1-409-16,-1-2 278 0,-2-1 140 0</inkml:trace>
  <inkml:trace contextRef="#ctx0" brushRef="#br0" timeOffset="137244.68">13355 12237 2389 0,'-6'-5'0'0,"2"0"0"0,-1 4 0 0,1-1 0 0,2 2 0 0,0 0 0 0,0 5 0 0,2 10 0 0,0 7 0 0,0 5 0 0,0 3 323 0,4 4-142 0,3 7 371 0,1 0-257 16,0 3-128-16,-1-7-143 16,0 12-24-16,1-7 0 0,-2-2 0 0,0-4 0 15,-3 2 0-15,1-2 0 0,-2-1 0 0,0-2 0 16,-1-3 0-16,-1 3 0 0,0-6 0 0,0-1 0 16,0 4 0-16,0-5 0 0,-1-5 0 0,-3 3 0 15,2-5 0-15,0-1 0 0,0-2 0 0,1-4 0 16,-1-1 0-16,2-3 0 0,-2-1 0 0,2-1 0 15,0-3 0-15,0 0 0 0,-2-1 0 0,2-1 0 16,0 0 0-16,0 0 0 0,0 0-186 0,0 0 34 16,0 0-444-16,0 0 278 0,0 0 140 0,0 0 59 15,4-1-563-15,9-6 321 0</inkml:trace>
  <inkml:trace contextRef="#ctx0" brushRef="#br0" timeOffset="137779.14">14573 12700 1791 0,'0'-22'0'0,"0"9"0"0,0-2 0 0,2-3 0 0,-2-2 0 0,0 1 0 0,2 1 0 0,-2-3 0 0,0 0 0 0,0 0 0 0,0-1 294 15,-4 1-128-15,-5 2-64 16,-2-2 55-16,-2 3-60 0,-4 3-19 0,-2 4-10 0,-5 2 196 16,-1 6-112-16,1 3-57 0,-4 0 197 15,0 10-117-15,-6 12-73 0,2 5-31 0,2 5-44 16,2 5-27-16,5 5 0 0,4-5 0 0,3 12 0 16,6-4 0-16,4 0 0 0,6-2 0 0,0-2 0 15,0-5 0-15,2 2 0 0,10-5 0 0,0-3 0 16,4-3 0-16,0-4 0 0,2-7 0 0,0-2 0 15,3-6 0-15,0-7 0 0,-1-1 0 0,4 0 0 16,-3-15 0-16,2-6 0 16,-3-5 0-16,1-2 0 0,-2-4 0 0,-2-2 0 15,0 0 0-15,-4-3 0 0,1-4 0 0,-5 9 0 16,-2-4 0-16,-2 5 0 0,-3 9 0 0,0 0 0 16,0 9 0-16,-2-1 0 0,0 7 0 0,0 3 0 15,0 3 0-15,-2 1 0 0,-5 0 0 0,1 14 0 16,1 9 0-16,-1 3 0 0,2 3 0 0,2 1 0 15,2 1 0-15,0 3 0 0,0-2 0 0,0 0 0 16,5-8 0-16,5 9 0 16,1-10 0-16,3 0 0 0,-3-6 0 0,6 0 0 15,-2-2 0-15,2-4 0 0,1-1 0 0,2-2 0 16,-2-3-456-16,3-3 24 0,3-2 187 0,3 0 108 16,1 0-616-16,0-2 358 0,4-5 178 0,2-6-176 15</inkml:trace>
  <inkml:trace contextRef="#ctx0" brushRef="#br0" timeOffset="137991.31">15171 12564 2051 0,'0'-16'0'0,"0"5"0"0,-4 2 0 0,-7-1 0 0,-2 4 0 0,-6 4 0 0,-4 2 0 0,1 0 0 0,0 0 0 0,-5 14 0 0,2 1 700 16,1 5-331-16,4 1-165 0,1 4 403 0,2 3-607 15,4 1 0-15,3 2 0 0,7 1 0 0,1 1 0 16,2 0 0-16,0-1 0 0,9-2 0 0,8 0 0 15,2-3 0-15,5-3 0 0,3-3 0 0,5-1 0 16,0-5 0-16,3-5 0 0,1-4 0 0,-1-1 0 16,-1-5 0-16,1 0-237 0,-5 0-29 0,1 0-880 15,1 0 553-15</inkml:trace>
  <inkml:trace contextRef="#ctx0" brushRef="#br0" timeOffset="138481.34">15997 12277 2480 0,'-13'-18'0'0,"1"11"0"0,-4 1 0 0,0 2 0 0,-4 4 0 0,-4 0 0 0,-4 2 0 0,-4 16 0 0,0 10 0 0,0 1 0 0,0 7 302 0,4 5-132 16,8-1-56-16,1 11 440 0,9-5-258 0,6 1-281 16,4 1-15-16,3-2 0 0,11-8 0 0,13 8 0 15,-1-6 0-15,4-3 0 0,2-3 0 16,2-3 0-16,-6-6 0 0,9 4 0 0,-8-12 0 0,-1 0 0 15,0-5 0-15,-3-1 0 16,-5-6 0-16,3-1-70 0,-4-4-360 0,-3 0 134 0,0 0 129 16,-2 0-641-16,2-8 376 0,0-7 202 15</inkml:trace>
  <inkml:trace contextRef="#ctx0" brushRef="#br0" timeOffset="138689.96">16255 12439 3506 0,'-9'-5'0'0,"4"3"0"0,2 0 0 0,-1 2 0 0,4 0 0 0,0 0 0 0,0 2 0 0,7 7 0 0,12 7 0 0,-1-4 0 0,5 8 425 15,0 0-425-15,0 0 0 0,0 1 0 0,-1 0 0 16,-5-2 0-16,3 3 0 0,-5-5 0 0,0-2 0 16,-1 0 0-16,-3-2 0 0,-1-1-659 0,-5-5 272 15,2 2 181-15,-1-5 115 0,-2 0-713 0,1-2 374 16,3-2 201-16,1 0-99 0,2-9 146 0,1-14 72 15</inkml:trace>
  <inkml:trace contextRef="#ctx0" brushRef="#br0" timeOffset="138965.54">16756 12255 2626 0,'2'-18'0'0,"0"8"0"0,-2-1 0 0,0 4 0 0,0 0 0 0,0 6 0 0,-2-1 0 0,-3 2 0 0,-1 0 0 0,-1 6 0 0,-3 11 396 0,1 5-180 0,-4 6-79 16,-3 10 419-16,4 3-556 0,-6 8 0 0,1 11 0 15,1-2 0-15,-2-1 0 16,-4 16 0-16,0-2 0 0,-3 1 0 0,-1 3 0 0,-5 13 0 0,5-13 0 16,-6 15 0-16,7-21 0 15,-5 7 0-15,1-3 0 0,1-7 0 0,5-12 0 16,0 4 0-16,5-5 0 0,-1-6 0 0,8-11 0 16,-1 0 0-16,3-12 0 0,2-3 0 0,2-5 0 15,0-5 0-15,3-2 0 0,0-6 0 0,2-1 0 16,0-2 0-16,0 0 0 0,0 0 0 0,0-2 0 15,0-11-205-15,9-6 36 0,1-6-647 0,8-10 389 16,2-3 195-16,8-14 97 16</inkml:trace>
  <inkml:trace contextRef="#ctx0" brushRef="#br0" timeOffset="139158.24">16792 12779 3931 0,'10'-7'0'0,"2"1"0"0,1 2 0 0,3-1 0 0,0-1 0 0,7 5 0 0,2-2 0 0,1 2 0 0,0 1 0 0,2 0 0 0,-2 0 0 0,8 0 0 0,-5 0 0 0,1 0 0 15,1 0 0-15,0 0 0 0,0 0 0 0,-1 0 0 16,-4 0 0-16,-5 0-60 0,0 0-320 0,-6 0 209 16,-5 0 114-16,4-3-1035 0,-5 3 528 0,1-1 263 15</inkml:trace>
  <inkml:trace contextRef="#ctx0" brushRef="#br0" timeOffset="139485.84">17533 12618 2679 0,'0'2'0'0,"0"4"0"0,0 0 0 0,0 1 0 0,-2 4 0 0,-5 1 0 0,-2 4 0 0,1 0 0 0,-2 9 0 0,5-2 0 0,1 1 485 0,3 8-228 15,1-3-110-15,0-2 216 0,0 2-363 0,7-3 0 16,4-7 0-16,8 6 0 15,0-11 0-15,3-2 0 0,4-7 0 0,3-4 0 16,1-1 0-16,0 0 0 0,2-10 0 0,-4-7 0 0,0-4 0 0,-3-2 0 16,-7 4 0-16,3-9 0 0,-8 6 0 0,-3-2 0 15,-7-1 0-15,-1 1 0 0,-2 2 0 0,0-9 0 16,-11 5 0-16,-8-1 0 16,-4 1 0-16,-5 4 0 0,-2 5 0 0,-11 1 0 0,2 8 0 0,5 4 0 15,-2 2 0-15,2 2 0 0,10 0 0 16,-2 0 0-16,7 9 0 15,2 1 0-15,5 1 0 0,7 0 0 0,1 5 0 0,4-4 0 0,0 3 0 0,0 2 0 16,4-2 0-16,9 0 0 16,2-2-196-16,2-1 9 0,2-2-815 0,2-1 482 15,5-4 241-15</inkml:trace>
  <inkml:trace contextRef="#ctx0" brushRef="#br0" timeOffset="139686.01">18042 12310 3098 0,'19'-9'0'0,"3"8"0"0,3-2 0 0,0 3 0 0,-1 0 0 0,4 15 0 0,2 11 0 0,-2 6 0 0,-3 9 0 0,-1 7 0 0,-5 3 107 0,-2 6 619 0,0 9-726 0,-8-6 0 16,-3 0 0-16,-5 1 0 0,-1-2 0 0,0-7 0 16,-9 5 0-16,-10-3 0 0,-4-5 0 0,-6-2 0 15,-3-5 0-15,-6-4 0 0,-5-2 0 0,-10 1 0 16,3-6-71-16,-4 0-58 0,-7-3-39 0</inkml:trace>
  <inkml:trace contextRef="#ctx0" brushRef="#br0" timeOffset="140236.21">18657 12680 2647 0,'-10'-9'2'0,"2"7"-2"0,5 2 1 0,1 0 0 0,2 0 0 0,0 0-1 0,0 0 1 0,9 0 0 0,12 0-1 0,9 0 1 0,9 0 194 0,3 0 381 0,3 2-270 15,-4-2-124-15,10 1-165 0,-4 1-17 0,-2 2 0 16,-2 0 0-16,-1-1 0 0,-7 2 0 15,1-1 0-15,-4 2 0 0,-4-2 0 0,-7 2-1 0,-1-2-66 16,-6-1-778-16,-2 1 423 16,-3-3 106-16,-4 2 140 0,-3-3-515 0,0 0 328 15,-2 0 153-15</inkml:trace>
  <inkml:trace contextRef="#ctx0" brushRef="#br0" timeOffset="140412.71">19050 12328 2635 0,'-18'-5'0'0,"5"3"0"0,-2 2 0 0,6 0 0 0,-3 2 0 0,6 11 0 0,5 8 0 0,1 5 0 0,0 5 0 0,0 8 0 0,1 0 102 0,5 2 233 0,4 5-149 0,-3-5-65 15,1 11 232-15,-1-5-158 0,1-1-191 0,-1-2-4 16,-1 0-25-16,1-7-55 0,0 7 54 0,-2-1-594 16,-1-2 329-16,-1 0 164 0,-1-7 82 0,0 0-769 15,3-4 352-15,4-9 213 0</inkml:trace>
  <inkml:trace contextRef="#ctx0" brushRef="#br0" timeOffset="141298.03">19917 12830 2068 0,'9'-21'0'0,"-2"6"0"0,-1-1 0 0,2-4 0 15,-4 2 0-15,-1-1 0 0,-1-1 0 0,0-1 0 0,-2 0 0 0,0 1 0 0,0 1 194 0,-5 0-77 0,-4 3-39 0,-5 2 165 0,-3 5-102 0,-2 1-41 16,-5 2 73-16,1 5-67 16,-4 1-34-16,-2 3 0 0,-1 14 212 0,0 4-113 15,-4 9-71-15,6 2-88 0,2 2-12 0,5 3 0 16,3 3 0-16,6-5 0 0,1 10 0 0,9-9 0 16,0 3 0-16,2-2 0 0,0-5 0 0,7-1 0 15,6-4 0-15,1-8 0 0,0 1 0 0,4-7 0 16,-2-4 0-16,5-3 0 0,-2-6 0 0,-1 0 0 15,5-4 0-15,-4-11 0 0,0-5 0 0,0-5 0 16,-1-1 0-16,-1-3 0 0,-2 0 0 0,0-1 0 16,0-2 0-16,-1-1 0 15,-5 5 0-15,0 3 0 0,-5 4 0 0,0 4 0 16,-2 3 0-16,-2 5 0 0,0 2 0 0,0 3 0 16,0 4 0-16,-4 0 0 0,-4 1 0 0,1 14 0 15,-1 9 0-15,3 0 0 0,1 3 0 0,4 4 0 16,0 3 0-16,0-2 0 0,0 2 0 0,4-5 0 15,7 2 0-15,3-7 0 0,-3-3 0 0,3-3 0 16,2-3 0-16,-2-3 0 16,4-5 0-16,-4-3 0 0,3-4 0 0,0 0 0 15,0-3 0-15,2-9 0 0,-1-5 0 0,2-1 0 16,1-7 0-16,-1-1 0 0,2-10 0 0,-1 1 0 16,1-6 0-16,1-2 0 0,2-5 0 0,-1-12-89 15,0 0-4-15,2-8-64 0,-1-5 59 0,1-16 30 16,-5 18-10-16,-1-4-95 0,0 7 67 0,-8 16 34 15,0 3 0-15,-5 13 156 16,-3 10-71-16,-2 1-20 0,-2 13 489 0,0 2-260 16,0 4-106-16,0 5-74 0,-2 1 12 0,-3 0-54 15,-3 19 0-15,2 7 0 0,-1 9 0 0,-1 9 0 16,-1 8 0-16,-1 14 0 0,1-2 0 0,2 4 0 16,0 0 0-16,-2-3 0 0,2-9 0 0,-2 13 0 15,2-19 0-15,-2 4 0 0,4-6 0 0,1-10 0 16,-1-2 0-16,3-10 0 0,0-2 0 0,2-8 0 15,0-7 0-15,0-3 0 0,0-5 0 0,0-1 0 16,2-1 0-16,7-14 0 0,7-4 0 16,2-7 0-16,5 5 0 0,1 0 0 15,5 1 0-15,-1 2 0 0,1 3 0 0,4 6 0 16,-1 3 0-16,-2 5 0 0,0 1 0 0,-3 0 0 16,-2 7 0-16,-4 5 0 0,2 6 0 0,-7 3 0 15,-2 0 0-15,-5 1 0 0,-4 2 0 0,-3-2 0 16,-2 2 0-16,0 2 0 0,-15-5 0 0,-4-2 0 15,-5-3 0-15,-6 0 0 0,-2-3 0 16,-6-6 0-16,-5 0 0 0,2-3 0 16,-2-2 0-16,5-2 0 0,-11 0 0 0,14 0 0 15,-1 0 0-15,8-4 0 0,7-5 0 0,3-1 0 16,6-2 0-16,6-4 0 0,6-4 0 0,4-3 0 16,22-5 0-16,8 0 0 0,7-2-367 0,5 0-276 15,12-6 303-15,0 4-604 0,2 0 453 0,-6-1 216 16</inkml:trace>
  <inkml:trace contextRef="#ctx0" brushRef="#br0" timeOffset="141459.47">21112 12454 2900 0,'25'-25'-2'0,"0"1"0"0,-8 8 1 0,-6 3 1 0,-5 3-1 0,-5 5 1 0,-1 3 0 0,0 2 0 0,-12 6 0 0,-7 14 0 0,-8 12 257 0,2 4 523 0,0 7-780 0,2 4 0 16,4 3 0-16,5 5 0 0,4-2 0 0,7-1 0 15,3-2 0-15,0-2 0 0,5-1 0 16,10-12 0-16,11 7 0 0,6-8 0 0,7-8 0 15,7-6 0-15,9-4 0 0,0-7-96 16,15-2 37-16,-2-1-1426 0</inkml:trace>
  <inkml:trace contextRef="#ctx0" brushRef="#br0" timeOffset="141951.73">21613 12327 2849 0,'-21'-17'0'0,"5"8"0"0,2 1 0 0,7 2 0 0,-1 1 0 0,5 1 0 0,3 3 0 0,0-4 0 0,11 4 0 0,15 1 0 0,10 0 254 0,-1 0-99 0,16 0-63 16,-2 7-28-16,0 5 242 0,-5 1-134 0,0 1-133 16,-10 4-39-16,0 0 0 0,-6 5 0 0,-5 1 0 15,-7 3 0-15,-7 0 0 0,-6 4 0 0,-3 0 0 16,-12 7 0-16,-11-4 0 0,-7 4 0 0,-5-3 0 15,-3-2 0-15,-3 2 0 0,-1-3 0 16,1-2 0-16,6-4 0 0,10-5 0 16,6-5 0-16,3 2 0 0,7-3 0 0,4-6 0 15,5 2 0-15,0-2 0 0,8-1 0 0,19 0 0 16,3-6 0-16,9 1 0 0,2-3 0 0,3 0 0 16,-9 0 0-16,6-3 0 0,-3 1 0 15,-5-5 0-15,-3 4 0 0,-9 0 0 0,0 0 0 0,-10 1 0 16,0 0 0-16,-4 2 0 0,-6 0 0 0,-1-2-832 15,0 1 347-15,-5-3 229 0,-9-3-548 0</inkml:trace>
  <inkml:trace contextRef="#ctx0" brushRef="#br0" timeOffset="142123.2">21638 12550 3931 0,'-30'-6'0'0,"9"2"0"15,-2-1 0-15,10 2 0 0,1-1 0 0,7 1 0 0,5 2 0 0,2-1 0 0,20 2 0 0,16 0 0 0,6 2 0 0,14 7 0 0,1 1 0 16,1 1 0-16,2 0 0 0,-11-1 0 0,6-1 0 16,-4 0 0-16,-3 1 0 0,-5-2 0 0,-9-3-103 15,-1 0-3-15,-6 2-991 0,2 0 542 0,-4-2 217 16</inkml:trace>
  <inkml:trace contextRef="#ctx0" brushRef="#br0" timeOffset="142299.22">22484 12582 3903 0,'2'-2'0'0,"10"1"0"0,-1-1 0 0,0 0 0 0,3 2 0 0,0 0 0 0,5 0 0 0,3 0 0 0,3 0 0 0,-3 0 0 0,9 0 28 0,-5 5-28 16,0 0 0-16,1 0 0 0,-2 1 0 0,0-2 0 16,1 1-251-16,-1-1 138 0,-4-1 76 0,3 1-867 15,-2 0 469-15,3 0 244 0,-2-4-795 0,-3 0 474 16</inkml:trace>
  <inkml:trace contextRef="#ctx0" brushRef="#br0" timeOffset="142594.04">23256 12510 3138 0,'0'0'0'0,"0"0"0"0,-5 2 0 0,-4 2 0 0,-5 5 0 0,1 5 0 0,-2 2 0 0,4 6 0 0,2 2 0 0,0 3 0 0,8-4 218 0,-1 10 150 0,2-5-164 16,0 0-201-16,8-2-3 0,5-4 0 15,1-2 0-15,9-1 0 0,0-8 0 0,3-4 0 0,3-5 0 0,-1-2 0 16,-4 0 0-16,6-6 0 16,-8-8 0-16,-4 1 0 0,-4-7 0 0,-3 4 0 15,-3-5 0-15,-6 1 0 0,0 0 0 0,-2-4 0 16,-5 3 0-16,-11-1 0 0,-2 1 0 0,-5-2 0 16,-3 5 0-16,-4 1 0 0,0 1 0 0,-4 5 0 15,-2 2 0-15,1 6 0 0,1 0 0 0,1 3 0 16,11 0 0-16,0 0 0 15,2 4 0-15,8 6 0 0,3 2-48 0,5 2-114 16,1 2 44-16,3 2-387 0,3-3 224 0,10 3 126 16,8-6 59-16</inkml:trace>
  <inkml:trace contextRef="#ctx0" brushRef="#br0" timeOffset="142844.54">23736 12209 3542 0,'12'-2'0'0,"7"2"0"0,3 0 0 0,1 9 0 0,0 4 0 0,0 5 0 0,0 4 0 0,6 10 0 0,-5-1 0 0,-1 3 0 0,-5 4 389 15,0-3-389-15,-1 13 0 0,-6-7 0 0,-4-7 0 16,-1 5 0-16,-5-1 0 0,-1-3 0 0,0-1 0 16,-12-2 0-16,-8-5 0 0,-3 0 0 0,-9 2 0 15,0-9 0-15,-10 4 0 0,1-7 0 16,0-1 0-16,-1-6 0 0,8-1 0 0,-1-3 0 0,3 1 0 15,7-6 0-15,1 0 0 16,7-1-79-16,5 0-52 0,3 0-689 0,9-6 391 16,0-13 197-16</inkml:trace>
  <inkml:trace contextRef="#ctx0" brushRef="#br0" timeOffset="143019.75">24237 12402 3713 0,'17'-15'0'0,"3"10"0"0,8 2 0 16,-1 2 0-16,-4 1 0 0,3 0 0 0,-2 0 0 0,2 0 0 0,4 5 0 0,6 1 0 0,6 3 218 0,-6-2-218 0,4-1 0 0,-4-2 0 0,1 0 0 15,1-2 0-15,-2-2 0 0,-4 0 0 0,-9 2 0 16,-3-2-161-16,-10 1 73 0,-3 2 57 0,-5-1-1024 16,-2 5 530-16</inkml:trace>
  <inkml:trace contextRef="#ctx0" brushRef="#br0" timeOffset="143190.94">24380 12648 3809 0,'0'9'0'0,"0"8"0"0,5-7 0 0,4-1 0 0,1-1 0 0,1-1 0 0,3 0 0 0,6 0 0 0,-2 1 0 0,9-1 0 0,-3-1 122 16,5 1-122-16,-4-4 0 0,5 1 0 0,-4-4 0 15,2 0 0-15,-6 0 0 0,1 0 0 16,-4 0 0-16,-5 0 0 0,-6 0-793 0,2 0 132 0,-5-2 318 15</inkml:trace>
  <inkml:trace contextRef="#ctx0" brushRef="#br0" timeOffset="144004.96">25529 12301 2010 0,'0'-19'0'0,"0"11"0"0,0 6 0 0,0 1 0 0,-2-1 0 0,-2 2 0 0,-3 0 0 0,-4 0 0 0,1 9 0 0,-2 6 0 0,-1 9 527 0,1 2-246 0,-2 9-123 0,3 6 346 16,4 2-233-16,3-5-109 0,3 12-144 0,1-3-18 15,0-2 0-15,11 0 0 0,5-3 0 0,3-9 0 16,9 5 0-16,2-6 0 0,4-6 0 15,2-5 0-15,3-4 0 0,-1-8 0 16,12-4 0-16,-4-5 0 0,2 0 0 0,0-1 0 16,0-16 0-16,-1-3 0 0,0-4 0 0,-5-1 0 15,-7-4 0-15,-8 7 0 0,-1-7 0 0,-6 1 0 16,-5-2 0-16,-5-1 0 0,-5-2 0 0,-3-3 0 16,-2-5 0-16,0 6 0 0,-17-10 0 0,-5 4 0 15,-6 3 0-15,-6 4 0 0,-7 4 0 0,-7 6 0 16,-2 4 0-16,-4 5 0 15,-10 7 0-15,12 6 0 0,-2-1 0 0,11 3 0 16,-3 0 0-16,9 8 0 0,4 6 0 0,8 1 0 16,3 2 0-16,7 1 0 0,0 9 0 0,5 1 0 15,6 1 0-15,4 5 0 0,0 9 0 0,6-9-114 16,11 15 31-16,-10-21-1235 0</inkml:trace>
  <inkml:trace contextRef="#ctx0" brushRef="#br0" timeOffset="144155.7">26294 13016 373 0,'0'-23'0'0,"0"20"0"0,0 3 1294 0,2 3-629 15,1 9-314-15,-3 3-156 0,-3 5-606 0,-13 6 178 0,-12-7 103 0</inkml:trace>
  <inkml:trace contextRef="#ctx0" brushRef="#br0" timeOffset="152356.87">5956 5348 1780 0,'-15'-9'0'16,"6"9"0"-16,1 0 0 0,2 0 0 0,1 0 0 0,1 0 0 0,4 0 0 0,0 0 0 0,0 2 0 0,0 0 0 0,0 2 131 0,2 1-50 0,11 0 236 15,9 1-138-15,5 1-68 0,3-3-35 0,8 2 110 16,10 0-78-16,1 0 194 0,13-3-131 0,1-1-64 15,8 0-33-15,6 1 168 0,18-3-176 0,6 0-66 16,7 0 0-16,21 0 0 0,1 0 0 16,-4-5 0-16,36-5 0 0,-6 0 0 0,5 0 0 0,21-1 0 15,-12 2 0-15,-23 3 0 0,14-1 0 0,-2 2 0 16,-10 0 0-16,-12 2 0 0,-12 0 0 0,-21 0 0 16,5 0 0-16,-10 2 0 15,-11-1 0-15,-13 0 0 0,1 0 0 0,-16 0 0 16,-2 1 0-16,-5-3 0 0,-5-1 0 0,-14 3 0 15,-2-3 0-15,-11 1 0 0,-3 1 0 0,-8 1 0 16,-3 0 0-16,-4 0 0 0,-2 0 0 0,-1 1 0 16,0-2 0-16,-7 2 0 0,-12 1 0 0</inkml:trace>
  <inkml:trace contextRef="#ctx0" brushRef="#br0" timeOffset="153350.71">11148 14374 2974 0,'-6'-4'0'0,"3"0"0"0,-1 1 0 0,4 1 0 0,0 0 0 0,0 2 0 0,0 0 0 0,6 0 0 0,8 0 0 0,12 6 0 0,3-1 79 0,10 1-1 16,3-1-38-16,4 0 368 0,7-2-56 0,11-1-352 15,-4-2 0-15,2 0 0 0,4 0 0 16,-1 0 0-16,-8 0 0 0,14-5 0 16,-20-2 0-16,4 2 0 0,-5 1 0 0,-3-1 0 15,-9 1 0-15,-1 2 0 16,-5-2 0-16,-8 0 0 0,-1 1 0 0,-6-1 0 0,-4 0 0 0,-4-2-40 31,-3 5-133-31,-4-3 20 0,-1 2-303 0,-1 0 208 0,0 0 94 0,-5 2-592 0,-8 0 353 0</inkml:trace>
  <inkml:trace contextRef="#ctx0" brushRef="#br0" timeOffset="154003.1">11785 14886 1874 0,'0'2'0'0,"0"-2"0"0,0 3 0 0,0-3 0 0,0 0 0 0,0 0 0 0,0 0 0 0,0 0 0 0,0 0 0 0,0 0 0 0,2 0 174 0,-1 0-67 16,1-3-33-16,0-4 78 0,0-1-61 0,-2 1-25 0,0-3 77 0,0 1 27 16,0 1-65-16,0-2-22 0,0 0 76 15,-2-1-59-15,-2 1-31 0,-1-2 10 16,-1 1 0-16,2 2-29 0,-3-3-10 0,1-3-49 16,-1 3 1-16,-1-1 48 0,0-1 0 0,1 3-23 15,-2-2-10-15,-1 2 33 0,1 1 0 0,-2 3-48 16,-1 2 8-16,1 1 8 0,-1 2 67 0,0-1-1 15,-1 3-74-15,-1 0 0 0,1 9 0 0,0 3 0 16,-6 7 0-16,4 4 0 0,-1 5 0 0,-5 7 0 16,3 3 0-16,4 0 0 0,-5 12 0 0,4-4 0 15,4 0 0-15,1 2 0 0,5-3 0 0,3-8 0 16,2 4 0-16,0-6 0 0,2-3 0 0,8-3 0 16,8-4 0-16,-4-7 0 15,7-1 0-15,-1-7 0 0,8-5 0 0,-5-5 0 16,2 0 0-16,1-5 0 0,1-16 0 0,3-8 0 15,-4 0 0-15,-1-7 0 0,-3 0 0 0,-3 3 0 16,2-11 0-16,-5 7 0 0,-5 5 0 0,-1-2 0 16,-2 4 0-16,-5 10 0 0,-1 1 0 0,-2 8 0 15,0 1 0-15,0 4 0 0,0 4 0 16,0 2 0-16,0 0 0 0,-2 0 0 16,-1 11 0-16,1 5 0 0,2 7 0 0,0 3 0 15,0 4 0-15,0-1 0 0,2 5 0 0,5-3 0 16,3-1 0-16,1-8 0 0,3 8 0 0,-2-11 0 15,1-1 0-15,3-3 0 0,-4-1 0 0,2-5 0 16,-3-2 0-16,-2-2 0 0,3-4 0 0,-1-1 0 16,0 0 0-16,1 0-241 0,-1-1-72 0,-1-7 137 15,1-3 68-15,-1-2-753 0,0-5 401 0,1-5 215 16</inkml:trace>
  <inkml:trace contextRef="#ctx0" brushRef="#br0" timeOffset="154519.34">11477 13660 2133 0,'-10'-9'0'0,"2"-2"0"0,3 1 0 0,0-2 0 0,5-4 0 15,0 1 0-15,0-2 0 0,9 0 0 0,10-2 0 0,1 0 0 0,6 5 109 0,1 0-34 0,3 5-1 0,-6 6-24 16,8-1 189-16,-2 4-100 0,-3 0-49 0,-4 11 186 0,2 7-118 16,-2 1-49-16,-4 8 176 0,-3 1-122 15,2 4-132-15,-7 2-31 0,-4 3 0 16,-2 0 0-16,-2 1 0 0,-3-1 0 0,0-1 0 16,0-2 0-16,-10 0 0 0,-3-4 0 0,-2-2 0 15,-2-2 0-15,-2-3 0 0,1-4 0 0,-3-4 0 16,-7-1 0-16,3-4 0 0,1-4 0 0,-2-2 0 15,0-4 0-15,5 0 0 0,-8 0 0 0,10 0 0 16,-2-5 0-16,1-6 0 0,4 2 0 0,2 0 0 16,3 0 0-16,4 0 0 0,1 0 0 0,4 0 0 15,2 2-434 1,0-4 72-16,8 5 167 0,10-3-634 0,5 1 395 16,4 1 197-16,3-3 98 0</inkml:trace>
  <inkml:trace contextRef="#ctx0" brushRef="#br0" timeOffset="154806.81">12093 13532 2286 0,'0'-14'0'0,"0"2"0"0,0 1 0 0,0-4 0 0,0 4 0 0,0 1 0 0,-7 3 0 0,2 0 0 0,-2 1 0 15,-1 2 0-15,-2 2 298 0,-2 2-128 0,-1 0-66 0,-4 0-31 0,-3 13 335 16,-1 9-189-16,-2 0-90 0,-2 11-44 0,2 1 74 15,5 4-159-15,7-5 0 0,-2 12 0 0,7-11 0 16,4 2 0-16,2 0 0 0,2-2 0 0,9-2 0 16,8-2 0-16,2-3 0 0,3-3 0 0,2 1 0 15,4-4 0-15,2-2 0 0,0-3 0 16,2-2 0-16,-2-1 0 0,0-2 0 0,-2-4 0 16,-4-1 0-16,6 0 0 0,-6-2 0 15,1-4 0-15,-1 0 0 0,-1 0-846 0,-1 0 289 16,4 0 264-16,-2 0-623 0,3 0 438 0</inkml:trace>
  <inkml:trace contextRef="#ctx0" brushRef="#br0" timeOffset="155082.1">12891 14174 3609 0,'-8'0'0'15,"4"0"0"-15,4 0 0 0,0 0 0 0,0 0 0 0,0-1 0 0,8-1 0 0,11-1 0 0,5-3 0 0,8 0 0 0,9 1 322 0,-3 1-322 0,11-2 0 0,-2 2 0 0,0 3 0 16,0-2 0-16,-2 2 0 16,-8 1 0-16,3 0 0 0,-4 0 0 0,-6 0 0 15,-8 0 0-15,-1 0-126 0,-6 0 37 0,-6 0-723 16,-3 1 339-16,-4 2 216 0,-2 0 108 15,0-1-215-15,-6-2 151 0,-11 0 92 0,2 0 40 0,-2 0-347 16</inkml:trace>
  <inkml:trace contextRef="#ctx0" brushRef="#br0" timeOffset="155291.68">13251 13797 2758 0,'-11'-9'0'0,"2"1"0"0,-1 7 0 0,3-1 0 0,1-1 0 0,1 3 0 0,1 0 0 15,4 5 0-15,0 10 0 0,0 7 0 0,0 7 375 0,0 4-167 0,0 4-73 0,2 11 320 0,2-2-455 0,1 5 0 16,1 2 0-16,1-1 0 0,1 1 0 0,-1-2 0 16,1-1 0-16,-1-3 0 0,-1-2 0 0,0-8 0 15,-3 3 0-15,1-4 0 0,0-2 0 16,-2-4 0-16,-1-2 0 0,1-7-192 16,0 0 81-16,-2-3-719 0,2-3 395 0,-2-6 198 15,2-1 98-15,2-4-528 0,2-4 318 0</inkml:trace>
  <inkml:trace contextRef="#ctx0" brushRef="#br0" timeOffset="155503.59">13563 14270 3496 0,'19'-5'0'0,"4"-1"0"0,-1-1 0 0,4-1 0 0,6 1 0 0,10-1 0 0,4 0 0 0,14 1 0 0,2 0 0 0,-3 1 0 0,14 2 151 0,-7 2 133 16,-10 1-284-16,2-2 0 15,-1 3 0-15,-12 0 0 0,5 0 0 0,-8 0 0 0,-6 0 0 0,-1 0 0 16,-6 0 0-16,-7 0 0 0,-7 0 0 0,-4 0-172 16,-5 0 20-16,-2 0-449 0,-4 0 293 0,0 0 61 15,-10 0 107-15,-7 3-534 0,-2 4 318 16,-5-1 158-16</inkml:trace>
  <inkml:trace contextRef="#ctx0" brushRef="#br0" timeOffset="155869.07">14161 14218 2812 0,'-8'6'0'0,"2"4"0"0,1 4 0 0,1 1 0 0,0 2 0 0,-1 5 0 0,3 5 0 0,-2 3 0 0,3 2 0 0,-4 3 0 16,1 9 311-16,-1-11-135 0,-2 12 223 0,1-11-179 0,-4 2-207 16,3-2-13-16,-1-4 0 0,3-10 0 0,0-2 0 15,0-5 0-15,1-4 0 0,2-6 0 0,1 2 0 16,-1-5 0-16,2 0 0 0,0-2 0 0,0-12 0 15,2-1 0-15,10-4 0 0,6 5 0 0,1-3 0 16,-1 3 0-16,9 2 0 0,-3 2 0 16,3 6 0-16,-1 2 0 0,0 2 0 0,-4 0 0 0,5 6 0 15,-6 7 0-15,-3 6 0 0,-4-4 0 16,-2 9 0-16,-6-3 0 0,-2 11 0 16,-4-3 0-16,0 0 0 0,-6 1 0 0,-10-4 0 15,0-3 0-15,-4 3 0 0,-1-7 0 0,-4-6 0 16,1 0 0-16,-3-3 0 0,-2-4 0 0,-3-1 0 15,1-2 0-15,0-3 0 0,1 0 0 0,2 0 0 16,5 0 0-16,-5-8 0 0,7-8 0 0,3-2 0 16,2-8 0-16,4-9 0 0,6-3-377 15,4-14-180-15,2-11 258 0,2-4-777 0</inkml:trace>
  <inkml:trace contextRef="#ctx0" brushRef="#br0" timeOffset="156077.46">14091 13469 3931 0,'-10'-10'0'0,"7"4"0"0,-1 5 0 0,2-1 0 0,-1 0 0 0,3 0 0 0,0 2 0 0,0 0 0 0,1 0 0 0,9 6 0 0,5 3 0 0,3 5 0 16,0 1 0-16,3-1 0 0,-3 5 0 0,3-1 0 15,-7 4 0-15,5 4 0 0,-4-2 0 0,-1 3 0 16,-5-5 0-16,0-1 0 0,-1 1-26 0,-1-4 6 15,1 0-1147-15,-3-6 563 0,5 0 282 0</inkml:trace>
  <inkml:trace contextRef="#ctx0" brushRef="#br0" timeOffset="156379.06">14564 13368 3225 0,'2'0'0'0,"0"0"0"0,0 0 0 0,-2 0 0 0,0 0 0 0,0 1 0 0,0 7 0 0,-7 3 0 0,-1 2 0 0,-4 10 0 0,0 3 221 0,-7 11 214 0,0 2-385 16,-2 9-50-16,-3 3 0 0,-5 7 0 15,9-9 0-15,-10 13 0 0,9-16 0 16,-5 7 0-16,1 0 0 0,4-7 0 0,0-1 0 16,1-3 0-16,6-8 0 0,0 0 0 0,5-7 0 15,0 0 0-15,1-4 0 0,2-7 0 0,3-1 0 16,1-5 0-16,0 0 0 0,0-7 0 0,0 1 0 15,2-2 0-15,0-2 0 0,-2 0 0 0,2 0 0 16,-1 0 0-16,-1 0 0 0,0 0 0 0,0 0 0 16,0 0 0-16,2 0 0 0,-1 0 0 15,1 0 0-15,-3 0-479 0,1 0-141 0,0 3 290 0,-1 5-382 16</inkml:trace>
  <inkml:trace contextRef="#ctx0" brushRef="#br0" timeOffset="157165.84">15139 14295 2510 0,'-11'-2'0'0,"1"0"0"0,5 2 0 0,1 0 0 0,3 0 0 0,1 0 0 0,0 0 0 0,0 0 0 0,1 0 0 0,18 0 0 0,7 0 108 0,6-1 412 0,9-3-240 16,-3-2-112-16,12-4 175 0,-2 3-341 15,0-1-2-15,1 1 0 0,-1 5 0 0,-11 0 0 16,2 1 0-16,-1-2 0 0,-5 3 0 0,-3 0 0 16,-9 0 0-16,-3 0-645 0,-6 3 331 0,-4 0 80 15,-5-1 121-15,-1 3-700 0</inkml:trace>
  <inkml:trace contextRef="#ctx0" brushRef="#br0" timeOffset="157383.28">15490 13848 2619 0,'-7'2'0'0,"-3"9"0"0,3-2 0 0,-1 5 0 0,3 2 0 0,1 7 0 0,3 4 0 0,1 6 0 0,0 9 0 0,0-4 0 0,0 14 361 0,0-2-161 0,1 4-81 0,3 0 439 15,1 0-484-15,3-4-74 0,1-2 0 0,-1-3 0 16,3-4 0-16,-2-9 0 0,1 3 0 16,-1-2-18-16,0-5-63 0,0-2-587 0,-2-4 341 0,0-1 180 15,0-6-35-15,3-1-565 16,-2-7 354-16,3-3 177 0,2-4 89 0</inkml:trace>
  <inkml:trace contextRef="#ctx0" brushRef="#br0" timeOffset="157587.43">15917 14331 3031 0,'13'-2'0'0,"4"0"0"0,-1 0 0 0,2 2 0 0,3 0 0 0,0 0 0 0,8 0 0 0,3 0 0 0,1 0 0 0,4 0 0 0,6 0 738 0,-2 0-576 0,2 0-162 16,-5 0 0-16,1 0 0 0,0 2 0 0,-2 0 0 15,-4 2 0-15,-3-1 0 0,-6 1 0 0,1-2 0 16,-3 1 0-16,-2 0 0 0,-4-1 0 0,-2-1 0 15,-5-1 0-15,-2 0-416 0,0 2 190 0,-3-2-808 16,-1 2 498-16,-1 0 249 0</inkml:trace>
  <inkml:trace contextRef="#ctx0" brushRef="#br0" timeOffset="157882.57">16441 14578 2396 0,'-6'-1'0'0,"-2"-3"0"0,-3-1 0 0,-2-1 0 0,-2-3 0 0,0 4 0 0,-4 2 0 0,0-1 0 0,-1 4 0 0,-3 0 0 0,0 0 161 0,-5 11-66 0,3 8 404 16,-2 3-229-16,3 4-117 0,-5 9-57 0,12-3 165 16,-1 11-261-16,6-4 0 0,7 4 0 0,3-2 0 15,2 1 0-15,2-6 0 0,15 5 0 0,1-7 0 16,5-6 0-16,3 0 0 0,4-3 0 0,2-4 0 15,4-7 0-15,1-2 0 0,-3-6 0 0,2 1 0 16,-2-7 0-16,-7 0 0 16,4 0 0-16,-7-2 0 0,-3-8-111 0,-2-1-326 0,-2 0 199 0,-4-2 90 15,-2-3-594-15,-2 1 351 16,-2-3 177-16,-4-5-185 0,-1-3 180 0</inkml:trace>
  <inkml:trace contextRef="#ctx0" brushRef="#br0" timeOffset="158283.01">16228 13632 3193 0,'-22'-19'0'0,"9"13"0"0,8 5 0 0,0-1 0 0,5 0 0 0,0 0 0 0,0 0 0 0,14-1 0 0,8-1 0 0,8 2 0 0,10 0 197 0,2 0-79 0,-1 0 262 15,10 2-337-15,-3 0-43 0,-3 0 0 0,-10 0 0 16,2 4 0-16,-12 4 0 0,1 1 0 16,-6 5 0-16,-8-2 0 0,-3 5 0 15,-8 2 0-15,-1 3 0 0,-3 4 0 0,-16 1 0 16,-6 0 0-16,-5 3 0 0,2-6 0 0,-8 6 0 16,4-4 0-16,0 0 0 0,4-5 0 0,0 0 0 15,8-4 0-15,-3-1 0 0,6 0 0 0,6-4 0 16,2-3 0-16,2 1 0 0,5 0 0 0,2-1 0 15,0 0 0-15,9 1 0 0,7-3 0 0,5 2 0 16,2-2 0-16,4 1 0 0,3-3 0 0,2-2 0 16,-2-1 0-16,2-2 0 0,-6 0 0 0,6 0 0 15,-9 0 0-15,0 0 0 16,-5 0 0-16,0 0 0 0,-8 0-417 0,1 0 177 16,-4 2 101-16,-4-1-756 0,-1-1 429 0,0 0 213 15,-2 0 98-15</inkml:trace>
  <inkml:trace contextRef="#ctx0" brushRef="#br0" timeOffset="158459.49">16467 13789 1674 0,'-15'0'0'0,"2"0"0"0,3 0 0 0,1 0 0 0,3 0 0 0,3 0 0 0,3 0 0 0,0 2 0 0,2 1 0 0,10 1 0 0,11 5 1431 15,0-2-687-15,5 4-662 0,-1 1-82 0,3-1 0 16,0 2 0-16,0 2 0 0,-1-1 0 0,-1-2 0 15,-1 1-45-15,-1 1-76 0,-1-2-432 0,-1 0 295 16,-2-2 159-16</inkml:trace>
  <inkml:trace contextRef="#ctx0" brushRef="#br0" timeOffset="158642.01">17225 14012 3916 0,'0'0'0'0,"0"0"0"16,0 2 0-16,0 0 0 0,4 1 0 0,6 0 0 0,1 4 0 0,6-4 0 0,5 2 0 0,4-1 0 0,4 0 15 0,4 2-15 0,1-5 0 0,4 4 0 15,5-4 0-15,-3-1 0 0,-6 2 0 0,2 1 0 16,-6-2 0-16,-7 3-708 0,-4 4 261 0,-6 2 243 16,-10 1 122-16</inkml:trace>
  <inkml:trace contextRef="#ctx0" brushRef="#br0" timeOffset="158817.76">17377 14361 3565 0,'-18'7'0'0,"2"2"0"0,7 0 0 0,2-4 0 0,1-3 0 0,6 1 0 0,0 1 0 0,6-3 0 0,10 2 0 0,9 1 0 0,5-2 240 0,4-2-114 16,1 1-126-16,9-1 0 0,-10 0 0 0,5 3 0 15,-2-3 0-15,-1 1 0 0,-1-1 0 0,-4 1-179 16,-3 2-245-16,-5-1 240 0,1 0 107 0,-3 0-942 15,-1-2 464-15</inkml:trace>
  <inkml:trace contextRef="#ctx0" brushRef="#br0" timeOffset="159163.79">18382 13756 3175 0,'0'-11'0'0,"0"5"0"0,0-1 0 0,0-2 0 0,-1 4 0 0,-1 0 0 0,2 0 0 0,-2 2 0 0,2 1 0 0,0 0 0 0,0 1 652 0,0 1-548 0,0 0-104 16,0 0 0-16,0 1 0 0,2 9 0 0,1 2 0 15,-1 4 0-15,0 1 0 0,0 4 0 0,0 5 0 16,-1 1 0-16,-1 6 0 0,0 6 0 0,0 0 0 15,0 6 0-15,0 6 0 0,-1 7 0 0,-5 9 0 16,1-2 0-16,-1 3 0 0,2 2 0 0,0-1 0 16,0-11 0-16,1 18 0 0,1-10 0 15,-2 2 0-15,2-2 0 0,1-14 0 16,-3 4 0-16,0-6 0 0,-2-4 0 0,-1 2 0 16,-1-7 0-16,3-8 0 0,-5 2 0 0,3-5-1038 15,-2-2 430-15,-5 1 285 0</inkml:trace>
  <inkml:trace contextRef="#ctx0" brushRef="#br0" timeOffset="159384.21">18827 15365 385 0,'-24'-13'0'0,"20"13"0"0,4 4 0 0,0-4 0 0,-17 5 571 0</inkml:trace>
  <inkml:trace contextRef="#ctx0" brushRef="#br0" timeOffset="169296.03">4079 8582 1503 0,'0'-4'0'0,"0"-2"0"0,0 3 0 0,0 1 0 0,0-2 0 0,0 3 0 0,0-1 0 0,0-2 0 0,0-2 0 0,0 3 0 0,0-2 49 0,3-2 93 0,3-1-47 0,1 3 0 16,2-2-47-16,2 3 13 0,-2 0-13 0,-1 1 1 16,1 2 169-16,-2-1-82 0,-2 2-43 0,4 0 12 15,-7 0-2-15,0 6-1 0,1 6-52 0,-3 1 60 16,0 0-1-16,0 2-46 0,0 0-13 0,0 0 49 16,0-2 0-16,0-3-48 0,0-1 12 0,0 2-6 15,0-1-7-15,0-5 1 16,0-1 24-16,0-2-24 0,0 0 12 0,0-2-20 15,0 0-43-15,0 0 0 0,0 0 0 0,0 0 0 16,0 0 0-16,0-2 0 0,-5-6 0 0,3-1 0 16,-5-1 0-16,2-1 0 0,0-2 0 0,-1 0 0 15,-1 1 0-15,4 3 0 0,-2-4 0 0,-1 2 0 16,3 3 0-16,-3 0 0 0,3 1 0 0,-1 0 0 16,1-1 0-16,1 4 0 0,0 0 0 15,2 2 0-15,0 1 0 0,0 1 0 16,0 0 0-16,0 0 0 0,0 0 0 0,2 8 0 15,7 7 0-15,0 1 0 0,0 1 0 0,-1 3 0 16,1 1 0-16,0 0 0 0,0 2 0 0,-4-4 0 16,2-1 0-16,0-3 0 0,-3-2 0 0,1-1 0 15,-3-5 0-15,1-1 0 0,-3-2 0 0,2-3 0 16,-2-1 0-16,0 0 0 0,0 0 0 0,0 0 0 16,0-7 0-16,-2-4 0 0,-5-3 0 0,0-1 0 15,0-1 0-15,0-1 0 0,0 2 0 0,2-4 0 16,-2 4 0-16,3 0 0 15,-3 4 0-15,3 1 0 0,3 3 0 0,-1 1 0 16,0 2 0-16,2 2 0 0,0 1 0 0,0 1 0 16,0 0 0-16,0 0 0 0,0 0 0 0,0 3 0 15,0 3 0-15,2 0 0 0,0 1 0 0,1-1 0 16,1 1 0-16,1 1 0 0,-1-3 0 0,-1 3 0 16,-1 2 0-16,0-1 0 0,-1 4 0 15,1 2 0-15,0 7-106 0,3 6-27 0,-3 14-829 16</inkml:trace>
  <inkml:trace contextRef="#ctx0" brushRef="#br0" timeOffset="172292.93">7209 7111 1009 0,'0'-1'0'0,"0"-5"0"0,0 1 0 0,0-3 0 0,0 2 0 0,0-1 0 0,-2 1 0 0,2 1 0 0,0 1 0 0,-2 0 0 0,2 1 98 0,0 0-1 16,0 2 4-16,0 1 0 0,0 0-43 0,0 0-11 0,0 0 51 15,0 0-51-15,0 5 0 0,0 5-1 0,0-1 149 16,0 4-80-16,2 2-34 0,0 2 0 0,-2 2 95 16,0-2-64-16,0 1-22 0,0 0 87 15,0-2-66-15,0-1-32 0,2-4 34 16,-2-1-33-16,3-2 11 0,-3-5-44 0,0 1 65 15,0-1-33-15,0-3 1 0,0 0-33 0,2 0 158 16,-2 0-94-16,3-9-111 0,-2-4 0 0,4-4 0 16,-2 0 0-16,1-1 0 0,-2-1 0 0,-1 2 0 15,1 0 0-15,0 2 0 0,1 5 0 16,-3 1 0-16,0 2 0 0,0 3 0 16,0 2 0-16,0-1 0 0,0 3 0 0,0 0 0 15,0 0 0-15,0 3 0 0,0 9 0 0,0 3 0 16,-5 3 0-16,2 1 0 0,-3 2 0 0,3 0 0 15,-3-1 0-15,1-1 0 0,2 0 0 0,1-4 0 16,0 0 0-16,0-7 0 0,2 2 0 0,0-3 0 16,0-1 0-16,0-2 0 0,0-4 0 0,0 2 0 15,0-2 0-15,0 0 0 0,0 0 0 0,0 0 0 16,0-3 0-16,0-11 0 0,2-1 0 0,7-5 0 16,1-1 0-16,-1 2 0 0,1-3 0 0,-3 2 0 15,1 6 0-15,-4 3 0 16,-1 3 0-16,-1 2 0 0,1 2 0 0,-2 2 0 15,-1 1 0-15,0 1 0 0,0 0 0 0,0 0 0 16,0 0 0-16,0 9 0 0,0 4 0 0,0 2 0 16,0 3 0-16,0-1 0 0,-1 1 0 0,-2-1 0 15,1 0 0-15,2 0 0 0,0-7 0 0,-2 5 0 16,2-4 0-16,0 0 0 0,0-3 0 0,0 2 0 16,0 0 0-16,0-1 0 15,0 5-494-15,4-2 32 0,2 4 208 0,-1 6-782 16</inkml:trace>
  <inkml:trace contextRef="#ctx0" brushRef="#br0" timeOffset="173197.94">4874 5743 2257 0,'0'0'-5'0,"0"0"1"0,0 0 2 0,0 0 1 0,0 0 1 0,4 0 0 0,3 0 0 0,-1 0 0 0,3 0 0 0,-1 0 0 0,2 0 85 0,2 0 218 0,0 0-132 0,1 0-61 16,2 0 138-16,2 0-99 0,0 0-49 0,0 0 13 16,2 0 24-16,-3 0-43 0,3 0 0 0,-6 0-12 15,-3 0-82-15,2-2 0 0,-5 0 0 0,-2 1 0 16,0-1 0-16,-5 0 0 0,3 2 0 0,-3 0 0 16,0-3 0-16,0 2 0 15,-8 1 0-15,-3 0 0 0,-2 0 0 0,-4 0 0 16,-2 0 0-16,-5 0 0 0,6 0 0 0,-2 0 0 15,5 0 0-15,0 1 0 0,5 2 0 0,2-1 0 16,4-2 0-16,0 2 0 0,4-2 0 0,0 0 0 16,0 1 0-16,0 1 0 0,8 2 0 0,3-1 0 15,6 1 0-15,1-1 0 0,1 3 0 16,9-1 0-16,-11-4 0 0,6 2 0 0,-2-2 0 0,-2 0 0 16,-4-1 0-16,-5 0 0 15,0 0 0-15,-2 0 0 0,-5 0 0 0,1 0 0 16,-2 0 0-16,-2 0 0 0,0 0-42 0,0 0-235 15,0 0 101-15,0 9 69 0,0 7-910 0</inkml:trace>
  <inkml:trace contextRef="#ctx0" brushRef="#br0" timeOffset="185933.08">9322 17379 2428 0,'-3'0'0'0,"-2"0"0"0,3 0 0 0,1 0 0 0,-3 0 0 0,0 1 0 0,2 2 0 0,1-2 0 0,-3 2 0 0,4-2 0 0,-2-1 112 0,2 2-35 0,0-2 280 0,-2 0-157 16,2 0-68-16,0 2 73 0,0-2-82 0,0 0-40 16,0 0 0-16,0 0-40 0,0 0 10 0,0 0-18 15,0 0-35-15,0 0 0 0,0 1 0 0,0-1 0 16,0 2 0-16,0 1 0 0,2-2 0 0,0 1 0 15,0 0 0-15,0 0 0 16,-1 1 0-16,1-3 0 0,0 1 0 0,0 0 0 16,0-1 0-16,0 0 0 0,-1 0 0 0,4 0 0 15,-3 0 0-15,3 0 0 0,-1 0 0 0,-1 0 0 16,3 0 0-16,-1 0 0 0,-1 0 0 0,2 0 0 16,-2 0 0-16,2 0 0 15,-1 0 0-15,0 0 0 0,2 0 0 0,-2 0 0 0,1 0 0 16,-1 0 0-16,3 0 0 0,-5 0 0 0,4 0 0 15,0 0 0-15,-2 0 0 0,1 0 0 16,-3 0 0-16,4 0 0 0,-3-1 0 0,1 1 0 16,-1-1 0-16,-1 1 0 0,1-3 0 0,1 1 0 15,-3 0 0-15,5 2 0 0,-2-2 0 0,1 1 0 16,-1-2 0-16,6 1 0 0,-3 1 0 0,1-1 0 16,0 0 0-16,3 2 0 0,1 0 0 0,1 0 0 15,-2 0 0-15,1 0 0 0,4 0 0 0,-6 2 0 16,7 1 0-16,-2 3 0 0,0-2 0 0,1 1 0 15,0-1 0-15,1 0 0 0,-3-1 0 16,2-2 0-16,0 4 0 0,0-3 0 16,-2 0 0-16,2 2 0 0,1-2 0 0,1 3 0 15,2-5 0-15,-1 4 0 0,1-2 0 0,0 1 0 16,1 1 0-16,5-2 0 0,-3 2 0 0,1 0 0 16,1-2 0-16,-1-1 0 0,5 3 0 0,-5-1 0 15,4-2 0-15,1 0 0 0,2 4 0 0,-2-4 0 16,0 2 0-16,0 1 0 0,0-2 0 15,2 1 0-15,-2-1 0 0,0 2 0 16,2-3 0-16,-2 4 0 0,2-2 0 0,2-1 0 16,-3 2 0-16,4 0 0 0,-1-2 0 0,0 1 0 15,1 1 0-15,1-2 0 0,1-1 0 0,0 1 0 16,2 1 0-16,-2-2 0 0,0-1 0 0,-1 0 0 16,1 0 0-16,3 0 0 0,-2 0 0 0,5 0 0 15,-10 0 0-15,6 0 0 0,0 0 0 0,-2 0 0 16,0-1 0-16,2 1 0 0,2 0 0 0,-6 0 0 15,3 0 0-15,-2 0 0 0,1 0 0 0,-3 0 0 16,2 0 0-16,-1 0 0 16,1 0 0-16,-1 0 0 0,2 0 0 0,-2-3 0 15,1 1 0-15,-1 1 0 0,-1-1 0 0,2-2 0 16,0 1 0-16,2-2 0 0,-3 2 0 0,1 1 0 16,-3-2 0-16,-1 3 0 0,0-2 0 0,-2 1 0 15,0 1 0-15,2 1 0 0,-2 0 0 16,0 0 0-16,0 0 0 0,2 0 0 0,2 0 0 0,-2 0 0 15,2 0 0-15,0 0 0 16,2 0 0-16,1 0 0 0,6 0 0 0,-9 0 0 16,4 0 0-16,-1-2 0 0,-1 2 0 0,1 0 0 15,1-2 0-15,0 2 0 0,-1 0 0 0,1 0 0 16,4 0 0-16,-1 0 0 0,-6 0 0 0,10 0 0 16,-5 0 0-16,10-2 0 0,-4 0 0 0,0 2 0 15,0-1 0-15,-2-1 0 0,-2 2 0 0,8-3 0 16,-4 2 0-16,-3-2 0 0,2 2 0 0,-2 1 0 15,-4 0 0-15,10 0 0 0,-4 0 0 0,1 0 0 16,-3 0 0-16,0 0 0 16,-5 0 0-16,8 0 0 0,-4 0 0 0,-1 0 0 15,2 0 0-15,-1 0 0 0,-5 0 0 0,8 0 0 16,-9 0 0-16,3 0 0 0,6 0 0 0,-5 0 0 16,-2 0 0-16,-1 0 0 0,0 0 0 15,2 0 0-15,-6 1 0 0,1 2 0 0,-2-3 0 0,0 1 0 16,0-1 0-16,-2 0 0 0,-2 0 0 15,0 0 0-15,-4 0 0 0,2 0 0 16,-5 0 0-16,2 0 0 0,-5 0 0 0,0 0 0 16,-6-1 0-16,2-2 0 0,-3 3 0 0,-2-1 0 15,-2 1 0-15,-2 0 0 0,-1-1 0 0,-2 1 0 16,-1 0 0-16,1 0 0 0,-2-4 0 0,0 3 0 16,0 0 0-16,0-3 0 0,0 0 0 0,-2-2 0 15,-3 5 0-15,-2-2 0 0,-2 3 0 0,2 0 0 16,-2 24 0-16,-1 17-203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00:15.6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16211 2339 3547 0,'2'-41'0'0,"-2"3"0"0,0 15 0 0,0-4 0 0,3 7 0 0,0 8 0 0,3 1 0 0,5 6 0 0,2 3 0 0,7 2 0 0,3 0 265 0,4 15-146 0,3 8-119 0,5 6 0 16,-3 7 0-16,0 5 0 0,2 7 0 0,1 4 0 15,-6-7 0-15,2 6 0 0,0 0 0 0,-3-3 0 16,-4-1 0-16,1-1 0 0,-9-8 0 16,4 10 0-16,-9-7 0 0,-3-6-548 0,-3 3 91 0,-3-6 210 15,-2-10 95-15,0 2-189 0,0-9 151 0,-10-5 77 16,-3-5-419-16,-1-5 248 0,-5 0 113 16,-2-5 72-16</inkml:trace>
  <inkml:trace contextRef="#ctx0" brushRef="#br0" timeOffset="132.36">16444 2768 3464 0,'-28'-24'0'0,"4"7"0"0,-5 0 0 0,11 5 0 0,-3 3 0 0,7 0 0 0,5 3 0 0,2 3 0 0,5-1 0 0,2 1 0 0,0 2 463 0,8-2-459 0,11 3-4 0,2 0 0 15,6 0 0-15,-1 0 0 0,1 4 0 0,-1 4 0 16,-1 3-38-16,-5 1-56 0,6 3-1036 0,-5 0 584 16,-1 2 292-16</inkml:trace>
  <inkml:trace contextRef="#ctx0" brushRef="#br0" timeOffset="542.82">16317 2204 1926 0,'-7'-9'0'0,"2"4"0"0,1 3 0 0,1-3 0 0,-1 4 0 0,0 0 0 0,3-2 0 0,1 1 0 0,-2 2 0 0,2 0 0 0,0 0 105 0,0 0-33 15,0 0-1-15,0 0 33 0,0 0-38 0,0 0 0 16,2 5-28-16,-1 0 159 0,1-1-79 0,0 1-31 15,0 2-9-15,-2 3 232 0,0 1-136 0,0 1-68 16,0 5 307-16,0-1-413 0,-7 8 0 0,-2-1 0 16,-2 6 0-16,-1 3 0 0,1 2 0 0,-5 9 0 15,4-6 0-15,-2 3 0 0,1 1 0 16,-1 2 0-16,4-7 0 0,-3 12 0 16,3-9 0-16,2-6 0 0,3 5 0 0,1-2 0 15,4-3 0-15,0-1-287 0,0-2 34 0,0-2-573 16,0-2 394-16,2 1 197 0,5-6 89 0,4-3-263 15</inkml:trace>
  <inkml:trace contextRef="#ctx0" brushRef="#br0" timeOffset="964.23">16708 2551 3931 0,'0'-8'0'0,"0"4"0"0,0 0 0 0,0-4 0 0,0 2 0 0,7 1 0 16,8-1 0-16,0 1 0 0,7-2 0 0,4-1 0 0,5 3 0 0,0-2 0 0,5 2 0 0,-1 0 0 0,0 1 0 15,-2 0 0-15,-1 3 0 0,-3-3 0 16,-3 2 0-16,-4 0 0 0,-1 0 0 0,-2-1 0 0,-3 2 0 16,-2 0 0-16,-5-2 0 15,0 0 0-15,-1 0 0 0,-4 2 0 0,2-1 0 16,-5 0 0-16,1 0 0 0,0 0 0 0,-2 1 0 15,0 1 0-15,0 0 0 0,0 0 0 0,0 0 0 16,2 0 0-16,0 0 0 0,1 0 0 0,1 0 0 16,1 5 0-16,2 3 0 0,0 3 0 0,-1 0 0 15,-3 4 0-15,1 0 0 0,-2 4 0 16,-2 2 0-16,0 5 0 0,0-1 0 0,-9 0 0 16,-4 4 0-16,-4-4 0 0,0 2 0 15,-4 2 0-15,-2-3 0 0,-3 0 0 0,2 0 0 16,-4 0 0-16,0-1 0 0,-2-2 0 0,3-2 0 15,3-3 0-15,8-6 0 0,2-6 0 0,3 0-701 16,4-4 330-16,4-2 166 0,3-6 83 0,14-20-568 16,12-7 326-16,7-9 153 0,8-9 90 0</inkml:trace>
  <inkml:trace contextRef="#ctx0" brushRef="#br0" timeOffset="1165.2">17435 2417 3058 0,'41'-32'-2'0,"-8"7"0"0,-4 2 0 0,-4 1 1 0,-8 8-1 0,-6 1 1 0,-3 5 1 0,-7 2-1 0,2 2 1 0,-3 2 0 0,-3 2 502 15,-11 0-232-15,-7 12-158 0,-3 9-112 0,-2 5 0 16,-6 7 0-16,5 3 0 0,5 2 0 0,5 1 0 16,5-7 0-16,5 6 0 0,5-3 0 0,2-1 0 15,2-2 0-15,11-2 0 0,6-3 0 0,6-3 0 16,1-4 0-16,2-1 0 0,1-5 0 0,2-2 0 16,-1-3 0-16,-4-3 0 15,4-2 0-15,-9-4-45 0,4 0-445 0,-3 0 225 16,-1 0 111-16,-2-10-764 0,-3-2 444 0</inkml:trace>
  <inkml:trace contextRef="#ctx0" brushRef="#br0" timeOffset="1333.66">17710 2539 3336 0,'-27'-9'0'0,"9"4"0"0,-1 0 0 0,0 4 0 0,10-2 0 0,0 3 0 0,3 0 0 0,6 0 0 0,0 0 0 0,13 0 0 0,13 0 458 0,6-4-321 15,7 4-137-15,5 0 0 0,3 0 0 0,0 0 0 16,-4 0 0-16,10 0 0 0,-10 0 0 0,-2 8 0 15,-5-2 0-15,0 1 0 0,-6 1 0 0,0 2 0 16,-12-4-133-16,1 3 4 0,-10-4-42 0,1-1-947 16,-6-3 531-16</inkml:trace>
  <inkml:trace contextRef="#ctx0" brushRef="#br0" timeOffset="1508.9">18037 2317 3931 0,'-19'-10'0'16,"1"9"0"-16,8 1 0 0,-1 0 0 0,-3 0 0 0,9 11 0 0,3 9 0 0,2 3 0 0,0 6 0 0,0 2 0 0,2 11 0 0,3-1 0 0,-1 4 0 0,2 0 0 0,-2 0 0 16,-3-5 0-16,3 10 0 0,2-6 0 0,-3 0 0 15,3-4 0-15,2-4 0 0,-3 2 0 0,4-4 0 16,-1-3 0-16,2-1-127 0,1-2 2 16,-2-7-1042-16,6-6 555 0,5-11 292 0</inkml:trace>
  <inkml:trace contextRef="#ctx0" brushRef="#br0" timeOffset="2140.73">18358 2383 3931 0,'7'10'0'0,"3"14"0"0,-3-2 0 0,-1 5 0 0,1 3 0 0,0 7 0 0,-2 5 0 0,2-1 0 0,1 3 0 0,-3 0 0 15,-1-9 0-15,4 7 0 0,-3-3 0 0,3-3 0 0,-1-5 0 0,1-4 0 16,-1-8 0-16,-1-3 0 0,-2-8 0 0,-3 1-222 15,1-5-124-15,-2-4 201 0,0-3 86 0,0-14-569 16,-5-8 296-16,-4-4 146 0,-3-13 72 0,1-4-98 16,0-5 92-16,1-4 42 0,6 1-23 0,2 1 32 15,2 9 0-15,0 9 123 0,4-3-42 0,8 11-24 16,-1 8-1-16,6 3 405 0,3 4-215 0,3 6-117 16,5 4-44-16,-1 2 656 15,1 0-317-15,2 6-158 0,0 5-79 0,-2 4 192 16,-2-2-141-16,-2 2-65 0,-3 2-34 0,-6-1-70 15,-1 0 0-15,-7 4 0 0,-5-4 0 0,-2 3 0 16,0-3 0-16,-11 6 0 0,-10-6 0 0,2-2 0 16,-7 4 0-16,2-7 0 0,4-1 0 0,2-3 0 15,6-1 0-15,3 0 0 0,2-5 0 0,5 1 0 16,2 4 0-16,0-3 0 0,13 5 0 0,8-1 0 16,5 5 0-16,0 0 0 15,0 0 0-15,1 6 0 0,-5-4 0 0,-5 1 0 16,0 5 0-16,-6-3 0 0,-3 4 0 0,-6-1 0 15,-2 0 0-15,-2 0 0 0,-17 1 0 0,-4-4 0 16,-3-2 0-16,-4-2 0 0,0-3 0 0,-2-1 0 16,2-3 0-16,3-3 0 0,0-3 0 0,4 0 0 15,2 0 0-15,3-2 0 0,4-13 0 0,5-10-118 16,9-14-351-16,0-4 214 16,13-3-800-16,12-2 499 0,3 3 264 0,2 4 128 15,4 5-347-15,-6 12 237 0,2 1 137 0,2 7 52 16,-2 4 70-16,-2 7 15 0,2 3 0 0,-1 2 603 15,1 0-339-15,0 0-160 0,2 12-66 0,0 0 1032 16,-1 4-400-16,3 2-327 0,-2 1 477 0,0 0-801 16,-2 0-19-16,-2 1 0 0,-1-2 0 0,-4 2 0 15,-7-5 0-15,1 1 0 0,-4-3-27 0,-4-6-74 16,1 2 70-16,-6-5-526 0,1-4 307 16,-1 0 139-16,-2-6-30 0,-1-15-858 15,1-5 480-15</inkml:trace>
  <inkml:trace contextRef="#ctx0" brushRef="#br0" timeOffset="2300.75">19305 2449 2560 0,'3'-24'0'0,"3"1"0"0,-3 10 0 0,3 2 0 0,-2 6 0 0,2 5 0 0,1 0 0 0,-1 14 0 0,-3 12 0 15,-1 6 0-15,-2 12 126 0,0 6 873 0,-2 12-753 0,-9 0-246 16,-4 2 0-16,0 3 0 0,-2 7 0 0,1 1 0 0,0 0 0 16,3-4 0-16,4-1 0 15,1-1 0-15,4-1 0 0,1-9 0 0,-1 11 0 16,2-15 0-16,2 2 0 0,0-17-178 0,0-4 53 15,2-15-720-15,11-6 408 0</inkml:trace>
  <inkml:trace contextRef="#ctx0" brushRef="#br0" timeOffset="2482.25">19447 2881 3790 0,'13'-15'0'0,"10"5"0"0,6-1 0 0,6-1 0 15,4 3 0-15,9 2 0 0,4-1 0 0,13 2 0 0,-5 1 0 0,2 0 0 0,0 2 141 0,-9 1-141 0,4 1 0 0,-4 1 0 16,-3 0 0-16,-3 0 0 0,-11-2 0 0,1 2-442 0,-9 0-80 16,-7 0 279-16,-8 0 141 15,-6-2-330-15,-5 2 72 0,-2-5 161 0,-15-1-407 0,-11-6 284 0</inkml:trace>
  <inkml:trace contextRef="#ctx0" brushRef="#br0" timeOffset="2617.66">20025 2505 2321 0,'-18'-19'0'0,"5"6"0"0,4 6 0 0,1 3 0 0,2 2 0 0,0 2 0 0,5 0 0 0,-1 17 0 0,2 9 0 0,0 4 0 0,0 8 181 0,0-3 562 0,0 15-358 16,0-5-174-16,0 3-121 0,0 1-90 15,-2-1 0-15,2-4 0 0,0 11-305 0,2-10 10 0,10-3 166 0,4 0 82 16,7-4-926-16,3-12 461 0</inkml:trace>
  <inkml:trace contextRef="#ctx0" brushRef="#br0" timeOffset="2826.94">20910 2551 3927 0,'0'-21'0'0,"-10"10"0"0,-8 2 0 0,-5 6 0 0,-7 1 0 0,2 2 0 0,1 2 0 0,-3 16 0 0,1 3 0 0,7 6 0 0,2 5 4 0,8 7-4 0,6 3 0 0,6 0 0 15,0 2 0-15,11-7 0 0,12 10 0 0,3-7 0 16,8-5 0-16,2-2 0 0,3-6 0 0,6-2 0 15,0-4 0-15,4-7 0 0,0-6 0 0,3-4 0 16,3-4-238-16,-5 0 43 0,3-10-891 0,0-11 524 16</inkml:trace>
  <inkml:trace contextRef="#ctx0" brushRef="#br0" timeOffset="3089.04">21382 2459 3458 0,'-8'-20'0'0,"5"7"0"0,3 3 0 0,0-7 0 0,9 5 0 0,12-3 0 0,7 3 0 0,11 1 0 0,4 4 0 16,3 3 0-16,0 3 177 0,3 1-61 0,0 0 64 0,0 2-180 16,-7 12 0-16,-10 0 0 0,-2 4 0 0,-9 4 0 0,-7 9 0 15,-12 6 0-15,-2 4 0 0,-21 3 0 0,-9 1 0 16,-4 0 0-16,-3 0 0 16,0-2 0-16,3 0 0 0,4-5 0 0,11-8 0 15,6-2 0-15,-1 4 0 0,11-11 0 0,3-1 0 16,0 0 0-16,0-6 0 0,9-3 0 0,8-1 0 15,6-3 0-15,2-5 0 0,3-2 0 0,4 0 0 16,0-2 0-16,0-5 0 0,-2-5 0 0,-3-1-476 16,-8 0-99-16,-1-2 268 0,-4-6 126 0</inkml:trace>
  <inkml:trace contextRef="#ctx0" brushRef="#br0" timeOffset="3235.29">21517 2599 3781 0,'-26'0'0'0,"9"0"0"0,0 0 0 0,7 2 0 0,5-1 0 0,5 2 0 0,3 2 0 0,22 1 0 0,3 4 0 0,8 1 0 0,9 0 150 16,4 0-150-16,4 1 0 0,3-1 0 0,1-1 0 0,-4-1 0 0,0 0 0 15,-2-2 0-15,-1 1-532 0,-4-3 77 16,-5 3 246-16</inkml:trace>
  <inkml:trace contextRef="#ctx0" brushRef="#br0" timeOffset="3390.7">22206 2702 3362 0,'-3'0'0'0,"3"-4"0"0,2-2 0 15,8-4 0-15,11-1 0 0,4 0 0 0,14 4 0 0,7 5 0 0,4 1 0 0,6-1 0 0,3 2 440 0,-1 0-311 0,2 0-129 0,-3 0 0 0,-4 2 0 16,-7 1 0-16,7 3 0 0,-10-1 0 16,-8-1 0-16,-3 2-772 0,-11-2 352 0,-6 0 237 15,-5 1 106-15</inkml:trace>
  <inkml:trace contextRef="#ctx0" brushRef="#br0" timeOffset="3572.69">22691 2353 1932 0,'-3'-9'0'0,"1"4"0"0,2 5 0 0,0 0 0 0,2 6 0 0,3 18 0 0,4 11 0 0,0 7 0 0,-1 8 0 15,-2 5 0-15,-1 2 1354 0,1 13-709 0,-4-9-645 0,1-7 0 0,2 3 0 16,0 0 0-16,3 0 0 0,-1-7 0 0,5-3 0 15,1-4 0-15,-1-1 0 0,4-10 0 0,3 2-681 16,3-14 209-16,4-7 249 0</inkml:trace>
  <inkml:trace contextRef="#ctx0" brushRef="#br0" timeOffset="3786.02">23376 2292 3931 0,'13'-10'0'0,"1"8"0"0,0 2 0 0,4 15 0 0,-7 11 0 0,2 13 0 16,-2 18 0-16,-9-1 0 0,0 17 0 0,-2 2 0 0,0 5 0 0,0 13 0 0,0-19 0 0,0 7 0 0,0-7 0 0,0-6 0 15,4-15 0-15,6 1 0 16,-2-7 0-16,4-14 0 0,0 0 0 0,-5-13-78 16,2-5-14-16,-2-5-894 0,0-6 421 0,-2-4 268 15,1-19 129-15,-5-17-433 0,-1-7 282 0,0-17 142 16,0 2 61-16</inkml:trace>
  <inkml:trace contextRef="#ctx0" brushRef="#br0" timeOffset="4007.72">23448 2456 3449 0,'-10'-47'0'0,"10"11"0"0,0 8 0 0,2 2 0 0,16 8 0 0,5 5 0 0,7 5 0 0,14 6 0 0,3 2 0 0,4 5 0 0,9 19 395 0,-4 7-308 16,1 7-87-16,-3 5 0 0,-7 0 0 0,6 14 0 15,-10-1 0-15,-8-3 0 0,-5 5 0 0,-9-11 0 16,-6 10 0-16,-10-1 0 0,-5-1 0 0,-9 6 0 15,-19-7 0-15,-13-4 0 0,-10 0 0 0,-8-4 0 16,-4-5 0-16,-5-2 0 0,-1-10 0 0,-5-4 0 16,1-10 0-16,6-7 0 0,16-8 0 0,3-3 0 15,14-10 0-15,6-9-438 0,8-9 124 0,13-10 143 16,7-1 68-16,11-14-649 16,21-4 358-16</inkml:trace>
  <inkml:trace contextRef="#ctx0" brushRef="#br0" timeOffset="4129.63">24175 2525 3349 0,'30'0'0'0,"2"8"0"0,-2-2 0 0,2-4 0 0,0 0 0 0,5-2 0 0,0 3 0 16,9 2 0-16,-7 4 0 0,3-3 0 0,-3 3 322 0,0 0-143 0,-5 0-98 0,0 3-276 0,-4-1 98 0,-9-1 66 16,-6 5 34-16,-4 0-1036 0</inkml:trace>
  <inkml:trace contextRef="#ctx0" brushRef="#br0" timeOffset="4544.37">24343 2833 3096 0,'-5'6'0'0,"5"1"0"0,10 0 0 0,8-4 0 0,9 1 0 0,-3 4 0 0,6 1 0 0,4 3 0 0,0-2 0 0,1 3 0 0,3 0 318 0,-2 1-140 16,-2-3-460-16,0-1 169 0,-4-3 70 0,-4 1-784 15,-4-5 427-15,3-3 214 0,-4 0 107 0,-3 0-372 16,-1-3 218-16,-2-10 106 0,-2-4-4 0,-2-1-141 15,-1 0 118-15,-1-1 50 0,-3 3 313 0,-1 1-122 16,-1 5-62-16,0 0-31 0,-3 3 638 0,2 3-343 16,-1 2-158-16,2 0 531 15,1 2-282-15,4 4-172 0,3 9-86 0,-1 6 413 0,5 4-254 0,5 3-123 16,2 0-130-16,2 1-28 16,1-1 0-16,4-2 0 0,2-4 0 0,4-2 0 15,-1-5 0-15,-1-4 0 0,1-5 0 0,-1-4 0 16,-2 0 0-16,-4-5 0 0,-7-10 0 0,-6 0 0 15,-5-6 0-15,-6-4 0 0,-4-4 0 0,0-2 0 16,-18-5 0-16,-8 3 0 0,-10-1 0 0,-1 4 0 16,-2 0-133-16,-3 7-96 0,8 6 97 0,-1 2 47 15,1 4 156-15,10 6-63 0,0 2-17 16,4 3 456-16,3 0-385 0,3 0-62 16,3 12 0-16,2 3 0 0,4 8 0 0,1 1 0 15,1 3 0-15,3 6 0 0,0 1 0 0,0-1 0 16,0 11-6-16,-2-2-219 0,2 4 135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00:46.3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9845 7801 423 0,'-2'0'0'0,"2"0"0"0,0 0 0 15,0 0 1122-15,0 0-540 0</inkml:trace>
  <inkml:trace contextRef="#ctx0" brushRef="#br0" timeOffset="75.22">9850 7798 423 0,'4'0'0'0,"3"0"0"0,-2 3 0 0,4-1 0 0,-2 2 2451 0,2-1-1394 0,-2-1-1057 15,3 2 0-15</inkml:trace>
  <inkml:trace contextRef="#ctx0" brushRef="#br0" timeOffset="1027.83">9937 7827 3931 0,'11'4'0'0,"0"-2"0"0,0 0 0 0,0-1 0 0,3 2 0 0,-2-3 0 0,0 0 0 0,3 1 0 0,0-1 0 0,0 0 0 0,0 0 0 0,0 2 0 0,2-2 0 0,-2 2 0 16,2 3 0-16,0-4 0 0,3 3 0 16,-5-2 0-16,5 1 0 0,-2-1 0 0,1 2 0 0,-3 0 0 15,3-1 0-15,1-1 0 16,-2 1 0-16,3 0 0 0,-2-1 0 0,-3 0 0 15,4-1 0-15,-2 0 0 0,1 2 0 0,0 0 0 16,-1-2 0-16,3 1 0 0,-3-1 0 0,3 4 0 16,2-4 0-16,-3 1 0 0,3 2 0 0,0-3 0 15,3 2 0-15,-6-1 0 0,7-1 0 16,-1 1 0-16,1 1 0 0,-1-3 0 16,2 0 0-16,2 0 0 0,0 0 0 0,-1 0 0 0,1 0 0 0,0 0 0 15,0 0 0-15,0 0 0 16,0 0 0-16,2 0 0 0,0 1 0 0,2 2 0 15,-3 0 0-15,3-1 0 0,2 0 0 0,-1 2 0 16,3-1 0-16,3-1 0 0,0 0 0 0,0-2 0 16,9 1 0-16,-1 2 0 0,-3-3 0 0,2 0 0 15,0 0 0-15,1 0 0 0,1 0 0 0,0 0 0 16,1 1 0-16,-1 2 0 0,3-2 0 0,10 2 0 0,-4 1 0 16,-6 0 0-16,5 0 0 0,8 0 0 0,-15 0 0 15,18-1 0-15,-9-1 0 16,4 0 0-16,5-2 0 0,4 0 0 0,3 0 0 15,-2 0 0-15,2 0 0 0,1-2 0 16,0-3 0-16,0 1 0 0,0 0 0 0,5 0 0 0,-3 2 0 16,1 0 0-16,0 1 0 0,1 1 0 0,-1 0 0 15,1 0 0-15,13 0 0 0,-7-3 0 16,-13 3 0-16,20 0 0 0,-16 0 0 0,16 0 0 0,-10 0 0 16,8 0 0-16,0 0 0 0,-4 0 0 15,-9 0 0-15,19 0 0 0,-12 0 0 16,1 0 0-16,3 0 0 0,0 0 0 0,-13 0 0 15,19 0 0-15,-21 4 0 0,19 0 0 0,-10 2 0 16,6 0 0-16,-7-3 0 0,13 3 0 16,-8-3 0-16,1 4 0 0,1-5 0 0,2 1 0 15,-6-3 0-15,21 4 0 0,-13-2 0 0,-4 0 0 0,0-1 0 16,-1 3 0-16,-6-2 0 16,16 2 0-16,-11 0 0 0,-1 1 0 0,2 1 0 15,-3-2 0-15,-8-1 0 0,21 3 0 0,-9 0 0 16,-1-3 0-16,-13 0 0 0,20 0 0 15,-18 1 0-15,17 0 0 0,-5-2 0 0,-1-1 0 0,-14 3 0 16,7-2 0-16,-3 3 0 0,-3-1 0 0,-2 2 0 16,4-1 0-16,0-1 0 0,1 4 0 15,-2-2 0-15,0-1 0 0,-2 1 0 0,1 0 0 0,0-2 0 16,4 3 0-16,3-2 0 0,-3 1 0 0,-1-3 0 16,-1 1 0-16,0-2 0 15,-2 3 0-15,2-4 0 0,10 1 0 0,-15 1 0 16,6-3 0-16,0 1 0 0,-2 0 0 15,2 1 0-15,-2-2 0 0,1 0 0 0,15 0 0 0,-18 0 0 16,4 0 0-16,-2 0 0 0,-4 0 0 16,-4 0 0-16,-5 0 0 0,-9 0 0 0,3 0 0 0,-2 0 0 15,-3 0 0-15,-4 5 0 0,-6 0 0 16,-7-1 0-16,1 2 0 0,-5-1 0 0,0 0 0 0,-4 1 0 16,-3 0 0-1,-2-1 0-15,-1 1 0 0,-1-1 0 0,0-1 0 0,-5 0 0 16,-1 1 0-16,0-3 0 0,-3 1 0 0,-1-1 0 15,-2-2 0-15,-2 1 0 0,0-1 0 0,-4 0 0 16,-1 0 0-16,0 0 0 0,0 0 0 0,0 0 0 16,-1 0 0-16,-1-3 0 0,2-7 0 0,-2-3 0 15,0-2 0-15,0-2 0 0,0-1 0 0,-9-4 0 16,-1 2 0-16,-5-2 0 0,-2 4 0 0</inkml:trace>
  <inkml:trace contextRef="#ctx0" brushRef="#br0" timeOffset="21428.02">4617 10911 2379 0,'-11'0'0'0,"4"0"0"0,1 4 0 0,2-1 0 0,0 2 0 0,2-4 0 0,2-1 0 0,-1 2 0 0,1-2 0 0,0 2 0 0,0 1 217 16,0 1-93-16,5 2-43 0,7-3 145 0,1 1-93 15,-1 0-47-15,4 0 169 0,-2 0-113 0,4 0-51 16,-3-1-26-16,3 1 67 0,-3-2-132 15,2 1 0-15,0-1 0 0,0 2 0 16,2 0 0-16,0-2 0 0,0 2 0 0,0-3 0 0,-1 2 0 16,3-2 0-16,1 1 0 0,0 0 0 15,3 2 0-15,-4-2 0 0,7-1 0 16,-2 3 0-16,0 0 0 0,1 0 0 0,1 0 0 0,2 1 0 0,0-1 0 16,0 2 0-16,2-2 0 0,0 1 0 15,1-1 0-15,2 1 0 16,0-1 0-16,3-1 0 0,-3 4 0 0,2-5 0 0,0 1 0 15,3-1 0-15,5-1 0 0,-6 1 0 0,2 3 0 16,0-4 0-16,-4 1 0 16,8 3 0-16,-2 0 0 0,-1-1 0 0,2 1 0 0,3-1 0 0,-4-2 0 15,9 2 0-15,-2-1 0 0,-1-1 0 0,1-2 0 16,-1 2 0 0,1-2 0-16,1 1 0 0,0 3 0 0,-6 0 0 0,2 0 0 0,-2 2 0 0,-2 1 0 15,7 0 0-15,-5 2 0 16,0-1 0-16,-3 2 0 0,4-1 0 0,-4-3 0 15,8 4 0-15,-2-5 0 0,1 1 0 0,2-4 0 16,3-2 0-16,6 2 0 0,-1-2 0 0,6 0 0 16,-10 0 0-16,10 0 0 0,-12 0 0 0,4 0 0 15,1 0 0-15,-4 0 0 0,2 0 0 0,10 0 0 16,-8 1 0-16,-3 1 0 0,11 4 0 0,-14-2 0 16,16-1 0-16,-6 2 0 0,3 0 0 0,-10-3 0 15,16-1 0-15,-1 3 0 0,-6-4 0 16,2 0 0-16,-13 0 0 0,6 2 0 15,-3-2 0-15,-3 0 0 0,-2 0 0 0,-1 1 0 16,-6 2 0-16,-3-3 0 0,7 2 0 0,-7 0 0 16,-11-2 0-16,2 1 0 0,-4-1 0 15,-5 0 0-15,-3 0 0 0,-3 0 0 0,-4 0 0 0,-3 0 0 16,-3 0 0-16,-1 0 0 0,-3 0 0 0,2-1 0 16,-4-7 0-16,-1-1 0 0,0-2 0 15,0-3 0-15,0-2 0 0</inkml:trace>
  <inkml:trace contextRef="#ctx0" brushRef="#br0" timeOffset="22917.49">10399 8387 2483 0,'-9'-6'-4'15,"6"5"1"-15,-3-4 1 0,1 2 1 0,1-3 0 0,-1 5 1 0,0-4 0 0,5 3-1 0,-2 1-1 0,2 1 1 0,0 0 100 0,0 0 112 0,0 0-85 0,0 8-43 0,0 7 11 0,0 7 13 0,0 4-33 16,0 7 0-16,-1 7-33 0,-5 6 47 16,-3 0 11-16,0 5-57 0,-4 11 99 0,-1-4-50 15,1 3 0-15,0-1-89 16,-1-8-2-16,0 6 0 0,1-3 0 0,-1-3 0 15,3-5 0-15,1-9 0 0,3 1 0 0,0-5 0 16,1-2 0-16,3-9 0 0,0-1 0 0,-1-1 0 0,2-8 0 16,1 0 0-16,1-4 0 0,0-3 0 15,0-2 0-15,0-2-533 0,0-2 178 0,0 0 160 16,0-5 75-16,1-14-442 0,5-10 260 0,2-8 130 16,1-9 54-16,2-16-482 0</inkml:trace>
  <inkml:trace contextRef="#ctx0" brushRef="#br0" timeOffset="23159.65">10308 8299 3176 0,'2'-19'0'0,"0"8"0"0,-2 3 0 0,2 3 0 0,-2 3 0 0,2-1 0 16,0 3 0-16,5 6 0 0,3 13 0 0,3 1 0 0,1 9 350 0,5 9-154 0,1 1 13 0,0 6-209 0,2 2 0 0,5 11 0 0,-4-11 0 15,5 14 0-15,-5-6 0 16,-2-6 0-16,6 15 0 0,-6-17 0 0,-1 5 0 0,-1-3 0 15,-3 0 0-15,-2-9 0 0,-1 1 0 16,-3-4 0-16,-1-1 0 0,-4-4 0 0,-1-4 0 16,-2-5 0-16,0-3 0 0,-2 1 0 0,0-6-59 15,0-5-256-15,-4-3 137 0,-3-3 59 0,-4-4-505 0,-1 0 291 16,-3-4 147-16,-2-16-482 16,1-8 304-16</inkml:trace>
  <inkml:trace contextRef="#ctx0" brushRef="#br0" timeOffset="23293.52">10359 8954 2996 0,'-19'-6'0'0,"4"4"0"0,4-1 0 0,0 2 0 0,5-2 0 0,2 3 0 0,0 0 0 0,4 0 0 0,0 0 0 0,8 0 0 15,9 0 160-15,6 0-61 0,-1-2 85 16,6 0-77-16,0 2-34 0,4-2 0 0,-2 2-242 0,2 0 104 0,0 0 62 16,0 0 17-16,1 0-804 15,2-1 414-15</inkml:trace>
  <inkml:trace contextRef="#ctx0" brushRef="#br0" timeOffset="23577.28">10898 8715 2845 0,'0'-5'0'0,"7"-1"0"0,7-3 0 0,1 1 0 0,0 1 0 0,3 5 0 0,1 0 0 0,0 0 0 0,0 2 0 0,2 0 0 16,1 4 724-16,2 10-362 0,-3 0-362 0,-1 7 0 0,-1-3 0 0,-3 5 0 15,-5-1 0-15,0 9 0 0,-3-3 0 16,-6 2 0-16,-2 2 0 0,0 1 0 0,-5-1 0 16,-9 0 0-1,-5-1 0-15,-1-5 0 0,-5 1 0 0,-3-7 0 0,-2-1 0 16,-2-3 0-16,-2-5 0 0,0-1 0 0,2-4 0 0,4-3 0 16,5-3 0-16,2 0 0 0,10 0 0 0,2 0 0 0,4-9-36 15,5-6-24 1,2-4-776-16,18-9 399 0,6-1 199 0,8-8-652 15,0-2 425-15</inkml:trace>
  <inkml:trace contextRef="#ctx0" brushRef="#br0" timeOffset="24017.96">11337 8477 3850 0,'-11'4'0'0,"-2"5"0"0,0 0 0 15,-4 5 0-15,-2 2 0 0,4 5 0 0,-1 4 0 0,2 7 0 0,-1 7 0 0,2 0 0 0,3 5 81 0,3 3-81 0,4-1 0 0,3-4 0 16,0 11 0-16,0-10 0 0,1-8 0 16,8 3 0-16,4-4 0 0,3-4 0 0,-2-6 0 0,5-3 0 15,-3-6 0 1,0-2 0-16,2-6 0 0,-2-3 0 0,1-4 0 16,0 0 0-16,2-9-89 0,-3-10-106 0,2-2 61 0,-6 1 39 0,4-9-62 15,-3 6 59-15,-5 3 30 0,-1-2 1 0,-3 5 75 16,-2 4-10-16,-1 4-36 0,-1-1 0 15,0 6 336-15,0 2-169 0,0 0-83 0,-1 2 454 0,-7 6-500 16,3 11 0-16,-2 4 0 0,6-1 0 0,1 5 0 0,0-3 0 0,0 6 0 16,3-3 0-16,11-3 0 0,-3-5 0 0,6 2 0 15,0-6 0-15,2-2 0 0,0-1 0 0,1-6 0 16,-1-4 0-16,-1 0 0 16,0 0 0-16,-3-6 0 0,0-7 0 0,-4-2 0 15,-1-4 0-15,-5 0 0 0,-3-1 0 0,0-1 0 16,-2-5 0-16,0 4 0 0,-7-3 0 0,-7 2 0 15,3 6 0-15,-5-2 0 0,-2 6 0 0,-1 2 0 16,-1 3 0-16,-3 6 0 0,2-1 0 0,3 3 0 16,1 0 0-16,4 0 0 0,3 0 0 0,3 9 0 15,1 3 0-15,6 0-412 0,0 4-115 0,2 3 245 16,11 1 122-16</inkml:trace>
  <inkml:trace contextRef="#ctx0" brushRef="#br0" timeOffset="24425.55">11997 9003 3081 0,'-8'-8'0'0,"6"6"0"0,2 1 0 0,0-1 0 0,0-4 0 0,6 1 0 0,11-2 0 16,4 2 0-16,9-4 0 0,4 1 0 0,7 0 301 0,0-1-132 0,1 3-65 0,0 3 121 0,-6 1-174 0,4 0-51 15,-3 0 0-15,-1 2 0 0,-2 0-47 0,-4 0 21 16,-6 0 32-16,-1 6-582 0,-6-1 302 16,-4-1 156-16,-4 0 78 0,-1 1-846 0,-7-4 414 15,-1-1 222-15,0 0-132 0</inkml:trace>
  <inkml:trace contextRef="#ctx0" brushRef="#br0" timeOffset="24612.82">12226 8595 2549 0,'-11'-9'0'0,"3"5"0"0,2 3 0 0,4 1 0 0,1 0 0 0,1 0 0 0,0 12 0 0,0 3 0 0,3 10 0 0,9 0 0 0,-1 4 180 0,0 8-61 15,3 5 442-15,-3-1-261 0,-2 5-131 0,-1-2-116 16,-1 3-53-16,-1-9 0 0,-1 11 0 0,1-8 0 15,-2-7-54-15,2 3 5 0,-3-3 44 16,3-4-312-16,-1 1 173 0,1-5 91 0,0-6-867 0,0-3 448 16,3-5 181-16</inkml:trace>
  <inkml:trace contextRef="#ctx0" brushRef="#br0" timeOffset="25164.29">12733 8449 3531 0,'8'0'0'0,"3"12"0"0,-6 6 0 0,-1 0 0 0,-2 11 0 15,-2 2 0-15,0 9 0 0,0 0 0 0,0-3 0 0,-6 13 0 0,1-4 123 16,-3-3 79-16,5 1-127 0,-1-9-75 0,1 0 0 0,3-2 0 0,0-5-34 0,0-6 18 16,0-1-506-16,0-4 281 0,0-8 148 15,0-5 62-15,-1 0-566 0,-3-4 297 0,-2 0 42 16,1-14-46-16,-2-8 138 0,-3-4 64 15,1-5 31-15,-4-9 73 0,1-2 1 0,1 3-51 0,-2-12 10 16,3 4 38-16,3 2 1 0,3 2-39 16,4 9 158-16,0 0-88 0,0 4-31 0,9 6 1 15,9 3 356-15,0 3-183 16,7 8-40-16,-3 3 216 16,10 2-154-16,-2 4-80 0,0 1-39 0,1 0 49 0,0 6-44 0,-1 4 9 0,-3 6-54 15,-3-2-26-15,-5 6 26 0,-4 0 0 0,-6-1-40 16,-3 3 9-16,-4 3 31 0,-2 0 0 0,0-1 44 15,-15-2 0-15,-2-1-44 0,-2-6 224 0,-7 5-117 16,3-6-53-16,-1-5-27 0,4-2-53 0,1-1-12 16,5-2 0-16,3-2 0 0,4-2 0 15,3 2 0-15,0-2 0 0,4 0 0 0,0 0 0 0,11 0 0 16,10 2 0-16,3 2 0 16,2 1 0-16,1 2 0 0,1 5 0 0,-2 1 0 15,1 4 0-15,-5 0 0 0,-3 3 0 0,-5 3 0 16,-2-3 0-16,-4 8 0 0,-7-1 0 0,-1-1 0 15,0 0 0-15,-12 3 0 0,-8-4 0 0,-2-3 0 16,-4 0 0-16,-2-3 0 0,-4-4 0 0,0-2 0 16,0-3 0-16,-2-5 0 0,2-1 0 15,3-4 0-15,9 0 0 0,-1 0 0 0,5-8 0 16,4-6 0-16,7-13-69 0,5-10-404 16,3-5 218-16,20-14-879 0,5 6 538 0</inkml:trace>
  <inkml:trace contextRef="#ctx0" brushRef="#br0" timeOffset="25306.26">13116 8614 3060 0,'15'-1'0'0,"6"1"0"0,-4 0 0 0,-4 5 0 0,1 4 0 0,0 4 0 0,2 1 0 0,4 1 0 0,1 1 0 0,-1 1 0 0,-1 1 266 0,0-1-104 0,1 0 244 0,-1 3-369 16,0-4-37-16,-4 0 0 0,2 0-49 16,-4-2-146-16,0-3 111 0,0-4 62 15,0-1-917-15,1-6 488 0,-1 0 245 0</inkml:trace>
  <inkml:trace contextRef="#ctx0" brushRef="#br0" timeOffset="25512.82">13616 8327 3162 0,'0'0'0'0,"0"0"0"0,0 13 0 0,0 4 0 0,-2 9 0 0,-4 6 0 0,-3 6 0 0,-3 12 0 0,-2 9 0 0,-3 1 0 0,-3 11 107 0,-3 4 555 0,0 4-662 16,-7 13 0-16,0-7 0 0,-4 3 0 0,-1-4 0 15,-1 2 0-15,2-10 0 0,-4 16 0 0,8-9 0 16,8-12 0-16,1 4 0 0,6-8 0 0,7-16 0 16,5-11-258-16,3-10-344 0,0-7 292 15,0-12 91-15,7-7-375 0,14-6 268 0,5-34 149 16</inkml:trace>
  <inkml:trace contextRef="#ctx0" brushRef="#br0" timeOffset="25779.88">13655 9082 2774 0,'17'-5'0'0,"1"5"0"0,-9 12 0 0,-4 4 0 15,-1 4 0-15,-2 4 0 0,1 1 0 0,1-3 0 0,2 8 0 0,2-3 0 0,-1-8 240 0,0 3 371 0,5-3-305 0,1-6-306 0,0-4 0 16,4-4 0-16,0-2 0 0,1-3 0 16,3-3 0-16,0-13 0 0,-3-2 0 0,-4-6 0 15,-3 0 0-15,-5-2 0 0,-5 4 0 0,-1-7 0 16,0 3 0-16,-1 2-25 0,-12-1-11 0,-5 2 91 15,4 7-49-15,-7 0-20 0,0 5 28 16,1 4-14-16,-1 3 0 0,0 4 0 0,5 0 0 0,0 0 0 16,5 11 0-16,2 3 0 15,5 3 0-15,2-1 0 0,2 3 0 0,0 0 0 0,6-2-288 16,9-2 72-16,6 0 52 0,3-6-759 16,8-9 432-16</inkml:trace>
  <inkml:trace contextRef="#ctx0" brushRef="#br0" timeOffset="25948.44">14136 8813 3121 0,'2'-6'0'0,"0"5"0"0,0-1 0 0,3-2 0 0,3 2 0 0,5 2 0 0,6 0 0 0,5 0 0 16,6 0 0-16,5 0 0 0,2 0 209 0,0 0-76 0,8 0-402 0,-1 0 154 15,-3 0 76-15,-8 0 39 0,5 0-330 0,-4-2 194 0,-5 0 83 16,-8-2-852-16,0 1 438 0</inkml:trace>
  <inkml:trace contextRef="#ctx0" brushRef="#br0" timeOffset="26115.89">14339 8446 3559 0,'-21'-8'0'0,"10"6"0"0,1 2 0 0,5 0 0 0,1 0 0 0,2 7 0 0,2 12 0 0,0 7 0 0,0 8 0 0,0 11 0 0,0 4 372 0,0 15-372 0,0-4 0 0,0-2 0 15,-1 15 0-15,-7-7 0 0,0 0 0 0,3-2 0 16,-1 0 0-16,4-7 0 0,2 13-703 0,0-6 243 16,4-2 249-16</inkml:trace>
  <inkml:trace contextRef="#ctx0" brushRef="#br0" timeOffset="26387.73">15282 8524 3280 0,'-10'-32'0'0,"1"11"0"0,-2 8 0 0,0 2 0 0,-7 2 0 0,-2 7 0 0,-6 2 0 0,-1 0 0 0,-10 25 0 0,2 6 0 0,0 10 212 15,-1 14 227-15,13-4-439 0,-4 18 0 0,12-3 0 16,6 2 0-16,5 0 0 0,4-6 0 0,2-10 0 15,12 1 0-15,7-5 0 0,6-7 0 0,3-4 0 16,4-7 0-16,-3-6 0 0,10-2 0 0,-9-9 0 16,7-4-174-16,-2-7-33 0,6-2-745 0,-10 0 448 15,11-14 238-15,-5-9 115 0,-1-5-600 16</inkml:trace>
  <inkml:trace contextRef="#ctx0" brushRef="#br0" timeOffset="26705.12">15522 8517 2938 0,'-13'-10'0'0,"5"6"0"0,1 2 0 0,1 0 0 0,6 2 0 0,0 0 0 0,2 0 0 0,19 0 0 0,3 0 0 0,4 4 0 0,4 4 145 0,2 0-54 0,2-1 157 0,2 0-106 16,-3 3-52-16,-3-3-18 0,-4 3-35 16,-7-1 0-16,-4 4-1 0,-4 4-29 0,-7 4-1 15,-6 3 40-15,-4 10-10 0,-19 0-36 0,-8 3 0 16,-7 3 0-16,-4-1 0 0,-1-1 0 0,1-1 0 15,1-1 0-15,8-4 0 0,6-6 0 0,4-2 0 16,7-5 0-16,3 1 0 0,7-6 0 16,4 1 0-16,2-4 0 0,2 1 0 0,15-3 0 15,8 1 0-15,3-4 0 0,2-1 0 0,6-4 0 16,5-1 0-16,-6 0 0 0,4 0 0 16,-2 0 0-16,-3-1 0 0,-1-1 0 0,-4-4 0 15,-7 3 0-15,0-1-549 0,-4-1 135 0,-7 2 189 16,-1-2-517-16,-7-3 353 0,-1-1 167 0,-2-5 97 15,-8-4-397-15</inkml:trace>
  <inkml:trace contextRef="#ctx0" brushRef="#br0" timeOffset="26849.02">15575 8802 2639 0,'-30'-13'0'0,"11"5"0"0,6 1 0 0,1 1 0 0,5 1 0 0,5 2 0 0,2 0 0 0,4 0 0 0,19 2 0 0,3 1 0 0,4 0 453 0,9 0-213 0,4 7-101 16,1-1-168-16,-1 4 32 0,0-1 1 15,-5 0 42-15,1 3-327 0,-4 1 160 0,1 0 78 0,-1 0-845 0,-3 0 462 16</inkml:trace>
  <inkml:trace contextRef="#ctx0" brushRef="#br0" timeOffset="27101.62">16084 9021 2818 0,'-11'14'0'0,"2"2"0"0,2 5 0 0,2-4 0 0,1 0 0 0,4 2 0 15,0-1 0-15,0-1 0 0,11 2 0 0,3 0 0 0,5-2 383 0,-1-2-173 0,1-6 130 0,1 2-160 0,3-7-180 16,3-1 0-16,-3-3 0 0,2 0 0 0,-3-3 0 16,-5-6 0-16,-1-3 0 0,0 0 0 15,-9-3 0-15,-1 2-93 0,-5-4 21 16,-1-2 55-16,-1 0 9 0,-16-2-196 0,-4 3 30 16,-3-1 76-16,-1 2 28 0,-2 4 0 15,2 3 24-15,-7 3 9 0,4 3 194 0,7 2-95 16,0 2-37-16,5 0 43 0,5 0-27 0,1 2-26 0,4 8 18 15,4 1-189-15,2 2 90 0,0 0 32 0,11 0 30 16,10 0-872-16,8-7 420 0</inkml:trace>
  <inkml:trace contextRef="#ctx0" brushRef="#br0" timeOffset="27284.12">16382 8825 3630 0,'0'-8'0'0,"0"4"0"0,11-3 0 0,5 3 0 0,2 0 0 0,7 2 0 0,1 0 0 0,8 1 0 0,3 1 0 0,9 0 0 0,-5 0 131 0,1 0-27 0,1 1-38 16,-8 3-66-16,2 0 0 0,4 1-68 15,-6-1-8-15,-3 0 57 0,-4 0-660 0,-10-2 357 16,-2-1 189-16,-6 2 79 0,-2-3-850 16,-8 0 433-16</inkml:trace>
  <inkml:trace contextRef="#ctx0" brushRef="#br0" timeOffset="27437.22">16670 8351 3616 0,'-8'-4'0'0,"5"4"0"0,3 11 0 0,0 14 0 0,0 5 0 0,0 15 0 0,0 14 0 0,0-5 0 0,0 19 0 0,3-2 0 0,5 4 315 16,0 4-315-16,1-2 0 0,4 1 0 15,-1-3 0-15,-2 0-161 0,0 4-177 0,-5 11 186 0,-2-4 95 16</inkml:trace>
  <inkml:trace contextRef="#ctx0" brushRef="#br0" timeOffset="27762.33">17368 8547 2750 0,'0'1'0'0,"0"22"0"16,6 5 0-16,3 2 0 0,1-1 0 0,-3 0 0 0,0 4 0 0,-1 1 0 0,-2 5 0 0,4 6 0 0,-5-6 206 0,3 11-88 0,-5-5 240 15,3-9-160-15,-2 4-79 0,0-5-338 0,0-3 124 16,-1-2 67-16,-1-9 33 0,0 0-627 0,0-10 331 0,0-2 174 16,0-5-336-16,0-4 143 15,-1-1 147-15,-3-21-13 0,0-8-390 0,1-7 255 16</inkml:trace>
  <inkml:trace contextRef="#ctx0" brushRef="#br0" timeOffset="27985.96">17338 8620 2342 0,'-13'-66'0'0,"3"19"0"0,7 11 0 0,3 8 0 0,0 0 0 0,0 8 0 16,15 6 0-16,11 10 0 0,10 4 0 0,1 0 0 0,18 4 174 0,5 17-67 0,-4 3 501 0,0 7-284 16,-3 2-143-16,-12 3 14 0,3 7-195 0,-9 4 0 0,-8 4 0 15,-11 0 0-15,-6-1 0 0,-8 3 0 0,-2 1 0 16,-21 4 0-16,-7-7 0 0,-9-2 0 16,-7-2 0-16,1-12 0 0,-15 8 0 0,-1-11 0 15,1-5 0-15,8-11 0 0,-5 1 0 0,10-10 0 16,-7-2 0-16,13-5 0 0,4 0 0 0,11 0 0 15,1-5 0-15,8-13 0 0,8-4-568 0,7-12 96 16,11-6 217-16,23-10 108 16,13-3-434-16,9-3 262 0</inkml:trace>
  <inkml:trace contextRef="#ctx0" brushRef="#br0" timeOffset="28114.79">17947 8601 3276 0,'35'-11'0'0,"-6"5"0"0,6 0 0 0,-8 3 0 0,3-3 0 0,0 4 0 0,5 0 0 0,4 0 0 0,9 1 0 0,-5-1 0 0,0-1 456 0,0 3-257 15,0 0-199-15,-5 0 0 0,9 0 0 16,-8 0 0-16,3 3 0 0,-8 2-374 0,1 1-13 16,-8 1 223-16,-1 3-991 0</inkml:trace>
  <inkml:trace contextRef="#ctx0" brushRef="#br0" timeOffset="28269.48">18170 8918 3492 0,'-34'19'0'0,"12"0"0"0,7-6 0 0,5-3 0 0,4-3 0 0,6 2 0 0,0 1 0 0,21-3 0 0,10 2 0 0,8-1 0 0,3-2 439 0,6-2-439 16,1-1 0-16,1-3 0 0,3 2 0 0,-2-2 0 15,1 0 0-15,-5 0-204 0,-4 0 74 16,10 0 80-16,-5-2-1077 0,-2-5 576 0</inkml:trace>
  <inkml:trace contextRef="#ctx0" brushRef="#br0" timeOffset="28585.35">19154 8692 3698 0,'0'-9'0'15,"0"8"0"-15,0-1 0 0,-9 2 0 0,-3 0 0 0,1 12 0 0,4 4 0 0,1 8 0 0,2 4 0 0,4 1 0 0,0 4 233 0,2 3-233 0,13 0 0 0,2-4 0 16,4 0 0-16,5-4 0 0,2-4 0 16,6-3 0-16,5-4 0 0,3-8 0 0,-1-5 0 15,2-4 0-15,-1 0 0 0,-6-1 0 0,-1-15 0 16,-1-1 0-16,-8-2 0 0,-3-3 0 15,-5-3 0-15,-6-3 0 0,-5-4 0 0,-3-1 0 0,-4-9 0 16,0 3 0-16,-5-3 0 0,-11 5 0 16,-8-10 0-16,-6 6 0 0,-6 2 0 0,-3 5 0 15,-4 4 0-15,3 7 0 0,-9 5 0 16,12 10 0-16,-1 6 0 0,4 2 0 0,2 0 0 16,6 13 0-16,4 7 0 0,3 7 0 0,4 1 0 15,5 4 0-15,5 2 0 0,1 4 0 0,4 4 0 16,0 0 0-16,0 3 0 0,5 0 0 0,7-5 0 15,7 10-1128-15</inkml:trace>
  <inkml:trace contextRef="#ctx0" brushRef="#br0" timeOffset="28718.72">19924 9001 360 0,'-7'-9'0'0,"7"9"712"0,4 0-356 0</inkml:trace>
  <inkml:trace contextRef="#ctx0" brushRef="#br0" timeOffset="34807.87">7985 12691 1334 0,'-2'-4'-9'0,"-1"1"2"0,-2 1-3 0,0-2 1 0,1 3 2 0,1-2 0 0,-2 1 2 0,1 1 0 0,1-1 2 0,2-1 0 0,1 3 320 0,0 0-134 0,0 0-67 0,0 0 177 15,0 0-109-15,0 0-74 16,0 0 0-16,0 0 107 0,0 0-84 0,0 0-41 15,0 0 11-15,0 0 148 0,0 0-101 0,0 0-50 0,0 0 88 16,0 0-73-16,0 0-115 16,0 0 0-16,0 0 0 0,0 0 0 0,1 0 0 15,1 0 0-15,1 0 0 0,4 0 0 0,-4 0 0 16,5 0 0-16,-1 0 0 0,-2 0 0 0,5 0 0 16,-2 0 0-16,-1 0 0 0,0 0 0 0,0 0 0 15,-2 0 0-15,1 0 0 0,3 0 0 0,-4 0 0 16,3 0 0-16,-2 0 0 0,1 0 0 15,0 0 0-15,3 0 0 0,-4 0 0 0,1 0 0 16,2 0 0-16,1 0 0 0,-1 0 0 16,-1 0 0-16,2 0 0 0,-1 0 0 0,0 0 0 15,0 0 0-15,5 3 0 0,-5-3 0 0,5 2 0 16,-2-2 0-16,1 0 0 0,1 0 0 0,1 0 0 16,-2 0 0-16,4 0 0 15,-2 0 0-15,0 0 0 0,3 0 0 0,-3 0 0 0,3 0 0 0,-1 0 0 16,-1-2 0-16,2 2 0 0,-2-3 0 15,3 3 0-15,-3 0 0 0,4 0 0 0,1 0 0 0,-3 0 0 16,3 0 0-16,0 0 0 16,-1 0 0-16,3 0 0 0,-2 0 0 0,0 0 0 15,0 0 0-15,0 0 0 0,1 0 0 0,-3 0 0 16,5 0 0-16,-7 0 0 0,4 0 0 0,0 0 0 16,-3 0 0-16,3 0 0 0,0 3 0 0,-1 0 0 15,1 2 0-15,6-2 0 0,-4 1 0 0,0-3 0 16,4 1 0-16,-2 1 0 0,-5-3 0 0,4 1 0 15,1-1 0-15,-3 0 0 0,1 0 0 0,-3 0 0 16,1 2 0-16,0-2 0 16,-1 0 0-16,4 0 0 0,0 0 0 0,-5 0 0 15,3 0 0-15,0 1 0 0,1-1 0 0,4 3 0 16,-6 0 0-16,4-2 0 0,-4 0 0 0,4 1 0 16,1 2 0-16,-2-2 0 0,2 0 0 0,-1 0 0 15,-1 1 0-15,5-1 0 0,-6 0 0 0,2-1 0 16,0 2 0-16,-1 1 0 0,-4-3 0 0,5 1 0 15,1 0 0-15,-1 1 0 0,1 0 0 0,-4-1 0 16,8 2 0-16,-3-3 0 0,1 2 0 0,0-2 0 16,2 1 0-16,0 0 0 0,2 0 0 15,0-2 0-15,4 1 0 0,-1-1 0 16,5 0 0-16,-4 0 0 0,2 0 0 0,-3 0 0 16,3 0 0-16,-4 0 0 0,3 0 0 0,-1 0 0 15,-1 0 0-15,3 0 0 0,-2 0 0 0,1 0 0 16,-1 0 0-16,-1 0 0 0,1 0 0 0,1 0 0 15,2 0 0-15,-4 3 0 0,3-2 0 0,-3-1 0 16,1 3 0-16,0-2 0 0,0-1 0 0,-3 0 0 16,3 0 0-16,-1 0 0 15,-1 0 0-15,2 0 0 0,0 0 0 0,-2 0 0 16,0 1 0-16,-1-1 0 0,1 3 0 0,2-3 0 16,-3 2 0-16,1-1 0 0,-2 2 0 0,0-1 0 15,0-2 0-15,-4 1 0 0,2 2 0 0,0-2 0 16,0 1 0-16,0-2 0 0,0 2 0 0,0-2 0 15,0 1 0-15,1-1 0 0,-5 0 0 0,0 0 0 16,3 0 0-16,-3 0 0 16,-2 0 0-16,0 0 0 0,-1 0 0 0,0 3 0 15,-3-3 0-15,-1 0 0 0,-3 2 0 0,0-2 0 16,0 1 0-16,-4-1 0 0,3 0 0 0,-1 0 0 16,-4 0 0-16,1 0 0 0,-2 0 0 0,2 0 0 15,-4 0 0-15,3 0 0 0,-3 0 0 0,-1 0 0 16,1 0 0-16,-2 0 0 0,4 0 0 0,-6 0 0 15,3 0 0-15,-3 0 0 0,1 0 0 0,0 0 0 16,-3 0 0-16,2 0 0 16,-1 0 0-16,0 0 0 0,0 0 0 0,-2 0 0 15,0 0 0-15,0 0 0 0,0 0 0 0,0 0 0 16,0-1 0-16,0-1 0 0,0-2 0 0,0-1 0 16,0 1 0-16,0 2 0 0,0-1 0 0,-6 3 0 15,-8 5 0-15,-6 26 0 0</inkml:trace>
  <inkml:trace contextRef="#ctx0" brushRef="#br0" timeOffset="36515.75">14365 12579 1296 0,'-8'-2'0'15,"1"0"0"-15,0-2 0 0,-1 2 0 0,0-2 0 0,5 3 0 0,-1-1 0 0,1 0 0 0,1 1 0 0,0-3 0 0,2 3 81 0,-2 1 11 0,2 0-48 16,0 0 166-16,0 0-83 0,0 0-42 0,0 0 0 16,0 0 115-16,0 0-83 0,0 1-37 0,0 6 173 15,0 0-105-15,0-1-52 0,0-1 160 0,0 0-111 16,0 1-51-16,2 0 0 0,0 0 84 0,1 0-67 16,3-1-23-16,-1-1-37 0,1 4-51 15,2-2 0-15,1-2 0 0,2 4 0 0,-1-1 0 0,1 1 0 16,0-1 0-16,3 1 0 15,-4 0 0-15,6 1 0 0,-5 0 0 0,3-3 0 0,0 3 0 0,-1-2 0 16,2 1 0-16,0-1 0 16,2 2 0-16,-2-2 0 0,4-2 0 0,0-1 0 15,1 0 0-15,1-3 0 0,-2 2 0 0,1-1 0 16,0-2 0-16,0 1 0 0,-3-1 0 0,2 0 0 16,-4 0 0-16,2 0 0 0,-1 3 0 0,0-1 0 15,0-1 0-15,2 2 0 0,0 0 0 0,1 0 0 16,0 2 0-16,-1 0 0 0,5-1 0 0,-2 2 0 15,5 0 0-15,0-3 0 16,2 1 0-16,2 2 0 0,2-4 0 0,0 1 0 16,2 0 0-16,-1 0 0 0,0-2 0 0,-1 1 0 15,4 0 0-15,-3 0 0 0,-1 0 0 0,2-1 0 16,0 2 0-16,-2-1 0 0,0 2 0 0,-1-3 0 16,1 3 0-16,0 0 0 0,0-1 0 0,5 1 0 15,-4 0 0-15,3 1 0 16,1-3 0-16,-1 3 0 0,-1-2 0 0,4 1 0 0,3 0 0 0,-6 0 0 15,8-1 0-15,-3 0 0 16,0 3 0-16,3-3 0 0,-3 2 0 0,-2-1 0 16,12 1 0-16,-5-1 0 0,3-1 0 0,2 0 0 15,-2 1 0-15,2-3 0 0,2 1 0 0,0-2 0 16,2 3 0-16,2-3 0 0,-1 0 0 0,2 1 0 16,8-1 0-16,-11 1 0 0,2-1 0 0,1 3 0 15,0-1 0-15,1 0 0 0,-1 0 0 0,4 1 0 16,-9-1 0-16,12 0 0 0,-3 0 0 0,-5 0 0 15,10-2 0-15,-14 2 0 0,15-2 0 0,-6 0 0 16,-2 0 0-16,-4 0 0 0,10 0 0 0,-4 0 0 16,2 0 0-16,-4 0 0 15,-7 0 0-15,2 0 0 0,0 0 0 0,-2 0 0 16,-3 0 0-16,-1 0 0 0,-3 0 0 0,-4 0 0 16,7 0 0-16,-5 2 0 0,-3-1 0 0,-6 1 0 15,2 0 0-15,-4-1 0 0,-1-1 0 0,-8 3 0 16,0-1 0-16,-3-2 0 0,-1 1 0 15,-8-1 0-15,-1 0 0 0,-1 0 0 0,-2 0 0 16,-5 0 0-16,1 0 0 0,-2 0 0 16,-1-1 0-16,-1-7 0 0,0-1 0 0,0 1 0 15,-3 1 0-15,-6-1 0 0,-7 6 0 0,-2 2 0 16</inkml:trace>
  <inkml:trace contextRef="#ctx0" brushRef="#br0" timeOffset="37968.86">20580 12640 2060 0,'-2'-5'-5'0,"0"-1"1"0,0 3 2 0,2-2 0 0,0 4 2 0,0-3 0 0,0 2 0 0,0-1 0 0,0 1 0 0,2-1 0 0,0 2 179 15,0 1-65-15,1 0 237 0,1 0-152 0,0 0-74 16,4 0-27-16,1 0 292 0,3 0-171 0,0 0-85 16,3 0-59-16,2 0-75 0,1 0 0 15,0 0 0-15,3 0 0 0,-3-2 0 0,1 0 0 0,0 1 0 16,-2-2 0-16,-2 3 0 15,2 0 0-15,-2 0 0 0,-2 0 0 0,2 0 0 0,0 0 0 0,1 4 0 16,0 0 0-16,3 2 0 16,4-1 0-16,-1-1 0 0,2 0 0 0,8 1 0 15,2-1 0-15,5-1 0 0,3 0 0 0,-1-2 0 16,-4 1 0-16,11 0 0 0,-7-2 0 0,1 0 0 16,1 0 0-16,-8 0 0 0,13 0 0 0,-6 0 0 15,-1 2 0-15,3 0 0 0,3 0 0 0,2-1 0 16,9 2 0-16,0-2 0 0,4-1 0 0,6 0 0 15,1 0 0-15,7 0 0 16,2-4 0-16,3-1 0 0,15-5 0 0,-23 6 0 16,4 0 0-16,-11 0 0 0,10 1 0 0,-9 3 0 15,-3 0 0-15,-4 0 0 0,2 5 0 0,-5 2 0 16,12 2 0-16,-9 3 0 0,2-5 0 0,0 3 0 16,3-1 0-16,-4-2 0 0,13 0 0 0,2 0 0 15,11-2 0-15,-13-1 0 0,5-2 0 0,0 1 0 16,-4 1 0-16,-1-2 0 0,0 4 0 15,-2-3 0-15,5 3 0 0,-12-2 0 16,13 2 0-16,-13-1 0 0,1 1 0 0,-6-1 0 16,-5 0 0-16,0 0 0 0,-4-1 0 0,0 2 0 15,-2-5 0-15,-5 1 0 0,-9 0 0 0,1 2 0 16,-6-4 0-16,-8 0 0 0,-2 0 0 0,-6 0 0 16,-1 0 0-16,-8 0 0 0,2 0 0 0,-5 0 0 15,-2 0 0-15,0 0 0 0,0-4 0 0,0-1 0 16,0-4 0-16,0 2 0 15,-10-1 0-15,-1 3 0 0,-4 3 0 0,-4 2 0 16,-11 2 0-16</inkml:trace>
  <inkml:trace contextRef="#ctx0" brushRef="#br0" timeOffset="42787.3">20916 10026 3840 0,'0'0'0'0,"9"0"0"0,7 0 0 0,8 0 0 0,4-5 0 0,4-1 0 0,6-1 0 16,-1 3 0-16,2-4 0 0,1 4 0 0,-2-1 91 0,-5 1-91 0,1 2-61 0,-9 0 23 0,-1 2 32 15,-4 0 1-15,-1 0-164 0,-8 0 103 0,-1 0 50 16,-4 4 36-16,-2 2-824 0,-3-3 387 0,-1 3 192 16,0-2 83-16,-11 0-560 0</inkml:trace>
  <inkml:trace contextRef="#ctx0" brushRef="#br0" timeOffset="43105.11">21238 9722 2698 0,'0'-2'0'0,"-5"2"0"0,3 2 0 16,-1 11 0-16,1 4 0 0,0 7 0 0,2 5 0 0,0 5 0 0,0 7 0 0,0 0 0 0,0 0 425 0,0 4-194 15,2 5-98-15,-2-9-40 0,0 11 21 0,0-5-40 0,0-5 1 0,0-7-39 16,0 3-1-16,-4-4-18 0,-5-6-17 15,-1-8 0-15,-3 1 0 0,-1-3-10 0,-4-9 16 0,-3-2-2 16,3-5-4-16,-3-2 0 0,0 0 0 16,3-9 0-16,2-7 0 0,4-5 0 0,4 2 0 15,2-3 0-15,6 1 0 0,0 3 0 0,0 1 0 16,5 2 0-16,7 3 0 0,1 4 0 0,6 2 0 16,0 2 0-16,1 2 0 0,0 2 0 0,-1 0 0 15,-1 0 0-15,-3 0 0 0,0 6 0 0,-6 0 0 16,-1 1 0-16,-2-2-591 15,-3 0 261-15,-1 2 148 0,0-5 73 0,-2-1-618 16,0-1 350-16,-2 0 171 0,-5-1 85 0,-5-11-234 0</inkml:trace>
  <inkml:trace contextRef="#ctx0" brushRef="#br0" timeOffset="43482.52">20981 10008 2129 0,'-26'-19'0'0,"1"2"0"0,4 6 0 0,-2 1 0 0,5 2 0 0,4 7 0 0,3-1 0 0,4 0 0 0,0 2 0 0,5 0 0 0,2 0 257 0,0 7-110 15,0 3 185-15,2 3-148 0,2 2-65 0,4 4-47 16,-1 2 117-16,1 5-77 0,-3 0-38 0,0 0 0 16,-2-1 65-16,3 5-55 0,-2-7-65 0,1-1-19 15,-1 1 0-15,-1-1 0 0,4-1 0 0,-4-1 0 16,1-1 0-16,0-2 0 16,-3 0 0-16,1 1 0 0,-2 0 0 0,0-1 0 15,0 1 0-15,0-1 0 0,-7 4 0 0,-3-3 0 16,-3 1 0-16,0 3 0 0,0-4 0 0,-2-1 0 15,0-2 0-15,0-4 0 0,3-4 0 0,-1 0 0 16,3-2 0-16,-2-5 0 0,4 0 0 16,-1 0 0-16,1 0 0 0,3-6 0 0,1-1 0 0,2 1 0 15,2-1 0-15,0 1 0 0,0 2 0 0,0 1 0 16,7 0 0-16,14 1 0 0,6 2 0 16,10 0 0-16,1 9 0 0,14 5 0 15,1 1 0-15,1 0 0 0,13 6 0 0,-5-2 0 16,-7-4 0-16,15 4 0 0,-8-3 0 0,0 0 0 15,-2-6 0-15,-6 0 0 0,3-4 0 0,-3-5-140 16,-1-1 5-16,-1 0 56 0,-4-1-1090 0</inkml:trace>
  <inkml:trace contextRef="#ctx0" brushRef="#br0" timeOffset="43940.45">21987 9895 3615 0,'-14'-2'0'0,"-1"-1"0"0,1 3 0 0,-11 0 0 0,2 13 0 0,1 5 0 0,-3 6 0 0,0 10 0 0,2 4 0 0,4 2 0 0,4 4 316 0,5 3-316 16,6-6 0-16,4 13 0 0,0-10 0 0,12-1 0 15,6-3 0-15,3-9 0 0,10 8 0 0,-7-13 0 16,4 0 0-16,1-1 0 0,-1-5 0 0,-6-5 0 16,4 0 0-16,-7-3-407 0,0-8-86 15,-2 1 230-15,-1-5 107 0,0 0-330 0,-4-6 230 16,2-14 111-16</inkml:trace>
  <inkml:trace contextRef="#ctx0" brushRef="#br0" timeOffset="44160.6">22122 10129 2882 0,'-10'-16'0'0,"3"3"0"0,4 5 0 0,-1 1 0 0,4 3 0 0,0 1 0 0,0 0 0 0,13 1 0 0,8 2 0 0,4 0 0 0,3 5 199 0,1 5-82 15,-1 2 259-15,2 3-171 0,-2 2-76 0,-1-1-106 16,-5 3-23-16,-7-2 0 0,-1 4 0 0,-9 3 0 15,-5 2 0-15,0 0 0 0,-21 8 0 0,-7-3 0 16,-4-1 0-16,-2-2 0 0,2-4 0 0,-12 2 0 16,12-9 0-16,-3-3 0 0,3-3 0 0,10-6 0 15,0-2 0-15,6-3 0 0,3 0 0 0,8-3-194 16,5-16 48-16,2-5-833 0,19-12 463 0,16-7 245 16,4-6 117-16</inkml:trace>
  <inkml:trace contextRef="#ctx0" brushRef="#br0" timeOffset="44553.42">22495 9940 3640 0,'14'-15'0'0,"-3"5"0"0,-6 3 0 0,0 4 0 0,-3 1 0 0,-2 2 0 0,-2 9 0 0,-14 15 0 15,4 2 0-15,-4 6 0 0,0 8 265 0,4-3-239 0,-5 12-26 0,6-2 0 0,3 0 0 16,5-4 0-16,3-10 0 0,0 6 0 16,2-7 0-16,8-7 0 0,8-1 0 15,-2-12 0-15,5 0 0 0,-2-6 0 0,3-6 0 16,5 0-181-16,-6-10-27 0,0-9 34 0,-3-6 5 15,1 0-2-15,-5-2 68 0,0-1 34 0,-7 7 0 16,1-3 59-16,-5 6-34 0,-1 4 9 0,1 3-1 16,-3 3 388-16,0 5-193 0,0 1-98 0,-5 2 523 15,-2 7-471-15,2 10-113 0,-1 6 0 0,2 0 0 16,4 2 0-16,0-2 0 0,0 5 0 0,2-8 0 16,7 2 0-16,2-5 0 15,5-2 0-15,0-6 0 0,3-3 0 0,-1-4 0 16,0-2 0-16,-1 0 0 0,0-8 0 0,-4-5 0 15,-4-4 0-15,-1-2 0 0,-5 0 0 0,-1-1 0 16,-2-1 0-16,0-1 0 0,0-6 0 0,-9 8 0 16,0 2 0-16,-5-1 0 0,2 4 0 0,-3 4 0 15,-1 1 0-15,2 7 0 0,0 0 0 0,1 3 0 16,2 0 0-16,1 3 0 0,5 10 0 0,0 2-70 16,5 3-931-16,0 0 483 15,0 0 241-15,5-1 112 0</inkml:trace>
  <inkml:trace contextRef="#ctx0" brushRef="#br0" timeOffset="44706.15">23054 10267 3931 0,'4'6'0'0,"-3"-1"0"0,-1 4 0 0,0 3 0 0,-3-1 0 0,-6 2 0 0,2 0 0 0,-2 2 0 0,-3 4 0 0,1 4 0 0,2-3 0 0,-1 1 0 0,1-1 0 15,2 4 0-15,-2-6 0 0,2 1 0 16,2-5-267-16,-1 1-63 0,5-7 191 0,-1 0 83 15,2-3-1181-15</inkml:trace>
  <inkml:trace contextRef="#ctx0" brushRef="#br0" timeOffset="44870.55">23046 10071 3409 0,'1'-9'0'0,"6"4"0"0,0 1 0 0,0 2 0 0,4 2 0 0,3 0 0 0,1 6 0 0,4 8 0 0,0 1 0 0,1 2 0 0,3 4 180 0,-4 1 162 15,1 3-342-15,-3-2 0 0,0 1 0 0,-2 2 0 16,-4-5 0-16,1 7 0 0,-7-8-245 0,1 3-67 16,-1-3 174-16,-1 2 86 0,-2-6 53 0</inkml:trace>
  <inkml:trace contextRef="#ctx0" brushRef="#br0" timeOffset="45070.4">23516 9868 3571 0,'0'-8'0'0,"2"4"0"0,-2 2 0 0,0 2 0 0,0 11 0 0,-8 14 0 0,-6 11 0 0,-1 6 0 0,-3 5 0 0,-7 13 0 0,-1 2 360 0,-2 4-360 0,-4 1 0 0,-2 3 0 16,-1 3 0-16,-3 0 0 0,1-1 0 16,0-1 0-16,4-1 0 0,1-7 0 15,12-11 0-15,2-6-202 0,8-12-83 0,3-10 159 16,5-5 81-16,2-8-1261 0</inkml:trace>
  <inkml:trace contextRef="#ctx0" brushRef="#br0" timeOffset="45328.63">23523 10411 3622 0,'2'0'-2'0,"0"4"1"0,-2 11 1 0,0 6 0 0,0-1 0 0,-2 8 0 0,2-3 0 0,0-5 0 0,0 5 0 0,0-2 0 0,7-5 312 0,4 1-312 0,5-5 0 15,-2-5 0-15,4-6 0 0,-1-3 0 0,1 0 0 16,0-1 0-16,-4-14-40 0,0-6-106 0,-7 2 90 16,-3-1 46-16,-2-3 31 0,-2 0 45 0,0 3-127 15,-2-1 32-15,-9 2-111 0,-3 3 437 0,0 2-199 16,-2 4-98-16,0-1 0 0,0 8 0 0,0 1 0 16,0 2 0-16,5 0 0 0,-2 0 0 15,5 5 0-15,-1 7-10 0,6 2-187 16,1-2 110-16,2 3 38 0,0-3-518 0,2 5 227 15,9-4 152-15</inkml:trace>
  <inkml:trace contextRef="#ctx0" brushRef="#br0" timeOffset="45499.07">24024 10467 3931 0,'2'8'0'0,"-2"3"0"0,0 2 0 0,-7-1 0 0,0 5 0 0,-4 1 0 0,3 3 0 0,-3 2 0 0,0-6 0 0,2 5 0 0,0 3 0 0,-1-6 0 0,1 1 0 16,-1-1 0-16,2-6 0 0,0-4-17 0,1-1 17 16,3-4-502-16,0-4 278 0,4 0 124 0</inkml:trace>
  <inkml:trace contextRef="#ctx0" brushRef="#br0" timeOffset="45776.87">24060 10026 3004 0,'14'-9'0'0,"6"0"0"0,6 5 0 0,6 0 0 0,8 0 0 0,1 2 0 0,7 0 0 0,2 0 0 0,-8 2 0 15,14 0 0-15,-9 0 532 0,-5 0-248 0,-8 8-173 0,0 5-111 0,-11 1 0 0,-1 4 0 16,-11 5 0-16,-9 3 0 16,-2 8 0-16,-20 3 0 0,-12 1 0 0,-6 4 0 15,-1-4 0-15,-4 0 0 0,0-1 0 0,5-3 0 16,10-5 0-16,1 0 0 15,11-11 0-15,2 1 0 0,9-3 0 0,3-2 0 0,2-3 0 0,2-4 0 16,15-2 0-16,7-2 0 0,2-3 0 16,2 0 0-16,2-3 0 0,-1-4 0 0,-3-1 0 0,-5-2 0 15,-3 1-80-15,0 1-173 0,-9 2 99 0,0-4 68 16,-3 3-971-16,-4-4 512 0</inkml:trace>
  <inkml:trace contextRef="#ctx0" brushRef="#br0" timeOffset="45921.85">24267 10243 3515 0,'-16'-3'0'0,"11"2"0"0,1-1 0 0,1 2 0 0,3 0 0 0,0 0 0 0,15 0 0 0,7 0 0 15,8 0 0-15,2 0 0 0,10 0 416 0,-1 2-416 0,0 3 0 16,-3-1 0-16,9 0 0 0,-6-1 0 0,-8 0 0 0,6 2 0 16,-2 0-169-16,-5 0 111 0,-2 0 42 15,-4 0-1183-15</inkml:trace>
  <inkml:trace contextRef="#ctx0" brushRef="#br0" timeOffset="46160.65">24812 10379 3028 0,'-10'10'0'0,"4"1"0"16,5-1 0-16,-3 2 0 0,2 0 0 0,2 2 0 0,0-2 0 0,11 1 0 0,5 1 0 0,4 3 0 0,1-6 391 0,5 2-178 0,-1-4 86 16,1-3-299-16,-6-3 0 0,1-3 0 0,0 0 0 15,-5 0 0-15,-2 0 0 0,-5-2 0 0,-5-7 0 16,-2-2 0-16,-2-2 0 0,0 1 0 0,-8-2 0 15,-5 0 0-15,-2 1 0 0,-2 1 0 0,-1-1-69 16,-2 1 12-16,2 4 183 0,1 0-126 0,-1 4 0 16,8 1 0-16,0 1 0 0,5 0 0 0,-1 2 0 15,4 0 0-15,2 0 0 0,0 0 0 0,0 2 0 16,6 6-99-16,5-2-146 16,4-3 125-16,4 1 38 0</inkml:trace>
  <inkml:trace contextRef="#ctx0" brushRef="#br0" timeOffset="46326.02">25219 9990 3931 0,'9'-9'0'0,"3"2"0"0,1 3 0 16,0 4 0-16,6 0 0 0,4 11 0 0,5 16 0 0,-2 7 0 0,2 2 0 0,-4 6 0 0,-1 7 0 0,-2 4 0 0,-6 10 0 15,-13-2 0-15,-2 3 0 0,-1 5 0 0,-23 5 0 16,-12 17 0-16,-10 3 0 0,-16 19 0 0,-8 0 0 15</inkml:trace>
  <inkml:trace contextRef="#ctx0" brushRef="#br0" timeOffset="48572.02">26568 10088 2581 0,'-8'-6'0'0,"4"3"0"0,2-1 0 0,2 2 0 0,0-2 0 0,0 1 0 0,8-1 0 0,16 0 0 0,6-1 0 0,5-1 0 0,11-1 255 0,-2 1-108 0,4 2-54 0,1 2 251 15,-4 0-152-15,-4 1-67 16,9 1 66-16,-10 0-188 0,3 0-3 0,-8 1 0 16,2 7 0-16,3-2 0 0,-5 1 0 0,-1 1 0 15,-3-3-62-15,-2 1-2 0,-4-1 51 0,-4-1 36 16,0 0-896-16,-2-1 423 0,1 0 165 0</inkml:trace>
  <inkml:trace contextRef="#ctx0" brushRef="#br0" timeOffset="49154.97">27246 9868 2798 0,'-12'-1'0'0,"9"-1"0"0,-1 0 0 0,4 2 0 0,0-2 0 0,2 1 0 0,16 1 0 0,3 0 0 0,9 0 0 15,-2 0 0-15,0 0 448 0,1 3-205 0,-5 7-102 0,-3 0 8 0,-1 4-59 0,-2 1-28 16,-6 4-62-16,-2 1 0 0,-6 5 0 0,-4-3 0 16,0 8-222-16,-10-1 116 0,-6 0 73 0,-5 0 36 15,-2-1-472-15,-4 0 251 0,2-2 22 0,-3-1 93 16,1-4-472-16,3-3 268 16,-3-4 134-16,5 0-317 0,-6-3 230 0,4-3 110 15,-2-6 56-15,1-2-104 0,2 0 79 0,3 0 30 16,-10-2 3-16,3 0 40 0,-3 1 46 0,2 1 0 15,-2 0 100-15,5 0-99 0,-1 5-16 0,9 4 1 16,2 4 502-16,1 1-263 0,8 2-102 16,2 3 562-16,2 0-309 0,2 2-169 0,0 4-83 0,6-2 147 15,3 0-106-15,2 8-68 16,0-5 130-16,-1 1-93 0,-1 0-48 0,-3-1 0 0,-1-3-132 0,-2-1 38 16,-2 0 0-16,0-6 47 15,-1-5-124-15,0-2 61 0,0-1 42 0,0-6-11 16,-2-2 33-16,-6 0-1 0,0-2-30 0,4-12 102 15,3-2-56-15,1-8-33 0,0-4 21 0,0 1-22 16,5-1 4-16,8-2-2 0,4 1-54 0,0 2 16 16,4 4 46-16,-2 0 32 0,2 4-149 0,-5 7 56 15,3 0 32-15,-1 5 142 0,-6 3-60 0,-2 2-23 16,5 2-43-16,-6 0 25 16,-3 7-43-16,1 9 0 0,-1 0 0 0,-2 5 0 15,-1 8 0-15,-1-4 0 0,0 8 0 0,2-2 0 16,-3 1 0-16,3 0 0 0,3 2 0 0,0-4 0 15,1-5 0-15,4 5 0 0,3-6 0 16,0-3 0-16,3-4 0 0,4-2 0 0,-4-4 0 0,9-2 0 16,-3-3 0-16,3-3 0 15,-2-3 0-15,3 0 0 0,-1 0 0 0,0-6 0 0,2-1 0 0,2-4 0 16,2 0-780-16,-1-2 247 16,2-4 237-16</inkml:trace>
  <inkml:trace contextRef="#ctx0" brushRef="#br0" timeOffset="49519.78">27726 10338 3314 0,'-4'0'0'0,"1"0"0"0,1 0 0 0,2 0 0 0,-2 0 0 0,2 0 0 0,0 0 0 0,0 0 0 0,7 0 0 0,9 0 0 0,6 0 122 0,4-2 200 0,5 0-149 0,-1 0-173 16,5 0 0-16,0 1 0 0,0 1 0 0,-2-1 0 16,2 1 0-16,-3-3 0 0,-4 3 0 15,-3 0 0-15,-5 0-335 0,-1 4-1 0,-3 5 187 16,-4 2-1099-16</inkml:trace>
  <inkml:trace contextRef="#ctx0" brushRef="#br0" timeOffset="49685.71">27875 10592 3414 0,'-7'0'0'0,"4"0"0"0,3 0 0 0,0 1 0 0,0 2 0 0,4 0 0 0,11-1 0 0,6 0 0 0,4-2 0 0,5 2 0 0,2-2 152 16,1 2 34-16,1-2-74 0,1 0-45 0,1 1-67 15,1-1-620-15,-2 4 282 0,1 0 189 0,-1-1 93 16</inkml:trace>
  <inkml:trace contextRef="#ctx0" brushRef="#br0" timeOffset="50061.06">28940 10086 3003 0,'-24'-24'0'0,"3"11"0"0,1 11 0 0,-5 1 0 0,0 1 0 0,-3 0 0 0,-4 17 0 0,-3 13 0 0,-2 10 0 0,-4 13 0 0,7 0 223 16,8 7 387-16,4-1-515 0,9 5-95 0,7-7 0 15,6 13 0-15,0-11 0 0,11 0 0 0,8-10 0 16,8 2 0-16,1-7 0 0,4-4 0 16,0-5 0-16,1-3 0 0,-3-7 0 0,0-4 0 15,-5-5-254-15,3-3-315 0,-8-7 275 0,2-6 58 16</inkml:trace>
  <inkml:trace contextRef="#ctx0" brushRef="#br0" timeOffset="50266.82">29186 10212 3863 0,'0'-5'0'0,"0"3"0"0,0 2 0 0,0 0 0 0,0 3 0 0,-5 13 0 0,-3 4 0 0,-2 4 0 0,-2 14 0 0,-6-1 0 0,-2 9 68 0,-2 3-68 0,1 0 0 15,-4 5 0-15,-2-2 0 0,2 3 0 0,3-2 0 16,2-5 0-16,2-1 0 0,3-3 0 0,5-9 0 16,-2-2-112-16,4-8-267 0,3-2 201 15,2-10 108-15,1-2-956 0,2-7 493 0,0-4 248 16</inkml:trace>
  <inkml:trace contextRef="#ctx0" brushRef="#br0" timeOffset="50460.44">29045 10139 2112 0,'3'-11'0'0,"5"9"0"0,0 2 0 0,1 0 0 0,1 2 0 0,5 14 0 0,0 7 0 0,5 3 0 0,5 12 0 0,-2-2 0 0,-1 5 40 16,0 0 1354-16,1 4-1009 0,-3 3-385 0,-2-3 0 16,4 1 0-16,-5 1 0 0,-1-3 0 0,-2-10 0 15,0 7 0-15,-4-8 0 0,-1-3 0 0,0-7 0 16,-4-4 0-16,1-4 0 0,-5-3-519 0,-1 0-483 15,0-4 482-15,-1-5 240 0</inkml:trace>
  <inkml:trace contextRef="#ctx0" brushRef="#br0" timeOffset="50607.08">29131 10629 2235 0,'-10'-5'0'0,"0"0"0"0,2 2 0 0,3-1 0 0,1 2 0 0,4 0 0 0,0 1 0 0,0 1 0 0,12 0 0 0,12 0 0 0,-1 0 75 0,7 0 716 0,0 7-376 0,3-2-188 15,0 4-93-15,2-4-704 0,2 5 314 0,-2-4 143 16,0 2 76-16,3-2-1005 0,-1-1 514 0</inkml:trace>
  <inkml:trace contextRef="#ctx0" brushRef="#br0" timeOffset="50750.06">29712 10655 3343 0,'2'-1'0'0,"-2"1"0"0,0 0 0 0,0 0 0 0,0 0 0 0,0 7 0 0,-2 6 0 15,-3 4 0-15,-2 5 0 0,-2 1 0 0,0 3 105 0,-3 3-33 0,-2 1 0 0,-1 0-23 16,3-2-10-16,1 0 212 0,1-6-251 16,3 1 0-16,0-4-460 0,7-6 58 0,-2-4 216 0,2-3 113 15</inkml:trace>
  <inkml:trace contextRef="#ctx0" brushRef="#br0" timeOffset="50949.7">29899 10323 3688 0,'17'5'0'0,"1"14"0"0,-8-5 0 0,1 10 0 0,-9 2 0 16,3 6 0-16,-3 3 0 0,-2 10 0 0,0-5 0 0,0 5 0 0,-7-1 135 0,2-9-27 0,1 3-108 0,0-6 0 0,3-8 0 0,-1 0-105 16,2-6-134-16,0-7 138 0,0-2-819 0,0-5 464 15,0-2 233-15,0-2 117 0,0-2-588 0,-4-14 317 16,1-8 174-16,-2-7 82 0</inkml:trace>
  <inkml:trace contextRef="#ctx0" brushRef="#br0" timeOffset="51281.51">29846 10261 2587 0,'3'-22'0'0,"9"2"0"0,6 4 0 0,-3 1 0 0,7 1 0 0,3 5 0 0,1 2 0 0,4 7 0 0,0 0 0 0,2 0 0 0,-2 0 246 0,0 11-104 15,-2 4-51-15,-3 2 100 0,-5 1-76 0,-5 2-28 16,-1 6-39-16,-9-4-9 0,-5 3 0 0,0-1 0 15,-12 1-44-15,-8-3 10 0,-4 0 34 0,-2-2 1 16,-2-3 48-16,-1-5-24 0,5 1 0 0,2-5-52 16,7-1-12-16,0-3 0 0,7 0 0 0,2-2 0 15,6 2 0-15,0 0 0 16,2 3 0-16,16-1 0 0,6 4 0 0,4 0 0 16,2 1 0-16,5 5 0 0,-2-1 0 0,0 2 0 15,-3 1 0-15,-1 3 0 0,-9 2 0 0,-5-3 0 16,-5 3 0-16,-7-1 0 0,-3 1 0 0,0 0 0 15,-17-5 0-15,-9 1 0 16,-6-4 0-16,-1-2 0 0,-4-1 0 0,-1-3 0 0,0 0 0 0,-1-1 0 16,1-3 0-16,3-2 0 15,2 0 0-15,3-2 0 0,11-1 0 0,4 0-439 16,4 0-11-16,7-4 205 0,4-10 103 0,15-1-373 16</inkml:trace>
  <inkml:trace contextRef="#ctx0" brushRef="#br0" timeOffset="51437.36">30575 10689 3299 0,'23'0'0'0,"-9"0"0"0,-2 0 0 0,-9 2 0 0,-3 3 0 0,0 2 0 0,-17 2 0 0,-6 2 0 0,-5 4 0 0,-2 0 0 0,-2 2 424 16,-1 0-216-16,6 1-208 0,-1 0 0 0,11-3 0 16,-1 0 0-16,8 1 0 0,1-3-220 0,9 2 106 15,0-4 76-15,0 1-455 0,24-3 276 0,4-5 124 16</inkml:trace>
  <inkml:trace contextRef="#ctx0" brushRef="#br0" timeOffset="51659.96">31218 10361 3179 0,'-20'-10'0'0,"-5"6"0"0,-3 3 0 0,-5 1 0 0,-7 0 0 15,-5 16 0-15,3 7 0 0,0 7 0 0,7 3 0 0,5 4 0 0,9 4 666 0,12-4-580 0,8 12-86 0,1-7 0 0,8 0 0 16,17-6 0-16,5 0 0 0,8-2 0 0,3-6 0 16,5-4 0-16,1-5 0 0,1-6 0 15,-1-5 0-15,-2-5 0 0,5 0 0 16,-4-3 0-16,-4 0 0 0,1-4-971 0,-4-7 376 16,-8-5 270-16,3-2 148 0</inkml:trace>
  <inkml:trace contextRef="#ctx0" brushRef="#br0" timeOffset="51861.47">31518 10161 3630 0,'15'-9'0'0,"15"9"0"0,0 0 0 0,0 4 0 0,0 7 0 0,0 4 0 0,3 8 0 0,-3 3 0 0,-3 4 0 0,-5 2 0 0,6 13 112 0,-10-2 77 0,-4-2-189 0,-11 4 0 15,-3 3 0-15,-5 2 0 0,-23 4 0 0,-4 0 0 16,-5-6 0-16,-6 1 0 0,-3-4 0 0,0-6 0 15,-17 4 0-15,3-9 0 0,0-1 0 0,9-9 0 16,-2-2 0-16,12-3 0 0,1-2 0 16,10-2-537-16</inkml:trace>
  <inkml:trace contextRef="#ctx0" brushRef="#br0" timeOffset="52002.49">31908 11005 380 0,'-9'-19'0'0,"6"19"0"0,3 0 0 0,0 0 966 0,0 0-502 0,-8 0-251 0,-4 0-687 0,0 0 217 0</inkml:trace>
  <inkml:trace contextRef="#ctx0" brushRef="#br0" timeOffset="133325.47">11713 18138 2644 0,'-2'-11'0'0,"2"10"0"0,0-1 0 0,0 2 0 0,0-2 0 0,0 0 0 0,0 0 0 0,0-1 0 0,0-1 0 0,0 2 0 0,0 1 295 0,0-2-116 0,4 1-58 0,4 1 223 15,1-4-148-15,0 4-67 0,3-1-106 0,-1 0-23 16,0 0 0-16,1 0 0 0,0 1 0 0,-1-1 0 16,-1 0 0-16,1 0 0 0,1 0 0 0,-3 0 0 15,2 1 0-15,-1-2 0 0,1 2 0 0,-2-1 0 16,3-1 0-16,-3 2 0 0,4 0 0 0,-1-3 0 15,-1 3 0-15,-2-1 0 0,3 0 0 0,-1 2 0 16,1-1 0-16,2 1 0 16,-3 0 0-16,3 0 0 0,0 0 0 0,0 0 0 15,1 0 0-15,-2 0 0 0,2 0 0 0,-1 0 0 16,4 0 0-16,-3 3 0 0,2 0 0 0,0 2 0 16,-1-1 0-16,2 2 0 0,0-3 0 0,1 1 0 15,0 0 0-15,1-1 0 0,1 1 0 0,0-2 0 16,1 2 0-16,1-2 0 0,3 1 0 0,-1 0 0 15,1-2 0-15,-2 1 0 0,2 0 0 0,-3 0 0 16,7 0 0-16,-3 1 0 16,1-1 0-16,0 0 0 0,2 1 0 0,-3 0 0 15,5-1 0-15,1 1 0 0,-1-1 0 0,4-1 0 16,3-1 0-16,-4 0 0 0,11 0 0 0,-3 0 0 16,1 0 0-16,6 0 0 0,1 0 0 0,2 0 0 15,12 0 0-15,-13 0 0 0,6-1 0 0,1-1 0 16,-3 0 0-16,3 1 0 0,-3 1 0 15,10 0 0-15,-4-2 0 0,1 2 0 0,-1-3 0 0,13 3 0 16,-6-1 0-16,-4-1 0 0,1 2 0 16,-1 0 0-16,-4 0 0 0,11 0 0 15,-4 0 0-15,6 0 0 0,-1 0 0 0,0 0 0 16,-7 0 0-16,12 0 0 0,-4 0 0 0,1 0 0 16,2-2 0-16,16 0 0 0,-19 0 0 0,9 1 0 15,-1-1 0-15,-1 0 0 0,2 2 0 0,-3 0 0 16,5 0 0-16,9 0 0 0,-18 0 0 0,2 2 0 15,0 5 0-15,-2-2 0 0,2 5 0 0,0-2 0 16,10 1 0-16,-13-2 0 0,4 1 0 16,1 0 0-16,-2-1 0 0,-1 1 0 15,-2-2 0-15,6 1 0 0,10-2 0 0,-17-1 0 16,7-2 0-16,-1 0 0 0,1-1 0 0,2-1 0 16,9 0 0-16,-4 0 0 0,-9 0 0 0,6 0 0 15,-2 0 0-15,-1-1 0 0,1-3 0 0,-5-2 0 16,3 1 0-16,-2 0 0 0,-4 0 0 0,-8 0 0 15,-12 1 0-15,3 1 0 16,-13 1 0-16,6 0 0 0,-15-1 0 0,-4 3 0 16,-6 0 0-16,-3 0 0 0,-5 0 0 0,-6 0 0 15,-1 0 0-15,-6 0 0 0,-1 3 0 16,-2-3 0-16,1 2 0 0,-3-2 0 0,0 0 0 16,0 0 0-16,0 0 0 15,0 0 0-15,0-5 0 0,-3-2 0 0,-3 1 0 0,3 3 0 16,1-1 0-16,0 4 0 0,0 0 0 0,2 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03:13.2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17076 4013 2075 0,'0'-1'0'0,"0"-4"0"0,0 4 0 0,5-3 0 0,0 0 0 0,5 0 0 0,-1 1 0 0,4 0 0 0,0 0 0 0,3 2 0 0,0-4 85 16,3 2-1-16,-2 1 78 0,4-2-46 0,-1 2-11 15,3-2-57-15,3 1 68 0,-5-2-35 0,5 1 1 16,-5 2 11-16,1 0-12 0,-1-3-33 0,0 4 55 15,1 0-55-15,-1 1 0 0,3 0 12 0,5 0 49 16,-5 0-30-16,2 0 0 0,0 0-31 0,2 0 75 16,-3 0-65-16,7 0-58 0,-2 0 0 0,2 0 0 15,2 1 0-15,1-1 0 0,5 1 0 0,5-1 0 16,-2 0 0-16,2 3 0 16,4-3 0-16,2 0 0 0,3 0 0 0,1 0 0 15,-1 0 0-15,11 0 0 0,-5 0 0 0,5 0 0 16,-5 0 0-16,17 2 0 0,0-2 0 0,2 0 0 15,2 0 0-15,-1 2 0 0,1-2 0 0,2 2 0 16,-1-1 0-16,-1 2 0 0,9 0 0 0,-15 0 0 16,6 3 0-16,0 0 0 0,10-1 0 0,-8 1 0 15,4 1 0-15,7-1 0 0,-7-2 0 0,15 1 0 16,-4 0 0-16,4-1 0 16,1-3 0-16,8 0 0 0,-1 2 0 0,0-1 0 15,2-2 0-15,18 1 0 0,-9-1 0 0,3 3 0 16,-18-2 0-16,14 2 0 0,-3 0 0 0,13 2 0 15,-12 1 0-15,-17 1 0 0,12-3 0 0,1 4 0 16,3-3 0-16,15 5 0 0,-26-2 0 0,13-2 0 16,-1 3 0-16,-2-2 0 0,16 2 0 15,-29-3 0-15,12 4 0 0,-3-5 0 16,-1 4 0-16,4 1 0 0,-3-1 0 0,-4 0 0 16,-9 3 0-16,-10-5 0 0,12 4 0 0,-13-3 0 15,1-1 0-15,-18 1 0 0,8-1 0 0,-12-1 0 16,11 1 0-16,-10-2 0 15,-1 0 0-15,-4 0 0 0,1 0 0 0,-9-2 0 0,3 1 0 0,-3 0 0 16,-3-2 0-16,-1 1 0 0,-2 1 0 0,-6-2 0 16,6 0 0-16,-4 1 0 0,-4 1 0 0,-8-2 0 15,6 2 0-15,-4-3 0 0,-1 2 0 16,-6-2 0-16,-5 2 0 0,1-3 0 16,-3 3 0-16,-4-1 0 0,0-2 0 0,-4 2 0 15,0-2 0-15,0 2 0 0,-4-2 0 0,1 0 0 16,-3 0 0-16,0 0 0 0,-1 0 0 0,-3 0 0 15,-1 0 0-15,1 0 0 0,-1 0 0 0,0 0 0 16,0 0 0-16,-2 0 0 0,0 0 0 0,0 0 0 16,0 0 0-16,0 0 0 0,0-2 0 0,0-5 0 15,-10 4 0-15,-7 2-960 0,-13-2 400 0</inkml:trace>
  <inkml:trace contextRef="#ctx0" brushRef="#br0" timeOffset="22278.03">9408 10526 2263 0,'-5'0'0'0,"1"-2"0"0,0 1 0 0,1-2 0 0,1 1 0 0,1 1 0 0,1-1 0 0,0 2 0 0,0-2 0 0,0 2 0 0,0 0 100 15,0 0-17-15,0 0 143 0,0 0-91 16,0 0-45-16,0 0-1 0,0 0 43 16,0 0-32-16,1 0-12 0,2 0 38 0,1 4-41 15,0-3 1-15,-1 1-42 0,4 1 179 0,-4-2-162 16,3 3-61-16,-2-3 0 0,1 1 0 0,0 0 0 15,2 0 0-15,-2 0 0 0,1-1 0 0,-1 4 0 16,1-4 0-16,4 4 0 0,-5-4 0 0,1 2 0 16,-1 2 0-16,2-3 0 0,-1 1 0 0,-2 1 0 15,0-2 0-15,0 2 0 16,-1-2 0-16,1-1 0 0,-2 2 0 0,1 0 0 16,-1-2 0-16,3 4 0 0,-1-1 0 0,1 0 0 15,-1-1 0-15,1 1 0 0,1 0 0 0,2 1 0 16,-1 1 0-16,4 0 0 0,-4-1 0 0,3 1 0 15,-1 0 0-15,4-1 0 0,-3 1 0 0,1-1 0 16,0 1 0-16,1-1 0 0,-3 0 0 0,5-2 0 16,-3 1 0-16,0-1 0 0,2 1 0 0,0-2 0 15,3 0 0-15,-2 0 0 0,0 1 0 16,0-3 0-16,2 0 0 0,-2 0 0 16,2 0 0-16,-1 1 0 0,0-1 0 0,0 0 0 15,-3 0 0-15,4 0 0 0,-2 0 0 0,0 0 0 16,1 0 0-16,0 0 0 0,0 0 0 0,-2 2 0 15,2-2 0-15,2 0 0 0,-2 2 0 0,2-2 0 16,0 0 0-16,0 0 0 0,1 0 0 0,-1 0 0 16,3 0 0-16,0 0 0 0,-1 0 0 0,2 0 0 15,-1 0 0-15,-1 0 0 0,2 0 0 0,-3 0 0 16,3 2 0-16,-3-2 0 16,3 0 0-16,-2 0 0 0,0 0 0 0,2 0 0 15,0 0 0-15,-1 0 0 0,2 0 0 0,-1 0 0 16,-1 0 0-16,3 0 0 0,-2 0 0 0,2 0 0 15,2 0 0-15,-5 0 0 0,2 0 0 0,3 0 0 16,-5 0 0-16,3 0 0 0,0 0 0 0,-2 0 0 16,4 0 0-16,0 0 0 0,-1 0 0 15,-1 1 0-15,4 1 0 0,0 0 0 0,-3 0 0 0,3 1 0 16,-6 0 0-16,4-1 0 0,2 1 0 16,-1 1 0-16,-1-3 0 0,1 3 0 15,1-2 0-15,-5 2 0 0,6 0 0 0,0-2 0 16,-2-1 0-16,1 3 0 0,-1-2 0 0,-1 0 0 15,7 0 0-15,-2 0 0 0,0-2 0 0,2 0 0 16,0 2 0-16,-2-2 0 0,2 0 0 16,0 1 0-16,0-1 0 0,1 3 0 0,-1-3 0 0,0 0 0 15,0 1 0-15,2 2 0 16,-2-1 0-16,1-2 0 0,1 1 0 0,-2 1 0 16,3 2 0-16,2-2 0 0,-2 0 0 0,3-1 0 15,-1 1 0-15,0 0 0 0,2 2 0 0,4-2 0 16,-4 0 0-16,1 1 0 0,1-1 0 0,-4 2 0 15,11-2 0-15,-5 0 0 0,0-1 0 0,2 4 0 16,-6-4 0-16,12 3 0 0,-3-2 0 16,-2 2 0-16,0 0 0 0,0-1 0 0,-7-1 0 0,12 2 0 15,-6 0 0-15,2 0 0 0,-2 0 0 16,2-1 0-16,-6 2 0 0,12 1 0 16,-2-2 0-16,-1 1 0 0,1 1 0 0,2-1 0 15,-3 1 0-15,1 2 0 0,2-2 0 0,-3-1 0 16,3 1 0-16,0 0 0 0,-1 0 0 0,1-1 0 15,3 0 0-15,-1-1 0 0,-3 2 0 0,1-1 0 16,0 1 0-16,-3 0 0 0,1-1 0 0,0-1 0 16,-1 2 0-16,5-1 0 0,1-1 0 15,8 0 0-15,-4 0 0 0,-9-3 0 0,5 3 0 0,0-2 0 16,1 2 0-16,1 0 0 16,-1-3 0-16,8 3 0 0,-5-2 0 0,4 2 0 15,-5-2 0-15,13 0 0 0,-6 0 0 0,1-1 0 16,-4-1 0-16,3 3 0 0,-9 0 0 0,14-1 0 15,-6 2 0-15,3-2 0 0,-1 2 0 0,0-3 0 16,-8 1 0-16,15 0 0 0,-9 2 0 0,1-2 0 16,0-1 0-16,-1 2 0 0,9 0 0 0,-5 0 0 15,-1 0 0-15,-1-2 0 0,2 2 0 16,-4-1 0-16,-5-1 0 0,13 1 0 16,-5 0 0-16,4-1 0 0,-3 1 0 0,-2 3 0 15,-7-4 0-15,13 1 0 0,-9 2 0 0,2 0 0 16,0 0 0-16,-1-1 0 0,-1 1 0 0,9-2 0 15,-7 2 0-15,0-3 0 0,-4 2 0 0,4-2 0 16,-6 1 0-16,11-2 0 0,-7 2 0 0,1-2 0 16,-1 2 0-16,-2-2 0 0,-11 1 0 0,6 2 0 15,-4-3 0-15,-1 1 0 16,-3-1 0-16,-6 2 0 0,4-2 0 0,-10 2 0 16,3 0 0-16,-3 0 0 0,-1 0 0 0,-4 0 0 15,-3 0 0-15,-2 1 0 0,-4-1 0 0,-1 0 0 16,-1 0 0-16,-2 0 0 0,-2 1 0 0,-3-1 0 15,0 0 0-15,-1 1 0 0,-2-1 0 0,-1-1 0 16,-3-1 0-16,0 0 0 0,-1 0 0 0,0 0 0 16,-2 0 0-16,0 0 0 0,-1 0 0 0,1 0 0 15,0-1 0-15,-1-8 0 0,-1-2 0 0,-2 2 0 16,0-4 0-16,0 0 0 0,-9 0 0 16,-4 3 0-16,-11 2 0 0,-7 8 0 15</inkml:trace>
  <inkml:trace contextRef="#ctx0" brushRef="#br0" timeOffset="29197.91">15571 8513 2502 0,'-1'0'0'0,"-4"-2"0"0,3 1 0 0,0-2 0 15,2 0 0-15,-3 2 0 0,1 1 0 0,0 0 0 0,0 0 0 0,-1 0 0 0,-1 0 79 0,-1 0 120 0,-2 0-81 0,-2 7-29 0,0 2-11 0,-3 4 103 16,-3 7-72-16,0 0-35 0,0 7 0 0,-2 5 101 15,-3 6-74-15,1-3-31 0,3 5 0 0,-2 1-58 16,5 2-12-16,3-2 0 16,-1 8 0-16,6-7 0 0,3-7 0 0,2 3 0 15,0-4 0-15,0-8 0 0,9 6 0 0,4-8 0 16,1-1 0-16,0-2 0 0,2-7 0 0,0 3 0 16,2-3 0-16,-2-1 0 0,3-4 0 0,-2 0 0 15,0-3-148-15,0 0-20 0,-2-5 71 0,4 1-227 16,-3-2 143-16,3 0-491 0,2-2 308 0,1-11 167 15,1-3 80-15,2-7-529 0</inkml:trace>
  <inkml:trace contextRef="#ctx0" brushRef="#br0" timeOffset="29593.43">15892 8766 2794 0,'-2'-2'0'0,"-3"1"0"0,-1 1 0 0,-4 0 0 0,3 0 0 0,0 0 0 0,0 0 0 0,-2 9 0 0,4 6 0 0,3 2 0 0,-2 4 69 0,4 3 185 0,0-1-108 0,0 6-54 15,0-1-17-15,4 3 45 0,5-3-41 0,3 0 0 16,3-4-41-16,0 1 8 0,0-7 2 0,6 4-9 16,-3-8-46-16,1-2 1 0,2-1 43 0,-1-4-27 15,1-3 8-15,0-2-18 0,-3-2 0 0,1 0 0 16,-1 0 0-16,-2-4 0 0,0-9 0 0,-4-3 0 15,1-4 0-15,-1 0 0 0,-3-5 0 0,-2-1 0 16,-3-2 0-16,1-3 0 0,-4 2 0 0,-1-3 0 16,0 0 0-16,0 0 0 15,-8 6 0-15,-3-5 0 0,-2 9 0 0,0 5 0 16,-4 0 0-16,0 4 0 0,-4 4 0 0,1 3 0 16,-1 4 0-16,-2 2 0 0,3 0 0 0,-1 2 0 15,2 10 0-15,3 2 0 0,2 1 0 0,1 4 0 16,4 0 0-16,4 2-262 0,0-1-138 15,5 1 189-15,0 0 71 0,0-2-272 0,5 0 187 0,7-1 84 16,8 0 57-16,-2-8-612 0</inkml:trace>
  <inkml:trace contextRef="#ctx0" brushRef="#br0" timeOffset="29801.06">16441 8942 3633 0,'5'1'0'0,"1"0"0"0,-3 3 0 0,1 0 0 0,-1 2 0 0,-1 1 0 0,-2 0 0 0,0 5 0 15,0-1 0-15,0 2 0 0,0 0 169 0,0 5-71 0,-5-1-67 0,-2-1-31 0,-1 4 0 16,-2-2 0-16,-2 1 0 0,-5 1 0 0,2-1 0 16,2-4 0-16,-4 0-89 0,0 0 38 0,2-4 53 15,2-3-706-15,3-2 361 0,1-5 54 0,5-1-588 16</inkml:trace>
  <inkml:trace contextRef="#ctx0" brushRef="#br0" timeOffset="30245.72">16864 8593 1875 0,'-5'0'0'0,"3"0"0"0,2 0 0 0,-2 0 0 0,2 0 0 0,-1 0 0 0,1 0 0 0,0 0 0 0,0 4 0 0,0 6 0 0,0 1 162 0,0 2-62 16,0 2 115-16,0 2-94 0,0 3-43 0,0 3 1 16,0 2 51-16,0-2-47 0,0 0-15 0,0 6-8 15,0-3 13-15,0-1-37 0,0-1 1 0,0-4-40 16,0 5 10-16,0-3 30 0,0-1-1 15,0-2-207-15,0 0 104 0,0-2 51 16,-2-4 35-16,2-2-391 0,0-2 187 0,0-3 54 16,0-4-331-16,0 0 213 0,0-2 97 0,0 0-326 15,0-10 221-15,0-7 110 0,0-5 56 0</inkml:trace>
  <inkml:trace contextRef="#ctx0" brushRef="#br0" timeOffset="30686.62">16779 8550 1995 0,'-12'-15'0'0,"5"6"0"0,0 0 0 0,1 2 0 0,4-2 0 0,2 4 0 0,0-3 0 0,2 1 0 0,11 2 0 0,6-1 0 0,-1 2 415 0,10 0-193 15,1 3-94-15,-1-2-45 0,2 2 88 0,0 1-67 16,-6 0-25-16,6 1-53 0,-5 9 10 0,-5-1 1 16,-1 1-1-16,-3 2-58 0,-4 4 24 0,-4 1 1 15,-5 1 33-15,-1 3-31 0,-2 3 0 0,0-3 40 16,-13 3 27-16,-4-1-36 0,1-1-43 0,-5-1 34 15,0-2 183-15,1-2-80 0,-7 1-73 0,5-6-57 16,6-1 0-16,-4-4 0 16,6 1 0-16,4-4 0 0,2 0 0 0,3-3 0 15,3 2 0-15,2-3 0 0,0 3 0 0,6-1 0 16,10 0 0-16,9 2 0 0,1-3 0 0,2 3 0 16,2 0 0-16,2 0 0 0,-2 2 0 0,-2-1 0 15,-1 4 0-15,-3 1 0 0,-6-2 0 0,0 5 0 16,-4 2 0-16,-2 0 0 0,-5 2 0 15,-3-1 0-15,-4 3 0 0,0 2 0 16,-5 1 0-16,-11 1 0 0,-4 0 0 0,-5-3 0 16,-5-2 0-16,-2 3 0 0,-7 1 0 0,1-8 0 15,1-1 0-15,-4-1 0 0,7-5 0 0,-1-2 0 16,2 0 0-16,11-5 0 0,-1 0 0 0,12 0 0 16,0 0 0-16,3-6 0 0,8-5 0 0,0-1 0 15,2-1 0-15,17-4 0 0,3 2-501 0,6 1 182 16,2 1 150-16,2 1-814 0,0 0 473 0</inkml:trace>
  <inkml:trace contextRef="#ctx0" brushRef="#br0" timeOffset="30889.75">17453 8942 3931 0,'3'0'0'0,"1"1"0"15,-2-1 0-15,-2 1 0 0,0 3 0 0,0 0 0 0,0 4 0 0,0-3 0 0,-2 6 0 0,-3-1 0 0,-4 3 0 0,0 0 0 0,-2 2 0 16,-1 0 0-16,2 0 0 0,-3 0 0 0,-1 2 0 16,0-1 0-16,-2-4 0 0,0 3 0 0,-2-2 0 15,2-1 0-15,2-3-334 0,2-3-31 0,1-1 108 16,4-1-749-16,4-2 485 0,3-2 243 0</inkml:trace>
  <inkml:trace contextRef="#ctx0" brushRef="#br0" timeOffset="31205.43">18033 8680 2936 0,'0'-15'0'15,"0"0"0"-15,-2 2 0 0,-4-2 0 0,-1 7 0 0,-4-2 0 0,-3 3 0 0,-2 3 0 0,-7 3 0 0,-2 1 0 0,-1 0 167 16,-2 11-57-16,-2 7 146 0,2 4-109 0,0 2-56 0,4 4-28 0,3 2 98 16,6 2-161-16,5 1 0 0,6-1 0 0,4 3 0 15,0-4 0-15,6 1 0 0,11-4 0 0,2 0 0 16,5-3 0-16,0-5 0 0,5-2 0 0,-1-3 0 16,2-4 0-16,0-2 0 0,-2-1 0 15,-5-5 0-15,1-3 0 0,0 0 0 0,-3 0 0 0,2 0 0 16,-5-8 0-16,2-2-116 0,-6-3-243 0,2-1 162 15,-4-1-624-15,2-2 397 0,-1-3 194 0,-2-3-552 16</inkml:trace>
  <inkml:trace contextRef="#ctx0" brushRef="#br0" timeOffset="31465.62">18283 8377 3788 0,'0'-3'0'0,"0"1"0"0,0 0 0 0,2 2 0 0,0 0 0 0,1 0 0 0,8 0 0 0,5 0 0 0,2 11 0 0,3 4 0 0,4 4 143 0,1 2-143 0,0 1 0 0,2 7 0 16,-4-1 0-16,3 2 0 0,-4 0 0 0,-5 2 0 15,1-2 0-15,-6 2 0 0,-1-1 0 0,-5 3 0 16,-5 2 0-16,-2 0 0 0,0 5 0 0,-13-6 0 16,-8 7 0-16,-2-5 0 0,-2-1 0 0,-2 0 0 15,-3-2 0-15,2-8 0 0,-8 6 0 0,0-6 0 16,8-7 0-16,-4-1 0 0,4 0 0 0,7-7 0 15,-1 0 0-15,2 0-8 16,6-3-288-16,3-1 124 0,5 3 71 0</inkml:trace>
  <inkml:trace contextRef="#ctx0" brushRef="#br0" timeOffset="31649.34">18864 9114 3931 0,'0'0'0'0,"3"0"0"0,8 0 0 0,-7 0 0 0,-2 0 0 0,-2 0 0 0,0 0 0 0,0 0 0 0,0 0 0 0,0 0 0 0,0 0 0 0,-6 0 0 0,-1 3 0 16,0 5 0-16,-5 5-844 0</inkml:trace>
  <inkml:trace contextRef="#ctx0" brushRef="#br0" timeOffset="49284.84">26758 5767 2114 0,'-4'-10'0'0,"0"7"0"0,0 1 0 0,2 0 0 0,-1 2 0 0,0 0 0 0,-2 0 0 0,-4 2 0 0,-5 17 0 0,-2 6 0 0,-9 8 199 0,-5 8-74 0,-5 10 209 16,-11 13-148-16,0 0-69 0,-18 13-33 0,-2 2 160 15,-8 4-97-15,-3 4-37 0,-14 21-12 16,2-13 11-16,3-1-45 0,13-13-64 0,-7 4 0 16,15-12 0-16,-10 13 0 0,13-15 0 15,13-12 0-15,0-1 0 0,4-9 0 0,8-9 0 16,0-3 0-16,10-9 0 0,-1-2 0 0,3-5 0 16,6-4 0-16,3-4 0 0,0-4 0 0,4-3 0 15,4-6-80-15,0 0 24 0,2 0-8 0,3-7-487 16,3-18 257-16,0-10 123 0,12-9-396 0,11-16 258 15,7-5 118-15,8-19-311 0,0 4 226 16,1 1 114-16,-9 13 55 0,2-3-148 16,-7 14 90-16,-1 3 64 0,-5 7 21 0,-2 13 147 15,-4 2-83-15,0 9 0 0,-4 9-19 0,1 2 177 16,-3 6-121-16,2 4-35 0,-1 1 466 0,-1 20-191 16,-5 8-152-16,-2 11 55 0,0 6 476 0,-13 17-295 15,-11-1-148-15,-6 8 328 0,-6 7-226 0,-8 11-130 16,1-8-60-16,-4-4 269 0,8-10-244 0,-2 2-134 15,9-12 0-15,-2 1 0 0,7-9 0 16,13-12 0-16,3-4 0 0,6-8 0 0,5-5 0 16,3-4 0-16,23-7 0 0,15-8 0 15,23-5 0-15,24-22 0 0,10-13 0 0,22-15 0 16,-3 1 0-16,0 0 0 0,5-4 0 0,-4 1 0 16,-16 7-612-16,18-11 46 0,-27 13 258 0,3-7 129 15,-7 2-341-15</inkml:trace>
  <inkml:trace contextRef="#ctx0" brushRef="#br0" timeOffset="50200.17">26766 5918 2024 0,'0'-2'0'0,"0"-2"0"0,0-4 0 0,-1 1 0 0,1-2 0 0,0-2 0 0,0-3 0 16,1-2 0-16,3 1 0 0,2 0 0 0,0-6 110 0,1-4 133 0,-2 2-96 0,0-3-48 0,0 0 0 15,-1-4 93-15,0-1-58 0,0 0-48 0,-1-5 111 16,1 0-73-16,0-7-36 0,-1 0-1 0,3 1 43 15,0-12-46-15,1 0 0 0,3-8-81 0,-3-1-3 16,5 2 0-16,-3 0 0 16,4-15 0-16,-1 2 0 0,0 0 0 0,1-7 0 15,-1 1 0-15,-1 1 0 0,-4 4 0 0,0 4 0 16,-2 2 0-16,-3 4 0 0,0-1 0 0,-1 6 0 16,-1-12 0-16,0 8 0 0,0 9 0 0,0-2 0 15,0 2 0-15,0 0 0 0,0 5 0 0,0-2 0 16,0 6 0-16,0 1 0 0,2 4 0 0,0 5 0 15,0-2 0-15,3 5 0 0,-4 1 0 0,3 4 0 16,-2 7 0-16,0-2 0 0,1 5 0 0,1 3 0 16,-2 0 0-16,-1 6 0 15,3-3 0-15,-2 4 0 0,-1-1 0 0,2 3 0 16,-1-1 0-16,-1-1 0 0,2 2 0 0,-1 1 0 16,0 1 0-16,0 0 0 0,-1 3 0 0,1-2 0 15,-2 2 0-15,0-1 0 0,0 2 0 0,0 0 0 16,0 0 0-16,0 0 0 0,0 0-50 0,0 11-4 15,0 3-13-15,0 7 36 0,-9 1 4 0,-5 2-10 16,-2 7 61-16,-5 3-7 16,-2 1-46-16,1-2 100 0,0 3-47 0,2-6 2 15,-2 3-53-15,1-2-44 0,-1-1 54 0,1-4 17 16,4 1-13-16,2-9-127 0,2-1 57 0,4-2 16 16,1-5-207-16,2-5 112 0,3-1 62 0,1-1 7 15,0-3-122-15,2 0 88 0,0-12 38 0,10-11-219 16,14-8 129-16,0-3 64 0,5-6 20 15,1-5-278-15,-2-6 161 0,-2 0 81 16,-4-3-30-16,-2 0 56 0,2 3-14 0,-4 4 69 16,-2 15 175-16,-3 0-88 0,-5 14-43 0,1 4-1 15,-3 5 497-15,1 0-264 0,4 9-138 0,1 0 284 16,1 0-191-16,11 15-7 0,2 0 50 0,9 5 278 16,5 3-225-16,3 3-113 0,1 2-57 0,1 6 239 15,-2 4-187-15,6 5-159 0,-6-1-259 0,0 0 67 16,-2 7 122-16,1 4 60 0,-5-3-771 0,9 18 407 15,-7 2 126-15,7 13-376 0</inkml:trace>
  <inkml:trace contextRef="#ctx0" brushRef="#br0" timeOffset="50678.41">26735 5872 2391 0,'-4'-5'0'0,"2"1"0"0,0 0 0 0,2 0 0 0,0-1 0 0,0-1 0 0,6 0 0 0,15-1 0 0,5 2 0 0,10-3 0 0,14 1 97 0,12-1 260 16,5 2-152-16,7 1-77 0,20 1-38 0,-7 0 94 15,28 1-73-15,-5 0 0 0,27-1 85 0,2 1-135 16,13-1-61-16,5-2 0 15,26 0 0-15,-8 1 0 0,-3 0 0 0,-2 1 0 0,-25 1 0 16,11-5 0-16,-16 4 0 0,-32-2 0 16,-2 1 0-16,-23 0 0 0,1 0 0 0,-14 0 0 15,2 1 0-15,-20 0 0 0,-9-2 0 0,-8 2 0 16,-15 3 0-16,-3-1 0 0,-9 0 0 0,-4 0 0 16,-3 0 0-16,-1 0 0 0,-2 1-441 0,-12-1 121 15,-1-4 137-15,-2 2-587 0,4-2 359 0,2-1 178 16,5-4 90-16</inkml:trace>
  <inkml:trace contextRef="#ctx0" brushRef="#br0" timeOffset="50874.94">29854 5427 2902 0,'7'2'0'0,"6"7"0"0,9-1 0 0,4-1 0 0,7-1 0 15,6 0 0-15,3 2 0 0,4 1 0 0,1 4 0 0,3-3 0 0,1 5 139 0,-4 1-44 0,-5 1 0 0,-1 0-44 0,-11-2 579 16,-5 2-611-16,-1 4-19 0,-8-6 0 0,-4 3 0 15,-7 1 0-15,-5 2 0 0,-5 1 0 16,-25 7 0-16,-8-4 0 0,-19 7 0 16,-6 0 0-16,-22 9-48 0,12-6-89 0,-31 10-759 15,-14 3 429-15,-2 1 181 0,-18 6 115 0,-27 11-308 16</inkml:trace>
  <inkml:trace contextRef="#ctx0" brushRef="#br0" timeOffset="53214.21">27669 4043 568 0,'0'-4'0'0,"0"2"0"0,0-1 0 0,0 1 0 0,0 1 0 0,0-2 0 0,0 2 0 0,0-2 0 0,-1 3 0 0,-1 0 0 0,-2 0 32 0,-1 0-54 16,-2 0-1-16,-4 3 48 0,4 2 7 0,-3 5-63 0,-4 0 1 16,1 0 49-16,-4 3-47 0,-1 4 0 0,-3 0 46 15,-2 4-4-15,-3-1-52 0,0 1-1 0,-2 1 36 16,-2 1 8-16,-2 1-47 0,-5 0 0 15,4-1 33-15,-2-3 0 0,-2 3 0 16,2 0 6-16,2-2 9 0,-7 5-11 0,3-2-3 16,0 4 2-16,0-1 61 0,-2 1-59 0,7-1-1 15,-12 6 1-15,7-1 40 0,-3 0-1 0,-1 0-27 16,2 2-7-16,4-6 46 0,-4 7-42 0,1-4 8 16,3-1 28-16,1-2-30 0,2 0-2 0,4-3 6 15,-8 5-5-15,4-2 4 0,2-1-3 0,1 3-28 16,-2-1 28-16,6-2 2 0,-10 5-3 15,1 2-50-15,-1-2 46 0,4 2 2 16,-4 1 0-16,1-2-35 0,-1 3-6 0,-2-2 36 16,0 0-25-16,0-1 23 0,-1-1 0 0,1 2-15 15,-3-2 9-15,-1 2 3 0,0-1-4 0,-4 1-4 16,5 0 6-16,-3 2 0 0,-1 0 0 0,3 1-7 16,0 0 7-16,0 1 1 0,5-4 0 0,2-3-42 15,-3 5 39-15,2-5 1 0,5-1-43 0,1-2-1 16,-1 0 37-16,3-3 0 0,-1 1-60 0,-1 0 59 15,3 0-6-15,-1-2-27 0,6 0 19 0,-3-2 10 16,4-2-11-16,4-1-27 16</inkml:trace>
  <inkml:trace contextRef="#ctx0" brushRef="#br0" timeOffset="53649.49">25210 6030 649 0,'0'-4'0'0,"2"2"0"0,0 1 0 0,0-2 0 0,1 0 0 0,-2 1 0 0,5-2 0 0,-2 2 0 0,2 1 0 0,0-2 0 0,-2 2 78 16,0-1 7-16,4 0-41 0,0 2 11 15,4 0-47-15,-3 0-1 0,3 0 34 0,4 0 1 0,1 0-48 16,1 0 10-16,7 0 34 0,0 0-1 0,1 2-47 15,0 4 42-15,0 0 3 16,-1 0-8-16,7 2-64 0,-4 3 0 0,2 2 43 16,2 3-39-16,3 6-1 0,-3-2 43 0,10 9 0 15,-1-1 3-15,4 2-7 0,3 0 5 0,10 6 48 16,-9-7-45-16,14 6-7 16,-8-3 2-16,4 2 55 0,2-1-54 0,-1 5 4 15,-7-5 1 1,10 11-18-16,-8-3 15 0,-1 2 12 0,-1 3-33 0,-2-3 26 0,-8-4 2 0,9 10-45 0,-8-6 1 0,3-2 32 15,-1 1 3-15,3-3-50 16,-6-6 49-16,12 5-9 0,-12-6 6 0,4-1-34 16,-2-3 31-16,-7-4-7 0,5 0 5 0,-11-4-39 15,-2-2 38-15,-4-3-9 0,-1-2-35 0,-7-3-3 16,1 0 43-16,-1-5-144 0,-4-3 69 0,2-2 26 16,-4 0 1-16,0 0-234 0</inkml:trace>
  <inkml:trace contextRef="#ctx0" brushRef="#br0" timeOffset="54162.63">27657 3994 897 0,'-5'-13'0'0,"-3"3"0"0,3 5 0 0,2 1 0 0,1 1 0 0,2 1 0 0,-2 1 0 0,2 1 0 0,0 0 0 0,0 0 0 0,4 3 49 0,12 6 13 0,6 4-12 0,9 4 9 15,8 1-10-15,4 2 1 0,15 6-40 0,-9-6 52 16,15 9-12-16,-4-3-46 0,2 1 0 0,-4 4 46 16,-9-1-2-16,12 6-35 0,-9-1 15 0,-5 1 14 15,-2-4-14-15,-2 4-43 0,2 1 1 16,-5-1 48-16,0 1-16 0,0 1-31 15,1-1 31-15,0 1 9 0,-2 0-43 0,5-2 40 16,-4 2-5-16,3-5-67 0,-3 1 32 0,2-2-1 16,2-4 32-16,-3 1-102 0,0-6 43 0,1 0 0 15,-5-3 39-15,-4-3-34 0,2-2-16 0,-3 0 52 16,-2-5-147-16,-2-1 67 0,-3-1 19 0,-4-1-1 16,0-3-131-16,2 2 83 0,-4-1 22 0,-1-1-126 15,1 2 83-15</inkml:trace>
  <inkml:trace contextRef="#ctx0" brushRef="#br0" timeOffset="54548.5">29461 5153 1029 0,'-10'0'-2'0,"8"0"2"0,-2 0-1 16,0-1 0-16,2-3 1 0,-1 2 0 0,1 0 0 0,2 0 0 0,-2 0 0 0,1 1 0 0,-1 1 150 0,-4 0-57 0,2 0 0 0,-2 3-12 15,-1 4-32-15,-2 4 0 0,-3 4 13 0,-1 2 15 16,-4 4-28-16,0 3 0 0,-3 3 1 0,-7 7 30 16,2-4 14-16,-8 9-45 0,-2 3 27 0,-7 4-27 15,-2 2 0-15,-7 4 0 0,-1 2 26 0,-4 3-26 16,-1 3 0-16,-8 10-30 0,5-7 30 0,-1 5 0 16,5-11 10-16,-10 13-52 0,3-8 39 0,-2 3 0 15,0-4 1-15,0 5 47 0,10-8-34 0,-15 15-21 16,7-6-20-16,1-1 23 0,0-2 0 0,4-5 11 15,-16 14-38-15,5-7 30 16,1 1-1-16,-1 0-61 0,-2 5 0 0,12-8 65 16,-16 11-8-16,9-9-98 0,11-13 43 0,-1 1-13 15,4-5 55-15,12-12-67 0,-2 3 27 0,9-7-22 16,9-8-61-16,-2-3 45 0,12-6-1 0,1-4 43 16,3-5-141-16,7-4 70 0,-1-1 34 0,4-2-364 15,0-2 185-15,13-18 56 0,11-10 58 0,6-8-448 16</inkml:trace>
  <inkml:trace contextRef="#ctx0" brushRef="#br0" timeOffset="55853.58">27555 5468 1416 0,'-1'0'0'0,"-1"0"0"0,-1 0 0 0,0 0 0 0,1 0 0 0,2 0 0 0,-2 0 0 0,-1 0 0 0,3 0 0 0,0-1 0 0,0-3 81 0,0 0 33 16,0-2-33-16,0-3 1 0,10 2-21 0,1-5 27 16,1-1 0-16,6-4-39 0,1 0 1 0,4-1 46 15,2-3-35-15,0-3-11 0,8-5 62 0,-3 3-32 16,4-2 1-16,2-2 36 0,1-1-21 0,3 0-13 16,1-4-33-16,2 0 52 0,6-4 1 0,-1 0-54 15,-2 1 13-15,15-13 40 0,7-5-52 0,-1 0-1 16,10-6 0-16,6-4-47 15,0-4 13-15,4-1 34 0,1 1-55 0,2-2 0 16,-5 3 55-16,0 4-191 0,-10 7 99 0,10-12 16 16,-17 12 0-16,-10 7-52 0,7-1 46 0,-7 6 2 15,-9 4 2-15,9-6-13 0,-9 11 39 0,-6 6-25 16,3-3 77-16,-11 8-7 0,6-4-48 0,-11 9 0 16,-2-3 45-16,-1 2 11 0,-3 2-50 0,-7 3 81 15,1 0-27-15,-4 0-1 0,-1 4-40 16,-4-3 86-16,1 6-38 0,-7 0 22 15,3 2-39-15,-4 1 33 0,0-1-35 0,-2 3-9 16,0 2-31-16,0-2-2 0,0 2 0 0,0-2 0 16,0 4 0-16,0 0 0 0,0-2 0 0,0 1 0 15,-5 2 0-15,-2 0 0 0,-3 0 0 0,-2 0-119 16,-3 7 34-16,-1 1 45 0,-9 3 1 0,-2 4-27 16,-3-3 15-16,-5 5-1 15,-2-1 83-15,1-4-5 0,-6 5-55 0,2-1 10 0,7-5 94 0,-2 0-43 16,-3 2 7-16,8-4-15 0,0-2 21 0,11 2-48 15,-2-7 41-15,5 3 25 16,4-4-36-16,1 2-13 0,4-3 19 0,0 0-68 16,5 0 52-16,0 0-3 0,2 0 46 0,0 0-60 15,0 0 0-15,0-4 0 0,7-6 0 0,11-1-2 16,7-3 4-16,3 0-139 0,9-4 63 0,1-1 37 16,1-2-9-16,5 1-27 0,-3 2 24 15,-4 3-2-15,9-3 14 0,-14 4-31 0,1 3 21 16,-3 0 22-16,-9 5 97 0,1-1-55 0,-3 5-10 15,-3-1-36-15,-3 1 220 0,-1 2-102 16,-2 0-36-16,-1 0 119 0,1 0-100 0,-1 7-72 16,-2 2 0-16,1 0 0 0,-2 2 0 0,-1-1 0 15,2 3 0-15,-5-2 0 0,3 2 0 0,-3-1 0 16,-2 0 0-16,3-1 0 0,-3 3 0 0,0-1 0 16,0 1 0-16,0-1 0 0,0 2 0 0,-3 0 0 15,-5-3 0-15,3 3 0 0,-3 1 0 16,-1-1 0-16,2-2 0 0,2 2 0 15,-1-2 0-15,1-2 0 0,1 1 0 0,0-1 0 16,0-1 0-16,1 1 0 0,1-3 0 0,0 1 0 16,1-2 0-16,-4 0 0 0,3-1 0 0,-1 0 0 15,3-1 0-15,-2 1 0 0,2-5 0 0,-2 4 0 16,2-4 0-16,0 2 0 0,0-1 0 0,-3-2 0 16,3 0 0-16,0 0 0 0,0 0 0 0,0 0 0 15,0 0 0-15,0 0 0 16,0 0 0-16,0 0 0 0,0 0 0 0,0 0 0 15,0 0 0-15,0 0 0 0,-1 0 0 0,0 0 0 16,-2 0 0-16,-4 0 0 0,-1 0 0 0,-3 5 0 16,-1 4-71-16,-6 6-277 0,4 6-461 0</inkml:trace>
  <inkml:trace contextRef="#ctx0" brushRef="#br0" timeOffset="78044.58">20593 10553 2603 0,'-3'-9'0'0,"0"8"0"0,3-1 0 0,0 2 0 0,0-3 0 0,0 3 0 0,0 0 0 0,0 0 0 0,0 0 0 0,8 0 0 0,3 11 91 0,3 2 220 16,4 1-136-16,-1 2-68 0,1 0-34 0,0 0 42 16,3 4-43-16,-3 1 0 0,-1-3-81 0,-4-2 48 15,3 1 0-15,-4-1-222 0,-3 1 105 0,1-1 59 16,-4-3 30-16,-1 2-478 0,-3-6 242 0,0 3 62 16,0-5 81-16,0-2-529 0,-2-3 286 0,1-2 143 15,1 0 71-15,7-5-389 0</inkml:trace>
  <inkml:trace contextRef="#ctx0" brushRef="#br0" timeOffset="78249.14">20983 10386 2753 0,'0'-7'0'0,"0"6"0"0,0-1 0 0,0 2 0 0,0 0 0 0,-3 9 0 0,-3 7 0 0,-3 4 0 0,-1 8 0 0,-1 2 0 0,-5 9 211 0,0 5-86 0,-5 2 540 15,1 3-488-15,-3 4-177 16,1-1 0-16,-5 3 0 0,5-3 0 0,-2 2 0 15,1-4 0-15,2 2 0 0,-1-3 0 0,1 0 0 16,0-2 0-16,3-3 0 0,4-9 0 0,2-1 0 16,6-10-116-16,1-2 19 0,5-9 61 0,0-1-925 15,0-6 451-15,7-6 240 0,11-3 116 0</inkml:trace>
  <inkml:trace contextRef="#ctx0" brushRef="#br0" timeOffset="78403.57">21091 10891 3063 0,'4'0'0'0,"-3"3"0"0,-1 4 0 0,0 4 0 0,-1 1 0 0,-9 1 0 0,0 2 0 0,-2 2 0 0,1 2 0 0,-3 1 0 0,5 1 183 0,-3-1-96 0,3 2 0 0,3-4-48 16,1 1 0-16,5-4-502 0,0-4 260 0,0-3 117 16,0-3 62-16,9-5-828 0</inkml:trace>
  <inkml:trace contextRef="#ctx0" brushRef="#br0" timeOffset="78659.93">21331 10569 2503 0,'22'-13'0'0,"5"0"0"0,-1-1 0 0,4 2 0 0,2 0 0 0,2 3 0 0,0 3 0 0,-1 2 0 0,-1 4 0 0,-4 0 0 0,-1 0 173 0,-6 14-66 0,-5 3-34 15,-6 3 61-15,-4 8-53 0,-6 4 1 16,0 10-43-16,-16-1 68 0,-4 0-34 0,1-4 9 15,-6 10 196-15,4-5-120 0,5-10-117 0,3 1-41 16,3-2 0-16,8-7 0 0,2-1 0 0,0-3 0 16,2-2 0-16,12-5 0 0,4-2 0 0,5-5 0 15,5-3 0-15,1-3 0 0,2 0 0 0,3-6-5 16,0-6-150-16,-2-3 11 16,-2-3 73-16,-6 1-679 0,-4 4 355 0,-4-3 178 0,-2-2-431 0,-5-2 295 15</inkml:trace>
  <inkml:trace contextRef="#ctx0" brushRef="#br0" timeOffset="78810.92">21576 10678 3056 0,'-37'0'0'0,"14"0"0"0,2 0 0 0,10 0 0 16,-1 0 0-16,6 0 0 0,6 0 0 0,2 0 0 0,17 3 0 0,8-1 0 0,10 2 329 0,4-2-144 0,7 0-73 0,2 0 136 0,6-2-247 0,-1 0-1 15,-2 3 0-15,-1-2 0 16,0 3 0-16,0-1 0 0,-2 5-778 0,1-1 380 15</inkml:trace>
  <inkml:trace contextRef="#ctx0" brushRef="#br0" timeOffset="78949.92">22569 10761 3931 0,'-2'-19'0'0,"2"11"0"0,0-3 0 0,0-2 0 0,-3 0 0 0,1 3 0 0,-3 1 0 15,3 2 0-15,1-3 0 0,1 4 0 0,0 3 0 0,0 0-132 0,0 3-201 0,0 12 186 0</inkml:trace>
  <inkml:trace contextRef="#ctx0" brushRef="#br0" timeOffset="88015.52">27599 6257 1563 0,'0'-1'0'0,"0"-2"0"0,0 2 0 0,0-1 0 0,-2-1 0 0,2 2 0 0,-2-1 0 0,2 2 0 0,0 0 0 0,0 0 0 0,0-2 81 0,0 2-10 0,0-1 60 15,0 1-45-15,0-3 1 0,0 1-45 0,0 2 106 16,0-1-58-16,0 1-1 0,0 0-46 0,0 0 114 15,0 0-57-15,-4 0-18 0,-3 3 24 0,-1 9-32 16,1-1 0-16,0 0 101 0,5-1-66 0,-3 1-23 16,4-2-10-16,1-1 45 0,0-2-40 15,0 0 1-15,0-3-40 0,6-1 8 16,6-2-8-16,1 0 0 0,1 0-41 0,-1-9-1 16,0 1 0-16,0-2 0 0,-1-1 0 0,-5 1 0 15,-2 3 0-15,1 0 0 0,-5-1 0 0,3 3 0 16,-4 0 0-16,0 2 0 0,0 0 0 0,0 0 0 15,-4 1 0-15,-3 2 0 0,0 0 0 0,0 0 0 16,-3 0 0-16,3 0 0 0,-2 6 0 0,7-2 0 16,-3 0 0-16,4-1 0 0,-1 3 0 0,2-2 0 15,0-2 0-15,0 1 0 0,2-1 0 0,6-2 0 16,2 0 0-16,3 0 0 16,-1 0 0-16,-1-3 0 0,1-5 0 0,-5 1 0 15,-2 1 0-15,-1 1 0 0,-1-1 0 0,1 2 0 16,-4 0 0-16,0 0 0 0,0 2 0 15,0 1 0-15,-6-1 0 0,1 0 0 0,0 2 0 0,0 0 0 16,1 0 0-16,0 0 0 0,3 0 0 16,-3 0 0-16,4 0 0 0,0 0 0 0,0 0 0 0,0 0 0 15,0 4 0-15,0-1 0 16,0 0 0-16,5 2 0 0,3 0 0 0,2 3-1016 16,2 1 375-16</inkml:trace>
  <inkml:trace contextRef="#ctx0" brushRef="#br0" timeOffset="93227.49">27652 6317 171 0,'0'0'0'0,"0"0"0"0,0 0 0 0,0 0 0 0,0 0 0 0,0 0 0 0,0 0 0 0,0 0 0 0,0 0 0 0,0 0 0 0,0 0 9 0,0 0 1 15,0 0 0-15,0 0 3 0,-2 0-3 0,2 0 2 16,0 0-2-16,0 0 17 0,0 0-16 0,0 0 0 15,0 0-1-15,0 0 4 0,0 0-3 0,0 0 2 16,0 0-45-16,0 0 42 0,0 0 0 16,0 0-22-16,0 0 21 0,0 0-3 15,-2 0 2-15,-1 0 24 0,2 0-22 0,0 0-6 16,1 0 4-16,-4 0 22 0,4 0-22 0,-1 0 1 16,-1 0 1-16,0 0 15 0,2 0-15 0,-3 0 4 15,1 1-13-15,0-1 14 0,-3 4-1 0,5-3 1 16,-4 1-26-16,0 0 21 0,2-2 1 0,-2 2-13 15,0 0 14-15,1 1-5 0,-1 1 2 0,2-4-20 16,-2 4 19-16,0-3-2 16,1 3 4-16,-1-1-23 0,0 3 20 0,0-5-2 15,2 2-16-15,-1 2 16 0,-2-2 2 0,3 0-4 16,-3-1-2-16,2 3 2 0,0-2 1 0,-2 1 5 16,3-1-4-16,-1 0-3 0,-1 1 2 0,0-1-1 15,0 2 1-15,-1-2 0 0,2 2-5 0,-2-1 5 16,-2 2 0-16,5-1-1 0,-4 1-16 0,1 1 16 15,-1-1 2-15,0 2-7 0,1-1 5 0,-1-1-2 16,1 1 2-16,-1 1-14 0,0 0 12 0,1-1 0 16,1-3 0-16,-2 5-5 15,3-3 5-15,-3-1-1 0,3 3-3 0,-5-2 3 16,5 1 0-16,-2-2 1 0,1 3-2 0,-3-1 1 16,2 2 0-16,-2-1 0 0,2 2 0 0,-1-3 0 15,1 1 0-15,-2-1-1 0,0 1 1 16,2-1 0-16,-1 1 0 0,1-1 0 0,-1 0 0 0,-2 2 0 15,3-4 9-15,-1 2-9 16,1 1 1-16,-1-2-1 0,-1 1 13 0,2 0-12 0,0-1 1 0,-2 2 1 16,2-1-1-16,0 1 0 15,1 0 0-15,-5 0-4 0,2 0 5 0,1 0-1 16,-2 2 1-16,1-4-11 0,-2 4 10 0,3-3 0 16,1 1-1-16,-4 0-6 0,1 1 5 0,4-2 0 15,-6 1-2-15,4 0 2 0,-4 1 0 0,3 0-1 16,-1 0 1-16,-3 1 0 0,2 1 0 0,-4 1 0 15,4-1 0-15,-2 0 0 0,-1 1 0 16,1 1 0-16,0-2 0 0,-1 0 0 16,1-1 0-16,4-1 0 0,-4 0 0 0,4-3 0 0,2 2-1 0,0-3 1 15,-2 1 0-15,6-2 0 16,-4-1 0-16,4 1 0 0,-1-2 0 0,0 1 0 16,2-1 0-16,-2 2 0 0,2-1 0 0,-1-2 0 15,1 4 0-15,0-4 0 0,0 0 0 0,-2-1 0 16,2 3 0-16,0-3 0 0,0 0 0 0,0 0 0 15,0 0 0-15,0 1 6 0,0-1-6 0,0 0 0 16,0 0 0-16,0 0 55 0,0 0-53 0,2-1 2 16,1-4-2-16,2-1 8 15,1-3-7-15,1 2 5 0,2-2-11 0,-2 1 10 16,0-3-3-16,3 1 5 0,1-1-16 0,1-2 14 16,-1 0-2-16,5 0 1 0,-2-4-9 0,5 0 5 15,-1 0 3-15,0 0 0 0,6-3-1 0,-2 1-2 16,5 0 1-16,-4-1 0 0,1 0 0 0,-1 2 2 15,2-1-2-15,-2-2-6 16,0 3 6-16,-4-2 1 0,3 0-18 0,-3 1 17 0,3-3 0 0,-3 1-20 16,0-1 19-16,-2-3-2 15,3 1 2-15,2-2-9 0,-2 1 8 0,2-3-4 16,2-1 3-16,-1 4 17 0,3-3-17 0,-1-3 1 16,1 3 14-16,1 0-14 0,-4 2 0 0,2 0 2 15,0-1-4-15,-1 3 4 0,-3 1-1 0,-4-1 3 16,5 3-13-16,-4 0 11 0,0 3 0 15,-1-1-11-15,2 0 10 0,0 0-1 0,2 1 1 16,-2-4-12-16,4 1 11 0,0-1-3 16,-3 2 0-16,3-3 2 0,0 3 0 0,-3-1-1 15,1 3 7-15,-1-4-6 0,1 4 0 0,0-1 0 16,-3 2 15-16,1 1-14 0,-1 2 1 0,3-3 0 16,-2 0-1-16,1 1 1 0,1 0-1 0,-2-3-4 15,1 4 5-15,3-5-1 0,-3 1-6 0,-1 0 6 16,-1 0 0-16,-1 3 0 0,-2-3-5 0,6-4 5 15,-6 3-1-15,2-3 1 0,-2 3-2 0,-2 0 1 16,-1 2 0-16,1-3 45 0,1 3-42 16,2-5-2-16,-4 3 4 0,4 0 29 15,-2 2-26-15,4-5-3 0,-4 5-6 0,4-1 6 16,-3 0 3-16,3 2-2 0,-3 2-19 0,0-2 18 16,2 1 1-16,-4-1-25 0,2 1 22 0,-2-1 2 15,-1 2-7-15,1 0-22 0,-3 0 22 0,-3 3 3 16,2-2-8-16,-1 0-13 0,0 2 17 0,-1-1 2 15,-2 1-1-15,1 0 0 0,-1 0-2 16,0 5 1-16,-3-5 11 0,3 4-10 0,-3-1 0 0,0 2 9 16,-1 1-7-16,1 1-2 15,-2 1 2-15,0 2 4 0,0 0-3 0,0 0-2 16,0 0 4-16,0 0 18 0,0 2-19 0,0 0-2 16,0 0 3-16,0 0-1 0,0 0 0 0,0 0-1 15,0 0 3-15,-2 0-2 0,-1 0 2 0,-1 2-31 16,-1 2 27-16,-1 1 1 0,-2-1-1 0,1 2-2 15,0 1 1-15,-3 2 1 0,-1 1-2 0,0-1 13 16,1 3-12-16,-3 1 1 0,1 2 9 0,-1-3-8 16,0 4 0-16,1-1-1 15,-4 4 0-15,-1-1 1 0,0-1 2 0,-1 2-2 16,3 0 14-16,-3-2-13 0,-3 4 0 0,3 0 17 16,-5-1-16-16,3 0-1 0,1 1 1 0,-4 2 0 15,1-1 0-15,-1 3-1 0,1-2 3 0,-1 1-8 16,1-1 7-16,3-5 1 0,-4 4-4 0,2 0 2 15,1-2 1-15,-1-1-1 0,2 0 40 0,1-1-38 16,-5 2-1-16,4 0 35 0,-1 1 2 0,-3-1-34 16,1 3 3-16,-3-1 37 15,2 1-36-15,0-1 0 0,-2 3 6 0,1-1-8 16,-2 1 4-16,1-1 11 0,0 0-51 0,3 2 41 16,0-3-1-16,1 2-1 0,1-3-50 0,3-3 48 15,-1 6 0-15,1-3-13 0,1-2 11 0,2-2-6 16,-1 0 5-16,-1 1 16 15,-1 0-17-15,0-3-1 0,2 4 1 0,0-5 8 0,0 0-8 16,0 1 5-16,-3 2 12 0,4-2-12 16,-5 2-3-16,5-2-24 0,-2 0 25 0,1 2 2 15,-4 0-2 1,0 2-2-16,3-4 1 16,-3 4-2-16,0-2 2 0,2 1 10 0,-6 2-11 0,1-1 0 0,1 3-21 0,-1-3 20 0,2 1 1 0,0-1 0 15,-3 3-10-15,4-3 10 16,1 1-1-16,0 0-18 0,4-3 18 0,-2 0 0 0,4-2-1 0,-2 2-4 15,0-2 3-15,1-1-2 0,-1 1 2 16,-1-1 37-16,0 2-36 0,3-5 0 16,-4 4 28-16,2-1-26 0,-2 0 0 0,1 1 4 15,0-3-17-15,0 2 17 0,0 1-4 0,2-1-27 16,-1-2 27-16,-2 2 4 0,2-1-3 0,1 1-37 16,1-3 35-16,0 1-4 0,-1 0-2 0,2 0-17 15,-1 1 20-15,2-3-5 16,3-1-12-16,0-3 13 15,1 2 0-15,3-1 1 0,-1-2-1 0,0-3 1 16,3 1 0-16,1-2-4 0,-2-2 3 0,2 1 1 0,0-1-1 0,0 0 2 16,0 0-1-16,0 0-1 0,0 0 1 0,0 0 14 15,0 0-14-15,0 0 0 0,0 0 15 0,0 0-15 16,0 0 2-16,0-1-1 0,2-1-3 0,0-4 3 16,5 1 2-16,-2-5-5 0,3 2 5 0,2-3-1 15,0 1 0-15,2-5-9 0,3 1 8 0,1-2 1 16,0 0-2-16,7-6-5 15,-2-1 5-15,0 0 0 0,4-1-2 0,1-1 2 16,2-1-1-16,6-5 1 0,-3 3 4 0,-1-3-4 16,0 1 0-16,3 0 38 0,-6 0 2 0,8-5-38 15,-3 2 3-15,0 0 43 16,-1 1-40-16,2-2-3 0,-6 5 9 0,10-4 34 0,-5-1-32 0,-2 4-6 16,0-2-12-16,0 2 14 0,-4 4 9 15,6-8-8-15,-4 6-39 0,2 0 38 0,-5 2 0 0,1-1-42 16,2-1 39-1,-4 2 0-15,3 0-6 0,-2 1-28 0,-2-1 28 0,2 2 2 0,1-1-4 0,-2 0-8 16,1 1 7-16,2-1 3 0,-2 3-14 16,0 0 13-16,-2-1-2 0,1 1 2 15,-3 4-8-15,-1-2 7 0,-2 1-2 0,-4 4-1 16,4-4 2-16,-4 2 0 0,2 0 0 0,-2 1 1 16,4-5-1-16,-2 3 0 0,-1 1 0 0,5-7 2 15,0 6-2-15,-1-3 1 0,-1 3-1 0,-2-1-5 16,4-6 5-16,-3 4 0 0,0 1-55 15,-2-1 54-15,-2 5-3 0,2-3 8 16,-3 0-7-16,1 4-3 0,-3-2 3 0,2 2 14 16,-1 2-14-16,-2-3-3 0,2 4 2 15,1-2 18-15,-3 3-17 0,0 1 1 0,2-2 0 0,-3-1 9 16,5 3-9-16,-4 1 8 16,1-2 24-16,1 1-27 0,-1 0-2 15,-2 3 2-15,4-2-7 0,-5 1 6 0,0 0 0 0,-1 1-7 0,1 2 6 0,-1 2 2 16,-2-4-2-16,-1 4-9 0,1-1 9 0,-3 0-1 15,2 3-2-15,1-2 2 16,-3 1 0-16,1 1-4 0,0-2 8 0,1 1-4 0,-3 0 0 16,0 1 54-16,2-1-52 0,-2 2 0 15,0 0 0-15,0-2 55 0,0 2 0 0,0 0-44 16,0 0-6-16,0 0 58 0,0 0 1 0,0 0-44 16,0 0-42-16,0 0 45 0,0 0-7 0,0 0 8 15,0 0-6-15,-2 0 10 0,-5 4-9 0,2 1-97 16,-5 4 42-16,2 0-7 15,-4 1 52-15,-1 1-64 0,-2 1 59 16,0 3-13-16,-6 3 10 0,2 0-21 0,1-1 18 0,-4 2-9 16,5 2 29-16,-1-5-22 0,-5 6 1 0,3-1 1 15,1 0 34-15,0 0-29 0,-1 1-4 0,-1-1 62 16,0 3-59-16,1-1 4 0,-3-1-3 0,0 3 33 16,2-2-31-16,-4 0 8 0,0 2-7 0,2 0 7 15,-2-2-5-15,1 3 4 0,-1-2-19 0,-3 2 19 16,5 0-3-16,-4 1-1 0,1-3-13 0,2 3 11 15,0-3 1-15,-1 3 1 0,0-2-3 0,1 0 2 16,0 1-3-16,0 0 33 16,1 1-27-16,-2 1-3 0,2-1 1 0,-4 1 40 15,2-1-37-15,-2 2-2 0,2-1 47 0,-5 5-4 16,0-4-34-16,5 1-5 0,1-4 61 0,-2 2 0 16,1 3-41-16,2-4 12 0,-2 2-14 0,4-1-6 15,-6 4 12-15,3-1-63 0,1-2 66 0,-5 4-12 16,2 2 8-16,2-2-72 0,-1 1 28 0,0-2 0 15,4-4-16-15,-2 1-5 16,0-2 34-16,2-2 9 0,0-2 15 16,3-1-18-16,-2-3-6 0,3-1 4 0,-1-2-9 0,4-2 8 15,0 1-5-15,2-5 40 0,4-2 7 0,-2-1-38 16,3 1 9-16,-1-3 27 0,4-1-26 0,1-1-6 16,1-2 14-16,0 0-12 0,1 2 2 0,1-3-2 15,0 1-38-15,0-1 0 0,0 0 38 0,0 0-104 16,0 2 46-16,0-2 0 0,0 0 41 0,0 2-159 15,0-2 68-15,0 2 43 0,0-2-104 16,0 2 65-16,0 0 16 0,0 0 0 16,5 1-417-16,10 2 224 0,15 0 105 0</inkml:trace>
  <inkml:trace contextRef="#ctx0" brushRef="#br0" timeOffset="109265.9">21042 8400 1385 0,'0'0'0'0,"0"0"0"0,0 0 0 0,0 0 0 0,-2-2 0 0,2 0 0 0,0-4 0 0,0 1 0 0,0 0 0 0,0-3 0 0,0 2 229 15,0 3-95-15,0-3-48 0,-2 2 76 0,-2 2-67 16,-3 1-28-16,-3 1-1 0,-5 0 180 0,-2 16-94 16,-3 7-61-16,-6 7 169 0,1 8-111 0,0 2-55 15,5 6-28-15,5-5 259 0,2 12-148 0,5-8-69 16,8 0-69-16,0-4-39 0,3 1 0 0,8-10 0 15,5 1 0-15,5-1 0 0,4-4 0 16,-1-3 0-16,3-4 0 0,-2-3 0 0,2-1 0 0,-3-4 0 16,-1 0 0-16,-3-4-7 0,1 1-9 15,-2-4-709-15,-3-2 348 0,0-1 168 0,0-3 85 16,-4 0-482-16,1 0 283 0,-2-6 133 16,3-11 81-16</inkml:trace>
  <inkml:trace contextRef="#ctx0" brushRef="#br0" timeOffset="109475.13">21312 8404 2880 0,'0'-6'0'0,"0"4"0"0,0 2 0 0,0 0 0 0,0 0 0 0,-1 0 0 0,-3 11 0 0,4 6 0 0,0 6 0 0,0 2 0 0,0 7 347 0,0 3-155 0,0 7-76 0,0-3 280 15,0-3-396-15,2 3 0 0,0 8 0 0,-2-12 0 16,1 5 0-16,-1-4 0 0,0-1 0 0,0-1 0 15,0-4 0-15,0 0 0 0,0-4-161 0,0-5 37 16,0-2 82-16,0-4-883 0,0-6 448 16,0-1 219-16,4-8 110 0</inkml:trace>
  <inkml:trace contextRef="#ctx0" brushRef="#br0" timeOffset="109662.28">21588 8817 2652 0,'8'0'-4'0,"-3"8"0"0,2-1 2 0,-4 1-1 0,-1 1 2 0,0 2 0 0,-2 0 0 0,0 3 1 0,0-2 0 0,0 4 0 0,0-3 410 0,0 3-185 0,-6-2-84 0,-2 1-100 15,-1 0-2-15,-4 0-1 0,0 0 0 0,0-2-129 16,-1-2 75-16,1-1 22 16,1-3 0-16,2-3-419 0,1 0 225 0,1-2 114 15,3-2-769-15,2 0 408 0</inkml:trace>
  <inkml:trace contextRef="#ctx0" brushRef="#br0" timeOffset="110244.36">21983 8560 1862 0,'0'-3'0'0,"-2"0"0"0,0 1 0 0,-1-2 0 0,-2 3 0 0,2-1 0 0,-1 0 0 0,2 1 0 0,-3 1 0 0,1 0 0 0,2 6 377 0,-1 9-170 0,1 4-76 15,-3 6 55-15,5-1-75 0,0 3-36 0,0 0-1 16,0 2 126-16,0-4-73 0,3 2-49 0,4-3 63 15,2-4-51-15,2-4-27 0,1 0 0 0,1-5-21 16,2-2-4-16,-2-5-1 0,3-2-8 16,-2-2-29-16,0 0 0 0,0-6 0 0,-1-7 0 0,4-8 0 15,-6 0 0-15,1-3 0 16,-3-2 0-16,-3 3 0 0,-1-9 0 0,0 6 0 16,-3-2 0-16,-2 2 0 0,0 3 0 0,-5 2 0 15,-4 3 0-15,-4 1 0 0,-2 3 0 0,-2 5 0 16,-2 2 0-16,-2 5 0 0,1 1 0 0,-1 1 0 15,2 0 0-15,1 7 0 0,1 3 0 0,2 5 0 16,3-1 0-16,1 1 0 0,4 2 0 0,0-1 0 16,2 2 0-16,3 3-630 0,2-1 186 0,0 2 203 15,0 3 102-15,8-3-677 0</inkml:trace>
  <inkml:trace contextRef="#ctx0" brushRef="#br0" timeOffset="110451.49">22479 8740 2481 0,'0'0'0'0,"0"0"0"0,2 2 0 0,-1 1 0 0,-1 3 0 0,0 3 0 0,0-1 0 0,0 5 0 0,-9 0 0 0,1 3 0 0,-3-1 688 0,-3 5-325 0,-2 3-164 16,0-3-81-16,-2 2-36 0,4-5-82 0,-7 4 0 15,7-6 0-15,-2 3 0 0,0-6 0 0,4-2 0 16,6-3-449-16,1-3 138 0,0-4 174 0,5 0-799 15,0-2 422-15,12-18 239 0,11-7 110 0</inkml:trace>
  <inkml:trace contextRef="#ctx0" brushRef="#br0" timeOffset="110727.59">22689 8548 2520 0,'9'-3'0'0,"1"3"0"0,-2 0 0 0,-6 0 0 0,-1 5 0 0,-1 8 0 0,0 5 0 0,0 0 0 0,-5 5 0 0,0-1 0 0,0 6 125 0,5-7 465 0,0 4-277 15,0-4-138-15,0-3-69 0,2-1-4 0,8-6-102 16,3-2 0-16,1-3 0 16,7-4 0-16,2-2 0 0,-4 0 0 0,6-12 0 0,-4-6 0 0,0-5 0 15,-4 1 0-15,-2-1 0 16,-7 2 0-16,-1-2 0 0,-5-2 0 0,-2-3 0 16,0 5 0-16,-2 1-44 0,-11 3 88 0,-6-4-44 15,1 7 0-15,-7 4 0 16,-1 5 0-16,-2 1 0 0,-3 4 0 0,1 2 0 0,2 0 0 0,7 0 0 15,1 8 0-15,5 1 0 0,5-2 0 0,1 5 0 16,8 1 0-16,1 0 0 0,0 2 0 0,12-4-1024 16,11 1 438-16,7-3 279 0</inkml:trace>
  <inkml:trace contextRef="#ctx0" brushRef="#br0" timeOffset="110913.53">23157 8351 3289 0,'7'-1'0'0,"10"1"0"0,-4 0 0 0,3 0 0 0,-4 7 0 0,1 6 0 0,5 6 0 0,-3 5 0 0,1 6 0 0,2 6 0 0,-4 2 642 0,-3-5-642 0,3 14 0 0,-7-1 0 0,-5-2 0 15,-2 1 0-15,-2 2 0 0,-14 0 0 0,-7-2 0 16,-2 1 0-16,-5-5 0 0,-3 0 0 16,-7-1 0-16,-5-3 0 0,-7 2 0 0,-1-9 0 15,6-3 0-15,2-3 0 0</inkml:trace>
  <inkml:trace contextRef="#ctx0" brushRef="#br0" timeOffset="111083.32">24074 8926 347 0,'-18'0'0'0,"18"13"0"0,6-4 0 0,-2-9 0 0,0 0 722 0,-4 4-335 0,0 4-181 0</inkml:trace>
  <inkml:trace contextRef="#ctx0" brushRef="#br0" timeOffset="113938.56">27724 5286 945 0,'-7'-5'0'0,"2"-1"0"0,1 2 0 0,0-1 0 0,-1-1 0 0,3 1 0 0,1-1 0 0,-1 0 0 0,0 3 0 0,1-3 0 0,-1 2 50 0,2-1 47 0,-2 1-48 0,0 3 1 16,2-2 91-16,0 1-33 0,0 2-13 0,0 0-45 15,0 0 90-15,0 0-44 0,0 8-1 0,0 4 71 16,0 3-64-16,0 2 0 0,2-2-53 0,2 3 133 15,1 0-66-15,3 0-21 0,2-4-13 16,-3-1 68-16,1 1-51 0,1-4 1 16,-3 0-51-16,1-3 54 0,-2 1-54 0,-1-2 1 15,1-2 47-15,-5-3-48 0,3 1 1 0,-3-2 31 16,0 0-31-16,0 0 0 0,0 0-1 0,0 0 46 16,0 0-95-16,-8-2 0 0,-3-7 0 0,-3-1 0 15,3 3 0-15,-3-3 0 0,1 1 0 0,3 2 0 16,-3-3 0-16,1 1 0 0,2 2 0 0,1-1 0 15,0 5 0-15,4-3 0 0,1 4 0 0,1 0 0 16,3 0 0-16,-2 1 0 0,2 1 0 0,-2 0 0 16,2 3 0-16,0 10 0 15,0 4 0-15,0 0 0 0,0 4 0 0,0-3 0 16,0 3 0-16,4 0 0 0,1-3 0 0,0 1 0 16,2-4 0-16,-1 1 0 0,1-5 0 0,-2-2 0 15,0 0 0-15,-1-3 0 0,-1-2 0 0,1-3 0 16,-3 1 0-16,0-2 0 0,-1 0 0 0,0 0 0 15,0 0 0-15,0-2 0 0,0-5 0 0,-2-6 0 16,-7 0 0-16,2-3 0 0,-2 2 0 16,-1-1 0-16,-1-2 0 0,2 1 0 15,-1 4 0-15,1-3 0 0,1 3 0 0,1-1 0 16,1 5 0-16,0 1 0 0,4 3 0 0,1 3 0 16,-1-2 0-16,2 2 0 0,0 1 0 0,0 0 0 15,0 5 0-15,2 6 0 0,1 3 0 0,5-3 0 16,2 2 0-16,1 0 0 0,0 0 0 0,2-1 0 15,0-3 0-15,1-1 0 0,-2-1 0 16,-2-3 0-16,-2 0 0 0,1-3 0 16,-4-1 0-16,-4 0 0 0,1 0 0 0,2 0 0 15,-3 0 0-15,-1-1 0 0,0-5 0 0,0-6 0 16,0 1 0-16,-5-2 0 0,0 2 0 0,2-1 0 16,-3 5 0-16,3-1 0 0,-1-2 0 0,0 5 0 15,3-2 0-15,-3 5 0 0,4 1 0 0,0 1 0 16,6 0 0-16,18 0 0 0,12 12 0 0,19 7-497 15</inkml:trace>
  <inkml:trace contextRef="#ctx0" brushRef="#br0" timeOffset="116834.8">15823 9672 865 0,'-4'-17'-10'0,"-4"4"4"0,3 5 3 0,-3 4 1 0,5 3 0 0,1-2 1 0,0 1 0 0,2 0 0 16,-2 1 0-16,2 1 1 0,0 0 54 0,0-2 30 0,0 2-29 15,0-2-1-15,0 0 1 0,0 0 161 0,0 0-87 16,0 1-38-16,0-2 187 0,0 0-111 0,0 1-57 16,0 0 15-16,0-2-70 0,0 2 0 0,0 1-1 15,0-3 182-15,0 2 69 0,0 0-111 0,0 0-77 16,0 0 55-16,0 0-58 0,0 1-1 0,0-1-58 16,0 0 140-16,0 0-185 0,0-2-10 0,2 2 0 15,2-1 0-15,5-3 0 0,3 2 0 0,2-1 0 16,9-3 0-16,-3-1 0 0,5-1 0 15,1 2 0-15,-1 0 0 0,7-2 0 0,-1 2 0 0,3-1 0 16,7 2 0-16,1-1 0 16,-4 1 0-16,11-2 0 0,-1 1 0 0,5 1 0 15,2-4 0-15,0 3 0 0,2 2 0 0,13-4 0 16,-6 3 0-16,1 1 0 0,1 1 0 0,3-2 0 16,4 6 0-16,1-3 0 0,-2 3 0 0,2-2 0 15,1 1 0-15,4 2 0 0,-1 0 0 0,16 0 0 16,-3 0 0-16,-1 0 0 0,2 0 0 0,2 0 0 15,-8 0 0-15,23 0 0 16,0 0 0-16,4-1 0 0,1-1 0 0,8-6 0 0,18 1 0 0,-6-1 0 16,4-1 0-16,1 0 0 15,2 2 0-15,9-2 0 0,2 0 0 0,1-1 0 16,1 0 0-16,25 2 0 0,-30-3 0 0,22 0 0 16,22-5 0-16,-7 1 0 0,2 0 0 0,8-2 0 15,8-2 0-15,5-1 0 0,3 1 0 0,13 0 0 16,-7 2 0-16,3 0 0 0,2 3 0 0,-9 0 0 15,0 3 0-15,-10 1 0 0,-6 3 0 16,2 3 0-16,-6 1 0 0,-27 1 0 16,34 2 0-16,-19 0 0 0,-32 0 0 0,12 0 0 15,4 0 0-15,-11 4 0 0,-8-1 0 0,-7-1 0 16,0-2 0-16,-5 0 0 0,-29 0 0 0,-7 0 0 16,11-2 0-16,-29-5 0 0,2-4 0 0,-12-2 0 15,-18 1 0-15,-10-1 0 0,-8-2 0 0,-14 2 0 16,-6 2 0-16,-10 2 0 0,-5-5 0 0,0 4 0 15,-22-1 0-15,-13 6 0 0,-13 3 0 0,-22 2 0 16,-21 15 0-16</inkml:trace>
  <inkml:trace contextRef="#ctx0" brushRef="#br0" timeOffset="135436.26">14076 12359 3931 0,'-9'-2'0'0,"5"2"0"15,1 0 0-15,-2 0 0 0,3 0 0 0,2 0 0 0,0 0 0 0,0 0 0 0,2 0 0 0,15 0 0 0,10 0 0 0,1 0 0 0,4 0 0 0,2 0 0 0,1 0 0 16,1 0 0-16,-1 0 0 0,1 0 0 16,-3 0 0-16,-4 0 0 0,-1 0 0 15,-5 0 0-15,0 4 0 0,-2 0 0 0,-5-1-219 16,-2 1-102-16,-5 0 152 0,0 2-847 0,-2-1 477 15</inkml:trace>
  <inkml:trace contextRef="#ctx0" brushRef="#br0" timeOffset="135611.53">14271 12605 3328 0,'-16'16'0'0,"0"2"0"0,9-9 0 0,-1 0 0 0,8-1 0 0,0-2 0 0,2-3 0 0,13 1 0 0,9-2 0 0,3-2 0 0,3 0 105 0,2 0-32 0,0 0 11 15,1-2 257-15,-1-4-341 0,2 0 0 0,-6 1 0 16,-1 1 0-16,-4 1 0 0,1-1 0 16,-4 0 0-16,-1 2-356 0,-4 0 158 0,-1 0 120 15,-3 2 70-15</inkml:trace>
  <inkml:trace contextRef="#ctx0" brushRef="#br0" timeOffset="136196.79">15083 12473 2602 0,'-19'-9'0'0,"6"7"0"0,3 2 0 0,3 0 0 0,1 0 0 0,3 0 0 0,1 0 0 0,0 0 0 0,2 0 0 0,0 0 0 0,2 0 120 0,14 0 338 0,9 0-209 16,3 2-104-16,0-2-42 0,4 0 151 0,2 0-254 15,-2 0 0-15,0 0 0 0,-2 0 0 16,-4 0 0-16,4 0 0 0,-9 0 0 16,1 0 0-16,-3 0 0 0,-4 0 0 0,-3 0 0 15,-1 2 0-15,-4-1 0 0,1 1 0 0,-4 2-123 16,-1-2-82-16,3 0 102 0,-3 0-772 0,3 1 417 15,2-2 209-15,3-1-220 0,5 0 215 0</inkml:trace>
  <inkml:trace contextRef="#ctx0" brushRef="#br0" timeOffset="136438.31">15911 12372 3706 0,'0'0'0'0,"0"0"0"0,0 0 0 0,0 0 0 0,2 0 0 0,2 0 0 0,3 0 0 0,4 0 0 0,3 1 0 0,2 2 0 0,7-1 225 0,3-1-225 0,4-1 0 0,2 0 0 16,4 3 0-16,-1-3 0 0,1 0 0 0,2 0 0 15,1 0 0-15,-1 0 0 0,-1-3 0 16,0 0 0-16,-4-3 0 0,-1 1 0 0,-5-1 0 16,-6 2 0-16,-1 0 0 0,-1 1 0 0,-8 1-210 15,0-1 13-15,-3 3 13 0,-3 0-580 16,-3 0 361-16,0 0 171 0,-2 10-474 0,0 2 332 15,-4 1 166-15</inkml:trace>
  <inkml:trace contextRef="#ctx0" brushRef="#br0" timeOffset="143450.19">13173 12266 2331 0,'-16'-20'0'0,"5"11"0"0,6 5 0 0,1 3 0 0,1-2 0 0,2 1 0 0,1 2 0 0,0-1 0 0,0 1 0 0,13 0 0 0,14 0 119 0,1-2 60 0,11 0-69 0,-3 2-25 15,9 0-9-15,-2 0 51 0,0 0-43 16,-1 0 1-16,-8 0-44 0,3 0 7 0,-5 5-7 16,-4 5 0-16,-3 0 0 0,-9 4 2 0,0 7-2 15,-11 0 11-15,-3 6 47 0,-2 4-29 16,0 1 0-16,-13 7-29 0,-6-2 66 0,0-5-107 0,-9 10 0 15,2-5 0-15,2-3 0 16,3-6 0-16,0 1 0 0,6-7 0 0,-1 0 0 0,7-5 0 0,4-3 0 16,3-2 0-16,2 0 0 15,0-3 0-15,9-1 0 0,9-1 0 0,6-3 0 16,3 0 0-16,5-3 0 0,-1-1 0 0,1 0 0 16,0 0 0-16,-2 0 0 0,0 0 0 0,-8 0 0 15,1-1 0-15,-2-1 0 0,-5 0 0 0,0 0 0 16,-7 2-71-16,0 0-327 0,-1 0 168 0,-4 0-652 15,-2 0 421-15,0-2 210 16</inkml:trace>
  <inkml:trace contextRef="#ctx0" brushRef="#br0" timeOffset="143597.97">13343 12505 3931 0,'-44'-11'0'0,"4"4"0"0,7 2 0 0,2-6 0 0,11 4 0 0,6 0 0 0,3 0 0 0,6 0 0 0,5-2 0 0,10 2 0 0,24-3 0 0,8 7 0 0,8 0 0 0,7 1 0 15,10 2 0-15,-1 0 0 0,6 10 0 0,2 3 0 16,4 2 0-16,-1 0-197 0,13 8-279 16,-19-3 258-16</inkml:trace>
  <inkml:trace contextRef="#ctx0" brushRef="#br0" timeOffset="144107.47">16403 12697 2267 0,'-3'-12'0'0,"-4"4"0"0,-2-3 0 0,0 2 0 0,-4 2 0 0,0-1 0 0,-5 2 0 0,-2 3 0 0,-6 2 0 0,0 1 0 0,-3 0 74 0,-1 10 380 16,0 7-206-16,2 4-94 0,1 1-61 0,7 5 341 0,5-3-227 16,4 2-207-16,7 1 0 0,4-4 0 0,0 2 0 15,11 0 0-15,12-4 0 0,5-3 0 0,6-3 0 16,3-1 0-16,13-3 0 0,-4-4 0 15,0-3 0-15,-2-2 0 0,-8-2 0 0,6 0 0 0,-7 0 0 16,1 0 0-16,-6-2-456 16,-2-5 178-16,-3-5-597 0,-5 2 407 0,-1-2 219 0,-3-6 104 0</inkml:trace>
  <inkml:trace contextRef="#ctx0" brushRef="#br0" timeOffset="144590.12">16189 11650 2791 0,'-15'-18'0'0,"6"15"0"0,3-1 0 0,3-1 0 0,1 4 0 0,-1-1 0 0,3 2 0 0,0 0 0 0,0 6 0 0,3 9 0 0,6 9 104 0,2 0 198 0,1 6-131 16,0 4-55-16,-1 8-43 0,1-1-72 0,-3 0 1 15,-1-1 38-15,-3-5 0 0,3 3 10 0,-4-4-10 16,-2-5 1-16,0-4-615 0,-1-4 307 0,1-3 156 16,-2-8 69-16,0-1-697 15,0-7 349-15,-2-2 175 0,-5 0-178 0,0-11 166 16,-3-9 98-16,1-7 45 0,0-3-110 0,-5-9 77 16,3-1 38-16,-1-2-10 0,-1-8 29 0,-1 9 20 15,2 7 19-15,-1 0 146 0,1 3-102 0,5 11-42 16,0 0 10-16,5 0 460 0,2 6-197 0,0 2-137 15,9 2 595-15,10 0-326 0,9 5-178 16,3 0-84-16,4 4 347 0,8 1-215 0,-1 0-108 0,-7 11-44 16,10 8 195-16,-15-3-129 0,4 10-65 15,-8-1-99-15,-3 6-6 0,-7 1 0 16,-6 1 0-16,-8 2 0 0,-2 1 0 0,-3-2 0 16,-15 0 0-16,-6-3 0 0,-10-2 0 0,-2-8 0 15,-1-4 0-15,-7-6 0 0,1-4 0 0,8-7 0 16,-2 0 0-16,2 0 0 0,8-7 0 0,7-4 0 15,3-6 0-15,10-4 0 0,7-1 0 0,2-1-687 16,20 3 267-16,16-1 189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06:10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9322 5776 3004 0,'0'0'0'0,"0"0"0"0,0 0 0 0,-1 0 0 0,1 0 0 0,0 0 0 0,0 0 0 0,0 6 0 0,-4 9 0 0,-1 6 0 0,2 1 117 0,-3 8-43 0,1 4 80 16,-4 10-57-16,-1-3 128 0,-1 4-92 0,2 2-36 16,-4 0-67-16,-1 1-30 15,2-1 0-15,1 0 0 0,-1-4 0 0,2-3 0 0,-1 5 0 16,2-5 0-16,0-7 0 0,2 3 0 15,2-4 0-15,-1-4 0 0,2-5 0 0,2-3-23 16,-2-3-17-16,2-4-29 0,2-1-512 0,-2-7 252 16,2-3 142-16,0-2-466 0,0 0 306 0,4-17 152 15,6-13 67-15</inkml:trace>
  <inkml:trace contextRef="#ctx0" brushRef="#br0" timeOffset="250.55">9262 5750 3366 0,'0'-9'0'0,"0"4"0"0,0 0 0 0,0 2 0 0,0 1 0 0,0 2 0 0,0 0 0 0,0 0 0 15,4 5 0-15,7 9 0 0,3 4 565 0,2 7-565 0,5 10 0 0,0 5 0 0,1 5 0 16,0 2 0-16,1 3 0 0,2 1 0 0,-3 0 0 16,1-1 0-16,-3 0 0 0,2-4 0 15,-1 0 0-15,-3-7 0 0,2 6 0 16,-3-5 0-16,-4-7 0 0,0 5 0 0,-2-4 0 15,-3-8 0-15,-3 6 0 0,0-11 0 0,-3 1 0 16,-2-5-136-16,0-4 8 0,0-4 39 0,-9-3-414 16,-2-2 231-16,0-3 116 0,-4-1 56 0,0-1-523 15,-4-18 281-15</inkml:trace>
  <inkml:trace contextRef="#ctx0" brushRef="#br0" timeOffset="412.15">9199 6295 3637 0,'-20'0'0'0,"8"0"0"0,1 2 0 0,2-2 0 0,4 0 0 0,1 0 0 0,2 0 0 0,2 0 0 0,0 0 0 0,2 0 0 0,13 0 129 0,8 0 36 0,0 0-165 0,3 0 0 15,1-2 0-15,1 0 0 0,3 1 0 0,-1-2 0 0,-2 3 0 16,-2 0-311-16,6 0 3 16,-4 0 174-16,3 0-952 0</inkml:trace>
  <inkml:trace contextRef="#ctx0" brushRef="#br0" timeOffset="749.98">9788 6176 3789 0,'-12'-1'0'0,"7"-6"0"0,1 2 0 0,2-4 0 0,0 0 0 0,2-2 0 0,0-1 0 0,0-1 0 0,10 0 0 0,5-4 0 0,1 0 142 0,7 2-142 0,-2 3 0 15,6 1 0-15,-2 4 0 0,2 1 0 0,-1 4 0 16,0 2 0-16,-3 0 0 0,6 0 0 0,-3 14 0 16,-4 1 0-16,1 3 0 0,-2 5 0 0,-5 1 0 15,1 3 0-15,-6-2 0 0,2 4 0 0,-8-2 0 16,-4-2 0-16,-1-2 0 0,0 7 0 0,-3-3 0 16,-13-3 0-16,0 1 0 0,-7-5 0 15,-2 1 0-15,-3-3 0 0,-4-4 0 16,-1-3 0-16,-3-1 0 0,2-3 0 0,6-3 0 15,0-3 0-15,1-1 0 0,11 0 0 0,4 0 0 16,1 0 0-16,8 0 0 0,1-3 0 0,2-6 0 16,2-3 0-16,21-3-950 0,10-4 445 0,4-3 222 15,6-3 125-15</inkml:trace>
  <inkml:trace contextRef="#ctx0" brushRef="#br0" timeOffset="967.23">10432 5916 3931 0,'-8'-8'0'0,"-3"3"0"0,-3 0 0 0,-7 4 0 0,0-1 0 0,1 2 0 0,-1 0 0 0,0 8 0 0,-1 9 0 0,3 1 0 15,1 7 0-15,4 5 0 0,3 3 0 0,5 3 0 0,2-1 0 0,4 6 0 16,0-4 0-16,12 0 0 0,4-2 0 0,7-3 0 16,0-1 0-16,2-3 0 0,2-3 0 0,-1-5 0 15,1 0 0-15,-1-5 0 16,0-1 0-16,-1-5 0 0,-5-1 0 0,5-4-231 15,-3-4-287-15,3 0 239 0,-1 0 120 0,-1 0-767 0,3-10 432 16</inkml:trace>
  <inkml:trace contextRef="#ctx0" brushRef="#br0" timeOffset="1160.08">10618 6116 3889 0,'-7'2'0'0,"-1"0"0"0,4 0 0 0,2-2 0 0,2 0 0 0,0 0 0 0,19 0 0 0,6 0 0 0,4 0 0 0,6 0 0 0,10 0 42 0,-8 0-42 0,12 0 0 16,-6 0 0-16,1 0 0 0,-1 0 0 0,-8 0 0 0,1 0-830 15,2 0 706-15,-8 0 81 0,-3-2 41 16,-6 0-417-16,-2 0 225 0,-8 1 17 0,-2-1 83 0,-2-1-39 16,-5 2-574-16</inkml:trace>
  <inkml:trace contextRef="#ctx0" brushRef="#br0" timeOffset="1317.97">10945 5789 3775 0,'-8'-5'0'0,"5"2"0"0,3 0 0 0,-2 3 0 0,0 0 0 0,2 0 0 0,0 11 0 0,0 11 0 0,2 2 0 0,3 6 0 0,3 8 156 0,-4 2-156 0,0 3 0 0,-2 3 0 16,-1-1 0-16,-1-4 0 0,0 12 0 15,0-4 0-15,0 1 0 16,0 3 0-16,0 12-45 0,0-8-1544 0</inkml:trace>
  <inkml:trace contextRef="#ctx0" brushRef="#br0" timeOffset="1652.55">11706 5784 3733 0,'0'0'0'0,"1"15"0"0,7 7 0 0,-7 3 0 0,2 3 0 0,-3 3 0 0,0 7 0 0,0 4 0 0,-6 3 0 0,-1 10 0 0,-6 6 198 0,5-10-198 16,-2 4 0-16,7-10 0 0,-3 7-887 0,6-6 853 15,0-11 38-15,0-1-1 0,0-8-377 0,2-3 217 16,5-8 93-16,1-9 52 0,5-6-940 16,0-6 450-16</inkml:trace>
  <inkml:trace contextRef="#ctx0" brushRef="#br0" timeOffset="2005.55">11582 5832 3139 0,'-8'-25'0'0,"5"7"0"0,3 1 0 0,0 0 0 0,5 3 0 0,16 1 0 0,9 1 0 0,11 1 0 0,4 2 0 16,2 3 0-16,1 4 472 0,-6 0-206 0,1 2-212 0,-1 0-54 0,-4 12 0 0,-8 3 0 16,-4 3 0-16,-11-1-50 0,-3 9-43 0,-7-1 67 15,-5 3-1-15,-6 2 33 0,-18 2 1 0,-3-3 176 16,-10 2-183-16,-1-5 0 15,-3-1 0-15,2-4 0 0,7-7 0 0,5-2 0 0,3-3 0 16,11-3 0-16,1-2 0 0,5-2 0 0,5-2 0 16,2 3 0-16,2-1 0 0,22 4 0 0,5 1 0 15,10 3 0-15,-2 1 0 0,-5 0 0 16,5 6 0-16,2 0 0 0,-7 3 0 0,-4 1 0 0,-6 2 0 0,-9-1 0 16,-2 5 0-1,-7-3 0-15,-4 3 0 0,-2-3 0 0,-14 1 0 16,-9-2 0-16,-7 2 0 0,4-6 0 15,-11 3 0-15,1-6 0 0,0-3 0 0,4-5 0 16,-1 1 0-16,1-3 0 0,4-5 0 0,9-1 0 16,3 0 0-16,4 0 0 0,3-7 0 0,10-12 0 0,1-12-216 15,12-8-389-15,22-7 273 0</inkml:trace>
  <inkml:trace contextRef="#ctx0" brushRef="#br0" timeOffset="2161.75">12252 5904 3931 0,'11'0'0'0,"3"0"0"0,-5 0 0 0,0 6 0 0,-2 4 0 0,2 1 0 0,-2 1 0 0,2 4 0 0,5 3 0 0,-2-1 0 0,6 6 0 0,-4-3 0 0,4 3 0 15,-2-3 0-15,1 2 0 0,-2-4-265 16,4 3-193-16,-4-5 249 0,2-3 124 0,2-3 62 16,1-7 32-16</inkml:trace>
  <inkml:trace contextRef="#ctx0" brushRef="#br0" timeOffset="2351.73">12716 5630 3931 0,'0'-7'0'0,"0"1"0"0,0 4 0 0,0 2 0 0,0 0 0 0,0 8 0 0,0 12 0 0,0 8 0 0,-5 14 0 0,-9 15 0 0,-2 5 0 0,-4 11 0 0,-2 17 0 16,2-17 0-16,-7 20 0 0,3-10 0 0,-1 6 0 15,-1 1 0-15,0 2 0 0,2-12 0 16,-7 18 0-16,7-9 0 0,3-3 0 0,8-13 0 15,-1 2 0-15,9-17 0 0,1-3 0 0,4-16 0 0,0-12-957 16,0-9 300-16,2-9 307 0</inkml:trace>
  <inkml:trace contextRef="#ctx0" brushRef="#br0" timeOffset="2527.44">12748 6163 3931 0,'9'-9'0'0,"9"3"0"0,2-1 0 0,2 0 0 15,5 1 0-15,3 0 0 0,5 2 0 0,3 1 0 0,9-2 0 0,0 2 0 0,-4-1 0 0,12 1 0 0,-7 0 0 0,3 0 0 0,-4 1 0 0,-3 0 0 0,-11 1 0 0,1-2-674 0,-11 3 270 16,-5 0 220-16,-6-1 110 0,-3 1-943 16</inkml:trace>
  <inkml:trace contextRef="#ctx0" brushRef="#br0" timeOffset="2688.23">13193 5734 3931 0,'-13'-14'0'0,"8"9"0"0,-1 0 0 0,2 4 0 0,2-1 0 0,2 2 0 0,0 6 0 0,0 12 0 0,2 8 0 0,2 10 0 0,2 9 0 0,-3 9 0 16,-1 9 0-16,0-4 0 0,-2-7 0 0,0 6 0 16,0 0 0-16,0-2 0 15,0 1-677-15,0-3 160 0,0 1 277 0,7-3 148 0,7-2-1053 16</inkml:trace>
  <inkml:trace contextRef="#ctx0" brushRef="#br0" timeOffset="2916.44">14003 5847 3931 0,'-2'-27'0'0,"-6"9"0"0,-1 4 0 0,-4 2 0 0,-4 6 0 0,-4 2 0 0,-3 4 0 0,-4 0 0 0,-9 10 0 0,2 13 0 0,1 9 0 0,6 7 0 15,10-4 0-15,-1 17 0 0,9-5 0 0,9 1 0 16,1-3 0-16,3-7 0 0,18 9 0 16,3-11 0-16,6-2 0 0,2-4 0 0,4-6 0 0,-4-7 0 0,6 0-28 15,-1-8-334-15,0-2 126 0,-3-6 102 16,3-1 40-16,-4 0-325 0,1-7 195 16,-2-5 94-16,-2-8 46 0,0-1-628 0</inkml:trace>
  <inkml:trace contextRef="#ctx0" brushRef="#br0" timeOffset="3258.01">14232 5792 3758 0,'-6'0'0'0,"4"0"0"0,2 0 0 0,0 0 0 0,0 0 0 0,0 0 0 0,6 0 0 0,11 0 0 0,3-3 0 0,5 2 0 0,0-1 173 0,5 0-173 0,0 0 0 16,2 1 0-16,-1-2 0 0,1 1 0 0,-7 2 0 0,7 0 0 15,-12 0 0-15,1 0 0 16,-4 10 0-16,-2 3 0 0,-8 6 0 0,-5 5 0 0,-2 6 0 0,-6 10 0 16,-14-3 0-16,-6 5 0 15,-4-1 0-15,-4 0 0 0,2 1 0 0,0-7 0 16,2-1 0-16,7-6 0 0,1-2 0 0,7-3 0 16,1-2 0-16,5-6 0 0,4 1 0 0,3 0 0 15,2-3 0-15,0 1 0 0,9-2 0 16,10-1 0-16,3-1 0 0,5-3 0 0,3 0 0 15,3-4 0-15,1-1 0 0,3-2 0 0,-2 0 0 0,1 0 0 16,-3-2 0-16,-3 0 0 0,-1-2 0 16,-9-1-43-16,1-2-869 0,-6-2 437 0,-4-2 210 15,-5-1 119-15,-6-6 54 0</inkml:trace>
  <inkml:trace contextRef="#ctx0" brushRef="#br0" timeOffset="3408.06">14317 5999 3315 0,'-21'-8'0'0,"8"3"0"0,1 4 0 0,3 0 0 0,5-2 0 0,4 1 0 0,0 2 0 0,18 0 0 0,5 0 0 0,5 7 0 0,13 6 498 0,-2-3-380 0,-2 1-118 0,12 1 0 0,-6-1 0 15,-2 2-115-15,-1-3 52 16,-4-1 51-16,1-1-924 0,0-2 482 0,-1-3 245 0,1 1 123 0</inkml:trace>
  <inkml:trace contextRef="#ctx0" brushRef="#br0" timeOffset="3575.51">14913 6028 3103 0,'0'0'0'0,"2"0"0"0,12 0 0 0,2 0 0 0,9 0 0 0,12 0 0 0,11 0 0 0,12 0 0 0,2 0 0 0,2 0 0 0,3 0 146 16,0 0 536-16,-12 0-682 0,7 0 0 0,-7 0 0 0,-5 0 0 16,-5 0 0-16,-9 0 0 0,-8 0 0 15,-1 0 0-15,-13 0-33 0,-4 0-885 16,-4 0 477-16,-4 0 230 0,-2 0-288 0,-6-2 195 15,-17-9 133-15</inkml:trace>
  <inkml:trace contextRef="#ctx0" brushRef="#br0" timeOffset="3730.95">15446 5665 3081 0,'-9'-5'0'0,"4"3"0"0,1 2 0 0,3 0 0 0,1 4 0 0,0 11 0 0,0 6 0 16,1 7 0-16,7 9 0 0,2 3 0 0,-3 3 135 0,0 4 580 0,2 2-715 0,-3-7 0 0,2 8 0 0,-3-5 0 15,1-2 0-15,-1 1 0 0,1-5 0 0,2-3 0 16,-1 1 0-16,2-2-946 0,2 1 374 0,1 0 304 0</inkml:trace>
  <inkml:trace contextRef="#ctx0" brushRef="#br0" timeOffset="3935.19">16191 5722 3931 0,'0'0'0'0,"0"0"0"0,0 0 0 0,0 6 0 0,2 9 0 15,0 8 0-15,0 7 0 0,-1 5 0 0,1 11 0 0,0 4 0 0,-2 1 0 0,2-1 0 0,0 1 0 0,1-6 0 0,4-1 0 0,-4-5 0 16,3-4 0-16,1 0 0 0,-1-6 0 16,-3-6 0-16,-1 1 0 0,1-4 0 15,-3-4-486-15,0-7-40 0,0-3 120 0,-7-6 186 16,-4 0-706-16</inkml:trace>
  <inkml:trace contextRef="#ctx0" brushRef="#br0" timeOffset="4168.31">16133 5760 3616 0,'0'-37'0'0,"7"14"0"0,9 2 0 0,4 4 0 0,6 4 0 0,4 5 0 0,16 5 0 0,-2 3 0 0,4 0 0 0,0 9 0 15,-1 12 158-15,0 7-1 0,-1 6-157 0,-6 3 0 0,0 7 0 0,-8 0 0 0,-4 5 0 16,-7 2 0-16,-8 2 0 0,-8-2 0 15,-5 0 0-15,-9 10 0 0,-18-14 0 0,-15 13 0 16,-6-7 0-16,-4-5 0 0,-6-3 0 0,-6-3 0 16,-3-8 0-16,-5-6 0 0,4-10 0 0,14-8 0 15,-1-9 0-15,7-1 0 0,16 0 0 0,0-11 0 16,9-9 0-16,10-7 0 0,12-12-49 16,1-6-79-16,16-7-485 0,23-14 293 15,18-11 142-15</inkml:trace>
  <inkml:trace contextRef="#ctx0" brushRef="#br0" timeOffset="4302.62">16790 5774 3339 0,'34'-3'0'0,"4"3"0"16,-6 0 0-16,-2 0 0 0,-1 0 0 0,2 0 0 0,4 0 0 0,2 0 0 0,8 0 0 0,-9 0 0 0,11 0 592 0,-2 1-592 0,0 1 0 16,0 0 0-16,-7 0 0 0,0 1 0 0,-3-2 0 15,-10 5-965-15,-5-1 429 0,-10 1 286 0</inkml:trace>
  <inkml:trace contextRef="#ctx0" brushRef="#br0" timeOffset="4445.78">16996 6038 3810 0,'-15'14'0'0,"9"2"0"0,4-9 0 0,2 3 0 0,4-5 0 0,15 1 0 0,10-2 0 0,4-4 0 0,3 3 0 0,1-3 0 0,9 0 121 0,-9 0-121 0,9 0 0 15,-4 0 0-15,-1-3 0 0,-7 0 0 0,3 0-613 16,4-1 249-16,-6 0 195 0,-1-1-997 0</inkml:trace>
  <inkml:trace contextRef="#ctx0" brushRef="#br0" timeOffset="4729.42">17783 5903 2825 0,'4'-6'0'0,"-2"2"0"0,0 0 0 0,-2 3 0 0,0 1 0 0,-2 0 0 0,0 12 0 0,2 9 0 0,0 8 0 0,0 2 0 0,2 3 119 0,7 1 466 0,6 7-274 16,-3-12-220-16,6 3-91 0,3-2 0 0,3-3 0 0,5-6 0 0,1-5 0 15,3-3 0-15,3-7 0 16,1-4 0-16,-1-3 0 0,-2 0 0 0,-4-9 0 0,-9-2 0 16,1-10 0-16,-9 5 0 0,-3-11 0 15,-8 1 0-15,-2-2 0 0,0-4 0 0,-19-5 0 0,-2 1 0 16,-6 1 0-16,0 1 0 16,-5 1 0-16,2 6-69 0,-10-1-8 0,3 6 23 15,-2 5 41-15,5 8-23 0,-2 1 0 0,8 7-9 16,2 1 171-16,3 0-81 0,4 16-40 0,6 7 0 15,4 2 0-15,2 3-14 0,7 6-12 0,0 1-391 0,0 8 190 16,7 1 104-16,9-2 43 0</inkml:trace>
  <inkml:trace contextRef="#ctx0" brushRef="#br0" timeOffset="4843.82">18228 6421 349 0,'0'-10'950'0,"0"8"-475"16,0-1-238-16,0 1-399 0,0 1 68 0,-1-2 30 0</inkml:trace>
  <inkml:trace contextRef="#ctx0" brushRef="#br0" timeOffset="14292.4">10224 7161 1962 0,'-2'-4'0'0,"-2"0"0"0,1-2 0 0,-1 2 0 0,-1 1 0 0,2 1 0 0,1 0 0 0,-2 0 0 0,2 1 0 0,1 1 0 0,-3 0 186 0,0 0-79 0,1 0-35 0,-4 10 129 16,0 4-80-16,0 1-41 0,-1 3 168 0,-3 7-109 15,0 1-50-15,-2 7 149 0,-1 0-99 0,0 6-50 0,0-3-14 16,-1 11 84-16,0-4-133 0,2 2-26 15,-1-1 0-15,4 1 0 0,2-8 0 16,-4 12 0-16,5-13 0 0,0 1 0 0,0-1 0 16,0-6 0-16,2-4 0 0,1-1 0 15,0-5-8-15,1-1-429 0,1-4 191 0,2-5 117 16,0-3 1-16,-2-3-363 0,2-3 227 0,0-1 113 16,0 0 56-16,2-16-468 0,7-12 254 0,7-14 139 0</inkml:trace>
  <inkml:trace contextRef="#ctx0" brushRef="#br0" timeOffset="14521.62">10151 6956 3286 0,'0'-2'0'0,"0"0"0"0,0 2 0 0,0 0 0 0,0 0 0 0,2 8 0 0,5 4 0 0,6 11 0 0,4 3 0 0,4 9 0 0,-5-2 134 0,11 12 372 0,-6 0-501 15,2 2-5-15,-2 1 0 0,0 0 0 16,-1-2 0-16,0 0 0 0,-5 1 0 0,0-2 0 0,-1 0 0 15,-2-5 0-15,-1 8 0 0,-1-6 0 16,-2-6 0-16,-3 0 0 16,-2-5-35-16,-1-7-141 0,0-1 91 0,-2-5-86 0,0-8 72 15,0 0-24-15,-4-5 43 0,-4-3-9 0,-6-2 51 16,-5 0 0-16,-5-11 1 0</inkml:trace>
  <inkml:trace contextRef="#ctx0" brushRef="#br0" timeOffset="14668.85">10043 7624 2922 0,'-30'-5'0'0,"7"1"0"0,2 0 0 0,1 0 0 0,9 3 0 0,1-1 0 0,5 0 0 0,3-2 0 0,2 2 0 0,0-1 0 0,4-1 360 0,13-2-161 15,3 1-81-15,7 1-40 0,-1-2-62 0,6 4 31 0,-2 0-9 16,2 0-452-16,2 2 226 0,3 0 113 16,-2 0 56-16,2 6-790 0,-2 4 308 0</inkml:trace>
  <inkml:trace contextRef="#ctx0" brushRef="#br0" timeOffset="15129.93">10958 7502 2096 0,'6'-16'0'0,"1"2"0"0,-3-2 0 0,-1-4 0 0,2-2 0 0,-3 2 0 0,-1-2 0 0,1-1 0 0,-2 0 0 0,0 3 0 0,0-3 75 0,0 3 0 0,0-2 165 0,-7 3-106 16,-7 1-48-16,0 3 152 0,-4 1-100 15,-3 6-51-15,0 2-14 0,-8 4 240 16,1 2-137-16,-2 2-69 0,-2 14-14 0,4 7-93 16,-2 1 0-16,-2 10 0 0,7 4 0 0,7 2 0 15,1 6 0-15,9-8 0 0,3 10 0 0,5-5 0 16,0-1 0-16,2-6 0 0,12-1 0 0,4-5 0 16,0-5 0-16,3-2 0 0,2-6 0 15,-5-8 0-15,5-2 0 0,0-3 0 0,-2-4 0 16,0 0 0-16,2-13 0 0,-5-6 0 0,0-7 0 0,-4-3-54 15,0-4-26-15,-3 0 18 16,-1-4 0-16,-3 5 25 0,-1 0-38 0,-3 8-10 16,-1-1 47-16,0 7 126 0,-2 7-64 15,0-1-30-15,0 7 393 0,0 3-387 0,0 0 0 16,0 2 0-16,0 0 0 0,0 13 0 0,0 2 0 16,0 3 0-16,0 7 0 0,0 1 0 0,5 5 0 15,5 1 0-15,-2 0 0 0,3-1 0 0,-1-1 0 16,2-1 0-16,-3-3 0 0,3-1 0 0,-1-6 0 15,0-1 0-15,1 0 0 16,-1-6 0-16,1-3 0 0,-3 0-36 0,0-5-136 16,3-2 61-16,3-2-652 0,-3 0 363 0,7-6 181 15,-1-8-263-15,2-8 221 0</inkml:trace>
  <inkml:trace contextRef="#ctx0" brushRef="#br0" timeOffset="15274.3">11249 7365 3297 0,'-6'0'0'0,"3"0"0"0,-1 0 0 0,2 0 0 0,2 0 0 0,0 0 0 0,0 0 0 0,9 0 0 0,9 2 0 0,0-2 0 0,8 0 152 0,-1 0-57 0,3 0 21 0,2 0-39 15,0 0 0-15,2 0-29 0,-2 0-661 0,-1 0 325 16,-3 1 163-16,-8 3-1019 0</inkml:trace>
  <inkml:trace contextRef="#ctx0" brushRef="#br0" timeOffset="15443.6">11362 7561 3293 0,'-6'0'0'0,"3"0"0"0,3 0 0 0,0 0 0 0,0 0 0 0,0 0 0 0,9 0 0 16,7 0 0-16,9 0 0 0,1 0 0 0,3 0 302 0,-5 0-122 0,8 1-76 0,-4-1-52 0,1 0-52 0,-3 2 0 0,0-2 0 15,-4 2-403-15,3 0 144 0,0 0 149 0,-4-2-808 16,6 2 468-16</inkml:trace>
  <inkml:trace contextRef="#ctx0" brushRef="#br0" timeOffset="15651.87">11973 7167 3191 0,'-4'1'0'0,"4"6"0"0,0 4 0 0,0 5 0 0,0 4 0 0,0 3 0 0,4 6 0 0,3 4 0 0,-2 1 0 0,1 4 0 0,0 1 447 0,-2-1-204 0,-1-1-193 16,1-1-50-16,0-4 0 0,-1-4 0 0,-1 2 0 16,2-8 0-16,-2 1 0 0,-1-5-558 0,-1-3 217 15,0-5 199-15,0-3 85 0,0-2-406 0,-1-5 76 16,-7 0 175-16,-1-6 82 0,2-15-472 0</inkml:trace>
  <inkml:trace contextRef="#ctx0" brushRef="#br0" timeOffset="15890.02">11860 7117 2527 0,'0'-22'0'0,"0"5"0"0,3 4 0 0,11 0 0 0,2-1 0 0,7 5 0 0,5 0 0 0,11 1 0 0,2 5 0 0,7 1 0 0,1 2 708 0,-1 0-335 0,0 9-168 16,-4 10-87-16,-3 5-118 0,-8 1 0 0,3 8 0 0,-13 2 0 16,-3 2 0-16,-8 4 0 0,-3 3 0 0,-9-4 0 15,0 13 0-15,-14-4 0 0,-8 0 0 0,-4-3 0 16,-4 1 0-16,-2-5 0 15,-2-3 0-15,-3-4 0 0,0-7 0 0,-4-4 0 0,0-4 0 16,1-7 0-16,-6-1 0 0,12-6 0 16,2-5 0-16,9-1 0 0,2 0 0 0,8 0-583 15,2-1 190-15,7-7 178 0,4-3 88 16,8-2-347-16</inkml:trace>
  <inkml:trace contextRef="#ctx0" brushRef="#br0" timeOffset="16036.92">12870 7598 3931 0,'0'2'0'0,"0"11"0"0,0-4 0 0,0-1 0 0,-5 1 0 0,-5 1 0 0,-1 1 0 0,-2 3 0 0,-2-2 0 0,0 4 0 0,1 1 0 0,2-1 0 16,-4 7 0-16,3 2 0 0,-2 4 0 0</inkml:trace>
  <inkml:trace contextRef="#ctx0" brushRef="#br0" timeOffset="17284.4">13926 7108 2416 0,'0'0'0'0,"0"0"0"0,0 2 0 0,0 6 0 0,0 8 0 0,0 3 0 0,0 5 0 0,1 3 0 0,1 2 0 0,4 2 0 0,0-1 405 0,0 2-183 0,-1-2-92 15,2 2-46-15,-1 0 135 16,0 0-95-16,0-1-43 0,-1 3-54 0,-1-2 11 16,-3 0 0-16,1-6-219 0,0 8 105 0,0-11 57 15,-2-1 29-15,0-1-474 0,0-6 251 0,0-4 60 16,0-2 82-16,0-6-645 0,0-3 339 0,0 0 169 16,-2-13 85-16</inkml:trace>
  <inkml:trace contextRef="#ctx0" brushRef="#br0" timeOffset="17681.48">13941 7101 2122 0,'2'-12'0'0,"3"7"0"0,3-3 0 0,2 2 0 0,4-1 0 0,4 0 0 0,5 2 0 0,2 0 0 0,3 4 0 0,0-2 0 0,4 3 343 16,0 0-143-16,0 0-86 0,-2 6-38 0,-2 3 9 15,-1 6 1-15,-7-1-48 0,-5 2 10 0,-2 6-129 16,-3 1 60-16,-6 2 30 15,-4 1-119-15,0 2 74 0,-12 2 47 0,-6-1-10 16,-5-1 78-16,-4-5-33 0,1-2-18 0,-2-3 96 16,4-7-69-16,-1 0-3 0,3-5-52 0,4-2 411 15,4-1-187-15,5-3-197 0,3 0-27 0,2 0 0 16,2 0 0-16,2 0 0 0,0 0 0 0,14 0 0 16,8 0 0-16,7 0 0 0,0 0 0 0,1 0 0 15,2 2 0-15,-2 4 0 0,-7 1 0 0,-1 4 0 16,-1 1 0-16,-4 3 0 0,-5 2 0 0,-7-1 0 15,-3 5 0-15,-2 0 0 16,0 3 0-16,-10 0 0 0,-7-3 0 0,-5 2 0 16,-5-1 0-16,-1 0 0 0,-4-2 0 0,2-3 0 15,-2 0 0-15,2-2 0 0,6-5 0 0,-8 0 0 16,10-4 0-16,-1 0 0 0,4-4 0 0,4-2 0 16,6 0 0-16,-1 0 0 0,4-2 0 0,6-12-129 15,0-12-760-15,18-13 425 0,12-8 203 0</inkml:trace>
  <inkml:trace contextRef="#ctx0" brushRef="#br0" timeOffset="18085.22">14720 6772 3442 0,'2'0'0'0,"-2"0"0"0,2 5 0 0,1 3 0 0,1 4 0 0,0 4 0 0,0 9 0 0,2 7 0 0,-3 9 0 0,-1 8 0 0,0 3 151 0,0 6 187 0,0 1-338 0,0-2 0 0,-2 2 0 0,0-5 0 15,0 3 0-15,0-4 0 16,0-3 0-16,0-1 0 0,0-4 0 0,-8-9 0 16,1-1 0-16,-1-6 0 0,0-10 0 0,3-6 0 15,-2-4 0-15,1-4 0 0,0-2 0 0,0-3 0 16,-1 0 0-16,4-12 0 0,-1-4 0 0,4-4 0 16,0-2 0-16,0-1 0 0,9 0 0 0,6 1 0 15,5 1 0-15,0 7 0 0,6-4 0 16,1 8 0-16,-2 4 0 0,-2 2 0 15,1 4 0-15,-3 0 0 0,-1 0 0 0,0 11 0 16,-6 4 0-16,0 2 0 0,-5 5 0 0,-4-2 0 16,-3 6 0-16,-2-1 0 0,0 0 0 0,-3-2 0 15,-12-1 0-15,1-2 0 0,-8 2 0 0,1-5 0 16,-3-2 0-16,-1-3 0 0,-1-3 0 0,0-2 0 16,-4-2 0-16,4-2 0 0,3-2 0 0,4-1 0 15,1 0 0-15,6 0 0 0,-3-1 0 0,8-11 0 16,2-5 0-16,5-10 0 15,0-11 0-15,12-8-590 0,18-12-9 0,4-2 280 0</inkml:trace>
  <inkml:trace contextRef="#ctx0" brushRef="#br0" timeOffset="18235.14">15122 7179 2994 0,'9'0'0'0,"1"0"0"0,-2 0 0 16,-3 0 0-16,2 3 0 0,3-2 0 0,3 1 0 0,4 2 0 0,2 0 0 0,5 0 0 0,3-3 757 0,1 1-577 0,2 0-180 0,-5 0 0 0,8 1 0 15,-3-1 0-15,1 1 0 16,-1-2 0-16,-5 3-288 0,-2-3 145 0,0 5-473 16,-5 0 326-16,-4 2 165 0</inkml:trace>
  <inkml:trace contextRef="#ctx0" brushRef="#br0" timeOffset="18401.04">15278 7446 2984 0,'-19'11'0'0,"1"4"0"0,4-5 0 0,7-2 0 0,1-2 0 0,3-1 0 0,3-2 0 0,0 1 0 0,7 3 0 0,14-1 0 0,-1 0 313 0,8-2-137 0,-3-3 219 0,7 1-332 0,-2 0-63 16,2-2-57-16,-2 0-90 0,-2 0 93 0,-4 0 56 15,5 0-762-15,-8-2 400 0,-1 0 198 0,1-1 98 16,0-1-468-16,1-4 153 0</inkml:trace>
  <inkml:trace contextRef="#ctx0" brushRef="#br0" timeOffset="18602.18">15889 7078 3436 0,'0'0'0'0,"0"0"0"0,1 4 0 0,-1 5 0 0,0 6 0 0,0 6 0 0,0 4 0 16,2 2 0-16,0 7 0 0,2 2 0 0,-1 9 495 0,1-6-495 0,-1 3 0 0,-1-1 0 0,-1-7 0 15,1 2 0-15,0-1 0 16,-2-3 0-16,0-2 0 0,0-7 0 0,0-1 0 0,0-7-55 15,0 2-256-15,0-7 172 0,-5-5-833 16,-4-5 466-16,2 0 224 0,-2 0 127 0,-3-21-444 0</inkml:trace>
  <inkml:trace contextRef="#ctx0" brushRef="#br0" timeOffset="18842.84">15837 7056 3725 0,'12'-14'0'0,"3"5"0"0,10 3 0 0,3 0 0 0,7 1 0 0,3 3 0 0,7 2 0 0,2 0 0 0,2 4 0 0,-3 11 0 0,0 5 206 0,-3 5-206 0,-6 3 0 16,-9-1 0-16,3 10 0 0,-9 0 0 0,-6 5 0 16,-7 3 0-16,-7-3 0 0,-2 1 0 0,-2 7 0 15,-17-1 0-15,-6-2 0 0,-3 0 0 0,-1-4 0 16,1-6 0-16,-11-1 0 0,7-5 0 0,4-11 0 16,-6 0 0-16,-1-4 0 0,-3-5 0 0,3-5 0 15,1-3 0-15,2-3 0 16,10 0 0-16,1 0 0 0,2 0 0 15,7-2 0-15,3-5 0 0,2-1-66 0,7-1-100 16,0-2 69-16,4-1-1100 0</inkml:trace>
  <inkml:trace contextRef="#ctx0" brushRef="#br0" timeOffset="19006.29">16618 7745 3931 0,'5'0'0'0,"4"3"0"0,-2 0 0 0,-1-1 0 0,-1 1 0 0,-4-1 0 0,3 1 0 0,-2 4 0 16,0-4 0-16,-1 4 0 0,-1 1 0 0,0 1 0 0,0 3 0 0,0 1 0 0,-5 2 0 15,-2 2 0-15,-3 2-490 0</inkml:trace>
  <inkml:trace contextRef="#ctx0" brushRef="#br0" timeOffset="19731.75">18018 7271 1952 0,'9'-8'0'0,"1"-4"0"0,1 0 0 16,-2-3 0-16,3-2 0 0,-3 0 0 0,0-3 0 0,1-1 0 0,-1 1 0 0,-1-3 0 0,-3 1 195 0,1 1-78 0,-2 0 105 0,-2 0-83 0,-2 3-55 0,0 0 1 15,0 0 58-15,0 2-52 0,-12 0-26 16,1 1 41-16,-6 4-39 0,-3-2 1 15,-3 3-30-15,-2 5 79 0,-5 3-39 0,-5 2 9 16,-8 0-48-16,1 9 69 0,-3 12-35 0,0 5-16 16,0 6-57-16,-1 5 0 0,0 12 0 0,9-1 0 15,10-3 0-15,3 6 0 0,11-3 0 0,9-5 0 16,4 12 0-16,2-12 0 0,16-2 0 16,9-1 0-16,5-6 0 0,-1-6 0 0,13 1 0 0,-1-4 0 15,0-6 0-15,2-4 0 0,-2-2 0 0,-7-5 0 16,4-1 0-16,-3-3 0 15,-3-1 0-15,-2-3 0 0,-2 0 0 0,-4 0-787 16,6 0 285-16,-3-3 231 0,-1-3 116 0,2-4-712 16,-5-1 413-16</inkml:trace>
  <inkml:trace contextRef="#ctx0" brushRef="#br0" timeOffset="19967.4">18514 7320 2779 0,'0'-12'0'0,"-4"3"0"0,-5 0 0 0,-3 0 0 0,-1 2 0 0,1 1 0 0,-4 2 0 0,-1 3 0 0,-2 1 0 0,-3 0 0 0,-3 11 126 0,-1 6 460 0,0 9-274 16,2 2-184-16,1 2-128 0,5-1 0 0,4 3 0 15,7-1 0-15,3-2 0 0,4-4 0 0,0 5 0 16,9-5 0-16,8-1 0 0,3-3 0 0,5-4 0 16,0-3 0-16,6-4 0 0,1-4 0 0,-2-2 0 15,1-4 0-15,-1 0 0 0,-6 0 0 16,8-4 0-16,-8-6-315 0,0 1 83 15,1-2 96-15,-2-3-701 0,-3 3 389 0,6-6 210 16,-3 2 100-16</inkml:trace>
  <inkml:trace contextRef="#ctx0" brushRef="#br0" timeOffset="20158.46">18793 7268 3344 0,'-5'0'0'0,"1"0"0"0,1 0 0 0,1 0 0 0,0 0 0 0,2 0 0 0,0 0 0 0,0 0 0 0,5 0 0 0,12 0 0 0,6 0 396 0,-1 0-205 0,1 0-191 0,3 0 0 16,-5 0 0-16,5 0 0 0,-1 0 0 0,-2 0 0 15,-2 0 0-15,2 0 0 0,-2 0 0 0,-1 0-264 16,-1 0 106-16,-4 0 98 0,0 0-501 0,-6 0 156 16</inkml:trace>
  <inkml:trace contextRef="#ctx0" brushRef="#br0" timeOffset="20316.52">18878 7465 3043 0,'-9'7'0'0,"1"1"0"0,4-5 0 0,2-1 0 0,2-1 0 0,0 3 0 0,2-3 0 0,16 1 0 0,6 1 0 0,3 0 0 0,2-1 550 0,4-2-258 0,-2 0-246 16,1 0-107-16,0 0-15 0,-2 0 57 0,-1 0 28 15,-4 0-776-15,-2 0 411 0,0 0 192 16,1 0-414-16,0 0 290 0</inkml:trace>
  <inkml:trace contextRef="#ctx0" brushRef="#br0" timeOffset="20525.46">19498 7099 3519 0,'2'-3'0'0,"-1"2"0"0,-1-1 0 0,0 2 0 0,0 0 0 0,2 9 0 0,0 7 0 0,0 12 0 0,4 0 0 0,-2 5 0 0,0 11 273 0,-1-5-134 15,-1-3-139-15,0 3 0 0,0-1 0 0,0-1 0 16,1-2 0-16,4-6 0 0,-4-2 0 0,1-2 0 16,0-3 0-16,-3-2 0 0,1-3 0 0,-2-5 0 15,0-4-27-15,0 0-1027 0,0-4 507 16,0-2 254-16,0-2 127 0,-3 0-520 0</inkml:trace>
  <inkml:trace contextRef="#ctx0" brushRef="#br0" timeOffset="20786.59">19434 6901 3713 0,'4'-26'0'0,"5"5"0"0,8 2 0 0,4 2 0 0,1 3 0 16,8 2 0-16,10 5 0 0,-4 4 0 0,10 3 0 0,0 0 0 0,-2 8 155 0,0 14-92 0,-1 1-63 16,0 10 0-16,-3 0 0 0,-5 7 0 0,-4 4 0 0,-7-4 0 15,-9-2 0-15,0 15 0 0,-9-5 0 16,-6 1 0-16,0 1 0 0,-23 0 0 0,-7-2 0 15,-9 5 0-15,-5-8 0 0,6-8 0 0,-4 3 0 16,-13 0 0-16,12-12 0 0,-8 0 0 0,-9-3 0 16,11-10 0-16,-3-5 0 0,4-4 0 0,15-4 0 15,-1-2 0-15,11 0 0 0,1 0 0 0,7-5 0 16,6-6 0-16,7-6 0 0,2-7-197 0,9 4-299 16,16 0 229-16</inkml:trace>
  <inkml:trace contextRef="#ctx0" brushRef="#br0" timeOffset="20955">20664 7606 3931 0,'2'0'0'0,"14"0"0"0,-5 3 0 0,-8-1 0 0,-1-2 0 0,-2 0 0 0,0 0 0 0,0 0 0 0,0 0 0 0,0 0 0 0,0 0 0 16,0 0 0-16,0 0 0 0,-2 0 0 0,-1 0 0 15,-5 4 0-15</inkml:trace>
  <inkml:trace contextRef="#ctx0" brushRef="#br0" timeOffset="26279.35">10268 9319 1891 0,'-7'-1'0'0,"3"0"0"0,3 1 0 0,-3 0 0 0,4-2 0 0,-2 2 0 0,0-2 0 0,2 0 0 0,0 1 0 0,0-2 0 0,2-3 196 0,9-1 184 0,5 0-171 0,2-1-86 16,1 1-41-16,7 3 159 0,-6 0-92 15,10 2-59-15,1 0 131 0,0 2-91 0,4 0-45 0,2 0-1 16,4 0-34-16,7 0-50 16,-2 0 0-16,4 0 0 0,-2 2 0 0,5-2 0 0,-2 0 0 15,-1 0 0-15,-1 0 0 0,-3 0 0 16,-2 0 0-16,-8-2 0 0,3 0 0 0,-7-2 0 15,-2 1 0-15,-5-1 0 0,-4 0 0 0,-5 0 0 16,-4 3 0-16,-1-4 0 0,-6 4 0 0,1-3 0 16,-5 2 0-16,-1-2 0 0,0-1 0 0,0-1 0 15,0 2 0-15,-3-1 0 16,-4 1 0-16,-3 2-626 0,0 0 238 0,-1 2 180 16,1 0 84-16</inkml:trace>
  <inkml:trace contextRef="#ctx0" brushRef="#br0" timeOffset="27302.96">10571 9561 596 0,'0'0'0'0,"0"-3"0"0,0 2 0 0,0-1 0 0,0 0 0 0,0 0 0 0,0 0 0 0,0 1 0 0,0 1 0 0,0 0 0 0,0-3 6 0,0 3-22 0,0 0 21 16,0 0 0-16,0 0-7 0,0 0 5 0,0 0 1 16,0 0-1-16,0 0 95 0,0 0-42 15,0 0-2-15,0 0 54 0,0 0-46 0,0 0-15 16,0 0-1-16,0 0 82 0,0 0-52 0,0 0-10 15,0 0 0-15,0 0 29 0,0 0-28 0,0-2 10 0,0 2-8 16,0 0 0-16,2 0-31 0,-2 0 73 0,0-1-36 16,0 1 9-16,0 0-45 0,0 0 107 0,0 0-54 15,0 0-26-15,0 0-1 0,0 0 92 16,0 0-64-16,0 0-28 0,0 0 1 0,2 0 46 16,-1 0-37-16,4 6 10 0,-1 4 55 15,1 4-51-15,2 1-25 0,1 4-1 0,2 5 24 16,-1 1 9-16,2 2-58 0,1 1 56 0,-2-1-27 15,0 5-31-15,1-2-36 0,-1 4 0 0,-3-2 0 16,1 0 0-16,-1-3 0 0,-3 3 0 0,1-3 0 16,-3-8 0-16,0 7-307 0,0-7 122 15,-2 0 97-15,0-7 17 0,0-5-175 0,0 1 66 16,0-4 79-16,0-5-350 0,-2-1 207 16,-2 0 102-16,-1-11 42 0,1-11-372 0,1-5 217 15,-1-1 108-15,-2-8 54 0,0-7-307 0</inkml:trace>
  <inkml:trace contextRef="#ctx0" brushRef="#br0" timeOffset="27557.19">10627 9649 2331 0,'-7'-19'0'0,"3"6"0"0,4 2 0 0,0 1 0 0,0-1 0 0,4 2 0 0,14-1 0 0,7 1 0 0,5 0 0 0,12-2 0 0,-6 5 181 0,15 3-76 16,-5 3 393-16,0 0-231 0,0 3-113 16,-7 11 173-16,-5 4-259 0,6 8-68 0,-16-2 0 15,0 5 0-15,-4 1 0 0,-8 1 0 0,-6-1 0 16,-6 6 0-16,0 6 0 0,-13-1 0 0,-12 2 0 15,-5 2 0 1,-3-2 0-16,-3 0 0 0,-3-3 0 0,-1-5 0 0,1-7 0 0,1-5 0 0,4-6 0 16,-1-4 0-16,3-6 0 0,4-2 0 15,3-2 0-15,1-3 0 0,3 0 0 0,2 0 0 0,6-5 0 16,0-5 0-16,6-5 0 16,3-2-143-16,4-5-72 0,0-8-710 0,4-8 444 15,10-1 221-15,7-6 111 0,-3-2-622 0</inkml:trace>
  <inkml:trace contextRef="#ctx0" brushRef="#br0" timeOffset="28879.01">10898 8424 2325 0,'-2'-3'0'0,"0"-3"0"0,-1 2 0 0,-2 2 0 0,2 0 0 0,-3 1 0 0,2 1 0 0,-1 0 0 0,0 5 0 0,-1 10 0 0,0 2 123 0,-2 8 207 0,1 3-135 15,0 5-83-15,-5 9 92 0,1 1-82 0,0 4-41 16,-3 2-1-16,0 1 167 0,0 5-135 16,1-1-112-16,0 1 0 0,0-3 0 15,2-1 0-15,-1-10 0 0,1 6 0 0,4-13 0 16,-1 0 0-16,4-6 0 0,0-7 0 0,1 0 0 15,1-6 0-15,2-4 0 0,-2-3 0 0,2-6 0 16,0 3-70-16,0-5-450 0,0 0 222 0,0 0 128 16,4-15 66-16,5-7-378 0,6-5 222 0,-2-3-385 15,6-12 307-15,-2 1 150 0</inkml:trace>
  <inkml:trace contextRef="#ctx0" brushRef="#br0" timeOffset="29132.12">10891 8393 2390 0,'2'-12'0'0,"-2"5"0"0,1 3 0 0,-1 0 0 0,2 3 0 0,-2 1 0 0,2 0 0 0,4 0 0 0,-1 3 0 0,5 10 0 0,-1 4 114 15,4 6 431-15,1 3-252 0,-2 4-127 0,6 10-63 16,-4-3 193-16,0-1-272 0,4 9-24 0,-2-4 0 16,0 1 0-16,0 0 0 0,-2-4 0 0,2-4 0 15,0 9 0-15,-4-11 0 0,1 4 0 16,-2-4 0-16,0 0 0 0,-2-6 0 0,-1 4 0 0,-3-4 0 15,0-3 0-15,-3-3 0 16,-1-1 0-16,-1-2-50 0,0-4-163 0,0-4-342 0,-3-1 257 16,-5 0 130-16,-2-4 64 15,0-3-433-15,-4-1 253 0,-1 0 122 0,-2-1-397 0</inkml:trace>
  <inkml:trace contextRef="#ctx0" brushRef="#br0" timeOffset="29310.54">10742 8864 3038 0,'-21'-6'0'0,"3"5"0"0,3-2 0 15,4 0 0-15,1-1 0 0,4 2 0 0,4 0 0 0,2 1 0 0,0-1 0 0,11 0 0 0,10 0 334 0,6 0-152 0,3 0 195 0,3 0-377 16,5 0 0-16,0 0 0 0,-1 1 0 0,-1-2 0 16,-2 2 0-16,-2 1 0 0,-2 0 0 0,-2 0 0 15,-5 0 0-15,-1 4-326 0,0 3-69 0,-1 1 196 0,-2 3 116 16</inkml:trace>
  <inkml:trace contextRef="#ctx0" brushRef="#br0" timeOffset="30295.76">11638 9127 3501 0,'0'-8'0'0,"0"1"0"0,0 1 0 0,0-1 0 0,6 0 0 0,-1 0 0 0,5 2 0 0,5 1 0 0,-3 2 0 0,6 0 0 0,1 2 116 0,4 0-39 0,-3 8 160 16,6 6-237-16,-5 2 0 0,1 5 0 16,-3 1 0-16,0 2 0 0,-6 2 0 0,0 1 0 15,-5 1 0-15,-4 6 0 0,-4-4 0 0,0 2 0 16,-2-1 0-16,-14 2 0 0,-7 3 0 0,3-8 0 0,-6-2 0 15,-4 0 0-15,-6 3 0 0,8-9 0 16,-4 1 0-16,2-4 0 0,0-2 0 0,5-4 0 16,-5 0 0-16,12-5 0 0,1-2 0 0,6-4 0 15,1 0 0-15,4 0 0 0,5-2 0 16,1-19 0-16,11-9-946 0,13-6 419 0,12-12 244 0,0 6-627 16,9-15 441-16</inkml:trace>
  <inkml:trace contextRef="#ctx0" brushRef="#br0" timeOffset="30473.89">11997 9018 2897 0,'2'-8'0'0,"-2"5"0"0,0 1 0 0,-5 2 0 0,-7 0 0 15,-1 7 0-15,-3 12 0 0,4 4 0 0,-4 5 0 0,3 9 0 0,0 4 832 0,5-1-630 16,1 13-202-16,5-5 0 0,2 3 0 0,0-4 0 0,4 2 0 16,7-10 0-16,8 7 0 0,2-11 0 15,-1-4 0-15,6-4 0 0,5-2 0 0,-1-4 0 0,2 1 0 16,-2-6 0-16,0-8 0 15,-2-2-291-15,2-4-289 0,-5-2 262 0,3 0-611 16,-3-2 445-16,0-11 223 0</inkml:trace>
  <inkml:trace contextRef="#ctx0" brushRef="#br0" timeOffset="30638.64">12355 9329 3423 0,'-3'-11'-2'0,"1"8"0"0,0-2 0 0,2 2 0 0,0-1 1 0,0 2 1 0,7-2 0 0,14 2 0 0,2 1 0 0,4-1 0 0,6-1 332 0,-1 3-147 0,2 0-185 0,-2 0 0 0,1 0 0 16,1 0 0-16,0 0 0 0,-4 0 0 16,-2 3 0-16,-7 2-299 15,1-2-67-15,-5-2 203 0,-6-1-853 0,-1 2 432 16,-6-2 273-16</inkml:trace>
  <inkml:trace contextRef="#ctx0" brushRef="#br0" timeOffset="30810.31">12541 8853 3931 0,'-7'-11'0'0,"3"5"0"0,1 0 0 0,-1 4 0 0,4 2 0 0,0 0 0 0,0 21 0 0,2 11 0 0,1 9 0 0,1 12 0 0,-2 14 0 16,0 1 0-16,-2 3 0 0,0 1 0 0,0 1 0 16,0 0 0-16,2 0 0 0,1 0 0 0,4-1 0 15,2-3 0-15,-2 6-137 0,0 3 12 0,5 1-1374 16</inkml:trace>
  <inkml:trace contextRef="#ctx0" brushRef="#br0" timeOffset="31150.81">13306 9303 3378 0,'-13'-19'0'0,"8"16"0"0,5 1 0 0,0 1 0 0,3-5 0 0,8 5 0 0,8-1 0 0,5 1 0 0,10-1 0 0,4 0 0 0,14 0 130 0,10 0 293 0,-4 0-423 0,4 1 0 16,-9-2 0-16,5 3 0 0,1-1 0 0,-3 1 0 16,-4 0 0-16,-3-2 0 0,-4 2 0 15,-7 0 0-15,-2 0 0 0,-4 0-26 0,-9 2-88 16,-3 3-974-16,-7 3 475 0,-5 4 277 0</inkml:trace>
  <inkml:trace contextRef="#ctx0" brushRef="#br0" timeOffset="31572.83">13571 9553 3119 0,'-4'13'0'0,"4"8"0"0,0 2 0 0,0-1 0 0,0 3 0 0,0 0 0 0,2 3 0 0,2-1 0 0,3 5 0 0,-3 0 0 0,3-2 450 15,-2 2-205-15,0-6-128 0,1 6-117 0,-3-4-162 16,1-5 39-16,-1-1 80 0,-1-3 40 0,0-6-637 15,0-2 333-15,-2-2 173 0,0-6-584 0,0-3 297 16,0 0 191-16,0-12 87 0,-2-12-91 16,-2-2 98-16,-1-4 50 0,0-6 23 15,-6-9 1-15,4 9 15 0,2-12 9 0,-1 12-81 16,3-2 40-16,1 6 1 0,2 8 40 0,0-1 402 16,0 5-207-16,5 2-97 0,10 4 616 0,6 1-287 15,3 4-185-15,5 3 250 0,4 4-213 0,8 2-102 16,-1 0-50-16,2 8 486 0,-7 7-259 0,10 6-144 15,-9 1-104-15,-9-1-68 0,2 3 0 0,-6 2 0 16,-6 2 0-16,-8 0 0 0,-7 3 0 0,-2-2 0 16,-4 3 0-16,-20 2 0 0,-3-5 0 0,-12 4 0 15,-2-5 0-15,-5-3 0 16,2-6 0-16,-2 1 0 0,7-6 0 0,-7-1 0 16,9-8 0-16,0 1 0 0,3-4 0 0,2-2 0 15,7 0 0-15,-1-5-382 0,8-12 56 0,4-6 144 16,5-8-555-16,7-12 349 0,2-5 166 0</inkml:trace>
  <inkml:trace contextRef="#ctx0" brushRef="#br0" timeOffset="31822.95">13702 8432 3598 0,'-12'-6'0'16,"3"4"0"-16,7 2 0 0,2 0 0 0,0 0 0 0,0 0 0 0,0 8 0 0,0 6 0 0,0 1 0 0,2 5 0 0,7 3 333 0,0 6-333 0,-2 3 0 0,0 0 0 15,-1 4 0-15,-2 2 0 0,2 1 0 0,-4-2 0 16,-1 3 0-16,1-2 0 0,0-3 0 16,0 0-48-16,-2-3-79 0,0-9 83 0,2-1 41 15,-2-2-789-15,1-11 297 0,-1-2-261 0,2-5 359 0,-2-2 178 16,0-2 90-16,0-16-272 0,0-7 170 0</inkml:trace>
  <inkml:trace contextRef="#ctx0" brushRef="#br0" timeOffset="32174.2">13629 8409 2511 0,'-12'-32'0'0,"5"1"0"0,4 0 0 0,3 5 0 0,0 6 0 0,0-3 0 0,9 6 0 0,12 2 0 0,3-1 0 0,6 6 0 0,2 3 166 15,4 2 214-15,5 5-171 0,-8 0-84 0,7 2-43 16,-6 12 0-16,-2 2 23 0,-6 7-38 0,-5 2 0 0,-4 3-61 15,-10 2 34-15,-5 3-56 16,-2 1 38-16,-4 2-10 0,-13-4 27 0,-8 0-5 0,0-3-34 16,-9-2 0-16,6-8 0 15,-2 0 0-15,4-6 0 0,6-4 0 0,6-2 0 0,2-3 0 16,5-2 0-16,5 1 0 0,2-2 0 0,2 3 0 16,22-1 0-16,12 3 0 0,7 0 0 0,4 1 0 15,6-1 0-15,-3 4 0 0,1 1 0 16,-6 2 0-16,-11 2 0 0,0 4 0 0,-6-1 0 15,-11 1 0-15,-4-4 0 0,-9 6 0 0,-4 5 0 0,-2 1 0 16,-22 2 0-16,-8-3 0 16,-7-1 0-16,-9-2 0 0,-3-1 0 15,-1-5 0-15,-1-4 0 0,0-3 0 0,3-5 0 16,12-5 0-16,1 0 0 0,3 0 0 0,11 0 0 16,5-5 0-16,6-1 0 0,7-1 0 0,5-4 0 0,1 1-951 15,22 2 453-15</inkml:trace>
  <inkml:trace contextRef="#ctx0" brushRef="#br0" timeOffset="32542.38">14523 9046 1969 0,'0'-9'0'0,"2"5"0"0,0 0 0 0,0 2 0 0,0 0 0 0,1 2 0 0,3 0 0 0,1 0 0 0,3 10 0 0,3 6 0 0,6 4 191 0,-3 1-76 0,5-1-38 0,-1 2 612 16,0-1-326-16,-1-2-152 0,3 3-91 0,-3-5 76 15,2 2-196-15,-7-6 0 0,4 2-15 0,-6-3-43 16,2 0 44-16,-5-1-402 0,-2-5 227 16,2 3 115-16,-4-8-968 0,-1 1 490 0,1-2 261 0</inkml:trace>
  <inkml:trace contextRef="#ctx0" brushRef="#br0" timeOffset="32880.87">15023 8760 3598 0,'0'-9'0'0,"0"7"0"0,0 0 0 0,0 0 0 0,-2 1 0 0,-2 1 0 0,0 0 0 0,0 1 0 0,-1 17 0 0,-3 6 0 0,1 6 333 15,-7 11-333-15,0 7 0 0,-4 6 0 0,-3 15 0 16,-4-1 0-16,-1 5 0 0,-6 14 0 0,2-5 0 15,5-8 0-15,-5 21 0 16,5-22 0-16,1 8 0 0,0-4 0 0,3-5 0 16,2-9 0-16,1 8 0 0,6-16 0 0,3 0 0 15,1-9 0-15,3-10 0 0,1 0 0 0,0-6 0 16,2-9 0-16,0-2 0 0,0-8 0 16,0 0 0-16,2-6 0 0,-1 0 0 0,1-2 0 0,-2-1 0 15,2-1 0-15,-2 1 0 0,2 0 0 0,0 0 0 0,-2 0 0 16,2-1 0-16,0-1 0 15,0 0 0-15,0 3 0 0,0-3 0 0,0 0 0 0,0 0 0 16,0 0-304-16,0 0 39 0,0 0 103 16,2-6 66-16,5-6-673 0,3-5 364 15,3-2 184-15,-4-8 90 0</inkml:trace>
  <inkml:trace contextRef="#ctx0" brushRef="#br0" timeOffset="33155.91">15271 9393 3017 0,'0'-9'0'0,"0"6"0"0,0 1 0 0,0-2 0 0,0 0 0 0,0-1 0 0,5 0 0 0,6 2 0 0,6-3 0 0,6 0 0 0,5 0 692 0,6 1-470 0,5 2-222 16,11-1 0-16,-6-2 0 0,4 3 0 0,0 2 0 15,3 0 0-15,-10 1 0 0,10 0 0 16,-15 0 0-16,1 0 0 0,-3 0 0 0,-10 0 0 16,1 0 0-16,-7 0 0 0,-4 1 0 0,-5 0 0 0,-4 2 0 15,-1-3 0-15,-4 2 0 0,0-2-551 16,0 0-16-16,-6 0 265 0,-6 0 132 0,-4 0-733 16</inkml:trace>
  <inkml:trace contextRef="#ctx0" brushRef="#br0" timeOffset="33343.04">15676 8875 3754 0,'-17'-21'0'0,"6"10"0"0,2 2 0 0,-1 1 0 0,3 3 0 0,-1 3 0 0,5 2 0 0,1 0 0 0,2 15 0 0,0 19 0 0,0 5 177 0,0 10-177 0,0 14 0 0,0 0 0 16,0-7 0-16,0 16 0 0,0-10 0 0,-4 1 0 15,2-3 0-15,1 1 0 0,-1-9 0 0,-1 3 0 16,1-3 0-16,-2-1 0 0,3-4 0 15,-5 0 0-15,3-8 0 0,-5 8-1336 0,5-4 650 0,3-9-38 16</inkml:trace>
  <inkml:trace contextRef="#ctx0" brushRef="#br0" timeOffset="33572.47">16094 9224 3931 0,'0'-11'0'0,"5"9"0"0,20-2 0 0,5-3 0 0,5-3 0 0,10 5 0 0,10 1 0 0,5 0 0 0,11-1 0 0,5 1 0 0,0 2 0 0,5-1 0 16,-1-2 0-16,1 2 0 0,1-3 0 0,-6 2 0 0,-13-1 0 16,11-1 0-16,-18 4 0 0,-1-1 0 0,-6 1 0 15,-14 0 0-15,-5 2 0 0,-7 0-286 0,-12 0-341 16,-5 9 295-16,-6 6 147 0</inkml:trace>
  <inkml:trace contextRef="#ctx0" brushRef="#br0" timeOffset="33993.44">16602 9452 3931 0,'0'13'0'0,"4"12"0"15,8 13 0-15,-5-8 0 0,0 1 0 0,-1 2 0 0,1 3 0 0,-1 1 0 0,2 5 0 0,-3-6 0 0,-3 3 0 0,2-1 0 0,-3 1 0 0,-1-3 0 16,0-4 0-16,0-4 0 0,0-9 0 0,0 2 0 0,0-4 0 16,0-8-86-16,-3-3-294 15,-3-5-686-15,-1-1 516 0,0 0 241 0,-3-11 136 16,1-13 68-16,-1-3-243 0,0-7 155 0,-1-3 68 0,-4-8-103 16,4-2 96-16,0 0 47 0,4 0 23 15,0 9 1-15,4 1 255 0,3 3-120 0,0 4 606 16,0 8-358-16,5-1-180 0,13 5-90 0,6 2-54 15,6 8 932-15,9 0-446 0,4 6-224 0,1 2 261 16,2 0-275-16,-5 10-246 0,7 11 0 16,-9 2 0-16,-2 5 0 0,-8 2 0 15,-7-3 0-15,-1 3 0 0,-8 1 0 0,-5 3 0 16,-6 0 0-16,-2 0 0 0,-16 5 0 16,-12-3 0-16,-6-1 0 0,-4 3 0 0,-3-6 0 0,-3-6 0 0,6-5 0 15,-13 0 0-15,5-6 0 0,0-5 0 16,2-6 0-16,0-1 0 0,10-3 0 0,1 0 0 15,4-3 0-15,6-8 0 0,3-5 0 0,8-9 0 16,2-7 0 0,8-8 0-16,2-5 0 0,2-5 0 0,15-14-1352 0,1 5 286 0</inkml:trace>
  <inkml:trace contextRef="#ctx0" brushRef="#br0" timeOffset="34223.15">17079 8300 3931 0,'-19'-20'0'0,"-2"9"0"0,-4 1 0 0,-2 7 0 0,-7 1 0 0,-7 2 0 0,-2 11 0 0,1 13 0 0,3 7 0 0,5 2 0 0,6 4 0 0,10 4 0 16,10-6 0-16,4 10 0 0,4-2 0 0,5 0 0 0,16 0 0 15,8-3 0-15,4-2 0 0,8-5 0 0,5-1 0 0,4-5 0 16,2-5 0-16,0-3 0 15,-10-6 0-15,11 0 0 0,-10-5 0 16,-7-3 0-16,2-1-990 0,-3-1 331 0,-1-3 302 0</inkml:trace>
  <inkml:trace contextRef="#ctx0" brushRef="#br0" timeOffset="34560.21">17609 8706 3931 0,'-9'0'0'0,"9"0"0"0,0 0 0 0,0 0 0 0,10 0 0 0,10 0 0 0,9 0 0 0,1 0 0 0,12 2 0 0,-1 0 0 0,0 0 0 0,3 1 0 16,-9 3 0-16,2 0 0 0,-1 4 0 0,-6 0 0 16,-4 3 0-16,-3 4 0 0,-8 4 0 0,-7 0 0 15,-6 9 0-15,-2 6 0 0,-12 1 0 0,-14 4 0 16,-5 1 0-16,-4 1 0 0,-2-2 0 15,1 1 0-15,4-7 0 0,8-5 0 0,1 2 0 0,8-9 0 16,1 4 0-16,7-8 0 16,5 1 0-16,2-5 0 0,0-1 0 0,9-2 0 0,9-4 0 15,5-2 0-15,1-2 0 0,2-4 0 0,4 3 0 16,0-3 0-16,0 0 0 0,0 0 0 16,-2-3 0-16,2 2 0 0,-7-3 0 0,-2 0 0 15,-3 0-340-15,-8-1-230 0,0-1 266 16,-7-6-754-16</inkml:trace>
  <inkml:trace contextRef="#ctx0" brushRef="#br0" timeOffset="34728.11">17689 8952 3931 0,'-18'0'0'0,"8"0"0"0,2 0 0 0,5 0 0 0,3 0 0 0,0 0 0 0,0 0 0 0,15 0 0 0,9 0 0 0,6 4 0 0,8 7 0 15,0 3 0-15,1-2 0 16,-7 0 0-16,5 2 0 0,1 0 0 0,-4-1 0 0,0 1 0 15,-2-3 0-15,0 0 0 0,-1-4 0 16,-4-2 0-16,3 3 0 0,-2-4-1432 0</inkml:trace>
  <inkml:trace contextRef="#ctx0" brushRef="#br0" timeOffset="34899.36">18544 8862 3931 0,'5'-8'0'0,"12"7"0"0,2-3 0 0,0 0 0 0,2 2 0 0,1 1 0 0,6 1 0 0,0 0 0 0,4 0 0 0,5 0 0 0,-2 0 0 0,-1 0 0 0,0 0 0 15,-3 1 0-15,-1 5 0 0,-3-1 0 0,-7 1 0 0,-3 2-935 16,-4 3 240-16,-5 0 364 0</inkml:trace>
  <inkml:trace contextRef="#ctx0" brushRef="#br0" timeOffset="35052.68">18574 9137 3931 0,'-4'0'0'0,"4"0"0"0,2 0 0 0,5 0 0 0,9 0 0 0,4 0 0 0,6 1 0 0,10 1 0 0,2 0 0 0,3-1 0 0,-5-1 0 16,13 4 0-16,-8 0 0 0,3-2 0 0,-3 0 0 16,0 0 0-16,-4-1 0 0,1 1-495 15,0 2 42-15,-3 0 245 0</inkml:trace>
  <inkml:trace contextRef="#ctx0" brushRef="#br0" timeOffset="35307.15">19882 8320 3931 0,'-5'-5'0'0,"5"5"0"0,0 0 0 0,0 6 0 0,0 11 0 0,2 11 0 0,4 10 0 0,3 19 0 0,0-11 0 0,3 22 0 0,1 1 0 0,1 19 0 16,-7-7 0-16,2 24 0 0,-3-7 0 0,-3 1 0 0,-1 3 0 15,-2 0 0 1,0-13 0-16,-7 21 0 0,-6-15 0 0,-1-2 0 0,2-6 0 0,2-13 0 16,4-9 0-16,1-1 0 0,-1-11 0 15,6-14 0-15,-4 1-677 0,1-5 43 0</inkml:trace>
  <inkml:trace contextRef="#ctx0" brushRef="#br0" timeOffset="35494.3">20457 9989 3677 0,'-10'-11'0'0,"10"11"0"0,1 0 0 0,1 0 0 0,-2-2 0 0,0 2 0 0,0 0 0 0,0-2 0 0,0 0 0 0,0 2 0 0</inkml:trace>
  <inkml:trace contextRef="#ctx0" brushRef="#br0" timeOffset="43067.18">22127 5403 2913 0,'0'-1'0'0,"-2"-2"0"0,2 1 0 0,0 2 0 0,0 0 0 0,0 0 0 0,0 5 0 0,5 11 0 0,4 6 0 0,4 6 0 0,-1 4 491 0,2 10-231 16,0-3-110-16,-3 4-55 0,1 1-73 0,-1 1-22 16,-2-6 0-16,0 11 0 0,1-8 0 0,-5 2 0 15,1-4 0-15,-3-3 0 0,1-2 0 0,-2-1 0 16,1-3 0-16,-1-10 0 0,0 0 0 16,-2-6-54-16,0-2-41 0,3-7 60 15,-3-2-112-15,0-4 67 0,0-2-1296 0,2-19 658 16,-1-9 345-16</inkml:trace>
  <inkml:trace contextRef="#ctx0" brushRef="#br0" timeOffset="43307.15">22197 5555 2178 0,'-17'-32'0'0,"4"9"0"0,3 5 0 0,3 1 0 0,7 4 0 16,0 1 0-16,2 3 0 0,15 1 0 0,11 5 0 0,11 1 0 0,4 2 489 0,10 0-230 0,0 2-110 0,3 13 216 15,-5 3-162-15,-2 7-83 16,-5 1-30-16,-3 8-12 0,-10 3-78 0,-2 2 0 15,-11 3 0-15,-4 2 0 0,-11-5 0 0,-3 11 0 16,0-1 0-16,-23 1 0 0,-3 0 0 0,-8-7 0 16,-5 0 0-16,-3-2 0 0,-2-9 0 0,-1-1 0 0,-2-7 0 15,-1-5 0-15,9-8 0 0,-2-1 0 16,5-9 0-16,5-1 0 0,8 0 0 0,2 0 0 16,8-9 0-16,8-8 0 0,5-7 0 15,5-9 0-15,25-2 0 0,15-12 0 0,8-2-716 0</inkml:trace>
  <inkml:trace contextRef="#ctx0" brushRef="#br0" timeOffset="43461.07">22840 5594 3481 0,'12'0'0'0,"-1"0"0"0,3 0 0 0,1 0 0 0,4-2 0 0,7 1 0 0,8-5 0 0,1 5 0 0,8-4 0 0,-6 3 0 0,7 0 356 0,-3 1-262 15,1 1-94-15,-1 0 0 0,-5 0 0 0,4 0 0 16,-4 0 0-16,-3 0 0 0,-3 0-567 0,-11 5 218 15,2 2 204-15,-9 4 86 0</inkml:trace>
  <inkml:trace contextRef="#ctx0" brushRef="#br0" timeOffset="43628.55">23012 5797 2781 0,'-43'5'-1'0,"13"2"1"0,5-4 0 0,3 2 0 0,11-4 0 0,2-1 0 0,9 0 0 0,0 0 0 16,11 0 0-16,17 0 0 0,13 0 113 0,3 2 299 0,2-2-187 0,3 0-93 0,1 1-47 15,-8 1-152-15,8-2 48 0,-13 3 29 0,-1-2 0 16,1 3-226-16,-9 0 128 0,-5 1 73 0,-5-1-656 16,-4-1 297-16,-3 3 197 0,-4-4-664 15,-5 0 401-15</inkml:trace>
  <inkml:trace contextRef="#ctx0" brushRef="#br0" timeOffset="43834.06">23451 5302 3423 0,'-3'-4'0'0,"3"2"0"0,-4 2 0 0,-2 2 0 0,1 11 0 0,-4 7 0 0,-3 9 0 0,-1 6 0 0,-6 7 0 0,1 3 0 0,-8 4 156 0,-4 11 196 0,3-6-352 16,-1 1 0-16,-1 0 0 0,3 1 0 0,3-10 0 0,1 2 0 16,1 0 0-16,2-5 0 0,5-4 0 15,5-6 0-15,0-5 0 0,6-2 0 16,3-5 0-16,0-4-633 0,0-6 73 15,10-7 269-15,10-4 72 0,8-3-564 0,9-17 373 0</inkml:trace>
  <inkml:trace contextRef="#ctx0" brushRef="#br0" timeOffset="44110.31">23727 5585 2755 0,'14'-8'0'0,"1"6"0"0,-4 2 0 0,-3 0 0 0,-3 14 0 0,-1 1 0 0,-2 4 0 0,-1-1 0 0,4 9 0 15,4-2 0-15,2 4 220 0,3-3-81 0,2 0 516 0,5-3-493 0,0-3-162 0,3-6 0 16,0-3 0-16,1-7 0 0,7-3 0 0,-4-1 0 16,2-5 0-16,-1-11 0 0,-3-7 0 15,-4-2 0-15,-3 1 0 0,-6-4 0 0,-5 0 0 0,-4 0 0 16,-4-1 0-16,0 2 0 0,-14-3 0 16,-6 1 0-16,-5 2 0 0,-3 3 0 0,-9 2 0 15,3 8 0-15,-10 3 0 0,5 7 0 16,-2 4 0-16,4 0 0 0,0 4 0 0,3 12 0 15,6 2 0-15,5 4 0 0,7 3 0 0,7 3 0 16,4 5 0-16,5 2 0 0,0 10-22 0,16-2-428 16,3 5 206-16</inkml:trace>
  <inkml:trace contextRef="#ctx0" brushRef="#br0" timeOffset="44253.75">24488 5925 2951 0,'0'-21'0'0,"0"12"0"0,0 6 0 0,0-1 0 0,0 1 0 0,0 2 0 15,0 1 0-15,0 0 0 0,0 0 0 0,0 0 0 0,0 1-31 0,-3 14 42 0</inkml:trace>
  <inkml:trace contextRef="#ctx0" brushRef="#br0" timeOffset="47055.43">15004 3831 1339 0,'-4'-12'-1'0,"4"7"0"0,-2 3 1 0,2 1 0 0,0 1 0 0,0 0 0 0,0 0 0 0,0 0 0 0,-2 0 0 0,2 0 0 0,0 0 90 15,0 0 129-15,0 0-84 0,0 0 94 0,0-2-75 16,0 2-58-16,-1 0 0 0,1-3 61 0,0 3-53 15,0 0 0-15,0-1-40 0,0 1 47 0,-2 0-1 0,2 0-58 16,0-2 0-16,0 2 136 0,-2 0-74 16,2 0 0-16,0-3 76 0,-2 2-69 0,2 1-35 0,0 0-78 15,0 0-8-15,0 0 0 0,0 0 0 0,0 0 0 16,0 0 0 0,0 0 0-16,0 0 0 0,0 0 0 0,0 0 0 15,4-3 0-15,3 2 0 0,4 1 0 0,3 0 0 16,0-2 0-16,2 2 0 0,0 0 0 0,5 0 0 15,-2 0 0-15,1 0 0 0,1 0 0 0,2 0 0 16,-1 0 0-16,1 0 0 0,-1 2 0 16,1 2 0-16,4 0 0 0,-4 2 0 0,2-1 0 0,1 0 0 15,-3 1 0-15,5 0 0 0,3-2 0 0,-1 1 0 0,3 0 0 16,1-2 0-16,2-1 0 0,10-1 0 16,0-1 0-16,2 0 0 0,3 0 0 15,4 0 0-15,-3 0 0 0,6 0 0 16,8 0 0-16,-5 0 0 0,2-1 0 0,1 1 0 15,-2 0 0-15,15 0 0 0,-4 0 0 0,0 0 0 16,0-2 0-16,3 0 0 0,2 1 0 0,14-2 0 0,-1 1 0 16,2-3 0-16,3 0 0 0,6-4 0 15,4 2 0-15,4 2 0 0,19-8 0 0,-5 6 0 16,-2-2 0-16,-19 3 0 0,19-1 0 0,16-2 0 16,-9 1 0-16,1 3 0 0,1-1 0 15,7 1 0-15,6-1 0 0,0-3 0 0,3 4 0 16,4 0 0-16,25-3 0 0,-34 3 0 15,18-3 0-15,24 1 0 0,-11 1 0 0,0-1 0 0,-4 2 0 16,11 2 0-16,-22-1 0 0,32 1 0 16,-14 0 0-16,5 2 0 0,-2 1 0 0,-7 0 0 15,-6 0 0-15,27 0 0 0,-25 0 0 0,11 1 0 0,-4 5 0 16,-17 0 0-16,35 0 0 0,-4-1 0 16,-3-1 0-16,-3 0 0 15,18-1 0-15,-24 0 0 0,32-2 0 0,2 1 0 0,-8 0 0 16,-1-1 0-16,14-1 0 15,-27 0 0-15,31 5 0 0,-3-2 0 0,-6 1 0 0,-9 0 0 16,9 1 0-16,-29 0 0 0,25 1 0 0,-8 3 0 16,-20-4 0-16,-3 5 0 0,-4-1 0 0,-18-1 0 15,9 0 0-15,-4 3 0 0,21 0 0 0,-34-1 0 16,7 0 0-16,2 1 0 0,-2-1 0 16,-3-1 0-16,-11-1 0 0,-7-1 0 15,-3 1 0-15,-23-2 0 0,-1 1 0 0,-8-2 0 0,-16 1 0 16,-4-1 0-16,-6-1 0 0,-17 0 0 0,-1 1 0 15,-14-3 0-15,0 4 0 0,-17-4 0 0,2 0 0 16,-8 0 0-16,-6-2 0 0,-3 0 0 0,-2 2 0 16,-2-2 0-16,-1 0 0 0,1 0 0 0,-1 0 0 15,-2 0 0-15,1-2 0 0,-1-2 0 16,0-1 0-16,0 0 0 0,0-1 0 16,0-1 0-16,-6 4 0 0,-8 1 0 15,-12 2 0-15,-9 5-168 0,-22 22-1650 0</inkml:trace>
  <inkml:trace contextRef="#ctx0" brushRef="#br0" timeOffset="59893.7">5446 16100 2988 0,'-2'-7'0'0,"2"2"0"0,0 4 0 0,0-2 0 0,0 2 0 0,4 1 0 0,8 0 0 0,2 4 0 0,2 7 0 0,3 4 0 0,1 2 129 0,-1 2-44 0,1 1 261 0,-2 1-142 15,4 1-86-15,-2 0-57 0,2 0-61 0,-3 0 0 16,3-3 0-16,-9-4 0 0,5 4 0 0,-4-4 0 15,-2-3 0-15,-1 2 0 16,-2-5 0-16,-1-2 0 0,-3 2 0 0,-4-5 0 16,1-3 0-16,0 1 0 0,-2-2-457 0,0 0 103 15,0 0 111-15,0 0-484 0,0-11 342 0,2-9 172 16,3-2 86-16</inkml:trace>
  <inkml:trace contextRef="#ctx0" brushRef="#br0" timeOffset="60141.28">5936 15940 2985 0,'-2'0'0'0,"0"0"0"0,-4 0 0 0,0 0 0 0,4 2 0 0,-5 5 0 0,0 1 0 0,2 3 0 0,-1 4 0 0,-4 6 0 0,1-1 513 0,-2 10-241 0,-1 0-115 0,-2 8-153 16,-4 0-4-16,2 2 0 0,-1-4 0 0,-4 12 0 15,2-5 0-15,-5 2 0 0,3-2 0 0,-2 2 0 16,1 0 0-16,-1-1 0 15,0-5 0-15,4-2 0 0,1-5 0 0,1-2 0 16,6-7 0-16,-2-2 0 0,3-3 0 0,3-2 0 16,3-8 0-16,1 0-172 0,3-2-75 0,0 0-514 15,0-1 359-15,0-2 180 0,0 0 90 0,7 3-562 16,-2-3 316-16</inkml:trace>
  <inkml:trace contextRef="#ctx0" brushRef="#br0" timeOffset="60716.78">5626 16890 2833 0,'0'-7'0'0,"0"-1"0"0,0 1 0 0,0 1 0 0,0 2 0 0,0 0 0 0,0 2 0 0,0 1 0 0,0 1 0 0,0 0 0 0,0 0 254 0,0 3-106 16,0 11-54-16,2 3 187 0,1 3-109 0,-1 7-71 15,3 3-53-15,-4 3-48 0,3 2 0 0,-2 9 0 16,1-6 0-16,-1 9 0 0,0-2 0 0,0 0 0 16,0-2 0-16,0-7 0 0,-2 3 0 15,0-1 0-15,0-3 0 0,0-6 0 16,0-7 0-16,0 1 0 0,0-5 0 0,0-6 0 0,-2-5 0 15,0-2 0-15,-2 0 0 0,0-5 0 16,3 0 0-16,-5 0 0 0,2 0 0 0,0-2 0 16,4-10 0-16,0 1 0 0,0-2 0 0,0-2 0 15,0-3 0-15,2 1 0 0,11-7 0 0,-1 8 0 16,3-3 0-16,3 3 0 0,-3 2 0 0,3 0 0 16,0 6 0-16,-1 1 0 0,2 6 0 0,-2 1 0 15,0 0 0-15,-1 0 0 0,-2 11 0 16,-1 3 0-16,-2 2 0 0,-1 3 0 0,-5 0 0 0,2 2 0 15,-7 0 0-15,2 1 0 16,-2-1 0-16,0-1 0 0,0-3 0 0,-2 0 0 16,-7-2 0-16,-2-1 0 0,1-2 0 0,-6-3 0 15,-1-1 0-15,0-1 0 0,-3-2 0 0,-2-4 0 16,2 1 0-16,-2-2 0 0,1 0 0 0,1 0 0 16,0-3 0-16,5-3 0 0,0-4 0 0,4 3 0 15,4 1 0-15,1-1 0 0,2-1 0 0,2 1 0 16,2 2 0-16,0-4 0 0,6 2 0 0,9 2 0 15,4-1-579-15,1 2-49 16,10 0 298-16</inkml:trace>
  <inkml:trace contextRef="#ctx0" brushRef="#br0" timeOffset="60858">6018 17628 3773 0,'-2'0'0'0,"2"0"0"0,-3 0 0 0,-1 0 0 0,2-2 0 0,1 0 0 0,1 0 0 0,0-1 0 0,0-3 0 0,0-1 0 0,5-3 111 0,6 1-1320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07:50.5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3004 6936 2514 0,'-6'-1'0'15,"-1"0"-2"-15,4-1-1 0,1-1 2 0,2 3 1 0,0 0 0 0,0 0 0 0,0-1 0 0,0 1 0 0,0 0 0 0,0 0 96 0,0 0-1 0,0 0-47 0,0 0 12 0,2 0-12 16,-1 4 142-16,3-1 144 16,-1 3-143-16,1-4-71 0,2 1 121 0,-1 3-241 15,3-4 0-15,1 1 0 0,4 1 0 0,-3 0 0 16,5-2 0-16,0 2 0 0,3-1 0 0,-3 2 0 15,5 1 0-15,-1-3 0 0,1 3 0 0,1 0 0 16,-1 1 0-16,2-2 0 0,-1 3 0 16,1-3 0-16,2 1 0 0,0-1 0 0,0-1 0 0,-4 1 0 15,7-2 0-15,-4 0 0 0,0-3 0 16,5 1 0-16,-3 0 0 0,1-1 0 0,-1 0 0 0,3 3 0 16,-7-2 0-16,8-1 0 15,-3 2 0-15,1 0 0 0,-2 0 0 0,-2 0 0 16,5 0 0-16,1-1 0 0,-1 1 0 0,4 0 0 15,-1-2 0-15,1 2 0 0,2-2 0 0,1 2 0 16,1-2 0-16,1 0 0 0,8 0 0 0,-10 2 0 16,13-2 0-16,-6 3 0 0,1-3 0 0,0 1 0 15,2 2 0-15,-3-2 0 0,10 2 0 0,-3 1 0 32,4-1 0-32,1 0 0 0,0-3 0 0,5 0 0 0,10 0 0 0,-9 0 0 15,5 0 0-15,-4 0 0 0,7 0 0 0,-6 0 0 16,11 0 0-16,-4 0 0 15,3 0 0-15,4 0 0 0,-4 0 0 0,-6 0 0 0,18 0 0 0,-3 0 0 16,-2 0 0-16,2 0 0 16,14 0 0-16,-17 0 0 0,6 0 0 0,15 0 0 0,-12-3 0 15,3 2 0-15,-1-1 0 0,-3-2 0 16,17 0 0-16,-13 1 0 0,4-1 0 0,-1 2 0 16,-2 0 0-16,-6 0 0 0,26 2 0 0,-10 0 0 15,-3 0 0-15,1 0 0 0,3-2 0 0,-8-1 0 16,20-3 0-16,-8-2 0 0,-1 1 0 0,3-1 0 15,-2 1 0-15,9-3 0 0,-2 3 0 0,-1 0 0 16,0-3 0-16,-1 1 0 0,4 1 0 0,4 0 0 16,-6 1 0-16,18-2 0 15,-12 2 0-15,2-1 0 0,5 1 0 0,-16-1 0 0,26 0 0 0,-11-1 0 16,2 1 0-16,6-2 0 0,-1 4 0 0,-12-6 0 16,29-1 0-16,-2 0 0 15,-2-4 0-15,2 2 0 0,-1-2 0 0,8 2 0 16,-8 2 0-16,1 0 0 0,4 2 0 0,3-1 0 15,-4 5 0-15,2-3 0 0,-3 1 0 0,10 1 0 16,-7 1 0-16,4 2 0 0,-2-4 0 0,26 2 0 16,-37 0 0-16,18-1 0 0,21-3 0 15,-12 3 0-15,-24 3 0 0,41-5 0 16,-17 3 0-16,1-2 0 0,-2 2 0 0,2-2 0 16,-11 4 0-16,29 1 0 0,-16-1 0 0,3 0 0 15,-3 0 0-15,-1 1 0 0,-18 1 0 0,41-1 0 16,-25 0 0-16,3 0 0 0,4 1 0 0,-3-3 0 15,-24 1 0-15,36-1 0 0,-13 2 0 0,-24 0 0 16,10 0 0-16,4 1 0 0,1-1 0 0,-8 1 0 16,-6-3 0-16,0 5 0 0,-1-1 0 0,-12 2 0 15,-21 0 0-15,20 0 0 0,-30 0 0 0,4 3 0 16,-16 4 0-16,-16-1 0 0,-8-1 0 0,8 5 0 16,-21-4 0-16,-4 3 0 15,-9-2 0-15,-8-1 0 0,-4 1 0 0,-6 0 0 16,-5-2 0-16,-6 0 0 0,-3-3 0 0,-5 2 0 15,-3-2 0-15,-1 0 0 0,-1-2 0 0,-2 0 0 16,0 0 0-16,0 0 0 0,0 0 0 0,0 0 0 16,0 0 0-16,0 0 0 0,0 0 0 0,0 1 0 15,0 8 0-15,-5 11-211 0,-8 12 32 0</inkml:trace>
  <inkml:trace contextRef="#ctx0" brushRef="#br0" timeOffset="3677.25">13407 7418 3091 0,'-15'-2'-6'0,"6"2"1"0,3 0 3 0,2 0 0 0,2 0 1 0,2 0 0 0,0 0 1 0,0 0 0 0,11 0 0 16,12 0 0-16,7 0 255 0,16-6-97 0,2-1-64 0,16-5 117 0,0 1-85 0,-2-2-113 16,4 2-13-16,-7 1 0 15,13-1 0-15,-11 4 0 0,-9-3 0 0,0 3 0 16,-1 2 0-16,-11 0 0 0,-1 3 0 0,-5 1 0 16,-10-1 0-16,-1 0-673 0,-4 2 280 0,-8 0 183 15,-2 0 25-15,-5 0-520 0,-2 0 332 0,0 0 166 16,-2-3 83-16</inkml:trace>
  <inkml:trace contextRef="#ctx0" brushRef="#br0" timeOffset="4211.88">14140 7125 2404 0,'-8'-1'0'0,"3"-2"0"0,3 0 0 0,2 3 0 0,0 0 0 0,0 0 0 0,11 0 0 0,10 0 0 0,3 0 0 15,4 0 0-15,4 0 304 0,3 6-123 0,-4-1-75 0,-1 0-34 0,-4 2 1 0,0 4 357 16,-6-2-196-16,-2 2-107 0,-1 2-127 15,-6 0-183-15,-5 4 57 0,-4 2 83 0,-2 5 42 0,0 1-487 16,-15 3 259-16,-6 0 135 0,-1 0-30 16,-5 0-273-16,-1 1 118 0,-2-5-261 0,-2-1 250 0,0-3 125 15,-1-3 63-15,-3-1-215 16,-2-4 128-16,-3-1 80 0,9-1 34 0,-2-3-35 16,4-1 40-16,9 0 70 0,1 1 0 0,3 1 159 15,6-1-119-15,3 2-40 0,2 1 0 0,6 3 214 16,0 2-136-16,0 2-54 0,0 3 594 0,0 5-226 15,4 0-176-15,0 2 333 0,2 2-245 0,-2 3-137 16,-3 0-64-16,1 1 304 0,-2 2-184 0,0-2-92 16,0-1-35-16,0-4 90 0,-5-2-162 0,-1-5-24 15,0 0 0-15,0-6 0 0,5-4 0 16,-3-5 0-16,4-2 0 0,-2-1 0 16,2-3 0-16,0 0 0 0,0-1 0 0,0-19 0 15,7-4 0-15,11-8 0 0,0 0 0 0,1 2 0 16,0 0 0-16,3 3 0 0,-1-1 0 0,-2 6 0 15,-2 7 0-15,2 2 0 0,-5 3 0 16,2 5 0-16,-7 3 0 0,2 0 0 0,1 2 0 0,-1 0 0 16,-2 9 0-16,1 7 0 15,-1 6 0-15,0 3 0 0,1 3 0 0,-3 2 0 16,2 2 0-16,-1-2 0 0,2 2 0 0,-1-2 0 16,2 0 0-16,2-5 0 0,-2-4 0 0,5 5 0 15,-2-6 0-15,2-5 0 0,2-2 0 0,-1 0 0 16,2-3 0-16,2-5 0 0,0-3 0 0,3-2 0 15,2 0 0-15,0-5 0 0,4-12 0 0,4-12-314 16,2 0-225-16,0-7 249 16</inkml:trace>
  <inkml:trace contextRef="#ctx0" brushRef="#br0" timeOffset="4384.39">14812 7532 3840 0,'-11'-1'0'0,"7"-1"0"0,4 2 0 0,0 0 0 0,0 0 0 0,0 0 0 0,3 0 0 0,9 0 0 0,3 5 0 0,6 1 0 0,3 0 91 0,1-1-91 0,-3 0 0 16,8-3 0-16,-4 2 0 0,1-2 0 0,-1 0 0 15,1 0-28-15,-6 0-289 16,-1 0 173-16,-3 0-884 0,-6 0 517 0,-4 1 257 16,0 7 8-16</inkml:trace>
  <inkml:trace contextRef="#ctx0" brushRef="#br0" timeOffset="4529.56">14899 7742 3931 0,'-17'6'0'0,"7"-1"0"0,3-4 0 0,1 1 0 0,4-2 0 0,2 2 0 0,0-1 0 0,12 3 0 0,12-2 0 0,2 2 0 0,4 1 0 0,2-4 0 16,4 1 0-16,2-1 0 0,-1 1 0 0,0 1 0 16,1-2 0-16,0 1 0 0,-1 0 0 0,-3 0-789 15,2 0 251-15</inkml:trace>
  <inkml:trace contextRef="#ctx0" brushRef="#br0" timeOffset="5527.13">15851 7357 2875 0,'-5'-1'0'0,"0"-1"0"0,1 0 0 0,3 1 0 0,-1-1 0 0,2 2 0 0,0 0 0 0,0 0 0 0,2-3 0 0,11 2 0 16,11-5 318-16,6 0-139 0,10-3-69 0,3-1 339 0,4 2-449 15,0-2 0-15,4 0 0 0,-3 2 0 0,5-2 0 16,2-2 0-16,-12 5 0 16,11-3 0-16,-6 4 0 0,-11-1 0 0,0 2 0 0,-3 2 0 15,-9 2 0-15,-2 1 0 0,-11 0 0 16,-1 0-30-16,-3 0-125 0,-6 0-392 0,0 0 258 16,-2 7 121-16,-5 2-525 0,-11-3 325 0,-3 0 164 15,1-4 71-15</inkml:trace>
  <inkml:trace contextRef="#ctx0" brushRef="#br0" timeOffset="5720.46">16386 7035 2211 0,'2'-10'0'0,"5"6"0"0,7-1 0 0,-3 1 0 0,4 1 0 0,4-2 0 0,3 4 0 0,5-1 0 0,-1 2 0 0,-1 0 0 0,4 0 182 16,-6 0 421-16,0 8-281 0,-2 1-141 0,-5 2 135 15,-1 0-200-15,-2 2-116 0,-4 2 0 0,0 1 0 16,-8 1 0-16,1 3 0 0,-2 2 0 0,-2 5 0 15,-11 0 0-15,-4 0 0 0,-4 2 0 0,0-1-430 16,-1-1 148-16,-2 1 151 0,-1 1-798 0,-1-3 444 16,-4 7 222-16,-4-5-405 0</inkml:trace>
  <inkml:trace contextRef="#ctx0" brushRef="#br0" timeOffset="6080.64">16022 7674 2652 0,'-2'1'0'0,"2"5"0"16,0-1 0-16,0 3 0 0,0 5 0 0,2 6 0 0,3 3 0 0,3 4 0 0,0 3 0 0,-1 1 0 0,0 2 185 0,1-1-72 0,0 0 267 0,-1-1-171 0,0-8-74 15,5 1-53-15,-1-4-14 0,3-2-29 16,-2-4 0-16,3-4-126 0,1-5 72 0,3-4 23 16,-1 0-1-16,3-2-109 0,0-11 70 0,-3-9 46 15,1-3-10-15,-2-3-108 0,0-4 27 0,-3-2 46 16,0-2-59-16,-3-1 39 0,3 0-10 15,-5 0-1-15,-2 8 96 0,-1 6-28 0,-3 0-5 0,-1 12 345 16,1 0-165-16,-1 4-89 0,-2 3-44 0,0 3-48 16,0 1 0-16,0 0 0 0,0 8 0 0,0 11 0 15,0 4 0-15,0 3 0 16,1 2 0-16,3 2 0 0,3 0 0 0,2-2 0 16,2-1 0-16,-2-3 0 0,2 1 0 0,-1-7 0 15,-1 2 0-15,-2-1 0 0,4 0 0 0,-1-4 0 16,-1 0 0-16,2-3 0 0,-1-1 0 0,1-3-281 15,3-1-187-15,0-3 214 0,5-2 108 0,3-2-744 16,6 0 430-16,3-8 210 0</inkml:trace>
  <inkml:trace contextRef="#ctx0" brushRef="#br0" timeOffset="6318.92">17321 7314 3578 0,'-9'0'0'0,"3"0"0"0,2 3 0 0,-1 0 0 0,-5 5 0 0,1 5 0 0,0 0 0 0,-1 4 0 0,1 6 0 0,-2 1 0 0,1 3 353 15,-1 3-353-15,0 1 0 0,-3 4 0 0,0 5 0 16,-2-2 0-16,0-3 0 0,-7 8 0 0,0-1 0 16,-2 2 0-16,0-6 0 0,0-2 0 0,4-7 0 15,0 5 0-15,3-8 0 0,1-2 0 0,5-5-6 16,-1-2-82-16,3-8-747 0,1 2 402 0,3-7 198 15,3-2-500-15,-2-2 348 0,5-5 164 0</inkml:trace>
  <inkml:trace contextRef="#ctx0" brushRef="#br0" timeOffset="6521.55">16931 7399 2633 0,'0'-11'0'0,"-2"7"0"0,2 2 0 0,-1 0 0 15,1 2 0-15,0 0 0 0,0 0 0 0,1 6 0 0,12 5 0 0,8 8 0 0,-1 1 738 0,4 3-350 0,8 9-216 0,-7-3-172 16,7 8 0-16,-4-1 0 0,0-1 0 0,0 1 0 0,-1-3 0 16,-5-2 0-16,2 2 0 0,1-4 0 15,-4 0 0-15,-1-8 0 0,-1 4 0 16,-4-8 0-16,0 0 0 0,-4-7 0 0,1-4-365 16,-1 0-154-16,0-6 240 0,2 0 111 0,4-15-634 15</inkml:trace>
  <inkml:trace contextRef="#ctx0" brushRef="#br0" timeOffset="6738.35">17549 7260 3931 0,'-8'0'0'0,"8"0"0"0,0 0 0 0,0 0 0 0,6 0 0 0,10 0 0 0,7 0 0 0,7 0 0 0,9 0 0 0,7 0 0 0,2 0 0 15,7-2 0-15,-1-2 0 0,1-1 0 0,-1-1 0 16,-3 2 0-16,0-1 0 0,-3 1 0 0,-8 2 0 15,-2 0 0-15,-5 2 0 0,-6-2 0 0,-3 2 0 16,-7 0-94-16,-6 0-27 0,-3 0 79 0,-4 0-846 16,-3-2 415-16,-1 1 223 0,-1-7 105 15,-11-1-445-15,-1 0 276 0,-6-7 128 0</inkml:trace>
  <inkml:trace contextRef="#ctx0" brushRef="#br0" timeOffset="6918.96">18149 6974 2456 0,'4'-7'0'16,"8"1"0"-16,2 1 0 0,3 1 0 0,2 1 0 0,2 0 0 0,1 3 0 0,1 0 0 0,-1 0 0 0,3 10 0 0,-3 2 346 0,-5 5-145 0,2 1-86 0,-3 3 334 15,-6 0-205-15,-2-3-124 0,-5 4-120 0,-1 3 0 16,-2 3 0-16,-5-4 0 0,-12 3 0 0,-2-3 0 16,-5 1 0-16,-1-3 0 0,-5-1 0 0,-7 1-575 15,-1-3 279-15,-3 0 103 0,-8 1-364 0,-2-1 214 16,3 0 157-16</inkml:trace>
  <inkml:trace contextRef="#ctx0" brushRef="#br0" timeOffset="7183.66">17789 7394 2607 0,'4'0'0'0,"3"0"0"0,-2 0 0 0,1 0 0 0,2 5 0 0,-1 8 0 0,1 2 0 0,1 6 0 15,3 3 0-15,-3 6 0 0,4 9 391 0,-3 1-177 0,-1 3-87 0,-2 3 433 0,-2 1-528 0,0-8-32 16,2 9 0-16,-3-13 0 0,1 0 0 0,-1-5 0 15,3-9 0-15,-2-3 0 0,-1-4 0 16,1-5 0-16,1-5 0 0,-1-2 0 0,7-2 0 16,1-10 0-16,4-14 0 0,5-10 0 15,1-3 0-15,3-6 0 0,2-4 0 0,2-4 0 16,0 0 0-16,-1 0 0 0,-3 5 0 0,-2 4 0 16,-7 8 0-16,0 3 0 0,-6 8 0 0,0 0 0 15,-2 8 0-15,-4 6 0 0,-1 2 0 0,-3 4-266 16,1 2 43-16,0 1 93 0,0 5 46 0,-2 18-892 15</inkml:trace>
  <inkml:trace contextRef="#ctx0" brushRef="#br0" timeOffset="7362.12">18861 7849 3931 0,'0'0'0'0,"3"0"0"0,0 0 0 0,-3 0 0 0,0 0 0 0,0 0 0 0,0 0 0 0,0 0 0 0,0 0 0 0,0 0 0 0,0 0 0 0,0 0 0 0,0 0 0 15,-3 0 0-15,0 0-326 0</inkml:trace>
  <inkml:trace contextRef="#ctx0" brushRef="#br0" timeOffset="21241.18">3694 13095 3061 0,'-5'-8'0'0,"-2"3"0"0,3 0 0 0,-2-1 0 0,3 1 0 0,1 1 0 0,-1 3 0 0,0-3 0 0,1 2 0 0,0 1 0 0,-3 1 87 0,-1 0 1 0,1 0 83 16,-5 5-65-16,-3 11-21 0,-1 6-11 0,-4 6 54 16,-3 8-42-16,2-1-41 0,2 7-45 15,-1 0 0-15,0 7 0 0,2 4 0 0,2 10 0 0,3-6 0 16,6 6 0-16,2-9 0 0,3 15 0 0,0-5 0 16,3-2 0-16,13-1 0 15,2-10 0-15,5 3 0 0,5 9 0 0,0-9 0 16,1 1 0-16,-4-9 0 0,3 4 0 0,2-3 0 15,-1-6 0-15,-1-1 0 0,0-6 0 0,0-3 0 16,1-2 0-16,-3-7 0 0,2 2 0 0,1-3 0 16,-2-2 0-16,1-2 0 0,1-2 0 0,-5-5 0 15,8 0 0-15,-4-2-1068 0,6-6 488 0</inkml:trace>
  <inkml:trace contextRef="#ctx0" brushRef="#br0" timeOffset="21691.02">4386 13159 2768 0,'-6'-5'0'0,"3"2"0"0,-1 2 0 0,0-2 0 0,2 3 0 0,-3 0 0 0,0 0 0 0,2 7 0 0,3 5 0 0,0 9 0 15,0 4 621-15,0 6-296 0,0 9-142 0,0 3-149 0,2 6-34 0,4 11 0 16,-1-5 0-16,3 20 0 0,-3-5 0 0,1 3 0 16,0 1 0-16,1-1 0 0,-1-9 0 0,-1 12 0 15,1-8 0-15,-2-3 0 0,1-2 0 0,-2-2 0 16,-1-9 0-16,0 3 0 16,-2-4 0-16,0-6 0 0,0-8 0 0,0-2 0 15,0-9 0-15,0-1 0 0,0-8 0 0,0-5 0 16,0-3 0-16,0-6 0 0,0-1 0 0,0 0 0 15,0-2 0-15,0 0-536 0,0-2 29 0</inkml:trace>
  <inkml:trace contextRef="#ctx0" brushRef="#br0" timeOffset="25179.56">7878 12979 3549 0,'0'-24'0'0,"-2"17"0"0,2-1 0 0,0 5 0 0,0-1 0 0,0 3 0 0,0 1 0 0,0 0 0 0,7 5 0 0,4 22 0 0,3 20 382 0,-5 7-382 0,0 23 0 0,-2 2 0 16,-6 14 0-16,-1-2 0 0,0 4 0 0,0-8 0 16,0 22 0-1,-6-11 0-15,1-2 0 0,-1-3 0 0,-1 1 0 16,1-13 0-16,0 4 0 0,-1-8 0 0,-1-4 0 16,3-18 0-16,0-2-37 0,0-13-92 0,1-6 7 15,1-11 48-15,1-2-483 0,-2-7 261 0,2-3 130 0,0-3-234 16,1-5 187-16,1-3 88 0,0 0-531 15</inkml:trace>
  <inkml:trace contextRef="#ctx0" brushRef="#br0" timeOffset="25453.59">8257 14270 3931 0,'0'0'0'0,"0"3"0"0,0 0 0 0,0-1 0 0,0 2 0 0,0 4 0 0,0 0 0 0,0 6 0 0,0 1 0 0,0 6 0 0,-7 5 0 0,-2 4 0 0,-5 0 0 15,-1 2 0-15,0 2 0 0,1-1 0 0,-6 7-212 0,-1-2 121 16</inkml:trace>
  <inkml:trace contextRef="#ctx0" brushRef="#br0" timeOffset="25925.59">8981 12993 2388 0,'-10'-22'7'0,"2"4"-1"0,6 5 3 0,-3 3-1 0,1-1 0 0,3 4-1 0,-1 4-1 0,-1 1-1 0,3 0 0 0,0 2-1 0,0 19 243 0,6 11-95 0,3 16-61 16,1 16 229-16,0 6-142 0,-5 8-70 0,1 16-36 15,-5-15 238-15,2 30-310 0,-3-2 0 16,0 4 0-16,-4 2 0 0,-2-3 0 0,1-16 0 16,-4 16 0-16,6-16 0 0,3-15 0 0,0 2 0 15,0-10 0-15,0-11 0 0,0-1 0 0,0-7-462 16,2-7 108-16,9-7 167 0,4-3 19 0</inkml:trace>
  <inkml:trace contextRef="#ctx0" brushRef="#br0" timeOffset="26529.35">13257 12761 2256 0,'0'-8'0'0,"0"5"0"0,0 0 0 0,0 2 0 0,0-2 0 0,0 2 0 0,-2-1 0 0,2 2 0 0,0 0 0 0,0 2 0 0,0 7 154 0,0 6-48 0,0 2 383 16,0 9-225-16,2 3-112 0,2 8-58 0,2 6 322 15,-1 6-416 1,2 13 0-16,1 4 0 0,-2 7 0 0,0 16 0 0,-5-3 0 0,1-2 0 0,0 29 0 15,0-5 0-15,-2 6 0 0,0 0 0 0,2-4 0 16,-1 4 0-16,1-5 0 0,4-10 0 0,-2-7 0 16,2-19 0-16,-1 2 0 15,1-12 0-15,-1-1 0 0,-1-8 0 0,-2-6 0 16,-1-8 0-16,-1-4 0 16,0-8 0-16,0-6 0 0,0-3 0 0,-5-5-399 0,0-7 80 0,-3-3 140 15,1-4 61-15</inkml:trace>
  <inkml:trace contextRef="#ctx0" brushRef="#br0" timeOffset="29740.4">9625 12877 1769 0,'0'-2'2'0,"0"0"0"0,0 2 0 0,0 0-1 0,-3-1 0 0,3 1 0 0,0 0-1 0,0 0 1 0,0 0-1 0,0 0 0 0,0 0 77 0,0 0 42 16,0 0-39-16,0 0-1 0,0 0-79 0,0 0 10 15,-2 11 30-15,-3 15 0 0,-1 12 165 0,-4 6-82 16,-2 8-42-16,4 2 33 15,3 0-42-15,1-2 0 0,4-4-33 0,0-3 129 16,2-12-64-16,7 6-22 0,9-10-11 0,-2-4 4 16,7-4-1-16,-2-5-35 0,-3-4-5 15,5-3-3-15,-1-5 8 0,-2-4 0 0,1 0-81 0,-1 0 41 16,0-12-1-16,-5-3-6 0,5-9 19 16,-2-2 0-16,-3-2-29 0,0-3-166 0,-3-1 80 0,0-1 56 15,-3-2-1-15,0 2-118 0,-2-3 54 0,-2-1 46 16,1-1-57-16,-4 0 49 0,-1 5 6 0,1 0 0 15,0 4 72-15,-2 8 0 16,0 1-52-16,0 6 174 0,0 5-77 0,0 3-40 0,0 3-11 0,0 1 127 16,-2 2-55-16,-1 4-40 15,-1 10 7-15,2 9 124 0,0 4-52 0,0 0-45 16,2 6 196-16,0 2-115 0,0 1-52 0,0-1-26 16,0 1 12-16,2-4-78 0,0 0 0 0,4 0 0 15,1-2 0-15,0-3 0 0,1-1 0 0,-2-3 0 16,3-3 0-16,-2 1 0 0,3-3 0 0,-1 0 0 15,0-6 0-15,2 2 0 0,-5-5 0 0,2-2-195 16,1-1 14-16,-1-3 89 0,1 1-656 0,2-4 354 16,-1 0 168-16,3 0-380 15,-2-9 283-15,1-4 142 0,3-8 71 16</inkml:trace>
  <inkml:trace contextRef="#ctx0" brushRef="#br0" timeOffset="30054.84">10205 13093 2024 0,'-4'0'0'0,"2"0"0"0,2 0 0 0,0 0 0 0,0 0 0 0,0 0 0 0,7 0 0 16,7 0 0-16,1-2 0 0,4 1 0 0,0-2 128 0,1 1-35 0,1 1 102 0,2-1-77 0,-3 2-40 16,1 0 0-16,-2 0-39 0,-5 0 10 0,-1 2-10 15,-1 7-14-15,-7 4 15 0,-1 2-1 0,-4 8 0 16,0 3 56-16,-2 0-9 0,-9 3-47 0,-4-1 0 15,-1 6 207-15,-2-2-93 0,2 0-62 16,-2-1 107-16,6-4-198 0,2-6 0 0,2 1 0 16,5-3 0-16,3-3 0 0,0-2 0 15,0-4 0-15,2 2 0 0,10-5 0 0,4-3 0 16,0 0 0-16,5-4 0 0,0 0 0 16,-1 0 0-16,7-2 0 0,-8-4 0 0,2-3 0 0,-3-1-277 15,-3 1-108-15,-5 7 173 0,-1-5 87 16,-1 4-510-16,-6 0 303 0,0 1 147 0,-2 1 73 0,0-1-462 15</inkml:trace>
  <inkml:trace contextRef="#ctx0" brushRef="#br0" timeOffset="30216.75">10206 13241 2915 0,'-11'0'0'0,"6"2"0"0,0-2 0 0,1 2 0 0,4 0 0 0,0-1 0 0,7-1 0 0,16 5 0 0,1-1 0 0,0-1 0 0,8 3 163 0,-1 0 80 0,0 0-101 0,1-1-52 15,-2 1-26-15,0 1-189 0,-2 0 77 0,-1 2 44 16,-6 1-1-16,-3 1-663 16,-1 4 354-16,-4 2 186 0</inkml:trace>
  <inkml:trace contextRef="#ctx0" brushRef="#br0" timeOffset="30538.52">9682 14014 2342 0,'0'1'0'0,"2"13"0"0,8 4 0 0,0 3 0 0,-2-2 0 0,6 2 0 0,-3 8 0 0,4-1 0 0,-5 2 0 0,-1 4 0 0,4 10 194 0,-3-5-77 0,-7-3 117 15,1-3-97-15,-1 0-49 0,-1-6 11 0,3 5 124 16,-3-11-91-16,0-4-46 0,0-8 0 0,1 1 30 15,-1-7-39-15,1 0-77 16,5-3 0-16,2-3 0 0,1-19 0 0,3-3 0 0,2-10 0 16,3-10 0-16,-1 0 0 0,3-4 0 15,-1 0 0-15,1-1 0 0,0 0 0 0,-3 5 0 16,0 13 0-16,-1-6 0 0,-3 11 0 0,2 2 0 16,-5 8 0-16,0 3 0 0,-1 6 0 0,-1 2-382 15,4 5 81-15,0 1 130 0,0 3-811 0,5 14 476 16</inkml:trace>
  <inkml:trace contextRef="#ctx0" brushRef="#br0" timeOffset="30817.88">10248 14183 3108 0,'0'3'0'0,"0"-3"0"0,0 0 0 0,2 0 0 0,9 0 0 0,10-3 0 0,4-3 0 0,1-2 0 16,3 2 0-16,1 1 0 0,0 0 152 0,-1 4 25 0,-7 0-69 0,-1 1-33 0,-3 0-1 15,-6 11-31-15,-4 4-3 0,-6 11 0 0,-2 1 74 16,-6 12-114-16,-10-3 0 16,-2-1 0-16,-8 11 0 0,3-6 0 0,7-8 0 15,-3 2 0-15,6-4 0 0,5-9 0 0,4-1 0 16,4-1 0-16,0-6 0 0,0-1 0 0,12-3 0 16,4-4 0-16,11-3 0 0,-1-2 0 0,4 0 0 15,0 0 0-15,2-7 0 0,-2-5 0 0,0 1 0 16,-10 4 0-16,3-1-40 15,-6 1-86-15,-6 4-778 0,0 0 437 0,-2 1 213 0,-6 1 107 0</inkml:trace>
  <inkml:trace contextRef="#ctx0" brushRef="#br0" timeOffset="30968.88">10381 14340 3073 0,'-11'0'0'0,"1"0"0"0,7 0 0 0,-1 2 0 0,2-2 0 0,2 0 0 0,0 0 0 15,2 0 0-15,12 0 0 0,9 0 0 0,4 0 325 0,5 0-147 0,1 0 177 0,11 0-355 16,-10 0 0-16,11 0 0 0,-7 0-200 16,10 6-95-16,-4 3 167 0</inkml:trace>
  <inkml:trace contextRef="#ctx0" brushRef="#br0" timeOffset="31655.79">12003 12644 2336 0,'-12'-11'0'0,"6"6"0"0,1 3 0 0,1 2 0 0,1 0 0 0,-3 6 0 0,1 16 0 0,2 14 0 0,1 6 0 0,0 8 0 0,0 1 248 0,2 6-104 0,0 0 81 0,0-1-92 15,0-4-37-15,6-3-10 0,4-3 123 0,-1-13-85 16,2 2-42-16,3-10-69 0,-2-4 9 0,2-2 18 16,-3-6 0-16,2-4-81 0,-5-5 40 0,3-2 1 15,-2-2 50-15,1 0-93 0,-1-8 42 0,2-12-1 16,1-3-9-16,-1-5-14 15,0-2 4-15,2-4-3 0,0-7-167 0,1-2 78 0,-1-1 53 16,-1-3-217-16,0 7 117 0,1-9 54 0,-3 12 36 16,-1 2-41-16,-2 5 35 0,-5 10 0 15,2 3 26-15,-2 2 218 0,0 2-104 0,-2 6-52 16,0 6 369-16,0-1-193 0,0 0-108 0,0 2-16 16,0 0 158-16,-2 0-57 0,0 9-70 0,0 3 8 15,-2 3-103-15,3 3 0 0,-1 6 0 0,2 3 0 16,0 1 0-16,0 3 0 0,0 2 0 0,0 9 0 15,0-3 0-15,0 4 0 0,0-2 0 0,2 1 0 16,1-9 0-16,5 5 0 0,0-5 0 16,3 0 0-16,0-5 0 0,0-6 0 15,6 3 0-15,-3-8 0 0,2-2 0 0,-1-2 0 16,2-4 0-16,0-3 0 0,0-4-51 0,-2-2-794 16,1 0 403-16,0 0 201 0,-2-6-494 0,0-7 337 15,-3-2 184-15,3-6 87 0</inkml:trace>
  <inkml:trace contextRef="#ctx0" brushRef="#br0" timeOffset="31886.99">12532 13122 2188 0,'-4'-7'0'0,"1"6"0"0,3-1 0 0,0-2 0 0,0 2 0 0,0-2 0 0,0 2 0 0,7-1 0 0,6 1 0 0,1 2 0 0,0 0 175 0,3 6-68 16,-2 5-33-16,1 4 402 0,-4 2-218 0,0 1-99 15,-3 7-64-15,-7 0 277 0,0 3-345 0,-2-2-27 16,-2 2 0-16,-11 0 0 0,-4 1 0 0,-2-3 0 15,-1-2 0-15,-1-1 0 0,-2-4 0 16,5-5 0-16,-9 4 0 0,8-9 0 16,-1 0 0-16,1-2 0 0,4-5 0 0,4-2 0 15,2 0 0-15,1 0-409 0,5 0 26 0,3-9 172 16,0-4-503-16,9-6 327 0,11-5 179 0,3-1 83 16,7-5-498-16</inkml:trace>
  <inkml:trace contextRef="#ctx0" brushRef="#br0" timeOffset="32067.85">12713 13166 2309 0,'14'-12'0'0,"-4"2"0"0,1 2 0 0,-5 1 0 0,-3 3 0 0,-1 1 0 0,0 2 0 0,-2 1 0 0,0 0 0 0,0 0 0 0,-7 13 221 0,-1 4 556 15,-1 6-374-15,1 1-182 0,2 5-221 0,3-3 0 16,1 6 0-16,2-6 0 0,0 6 0 0,2-6 0 16,7-2 0-16,6 1 0 0,-2-8 0 0,5 1 0 15,0-2 0-15,-1-3 0 0,2-2 0 0,-2-2 0 16,-4-3 0-16,2 0-791 15,-6-2 226-15,1-1 262 0,-3 2 132 0,-3 7-642 0</inkml:trace>
  <inkml:trace contextRef="#ctx0" brushRef="#br0" timeOffset="32395.36">12083 14040 2480 0,'-7'-10'0'0,"5"9"0"0,2 1 0 0,0 0 0 0,0 0 0 0,2 0 0 0,3 11 0 0,5 6 0 0,1 5 0 0,-2 4 0 0,1 6 404 0,1 11-188 0,-4-2-88 0,1 1-45 16,-2-8 0-16,-2 3-44 0,-1-6 9 0,1 2 243 15,0-12-132-15,-3-3-159 0,1-7 0 0,0-1 0 16,2-4 0-16,-3-4 0 0,8-2 0 0,2-8 0 15,4-14 0-15,3-13 0 0,5-3 0 0,4-5 0 16,-1-4 0-16,6-10 0 16,-4 12 0-16,-1-6 0 0,2 4 0 0,-3 6 0 15,-7 10 0-15,2 2 0 0,-8 8 0 0,0 3 0 16,-3 4 0-16,-1 5 0 0,-4 4 0 0,1 4-591 16,-3 1 65-16,0 10 244 0,-1 10-772 0</inkml:trace>
  <inkml:trace contextRef="#ctx0" brushRef="#br0" timeOffset="32622.77">12489 14237 2595 0,'0'2'0'0,"0"-1"0"0,0-1 0 0,4 3 0 0,3-3 0 0,6 0 0 0,4 0 0 0,1 0 0 0,7 0 0 0,-4 0 0 0,6 5 326 0,-7 0-144 15,0 5-71-15,0 0 139 16,-6 3-105-16,-4 1-44 0,-2 4-38 0,-7 0 1 0,-1 5-26 0,-1-1 1 15,-15 1-22-15,-4-1-17 0,-3 0 0 0,-3 1 0 16,-1-2 0-16,-1-4 0 0,2 0 0 0,6-6 0 16,-1 0 0-16,4-3 0 15,7-4 0-15,3-4-518 0,3 0 175 0,4-4 157 16,6-19-649-16,22-10 398 0</inkml:trace>
  <inkml:trace contextRef="#ctx0" brushRef="#br0" timeOffset="32778.61">12849 14147 3587 0,'2'-6'0'0,"-2"6"0"0,0 0 0 0,-9 2 0 0,-16 13 0 15,3 4 0-15,0 2 0 0,3 2 0 0,4 0 0 0,-1 8 0 0,7-6 344 0,6 2-344 0,3-3 0 0,0 1 0 0,11-1 0 16,10-1 0-16,7-3 0 0,7-1 0 0,1-4 0 16,7-2 0-16,-3-6 0 0,10 1-197 0,-1-2-320 15,-2-2 278-15</inkml:trace>
  <inkml:trace contextRef="#ctx0" brushRef="#br0" timeOffset="32936.01">13883 14355 3706 0,'0'-5'0'0,"0"5"0"0,0 0 0 0,0 0 0 0,0 0 0 0,0 3 0 0,-2 10 0 0,-4 7 0 0,-2 0 0 0,1 8 0 0,-4 11-66 0,3 1 52 0,0 5 27 15,3 5-1-15</inkml:trace>
  <inkml:trace contextRef="#ctx0" brushRef="#br0" timeOffset="33373.92">14557 12729 2266 0,'-12'-23'0'15,"5"14"0"-15,1 6 0 0,5 3 0 0,-1 0 0 0,0 0 0 0,2 10 0 0,0 15 0 0,0 11 0 0,2 10 0 0,9 20 152 0,2 19 408 0,-2-7-251 16,2 28-139-16,-3-5-66 0,-4 6 266 0,-3 21-370 15,-1-3 0-15,-2-4 0 0,0 29 0 0,-2-16 0 16,-3-5 0-16,1-22 0 0,1 2 0 0,0-23 0 16,1 4 0-16,0-9 0 0,-2-8 0 0,1-6 0 15,-1-16 0-15,1-4-525 0,-1-5 70 0,-2-6 209 16,2-12-470-16,0 0 339 0</inkml:trace>
  <inkml:trace contextRef="#ctx0" brushRef="#br0" timeOffset="43340.2">4888 12867 1853 0,'0'-16'0'0,"0"4"0"0,-2 5 0 0,1 4 0 0,-1-2 0 0,-1 4-3 0,3-1-4 0,-2 2 1 0,1 2 0 0,1 16 1 0,0 8 129 0,0 12 33 15,0 5-57-15,0 9-30 0,0 13 0 0,0-1 155 16,1-8-80-16,9 4-58 0,-1-2 112 0,4-5-78 15,2-4-38-15,-2-6 0 0,2-9 1 0,2-2-11 16,3-6-30-16,-4-3-33 0,-1-9 34 0,0-2-1 16,2-6 12-16,-2-5-51 15,0-1 39-15,0 0 11 0,0-17-10 0,-1-7-48 0,2-8 58 16,-1-7-20-16,-2 0-103 0,-2-3 52 0,1-2 14 0,-3-3 1 16,-2-1-166-16,0-4 78 15,0-1 50-15,-1-4-82 0,-3 5 50 0,1 2 30 16,-1 14-2-16,-3 0 103 0,0 15-38 0,0 4-17 15,0 4-23-15,0 8 135 0,-5 2-67 0,0 3-24 16,1 6 303-16,-4 20-182 0,5 7-146 0,-2 10 0 16,5 4 0-16,0 1 0 0,0 2 0 0,0 4 0 15,0-5 0-15,8-2 0 0,2-10 0 0,2 2 0 16,1-5 0-16,-1-4 0 0,1-5 0 0,-1-7 0 16,-1-1 0-16,2-5 0 15,-2-6 0-15,0-3 0 0,1-3 0 0,0 0 0 16,0-11 0-16,4-14 0 0,-2 1 0 0,-1-6 0 15,0-2 0-15,2-2 0 0,-5-3 0 0,-1 1 0 16,2 0 0-16,-5 4 0 0,0 8 0 0,-3 3 0 16,-1 7 0-16,0 6-48 0,1 1 4 0,-2 4 105 15,-1 3-52-15,2 0-11 0,1 10 26 0,-1 7-24 16,1 2 0-16,2 1 0 0,4 4 0 16,2-5 0-16,-3 1 0 0,5 1 0 15,-1-1 0-15,2-4 0 0,-1-2 0 0,-3 1 0 16,2-2 0-16,-1-4 0 0,-2 0 0 0,-1-3-343 15,1 0 98-15,-1-3 58 0,2-1-255 0,-2-2 198 16,4 0 101-16,-1 0-519 0,0-5 307 0,5-13 144 16,-2-8 89-16</inkml:trace>
  <inkml:trace contextRef="#ctx0" brushRef="#br0" timeOffset="43506.18">5835 13016 2266 0,'-2'-7'-2'0,"-1"1"1"0,1 3 1 0,-1 3 0 0,-1-3 0 0,0 3 0 0,-1 0 0 0,-1 12 0 0,0 7 0 0,-1 4 0 0,-2 6 106 0,1 6 495 0,-7 11-284 0,2-4-137 16,-1 3 101-16,1 3-118 0,-2 1-143 0,2-1-20 16,0 4-203-16,2-1 39 0,-4 10 104 0,0 0-280 15,0-2 192-15,0-3 106 0,-6 12 38 0,3-8-881 16,-2-3 356-16</inkml:trace>
  <inkml:trace contextRef="#ctx0" brushRef="#br0" timeOffset="43815.96">4946 14088 2359 0,'-2'-2'0'0,"2"-2"0"0,0 4 0 0,0 0 0 0,6 0 0 0,5 14 0 0,1 6 0 0,10 12 0 0,-2 3 0 0,-7 3 0 0,4 14 205 16,-2-5-81-16,1 3-41 0,-7-1 88 0,4-4-64 15,-7-8-22-15,3 1-13 0,-2-4 0 0,0-10-29 16,0-2-1-16,-1-4 41 0,-3-7-31 0,1-4-9 16,-1-4-1-16,5-3 114 0,0-6-57 0,6-17-28 15,-1-9-49-15,4-7-22 0,-3-1 0 0,2-2 0 16,-2-3 0-16,2-3 0 0,-2-1 0 16,2 2 0-16,-4 3 0 0,-1 8 0 15,-1 2 0-15,-3 8-74 0,1 1-164 0,-2 8 127 16,0 7 28-16,-3 1-712 0,2 3 377 0,-1 6 187 15,2 0 84-15,-1 7-274 0,-3 9 189 0</inkml:trace>
  <inkml:trace contextRef="#ctx0" brushRef="#br0" timeOffset="43993.01">5432 14261 2501 0,'0'2'0'0,"3"4"0"0,0 0 0 0,2-1 0 0,0 5 0 15,2 0 0-15,3 2 0 0,1 1 0 0,3 2 0 0,4 4 0 0,0-2 531 0,-3-2-234 0,5 2-133 0,-1 1-60 0,-3-3-151 16,1 1 45-16,1-2 0 0,-4 3 55 0,-1-4-606 16,0 1 297-16,0-3 150 0,1-4-302 0,-2 1 225 15,2-4 123-15,-2-4-751 0,4 0 384 0</inkml:trace>
  <inkml:trace contextRef="#ctx0" brushRef="#br0" timeOffset="44162.11">5838 14218 2449 0,'0'-21'0'0,"0"10"0"0,0 2 0 0,0 1 0 0,-1 4 0 0,1 2 0 0,-2 2 0 0,-3 2 0 0,0 15 0 0,-1 8 0 0,-5 11 318 0,-1 7-138 16,-6 13-69-16,-1 3 514 0,-4 8-377 0,-1 4-248 15,0 4 0-15,-3 13 0 0,1-7 0 16,6-8 0-16,-1 5 0 0,6-12 0 16,-2 12 0-16,5-12 0 0,5-11-178 0,2 0 12 15,5-8 105-15,0-9-972 0,0-5 506 0,0-10 211 16</inkml:trace>
  <inkml:trace contextRef="#ctx0" brushRef="#br0" timeOffset="44764.68">6651 12932 2169 0,'-2'-10'0'0,"2"7"0"0,0 0 0 0,0 1 0 0,0 2 0 0,0 0 0 0,-3 2 0 0,3 19 0 0,-2 9 0 0,0 12 0 0,-1 4 172 16,-2 7-65-16,-1 4 299 0,3 1-171 0,-1-2-102 16,4-6 61-16,0 0-75 0,0-7-39 0,0-10 0 15,6-1-117-15,6-4 34 0,-2-9 0 16,0-3 46-16,3-5-1 0,0-7-173 0,4-4 97 0,0 0-66 15,3-15 68-15,-1-12 36 16,4-6-279 0,0-2 145-16,-4 2 33 0,2-12 2 0,-1 2-138 0,-2 3 89 0,-3-3 51 15,0 0 3-15,-1-4-11 0,-4-4 59 16,4 0 0-16,0 3 0 0,-1 2 1 0,-6 14 94 0,-2 9-58 16,0 8 393-16,-4-1-212 0,1 6-95 15,-2 7 192-15,0 3-121 0,0 0-75 0,-3 17 5 0,-4 7-32 16,0 2 277-16,-1 8-142 0,3 10-112 0,-1-7-73 15,2 12 0-15,1-6 0 0,3 0 0 0,0 1 0 16,0-2 0-16,0-6 0 0,0 4 0 16,0-3 0-16,3-1 0 0,1-4 0 0,2-2 0 0,-1-6 0 0,0-2 0 15,0-4 0-15,0-5 0 16,-1-4-914-16,4-3 422 0,-3-4 215 0,5-2-491 16,1-4 363-16,0-15 182 0</inkml:trace>
  <inkml:trace contextRef="#ctx0" brushRef="#br0" timeOffset="45007.81">7062 13232 2022 0,'-3'-14'0'0,"3"4"0"0,0 0 0 0,0-1 0 0,1 3 0 0,11-1 0 15,-2 1 0-15,4 1 0 0,3 3 0 0,2-1 0 0,1 3 124 0,1 0-41 0,1 2 184 16,-3 0-113-16,-3 2-46 0,-1 9 85 0,-2 4-76 0,-4 2-37 16,-3 8 0-16,-4 1 30 0,-2 4-23 15,-2 2-11-15,-11 1 135 0,-4 2-85 0,2-2-42 16,1-4-75-16,5-2-9 0,2-2 0 0,4-5 0 15,3-3 0-15,0-2 0 0,0-3 0 0,5-3 0 16,9-3 0-16,0-4 0 0,4-2 0 0,5 0 0 16,2-2 0-16,-4-6 0 0,4-4 0 0,-6 3-203 15,2 0-47-15,-4 0 118 0,-4 5-28 16,-1-2-639-16,-5 3 383 0,-4 2 188 16,-3-3-507-16</inkml:trace>
  <inkml:trace contextRef="#ctx0" brushRef="#br0" timeOffset="45169.75">7078 13430 2452 0,'-25'0'0'0,"6"9"0"0,9-8 0 0,0 2 0 0,3-3 0 0,4 0 0 0,3 0 0 0,0 0 0 0,14 0 0 0,8-3 0 0,4 0 540 16,4-4-249-16,5 2-114 0,1-2-73 0,1 1-30 16,1 1-32-16,-1-1 0 0,-4 0 0 0,2 4-195 15,-8 0 92-15,1 1 51 0,-5 1-675 0,-2 0 364 16,-5 0 181-16,0 5 102 0</inkml:trace>
  <inkml:trace contextRef="#ctx0" brushRef="#br0" timeOffset="45500.15">6709 13991 2100 0,'0'5'0'0,"0"21"0"0,0 3 0 0,0-3 0 15,1 2 0-15,-1 4 0 0,1 4 0 0,-1 4 0 0,3 0 0 0,-3 9 0 0,0 2 106 0,1 2 171 0,-1-2-118 0,2-5-59 16,0-8-20-16,-1 2 102 0,3-7-71 0,4-3-35 16,-3-11 78-16,3-2-56 0,-1-6-19 0,5-4-10 15,3-7 3-15,4 0-1 0,4-14-30 0,4-15 115 16,1-7-156-16,5-5 0 0,2-13 0 0,-1 3 0 15,-2-1 0-15,0-3 0 0,-8 7 0 0,6-15 0 16,-11 17 0-16,3-5 0 0,-8 8 0 0,-1 8 0 16,-4 7-59-16,-1 2-52 0,-3 6-279 15,-1 9 144-15,-1 2 113 0,-1 3-22 0,-1 5-461 0,-1 1 293 16,0 12 141-16</inkml:trace>
  <inkml:trace contextRef="#ctx0" brushRef="#br0" timeOffset="45786.64">7173 14291 2431 0,'-1'0'0'0,"1"-1"0"0,0-2 0 0,3 0 0 0,6-3 0 0,3 1 0 0,3 0 0 0,2-4 0 0,7 2 0 0,0 1 0 0,2 3 158 0,-6 0 38 0,0 3-67 15,1 0-50-15,-2 4 1 0,-4 11-77 0,-2 2 38 0,-8 7-1 16,-4 5 11-16,-1 1 53 0,-6 9-32 0,-11-3 0 15,-2 1-31-15,4-7 209 0,-4 5-109 0,3-3-98 16,1-5-43-16,5-6 0 0,1 2 0 0,5-8 0 16,3-3 0-16,1 0 0 0,0-3 0 0,0-3 0 15,9-1 0-15,7-5 0 0,9 0 0 16,-2 0 0-16,4 0 0 0,3-5 0 16,-3-4 0-16,-5-1-282 0,3 1 45 0,-2 2 111 15,-4-3-710-15,-7 10 397 0,-2-4 200 0,-6 3-522 16</inkml:trace>
  <inkml:trace contextRef="#ctx0" brushRef="#br0" timeOffset="45932.55">7149 14524 2581 0,'-15'0'0'0,"10"0"0"0,0 2 0 0,5-2 0 0,0 0 0 0,0 0 0 0,14-6 0 0,11-1 0 0,2 3 0 0,8-2 0 0,7 3 169 0,0 0-64 16,-1 2 87-16,-2 1-65 0,12 0-49 0,-8 0 1 0,5 1-718 0,-2 9 340 15</inkml:trace>
  <inkml:trace contextRef="#ctx0" brushRef="#br0" timeOffset="46065.82">7917 14698 2769 0,'0'-7'0'0,"0"3"0"0,0 1 0 0,3 1 0 0,-3 0 0 0,0 0 0 0,1 2 0 0,1 0 0 0,-2 0 0 0,1 0 0 0,6 0-157 0</inkml:trace>
  <inkml:trace contextRef="#ctx0" brushRef="#br0" timeOffset="47028.93">15158 12964 1859 0,'-9'-11'0'0,"5"6"0"0,2 4 0 0,2-1 0 0,0 2 0 0,0 0 0 0,0 0 0 0,0 15 0 0,2 7 0 0,3 8 0 0,4 9 119 15,-1 3-39-15,0-3 201 0,1 12-126 0,-2-6-57 16,3-1-28-16,-2-4 93 0,-1-5-61 0,0-2-21 15,3-4-10-15,-2-9-15 0,3-1-16 0,-4-6 1 16,5-3-71-16,-3-6 45 0,3-4-10 0,2 0-56 16,4-18 46-16,2-12 0 0,1-9 46 15,1-4-162-15,-3-6 71 0,0 0 9 0,-5-3 30 16,-2-3-139-16,-1 0 72 0,-6 3 15 16,1 1 2-16,-1 12 10 0,-4 3 34 0,-1 13-38 15,0 6 284-15,0 4-123 0,0 4-56 0,0 7 381 16,-1 2-204-16,-6 0-82 0,3 15-51 0,3 10 67 15,-1 1-161-15,2 4 0 0,0 4 0 0,0 4 0 16,0-1 0-16,5-1 0 0,5-1 0 0,3-3 0 16,3-4 0-16,-2 1 0 0,2-7 0 0,0 5 0 15,-3-11 0-15,2 3 0 0,-2-4-323 0,1-3-95 16,-7-2 190-16,2 0-574 16,-1-2 380-16,0-3 191 0,-5-1 95 0,3-4-396 15,-1 0 236-15,-1-4 133 0</inkml:trace>
  <inkml:trace contextRef="#ctx0" brushRef="#br0" timeOffset="47369.4">15674 13257 1231 0,'0'-16'0'15,"0"7"0"-15,0-2 0 0,0 2 0 0,0-1 0 0,0 3 0 0,9-3 0 0,7 3 0 0,4-1 0 0,5 3 0 0,1 2 444 0,2 2-207 0,2 1 120 0,-1 0-158 16,-3 0-80-16,-6 5-38 0,-1 7 142 0,-1 3-97 16,-6 1-42-16,-6 3-7 0,-4 1-36 0,-2 5-1 15,-2-4 11-15,-15 3-41 0,-4-3 1 0,-1-1 29 16,-5-2 1-16,2-4-135 0,2-2 78 0,-7 1 23 15,11-7-373-15,1-1 191 0,0-5 97 0,9 0 5 16,-1 0-477-16,6-2 259 0,4-11 126 0,2-8-349 16,14-1 237-16,5-6 119 0,2-1 48 0,2 0-101 15,0-1 86-15,-4 5 42 0,-1 5 0 0,-7 3 33 16,0 2 50-16,-4 5 0 16,1 3 233-16,-6 3-157 0,-1 3-58 0,-1 1-30 15,0 0 598-15,-2 3-306 0,0 12-74 0,0 4 568 16,0 2-366-16,0 2-184 0,0-1-82 0,0 0 162 15,0 2-132-15,0-1-66 0,4-2-32 0,8-3 5 16,0-1 11-16,6-2-50 0,-2-2-560 0,5-3 280 16,-1-5 140-16,1-3 81 0,5-2-722 0,-1 0 381 15,-3-5 75-15,4-10-401 16</inkml:trace>
  <inkml:trace contextRef="#ctx0" brushRef="#br0" timeOffset="47942.14">16362 12765 2716 0,'0'-7'0'0,"0"6"0"0,0-1 0 0,0 0 0 0,0 2 0 0,0 0 0 0,0 0 0 0,0 4 0 0,0 6 0 0,0 6 0 0,0 3 338 16,1 8-149-16,1-3 332 0,0 5-354 0,1 1-167 15,0 5 0-15,3-2 0 0,-1-1 0 0,1 2 0 16,1 0 0-16,1-4 0 0,0 0 0 0,1-4 0 15,-2-7 0-15,3 4 0 0,-1-6 0 16,-2-2 0-16,3-4 0 0,0 0 0 0,-3-5 0 0,0-2 0 16,3-3 0-16,-1-1 0 0,2 0 0 15,1 0 0-15,-1-1 0 0,1-9 0 16,-1-1 0-16,1-2 0 0,0-2 0 0,1 0 0 16,1-6 0-16,-1-1 0 0,-1-1 0 15,2-5 0-15,-1-1 0 0,-1-2 0 0,0-3 0 0,-3-2 0 16,2 0 0-16,-2 2 0 15,-2 4-38-15,-3 5 25 0,1 4 0 0,-2 0-28 0,-1 4 1 0,-1 4 172 16,-1 2-119-16,0 1-13 16,0 2 0-16,0 3 0 0,0 2 0 0,0-1 0 0,0 1 0 0,0 2 0 15,0 1 0-15,0 0 0 16,0 0 0-16,0 0 0 0,0 0 0 0,-1 0 0 16,1 4 0-16,-2 3 0 0,-3 1 0 0,3 3 0 15,-1 2 0-15,1 0 0 0,-2 6 0 0,1 3 0 16,1 1 0-16,0 7 0 0,0 2 0 0,2 4 0 15,0 0 0-15,0 7 0 0,0-7 0 0,0 1 0 16,0 1 0-16,2-3 0 0,3-2 0 0,3-6 0 16,-1-3 0-16,1-1 0 0,0-3 0 0,-1-4 0 15,-2-3 0-15,3-3 0 16,-4-5 0-16,2 1 0 0,-3-4 0 0,-1-1 0 16,0-1 0-16,0 0 0 0,-1 0 0 0,1 0 0 15,-2 0 0-15,0 0 0 0,0 0 0 0,0 0-65 16,0 0-60-16,0 0-672 0,0 0 378 0,2 0 190 15,0 0-555-15,4 0 371 0,0 0 177 0</inkml:trace>
  <inkml:trace contextRef="#ctx0" brushRef="#br0" timeOffset="48156.89">16935 13108 2793 0,'0'-6'0'0,"0"5"0"0,-2 0 0 0,2-2 0 0,-2 1 0 16,2 0 0-16,0 0 0 0,0 1 0 0,2 1 0 0,5 0 0 0,2 0 319 0,0 3-130 0,1 5-79 15,-3 1 72-15,2 2-70 0,0 0-36 0,-4 1-342 16,2 1 163-16,-3 0 67 0,0-1 39 0,0-3-653 16,-2 0 345-16,2 0 173 0,1-3 78 0,1 0 39 15,-1-2-170-15,5-4 87 0</inkml:trace>
  <inkml:trace contextRef="#ctx0" brushRef="#br0" timeOffset="48326.78">17221 12939 2416 0,'0'-7'0'0,"0"3"0"0,0 1 0 0,0 2 0 0,0 1 0 0,-3 0 0 0,-3 10 0 0,1 11 0 0,-3 4 0 0,0 6 0 0,-3 4 666 0,-1 9-318 0,0 0-154 15,-3 1-76-15,0 1 71 0,0 1-189 0,3-8 0 16,-4 9 0-16,0-4-188 0,0 3-46 0,-3-2 137 15,-2 6-325-15,-3 1 242 0,-5 7 105 0,-3-3 57 16,-5 2-995-16</inkml:trace>
  <inkml:trace contextRef="#ctx0" brushRef="#br0" timeOffset="48770.93">15458 14082 2027 0,'0'-11'0'0,"0"8"0"0,2 1 0 0,2 2 0 0,3 0 0 0,3 0 0 0,-1 7 0 0,4 12 0 0,1 4 0 0,2 3 0 0,-2 7 471 0,4 9-220 16,-4-1-106-16,-2 2-53 0,2-3 182 0,-5-4-118 16,2 2-48-16,-1-4 42 0,-1-3-55 0,-1-9-28 15,-1-1 0-15,3-6-39 0,-6-5-28 0,1-5 0 16,-1-1 0-16,1-4 0 0,2 0 0 0,2-13 0 15,0-8 0-15,-2-5 0 0,5-4 0 0,-3-4 0 16,5 0 0-16,-3-1 0 0,3-5 0 0,2-1 0 16,-2 3 0-16,0 8 0 0,0-2 0 15,0 2 0-15,-3 10 0 0,0-4 0 16,3 6 0-16,-2 5 0 0,0 2-253 0,-1 5 17 16,0 3-697-16,3 3 453 0,-3 0 220 0,-2 0 110 15</inkml:trace>
  <inkml:trace contextRef="#ctx0" brushRef="#br0" timeOffset="49026.16">15941 14298 2398 0,'0'4'0'0,"-1"2"0"0,1-2 0 0,0-2 0 0,0-1 0 0,3 3 0 0,8-3 0 0,7 2 0 0,-2 1 0 0,5 2 0 0,-1 0 263 15,1 0-113-15,0 2-55 0,-3 2 195 0,-2-1-131 16,-4 5-60-16,-2-2 157 0,-4 5-109 0,-4 0-73 15,-2-1-74-15,0 4 0 0,-9 0 0 0,-9-1 0 16,-3 1 0-16,-1 0 0 0,-4-4 0 16,-1 2 0-16,1-4 0 0,0-1 0 0,1-2 0 15,7-3 0-15,-1-1 0 0,8-2 0 16,-1-1 0-16,5-4-354 0,3 0-51 0,4 0 134 16,0-3 121-16,11-8-661 0,10-7 386 0,3-3 193 15,3-4 97-15</inkml:trace>
  <inkml:trace contextRef="#ctx0" brushRef="#br0" timeOffset="49190.08">16213 14302 2999 0,'3'-4'0'0,"-1"3"0"0,-2 1 0 0,-2 0 0 0,-10 7 0 0,-1 12 0 0,1-2 0 0,0 9 0 0,1 1 0 0,1 1 0 0,2 2 375 0,5-2-168 0,3-6-75 16,0 9 86-16,0-7-218 0,5-2 0 0,9-2 0 15,2-2 0-15,2-3 0 0,7 2 0 0,0-6-477 16,3-1 194-16,-2-5 160 0,3-3 82 0,-7-2-819 15,8 0 424-15,-3 0 137 0</inkml:trace>
  <inkml:trace contextRef="#ctx0" brushRef="#br0" timeOffset="49476.3">16662 14021 2502 0,'0'-2'0'16,"0"2"0"-16,0 7 0 0,2 10 0 0,0 6 0 0,2 8 0 0,-1 11 0 0,-1 1 0 0,1 5 0 0,-1-5 0 0,-1 11 226 0,1-7-93 0,2-5 82 0,0-7-88 15,-1 0-44-15,1-12 10 0,-1 0 79 0,1-10-67 16,1-2-33-16,-2-5 59 0,1-5-59 0,5-1-72 16,0-10 0-16,5-11 0 0,-1-6 0 0,2-2 0 15,3-10 0-15,0 6 0 0,4-10 0 0,-3 0 0 16,2 1 0-16,0-1 0 0,-3 8 0 0,-1-1 0 15,-1 4 0-15,0 2 0 0,-6 9 0 0,1-1-6 16,1 6-397-16,-3 4 196 0,3 2 34 0,-1 5-310 16,0 3 222-16,1-1 112 0,-1 3 44 15</inkml:trace>
  <inkml:trace contextRef="#ctx0" brushRef="#br0" timeOffset="49643.04">17069 14173 2950 0,'0'6'0'0,"2"1"0"0,0-2 0 0,0 1 0 0,4 4 0 0,-1-1 0 0,5 1 0 0,-1 1 0 0,4 0 0 0,0 2 0 0,1 1 206 0,-1-2 18 15,0 1-84-15,0 1-55 0,-2-1 0 0,1 0-544 16,-3-2 249-16,0-1 124 0,1-1 73 0,-5-2-379 16,5 2 216-16,-3-4 107 0,3-3 55 0</inkml:trace>
  <inkml:trace contextRef="#ctx0" brushRef="#br0" timeOffset="49972.48">17407 14111 2394 0,'-2'-10'0'0,"-1"5"0"0,-1-1 0 0,1 2 0 0,-1-2 0 0,2 3 0 0,0 2 0 0,-1-2 0 0,3 1 0 0,-1 2 0 0,-1 0 204 0,-2 2 466 0,1 7-316 0,-3 6-157 15,1 1-85-15,-3 3-112 0,-2 5 0 0,1-1 0 16,0 1 0-16,-3 2 0 0,1 0 0 15,2 5 0-15,-5-2 0 0,4 4 0 0,-2-2 0 0,1 4 0 16,0-1 0-16,-3 8 0 0,5-10 0 16,-2 4 0-16,-1 7 0 0,3-5 0 15,-2 9 0-15,1-4 0 0,-1 3 0 0,-1 4 0 16,1-2 0-16,2 3 0 0,-4-3 0 0,2 6 0 16,2-6 0-16,-3-3 0 0,3-1 0 0,1-8 0 15,-1 1 0-15,1-3 0 0,3-4 0 0,-1-4 0 16,1-3 0-16,3-3 0 0,-2-2 0 0,0 0 0 15,2-5 0-15,0 2 0 0,2-4 0 0,0 1 0 16,0-5-376-16,0-2 134 16,0 0-724-16,0-4 464 0,0-1 232 0,0-1 105 0</inkml:trace>
  <inkml:trace contextRef="#ctx0" brushRef="#br0" timeOffset="50601.91">17898 12835 1926 0,'0'-8'0'0,"-2"-1"0"0,2 2 0 0,-2-2 0 0,2 3 0 16,0 1 0-16,-2 1 0 0,2 2 0 0,0 0 0 0,0 1 0 0,0 1 85 0,0 0 215 0,0 1-121 0,0 12-75 0,0 2-33 0,0 6 1 16,0 5-34-16,0 6 1 0,0 2 10 0,0 11 475 15,0 4-243-15,0 2-121 0,0 10-57 0,0 2-103 16,0-8 0-16,-4 19 0 0,1-5 0 0,-5 8 0 15,2 1 0-15,1 16 0 0,1-18 0 0,0 11 0 16,1-3 0-16,1-1 0 0,0-2 0 0,0-4 0 16,2-10 0-16,-3 13 0 15,3-13 0-15,-1-1 0 0,1-14 0 0,-2 3 0 16,0-12 0-16,0 7 0 0,0-10 0 0,1-1 0 16,-1 7 0-16,0-5 0 0,0-5 0 0,0-3 0 15,2 0 0-15,0-5 0 0,-2-8-24 0,2-1-108 16,0-8-58-16,0-2 80 0,0-3 36 0,0-3 0 15,0-3-94-15,0 0 64 0,-1 0 24 0,1-6-111 16,0-9 77-16,-2-12 37 0,2-1 0 0,0-12-400 16,0 4 209-16,0-16 120 0,5-9 54 15</inkml:trace>
  <inkml:trace contextRef="#ctx0" brushRef="#br0" timeOffset="50864.62">18165 12851 2994 0,'5'-21'0'0,"10"14"0"0,4 5 0 0,2-2 0 0,-1 2 0 0,1 2 0 0,2 0 0 0,3 18 0 0,2 7 0 0,6 13 0 0,5 14 365 0,-3 6-163 0,-4 8-82 0,-2 2 130 16,-4 4-250-16,-3 5 0 0,-9-2 0 0,-4 4 0 15,-6 14 0-15,-4-4 0 0,-4 2 0 0,-15-9 0 16,-13 22 0-16,-1-14 0 0,-6 4 0 0,-5-3 0 15,-3-5 0-15,4-9 0 0,-14 12 0 0,5-17 0 16,-3-2 0-16,-3-4 0 0,9-9 0 0,-5 6 0 16,5-4 0-16,6-7 0 15,13-13-114-15,5-9 13 0,10-7-995 0,4-2 519 0</inkml:trace>
  <inkml:trace contextRef="#ctx0" brushRef="#br0" timeOffset="51050.61">18795 14646 3931 0,'-13'-6'0'0,"10"6"0"0,3 3 0 0,0-3 0 0,-4 3 0 0,-6 5 0 0,3 1 0 0,-2-3 0 0,-1-1 0 0,1-1 0 0,1 0-347 16,3 0-207-16,1-1 258 0</inkml:trace>
  <inkml:trace contextRef="#ctx0" brushRef="#br0" timeOffset="52243.93">20052 13290 2338 0,'0'-24'0'0,"0"5"0"0,0 7 0 0,0 4 0 0,0-1 0 0,0-1 0 0,0 2 0 0,-2 4 0 0,-3 3 0 0,-1 1 0 0,-4 0 163 0,-4 7-62 16,-2 14 192-16,-4 13-127 0,-3 5-55 0,-1 16 111 16,4 1-92-16,0 8-46 0,5 1 1 0,6 8 153 15,5-9-238-15,4 16 0 0,0-9 0 0,4-4 0 16,11-3 0-16,5-4 0 0,0-7 0 0,10 9 0 15,-6-18 0-15,6 3 0 0,0-5 0 16,4-7 0-16,-6-4 0 0,10-3 0 16,-8-6 0-16,2-1 0 0,-2 0 0 0,-2-1 0 15,-2 1 0-15,-2-1 0 0,-1 1-40 0,-2 2-1039 16,-3 4 520-16</inkml:trace>
  <inkml:trace contextRef="#ctx0" brushRef="#br0" timeOffset="53139.62">20652 13698 2001 0,'-20'-4'0'0,"1"-2"0"0,1 1 0 0,3-3 0 0,-2-1 0 0,5-3 0 0,7 5 0 0,3-3 0 0,2-1 0 0,0 3 0 0,17-4 217 0,3 2-89 0,7 3-45 0,3 1 181 16,2 5-104-16,2-2-65 0,-1 3-28 0,1 3 150 16,1 10-89-16,-5 4-45 0,-3 3 81 0,-1 2-67 15,-5 4-30-15,-3 2 1 0,-7 3 0 0,-6-1-44 16,-3 2-24-16,-2 1 0 0,-5 2 0 0,-18 1 0 15,-2-1 0-15,-5-3 0 0,0-4 0 0,-9 6 0 16,1-8 0-16,8-6 0 16,-3 1 0-16,3-4 0 0,7-7 0 0,3-1 0 15,6-5 0-15,5 0-554 0,3-4 166 0,6 0 178 16,0-4 59-16,17-17-234 0,13-9 173 0,7-12 86 16,5-5 44-16,-4 3-580 0</inkml:trace>
  <inkml:trace contextRef="#ctx0" brushRef="#br0" timeOffset="53302.18">21049 13478 2187 0,'3'-23'0'0,"-3"11"0"0,0 2 0 0,-5 4 0 0,-6 6 0 0,-3 0 0 0,-6 16 0 0,5 9 0 0,-1 9 0 0,5 4 0 0,1 5 74 0,6 4 520 0,4 2-278 0,0-10-129 16,4 11 363-16,11-9-527 0,7-5-23 0,6-3 0 16,6-6 0-16,1-2 0 0,9-2 0 0,-3-4 0 15,-7-5-34-15,6-4-59 0,-6 1 66 0,-10-4-340 16,3-2 197-16,-5 1 105 0,0-5-44 15</inkml:trace>
  <inkml:trace contextRef="#ctx0" brushRef="#br0" timeOffset="53457.93">21397 13762 2693 0,'-10'-4'0'0,"5"2"0"0,-1-1 0 0,1 2 0 0,1 0 0 0,4-2 0 0,0 3 0 0,0-1 0 0,11 1 0 0,6 0 0 0,1 0 106 0,3 0 261 0,2 0-165 0,-1 0-81 15,6 1-41-15,-7 3-380 0,4-3 167 0,0-1 86 16,-5 0 42-16,1 0-364 0</inkml:trace>
  <inkml:trace contextRef="#ctx0" brushRef="#br0" timeOffset="53686.08">21739 13591 2370 0,'-6'-9'0'16,"5"1"0"-16,1-1 0 0,0 1 0 0,0 2 0 0,7 2 0 0,9 3 0 0,7 1 0 0,3 0 0 0,1 0 0 0,1 11 555 0,0 4-258 0,-1 4-129 16,-5 3-55-16,-3 0 267 0,-5 5-332 0,-4-1-48 15,-6 2 0-15,-4 3 0 0,0-1 0 0,-10 0 0 16,-6-3 0-16,-4-2 0 0,-1 0 0 0,-6-7 0 16,-1 1 0-16,0-1 0 0,-4-6 0 0,4 2 0 15,-1-5 0-15,8-4 0 0,-1 2 0 0,9-7-673 16,2 0 265-16,5 0 185 0,6-3 92 15,0-14-535-15,10-3 304 0</inkml:trace>
  <inkml:trace contextRef="#ctx0" brushRef="#br0" timeOffset="54220.2">22210 13345 2847 0,'0'-8'0'0,"-4"3"0"0,-7-1 0 0,3 2 0 0,-3 0 0 0,-1 4 0 0,0 0 0 0,-1 0 0 0,-3 15 0 0,2 8 0 0,-4 12 121 16,2 7 434-16,1 9-248 0,-4 12-206 0,4-1-101 0,2-1 0 15,6-9 0-15,-1 3 0 0,6-10 0 0,2 9 0 16,0-19 0-16,0 4 0 0,10-9 0 0,1 2 0 16,0-10 0-16,2-2 0 0,2-3 0 0,-1-2 0 15,2-9 0-15,1-2 0 0,0-3 0 0,2-1 0 16,-1 0 0-16,1-1 0 0,0-7-87 0,-2-1-3 15,2-2-579-15,-1-5 320 0,1 1 155 16,0-1-410-16,-2-4 283 0,-3 5 132 16,0-6 80-16,-2 2-440 0,-3-1 255 0,-2 4 128 15,-3 1 63-15,-2 6 90 0,-2-2 9 0,0 4-35 16,0 0 488-16,-4 3-243 0,-1 2-123 0,-3 2 645 16,0 0-304-16,3 0-207 0,-1 13-16 0,3-1 358 15,3 3-260-15,0 1-121 0,0 6-74 0,1 2 122 16,7-4-120-16,5 1-106 0,2 0 0 0,1-6 0 15,2-1 0-15,3-2 0 0,3-4 0 16,1-6 0-16,-1-2 0 16,-3 0 0-16,5-10 0 0,-8-5 0 0,-2 0 0 15,-4-1 0-15,-1-2 0 0,-6-1 0 0,-3-1 0 16,-2-1 0-16,0 0 0 0,-4-3 0 0,-10 2 0 16,0-2 0-16,-3-2 0 0,-2 2 0 0,0 3 0 15,-2 3 0-15,5 7 0 16,-5-1 0-16,3 5 0 0,0 3 0 0,2 2 0 0,2 2 0 0,5 0 0 0,-1 0 0 15,5 8 0-15,1 5 0 16,4-1-74-16,0 4-450 16,0-3 243-16,5 0 108 0,9 1 72 0,3-1 31 0,5-1-777 0</inkml:trace>
  <inkml:trace contextRef="#ctx0" brushRef="#br0" timeOffset="54399.42">22945 13878 3273 0,'1'17'0'0,"1"-1"0"0,-2-1 0 0,0 0 0 0,-2 3 0 0,-7-1 0 0,-1-1 0 0,1 4 0 0,-2 0 0 0,-1-1 0 0,1 1 295 0,2 1-128 0,-3-2-64 15,3-2-129-15,0 0 43 0,2-2-11 0,-1-2 33 16,2-4-307-16,1 0 154 0,1 1 85 0,0-4-685 16,1 0 376-16,3-5 183 0,0-1 95 0,0 0-759 15</inkml:trace>
  <inkml:trace contextRef="#ctx0" brushRef="#br0" timeOffset="54583.97">23042 13518 2733 0,'5'-14'0'0,"4"10"0"0,3 0 0 0,-1 3 0 0,1 1 0 0,1 0 0 0,3 1 0 0,2 13 0 0,1 5 0 0,0 2 0 0,-1 3 612 0,0 4-287 15,-2 2-133-15,-1 0-123 0,0 2-69 0,-1-3 0 16,0-1 0-16,0-2-90 0,-3-8-85 15,0 1 102-15,3-4 55 0,-4-4-748 16,3-3 402-16,1-4 201 0,-1-4-47 0,4 0 104 0</inkml:trace>
  <inkml:trace contextRef="#ctx0" brushRef="#br0" timeOffset="54783.4">23623 13272 3091 0,'1'-34'0'0,"-1"14"0"0,0 4 0 0,0 2 0 0,0 9 0 0,0 4 0 0,0 1 0 0,-5 3 0 0,-1 21 0 0,1 12 0 0,-5 8 371 0,-1 4-166 0,-3 20-83 16,0-2 20-16,-4 7-142 0,2 5 0 16,-3 3 0-16,-3 11 0 0,-1-9 0 0,0 0 0 15,1-8 0-15,-2 5 0 0,1-1 0 0,6-6 0 16,2-8 0-16,5-15 0 0,3-7 0 0,0-1-332 16,0-10-158-16,6-14 240 0,0-4 38 0,1-5-604 15,0-5 380-15,2-4 203 0</inkml:trace>
  <inkml:trace contextRef="#ctx0" brushRef="#br0" timeOffset="54939.28">23602 13839 3057 0,'10'-14'0'0,"4"3"0"0,5 0 0 0,-2-3 0 0,6 2 0 0,1 3 0 0,3-1 0 0,1 3 0 0,2 1 0 0,0 2 0 0,0 2 196 0,2 0-254 0,0 0 49 0,0 0 0 16,0 1 47-16,-6-3-770 0,6 2 375 0,-10-1 192 15</inkml:trace>
  <inkml:trace contextRef="#ctx0" brushRef="#br0" timeOffset="55102.38">24201 13461 2948 0,'0'-8'0'0,"0"7"0"0,2-1 0 0,4 2 0 0,1 0 0 0,7 5 0 0,2 11 0 0,5 0 0 0,2 7 0 0,-2-1 0 0,2 7 244 0,4 5-107 15,-4-3 86-15,-2-3-92 0,2-2-47 16,-2-1 1-16,-3-7-636 0,5 4 290 0,-6-11 150 16,3-2 75-16,0-1-695 0,1-4 385 0,0-4 118 15,6 0 119-15</inkml:trace>
  <inkml:trace contextRef="#ctx0" brushRef="#br0" timeOffset="55283.04">24849 13303 3035 0,'2'-20'0'0,"0"6"0"0,0 3 0 16,-2 4 0-16,0 4 0 0,0 3 0 0,-18 16 0 0,-2 16 0 0,-8 13 0 0,-4 11 0 0,-11 19 207 0,1 8 321 0,-4 7-367 0,-5 6-161 0,-4 2 0 0,-3-1 0 15,6-1 0-15,5 0 0 0,9-6 0 0,8-6 0 16,9-12 0-16,3 2 0 0,4-7 0 0,7-17 0 16,3-8 0-16,4-6 0 0,0-14-1173 15,0-3 570-15,8-12 275 0,13-7-213 0</inkml:trace>
  <inkml:trace contextRef="#ctx0" brushRef="#br0" timeOffset="55523.89">24656 14171 2519 0,'7'-2'0'0,"1"2"0"0,-5 0 0 0,-1 11 0 0,0 4 0 0,-2 3 0 0,2-2 0 0,6 3 0 0,-1-4 0 0,6 0 0 0,2-2 578 0,4-6-259 0,5-1-146 15,6-6-46-15,0-2-44 0,8-14-1 0,0-11-43 16,-11-2-221-16,3 0 105 0,-5-1 59 0,-9 0-63 15,-4 2 60-15,-8 5 30 0,-3-1 9 0,-1-1 53 16,-8 5-66-16,-11 3 27 16,-1-1-116-16,-7 8 167 0,-3 0-61 0,0 7-24 15,-2 1 193-15,-2 2-146 0,4 0-45 0,4 11 0 16,7 0 0-16,0 6 0 0,8 2 0 0,1 2-461 16,9 5 159-16,1 0 152 0,0 2 51 0,9 3-945 15</inkml:trace>
  <inkml:trace contextRef="#ctx0" brushRef="#br0" timeOffset="56096.14">25867 13979 2058 0,'0'-3'0'0,"0"1"0"0,0 2 0 0,0 0 0 0,1 0 0 0,2 0 0 0,-1 2 0 0,1 1 0 0,-1-2 0 0,-2 5 0 0,0-1 78 0,0 4 254 0,0 0-147 0,-11 4-73 15,-3 2-26-15,-4 6-50 0,-1 0 3 16,-1 1 0-16,1 0-432 0,8-4 217 16,5-6 117-16,1 0 44 0,5-4-829 0</inkml:trace>
  <inkml:trace contextRef="#ctx0" brushRef="#br0" timeOffset="56386.97">26213 13440 2304 0,'0'-22'0'0,"5"11"0"0,8 1 0 0,6-3 0 0,4-2 0 0,3 0 0 0,4 2 0 0,9 0 0 0,-1 1 0 0,9 1 0 0,-4 6 232 0,-1 1-96 15,-7 2 14-15,1 2-55 0,-11 0-19 0,5 11-9 16,-16 10-80-16,-8 4 26 0,-6 12 0 0,-8 4 129 16,-20 8-41-16,-11 7-36 0,-2-1 0 0,-1 1 375 15,1-1-395-15,4-3-45 0,7-9 0 0,3 1 0 16,8-13 0-16,6-1 0 0,10-5 0 0,1-4 0 15,2-4 0-15,2-4 0 16,21-3 0-16,6-4 0 0,1-3 0 0,13-3 0 16,-8 0 0-16,13-6 0 0,-8-6 0 0,-7 3 0 15,3-2-227-15,-6 0 24 0,-7 1-3 0,-3 0-350 16,-3 3 259-16,-9 2 129 0,0 1-582 0,-7-2 356 16,-1-2 168-16</inkml:trace>
  <inkml:trace contextRef="#ctx0" brushRef="#br0" timeOffset="56525.42">26569 13735 1892 0,'-33'-21'0'0,"3"8"0"0,-2 2 0 0,4 1 0 0,5 3 0 0,0 2 0 0,11 1 0 0,0 0 0 0,6 2 0 0,6 1 0 0,0 1 73 0,6 0-34 15,20 0 0-15,4 0 715 0,4 0-363 0,9 0-176 16,-1 3-87-16,5 1-249 0,1 0 81 0,-6 0 49 16,11-3-763-16,-3-1 396 0,3 0 199 0,-1 0 99 15</inkml:trace>
  <inkml:trace contextRef="#ctx0" brushRef="#br0" timeOffset="56683.99">27255 13566 3191 0,'-11'-3'0'0,"8"3"0"0,0 0 0 0,3 0 0 0,0 0 0 0,0 0 0 0,3 0 0 0,11 0 0 0,8 0 0 0,5 2 0 0,3-1 367 15,3 1-163-15,6-2-73 16,3 0-93-16,0 0-582 0,-1-2 270 0,2-1 157 15,-9-1-765-15,8-2 470 0</inkml:trace>
  <inkml:trace contextRef="#ctx0" brushRef="#br0" timeOffset="56956.81">27817 13319 1998 0,'-2'-8'0'0,"2"-2"0"0,0 1 0 0,5 0 0 0,10 1 0 0,8 1 0 0,3-1 0 0,6 5 0 0,4-1 0 0,5 2 0 0,-2 2 96 0,-5 0 289 0,3 0-173 0,-5 13-77 15,-7 6 145-15,-5 5-120 16,-8 6-61-16,-7 12-30 0,-5 3 254 0,-18 7-149 16,-14 10-174-16,-3-4 0 0,-4 3 0 0,-2 0 0 15,1-8 0-15,6-11 0 0,-2 0 0 0,13-10 0 16,1-4 0-16,9-9 0 0,3-3 0 0,3-3 0 16,7-6 0-16,0-3 0 0,0-4 0 0,22 0 0 15,4 0 0-15,4-4 0 0,3-5 0 0,2-2 0 16,-1-5-55-16,1 3-144 0,-1-4 43 0,-3 0-649 15,-1-1 383-15,-4-3 192 16,-6-2 95-16,-6-1-282 0,-9 2 180 0,-3-9 103 16</inkml:trace>
  <inkml:trace contextRef="#ctx0" brushRef="#br0" timeOffset="57306.84">28032 13576 2209 0,'-30'-11'0'0,"9"3"0"0,0 6 0 0,3 0 0 16,9 0 0-16,0 2 0 0,5 0 0 0,4 0 0 0,0 0 0 0,5 0 0 0,17 6 91 0,7 0 85 0,2-1-68 0,12 1-35 15,-8-3 91-15,12 2-68 0,-11-4-29 0,3 1 1 16,-1-2-287-16,-6 2 129 0,-9 0 75 0,3 1-302 16,-8 3 179-16,-4 0 88 0,-3 2 34 0,-8 1-161 15,-1 0 40-15,-2 4 3 0,0 1 138 0,-4-1-1 16,-3 2-52-16,-3 1 10 0,2 1 497 0,2 2-226 16,2 0-126-16,2-1-65 0,2 2 676 0,0-1-339 15,0-2-160-15,7-1-115 0,9-1-103 0,2-3 0 16,7-3 0-16,-1-5 0 0,1-4 0 15,7 0 0-15,-4 0 0 0,-1-8 0 16,-4-5 0-16,-5 1 0 16,-4-2 0-16,-3-3 0 0,-4 2 0 0,-2-3 0 0,-5 0 0 0,0 0 0 15,-10 0 0-15,-8-1 0 0,-2 4 0 0,-7 1 0 16,-1 0 0-16,-2 5 0 0,0 2 0 0,0 2 0 16,7 4 0-16,0-2 0 0,5 2 0 0,7 1 0 15,3 0 0-15,1 0-78 0,7 1 17 0,0 5-693 16,0 2 357-16,15-2 169 15,3-2 100-15,11-3-693 0</inkml:trace>
  <inkml:trace contextRef="#ctx0" brushRef="#br0" timeOffset="57529.49">28606 13258 3209 0,'7'-13'0'0,"2"6"0"0,5 2 0 0,-2 2 0 0,3 1 0 0,2 2 0 0,8 0 0 0,0 7 0 0,7 18 0 0,-3 4 0 0,0 4 266 0,-1 9-103 0,-3 4 130 0,-3 6-293 15,-6 11 0-15,-4-5 0 16,-7-6 0-16,-3 5 0 0,-2-2 0 0,0-5 0 16,-2-1 0-16,-10-5 0 0,-2-1 0 0,0-8 0 15,-4 6 0-15,-2-7 0 0,-3 0 0 0,4-8 0 16,-1-1 0-16,5-8 0 0,4-2-480 0,5-7-20 16,1-3 230-16,-1-5-569 0,6 0 399 0,0-15 191 15,15-21 110-15</inkml:trace>
  <inkml:trace contextRef="#ctx0" brushRef="#br0" timeOffset="57675.65">29165 13596 2974 0,'13'-28'0'0,"5"11"0"0,7 10 0 0,2-5 0 0,-1-1 0 0,0 2 0 0,2 3 0 0,2-1 0 16,5 2 0-16,10 3 0 0,0 0 273 0,3 3 274 0,3 1-410 0,0 0-137 0,-7 0 0 15,9 3 0-15,-9 9-164 0,-9-1 89 0,-2 3 57 16,-8 3-995-16,-11 2 535 0</inkml:trace>
  <inkml:trace contextRef="#ctx0" brushRef="#br0" timeOffset="58112.67">29341 13850 2431 0,'-18'2'0'0,"6"3"0"0,8 3 0 0,4-3 0 0,2-5 0 0,22 0 0 0,6 0 0 0,6 0 0 0,11-1 0 0,-2 0 0 0,3-6 132 0,5 1-47 0,2 1 325 16,-2-2-177-16,0 1-102 15,-4-2-383-15,-7-2 144 0,-5 5 73 0,0-2 36 16,-4 1-596-16,-5 0 311 0,-1-1 160 0,-2-2-552 16,-2-1 267-16,0-6 185 0,-6 4 85 0,5-7-88 15,-9 2 95-15,2 0 47 0,-7 2 24 0,2 0 116 16,-5 5-56-16,-2 2 10 0,-1 3 491 0,0 2-269 16,-2 1-134-16,0 2-67 0,0 2 609 0,0 11-233 15,-2 4-184-15,2 8 390 0,0 2-288 0,0 4-143 16,9-2-62-16,9 4 316 0,2-1-435 0,8 2 0 15,4-9 0-15,3 0 0 16,3-8 0-16,11 0 0 0,2-9 0 0,1-8 0 16,1 0 0-16,0 0 0 0,-11-10 0 0,8-6 0 15,-20 0 0-15,-2-3 0 0,-5 1 0 0,-11-5 0 16,-5-1 0-16,-4-6 0 0,-3-2 0 0,-11-8 0 16,-11 1 0-16,-8-2 0 0,-5 2 0 0,-4 0 0 15,-5 6 0-15,-3 2 0 0,-5 9 0 0,-4 5 0 16,0 6 0-16,-11 7 0 0,18 2 0 15,-4 2 0-15,9 6 0 0,11 9 0 16,-3 6 0-16,6 4 0 0,6 4 0 0,6 3 0 16,0 7 0-16,8 1-34 0,1-3-81 0,2 12 43 15,7-4-863-15,0 3 448 0,2-2 225 0</inkml:trace>
  <inkml:trace contextRef="#ctx0" brushRef="#br0" timeOffset="58244.91">30637 14073 383 0,'-3'-33'0'0,"-5"27"0"0,8 6 0 0,0 0 0 0,-4 0 457 0,-11 0-200 0</inkml:trace>
  <inkml:trace contextRef="#ctx0" brushRef="#br0" timeOffset="59604.31">9957 12053 1906 0,'-13'-10'0'0,"4"8"0"0,2 1 0 0,2 1 0 0,-1-2 0 0,3-1 0 0,1 3 0 0,2 0 0 0,0 0 0 0,0 0 0 0,0 0 218 0,0 0-93 0,5 0-41 0,6 0 164 15,3 5-103-15,-1-2-51 0,2-2 11 0,0 2 178 16,4-3-121-16,-3 0-59 15,5 0 173-15,-1 0-106 0,-2 0-158 0,3 0-12 16,0 0 0-16,-1-3 0 0,3 2 0 0,1-1 0 16,3 2 0-16,-4-1 0 0,-2 1 0 0,2 0 0 15,2 0 0-15,-4 0 0 0,4 0 0 0,-2 0 0 16,3 0 0-16,1 0 0 0,-2 0 0 0,5 0 0 16,0 0 0-16,2 0 0 0,3 0 0 0,2 0 0 15,1 0 0-15,1 0 0 0,6-2 0 16,0-1 0-16,2 2 0 0,-2 1 0 0,3 0 0 15,-6 0 0-15,9 0 0 0,-4 0 0 16,0 6 0-16,0-2 0 0,0 1 0 0,-4-1 0 16,10 0 0-16,-2-1 0 0,3-1 0 0,9-2 0 15,-1 0 0-15,-2 0 0 0,16 0 0 0,-5 0 0 16,5 0 0-16,-1 0 0 0,2 0 0 0,3 0 0 16,0 0 0-16,0 0 0 0,1 0 0 0,2 0 0 15,-1 2 0-15,3 1 0 16,16-1 0-16,-9 2 0 0,0-4 0 0,2 2 0 0,4-2 0 0,-8 4 0 15,28-4 0-15,-5 0 0 16,-2 0 0-16,5 0 0 0,0 0 0 0,8 0 0 16,18-2 0-16,-13-2 0 0,0 0 0 0,1 2 0 15,8 0 0-15,-15 1 0 0,26-1 0 0,-9-1 0 16,5 1 0-16,7-1 0 0,-5 2 0 0,7-2 0 16,7 2 0-16,20-1 0 0,-41-1 0 0,43 3 0 15,-8-1 0-15,-18-1 0 0,38 1 0 16,-6-1 0-16,-2-1 0 0,3 2 0 15,1-1 0-15,-11 0 0 0,35 1 0 0,-17-2 0 16,7 2 0-16,-6 1 0 0,1 0 0 0,8 0 0 16,-7 0 0-16,11 0 0 0,4 0 0 0,-4 0 0 15,14 0 0-15,-5 0 0 0,1 0 0 0,35-2 0 16,-53 2 0-16,24-2 0 0,13 0 0 0,-11-2 0 16,38 0 0-16,-56 1 0 0,20-1 0 0,37 2 0 15,-60-2 0-15,53 2 0 0,-27 0 0 0,-30 1 0 16,58-1 0-16,-60 2 0 0,19 0 0 0,4 0 0 15,-13 0 0-15,-3 0 0 16,1 0 0-16,-16 0 0 0,-22 0 0 0,36 3 0 16,-55 1 0-16,5 2 0 0,-3 0 0 0,-13 5 0 15,-27-3 0-15,2 3 0 0,-10 2 0 0,-8-2 0 16,-3 0 0-16,-24-1 0 0,-3-1 0 0,-7 1 0 16,-8 0 0-16,-8-4 0 0,-12-2 0 0,-5 1 0 15,-7-1 0-15,-5-2 0 16,-6-1 0-16,-3-1 0 0,-5 0 0 0,0 0 0 0,-4 0 0 15,4 0 0-15,-4 0 0 0,0-3 0 16,0-4 0-16,0 1 0 0,-6 1 0 0,-5-3 0 16,-2 6 0-16,-6 2 0 0,-8 0 0 0,-6 10 0 15,-6 14 0-15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09:25.8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11045 14575 1908 0,'-14'-6'0'0,"5"2"0"0,2 2 0 0,0 1 0 0,5-1 0 15,1 0 0-15,1 2 0 0,0 0 0 0,0 0 0 0,0 0 0 0,0 0 99 0,3 2-1 0,6 6 196 0,-4-1-114 0,2 1-73 16,1 2-31-16,-5-2 233 0,5-1-132 0,-2 3-66 16,-2-2 195-16,1-1-137 15,0-1-72-15,0-1-97 0,2-1 0 0,1 2 0 16,-3-1 0-16,5-1 0 0,-1-2 0 0,0 2 0 16,0-3 0-16,3 2 0 0,-3-2 0 0,5 3 0 15,-3-2 0-15,2 0 0 0,-1 0 0 0,0 1 0 16,-1 1 0-16,5-1 0 0,-3 1 0 0,0 0 0 15,2 1 0-15,-1-3 0 0,0 1 0 0,0 0 0 16,0 0 0-16,2-2 0 0,0 0 0 16,0-1 0-16,0 3 0 0,1-3 0 15,0 2 0-15,2-2 0 0,-3 0 0 0,4 0 0 16,-3 0 0-16,-1 0 0 0,3 2 0 0,-2-2 0 16,2 2 0-16,0-2 0 15,-1 2 0-15,1 0 0 0,1-1 0 0,1 2 0 0,2-3 0 0,4 0 0 16,-6 0 0-16,10 0 0 15,-3 0 0-15,2 0 0 0,0 0 0 0,0 0 0 0,0 0 0 0,2-3 0 16,2 2 0-16,-1-1 0 0,2-2 0 16,-1 2 0-16,1-3 0 0,-1 4 0 15,0 0 0-15,1-2 0 0,1 0 0 0,2 0 0 16,0 1 0-16,4-3 0 0,-1 1 0 0,3-1 0 16,-1 1 0-16,-1-1 0 0,10 1 0 0,-1-2 0 15,0 2 0-15,-1 0 0 0,-1 3 0 0,-4-3 0 16,10 2 0-16,-3 1 0 0,-1-2 0 0,3 2 0 15,1-1 0-15,1-2 0 0,12 0 0 0,-6 0 0 16,0-2 0-16,0 1 0 0,2-3 0 0,-6 3 0 16,11-3 0-16,-3 1 0 0,-1-1 0 15,4 1 0-15,2 2 0 0,-9-1 0 16,13 0 0-16,-3 0 0 0,-3 1 0 0,0 0 0 16,3 3 0-16,1-1 0 0,4 2 0 0,0-1 0 15,0 0 0-15,-2 0 0 0,3 0 0 0,-2 0 0 16,2-2 0-16,0 3 0 0,14-1 0 0,-17-1 0 15,6 2 0-15,0 1 0 0,1-2 0 16,10 2 0-16,-16 0 0 0,21 0 0 0,-8 0 0 0,-11 0 0 16,16 0 0-16,-6 0 0 15,1 3 0-15,1 2 0 0,6-1 0 0,-10-3 0 16,22 5 0-16,-11-4 0 0,1 0 0 0,3-1 0 16,8-1 0-16,-1 0 0 0,-2 0 0 0,2 0 0 15,2 0 0-15,-2 0 0 0,5 3 0 0,-2-2 0 16,-2 0 0-16,2 4 0 0,1-1 0 0,20-1 0 15,-27 3 0-15,12-2 0 0,1 2 0 0,13-1 0 16,-5-1 0-16,2-1 0 0,-3 1 0 0,-10-3 0 16,30 5 0-16,-8-6 0 15,-4 3 0-15,1-3 0 0,-12 0 0 0,38 0 0 16,-20 1 0-16,1-1 0 0,2 3 0 0,3 0 0 16,3-1 0-16,-5 1 0 0,1-1 0 0,3 0 0 15,2 2 0-15,-3-2 0 0,3 0 0 0,5 1 0 16,0 0 0-16,-1-1 0 0,0-1 0 0,6 3 0 15,-1 0 0-15,-3 0 0 0,1-2 0 0,19 2 0 16,-35-1 0-16,13 2 0 0,-2 2 0 0,22 0 0 16,-34-1 0-16,14-1 0 15,-4 2 0-15,27-1 0 0,-37-1 0 0,12 4 0 16,-1-4 0-16,8 1 0 0,-8-1 0 0,-1 0 0 16,-21 1 0-16,38 0 0 0,-25-2 0 0,-5 0 0 15,-6 2 0-15,-5-3 0 0,-11 1 0 0,-1 1 0 16,-11 1 0-16,-3 0 0 0,-10-1 0 0,-11 1 0 15,2 2 0-15,-8-2 0 0,-16-4 0 0,1 5 0 16,-9-1 0-16,-13-3 0 0,-3 1 0 0,1-1 0 16,-11-1 0-16,-6 0 0 15,-1 0 0-15,-5 0 0 0,-2-2 0 0,-2 1 0 16,-4-1 0-16,1 0 0 0,-2 0 0 0,-1 0 0 16,1 0 0-16,-2 0 0 0,2 0 0 0,-2 0 0 15,2-1 0-15,-1-3 0 0,2-3 0 0,0 0 0 16,2-6 0-16,-1 5 0 0,-1-6 0 0,-1 3 0 15,1 0 0-15,0-1 0 0,-3 2 0 0,0-1 0 16,0 5 0-16,0-2 0 0,-4 3 0 16,-7 3 0-16,-3 2 0 0,-4 0 0 15,-5 9-820-15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10:07.20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3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13:10:23.598"/>
    </inkml:context>
  </inkml:definitions>
  <inkml:trace contextRef="#ctx0" brushRef="#br0">10194 10156 2197 0,'0'0'0'0,"0"0"0"0,0 0 0 0,0 0 0 0,0 0 0 0,0 0 0 0,0 0 0 0,0 2 0 0,0-2 0 0,1 0 0 0,5 0 9 0,1 0 0 15,5 0 34-15,-1 0-1 0,-1 5-468 0,3 3 226 16</inkml:trace>
  <inkml:trace contextRef="#ctx0" brushRef="#br0" timeOffset="1450.93">10041 10229 1222 0,'-7'-5'0'0,"0"0"0"0,2 2 0 0,2-1 0 0,-1 2 0 0,0-1 0 0,3 1 0 0,-1-2 0 0,1 2 0 0,1 0 0 0,0-1 121 0,0 3-37 16,0 0 0-16,1 0-52 0,4 0 24 0,7 0-10 16,1 0-1-16,0 0-3 0,2 0 3 0,1 0 0 0,4 0-37 15,2 0-11-15,5 0 48 16,-2 0 1-16,5 0-39 0,5 0 1 0,-1 0 49 15,3 0-116-15,6 0 46 0,-1 0 6 0,1 0 0 16,-1 0-28-16,0 0 4 0,10 0 37 0,-2 0 9 16,-1 0 0-16,1 0-3 0,3 0-9 15,0 0 47-15,-1 3-4 0,0 1-34 0,3-2 1 16,0 0 26-16,0 0-21 0,4 1 1 16,6-1 46-16,-3 0 0 0,3 0-35 0,2-2-9 0,3 2 20 15,-7-2-10-15,17 0 2 0,-7 1-6 16,1-1-28-16,2 0 27 0,1 0 7 0,2 0-32 15,2 0 23-15,-1 0 1 0,3 0-3 0,11 0 34 16,-17 0-26-16,19 0-5 0,-4 0 8 0,0-1-9 16,2-1-1-16,-2-4 1 0,-6 3 41 0,21-3-39 15,-9 2 4-15,5-4-3 0,-1 5-6 0,-1-4 7 16,-7 2 10-16,19 0-59 0,-6-3 49 0,2 3-1 16,-2-3-1-16,0 3-46 0,2-1 48 0,-2 2-8 15,3-1 4-15,0 1-25 16,-2 0 17-16,3 2 5 0,1 1-29 0,-2-3 21 15,5 2 4-15,0-2-5 0,0 0-3 0,16-1 7 16,-25 0 2-16,29 0-43 0,-11-2 39 16,-2 1 0-16,2 0 0 0,3-1-20 0,-12 2 21 0,23 1-5 15,-10 0-7-15,-4 2 7 16,3 1 1-16,0 1-3 0,-12 0-16 0,24 0 17 0,-11 0 0 0,2 0-3 16,-1 0-21-16,-1 0 21 0,-12 1 3 0,23 3 1 15,-5 0-3-15,-5-1-1 0,2 2 0 16,-1 1 50-16,-10 0-47 0,27 4-1 15,-16-2 39-15,3 2-36 0,-1 0-1 0,6 0 4 16,-16-1 21-16,24 3-17 0,-9-2-5 0,-3 1 9 16,6 0-20-16,-6 1 16 0,-8-6 1 0,31 7-49 15,-9-8 44-15,-4 1-2 0,5 1 2 0,-2-1-34 16,6-2 35-16,-3-2-7 0,3 1-46 0,-5 0 44 16,7-3 2-16,-7 1-4 0,1 3-28 0,-5-2 27 15,2 2 2-15,-9-3-4 16,0 2-16-16,-5 2 13 0,-15-1 5 0,21 2-24 15,-30-4 22-15,6 4-4 0,-5-2 3 0,-7 1-43 16,-11 1 41-16,10-2-2 0,-27 1-71 0,3 0 33 16,-11 0 0-16,-12 1 27 0,-4-2-219 0,-10 1 99 15,-7 1 56-15,-10-2 15 0,-6 2-362 0,-7-1 179 16,-6 2 106-16,-5 5-220 0,-23 8 158 0</inkml:trace>
  <inkml:trace contextRef="#ctx0" brushRef="#br0" timeOffset="3349.02">5656 9480 2512 0,'-8'0'0'0,"3"-2"0"0,0 0 0 0,2 0 0 0,1 0 0 0,2 2 0 0,0 0 0 0,0 0 0 0,0 0 0 0,10 0 0 0,3 0 204 0,5 0-79 0,9 0-40 15,1 0 259-15,6-1-138 0,9-5-85 0,0 1-38 16,2-3 168-16,4-2-251 0,0 3 0 0,-5 0 0 0,9-2 0 15,-6 2 0-15,-13 2 0 0,8-3 0 0,-3 4 0 16,-4-1 0-16,-4-1 0 0,-2 3 0 16,-6 1 0-16,-1-2 0 0,-2 1 0 0,-2 2 0 15,-4-1 0-15,-1 0 0 0,-2 2-122 0,-2-1-196 16,4 1 142-16,-3 0 9 16,2 0-544-16,-1-3 332 0,3 1 166 0,-1-1-513 15</inkml:trace>
  <inkml:trace contextRef="#ctx0" brushRef="#br0" timeOffset="3809.28">6411 9108 3160 0,'-12'-6'0'15,"5"3"0"-15,1 1 0 0,4-2 0 0,2 0 0 0,0 0 0 0,7-1 0 0,9 2 0 0,9 2 0 0,-3 1 0 0,6 0 268 0,1 0-111 0,-2 0-56 0,1 4 105 0,-7 1-167 0,8 7-39 0,-11-4-7 16,2 2 14-16,-4 4-7 0,-2-1 0 0,-6 2 0 15,-1 2-64-15,-4 2-33 0,-3 3 71 0,0 2 37 0,-13 1-344 16,-2 0 195-16,-4 4 32 0,-2-1 58 0,-1 1-256 16,-4-4 136-16,1 4 25 0,0-4 36 0,-5-1-295 15,2-2 177-15,-4 0 90 0,-5-1-264 16,-1 0 177-16,1-4-124 0,-11 2 155 16,-4 0 73-16,4-2 36 0,-2-4-1 0,8-4-11 15,9-5 36-15,-4 0 12 0,4-4 82 16,2 0-39-16,5 0-37 0,5 0 40 0,1 0 325 0,3 0-209 15,4-2-81-15,3 0-41 0,3 0 644 0,2 2-274 16,2 0-97-16,3 0-119 0,0 8 281 0,0 6-192 16,3 4-95-16,3 6-48 0,5 0 418 0,-1 4-238 15,0 7-115-15,0-2-56 0,3 10-9 0,-6-1-94 16,-2-4 0-16,1 8 0 0,-2-2 0 0,-3 0 0 16,1-2 0-16,1-1 0 15,-1-6 0-15,-1 4 0 0,1-4 0 0,0-3 0 16,-2-4-43-16,2-5 28 0,-2-1-669 0,3-3 330 15,-3-8 120-15,0 1 94 0,0-6-321 0,0-3 208 16,0-3 92-16,0 0-74 0,0-3 95 0,0-13 46 16,-5-9-206-16,0-1 127 15,-3-4 51-15,-4-9 44 0,2-4-163 0,-3-5 116 16</inkml:trace>
  <inkml:trace contextRef="#ctx0" brushRef="#br0" timeOffset="4031.54">5808 9895 2166 0,'-8'-49'0'0,"6"17"0"0,2 4 0 0,0 0 0 0,0 3 0 0,2 5 0 0,10 5 0 0,2 2 0 0,6 3 0 0,5 3 0 0,0 3 537 0,2 2-245 0,0 2-123 0,-1 0-50 16,1 0 279-16,-6 6-176 0,-1 7-194 0,-2 0-28 16,-4 3 0-16,-4 2 0 0,-4 0 0 15,-4 3 0-15,-2 2 0 0,0 1 0 0,-8 1 0 16,-9-1 0-16,-2 0 0 0,-5 1 0 16,-1-3 0-16,0 1 0 0,-2-4 0 0,4-5 0 15,-4 3 0-15,2-5 0 0,6-3 0 0,-1-1 0 16,1-2 0-16,6-2-197 0,-1-3 81 0,7 1-503 15,3-2 286-15,2 0 144 0,2 0 72 0,0 0-614 16,12 0 348-16</inkml:trace>
  <inkml:trace contextRef="#ctx0" brushRef="#br0" timeOffset="4279.72">6166 10090 3876 0,'0'0'-4'0,"0"6"0"0,0-1 4 16,0 2 0-16,0 2 0 0,-3 0 0 0,3 2 0 0,-2 0 0 0,2 4 0 0,0 3 0 0,0 0 63 0,0 2-63 0,0 1 0 0,0 2 0 0,0 3 0 15,2-5 0-15,1 3 0 16,-3-2 0-16,2 0 0 0,0 0 0 0,1-1 0 16,-3-2 0-16,0-1 0 0,1-1 0 0,-1-5 0 15,0 1 0-15,0-5 0 0,0 1-383 0,0-6-86 16,0 1 211-16,2-4-442 0,1 0 333 0,2-9 160 15,7-16-325 1,-4-13 243-16</inkml:trace>
  <inkml:trace contextRef="#ctx0" brushRef="#br0" timeOffset="4482.78">6441 9833 2916 0,'2'-4'0'0,"-1"4"0"0,-1 0 0 0,0 0 0 0,0 0 0 0,0 8 0 15,0 3 0-15,0 4 0 0,0 5 0 0,0 5 0 0,0 3 148 0,0 4 542 0,0 2-513 0,0 1-177 0,0 3 0 0,2-2 0 16,0 1 0-16,1-3 0 0,0 0 0 0,-3 0 0 16,2-3 0-16,1 1 0 0,-2-2 0 0,-1-2 0 15,0 1 0-15,0-3 0 0,0-4 0 0,0-1-278 16,0-4 16-16,0-4-148 0,0-5 182 16,-1-4 88-16,-4-2 33 0,-1-2-344 0,2-2 202 15,1-23 100-15,1-9-339 0,2-8 222 16</inkml:trace>
  <inkml:trace contextRef="#ctx0" brushRef="#br0" timeOffset="4689.35">6392 9811 3266 0,'-4'-23'0'0,"4"8"0"0,-2-2 0 0,2 4 0 0,0 3 0 0,0 3 0 0,2 1 0 0,6 1 0 0,5 1 0 0,2 3 0 0,2-2 353 16,1 2-154-16,1 1-86 0,0 0-113 0,3 0 0 15,-3 1 0-15,0 7 0 0,1-1 0 0,-6 4 0 16,2 1 0-16,-4 1 0 0,-4 2 0 0,-4 2 0 15,-3 0 0-15,1 4 0 0,-2-1 0 0,0 5 0 16,-10-5 0-16,-4 2-57 0,1 3-151 0,0-4 95 16,0-3-557-16,-1 3 318 0,2-2 154 0,0-1-568 15,4-2 361-15</inkml:trace>
  <inkml:trace contextRef="#ctx0" brushRef="#br0" timeOffset="4969.63">6651 10135 2344 0,'10'2'0'0,"1"1"0"0,2-3 0 0,1 0 0 0,2 0 0 0,1 0 0 0,2 0 0 0,0 0 0 0,4 0 0 0,-2 0 0 0,-1 0 390 0,-1 0-172 0,-3 6-87 0,-3 6-32 0,-3 1-10 0,-3 2 0 16,-5 4-44-16,-2 0-1 16,0 5-2-16,-9 1 14 0,-9-2-11 0,-3 0 188 15,-4-2-127-15,1 0-106 0,1-4 0 0,4-5 0 16,1 2 0-16,0-3 0 0,11-5 0 0,-2-1 0 15,5-1 0-15,2-1 0 0,2-2 0 0,0 1 0 16,2 0 0-16,12 0 0 0,5-2 0 0,4 0 0 16,3 0 0-16,2 0 0 0,0 0 0 0,2-4 0 15,-5-2 0-15,-2 2 0 0,3 3 0 0,-2-3 0 16,-1 2 0-16,3 2 0 16,1 0 0-16,-3 0 0 0,8 3-713 0</inkml:trace>
  <inkml:trace contextRef="#ctx0" brushRef="#br0" timeOffset="5127.55">7626 10400 3931 0,'-14'-22'0'0,"11"15"0"0,3 0 0 0,-2-6 0 0,-3 2 0 0,1 5 0 0,1 1 0 0,-2-1 0 0,3 4 0 0,1 0 0 0,1 1 0 0,0 1 0 0,0 1 0 0,0 27 0 16</inkml:trace>
  <inkml:trace contextRef="#ctx0" brushRef="#br0" timeOffset="7284.21">6050 11104 1729 0,'-13'-7'0'0,"2"3"0"0,-2 0 0 0,1 1 0 15,3-2 0-15,0 2 0 0,-1-1 0 0,5 1 0 0,1 0 0 0,4 2 0 0,0-2 141 0,0 3-46 0,9-3 0 0,12-3 214 0,5 0-136 16,4 1-63-16,4 0 248 16,9-1-154-16,-2 1-79 0,5 1 238 0,3 0-164 0,4 0-169 0,0 0-30 15,2 0 0-15,2 3 0 16,0-3 0 0,2 2 0-16,-2 0 0 0,-5 0 0 0,-2 1 0 0,-6-2 0 0,4 2 0 0,-9 1 0 0,-2 0 0 15,-2 0 0-15,-5 0 0 0,-7 0 0 16,1 0 0-16,-5 0 0 0,0-2-119 0,-6 0-67 15,1-2-534-15,-3-4 323 0,-2-1 178 0,-4-2 84 16,1-4-445-16,-1-3 266 0,-4-1 132 0,1-5 55 16</inkml:trace>
  <inkml:trace contextRef="#ctx0" brushRef="#br0" timeOffset="7495.67">7029 10713 1928 0,'-15'-1'0'0,"5"-1"0"0,3 2 0 0,1 0 0 0,4 0 0 0,2 0 0 0,0 0 0 0,6 0 0 0,17 2 0 15,1-1 0-15,8 2 93 0,7 0 425 0,0-1-237 0,-1 0-105 16,4 0 342-16,-5 2-235 0,0-1-149 0,-5 1-134 0,-8 2 0 0,-1 1 0 16,-6 1 0-16,-4 2 0 0,-5 1 0 15,-6 0 0-15,-2 4 0 0,0 2 0 0,-10 8 0 16,-12-3 0-16,-8 6 0 0,-1-1 0 16,-4-4 0-16,5-2 0 0,-5 0-219 0,1-1-65 15,3 0 65-15,-4-4 92 0,5 4-568 0,0-3 313 16,-10 6 173-16,5 2 82 0</inkml:trace>
  <inkml:trace contextRef="#ctx0" brushRef="#br0" timeOffset="10245.01">7897 12394 428 0,'-3'-12'0'16,"3"9"0"-16,0 3 0 0,0-1 0 0,0 1 947 0,0 4-453 0,0 23-214 0</inkml:trace>
  <inkml:trace contextRef="#ctx1" brushRef="#br0">18436 18945 0,'-72'-143'15,"498"-325"-15</inkml:trace>
  <inkml:trace contextRef="#ctx0" brushRef="#br0" timeOffset="16783.99">6214 11467 1854 0,'-5'-15'-10'0,"3"9"4"0,2 4 2 0,0 1 0 0,0 1 2 0,0 0 1 0,0 1 1 0,7 19 0 0,2 2 0 0,2 6-1 0,-3 5 289 0,3 5-106 15,-1 9-73-15,-1-4 0 0,-2 2-96 16,0-1 37-16,-2-6 11 0,0 12-11 0,-1-13-212 15,-2 0 107-15,2-2 49 0,-1-5-1 16,-1-7-348-16,-2-3 191 0,0-10 48 0,0-1-196 16,0-5 99-16,0-4 94 0</inkml:trace>
  <inkml:trace contextRef="#ctx0" brushRef="#br0" timeOffset="16979.87">6234 11441 1878 0,'-1'-29'0'0,"-1"13"0"0,2 2 0 0,0 3 0 0,0 2 0 0,6 1 0 0,5 4 0 0,4 1 0 0,3 0 0 0,1 3 0 0,2 0 170 16,-2 0-50-16,-1 6-41 0,0 4 91 0,-3 1-61 16,-2 2-31-16,-6 2 1 0,-4 2-75 0,-1 2 43 15,-2 5 1-15,-7 0-36 0,-10 5 1 0,-5-3 34 16,-2 0 13-16,-3-1-61 0,0-4 1 0,1-2 47 16,6-6-313-16,0-2 148 0,6-5 47 0,0 0 43 15,7-3-582-15,2-2 290 0,5-1 105 0</inkml:trace>
  <inkml:trace contextRef="#ctx0" brushRef="#br0" timeOffset="17146.58">6503 11643 2746 0,'0'21'0'0,"0"0"0"0,0-2 0 0,-6 1 0 0,-2 0 0 0,1 3 0 0,3 0 0 0,0 1 0 0,3 6 0 0,1 0 0 0,0-1 156 0,0-3-71 0,0 2-37 16,1-6 12-16,6 7-13 0,-2-8-376 0,3-1 188 15,-1-2 92-15,3-2 47 16,-5-7-612-16,3 0 320 0,1-6 163 0</inkml:trace>
  <inkml:trace contextRef="#ctx0" brushRef="#br0" timeOffset="17346.24">6741 11453 2819 0,'3'0'-14'0,"0"0"11"0,2 11 3 0,-1-2 0 0,2 10 0 0,-6-1 0 0,2 4 0 0,1 5 0 0,-3 3 0 0,0 0 0 0,0 13 129 0,0-7-28 0,0 10 167 0,0-4-110 15,0 1-54-15,0-1-321 0,0-7 133 0,-3 1 78 16,1 0 21-16,-6-4-515 0,3-10 271 0,0-1 135 16,-2-7-595-16,-2-6 278 0,1-4 193 0,-1-4 36 15,0-8-247-15</inkml:trace>
  <inkml:trace contextRef="#ctx0" brushRef="#br0" timeOffset="17542.71">6659 11433 2258 0,'11'-28'0'0,"0"9"0"0,10-2 0 0,-3-2 0 0,6 3 0 0,2-1 0 16,2 5 0-16,1 0 0 0,1 7 0 0,-2 2 0 0,-3 5 96 0,-4 0 33 0,2 2-41 0,-7 0 12 15,1 5-100-15,-9 7 47 0,-3 3 0 0,-5 8 0 0,0-1-87 0,-6 6 55 16,-16 4-12-16,-3 0 44 15,-4-1-150-15,-1 0 74 0,-1-2 39 0,6-8 11 16,-2 2-389-16,3-2 187 0,7-6 52 0,0-2-163 16,4-1 97-16,5-7 69 0,4 1-338 0,4-1 208 15</inkml:trace>
  <inkml:trace contextRef="#ctx0" brushRef="#br0" timeOffset="17867.29">6965 11741 1805 0,'0'7'0'0,"0"-3"0"0,0-2 0 0,0-2 0 0,0 0 0 0,0 0 0 0,7-4 0 0,5-2 0 0,1 1 0 0,2 1 0 0,3 1 83 15,0-1 0-15,-2 2-112 0,0 2 49 0,-4 0-11 16,-3 0-42-16,-2 3 40 0,-3 9 0 0,-4-1 40 16,0 4-54-16,0-2 22 0,-8 3-1 0,-2-5 33 15,5-2 103-15,-1-2-55 16,3-1-50-16,1 0 121 0,2-3-66 0,0 2-30 0,2-4 18 15,10 1-62-15,6 1 33 0,-2 0-13 16,3 2-44-16,0 3 45 0,1 1 0 0,-2 0 0 16,-4 5-34-16,0-1-13 0,-7 0 45 0,-2 2 0 15,-4 1-31-15,-1 2 30 0,-8 1-24 0,-11 1-17 16,-2-2 231-16,-4-3-93 0,-3 0-49 0,-1-3-11 16,6-4 11-16,-7 0-45 0,10-6-43 0,-1-1-206 15,2-1 102-15,8 0 76 0,2 0-261 0,1-5 142 16,8-9 83-16,0-4 9 15</inkml:trace>
  <inkml:trace contextRef="#ctx0" brushRef="#br0" timeOffset="18030.43">7880 11861 3235 0,'-2'-12'0'0,"0"12"0"0,2 0 0 0,0 0 0 0,-3 0 0 0,-2-2 0 0,1 1 0 0,1-1 0 0,1 2 0 0,0-1 0 0,2 1 14 0,0 0 40 16,0 0-11-16</inkml:trace>
  <inkml:trace contextRef="#ctx0" brushRef="#br0" timeOffset="25949.45">5923 12761 1663 0,'-14'0'0'0,"4"-3"0"0,1 0 0 0,4-1 0 0,-2 0 0 0,1 0 0 0,2 1 0 0,-1-1 0 0,0 0 0 0,2 1 0 0,1-1 319 0,0 1-128 0,2 2-80 0,-2-1-34 16,2 0 133-16,0 0-84 0,0 1-41 16,0 1 9-16,2-2 10 0,7 2-30 0,2-2-1 0,1 2 63 15,4-2-46-15,-2 2 10 0,5 0 1 16,-1-2-30-16,8 2 1 0,-1-2-30 16,-2 0 85-16,1 1-62 0,8-3-65 0,2 0 0 15,-3-2 0-15,4 1 0 0,11 0 0 0,-8-1 0 16,11-3 0-16,0 2 0 0,0-2 0 0,2-1 0 15,2 2 0-15,3-2 0 0,0 1 0 0,8-3 0 16,-6 3 0-16,4 0 0 0,3-1 0 0,-6 1 0 16,15-1 0-16,-6-1 0 0,-2 1 0 0,5 1 0 15,-3-2 0-15,-12 0 0 0,12-2 0 16,-4 1 0-16,-15 1 0 0,4 2 0 0,-5-3 0 0,-6 5 0 16,-3 0 0-16,-3-1 0 15,-4 4 0-15,-8 0 0 0,1 2 0 0,-9 1 0 16,-2-2 0-16,-3 2 0 0,-3 1 0 0,-2 0 0 15,-5 0 0-15,1 0 0 0,0 0 0 16,-2 0 0-16,0-2 0 0,0 2 0 0,0 0 0 0,0-2 0 16,0 0 0-16,0 0 0 15,0 0 0-15,0 1 0 0,0-1 0 0,-2 0 0 0,2 2 0 16,0 0 0-16,0 0 0 0,0 0-344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10:57.0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6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13:12:02.496"/>
    </inkml:context>
  </inkml:definitions>
  <inkml:trace contextRef="#ctx0" brushRef="#br0">8818 4024 2919 0,'-3'-1'0'0,"-1"-4"0"0,0 3 0 0,-1-1 0 0,1 2 0 0,3-2 0 0,-4 3 0 0,3 0 0 0,0 0 0 0,-1 0 0 0,-3 8 117 0,3 11-39 0,-5 3 1 15,0 8 13-15,-1 10-52 0,-1-1 0 16,-3 3-18-16,-1 3 18 0,1 3 0 0,-4 2 10 16,-1 0 13-16,2-3-23 0,-2 1 0 0,2-2-1 15,1 0-41-15,2-7 10 0,-5 5 32 0,8-9 0 16,-1 2-263-16,-1-6 109 0,3-1 68 0,2-9-385 15,2 2 211-15,-2-6 72 0,5-6-360 16,0-4 234-16,0-3 117 0,2-1 49 0,0-3-407 16,6-14 237-16</inkml:trace>
  <inkml:trace contextRef="#ctx0" brushRef="#br0" timeOffset="217.15">8733 4003 2825 0,'3'-7'0'0,"2"5"0"0,-4 2 0 0,3 0 0 0,-1 2 0 16,3 14 0-16,4 3 0 0,2 2 0 0,8 6 0 0,1 8 0 0,4 1 549 0,3 5-254 15,2 3-128-15,0 0-72 0,2 0-95 0,2 1 0 16,-4-2 0-16,-1 2 0 0,-3-3 0 0,-8-5 0 16,7 8 0-16,-8-4 0 0,-4-1 0 0,-1-1 0 15,-5-3 0-15,0-1 0 0,-3 1 0 0,-2-6-164 16,-1-1 64-16,-1-11-568 0,0 5 315 0,0-8 146 0,-3-1-311 15,-6-7 239-15,-2-3 120 16,-3-4 59-16</inkml:trace>
  <inkml:trace contextRef="#ctx0" brushRef="#br0" timeOffset="385.15">8623 4595 2893 0,'-21'-4'0'0,"3"2"0"0,4 0 0 0,5 2 0 0,4 0 0 0,3 0 0 0,0 0 0 0,2 0 0 0,0 0 0 0,11 0 0 0,10 0 300 0,4 0-130 0,4 0-65 0,4 0-84 0,2 0 19 16,1 0 9-16,1 0-9 16,2-2-457-16,-4 1 228 0,1 1 115 0,-3-2-676 0,1 0 394 15,1 1 188-15</inkml:trace>
  <inkml:trace contextRef="#ctx0" brushRef="#br0" timeOffset="650.66">9190 4353 3464 0,'0'0'0'0,"0"0"0"0,2 0 0 0,3 0 0 0,2-5 0 0,6-3 0 0,8-2 0 0,3 1 0 0,6 2 0 0,4 4 0 16,3 2 118-16,-1-2 134 0,1 3-155 0,0 0-97 0,-5 10 0 0,0 3 0 0,-4 3 0 0,-5 2 0 16,0 2 0-16,-7-1 0 0,-5 2 0 15,-4 7 0-15,-5-3 0 0,-2 3 0 0,-6 1 0 16,-10 0 0-16,-7-1 0 0,0 0 0 0,-7-3 0 15,2 0 0-15,-4-5 0 0,0-3 0 0,-1-2 0 16,-1-4 0-16,4-3 0 0,1-2 0 0,10-4 0 16,1-2 0-16,8 0 0 0,2 0-353 15,2 0-47-15,6-2 180 0,0-9 90 16,14-10-683-16,14-6 377 0,12-6 202 0,7-7 98 16</inkml:trace>
  <inkml:trace contextRef="#ctx0" brushRef="#br0" timeOffset="873.28">9865 4164 3159 0,'6'-6'0'16,"-4"2"0"-16,-2 3 0 0,0 1 0 0,-12 0 0 0,-4 0 0 0,-7 11 0 0,4 4 0 0,-3 4 0 0,1 2 0 0,0 4 155 0,4 5 462 0,0 1-617 0,6 0 0 0,4 1 0 0,4 0 0 16,3 0 0-16,0 0 0 15,7 1 0 1,7-5 0-16,5 3 0 0,1-3 0 0,3-2 0 0,2-1 0 0,-2-5 0 0,-5-3 0 0,8 2 0 0,-9-6 0 15,2-3-90-15,-2 1-378 0,-1-6 214 16,0 0 97-16,-1-5-466 0,2 0 291 0,-3-3 146 0,4-6 74 16,-1-10-477-16</inkml:trace>
  <inkml:trace contextRef="#ctx0" brushRef="#br0" timeOffset="1060.33">10037 4439 2950 0,'-12'-2'0'16,"6"1"0"-16,-2-1 0 0,5 2 0 0,2 0 0 0,-2 0 0 0,3 0 0 0,0 0 0 0,11 0 0 0,11 0 0 0,-2 0 191 0,10 0-80 0,2 0 366 0,2 0-275 16,3 0-202-16,0 0 0 0,-1 0 0 0,-1 0 0 0,2 0 0 0,-5 0 0 15,0 0 0-15,-7 0 0 16,-2 0 0-16,0 0-191 0,-4 0 83 0,-6 0 74 16,-3 0-900-16,-3 0 450 0,-5 0 196 0,0 0 130 15</inkml:trace>
  <inkml:trace contextRef="#ctx0" brushRef="#br0" timeOffset="1233.49">10330 4084 3245 0,'0'0'0'0,"3"0"0"0,-1 3 0 0,0 8 0 0,1 4 0 0,1 2 0 0,0 9 0 0,1 2 0 0,1 4 0 0,2 11 0 0,-5 0 245 0,-1-3 196 0,0 13-441 15,-2-5 0-15,0-3 0 0,0 1 0 0,0-4 0 16,0-5 0-1,0 2 0-15,0-2 0 0,0-3 0 0,0 0 0 0,0-6 0 16,0-3 0-16,0-1-193 0,0-6 29 0,2-6-1016 0,2-5 570 0</inkml:trace>
  <inkml:trace contextRef="#ctx0" brushRef="#br0" timeOffset="1773.92">10750 4036 3914 0,'10'1'0'0,"1"14"0"0,-1 5 0 0,0-4 0 0,-2 14 0 0,1 2 0 0,0 7 0 0,-4 6 0 0,0 0 0 0,-3-5 0 0,-2 15 17 0,0-11-17 0,0 2 0 15,0-11 0-15,0 3 0 0,0-2 0 16,0-4 0-16,-2-9 0 0,-3-2 0 0,4-3 0 16,1-9-625-16,-2-3 268 0,-2-3 193 0,0-3 15 15,-3 0-385-15,0-15 232 0,-3-9 131 0,3-9 55 16,-6-13-379-16,1-4 227 0,-1-13 116 0,1 16-167 15,-2-3 160 1,1 12 75-16,-2-2 48 0,2 3 36 0,1 6 0 0,3 8 0 16,3 2 285-16,5 4-190 0,1 4-63 0,0 4-35 0,0-1 658 15,10 3-330-15,13-2-164 0,4 0 25 0,3 4 156 16,4-1-152-16,1 5-76 0,1-1 266 16,-1 2-171-16,1 0-76 0,-4 2-30 0,-2 7-32 15,-6 4 0-15,-5 1-32 0,-2 1-50 16,-5 1 34-16,-7 3-9 0,-3 2 25 0,-2 4-46 0,-6-3 46 15,-13 4 0-15,-4-2 98 16,-5 1-54-16,3-5 0 16,2 0-44-16,7-10 26 0,6 0-65 0,-1 0 0 0,2-5 0 0,6-2 0 15,3 1 0-15,0 0 0 0,2 0 0 0,13 2 0 16,6 1 0-16,-1 3 0 0,3 1 0 0,0 2 0 16,-7 0 0-16,3 2 0 0,-1 7 0 0,-4-2 0 15,-7 2 0-15,-3 1 0 0,-2 2 0 0,-2-2 0 16,-7 7 0-16,-8-1 0 0,-8-1 0 0,-3-2 0 15,-8 3 0-15,6-11 0 0,-6 0 0 0,-1-1 0 16,-1-5 0-16,1-4 0 0,12-5 0 0,-2 0 0 16,4-3 0-16,7 0 0 0,2-3 0 0,4-8 0 15,5-6 0-15,3-9 0 16,7-8-209-16,18-6-374 0</inkml:trace>
  <inkml:trace contextRef="#ctx0" brushRef="#br0" timeOffset="2010.59">11369 4122 3931 0,'-5'0'0'0,"1"0"0"0,4-3 0 0,-2 3 0 0,2 0 0 0,-2 0 0 16,2 0 0-16,0 0 0 0,0 5 0 0,2 8 0 0,7 6 0 0,7 4 0 0,2 1 0 0,1 4 0 0,4-2 0 0,1 4 0 31,2-3 0-31,1 1 0 0,-3-2 0 0,1-3 0 0,-5-3 0 0,-3-3 0 15,0-2 0-15,0-2 0 0,-6-3-44 0,-6-3-235 0,5-3 28 16,-4-2-732-16,-3-2 474 0,3 0 227 16,2-13 128-16</inkml:trace>
  <inkml:trace contextRef="#ctx0" brushRef="#br0" timeOffset="2221.17">11829 3779 3507 0,'2'-3'0'0,"2"3"0"0,-2 0 0 0,0 4 0 0,-2 11 0 0,0 4 0 0,0 6 0 0,0 14 0 0,-6 15 0 0,-7 6 0 0,-4 12 424 0,-1 5-424 0,-3 3 0 0,-4 13 0 16,2-4 0-16,0 0 0 15,-4 4 0-15,-1 6 0 0,3-12 0 16,-6 19 0-16,-1-6 0 0,3-3 0 0,-1 0 0 0,2 11 0 16,3 0 0-16,2-2 0 0,4-10 0 0,6-29 0 15,5-14 0-15,0-15 0 0,7-13 0 0,-1-8-804 16,2-3 327-16,0-13 220 0,2-6-568 15,13-37 386-15</inkml:trace>
  <inkml:trace contextRef="#ctx0" brushRef="#br0" timeOffset="2394.53">11867 4507 3377 0,'8'-10'0'15,"5"0"0"-15,8 4 0 0,2 0 0 0,4-2 0 0,3 2 0 0,4 1 0 0,4 1 0 0,5-1 0 0,0 1 0 0,-3 0 364 0,8-1-174 0,-2 2-190 0,-4-4 0 16,-6 4 0-16,4-2 0 0,-6-2 0 0,-2 4 0 16,-11-3 0-16,2 1-641 0,-11 1 320 15,-3 1 179-15,-5-1 98 0,-4-5-868 0,0 0 438 16,-16-5 219-16</inkml:trace>
  <inkml:trace contextRef="#ctx0" brushRef="#br0" timeOffset="2540.42">12251 3994 3699 0,'0'-6'0'0,"1"5"0"0,3-1 0 15,1 2 0-15,1 2 0 0,-1 13 0 0,2 10 0 0,4 10 0 0,-4 8 0 0,1 15 0 0,-4 4 232 0,-2 8-232 0,-2-8 0 0,0 17 0 0,0-12 0 0,0 1 0 16,0-3 0-16,0 3 0 0,0-8 0 16,0 16-298-16,0-2-107 0</inkml:trace>
  <inkml:trace contextRef="#ctx0" brushRef="#br0" timeOffset="2976.1">13488 4162 1940 0,'-13'-28'0'15,"-4"5"0"-15,4 4 0 0,-4 0 0 0,-2 2 0 0,-1 4 0 0,-7 2 0 0,-1 6 0 0,-4 2 0 0,-5 3 0 0,5 12 332 0,-8 12-151 0,6 9-70 16,2 9-35-16,4 5 216 0,6 5-125 0,7-2-53 16,7-4-42-16,8 1-1 0,0-3-30 0,11-5-1 0,12-1 362 15,2-11-310-15,10 5-92 0,1-5 0 16,3-6 0-16,3-5 0 0,-3-2 0 0,-5-5-150 15,3-1-47-15,-1-5 118 0,0-3 60 0,-4 0-898 0,2-1 439 16,-4-13 201-16,0-5 120 0</inkml:trace>
  <inkml:trace contextRef="#ctx0" brushRef="#br0" timeOffset="3298.47">13573 4046 2485 0,'0'-9'0'31,"0"6"0"-31,4 0 0 0,10-1 0 0,7 0 0 0,5 2 0 0,3-1 0 0,4 3 0 16,1 0 0-16,5 0 0 16,-1 3 123-16,5 8 315 0,-9-1-199 0,2 0-99 0,-4 2-50 15,-4 1-12-15,-7-2-28 0,-1 3-9 0,-6-2-1 31,-5 2-83-31,-6-1 41 0,-3 6 1 0,0 3 51 0,-20 7 17 0,-10 2-1 16,-6 3-26-16,-11 4-10 0,2 3-30 0,4-10 0 0,-2 6 0 0,3-4 0 0,4-1 0 0,10-6 0 0,2-1 0 0,9-7 0 0,2 1 0 0,7-2 0 0,6-4 0 0,0 0 0 0,0 0 0 16,13 1 0-16,10-1 0 0,2-2 0 0,2-1 0 0,5-5 0 0,0 1 0 15,2-2 0-15,0-2 0 0,-2 0 0 0,-4-2 0 0,-6 0 0 16,-1 0 0-16,-2 0-166 0,-6 0-23 16,-4 0 72-16,-1 0-590 0,-2 0 333 15,-5 0 166-15,1 0-537 0,-2-2 358 0</inkml:trace>
  <inkml:trace contextRef="#ctx0" brushRef="#br0" timeOffset="3491.49">13619 4319 3591 0,'-12'0'0'0,"4"0"0"0,2 0 0 15,2 0 0-15,4 0 0 0,0 0 0 0,2 0 0 0,17 2 0 0,8 6 0 0,3 0 0 0,9 5 340 0,2-1-340 0,1 1 0 0,2 0 0 0,2 1 0 16,-10 0 0-16,8 1 0 0,-10-5 0 0,2 3 0 15,-4 0 0-15,-4-1 0 0,-4-3-265 16,-1 2 132-16,-2-3-831 0,-3-1 400 0,-2-3 268 0,-2 0 98 16</inkml:trace>
  <inkml:trace contextRef="#ctx0" brushRef="#br0" timeOffset="4700.63">14455 4340 2452 0,'-4'0'0'0,"3"0"0"0,1 0 0 0,0 0 0 0,0 0 0 0,0 0 0 0,1 0 0 0,15 0 0 0,6 0 0 0,4 0 0 0,6 0 282 0,8 2-122 16,-6 0-51-16,12 0-41 0,-4-2 241 0,1 2-135 15,-2-2-69-15,-7 0-33 0,6 0 61 16,-5 0-66-16,-3 0-67 0,-3 0 0 0,-8 0-12 0,0 0 24 16,-3 0-12-16,-5 2-378 0,-3-2 202 15,-5 0 106-15,-1 0-276 0,-2 0 105 0,-2 0 116 16,0 0-37-16,-11 0-393 0,-7 0 258 0,-1 0 130 15</inkml:trace>
  <inkml:trace contextRef="#ctx0" brushRef="#br0" timeOffset="4887.63">14669 3938 3181 0,'0'0'0'0,"0"0"0"0,0 0 0 0,0 10 0 0,0 3 0 0,2 7 0 0,0 5 0 0,4 6 0 0,2 9 0 0,-1 1 0 0,-2-1 379 0,5 15-175 0,-6-7-83 0,1 1-75 16,-3 0-46-16,0-1 0 0,0-3 0 31,-2 10 0-31,0-5 0 0,0 2 0 0,0 0-618 0,0 1 213 0,0-1 230 0</inkml:trace>
  <inkml:trace contextRef="#ctx0" brushRef="#br0" timeOffset="5293.44">15460 3985 2874 0,'-3'-9'0'0,"-3"9"0"0,4 0 0 0,1 5 0 0,1 8 0 0,0 6 0 0,-2 5 0 0,2 5 0 0,0 8 0 0,0 5 0 16,0-2 113-16,0 6 408 0,0-1-242 0,0-7-135 0,0 10-144 0,0-4 0 16,2-3 0-16,-1-1 0 0,1-5-28 0,0 5-137 15,0-4 97-15,0-3 53 0,-1-3-279 16,-1-7 166-16,0-5 84 0,0-6-788 0,0-3 404 16,0-5 177-16,-1-4 106 0,-3-6-388 0</inkml:trace>
  <inkml:trace contextRef="#ctx0" brushRef="#br0" timeOffset="5544.14">15368 3998 2824 0,'0'-22'0'0,"2"10"0"0,2 4 0 0,6 2 0 0,2 2 0 16,5 1 0-16,7 3 0 0,14 0 0 0,0 3 0 0,5 8 0 0,4 6 402 0,2 3-187 0,-4 4-87 0,-4 4 234 0,-3 5-362 15,-7 2 0-15,-6 1 0 0,0 12 0 16,-13-7 0-16,-3 2 0 0,-8 2 0 0,-1-2 0 0,-8-6 0 0,-15 10 0 15,-7-3 0-15,-7-5 0 0,-6-2 0 16,-1-2 0-16,-4-6 0 0,4-3 0 0,-4-5 0 16,3-4 0-16,0-5 0 0,9-5 0 15,-3-3 0-15,1-4 0 0,11 0 0 0,4 0 0 16,4-4 0-16,8-7 0 16,5-4 0-16,6-10 0 0,0-3-318 0,27-8-130 0,10-10 205 0,9-5 92 15</inkml:trace>
  <inkml:trace contextRef="#ctx0" brushRef="#br0" timeOffset="5694.54">15979 4092 3925 0,'7'1'0'0,"2"5"0"0,3 2 0 16,-3-1 0-16,0-3 0 0,1-3 0 0,5 4 0 0,6-5 0 15,0 0 0-15,11 0 0 0,-2 0 6 0,2 0-6 0,3 0 0 0,3 0 0 0,-3 0 0 0,1 0 0 0,-4 0 0 0,-2 0 0 0,-4 10 0 16,-7 1-60-16,-2 4-1115 0,-12 4 594 15</inkml:trace>
  <inkml:trace contextRef="#ctx0" brushRef="#br0" timeOffset="5852">16095 4416 2776 0,'-24'5'0'0,"3"8"0"0,12-6 0 0,-3 1 0 0,8-3 0 0,4 1 0 0,0 1 0 0,14-1 0 0,6 2 0 0,10-1 0 0,2-2 324 0,3 0-143 0,2-4-71 16,8 2-76-16,-10-3 14 0,5 0-9 15,-2 0 0-15,-3-3-659 0,-1 1 330 0,-4-5 164 16,-4-1-296-16,6-1 225 0</inkml:trace>
  <inkml:trace contextRef="#ctx0" brushRef="#br0" timeOffset="6154.83">16726 4228 2744 0,'0'-3'-1'15,"0"2"0"-15,0 1-1 0,0 0 1 0,0 0 0 0,-4 10 1 0,3 2 0 0,1 5 0 0,0 7 0 0,0 0 0 0,0 5 375 0,9 1-168 0,6 0-84 16,0 1 365-16,4-4-488 0,4-3 0 0,0-3 0 16,4-2 0-16,1-6 0 0,2-3 0 0,0-5 0 15,-2-5 0-15,0 0 0 0,-1-2 0 0,-7-9 0 16,-3-7 0-16,-2-3 0 0,-4-4 0 0,-7-1 0 16,-2-3 0-16,-2-3 0 0,0-2 0 0,-9-8 0 15,-5-1 0-15,-2 0 0 16,-5-1 0-16,-4 3 0 0,2 9 0 0,-8-3 0 15,4 15 0-15,-8 0 0 0,3 9 0 0,-2 7 0 0,4 4 0 16,0 0 0-16,5 17 0 0,2 5 0 16,6 9 0-16,2 7 0 0,10-1 0 0,0 7 0 15,5 2 0-15,0-3 0 0,5 2 0 0,9 0-27 16,4 2-48-16,0 3-1200 0</inkml:trace>
  <inkml:trace contextRef="#ctx0" brushRef="#br0" timeOffset="6312.57">17586 4567 2299 0,'0'-20'0'0,"0"16"0"0,0 2 0 0,5 0 0 0,-3 0 0 0,0 0 0 0,0 1 0 0,-2 1 0 16,0 0 0-16,0 0 0 0</inkml:trace>
  <inkml:trace contextRef="#ctx0" brushRef="#br0" timeOffset="15898.84">12782 5635 2752 0,'0'0'0'0,"-2"0"0"0,2 0 0 0,-2 0 0 0,2 0 0 0,-2 3 0 0,2 4 0 0,0 2 0 0,0 3 0 0,0 1 0 0,0 1 146 0,2 3-54 0,4 4-16 0,1 2 26 16,3 1-32-16,-1 2 1 0,-2 5 81 0,2-3-56 15,2 4-19-15,-2 1 48 0,-4-1-48 0,3 1 0 16,-2-2-59-16,-1 4-18 0,-1-5 0 0,-1-1 0 15,1-2 0-15,0-1 0 0,-2-5 0 16,2 1 0-16,-2-1 0 0,0-4 0 0,0-1-67 16,-1 0 13-16,1-5-175 0,0-2 89 0,-2 0 70 15,2-4-524-15,-2 0 278 0,0-3 138 0,0-2 70 16,0 0-473-16,0 0 276 0,0-17 133 0</inkml:trace>
  <inkml:trace contextRef="#ctx0" brushRef="#br0" timeOffset="16220.78">12716 5641 3251 0,'-7'0'0'0,"0"0"0"0,6 0 0 0,-1 0 0 0,2 0 0 0,0 0 0 0,6 0 0 0,18 0 0 0,10 0 0 0,8 0 0 0,0 0 221 0,11 0-91 15,-2 0-46-15,1 4 161 0,1 5-245 0,-6 5 0 16,-2 0 0-16,-2 4 0 0,-3 5 0 0,-6 1 0 15,1 7 0-15,-6 2 0 0,-5 2 0 0,-6 3 0 16,-4 5 0-16,-7-5 0 0,-5 12 0 0,-2-3 0 0,0-4 0 16,-12 2 0-16,-6-2 0 0,-1-9 0 0,-7 9 0 15,-2-7 0-15,-2-2 0 0,-2-4 0 0,-2-2 0 16,4-8 0-16,-10 5 0 16,1-8 0-16,7-4 0 0,-5-2 0 0,0-1 0 0,6-7 0 15,0-1 0-15,8-2 0 16,2 0 0-16,2-2 0 0,2-4 0 0,5-6 0 15,5-1 0-15,4-4 0 0,3-6 0 0,0 0-121 16,9-9-389-16,13 1 226 0,10-9 128 0</inkml:trace>
  <inkml:trace contextRef="#ctx0" brushRef="#br0" timeOffset="16396.14">13391 5908 3659 0,'9'0'0'0,"6"0"0"0,0 2 0 0,0-2 0 0,0 0 0 0,4 0 0 0,3 0 0 16,2 0 0-16,3 0 0 0,3 0 0 0,2 0 272 0,0 0-272 0,1 0 0 0,1-2 0 0,-2-1 0 0,0 2 0 15,0 0 0-15,-4-2 0 0,0 3 0 16,-7 0-62-16,0 0-918 0,-4 0 505 0</inkml:trace>
  <inkml:trace contextRef="#ctx0" brushRef="#br0" timeOffset="16546.57">13561 6171 2921 0,'-5'7'0'0,"1"3"0"0,2-5 0 0,2 1 0 0,0-2 0 0,11 0 0 0,6-2 0 16,8 1 0-16,1 1 0 0,2 0 0 0,2-3 136 0,2 1-49 0,1-2-101 0,-2 0 26 0,3 0 0 0,0 0-567 0,0 0 292 15,1 0 151-15</inkml:trace>
  <inkml:trace contextRef="#ctx0" brushRef="#br0" timeOffset="16903.59">14365 5847 3877 0,'-11'5'-2'0,"5"0"1"0,-3 3 1 0,-3 4 0 0,5-1 0 0,2 4 0 0,-1 2 0 0,4 6 0 0,2-1 0 0,0 8 0 0,0-2 57 0,2 1-57 15,9 2 0-15,4-1 0 0,2-2 0 0,4-2 0 16,3-1 0-16,2-3 0 0,2-5 0 0,2-4 0 16,1-1 0-16,-1-5 0 0,1-5 0 0,-2-2 0 15,-1 0 0-15,-2 0 0 0,-3-8 0 0,1-8 0 16,-5-4 0-16,-2-1 0 0,-2-4 0 16,-4-4 0-16,-3-1 0 15,-4-3 0-15,-2-9 0 0,-2 3 0 0,0-4 0 16,-6 2 0-16,-6 2 0 0,-8-5 0 0,-3 8 0 15,4 8 0-15,-7 4 0 0,-4 3 0 0,1 8 0 0,-8 5 0 16,2 6 0-16,-6 2 0 0,3 0 0 16,0 17 0-16,6 2 0 0,-4 9 0 0,8 2 0 15,2 2 0-15,9-2 0 0,0 6 0 0,8 1 0 16,4 4 0-16,5 0 0 0,0-3-65 0,5 2-456 16,18 2 241-16</inkml:trace>
  <inkml:trace contextRef="#ctx0" brushRef="#br0" timeOffset="17073.38">15069 6347 2655 0,'-3'-5'0'0,"3"5"0"0,0 0 0 0,0 0 0 0,0 0 0 15,-4 0 0-15,0 0 0 0,3 0 0 0,-7 5 0 0,2 11 0 0</inkml:trace>
  <inkml:trace contextRef="#ctx0" brushRef="#br0" timeOffset="17783.25">15386 6134 3339 0,'0'0'-12'0,"0"0"7"0,0 0 1 0,1 5 0 0,1 2 2 0,0 1-1 0,0 1 2 0,-2 9-1 0,0 0 1 0,-9 6 0 0,-12 14 147 0,-13 9-55 0,-8 10 11 16,-13 17-64-16,-6 11-324 0</inkml:trace>
  <inkml:trace contextRef="#ctx0" brushRef="#br0" timeOffset="32005.07">16494 5597 2175 0,'-7'-20'0'0,"2"11"0"0,1 1 0 16,1 3 0-16,1-2 0 0,0-1 0 0,2 4 0 0,-2 2 0 0,2 0 0 0,-2 1 0 0,2 1 370 0,-2 0-165 0,1 15-72 0,-6 9-52 0,0 11 126 16,-2 5-84-16,-5 8-41 0,-2 14 120 0,-2-5-71 15,-3 16-50-15,0-8 0 16,-4 0-21-16,0-1-60 0,4-4 0 0,0-9 0 0,-2 3 0 15,3-1 0-15,1-7 0 0,-1-1 0 0,8-12 0 16,-4 0 0-16,5-10 0 0,4-3-13 16,2-8-181-16,0-5 72 0,3-3-669 0,2-4 380 15,0-2 185-15,0-25 92 0,8-11-594 0,11-15 344 0</inkml:trace>
  <inkml:trace contextRef="#ctx0" brushRef="#br0" timeOffset="32222.65">16351 5538 2890 0,'3'-18'0'0,"1"9"0"0,0 6 0 0,1 0 0 0,1 3 0 0,3 5 0 0,2 10 0 0,3 3 0 0,2 9 0 0,5 3 0 0,4 11 138 15,-3 3-50-15,4 12 595 0,-3 0-551 0,0 2-132 16,-5-3 0-16,5 13 0 0,-2-11 0 0,-3-7 0 16,1 0 0-16,-1-1 0 0,-2-10 0 0,1 8 0 15,-4-7 0-15,-2-4 0 0,-3-1 0 0,-2 1 0 16,-3-3 0-16,-3 0-63 0,0-5-104 15,0-5-291-15,-1-3 203 0,-10-3 106 16,-3-6 44-16,-1-3 36 0,-2-7-1 0,-6-1-1093 0</inkml:trace>
  <inkml:trace contextRef="#ctx0" brushRef="#br0" timeOffset="32398.73">16167 6128 3922 0,'-21'0'0'0,"6"2"0"0,8 2 0 0,0 0 0 0,5-3 0 0,2 1 0 0,0 0 0 0,0 3 0 0,14-1 0 0,11-1 0 0,2 3 9 0,5-1-9 16,10-3 0-16,-1 2 0 0,-6-1 0 0,11 0 0 15,-5 1 0-15,-7-2 0 0,5 0 0 0,1-2 0 16,-3 0-64-16,1 0-944 0,-1 0 513 0,0-2 105 16</inkml:trace>
  <inkml:trace contextRef="#ctx0" brushRef="#br0" timeOffset="32580.22">16912 5923 3846 0,'0'0'0'16,"0"0"0"-16,0 0 0 0,0 0 0 0,2 0 0 0,5 0 0 0,7 0 0 0,0 2 0 0,7-2 0 0,3 0 0 0,3 0 85 0,1 0-85 0,-1 0 0 0,6 0 0 0,-1 0 0 0,-2 0 0 0,0 0 0 15,-2 0 0-15,-2-2 0 0,-3 0 0 0,-2 1 0 16,-3-1-86-16,-1 2 55 15,-4 0-1071-15,-3 0 553 0,-6 0 144 0</inkml:trace>
  <inkml:trace contextRef="#ctx0" brushRef="#br0" timeOffset="32738.67">17044 6131 3679 0,'-18'14'0'0,"3"2"0"0,2-2 0 0,4-7 0 0,3 3 0 0,6-3 0 0,0-3 0 0,1 2 0 0,19-1 0 0,4 1 0 0,4-5 219 0,6 1-186 15,-2 1-33-15,2-3 0 0,-2 1 0 0,-6-1 0 16,10 0 0-16,-8 0 0 0,0 0 0 0,-1 0-179 16,1 0-180-16,-5 0 208 0,7-4 90 0,1-3-1069 0</inkml:trace>
  <inkml:trace contextRef="#ctx0" brushRef="#br0" timeOffset="33103.36">17697 5903 3248 0,'0'0'0'0,"-2"7"0"0,2 4 0 0,0 0 0 0,0 6 0 0,0 4 0 0,0 5 0 0,0 2 0 0,6 4 0 0,5 2 0 0,0-2 683 0,4 0-683 0,1 0 0 0,4-2 0 16,2-4 0-16,3-3 0 0,3-4 0 0,4-6 0 16,2-6 0-16,3-3 0 0,-1-4 0 15,7 0 0-15,-1-8 0 0,-9-7 0 16,8-7 0-16,-13 1 0 0,3-5 0 0,-7-2 0 15,-3 0 0-15,-6-2 0 0,-4-3 0 0,-5 4 0 0,-4-5 0 16,-2 0 0-16,0-6 0 0,-12 7 0 16,-8-9 0-16,-3 4 0 0,-5 5 0 0,-2 3 0 15,-4 6 0-15,0 9 0 0,-8 0 0 0,9 7 0 16,-6 6 0-16,-6 2 0 0,7 0 0 0,4 10 0 16,0 7 0-16,2 2 0 0,4 3 0 0,6 2 0 15,5 4 0-15,4 0 0 0,5 2 0 16,6 3 0-16,2-1 0 0,0-2 0 15,4 1 0-15,9-1 0 0,4 1 0 0,0-3 0 0,4 2 0 16,-1-1 0-16,5 8-1225 0,-4-8 582 16</inkml:trace>
  <inkml:trace contextRef="#ctx0" brushRef="#br0" timeOffset="33264.78">18553 6186 3408 0,'-8'0'0'0,"7"0"0"0,-3 0 0 0,0 0 0 0,-3 6 0 0,-3 1 0 0,5 1 0 0,-1-3 0 0,1-1 0 0,-1 0 0 16,4-1 323-16,0 0-143 0,2-2-160 0,0 5-1133 0</inkml:trace>
  <inkml:trace contextRef="#ctx0" brushRef="#br0" timeOffset="41598.11">13336 7412 2224 0,'-2'0'0'0,"2"0"0"0,0 0 0 0,0 0 0 0,0 0 0 0,0 0 0 0,0 4 0 0,4 4 0 0,3 0 0 0,3 5 0 0,1 3 204 0,2 5-87 0,0 5-39 16,-2 2 30-16,-1 4-34 0,-2 7 10 0,1 7-44 0,-4 0 136 16,-1 1-68-16,-2-1-34 0,-1 1 0 15,2-10-66-15,-1 11-11 0,0-14 43 0,0 3-215 16,-2-6 108-16,0-3 53 0,0-7 38 15,0 0-567-15,0-6 274 0,0-4 87 0,0-6 85 16,0 0-29-16,0-5 39 0,0-6-11 0</inkml:trace>
  <inkml:trace contextRef="#ctx0" brushRef="#br0" timeOffset="41991.27">13317 7328 2431 0,'-2'-17'0'0,"0"7"0"0,2 3 0 0,0 1 0 0,2 3 0 0,17-1 0 0,8-3 0 0,4 3 0 0,12-3 0 0,5 0 0 0,2 4 268 0,3 1-114 16,-1 0 208-16,-3 2-166 16,-2 0-78-16,-11 0-39 0,1 7-18 0,-3 7-21 0,-11-1 11 15,1 7-11-15,-11 3-130 0,-5 3 65 0,-6 2 33 16,-2 2-1-16,-12 5-4 0,-12 2 37 16,-4-5 1-16,-2 0 61 0,-2-2-57 15,4-8-45-15,-4 2 0 0,4-5 0 0,1-2 0 0,10-5 0 16,1-1 0-16,8-6 0 0,0 1 0 0,4-1 0 15,4 1 0-15,0 0 0 0,2 2 0 0,16 3 0 16,2-1 0-16,6 3 0 0,4-1 0 0,0 3 0 16,2 0 0-16,-2 2 0 0,-2 2 0 15,-3 2 0-15,-6 0 0 0,-4 3 0 0,-6 2 0 16,-4-1 0-16,-5-3 0 0,0 6 0 0,-7-2 0 16,-11 1 0-16,-5-2 0 0,-3-3 0 15,-3-1 0-15,-1-3 0 0,-2-3 0 0,-1-4 0 16,1-4 0-16,2-4 0 0,0-3 0 15,1 0 0-15,9 0 0 0,-1 0 0 0,4-8 0 16,4-3 0-16,6 1 0 0,2-6 0 0,5-1-44 16,3-4-446-16,19-5 224 0,5 0 103 0,13-8-897 15</inkml:trace>
  <inkml:trace contextRef="#ctx0" brushRef="#br0" timeOffset="42204.85">14205 7556 3765 0,'-9'0'0'0,"7"-3"0"0,-1 3 0 0,3 0 0 0,0 0 0 0,0 0 0 0,0 0 0 0,0 0 0 0,0 0 0 0,9 5 0 0,5 5 166 0,4 5-166 0,3 0 0 16,-1 4 0-16,1 2 0 0,2-1 0 16,-3 4 0-16,-1 1 0 0,0 1 0 0,-6-3 0 15,4 4 0-15,-6-3 0 0,-2-6 0 0,1 3-101 16,-1-4-433-1,-3-6 142-15,1 0 181 0,1-4 86 0,1-6-666 0,2-1 377 0</inkml:trace>
  <inkml:trace contextRef="#ctx0" brushRef="#br0" timeOffset="42417.15">14671 7101 3861 0,'5'0'0'0,"0"1"0"0,-3 11 0 16,-2 5 0-16,0 9 0 0,0 6 0 0,0 7 0 0,0 14 0 0,-10 11 0 0,-1 1 0 0,-2 10 70 0,-4 10-70 0,-6 15 0 0,3-5 0 0,-5 3 0 0,1-1 0 16,-1 1 0-16,5-11 0 0,-6 17 0 15,5-16 0-15,6-18 0 0,1 0 0 0,7-15 0 16,2-9 0-16,1-2 0 0,4-6 0 0,0-13 0 16,0-4 0-16,0-9-121 0,6-6-1054 15,6-6 572-15,6-10 281 0</inkml:trace>
  <inkml:trace contextRef="#ctx0" brushRef="#br0" timeOffset="42601.65">14726 7748 3796 0,'9'-2'0'0,"4"2"0"0,0 0 0 0,5 0 0 0,3 0 0 0,4 0 0 0,13 0 0 0,1 0 0 0,-1 0 0 0,13 2 0 0,-3-2 135 0,3 0-135 0,-2 0 0 16,-2 0 0-16,-8 0 0 0,10 0 0 0,-15 0 0 0,2 0 0 15,-5-2 0-15,-8 1 0 0,-4-2 0 0,-8-1 0 16,-3-2-1275-16,-7-2 334 16</inkml:trace>
  <inkml:trace contextRef="#ctx0" brushRef="#br0" timeOffset="42767.08">15152 7354 2974 0,'-13'-9'0'0,"0"7"0"0,5 2 0 0,-1 0 0 0,1 8 0 0,4 6 0 0,3 7 0 0,1 7 0 0,0 3 0 0,0 7 0 0,1 4 234 0,7 5-98 0,-4 3 451 16,0 2-587-16,-2 0 0 0,0-1 0 0,-1-3 0 0,1-1 0 16,0-7 0-16,0 8 0 0,0-12 0 15,0 4-56-15,5-2-67 0,3-5-941 0,3-1 467 16,2-8 299-16</inkml:trace>
  <inkml:trace contextRef="#ctx0" brushRef="#br0" timeOffset="43001.1">16085 7285 3931 0,'-7'-15'0'0,"2"5"0"0,-6 4 0 0,-5 1 0 0,-5 3 0 0,-2 2 0 0,-7 4 0 0,-9 16 0 0,5 7 0 0,-1 8 0 0,1 7 0 0,6 4 0 0,5 5 0 15,12 2 0-15,8 0 0 0,3-1 0 0,9-1 0 16,15-4 0-16,5-6 0 0,4-3 0 0,3-6 0 15,1-6 0-15,-3-6 0 0,11-1 0 0,-11-8 0 16,4-2 0-16,-3-6 0 0,0-3 0 0,-3 0-279 16,0-2-219-16,-2-14 230 0,0-1 116 15,0-10-775-15</inkml:trace>
  <inkml:trace contextRef="#ctx0" brushRef="#br0" timeOffset="43306.73">16356 7221 3042 0,'-5'-3'0'0,"1"2"0"0,4 1 0 0,0 0 0 0,0 0 0 0,5 0 0 0,18 0 0 0,4 0 0 0,3 0 0 0,2 0 0 0,5 0 94 15,6 1 493-15,-1 5-379 0,-3 0-208 0,-4-2 0 0,1 3 0 16,-4 1 0-16,-4 1 0 0,-9 4 0 16,-2 1 0-16,-7 4 0 0,-8 5 0 0,-2 2 0 15,-12 6 0-15,-13 3 0 0,-9 0 0 0,1-2 0 16,-5 1 0-16,3 1 0 0,1 0 0 0,9-8 0 15,-1 4 0-15,5-1 0 0,6-3 0 0,8-6 0 16,4 1 0-16,3 0 0 0,0 0 0 0,10 0 0 16,10-5 0-16,3-1 0 0,4 0 0 15,1-3 0-15,2-3 0 0,2-3 0 0,0-3 0 16,-2-1 0-16,0-1 0 0,-4-1 0 16,-3 0 0-16,-1 0 0 0,-1 0 0 15,-7 0-107-15,-3 0 15 0,-2-1-902 0,-4-6 469 0,-3-6 248 16</inkml:trace>
  <inkml:trace contextRef="#ctx0" brushRef="#br0" timeOffset="43474.88">16464 7427 3753 0,'-27'-9'0'0,"12"3"0"0,4 4 0 0,2 1 0 0,4 1 0 0,3 0 0 0,2 0 0 0,2 0 0 0,19 3 0 0,7 10 0 0,10 2 178 0,5 1-178 0,2 0 0 0,2 3 0 16,2 0 0-16,-2 0 0 0,0-1 0 0,-2-1 0 15,-4-3 0-15,12 3 0 0,-10-8-69 0,0 0-273 16,2-5 189-16,-4 0 95 0</inkml:trace>
  <inkml:trace contextRef="#ctx0" brushRef="#br0" timeOffset="43633.9">17364 7352 3797 0,'-3'0'0'0,"3"-1"0"0,0 1 0 0,2 0 0 0,7 0 0 0,3 0 0 0,8 0 0 0,2 0 0 0,5 0 0 0,3 3 0 0,2 2 134 0,2 0-134 0,-1-1 0 16,1 3 0-16,-2-3 0 0,-2 1 0 15,-9-1 0-15,3 2-412 0,-5-1 25 16,-7 3 213-16</inkml:trace>
  <inkml:trace contextRef="#ctx0" brushRef="#br0" timeOffset="43799.11">17299 7652 3782 0,'-7'0'0'0,"7"0"0"0,0 0 0 0,0 2 0 0,7 2 0 0,9 2 0 0,7-3 0 0,2 0 0 0,7-1 0 0,5 0 0 0,6-1 149 16,-3 1-149-16,-6-2 0 0,5 0 0 0,0 0 0 16,-1 0 0-16,0 0 0 0,-3 0 0 0,-1 0 0 15,-2 0-706-15,0-2 301 0,-1 1 215 0</inkml:trace>
  <inkml:trace contextRef="#ctx0" brushRef="#br0" timeOffset="44465.64">18395 7296 3194 0,'-2'-8'0'0,"-1"5"0"0,-5-1 0 0,3 1 0 0,-3-1 0 0,2 1 0 0,1 2 0 0,1-1 0 0,2-1 0 0,0 2 0 0,2 1 213 0,0 0-90 0,-1 0 263 0,1 0-371 15,0 0-15-15,0 0 0 0,0 0 0 0,0 0 0 16,0 0 0-16,0 0 0 0,0 0 0 0,0 0 0 16,0 0 0-16,0 0 0 0,0 0 0 0,0 0 0 15,0 0 0-15,0 0 0 16,0 0 0-16,-2 0 0 0,-2 0 0 0,2 0 0 16,0 0 0-16,0 4 0 0,-2-1 0 0,4 0 0 15,-2 1 0-15,2-3 0 0,-3 3 0 0,3-2 0 16,0-1 0-16,0 1 0 0,0 0 0 0,0-2 0 15,-2 1 0-15,2-1 0 0,0 3 0 16,0-1 0-16,0-2 0 0,0 2 0 0,0-1 0 0,0 3 0 16,-2-1 0-16,0-1 0 0,0 4 0 15,-1-2 0-15,-3 4 0 0,0-2 0 16,0 3 0-16,-3 1 0 0,2 0 0 0,-5 1 0 16,3 5 0-16,-2-1 0 0,-1 2 0 0,1 1 0 15,2 3 0-15,1 3 0 0,1 1 0 0,5 1 0 16,2 2 0-16,0-1 0 0,0 1 0 0,9-2 0 15,8 1 0-15,4-3 0 0,1-1 0 0,5-2 0 16,3-6 0-16,2-3 0 0,-1-2 0 0,3-7 0 16,0-1 0-16,0-2 0 0,2 0 0 15,-2-3 0-15,-2-11 0 16,0 2 0-16,-2-4 0 0,-2 0 0 0,-6 0 0 0,4-5 0 16,-7 1 0-16,-4-1 0 0,-1-3 0 0,-5-2 0 15,-6 1 0-15,-1-7 0 0,-2 2 0 0,0-2 0 16,-3 0 0-16,-8 1 0 0,-3-1 0 15,-1 0 0-15,-2 1 0 0,-1 5 0 0,-1 2 0 0,-2 3 0 16,3 6 0-16,-7-1 0 16,2 4 0-16,-1 5 0 0,0 3 0 0,-1 1 0 15,4 3 0-15,-7 0 0 0,3 7 0 0,-4 6 0 16,1 2 0-16,0 3 0 0,3 1 0 16,2 2 0-16,3-2 0 0,5 0 0 0,0-1 0 0,3-1 0 15,5 2 0-15,2-4 0 0,1 2 0 0,2-2 0 16,2-2 0-16,0 2 0 0,0-2 0 0,0 0 0 15,2 0 0-15,2 1 0 0,3 1 0 0,2 0-989 16,1 2 336-16</inkml:trace>
  <inkml:trace contextRef="#ctx0" brushRef="#br0" timeOffset="47234.07">13439 9145 2551 0,'0'0'0'0,"0"0"0"0,0 0 0 0,3-2 0 0,13 1 0 0,7-3 0 16,3-3 0-16,4 1 0 0,4-2 0 0,2 3 0 0,1-1 114 0,-2 0-37 0,-1 5 1 0,-7-1-25 15,6 2-11-15,-8 0 1 0,-4 0-1 0,-3 8-1 0,-2-1 1 16,-5 3 11-16,-4 6-64 0,-5 1 26 0,-2 2 1 16,-2 3 26-16,-15 3 17 0,-5 4-8 15,-8 2-42-15,-2-1 25 0,-2-1 207 0,-3 0-99 16,-1-3-50-16,10-3 11 0,-2-2-101 0,9-6-2 16,2-1 0-16,10-6 0 0,0-2 0 0,5-3 0 15,2 1 0-15,2 0 0 0,2 0 0 0,13 2 0 16,7-3 0-16,5 4 0 0,1-2 0 0,6-1 0 15,1 3 0-15,-1 1 0 0,0 0 0 0,-2 2 0 16,-2 3 0-16,-4 0 0 0,-1 0 0 16,-13 3 0-16,2 0 0 0,-5 3 0 15,-5 0 0-15,-4 5 0 0,0-1 0 0,-11 1 0 16,-10 2 0-16,-5-1 0 0,-6 3 0 0,0-3 0 16,2-7 0-16,-4 1 0 0,-2-2 0 0,3-4 0 15,1-4 0-15,0-1 0 0,2-2 0 0,3-4 0 16,1-2 0-16,5 0 0 0,3 0 0 0,2 0 0 15,4-8 0-15,4-3 0 0,4-4-176 0,4 0-187 16,0-6 165-16,15 3 79 0,8-3-679 0,13 0 378 16,1 4 187-16</inkml:trace>
  <inkml:trace contextRef="#ctx0" brushRef="#br0" timeOffset="47576.15">14365 9250 2413 0,'-11'-5'0'0,"7"3"0"0,2 2 0 0,2 0 0 0,0 0 0 0,-3 0 0 0,1 0 0 0,0 0 0 0,2 7 0 0,0 1 0 0,0 3 329 16,0 4-135-16,0 7-82 0,0 1-36 0,4 3-1 16,1 4 560-16,-1 4-538 0,1 3-97 0,-1 6 0 15,1-4 0-15,-4-3 0 0,3 1 0 0,-2 1 0 16,0-2 0-16,1-4 0 0,-1-4 0 0,2-2 0 15,-2-4 0-15,-1 1 0 16,1-4 0-16,0-4 0 0,-2 0 0 0,0-4 0 0,0-2 0 0,0-1 0 16,0-2 0-16,0-2 0 15,0-2 0-15,0-2 0 0,0 1 0 0,0-1 0 16,0 0 0-16,0 0 0 0,0 0 0 0,0 0 0 16,0 0 0-16,0 0 0 0,0 0 0 0,0 0 0 15,0 0 0-15,0 0-4 0,0 0-75 0,0 0-7 16,0 0-10-16,0 0 57 0,0 0-84 0,0 0 41 15,0 0 1-15</inkml:trace>
  <inkml:trace contextRef="#ctx0" brushRef="#br0" timeOffset="47627.28">14391 9910 393 0,'0'0'0'0,"0"-4"0"0,0-1 0 0,0-7 0 0,0-1 0 0,0-3 76 0</inkml:trace>
  <inkml:trace contextRef="#ctx0" brushRef="#br0" timeOffset="52319.27">14288 9352 2231 0,'-21'-20'0'0,"3"7"0"0,8 9 0 0,3-4 0 0,1 1 0 0,4-4 0 0,2 6 0 0,0-1 0 0,4-4 0 0,19-1 0 0,5-1 139 0,11-1-50 0,-1 3 212 15,13 1-135-15,-3 3-65 0,3 2-21 16,-4 3-1-16,-2 1-41 0,-9 0 10 15,3 0-70-15,-3 9 30 0,-4 4 1 0,-8 2 29 16,-5 0-75-16,-6 2 47 0,-5 4-9 0,-8 5-72 16,0 2 29-16,-21 7 36 0,-9-4 178 0,2-3-86 15,-13 8-37-15,2-6-36 0,-3-3 282 16,10-9-139-16,-2-1-156 0,9-7 0 0,4-3 0 0,7-3 0 16,5-3 0-16,3-1 0 0,6 0 0 0,0 0 0 15,9 0 0-15,18-1 0 0,10-3 0 16,4 0 0-16,7 1 0 0,4 1 0 0,2 0 0 0,1 2 0 15,-2 0 0-15,-7 11 0 16,-6 6 0-16,-10 0 0 0,-1 6 0 0,-11 3 0 16,-4 0 0-16,-13 4 0 0,-1 0 0 0,-4 4 0 15,-20 2 0-15,-6-3 0 0,-10-1 0 16,-5-2 0-16,-4-4 0 0,-1-1 0 0,-3-8 0 16,4-4 0-16,1-6 0 0,2-6 0 0,7-1 0 0,0 0 0 15,5-8 0-15,6-9 0 0,5-5 0 0,10-3 0 16,5-5 0-16,8-2 0 0</inkml:trace>
  <inkml:trace contextRef="#ctx0" brushRef="#br0" timeOffset="53792.8">15529 9528 2937 0,'0'0'0'0,"0"0"0"0,0 0 0 0,0 0 0 0,2 0 0 0,12 1 0 0,1 4 0 0,2-1 0 0,8 0 0 0,0-1 0 0,5 1 141 0,2-2-50 0,3-2 169 0,0 0-100 16,3 0-65-16,-3 0-27 0,1 0-31 0,-1 0 3 15,-1 0 0-15,-1-2-93 0,-3 1 42 0,-7-2 25 16,2 1-488-16,-2 1 258 0,-7 1 127 0,-2 0 75 16,0 0-913-16,-2 0 443 0,-4 0 222 15</inkml:trace>
  <inkml:trace contextRef="#ctx0" brushRef="#br0" timeOffset="54687.67">17913 9207 3639 0,'-6'-7'0'0,"6"5"0"0,0 2 0 0,0 0 0 0,4 0 0 0,4 0 0 0,1 0 0 16,4 0 0-16,6 0 0 0,0 0 0 0,5 2 233 0,6 4-174 0,4-1-59 0,2 2-38 0,-1-1-35 15,1 0 51-15,-4 2 31 0,-1 1-865 16,-2 1 448-16,-10-1 223 0</inkml:trace>
  <inkml:trace contextRef="#ctx0" brushRef="#br0" timeOffset="55001.06">18000 9499 2608 0,'-20'6'0'0,"7"4"0"0,9-3 0 0,2 0 0 0,2-2 0 0,2 1 0 0,17-3 0 0,10 3 0 0,-1 2 0 0,6-4 0 0,10 1 343 0,0-3-136 0,2-2-84 16,5 0-42-16,1 0-509 0,-1-4 228 15,2-5 120-15,-2-4 59 0,-1 2-299 0,-4-2 180 16,-12 1 99-16,1-4 34 0,-5 2-741 0,-5 0 307 16,-9 0 201-16,-2-2 100 0,-7 1-154 0,-5 1 143 15,-2 1 76-15,0-1 178 0,-2 1-63 0,-9 4-44 16,0-1 488-16,0 1-257 0,3 3-133 0,-2 3-66 16,3-1-33-16,3 0 1 0,1 3-8 0,1-1 179 15,2 2 665-15,0 0-397 0,0 0-198 0,0 0 166 16,0 0-172-16,0 0-101 15,4 0-46-15,1 0-9 0,2 0 0 0,-3 2-36 16,2 0-336-16,-2 1 163 0,0-1 87 0,-1 0 43 16,-1-2-417-16,0 0 206 0,-2 0 128 0,0 2-29 15,0-2 58-15,0 0-94 0</inkml:trace>
  <inkml:trace contextRef="#ctx1" brushRef="#br0">6196 13668 0,'0'0'0,"0"0"15,0 0 1,0 0-16,0 0 16</inkml:trace>
  <inkml:trace contextRef="#ctx0" brushRef="#br0" timeOffset="71825.07">18834 9211 2009 0,'0'0'0'0,"0"0"0"0,-3 0 0 0,3 0 0 0,-2 0 0 0,0 0 0 0,0 0 0 0,2 0 0 0,-2 0 0 0,-1 0 0 0,1 0 150 0,-2 0-58 0,-1 0-20 0,-1 10-8 0,0-1 114 16,-1 3-71-16,-1 3-37 0,-1 0 1 16,1 5 69-16,-1 5-57 0,2-3-24 0,1 2 179 0,0 3-101 15,4 0-52-15,2-4 177 0,0 8-148 16,0-3-114-16,0-2 0 0,8 0 0 0,3-1 0 16,2-7 0-16,6 5 0 0,2-6 0 0,1-2 0 15,4-4 0-15,1-3 0 0,3-5 0 0,-2-3 0 16,2 0 0-16,-2 0 0 0,1-9 0 0,-1-9 0 15,-2-5 0-15,2-9 0 0,-7 6 0 16,0-6 0-16,-5 0 0 0,-4-1 0 16,-5 2 0-16,-5-1 0 0,-2 0 0 0,0-2 0 15,-2 4 0-15,-11 1 0 0,-4 2 0 0,-2 6 0 16,-3 4 0-16,-4 4 0 0,-6 3 0 0,0 8 0 16,-4 2 0-16,-7 0 0 0,3 10 0 15,3 7 0-15,5-2 0 0,0 5 0 0,4-1 0 0,3 0 0 16,4 0-174-16,7-4-132 0,2 3 124 0,1 0-973 15</inkml:trace>
  <inkml:trace contextRef="#ctx0" brushRef="#br0" timeOffset="72505.66">16370 9137 1499 0,'-10'-12'0'0,"6"2"0"0,0 3 0 0,1-2 0 0,3-3 0 0,0 1 0 0,0-4 0 0,0 2 0 0,7 0 0 0,7-1 0 0,0 3 36 0,5 4 810 0,3-3-406 0,1 7-192 16,7 1-16-16,4 2-98 0,0 0-49 0,8 9 199 15,-5 4-157-15,-2 4-127 0,6 7 0 16,-5 2 0-16,-6 5 0 0,-4-1 0 0,-6 2 0 0,-6 5 0 15,-4 9 0-15,-8-4 0 0,-2 7 0 16,-15 7 0-16,-10 0 0 0,-4-6 0 0,-15 10 0 16,-1-7 0-16,-4-4 0 0,-2-4 0 0,-3-6 0 15,7-9 0-15,-15 4 0 0,14-10 0 0,-3-3 0 16,5-6 0-16,12-2 0 0,8-5 0 0,2 0 0 16,11-7 0-16,2 1 0 0,5 0 0 0,4-2 0 15,2 0 0-15,2 0 0 0,18 0 0 16,5 0 0-16,7 0 0 0,10 0 0 0,-5 0 0 15,11 0 0-15,-2 0 0 0,-1-2 0 0,0-1 0 0,-2-1 0 16,-4 2 0-16,9-2 0 16,-13-1 0-16,2 4 0 0,-3-1-211 0,1-2-195 15,-3 1 176-15,0-4-794 0,0-1 493 0</inkml:trace>
  <inkml:trace contextRef="#ctx0" brushRef="#br0" timeOffset="72844.55">17414 9355 1947 0,'5'-15'0'0,"1"-1"0"0,-3-5 0 0,3-1 0 0,-3-1 0 0,1-3 0 0,-2 1 0 0,-2-5 0 0,0 4 0 0,0 0 0 0,-8 7 94 16,-2 0 290-16,-6 3-166 0,2 6-96 0,-6 3 287 16,-6 4-188-16,-2 3-92 0,-8 9 278 0,2 8-407 15,-8 16 0-15,1 2 0 0,2 5 0 0,6 7 0 16,4 2 0-16,6 2 0 0,11-1 0 0,8 5 0 16,4-2 0-16,7 10 0 0,18-10 0 0,3-8 0 15,17 7 0-15,4-12 0 0,4-8 0 16,4-6 0-16,2-5 0 0,-5-10 0 0,17-1 0 0,-9-9 0 15,0-1 0-15,-11 0 0 0,8-7 0 16,-4-12 0-16,5-9-337 0</inkml:trace>
  <inkml:trace contextRef="#ctx0" brushRef="#br0" timeOffset="74754.43">14215 10908 2268 0,'0'-1'0'0,"0"-2"0"0,0 0 0 0,0 2 0 0,0 1 0 0,0 0 0 0,0 4 0 0,0 10 0 0,2 7 0 0,4 4 0 0,-1 3 451 0,2 5-203 16,1 9-103-16,0-1-50 0,-3 4 305 0,1-2-168 16,1 10-140-16,0-4-92 0,0-3 0 0,-4 2 0 15,3-7 0-15,-1 9 0 0,-1-7 0 0,1 0 0 16,-2-1 0-16,-1 0 0 0,0-9 0 0,0 5 0 15,0-6 0-15,-1-4 0 16,-1-7 0-16,0-4 0 0,0-7-281 0,0-5-113 16,0-5 103-16,0 0 125 0,0-20-439 0,2-15 282 15,2-8 128-15,-1-10-451 0,-1-14 302 0</inkml:trace>
  <inkml:trace contextRef="#ctx0" brushRef="#br0" timeOffset="75128.83">14183 11039 2859 0,'-19'-29'0'0,"4"11"0"0,-2 2 0 0,7 4 0 0,3 2 0 0,5 4 0 0,2 1 0 0,0 1 0 0,19 0 0 0,10 0 0 0,12-3 121 0,8 1 147 0,6 0-102 0,-2 2-67 16,6 3 319-16,-3-1-418 0,-3 2 0 0,-7 0 0 15,-10 6 0-15,1 6 0 0,-10 0 0 0,-4 5 0 16,-12 0 0-16,0 7 0 0,-9-1 0 0,-2 9 0 16,-11 6 0-16,-10-3 0 0,-5-1 0 0,-4 0 0 15,2-6 0-15,-12 4 0 0,12-12 0 0,-2 2 0 16,9-9 0-16,3-3 0 0,8-6 0 0,3 0 0 15,3-2 0-15,2 0 0 16,2-2 0-16,9 5 0 0,14-1 0 0,5 2 0 16,4 1 0-16,2 2 0 0,0 3 0 0,-1 1 0 15,-1 1 0-15,0 2 0 0,-4 3 0 0,-3 2 0 16,-6 0 0-16,-3 3 0 0,-5-2 0 0,-2 6 0 16,-8-3 0-16,-1 1 0 0,0 2 0 0,-15 0 0 15,-5 3 0-15,-10 2 0 0,-2-7 0 0,-2-3 0 16,-2-4 0-16,-3-3 0 0,5-6 0 15,-9-5 0-15,9-2 0 0,-2-3 0 0,2 0 0 16,10-6 0-16,-4-15 0 0,9-3 0 16,6-9 0-16,7-9 0 0,6-8 0 0,4-1 0 15,20-10 0-15,8 7-351 0,8 2-427 0</inkml:trace>
  <inkml:trace contextRef="#ctx0" brushRef="#br0" timeOffset="75284.45">15076 11099 3931 0,'12'7'0'0,"-3"8"0"0,-1-4 0 0,0-3 0 0,-3-1 0 0,5-1 0 0,3-1 0 0,4-1 0 15,5 1 0-15,3-2 0 0,2-1 0 0,-2 0 0 0,7-1 0 0,-2 2 0 0,2-2 0 0,-2 0 0 16,0 2 0-16,-5 1 0 0,6 2 0 0,-6 1-202 16,-6 3-328-16,-1 1 287 0</inkml:trace>
  <inkml:trace contextRef="#ctx0" brushRef="#br0" timeOffset="75446.4">15271 11464 3931 0,'-32'9'0'0,"4"5"0"0,3-3 0 0,6-5 0 0,2-1 0 0,10-2 0 0,2-1 0 0,5-2 0 0,0 1 0 0,3 2 0 0,21 0 0 16,4-1 0-16,4-1 0 0,5 1 0 0,-2 2 0 16,2 0 0-16,3 0 0 0,-3 2 0 0,1-1 0 15,-4 3 0-15,0-1 0 0,-2 3 0 16,-2-1 0-16,-2 4 0 0,-2 2 0 0,0 4-569 15</inkml:trace>
  <inkml:trace contextRef="#ctx0" brushRef="#br0" timeOffset="75977.7">16085 11446 3086 0,'-11'-5'0'0,"6"2"0"0,3 3 0 0,2 0 0 0,0 0 0 0,0 0 0 0,13 0 0 0,6 3 0 0,9 0 0 0,10-1 0 0,-3-2 755 0,20 0-665 0,-2 0-90 0,1 0 0 16,0-2 0-16,3 1 0 0,-3-5 0 0,2 2 0 15,-1 0 0-15,-2-2 0 0,-2 3 0 0,-10 1 0 16,0 0 0-16,-3 2 0 0,-6 0 0 15,-10 0 0-15,-1 0-82 0,-9 0-109 16,0 0-892-16,-7 0 521 0,-3 0 260 0,-2 6 130 16</inkml:trace>
  <inkml:trace contextRef="#ctx0" brushRef="#br0" timeOffset="76355.05">16326 11634 2934 0,'-18'8'0'0,"4"4"0"0,7-7 0 0,3-2 0 0,4-1 0 0,2-2 0 0,18 0 0 0,10 0 0 0,8-2 0 0,11-3 0 0,-2 1 161 0,1 0-59 0,0-1 36 16,-11 4-49-16,0 1 11 0,-3 0-109 0,-9 0-1 15,-4 0 52-15,-10 7 0 0,-4 2-169 0,-4 3 95 16,-3 2 32-16,-10 2 0 0,-10-1 121 0,-9 2-39 16,-1-2-1-16,-3 2 136 0,1-3-217 0,2-3 0 15,11-4 0-15,-1 1 0 0,9-4 0 0,4-3 0 16,2 1 0-16,5 0 0 15,0 0 0-15,5 2 0 0,15 2 0 0,8-3 0 16,4 3 0-16,5 2 0 0,0-2 0 0,1 4 0 16,-5 3 0-16,-3 2 0 0,-1 2 0 0,-8 4 0 15,-7 0 0-15,-5 2 0 0,-4 4 0 0,-5 0 0 16,-3 3 0-16,-17 4 0 0,-8-3 0 0,-8 1 0 16,-6-2 0-16,-2-1 0 0,-6-6 0 0,2-6 0 15,1-4 0-15,0-3 0 0,0-8 0 0,8-2 0 16,-9 0 0-16,9-5 0 15,7-10 0-15,2-6 0 0,4-5 0 0,1-14 0 16,11-5 0-16,4-18 0 0,9-11-35 0,1-24-88 16,0-3-1050-16</inkml:trace>
  <inkml:trace contextRef="#ctx0" brushRef="#br0" timeOffset="76643.36">16163 10712 3198 0,'0'-15'0'16,"0"5"0"-16,0 6 0 0,2-6 0 0,9 0 0 0,8-4 0 0,7 6 0 0,15 0 0 0,5 0 0 0,4 2 0 0,3 5 656 0,1 1-579 0,-2 0-77 0,-1 6 0 0,-6 9 0 16,-10 0 0-16,-2 5 0 0,-6 5 0 0,-11 2 0 15,-10 4 0-15,-6 1 0 0,0 2 0 0,-27 7 0 16,-3-8 0-16,-5-1 0 0,-6-1 0 0,-2-7 0 16,6-3 0-16,-2-4 0 0,4-2 0 15,10-8 0-15,0 1 0 0,13-5 0 16,1-1 0-16,4-2 0 0,6 0 0 0,1 0 0 0,3 0 0 0,22 0 0 15,7 0 0-15,10-3 0 16,2-3 0-16,7-1 0 0,1 1 0 0,1 0 0 16,0 2 0-16,-3 3 0 0,3 1 0 0,2 0 0 15,1 0 0-15,6 7 0 0,-11 5-173 0,20 3-101 16,-6 5-916-16,5 1 574 0</inkml:trace>
  <inkml:trace contextRef="#ctx0" brushRef="#br0" timeOffset="76861.56">18020 10950 3931 0,'-15'-13'0'0,"-2"4"0"0,-13-1 0 0,0 3 0 0,-4 4 0 0,-7 3 0 0,1 0 0 16,-3 10 0-16,-2 13 0 0,-2 5 0 0,-6 11 0 0,10 5 0 0,2 8 0 0,5 6 0 0,16-1 0 16,1 16 0-16,15-8 0 0,4 0 0 15,13-6 0-15,17-2 0 0,3-12 0 0,19 6 0 0,0-12 0 16,7-3 0-16,1-6 0 15,4-7 0-15,-6-5 0 0,15-2 0 0,-6-10 0 16,5 1 0-16,-1-7 0 0,0 0 0 0,-5 0 0 16,19-2-170-16</inkml:trace>
  <inkml:trace contextRef="#ctx0" brushRef="#br0" timeOffset="77013.53">19267 11859 3472 0,'-12'-24'0'0,"11"22"0"0,1 1 0 0,-2-5 0 0,-2 2 0 0,2-1 0 0,-1 2 0 0,1-2 0 0,-2 1 0 0,2 1 0 0,-2 2-31 16,0 1 34-16</inkml:trace>
  <inkml:trace contextRef="#ctx0" brushRef="#br0" timeOffset="77930.73">13145 13592 2326 0,'-20'-20'0'0,"8"11"0"0,2 7 0 0,4 0 0 16,4 2 0-16,2 0 0 0,0 0 0 0,0 0 0 0,16 0 0 0,10 0 0 0,13 0 567 0,8 0-263 15,6 0-132-15,3 2-56 0,3-2 330 0,-1 2-446 0,0-2 0 0,0 2 0 16,-2-2 0-16,-1 1 0 0,-4 1 0 0,-3-2 0 16,0 0 0-16,-6 2 0 0,-10-2 0 0,-3 2 0 15,-3-2 0-15,-5 4 0 16,-8-1-628-16</inkml:trace>
  <inkml:trace contextRef="#ctx0" brushRef="#br0" timeOffset="77950.8">14001 13609 406 0</inkml:trace>
  <inkml:trace contextRef="#ctx0" brushRef="#br0" timeOffset="78305.93">13383 13834 2599 0,'-13'5'0'0,"7"2"0"0,4-3 0 0,2-2 0 0,0-1 0 0,0 3 0 0,13 0 0 0,6 0 0 0,6-4 0 0,5 3 0 0,4-2 196 15,-2 0-68-15,-1 4-48 0,-2 0-179 0,-9 1 70 16,2 1 35-16,-6 0-1 0,-9 3-25 0,-1 1 26 0,-6 2-1 0,0 6 153 16,-15 0-58-16,-8 1-30 0,-1 2 193 15,-4 0-116-15,-1-1-53 0,6-5-27 16,9-2 88-16,3-5-155 0,1 0 0 0,6 1 0 16,4-2 0-16,0-1 0 0,19-1 0 0,10-3 0 15,3 1 0-15,3 1 0 0,2 3 0 0,1 1 0 16,-2 3 0-16,-6 0 0 0,-8 3 0 15,5 5 0-15,-12 0 0 0,-8-1 0 0,-3 5 0 0,-4 1 0 16,-2-1 0-16,-19-1 0 16,-11 4 0-16,-5-7 0 0,-4 0 0 0,-8-3 0 0,0-2 0 0,-1-5 0 15,0-2 0 1,2-5 0-16,-1-3 0 0,2 0 0 0,7 0 0 0,-4-8 0 0,6-8 0 16,4-10-269-16,6-10 26 15,7-9-642-15,4-16 413 0,6-28 221 0,9-1 105 0</inkml:trace>
  <inkml:trace contextRef="#ctx0" brushRef="#br0" timeOffset="78585.32">13187 12990 3150 0,'2'-30'0'0,"2"7"0"0,-1 5 0 0,6 6 0 0,-4 0 0 0,4-4 0 0,7 4 0 0,4 2 0 0,6-4 0 0,4 4 0 0,9 0 164 0,2 2 205 15,3 2-328-15,4 3 10 0,0 0-10 0,-1 3-42 0,-4 0 0 0,-9 11 42 0,-2 4-189 16,-6 4 104-1,-10 8 37-15,-9 3 1 0,-7 8 9 0,-5 1 1 0,-20 3 37 16,-9 3 192-16,-3-4-233 0,-5-1 0 0,-1-7 0 0,4-4 0 16,11-8 0-16,3-3 0 0,2-3 0 15,10-6 0-15,4-4 0 0,3 0 0 0,2-5 0 16,4 0 0-16,0 0 0 16,19 0 0-16,6 0 0 0,11-2 0 0,1-6 0 0,0 1 0 15,13-3 0-15,-4 0 0 0,0 3-505 16,-2 4 350-16,2 0 63 0,-7 3 3 0,12 0-1317 0,-8 0 1279 15,1 10 44-15,2 2-1 0,3 3 44 0,5 2-336 16</inkml:trace>
  <inkml:trace contextRef="#ctx0" brushRef="#br0" timeOffset="78799.58">14763 13154 3931 0,'-7'-7'0'0,"-10"4"0"0,-4 1 0 0,-7 0 0 0,0 2 0 0,-2 0 0 0,-2 14 0 0,-4 8 0 0,3 2 0 16,-1 9 0-16,4 7 0 0,2 6 0 0,5 6 0 0,4 10 0 0,11-2 0 0,8 2 0 16,0-2 0-16,16-7 0 0,14 8 0 15,7-11 0-15,4-5 0 16,1-12 0-16,7 0 0 0,2-5 0 0,1-7 0 0,0-3 0 16,3-5 0-16,-2-4 0 15,-1-5 0-15,1-1-101 0,0-3-129 0,0 0-1120 0,-5 0 655 0</inkml:trace>
  <inkml:trace contextRef="#ctx0" brushRef="#br0" timeOffset="79603.22">15407 13324 2560 0,'0'-13'0'0,"0"9"0"0,0 4 0 0,0 0 0 0,9 7 0 0,0 3 0 0,5 0 0 0,2 4 0 0,4 0 0 0,4 1 0 0,3-2 195 0,-1 0 476 0,3 0-314 0,-1 0-209 15,2 1-148-15,0 0 0 16,-2 5 0-16,-6 0 0 0,1 4 0 0,-4 0 0 15,-3 2 0-15,-4-2 0 0,1 7 0 0,-6-6 0 16,2-3 0-16,-4 2 0 0,2-3 0 0,-1-4 0 16</inkml:trace>
  <inkml:trace contextRef="#ctx0" brushRef="#br0" timeOffset="79957.92">16106 12977 3620 0,'-1'-4'0'0,"-1"4"0"0,2 2 0 0,-4 11 0 0,0 4 0 0,-2 7 0 0,-1 8 0 15,-4 13 0-15,-1 6 0 0,-6 11 0 0,-1 2 261 0,0 7-211 0,-2 4-50 0,-1 15 0 0,-1-3 0 0,-3 7 0 16,0 1 0-16,-1 0 0 0,5-9 0 16,-7 18 0-16,9-13 0 0,5-16 0 0,2 2 0 0,1-7 0 15,7-15 0-15,-1 0 0 16,1-6 0-16,1-6 0 0,2-7 0 15,-2-2 0-15,0-6 0 16,1-3 0-16,-1-4 0 0,-2-6 0 0,3-3 0 0,-3-1 0 0,0-2 0 16,0-5 0-16,1 2 0 0,1-2 0 0,-1 0 0 15,1-3 0-15,1 4 0 0,-2-1 0 16,1-3 0-16,3 0 0 0,-1 2 0 0,0-2 0 0,0 2 0 16,2-3 0-16,0 2 0 0,0-2 0 0,-2 0 0 0,2 0 0 15,0 0 0-15,0 0 0 16,0 0 0-16,0 0-738 0,0 0 247 15,0-2 224-15,4-10 102 0,7-1 66 0</inkml:trace>
  <inkml:trace contextRef="#ctx0" brushRef="#br0" timeOffset="80346.4">16427 13732 3915 0,'-7'-9'0'0,"3"8"0"0,4-1 0 0,0 0 0 0,0 2 0 0,0-2 0 0,2 0 0 0,12 1 0 0,9-1 0 0,6-4 0 0,8-1 16 15,-4 1-16-15,13-3 0 0,-3-1 0 16,3 1 0-16,0-1 0 0,0 1 0 0,-7-1 0 16,12 0 0-16,-8 0 0 0,-10 1 0 15,1-1 0-15,-4 3 0 0,-11 3 0 16,-5 1-167-16,0 0-44 0,-8 1 111 0,-3 2-773 0,-1 0 417 0,-2 0 198 15,-4 0-137-15,-6 2 178 0,-4-2 88 16,-1 0-409-16</inkml:trace>
  <inkml:trace contextRef="#ctx0" brushRef="#br0" timeOffset="80517.5">16773 13020 3931 0,'-15'-15'0'0,"6"10"0"0,-3 1 0 0,5 1 0 0,-1 3 0 0,3 0 0 0,3 13 0 0,2 14 0 0,0 12 0 0,0 4 0 16,0 8 0-16,4 6 0 0,3 9 0 0,-1-1 0 0,-1 5 0 0,3 2 0 0,0 4 0 0,1-1 0 16,2 0 0-16,0-2 0 0,0 1 0 0,-1-2-181 15,-2 6-96-15,-3 0 158 0,-3 16 80 0,0-5 11 16</inkml:trace>
  <inkml:trace contextRef="#ctx0" brushRef="#br0" timeOffset="81438.73">18071 13508 1415 0,'7'-21'0'0,"-2"2"0"0,-1-9 0 0,0 2 0 0,0 2 0 0,-2-2 0 0,-2 3 0 0,0-4 0 0,0 2 0 0,0 0 0 16,-3 1 95-16,-8 2-28 0,4 0 139 0,-4-2-88 15,-1 6-40-15,0-2 138 0,-4 4-89 0,0 2-44 0,-3 3 11 16,-2 3 152-16,1 3-103 0,-7 3-52 0,3 2-26 16,-3 0 87-16,2 12-46 15,0 6-38-15,-1 4 250 0,-3 13-140 0,3 0-113 16,1 8-65-16,1 4 0 0,-2 14 0 0,7-5 0 15,3 2 0-15,7-8 0 0,4 11 0 0,5-3 0 16,0-2 0-16,5-1 0 0,15-5 0 0,2 0 0 16,2-9 0-16,4-8 0 0,10 1 0 0,-2-8 0 15,3-4 0-15,0-2 0 0,-1-7 0 0,-3-4 0 16,0 0 0-16,-1-3 0 0,-4-1 0 0,-2-5 0 16,-6 1 0-16,1-1 0 0,-4 0 0 15,-5 0 0-15,-2 0 0 0,-3 0 0 16,-1-1 0-16,-1-4 0 0,-3 1 0 0,0 2 0 15,-2-2 0-15,0 3 0 0,0-3 0 0,-2 2 0 16,0 1 0-16,0-2 0 0,0 3 0 0,0 0 0 16,0 0 0-16,0 0 0 0,0-1 0 0,0 1 0 15,0 0 0-15,0 0 0 0,0 0 0 0,0 0 0 16,0 0 0-16,0 0 0 0,0 0 0 0,0 0 0 16,0 0 0-16,0 0 0 0,0 0 0 15,0 0 0-15,0-2-528 0,0 0 116 0,0 0 176 0,0-6 103 16,-4-2-697-16</inkml:trace>
  <inkml:trace contextRef="#ctx0" brushRef="#br0" timeOffset="82139.55">18589 13362 2452 0,'-6'-8'0'0,"2"5"0"0,4 0 0 0,0 2 0 0,0-3 0 0,0 2 0 0,2-2 0 0,12 0 0 0,2 3 0 0,7-2 0 0,3 2 162 0,3 1-62 16,1 0 207-16,2 0-134 0,-2 0-67 0,-6 1-23 16,6 7 118-16,-11 2-81 0,0 2-40 0,-7 6 20 15,-1 5-53-15,-10 2-47 0,-1 9 0 16,-10 7 0-16,-10-1 0 0,-6 5 0 0,-4 2 0 0,-2 0 0 16,4-3 0-16,1-2 0 15,8-9 0-15,3 2 0 0,7-7 0 0,2-5 0 16,5-2 0-16,2-1 0 0,0-5 0 0,12 0 0 15,5-4 0-15,5-1 0 0,7-3 0 0,-1-4 0 16,4-3 0-16,-2 0 0 0,2 0 0 0,-8 0 0 16,10 0 0-16,-14-3 0 0,1-1 0 0,-2 2 0 15,-8 1 0-15,0-1-1094 0,-6 0 239 0,-2 0 408 16,-3 2 203-16</inkml:trace>
  <inkml:trace contextRef="#ctx0" brushRef="#br0" timeOffset="82306.5">18531 13641 3379 0,'-26'-11'0'0,"6"6"0"0,6 1 0 0,0 1 0 0,9-2 0 0,3 4 0 0,2-2 0 0,14 3 0 0,9 0 0 0,11 0 0 0,8 10 351 16,1 1-156-16,4 0-189 0,5 5-6 0,1-1 0 16,0-2 0-16,0 0 0 0,-2-3 0 0,-1 2 0 0,-2-3 0 15,-1-3-747-15,-7-4 290 0,9 0 243 16,-5-2-930-16</inkml:trace>
  <inkml:trace contextRef="#ctx0" brushRef="#br0" timeOffset="82462.43">19440 13429 3199 0,'0'-11'0'0,"0"9"0"0,1-2 0 0,8 1 0 0,-2-1 0 0,4 2 0 0,4 0 0 0,0 2 0 0,4 0 0 0,-1 0 0 0,10 0 99 16,1 4 201-16,-1 3-130 0,2 1-65 0,0-1-652 15,-7 3 303-15,7 3 137 0,-8-1 73 0,-3 6-945 16</inkml:trace>
  <inkml:trace contextRef="#ctx0" brushRef="#br0" timeOffset="82614.88">19445 13795 2548 0,'-2'0'0'0,"2"0"0"0,0 0 0 0,0 2 0 0,7-1 0 0,5 2 0 0,6-1 0 0,3-1 0 0,6 2 0 0,5-1 0 0,2-2 173 16,9 0-66-16,-5 0-291 0,10 0 107 0,-4 0 58 16,-3-2 30-16,2-4-712 0,0-1 371 0</inkml:trace>
  <inkml:trace contextRef="#ctx0" brushRef="#br0" timeOffset="82891.22">20149 13607 2378 0,'0'-1'0'0,"0"-1"0"0,-3 2 0 0,-1 0 0 0,-1 2 0 0,1 7 0 0,4 4 0 0,0 2 0 0,2 6 0 0,9-5 0 0,8 7 167 0,4-3-64 16,0 0 353-16,7-1-209 0,2-4-103 0,4-6 24 15,6-1-69-15,-1-8-30 0,0 0 0 16,4-3-38-16,-2-9-31 0,-4-5 0 0,3-8 0 16,-13 4 0-16,-3-5 0 0,-6 2 0 15,-8-2 0-15,-7 1 0 0,-3-7 0 0,-2 2 0 16,-9-5 0-16,-12-1 0 0,-5 0 0 0,-1 6 0 15,-12-6 0-15,0 10 0 0,-5 4 0 0,1 6 0 16,1 7 0-16,3 7 0 0,2 2 0 0,3 0 0 16,6 4 0-16,5 13 0 0,9 4 0 0,3 7 0 15,4 9 0-15,5 4 0 0,2 7-745 0,0 2 234 16,6 5 235-16</inkml:trace>
  <inkml:trace contextRef="#ctx0" brushRef="#br0" timeOffset="83480.43">14159 15620 2137 0,'-7'-48'0'0,"7"15"0"0,1 17 0 0,14 5 0 0,8-2 0 0,7 0 0 0,4 0 0 0,5 1 0 0,0 3 0 0,6 3 0 0,4 4 97 0,-2 2 246 0,-9 0-138 15,3 2-86-15,-5 11 46 0,-6 6-61 0,-6 4-29 16,-5 5 0-16,-8 3-67 0,-8 3-10 15,-3 10 46-15,-10-1 1 0,-15 1 34 0,-7-3-34 16,-5 4 10-16,-12 1 88 0,7-16-49 0,-2 2 0 16,-2-5-88-16,12-10-6 0,3-4 0 0,8-6 0 15,3-3 0-15,8-3 0 0,3-1 0 16,5 0 0-16,4 0 0 0,0 0 0 0,19-9 0 0,7-3 0 16,10-4 0-1,-2 3 0-15,14-2 0 0,2 2 0 16,-2 5 0-16,1 1 0 0,-2 5 0 0,-6 0 0 15,10 2 0-15,-6 0 0 0,0 4-282 16,-3 5-1563-16,-1 0 1679 0,-6 0 45 0,4 0 42 0,-2-2-1098 16,-2-1 1077-16</inkml:trace>
  <inkml:trace contextRef="#ctx0" brushRef="#br0" timeOffset="83651.81">15165 15443 3488 0,'-7'-21'0'0,"7"17"0"0,0 1 0 0,0 0 0 0,0 2 0 0,0 1 0 0,1 0 0 0,11 0 0 0,1 12 0 0,4 8 0 0,0 2 103 16,4 4-37-16,-1 5-203 0,6 2 88 0,1-4 45 0,-1 2 0 0,-1-5 55 0,3 1-722 15,0-1 356-15,1-1 177 0,-4-3-688 16,0-2 399-16,-6-5 193 16,4-5-238-16</inkml:trace>
  <inkml:trace contextRef="#ctx0" brushRef="#br0" timeOffset="83841.73">15694 15270 3576 0,'1'-27'0'0,"1"13"0"0,0 0 0 0,-2 7 0 16,0 3 0-16,0 4 0 0,0 11 0 0,0 21 0 0,-5 11 0 0,-9 18 0 0,-3 6 355 0,-7 19-355 0,-1 0 0 0,-5 5 0 0,2-7 0 0,-11 28 0 0,0-5 0 16,0 2 0-16,4-7 0 0,6-16 0 15,-1 20 0-15,9-16 0 0,1-6 0 0,9-9 0 16,1 5 0-16,5-15 0 0,1 8 0 15,4-18 0-15,0-2-810 0,0-16 272 0,2-3-499 16,5-16 488-16</inkml:trace>
  <inkml:trace contextRef="#ctx0" brushRef="#br0" timeOffset="84014.86">15809 15925 2904 0,'19'-32'0'0,"2"11"0"0,1 6 0 0,-1 2 0 0,6 0 0 0,1 4 0 0,4 2 0 0,9 1 0 0,3 2 0 0,-3 0 0 0,13 3 395 16,-2-2-178-16,5 1-88 16,-1 1-458-16,1-3 184 0,-13 0 104 0,11-1 35 0,-19 4-302 15,-1 0 175-15,-12-2 86 16,-4 3-660-16,-8 0 379 0</inkml:trace>
  <inkml:trace contextRef="#ctx0" brushRef="#br0" timeOffset="84178.01">16351 15434 2895 0,'-11'-23'0'0,"1"12"0"0,6 3 0 0,0 2 0 0,3 4 0 0,-3 2 0 0,2 8 0 0,2 16 0 0,0 4 0 0,0 11 0 0,0 3 202 16,0 8 342-16,-2 13-254 0,-3-3-290 0,0-7 0 0,0 14 0 0,5-13 0 16,-2 3 0-16,2-3-332 0,0-5 169 0,0-9 111 0,7-3-832 15,3-3 461-15,3-8 232 0</inkml:trace>
  <inkml:trace contextRef="#ctx0" brushRef="#br0" timeOffset="84508.42">16873 15379 2639 0,'24'-19'0'0,"7"5"0"0,2 4 0 0,-1-2 0 0,0 3 0 0,-2 5 0 0,0 2 0 0,-2 2 0 0,-8 0 0 0,1 7 0 0,-7 9 107 16,-2 4 160-16,-8 5-113 0,-4 3-57 0,0 7 18 15,-19-1-37-15,1-1 10 0,-11 6 136 0,8-10-92 16,-1 3-102-16,3-5-30 0,7-6 0 16,3-1 0-16,4-2 0 0,5-2 0 0,0-3 0 0,2 1 0 15,10-4 0-15,8 2 0 16,2 2 0-16,5-5 0 0,-3 4 0 0,0-1 0 16,-1 2 0-16,-6-1 0 0,0 4 0 0,-5 5 0 15,-3-3 0-15,-6 2 0 0,-3 5 0 0,0-3 0 16,-7 3 0-16,-10-1 0 0,-4-3 0 0,-5 0 0 15,-2-3 0-15,0 0 0 0,-4-4 0 0,0-2 0 16,0-1 0-16,0-5 0 0,3-2 0 0,6-1 0 16,0-2 0-16,7-2 0 0,6 0 0 0,2-2 0 15,8-20-576-15,6-8 71 0,26-19 237 16</inkml:trace>
  <inkml:trace contextRef="#ctx0" brushRef="#br0" timeOffset="84780.27">17501 15395 3082 0,'17'-11'0'0,"3"4"0"0,1-1 0 0,0-3 0 0,2-1 0 0,4 3 0 0,6-2 0 0,3 0 0 0,9 0 0 0,-2 1 0 0,6 0 375 0,0 3-167 0,1 1 58 15,-6 5-266-15,10-1 0 0,-9 2 0 0,-11 0 0 16,-2 13 0-16,-10 4 0 16,-9 6 0-16,-11 10 0 0,-2 10 0 0,-27 6 0 15,-6 2 0-15,-6 3 0 0,-1-5 0 0,-14 15 0 16,3-8 0-16,4-1 0 0,12-12 0 0,1 4 0 15,13-10 0-15,4 1 0 0,8-5 0 0,5-2 0 16,4-6 0-16,0-5 0 0,11-1 0 0,12-4 0 16,1-4 0-16,6-3 0 0,2-6 0 0,4-2 0 15,1 0 0-15,-1 0 0 0,2 0 0 0,-1-2 0 16,-3-2 0-16,-4 0-666 0,-5-1 101 0,-1 0 267 16</inkml:trace>
  <inkml:trace contextRef="#ctx0" brushRef="#br0" timeOffset="84951.49">17701 15569 3931 0,'-18'-6'0'0,"15"6"0"0,1 0 0 0,2 0 0 0,0 0 0 0,0 1 0 0,11 9 0 0,13-1 0 0,8 2 0 0,10 2 0 0,5 3 0 15,6-1 0-15,3 2 0 0,0-2 0 0,12-1 0 16,-8 0 0-16,0-1 0 0,-2-2 0 0,-7-3 0 15,5 1-1251-15</inkml:trace>
  <inkml:trace contextRef="#ctx0" brushRef="#br0" timeOffset="85127.61">18869 15531 3931 0,'0'-30'0'0,"-2"18"0"0,2 6 0 0,0-4 0 0,4 0 0 0,7 3 0 0,3-2 0 0,5 5 0 0,6-1 0 0,3 1 0 0,8 1 0 0,5-1 0 0,1 3 0 16,1-2 0-16,-6 2 0 0,3 1 0 0,-6 0 0 16,-4 0 0-16,-10 7 0 0,-3 4-336 15,-8 5-155-15,-5 6 261 0</inkml:trace>
  <inkml:trace contextRef="#ctx0" brushRef="#br0" timeOffset="85284.8">18878 15734 3434 0,'-9'5'0'0,"5"2"0"0,4-1 0 0,0-4 0 0,0-2 0 0,0 0 0 0,10 0 0 0,12 2 0 0,4 2 0 0,2 1 0 0,4-1 279 0,4 2-119 0,2-2-102 15,5-2-295-15,-1 1 113 0,-1-3 82 0,-2 0 41 16,5 0-775-16,-5 0 417 16,7 0 196-16,-9-4-758 0,5-4 440 0</inkml:trace>
  <inkml:trace contextRef="#ctx0" brushRef="#br0" timeOffset="85554.53">19666 15612 2441 0,'3'-12'0'0,"-1"6"0"0,-2 2 0 0,0 3 0 0,-10 1 0 0,-5 0 0 0,0 1 0 0,2 9 0 0,4 5 0 0,-1 8 0 0,6 1 109 0,4 2 596 15,0 1-337-15,6 1-163 0,11-2-102 16,2-1-103-16,7-4 0 0,2-5 0 0,6-5 0 0,8-3 0 16,-1-8 0-16,4 0 0 15,4-2 0-15,0-15 0 0,-5-2 0 0,0-3 0 16,-6-3 0-16,-12 5 0 0,-1-5 0 0,-5 0 0 15,-7-2 0-15,-4-2 0 0,-7-3 0 0,-2-1 0 16,0-4 0-16,-12-7-54 0,-9 3-39 0,-4 1 27 16,-5 5-1-16,-4 4 27 0,-1 11 74 0,-16 1-33 15,-1 13 1-15,-3 6-42 0,-9 4 316 16,15 11-229-16,8 4-47 0,-7 11 0 0,18 3 0 16,6 3 0-16,7 4 0 0,8 5 0 15,5 4-46-15,4 4 21 0,0 10-1062 0,0 0 524 16</inkml:trace>
  <inkml:trace contextRef="#ctx0" brushRef="#br0" timeOffset="85696.75">20176 15933 405 0,'-16'-15'-5'0,"16"15"4"0,0 11 776 0,0-2-410 15,-14 7-214-15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12:46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13982 2753 1054 0,'-2'0'0'0,"-1"0"0"0,-1 0 0 0,2 0 0 0,-3 4 0 0,2-2 0 0,-1 2 0 0,1 1 0 0,-3-1 0 0,3 2 0 0,-3 1 35 0,0 1 0 0,0 2 0 0,1 0-1 16,-1-3 10-16,-3 5 8 0,1-3-17 0,1 3 0 16,-1-3 1-16,-1 3 15 0,-1-2-6 0,1 2-9 15,0-1 0-15,-1 1-44 0,1 0 43 16,0 2 2-16,-1-2-36 0,-1 2-10 0,0 0 41 0,1 1-51 16,-3 1 49-16,2-1-7 0,-1 2 13 0,1 1-48 15,-2-3 1-15,-2 5 24 0,2-4 8 16,-4 5 11-16,4-4-8 0,-6 4-11 15,4-3 4-15,-2 1 38 0,0 2-36 0,1-1 1 16,-2-1 36-16,0 4-33 0,-1-3-2 0,0 3-30 16,0 0 31-16,2 0 3 0,-3 3 5 0,1-2-28 15,-2 0 21-15,1 3-1 0,-1-1 1 0,0-1-55 16,1 0 52-16,-3 1-1 0,0 2-1 0,1-2-45 16,2 0 42-16,-3-2-5 0,2 0-5 0,3 1 8 15,-3 0-3-15,1-3-22 0,0 2 23 0,-1 1 0 16,0-1 2-16,1 0-19 0,-1 2 15 0,-1-1 1 15,0 0-3-15,-1 1 5 16,-2 3-5-16,1-2 2 0,2 2-3 0,-1-2 27 16,2-1-24-16,1-1 2 0,3-1 3 0,-2 0-4 15,4-4 1-15,1-3-25 0,0 0 25 0,3-2 1 16,-3 0-1-16,3-2-12 0,2-1 10 0,-3 0 1 16,3-2-4-16,2-3-39 0,-1 3 38 15,0-3 1-15,3-1-6 0,-2 1-35 16,1-2-4-16,0-1 41 0,2 2-47 0,-1-2 0 15,3-3 35-15,0 1-63 0,0 1 28 0,1-3-2 16,1 0 28-16,0 0-179 0,0 0 80 0,0 0 46 16,0 0 12-16,0 0-149 0,0 0 77 0,3-3 43 15,6-4 1-15,1 0 44 0,1-3-1 0</inkml:trace>
  <inkml:trace contextRef="#ctx0" brushRef="#br0" timeOffset="713.75">12624 4280 1025 0,'-5'2'0'0,"1"0"0"0,-1-2 0 0,2 0 0 0,1 1 0 0,2-1 0 0,0 0 0 0,0 0-1 0,0 0 0 15,0 0 1-15,0 0 84 0,0 0-40 0,0 0 55 0,5 0-55 0,7 0 45 16,-4 0-1-16,5 0-32 0,0 0-12 0,2 0 15 0,0-1-15 0,1-1 1 15,4-1-1-15,1-2-7 16,3 1 7-16,0-2 1 0,-1 1-1 0,0 1-40 16,-1 1-1-16,2-1 53 0,-1 0-12 0,0 2-37 15,-1 0 0-15,0 1 13 0,3 1-25 0,1 0 7 16,-1-3 0-16,1 3-19 0,2-1 43 0,0 0-10 16,4-2 14-16,0 1-21 15,6-2 12-15,3 0-5 0,-2-1 4 0,3 0 5 0,-6 0 1 16,6-1-4-16,2 1-51 0,-5-1 49 15,1 2-1-15,-5 1 0 0,5 1-28 0,3-2 26 16,-9 2 1-16,3 1-44 0,1-1 37 0,2 2-4 16,-3-2 7-16,0 0 7 0,1 2-12 0,0-3-4 15,-3 2 4-15,3 0 45 0,-3-1-39 0,3 0-4 16,-2 0 9-16,2-1-5 0,-1 0-1 0,-2 1-13 16,3-1 17-16,-4 1 1 0,2 0-4 0,0 0-31 15,-1 0 1-15,2 2 26 0,-3-2 5 0,2 1-26 16,-2-1 20-16,2 0-6 0,-2 0 4 0,1-1 11 15,1 2-9-15,-1-1-4 16,1-2 2-16,2 0 15 0,-2-1-13 0,-1 1 0 16,1-2-3-16,-3 3 5 0,-1-1-2 0,-2 0-22 15,0 3 22-15,-1-2 1 0,-5 1 1 0,5 2-57 16,-3-1 51-16,0 1-4 0,-2 0 4 0,3 0-41 16,-5 0 40-16,8 0-7 0,-1 0 3 0,-1-2-1 15,2 2 2-15,0-2-4 16,0 0 6-16,0 0-2 0,0 1-1 0,0-2-3 15,0 1 3-15,1 1 1 0,-1-1 1 0,1 0-25 16,0 2 21-16,-1-2 0 0,0 2 0 0,-3 0-46 16,3 0 42-16,0 0 2 0,0-2-23 0,2 2 22 15,0-2-3-15,0 0 3 0,3 0-48 0,0 2 46 16,-1 0-4-16,1-3-6 0,-1 0 5 0,0 2 3 16,1-1-7-16,2-2-26 0,0 2-5 0,-1-1 33 15,1-3-5-15,-1 2-31 0,-1-2-2 0,2 0 33 16,-4 0-85-16,1-2 41 0,-2 2-9 0,-6 1-156 15,-2-1 93-15,-1 1 48 16,-4 3 14-16,-8-2-311 0</inkml:trace>
  <inkml:trace contextRef="#ctx0" brushRef="#br0" timeOffset="1654.08">13888 2844 532 0,'7'-5'0'15,"-1"1"0"-15,4 2 0 0,-3-1 0 0,4-1 0 0,-1 1 0 0,-1 0 0 0,4 2 0 0,1-1 0 0,-2 1 0 0,4-2 35 0,2 0 19 0,1 2-6 0,6 0-10 16,-1-4 0-16,2 1-32 0,2 1 30 0,1-3 1 15,1 3 9-15,2-1-47 0,1-1 1 0,1 1 34 16,2 0-40-16,5 1 0 0,-3-1 44 0,11-2-21 16,-2 0 10-16,2 0-8 0,1-1 7 0,1-1 8 15,0 1-4-15,-1 0-10 0,1-2 3 16,-3 4 9-16,-2 1-8 0,-3-2 0 0,-5 1 6 0,9 0-45 16,-5 1 39-16,-2 0 2 15,1 1-45-15,0-4 41 0,-4 2 4 0,9-3-31 0,0 1 25 0,-1 0-3 16,2-2 2-16,-1 2-3 15,-2 0 2-15,8-2-2 0,-4 3-4 0,-2-2-37 16,1 3 37-16,-4 1 3 0,-4 0-32 0,5 1-3 16,-3-1 30-16,3 0 1 0,-5 0-5 0,2 3 3 15,-4-1-3-15,2-2-9 0,-2-1 9 0,-1 5 1 16,-1-3-4-16,2 0-10 0,-2-1 11 0,3 0 2 16,-3 0 0-16,1 1-15 0,-1-2 15 0,2-1 0 15,-2-1 14-15,1 2-14 0,-2-1-1 16,-1 1 1-16,-1 1-8 0,0 1 8 15,-6-1-4-15,6 0 7 0,-3 0-5 0,-3 2 1 16,-1 0 2-16,0 0-24 0,-2 1 23 0,5-1-1 16,-1 0 0-16,-1-2-31 0,1 2 29 0,-2-2 1 15,5-1-42-15,0-1 0 0,1-1 33 0,1 1 4 16,1-1-18-16,1-1 14 0,-2 0-4 0,0 1 12 16,-2 1-10-16,-2 0 1 0,-2 1-3 0,-4 1 26 15,1 1-23-15,-2 3 0 16,-4-2 1-16,0-1 10 0,-1 2-6 0,0 1-5 15,-4 0 9-15,2 0-16 0,-1 0 12 0,-4 0-2 16,1 0-30-16,-3 0 29 0,-1 0-1 0,-3 0-31 16,-1 0-3-16,0 0 33 0,0 0-4 0,-2 0-31 15,0 0-1-15,0-2 31 0,0 2-6 0,0-1-139 16,0 1 64-16,-4 0 24 0,1 0 6 0,-1 0-122 16,0 0 74-16</inkml:trace>
  <inkml:trace contextRef="#ctx0" brushRef="#br0" timeOffset="2343.1">17529 2468 658 0,'0'2'0'0,"0"-1"0"0,-1 3 0 0,-1-2 0 0,0 2 0 0,-2 0 0 0,1 1 0 0,-1 1 0 0,-2 3 0 16,0 2 0-16,-1-1 130 0,-2 1-34 0,-1 3-10 0,-1 2-43 0,-2 3 91 16,-1 1-46-16,0 1 0 0,-4 3 41 0,0 3-49 15,-6 5 0-15,1 0-37 0,-4 4-1 0,-1-1 0 16,-2 5 11-16,2-1 75 0,-4 2-43 0,2 1 1 16,-2 1-44-16,2-2 31 15,0 2-21-15,0 1-10 0,0-3 1 0,0-1-30 16,0 1 1-16,1 2 28 0,-1-2-20 0,-2 2-11 15,-1 2 31-15,3 1-42 0,-2-1 33 0,0 0 5 16,0 0-7-16,0-3 0 0,-1 4-3 0,1-5 4 16,0 2-8-16,-2-1-6 0,4 1 20 0,-4-2-8 15,4 2 3-15,-2-2-2 0,0 2 5 0,1-2-5 16,4-9-127-16,-5 11 54 0,9-14 27 0,2 1-1 16,0-2 0-16,1-3 0 15,8-6 18-15,-2-1-18 0,5-2 18 0,0-3 6 0,5-5-11 0,1-1-5 16,1-5 11-16,2 0 1 15,0-1-1-15,0-1-189 0,0 0 87 0,0 0 44 16,0 0-325-16,3-7 174 0</inkml:trace>
  <inkml:trace contextRef="#ctx0" brushRef="#br0" timeOffset="4318.72">13113 1091 717 0,'-2'-1'0'16,"-2"-1"0"-16,4-1 0 0,-2 2 0 0,2 1 0 0,-2 0 0 0,0 0 0 0,2 0 0 0,0 0 0 0,0 0 0 0,0 0 72 0,0 0 13 0,0 0 0 0,0 0-35 0,0 0-11 16,0 0 1-16,0 0-1 0,0 1 1 0,0 4-19 15,2 0 29-15,2 3-10 0,0-1-1 0,1 4 35 16,1 0-34-16,-1 2-1 16,2 2 41-16,2 2-40 0,-2 1-1 0,2 0 1 0,1 1 9 0,-1 1-10 15,0 1 11-15,3-2-54 16,-1 1 44-16,0-1-1 0,1 1 1 0,1 0 0 15,0-2 9-15,4 3-9 0,-5 0-1 0,4 0-90 16,-1-3 41 0,-2 6-9-16,0-6 55 0,4 4-52 0,-2-1 42 0,-1 2-29 0,0-3 0 0,-2-3 25 15,4 5 0-15,-2 1-37 0,1 0 34 0,-2 0-6 16,2-2 5-16,-4 3 14 0,4 2-15 0,0-1-2 16,-3 0 2-16,2 3 29 0,-2-1-29 15,-1-1 6-15,2 1 13 0,1 2-15 16,-4-1-2-16,4-1-10 0,-3-1 11 0,0-4 8 15,3 5-8-15,-2-3-44 0,2-1 43 0,-3 1 0 16,2 1 0-16,-1-3-27 16,0 4-3-16,2 0 23 0,-3-1 3 0,0-1 10 0,1 1-11 0,-3-6-3 15,4 7 2-15,-1-5-9 16,-3-2 8-16,0 2 1 0,3-1-1 0,-1-1 5 16,-2 1-5-16,4-2-44 0,-4 2 44 0,2-1 0 15,-2-1-1-15,2 2-28 0,-2-4 27 0,-1 1-4 16,1-2 3-16,-4-4-43 15,3 3 40-15,0-3-6 0,-3 0 3 0,-1-3 0 16,1-2 1-16,-1 3 5 0,-2-4-5 0,0 1 0 0,1-1 0 0,-2 1-8 31,1 0 7-31,0-1 2 0,0 1-2 0,0 2-15 0,-1-1 15 0,1 1 0 0,-2 1 1 0,2-2-38 16,0 1-1-16,-2-1 35 0,0 0-67 0,0-3 32 16,0 0-8-16,0-2-107 0,0 2 62 0,0-2 31 15,0-1-11-15,0 4-111 16,0-4 60-16,-2 1 41 0,0-2 7 0,-1 3-451 0</inkml:trace>
  <inkml:trace contextRef="#ctx0" brushRef="#br0" timeOffset="5762.33">13062 1232 554 0,'-4'0'0'0,"2"-4"0"0,0 2 0 0,2-2 0 0,0-2 0 0,0-1 0 0,0-1 0 0,0-1 0 0,2 0 0 0,5 2 0 0,1-3 82 15,2 3 0-15,-1 1-42 0,-2 0-13 0,7-1 13 0,-3 2 0 0,0 0 0 0,1 1-26 16,0 1 25-16,0 1 10 0,1-2-10 0,-2 2-42 15,3 1 2-15,-4-1 38 0,4 0-11 0,1 2-22 16,-2 0-16-16,4 0 41 0,-2 0-50 0,2 0 47 16,0-2-9-16,-1 0-1 0,2 1 3 0,0-1 3 15,3-2-4-15,-2 1-36 16,1-1 36-16,3 2 6 0,3-3-7 0,-3 1-13 0,4 1 12 0,-2-1 2 16,1 3-3-16,-1-3 6 15,5 0-9-15,-5-1 5 0,1 3-30 0,0-5-1 16,-2 4 24-16,-3-1 12 0,4 0-10 0,1 1 0 15,-4-1-1-15,3 2 26 0,-1-2-23 0,-3 1 2 16,3-2-3-16,-1 4 4 0,0-4-2 0,-1 2-1 16,2 1 7-16,-1-2-19 0,0 1 15 0,1-1-2 15,2-1-26-15,-2 3 25 0,1-3 2 16,5 0-2-16,-2 2-17 0,-1-3 16 0,1 2-3 0,-2 0-10 16,-4 3 12-16,6-3-1 15,-3-1-3-15,-4 4 31 16,1-1-29-16,3-1 1 0,-3 3 9 0,1-1-9 0,-3 1 3 0,1-2-3 15,0 2 11-15,1 0-9 0,-1-2 4 0,2 2-9 16,0-1 5-16,2-3 1 0,1 0 1 0,1-2-13 16,-1 1 15-16,4 0-4 15,-1-3 1-15,-1 1-39 0,-2 1 35 0,3-2 2 0,-8 2-2 0,8 1-8 16,-5-1 8-16,1 2-4 16,1-1-30-16,-2 1 32 0,1 0-1 0,5 1-28 0,-6-2 27 0,3 4-4 15,-3-3 3-15,2 0-5 31,-3 1 5-31,5-1-3 0,-4 0 2 0,3 0-12 0,-1 1 12 0,0-1-2 0,-3 1 1 0,5-2 2 16,-3 1-3-16,1 2 2 0,0-2-8 0,-2 2 6 16,-1-1 2-16,3 0-14 0,-1 1 12 0,1-2 0 15,0-2 0-15,0 3-10 0,-1-3 9 16,5 0 0-16,-4 1 0 0,1-1-6 16,-3 0 6-16,2 1-1 0,-5 0 0 0,2 0-6 15,-1 1 6-15,0 1-1 0,5 1-19 0,-8 1 19 16,4-2 0-16,0 1 0 0,-2 1-16 0,4-1 14 15,1 2 1-15,-4-2-30 0,1 0 28 0,0-1-2 16,0-2 2-16,-2 1 13 0,0 2-13 0,2-4-2 16,-1 2 0-16,3-2 5 0,-4 2-4 0,3-1 1 15,-4 1-33-15,3-2 32 0,2 2-1 0,-1-3 1 16,0 1-13-16,-1 1 13 0,1-1-1 0,-1-1-17 16,4 1 16-16,-4 0-3 15,2-2 2-15,-1 3 7 0,1 0-7 0,-5-1-6 16,3 1 6-16,-2-1 14 0,0 2-15 0,-5 0 3 15,2 0-18-15,-7 2 15 0,1 1 3 0,-2-2 7 16,-2 2-8-16,-5-2 0 0,1 3 0 0,-2 0 30 16,-1 0-30-16,-1 0 1 0,0 0-1 0,0 0 36 15,0 0-34-15,-5 0 2 0,-2 0 1 0,-1 3-237 16,0 1 108-16,3 1 58 0</inkml:trace>
  <inkml:trace contextRef="#ctx0" brushRef="#br0" timeOffset="6962.62">16675 583 747 0,'-2'0'0'0,"0"0"0"0,1 0 0 0,1 0 0 0,-2 0 0 0,2 0 0 0,0 0 0 0,0 2 0 0,0 3 0 0,0 0 0 0,3 1 41 16,6 2-1-16,-2 1 0 0,0 0 45 0,2 1-45 15,0-1 10-15,0 3-10 0,-2-1 0 0,0 1 0 16,3 2 0-16,-2-3 0 0,-1 4 10 0,0-2-10 16,1 0 0-16,1 2-46 15,0 0 46-15,0-1 0 0,0 1-9 0,0 0 0 0,0-2 7 0,1 2-32 16,1-2 0-16,-2 2 23 16,3 0 13-16,-1 1-61 0,-2-2 50 0,3 3-5 15,-1-3 4-15,1 4-38 0,-3-1 7 0,0 2 22 16,-2-2 4-16,3 1-36 0,-3 0 1 0,2 0 25 15,-2-1-36-15,3 0 35 0,0 1 2 0,-1-3-5 16,1 0 2-16,1 2 0 0,-2-2-5 0,1 0 4 16,-1 0 1-16,0 0-3 0,1 3 2 15,-1-3 6-15,-3 2-6 0,1-2 1 0,1 0 0 16,-2 1 14-16,-1-1-14 0,2 2 5 16,-1 1-12-16,0-4 8 0,-2 3 0 0,1-1-1 15,1-2-1-15,-1 1 5 0,1 0-4 0,0 0-18 16,-2 0 18-16,1 2 0 0,1-3-2 0,-1 2-25 15,-1 2 23-15,2-4 3 0,0 3-5 0,-3-2-36 16,3 0 35-16,-1 1 4 0,1 2-25 0,2-2 21 16,-3 0-2-16,1-2 2 0,1 2-7 0,1-1 7 15,0 1-4-15,-1 0-3 0,-2-2 2 16,3 1 3-16,0 0-2 0,-3 1 13 0,1-3 50 0,-1 1-18 16,1 2-18-16,0-1-35 15,-2 0 7-15,1 0 2 0,1-3-13 0,-3 4 12 16,3-2-3-16,-2-1 13 0,0 0-12 0,1-3 1 15,-1 4-1-15,2-4-31 0,-3 1 2 0,3 0 8 16,0 3 8-16,-2-2 1 0,1-1 5 0,1 3 2 16,-3-1 3-16,3 3 9 0,0-3-9 15,-2 1 1-15,1 1-8 0,-1 1 8 0,1 0 0 0,-1-3 8 16,0 2-5-16,0-4 0 16,2 3-2-16,-3-3-4 0,3 2 6 0,-3-1-1 15,3-2 1-15,-3 2-4 0,2 1 3 0,1-3 1 16,-3 6-2-16,3-2-30 0,-3-1 30 0,1 0 0 15,2 2-2-15,-2-3 1 0,1 0-1 0,-1 1 2 16,3-3-2-16,-3-1-2 0,1 1 1 0,2-3-2 16,-3 1 2-16,1-3 1 0,-1 1-1 0,1-1 0 15,-1-1 1-15,0 0 1 0,-2-3 0 0,2 1 0 16,-2 2-1-16,-1-4-1 16,1 0 12-16,0 0-10 0,-2 0-1 0,0 3 21 15,0-3-20-15,0 0 1 0,0 0-1 0,0 0 26 16,0 0-24-16,0 0 2 0,0 0-1 0,0 0-124 15,0 0 58-15,0 0 27 0,-2 0 0 16,-1-3-196-16,-3-1 102 0</inkml:trace>
  <inkml:trace contextRef="#ctx0" brushRef="#br0" timeOffset="10683.13">16397 912 1305 0,'-13'0'0'0,"2"0"0"0,1 0 0 0,1 0 0 0,4 0 0 0,-2 0 0 0,0 0 0 0,5 0 0 0,0 0 0 0,2 0 0 0,0-3 70 15,2 0 0-15,8-4 187 0,3 2-109 0,4 1-54 16,0-2 239-16,7 0-152 0,3 2-70 0,-1-1 274 15,6 2-173-15,4-1-86 0,-1 0-34 0,3 0 225 16,2 2-139-16,-1-1-126 0,-2 0-52 0,1 2 0 16,-3 1 0-16,0 0 0 0,-3 0 0 15,-5 0 0-15,1 0 0 0,-7 0 0 16,-2 0 0-16,-3 0 0 0,-2 0 0 0,-5 0-132 16,-2 0-74-16,-3 0 122 0,-2 0-15 0,-2-3-496 15,0-2 277-15,0 0 140 0,-2-3 70 0,-9 3-505 16,0-1 292-16,-4 0 140 0,-4 2 72 0</inkml:trace>
  <inkml:trace contextRef="#ctx0" brushRef="#br0" timeOffset="10879.67">16574 860 2382 0,'-7'7'0'0,"3"3"0"0,2 0 0 0,2-3 0 0,0 5 0 0,0 0 0 0,0 1 0 0,2 3 0 0,3 4 0 0,4 5 0 0,-3-4 300 0,2 3-121 16,-2 4-75-16,-1-2 255 0,-1 0-161 0,-1 2-79 15,-1 1-40 1,0-6-83-16,1 8 16 0,-3-7 0 0,0-2-386 0,0 0 207 16,0-1 103-16,0-5 61 0,0-1-255 0,-3-5 148 0,-1-1 75 0,3-5-707 15,-1-2 351-15,0-2 166 0,0 0 98 16,2-11-330-16</inkml:trace>
  <inkml:trace contextRef="#ctx0" brushRef="#br0" timeOffset="11089.85">16712 912 2657 0,'0'0'0'0,"0"0"0"0,0 0 0 0,0 0 0 0,0 3 0 0,0 8 0 0,0 0 0 0,0 2 0 16,5 2 0-16,0 4 0 0,3 1 567 0,-1 7-269 0,1 0-129 0,-2 0-65 0,-1 3 32 16,1 2-136-16,-3 1 0 0,2 0 0 15,-3 0 0-15,-1 2 0 0,-1-4 0 0,0-1 0 0,0 1-82 16,0-5-89-16,0-3 105 0,0-1-597 0,0-6 279 15,0-3 89-15,0-4-448 0,0-3 352 0,0-5 176 32</inkml:trace>
  <inkml:trace contextRef="#ctx0" brushRef="#br0" timeOffset="11316.98">16949 1258 2842 0,'0'0'0'0,"0"2"0"0,0 0 0 0,0 1 0 0,0-1 0 0,0 4 0 0,0-1 0 0,0 2 0 0,0 2 0 0,0 4 0 0,0 0 223 16,0 2-92-16,2 3 509 0,0 6-545 16,1-4-95-16,-1 8 0 0,-1-1 0 0,1-1 0 0,0 0 0 15,-2 0 0-15,0-1 0 16,0 1 0-16,0-5 0 0,0 2 0 0,0-4 0 16,0-1 0-16,0 0 0 0,0-7 0 0,-2-2 0 15,0-2 0-15,2-2 0 0,-1-2 0 0,1-3 0 16,-2 0-300-16,-1 0-66 0,1 0 162 0,2-3-654 15,0-6 399-15</inkml:trace>
  <inkml:trace contextRef="#ctx0" brushRef="#br0" timeOffset="12102">16035 3684 2342 0,'-8'0'0'0,"4"0"0"0,3 4 0 0,1-4 0 0,0 2 0 0,0 0 0 0,1-1 0 0,11-1 0 0,5 0 0 0,4 0 0 0,3 0 166 16,3 0-62-16,-2 0 261 0,0 0-152 0,7 0-91 16,-4-1-41-16,0-1 113 0,0 0-76 0,1 1-39 15,-5-2 68-15,3 0-147 0,-7 1 0 0,3-2 0 16,-7 2 0-16,1-2 0 0,-6 3 0 0,-1-1-259 15,-4-1 96-15,-3 2 101 0,-1-1 52 0,0 2-701 16,-2-2 290-16,0 0 196 0,-4 0 84 0,-3 1-240 16,-7 1 170-16</inkml:trace>
  <inkml:trace contextRef="#ctx0" brushRef="#br0" timeOffset="12302.37">16206 3646 2201 0,'-9'4'0'0,"0"9"0"0,2-1 0 0,2 0 0 0,1 0 0 0,2 5 0 0,2 1 0 0,0 2 0 0,0 0 0 0,0 6 0 0,0-5 193 0,2 8 413 16,0-3-283-16,0 0-142 0,-1-1-70 0,1 4 75 15,0-8-63-15,-2 9-116 0,0-3-7 0,0-1-44 16,0-4-31-16,0 1 67 0,0 0 20 0,0-5-209 16,0-1 119-16,0-6-522 0,0 0 312 0,0-5 53 15,0-2 113-15,0-4-471 0,0 0 276 0,0-2 138 16,0-17 68-16,8 1-331 0</inkml:trace>
  <inkml:trace contextRef="#ctx0" brushRef="#br0" timeOffset="12502.44">16300 3753 2304 0,'0'-4'0'0,"0"1"0"0,0 3 0 0,0 0 0 0,0 0 0 0,0 0 0 0,0 7 0 0,0 2 0 0,0 3 0 0,1 2 0 0,-1 4 668 0,2 1-315 0,-2 7-156 0,0 1 150 16,0 0-285-16,0 3-62 0,0 1 0 0,0 3 0 15,-3 0 0-15,1-2 0 0,0 0 0 0,2-6 0 16,-2 6 0-16,2-8 0 0,0-1 0 0,0-2 0 16,0-1-37-16,0-3-58 0,0-2-746 0,4-2 343 15,-1-6 229-15,4 3-451 16,0-6 339-16,2-4 161 0</inkml:trace>
  <inkml:trace contextRef="#ctx0" brushRef="#br0" timeOffset="12851.74">16425 4062 2464 0,'2'-6'0'0,"3"2"0"0,0-5 0 0,2 3 0 0,3 0 0 0,1-1 0 0,0 4 0 0,4-1 0 0,2 3 0 0,2-2 0 0,0 3 574 0,0 0-266 16,-1 0-135-16,1 3 190 0,-2 5-314 0,-4 4-49 15,3 4 0-15,-7-2 0 0,-2 4 0 0,-3 3 0 16,-2-1 0-16,-2 8 0 0,0-5 0 0,-6 4 0 15,-7-2 0-15,-4-4 0 0,1-1 0 0,-7 4 0 16,0-7 0-16,0 0 0 0,1-4 0 0,3-1 0 16,-2-4 0-16,5 0 0 0,-1-1 0 15,7-2 0-15,0 0 0 0,3-4 0 16,3 1 0-16,3 1 0 0,1-3 0 0,0 4 0 16,0-3 0-16,7 3 0 0,7-1 0 0,2 0 0 15,9 0 0-15,-3 1 0 0,3-1 0 0,3-1 0 16,-4 1 0-16,6-1 0 0,-2-1 0 0,1-1 0 15,-3 2 0-15,-1-2 0 0,-4 0 0 0,0 0 0 16,2 0 0-16,-2 0 0 0,-1 0 0 0,5 0 0 16,-4 2-82-16,5-2-109 0</inkml:trace>
  <inkml:trace contextRef="#ctx0" brushRef="#br0" timeOffset="13030.8">17280 4532 3931 0,'-9'0'0'0,"5"2"0"0,4 1 0 0,-2-1 0 0,2 0 0 0,-2-2 0 0,-1 2 0 0,3 0 0 0,0 0 0 0,0-2 0 0,0 1 0 0,0-1 0 0,0 2 0 0,0-2 0 16,0 3 0-16,3-2-197 0,1 1-225 0,5 4 226 15</inkml:trace>
  <inkml:trace contextRef="#ctx0" brushRef="#br0" timeOffset="16715.41">14510 1609 1472 0,'0'-5'0'0,"0"1"0"0,0 2 0 0,0 0 0 0,0 1 0 0,0-2 0 0,0 1 0 0,0 2 0 0,0 0 0 0,0 0 0 0,0 0 178 0,0 0-75 0,-2 0-32 16,2 5 1-16,0 0 188 0,0 0-109 0,0 0-47 16,0 4 158-16,-2-3-112 0,2-1-55 0,-2 2 43 15,2-3-50-15,0 1-15 0,-2-2-10 0,2-1-69 16,0-1 1-16,0-1 43 0,0 0 0 0,0 0-73 15,8-1 31-15,4-9 1 0,-2-1 41 16,3-2-57-16,-1 0 28 0,-1-1 10 16,-4 5-150-16,-1-1 74 0,0 5 8 0,-4-1 61 15,0 5-25-15,0-1-7 0,-2 2 15 0,0 0 188 16,-4 0-87-16,-8 9-44 0,1 5-17 0,-2-2 173 16,2 3-94-16,1-2-25 0,1-1-27 0,5-3-57 15,0-1-5-15,4-1 0 0,0-3 0 0,0 0 0 16,0-3 0-16,7-1 0 0,3 0-369 0,3 0 156 15,3-3 109-15,-2-4-607 0,4-2 337 16,-6 3 167-16,0 3 85 0,-6 1-601 16</inkml:trace>
  <inkml:trace contextRef="#ctx0" brushRef="#br0" timeOffset="17372.34">14461 1721 697 0,'4'-6'0'0,"2"-3"0"0,-1 1 0 0,0 1 0 0,-1-1 0 0,3 1 0 16,-2 1 0-16,0 0 0 0,-1 2 0 0,0 0 0 0,-2 0 40 0,-1 3 184 0,1-1-92 0,-2 2-46 0,0 0 9 0,0 0 50 16,0 0-53-16,0 0-27 0,0 0 1 0,0 0 22 15,0 0 9-15,0 0-57 0,-5 2 8 0,-1 3-8 16,-1 1-1-16,-3-1-35 0,3 4 45 0,-4-2-10 15,-1 1 1-15,1 1-31 0,0 0 30 16,-3-2 1-16,0 4 9 0,-2 0-56 16,2 2 12-16,-6-2 1 0,0 4 6 0,-2 0-15 15,-3 0-7-15,-1 1 36 0,-4 3-36 0,-6 3-1 16,2-1 24-16,-3 2-42 0,3-3 47 0,-10 7-2 16,5-2-4-16,-2-1-24 0,-2 2 24 0,0 0 1 15,-3 0 1-15,3 1 16 0,2-1-21 0,-1 1 3 16,1-3-5-16,2 2 42 0,3-6 2 0,-5 8-37 15,5-5 47-15,1 0-1 0,5-4-35 0,-1 0 34 16,3 0 12-16,4-4-47 16,4 0 10-16,2-4 23 0,3 1-25 0,4-5 6 15,2 0 0-15,0-2-20 0,6-1 18 0,-1-2-4 16,2 1 4-16,1-2-22 0,1-1 18 0,0 0 0 16,0 0-60-16,0 0 28 0,0 0-5 0,0 0-44 15,0 0 29-15,0 0 0 0,0 0 28 0,0 0-110 16,0 0 50-16,0 0 30 0,0 0-20 0,0 0-111 15,1 0 63-15,1 0 39 0,0 0 3 0,2 0-110 16,-3 0 50-16,2 0 39 16,-1 0-291-16,0 0 161 0,0 0 79 0,0 0 31 15,1 0-366-15,1 0 207 0,1-4 105 0,-1-9-165 16</inkml:trace>
  <inkml:trace contextRef="#ctx0" brushRef="#br0" timeOffset="17664.09">13329 2201 1319 0,'0'-6'0'0,"0"1"0"0,0-2 0 0,1 2 0 0,1 2 0 0,2-3 0 0,0 4 0 0,1 0 0 0,-1 0 0 0,0 2 0 0,0 0 198 0,0 0-79 16,-3 4-39-16,1 7 129 0,-2 4-90 0,0 2-39 16,-2 5-1-16,-7 5-8 0,-3-3-1 0,0 3-21 15,0 0-10-15,-3-1-7 0,0-2 7 0,0-1 1 16,2 1-1-1,1-7 81-15,3 2-45 0,2-4 0 0,2-6-35 0,4 0 49 0,1-2-24 0,0-1 9 16,1-2 34-16,13-4-35 16,9 0 0-16,1 0 85 0,6 0-59 0,3-8-21 15,2-3-9-15,1 0-55 0,-1-2 0 0,1 0 26 16,-3 2-1-16,-6 2-335 0,5-3 163 0,-6 3 86 16,-5 3-730-16,1-2 352 0,-5 3 193 0,-2 0 66 15,-1 0-294-15</inkml:trace>
  <inkml:trace contextRef="#ctx0" brushRef="#br0" timeOffset="18036.18">12566 1645 1494 0,'-15'-1'0'0,"2"1"0"0,3 0 0 0,3 0 0 0,3 0 0 0,2 0 0 0,0 0 0 15,2 0 0-15,0 0 0 0,15 0 0 0,10-3 81 0,7-1 309 0,9-1-174 0,0-2-87 0,5 2 242 0,-2 0-165 16,-6 3-71-16,13-1 44 0,-10 2-68 0,-7-1-35 16,4 2 1-16,-3 0-171 0,-3 0 79 0,-2 0 24 15,-5 0-1-15,-5 0-161 0,-1 0 98 0,-2 0 49 16,-6 0 9-16,-2 0-574 0,-1 0 214 0,-2 0 175 16,-2 0-487-16,-3-2 313 0,-1-5 146 0,0-4-219 15,-5 2 214-15</inkml:trace>
  <inkml:trace contextRef="#ctx0" brushRef="#br0" timeOffset="18220.23">12987 1463 1494 0,'-10'0'0'0,"3"0"0"0,3 0 0 0,2 0 0 0,2 0 0 0,0 0 0 0,4 1 0 0,8 2 0 0,8 0 0 0,-1 1 0 0,4 0 234 0,2 0-96 0,-6 2-48 0,4 1 267 16,-5-1-157-16,-2 3-69 0,-4-2-50 15,0 6 31-15,-6-2-35 0,-4 5 0 0,-2 5-146 0,0-1 66 16,-12 4 17-16,-3 3 1 0,-4 0-380 15,-1-3 204-15,-3 0 101 0,0-2-671 16,-1-1 359-16,2-2 104 0,-1-4 113 0,-1 1-284 16</inkml:trace>
  <inkml:trace contextRef="#ctx0" brushRef="#br0" timeOffset="18546.99">12748 1831 1579 0,'-2'0'0'0,"2"0"0"0,0 2 0 0,0 3 0 0,0 1 0 0,0 2 0 15,2 3 0-15,4 2 0 0,1 3 0 0,3 2 0 0,-5 2 151 0,3 5 131 0,-5-2-110 16,1 4-70-16,-2-2-30 0,-2 0 136 0,0-3-83 0,0 1-41 16,0-2-79-16,0-1-10 0,-2-5 47 15,-2-4 0-15,2-3-92 0,1-5 46 0,1 0 11 16,-2-3 35-16,2 0-59 0,0-8 29 0,0-10-9 16,2-6-117-16,5-1 47 0,3-4 39 0,3 1-8 15,-1-2-53-15,2 1 31 0,1 3 26 0,-3 6-39 16,2 1 31-16,0 4-12 0,-3 6 37 15,0 3 149-15,-1 3-73 0,-1 3-42 0,-2 0 4 0,1 11 260 16,-2 3-137-16,-3 10-56 16,1-5 318-16,0 6-170 0,1 0-104 0,1-3-45 15,0 1-33-15,0 2-56 0,1-5 0 0,0-2 0 16,1-1 0-16,1 0 0 0,0-4 0 0,1-2-97 16,0-4-22-16,1 3 75 0,-2-4 43 0,4-4-800 15,0-1 326-15,3-1 217 0,-2 0-580 0,5 0 404 16</inkml:trace>
  <inkml:trace contextRef="#ctx0" brushRef="#br0" timeOffset="18697.41">13306 1891 3139 0,'0'-2'0'0,"0"1"0"0,0 1 0 0,0 0 0 0,0 0 0 0,0 0 0 0,0 4 0 0,0 7 0 0,0 3 0 0,0 2 0 0,0 6 154 15,0 3-56-15,0 0 402 16,0 4-460-16,0 1-40 0,0 2 0 0,0-1 0 0,2 4-120 0,5 1 46 15,1 3-937-15,1 4 521 0</inkml:trace>
  <inkml:trace contextRef="#ctx0" brushRef="#br0" timeOffset="19699.6">14784 3023 1348 0,'0'0'0'0,"0"0"0"0,0 0 0 0,0 0 0 0,0 0 0 0,0 0 0 0,0 0 0 0,0 0 0 0,0 0 0 0,0 0 0 0,0 4 71 16,2 4 166-16,0 3-98 0,1 2-39 0,-1 4-10 16,5 5-49-16,-6 1 0 0,3 5 0 0,-2 1 292 15,1 9-135-15,-1 2-84 0,-2 0-37 0,0 3 51 16,0 2-43-16,0-2-1 15,2-4-33-15,-2 11-43 0,2-9 33 0,-2-6 0 16,2 5-82-16,0-6 41 0,-1-8 10 0,1 3 31 16,0-5-101-16,0-3 50 0,1-3 18 0,-2-3-117 15,1-5 56-15,-2-3 34 0,0-2-8 0,2-1-121 16,-2-4 59-16,0 0 42 0,0 0 0 0,0 0-78 16,0 0 43-16,0 0 28 0,-4-1-19 0,-2-5-66 15,1-1 28-15,-1 1 35 0,1-3-150 0,-1 2 92 16,-2-2 46-16,4-2-218 15,1 0 122-15,-1-6 77 0,2-5 33 0,2-4-272 16</inkml:trace>
  <inkml:trace contextRef="#ctx0" brushRef="#br0" timeOffset="19921.21">14707 2973 1912 0,'0'-6'0'0,"0"3"0"0,0 1 0 0,0 0 0 0,-2-1 0 0,-4 3 0 0,3 0 0 0,-3 0 0 0,1 10 0 0,1 3 0 0,-1 2 87 0,-4 1 128 0,4-2-87 0,-4 7-33 15,-3 4-11-15,3-3-72 0,-2 1 0 0,-3-2 29 16,5-3-218-16,0 1 119 0,-1 0 44 0,1-5-163 16,2 0 110-16,3-5 53 0,-2-1 28 0,4-4-559 15,0-1 265-15,2-3 65 0,0 0 86 0</inkml:trace>
  <inkml:trace contextRef="#ctx0" brushRef="#br0" timeOffset="20085.54">14722 2933 1899 0,'4'-2'0'0,"1"2"0"0,-1 0 0 0,2 0 0 0,-2 2 0 0,1 6 0 0,3 3 0 0,2-1 0 0,1-1 0 0,1 2 0 0,4 0 457 0,-2 1-198 15,4-1-114-15,-4 0-69 0,4 0-1 0,-2 2-34 16,-1-1 1-16,2 1-150 0,-2 0 69 0,0 0 41 15,-1 2-1-15,-3-1-554 16,0 1 298-16,-1 1 158 0</inkml:trace>
  <inkml:trace contextRef="#ctx0" brushRef="#br0" timeOffset="20282.73">15028 3380 2809 0,'-3'0'0'0,"3"0"0"0,0 0 0 0,0 0 0 0,0 2 0 0,5 0 0 0,8-1 0 0,2 2 0 0,10-3 0 0,-3 0 0 0,4 0 98 16,-3 0 3-16,7 0-36 0,-3 0 1 0,-6 0-593 16,0 0 284-16,-2 0 141 0,-2 0 81 0,-5 0-892 15</inkml:trace>
  <inkml:trace contextRef="#ctx0" brushRef="#br0" timeOffset="20494.78">15177 3187 2256 0,'7'1'0'0,"6"1"0"0,2-2 0 0,3 0 0 0,4 0 0 0,2 0 0 0,1-2 0 0,-2 2 0 0,7 0 0 0,-7 0 0 0,2 0 261 0,-4 8-110 0,-1-1-56 16,-1 6-18-16,-2-2-55 15,-6 0 17-15,-2 4 1 0,-3 0 0 0,-3 1-147 16,-3 3 83-16,0 6 27 0,-14-4 0 0,-2 1-295 16,-2-2 166-16,-3 1 41 0,5-3 61 0,-9 2-314 15,2-4 159-15,-1 2 1 0,-2-1-333 0</inkml:trace>
  <inkml:trace contextRef="#ctx0" brushRef="#br0" timeOffset="20815.8">15047 3602 1969 0,'-1'5'0'0,"1"6"0"0,0 1 0 0,0 0 0 0,1 0 0 0,3 3 0 0,3 3 0 0,1-2 0 0,-3 2 0 0,2 0 0 0,-2 1 134 15,-3-1-47-15,0-1 128 0,-1 1-87 0,-1-8-35 16,0 1-71-16,0-1 18 0,0-2 0 0,0-3-1 16,-1-3 1-16,-1-2 10 0,-2 0-11 0,2 0-109 15,2-9 55-15,0-8 27 0,0-5 0 16,2 1-128-16,7-5 71 0,4-1-5 0,2 5 35 0,0-1-108 15,4 5 60-15,-6 2 10 16,6 3 107-16,-3 5-36 0,-2 3 0 0,-1 3-36 16,-1 2 233-16,-1 0-101 0,1 4-55 0,-5 9 98 15,-2 4-70-15,1 5-17 0,-4 3 0 0,-1-5 182 16,1 9-110-16,-2-7-52 0,0 3-25 0,0-3-102 16,0-3 39-16,0-1 9 0,0 0-397 0,0-5 213 15,0-2 97-15,0 0 56 0,0-3-724 0,0-2 317 16,0-5 191-16,0 2-173 0,0-3 185 0,0-3 92 15</inkml:trace>
  <inkml:trace contextRef="#ctx0" brushRef="#br0" timeOffset="21022.87">15331 3725 1819 0,'5'-4'0'0,"3"2"0"0,-1-1 0 0,3 1 0 0,1 1 0 0,3-3 0 0,2 2 0 0,1-2 0 0,1 2 0 0,0 2 0 0,-2 0 67 0,-2 0 265 0,-1 2-145 16,-3 8-65-16,-3 2-2 0,-5 4-40 15,-2 3-1-15,0 3-39 0,-2-1 5 0,-10-5 4 16,-1 5-9-16,1-4 106 0,0-2-54 0,4-5-25 16,1-1 9-16,4-5 43 0,1-1-40 0,2-1 0 15,2-2-39-15,14 0 22 0,12-11-13 0,8-8-9 16,3-1-145-16,5-5 72 0,7 0 37 0,6-6-1 16,-8 8-852-16,11-7 423 0</inkml:trace>
  <inkml:trace contextRef="#ctx0" brushRef="#br0" timeOffset="26608.58">14515 571 1265 0,'0'0'0'0,"0"0"0"15,-2-2 0-15,2 2 0 0,0 0 0 0,0 0 0 0,0 0 0 0,0 0 0 0,0 0 0 0,0 0 0 0,0 0 39 0,0 0 37 0,0 0 1 0,2 2-38 16,0 1 10-16,0 3-10 0,-2-1 0 0,3 4 0 15,-2 0 82-15,-1 0-41 0,2 0 9 0,-2 3 45 16,2 1-48-16,-2 0 1 0,2 1-48 0,0 1 89 16,-1 2-49-16,1-1 0 0,0 2-39 0,0 2 23 15,0 0-24-15,0 2 10 0,-1 3-10 16,1 0 0-16,0 1 0 0,0 0 1 0,2 2 6 16,-2-2 3-16,0 7-10 0,0-4-32 15,2 6 33-15,-3-1-1 0,1-2 0 16,0 1-36-16,0-1 32 0,0-1 3 0,-1 2-7 0,1-4-35 15,-2 0-4-15,2-6 42 0,0 6-3 0,0-7-2 16,1 0 0-16,-2 0-1 0,1-3 16 0,0 0-12 16,0-2-5-16,1 2-1 0,1-3-24 15,-2-1 25-15,2 2 0 0,-1 2-22 0,-1 0 21 16,0 0 0-16,1-1 0 0,-2 1-5 0,1 0 5 0,0 1 4 16,-2-4-5-16,2 0-55 15,-2-2 26-15,2-3-6 0,-2-2-19 0,2-2 43 16,-2-1 1-16,0-2-6 15,1 0-106-15,-1-4 48 0,0 0 27 0,0 0-220 0,0 0 117 0,0 0 41 16,0 0 34-16,0-2-387 0,-3-5 199 0,-3-6 89 16,3-5 60-16,-2-3-537 0,3-4 293 0,-3-1 147 15</inkml:trace>
  <inkml:trace contextRef="#ctx0" brushRef="#br0" timeOffset="27447.94">14527 537 896 0,'0'-8'0'0,"0"3"0"0,0-1 0 0,-2 0 0 0,2-3 0 0,-2 3 0 0,1 1 0 16,-2 0 0-16,3 1 0 0,0-1 0 0,-2 4 109 0,2-2-36 0,0 2 123 0,0 1-79 0,0 0-40 15,0 0 11-15,0 0 32 0,0 0-41 0,0 0 1 16,-2 0-42-16,0 1 156 0,-1 9-69 0,-1 2-47 16,-1 1-1-16,-1 6 79 0,-4 3-59 0,-1 2-29 15,0 3 8-15,-1 1-9 0,1 1-28 0,-2-2 0 16,2 2-12-16,-2-2 11 0,3-3 11 16,-1 3-10-16,2-3-1 0,-1-3 1 15,3 0 0-15,-1-5 29 0,1 0-19 0,1-3-10 16,0-1-1-16,3-3-38 0,-3-2-3 0,3-1 41 15,1-2-101-15,-2-1 43 0,2-1 20 0,0-1-145 16,1-1 74-16,1 0 43 0,-3 0 11 0,1 0-251 16,0 0 116-16,2 0 69 0,0-3 11 0,0-8-259 15,0-2 137-15,7-4 82 0,2-4 37 0,2-1-99 16,0-1 68-16,2-1 34 0,-2 2-189 0,3-7 117 16,-1 6 52-16,-2-2 27 15,0 1-45-15,-2-1 36 0,-1 4-9 0,2-2 148 16,-3 3-52-16,-1-1-26 0,-1 3 1 0,1 0 233 15,0 0-124-15,-2 4-68 0,1-1-34 0,-1 2 184 16,1 2-50-16,-1 1 1 0,0 3 237 0,4 0-163 16,-5 2-83-16,3-2-41 0,-3 6 216 0,3-1-119 15,0 0-74-15,0 0 196 0,-1 2-130 16,2 0-65-16,1 0-33 0,-2 0 173 0,3 6-108 16,-2 0-49-16,4 1-24 0,-2 2-61 15,0 0-2-15,-2-2 0 0,5 6 0 0,-1-3 0 16,-2 2 0-16,3 1 0 0,-3 0 0 0,2 0 0 15,1 2 0-15,-3 0 0 0,2 1 0 0,-1-1 0 16,-1-3 0-16,-2 1 0 0,1 1 0 0,-2-4 0 16,-1-2 0-16,1 0 0 15,-3-1 0-15,-1 0 0 0,2-4 0 0,-1 0 0 0,-3-3 0 0,0 1 0 16,1-1 0-16,-1 0 0 0,0 0 0 0,0 0 0 16,0 0 0-16,0 0 0 0,0 0 0 0,0 0 0 15,0 0 0-15,0-1 0 16,-4-2 0-16,0 0 0 0,2-4 0 0,1 4 0 15,-3-1-644-15,0 0 93 0,2 3 256 0</inkml:trace>
  <inkml:trace contextRef="#ctx0" brushRef="#br0" timeOffset="36174.25">14542 1701 1366 0,'0'0'0'0,"0"0"0"0,0 0 0 0,0 0 0 0,1 2 0 0,1 4 0 0,2 1 0 0,-2 1 0 0,4 3 0 0,-4-1 0 0,2 2-10 0,-3 0 5 0,1 1-84 15,0 3 46-15,0-4 0 0,0 1 47 0,-1 1-365 16</inkml:trace>
  <inkml:trace contextRef="#ctx0" brushRef="#br0" timeOffset="36321.67">14581 1930 1653 0,'3'5'0'0,"-2"4"0"0,1-2 0 0,0 1 0 0,-2-3 0 0,0 2 0 16,0 2 0-16,0 0 0 0,0 0 0 0,2 0 0 0,0 3 104 0,1-1-22 0,1 3-10 0,0-2-347 0,-1 2 158 0,4 1 79 15,-2-2 39-15,-1 4-244 0</inkml:trace>
  <inkml:trace contextRef="#ctx0" brushRef="#br0" timeOffset="36462.21">14630 2288 1677 0,'0'10'0'0,"0"-2"0"0,-2 1 0 0,0-1 0 0,1 2 0 0,-3 2 0 0,4 0 0 0,-2 1 0 0,2 0 0 0,0-2 0 0,0 2-70 15,2-1 54-15,0-1 39 0,5 3-11 16,2-5-495-16,-1 2 249 0</inkml:trace>
  <inkml:trace contextRef="#ctx0" brushRef="#br0" timeOffset="36607.78">14658 2610 1648 0,'0'10'0'0,"0"1"0"0,0-1 0 0,0-5 0 0,-2 0 0 0,-1 3 0 0,3-3 0 0,-2 3 0 0,2-2 0 0,0-1 0 0,0 4 77 0,0-3 95 0,0-2-70 0,0 4-32 16,2-2 1-16,0-3-352 0,1 3 161 0,1-1 90 16,-2 2 31-16,0-2-558 15</inkml:trace>
  <inkml:trace contextRef="#ctx0" brushRef="#br0" timeOffset="37498.93">14215 1859 920 0,'0'0'0'0,"-1"0"0"0,-2 0 0 0,3 0 0 0,0 0 0 0,-2 0 0 0,2 0 0 0,0 0 0 0,0 0 0 0,0 0 0 0,0 0 85 0,0 0 10 16,0 0-56-16,0 1 1 0,0 3-1 0,0 0 146 15,0-2-73-15,0 1-27 0,0 0-9 0,0-1 57 16,0 0-47-16,0 1 0 0,2-1-47 15,-2 1 99-15,3-2-54 0,-2 2 0 0,1 3-45 0,0-6 62 16,0 6-30-16,1-2 9 16,-1 0 4-16,2 3-45 0,1-1 1 0,-1-1 17 15,2 3-17-15,0-1 9 0,-1 1-9 0,1-1 20 16,-1 2-21-16,4-2 1 0,-2 2-1 0,0-2 26 16,2 0-25-16,1 1 0 0,-1-2-1 0,0 1-4 15,1 1 5-15,-2-2 9 0,3 1-26 0,-2-3 17 16,3 3-1-16,-3-3-26 15,2 2 27-15,-1-3 9 0,2 2-9 0,0-2-4 16,1-1 3-16,3-2-9 0,-2 2 8 0,1-2-39 0,0 0-9 16,-2 0 28-16,2 0 14 0,-2 0-98 15,-1 0 45-15,-3 0 21 0,2 0-39 0,-3 0 24 16,0 0 0-16,-1 0 22 0,-3 0-28 0,-1 0-2 16,1 0 33-16,-1 0-24 0,-2 0 21 0,1 0-10 15,-2 0 7-15,0 0 74 0,0 0-36 0,0 0-1 16,0 0-31-16,0 0-3 0,0 0 0 0,0 0 17 15,0 0 6-15,0 0-27 0,0 0-3 0,0 0 0 16,0 0 0-16,0 0 0 16,0 0 0-16,0 0 0 0,0 0-1 0,0 0-31 15,0 0 4-15,0 0-694 0,0 0 339 0,0 0 172 16</inkml:trace>
  <inkml:trace contextRef="#ctx0" brushRef="#br0" timeOffset="56490.48">10973 11974 2281 0,'-4'0'-11'0,"1"-2"2"0,-1-1 2 0,2 2 2 0,2-1 2 0,0-2 2 0,0 3 1 0,0-6 0 0,0 4 0 0,0-2 0 0,2 1 332 0,0-2-145 0,3 2-65 15,-1 1 0-15,-1 0 158 0,2 2-112 0,-1-1-41 16,-1 0 54-16,1 0-62 0,3 2-71 0,0 0-48 15,2-2 0-15,0 2 0 0,2 0 0 0,2-2 0 16,-2 1 0-16,3-1 0 0,-1 0 0 0,-2 1 0 16,4-4 0-16,-2 2 0 15,1-1 0-15,-2-2 0 0,2 1 0 0,-1 1 0 16,-2-2 0-16,2 2 0 0,0-1 0 16,1 2 0-16,-3-2 0 0,-2 1 0 0,3 1 0 0,-1-2 0 15,0 2 0-15,1 0 0 0,-2-1 0 0,0 0 0 16,3 0 0-16,0 1 0 0,1-1 0 0,2-1 0 15,1 2 0-15,0-1 0 0,2 1 0 0,2-2 0 16,-3 4 0-16,1-3 0 0,-2 3 0 0,2-2 0 16,-2 2 0-16,-2-1 0 15,2 2 0-15,-2 0 0 0,0 0 0 0,-2 0 0 16,1 0 0-16,0 0 0 0,1 0 0 0,0 0 0 16,0 0 0-16,-2 0 0 0,2 0 0 0,1 0 0 15,-2 0 0-15,3 2 0 0,-2-1 0 0,2-1 0 16,0 3 0-16,0 0 0 0,-1-1 0 0,2-1 0 15,-1 2 0-15,-1 1 0 0,2-3 0 0,-4 1 0 16,5 2 0-16,-2-3 0 0,2 4 0 0,-3-4 0 16,4 4 0-16,-1-1 0 0,-1-1 0 0,3 0 0 15,-2 2 0-15,1-2 0 0,1 0 0 0,0 1 0 16,-1 0 0-16,1 0 0 16,0 0 0-16,-3-3 0 0,3 4 0 0,2-4 0 15,-3 1 0-15,1 0 0 0,0 0 0 0,-1 0 0 16,1 0 0-16,0-1 0 0,1-1 0 0,-1 3 0 15,0-3 0-15,-1 1 0 0,2-1 0 0,1 0 0 16,-2 0 0-16,5 0 0 0,-5 0 0 0,5 0 0 16,1 0 0-16,-1 0 0 0,-2 0 0 0,2-1 0 15,-3-2 0-15,5 0 0 16,-7-1 0-16,5 0 0 0,-5 3 0 0,5-4 0 16,-5 4 0-16,4-3 0 0,0-2 0 0,2 3 0 15,-3-2 0-15,3 1 0 0,-6-1 0 0,9 0 0 16,-3 1 0-16,-1-2 0 0,1 0 0 0,-1 1 0 15,-3 0 0-15,7 0 0 0,-4 0 0 0,-2 1 0 16,-3 1 0-16,2-1 0 0,-1 0 0 0,-1 2 0 16,0 1 0-16,-3-2 0 0,1 3 0 0,-3 0 0 15,4 0 0-15,-1 0 0 0,-1 0 0 16,1 0 0-16,2 0 0 0,-3 0 0 16,5 0 0-16,-2 0 0 0,1 0 0 0,4 0 0 15,-3 0 0-15,0 0 0 0,-1 0 0 0,1 0 0 16,-1 0 0-16,5 0 0 0,-1 0 0 0,-4 3 0 15,6-2 0-15,-1 1 0 0,-1 0 0 0,1 0 0 16,1-1 0-16,-6 2 0 0,8 0 0 0,-6 0 0 16,3 0 0-16,1 0 0 0,-1 2 0 0,-3-3 0 15,8 1 0-15,-4 1 0 16,2 0 0-16,1-2 0 0,-4 2 0 0,3-1 0 16,2 0 0-16,-2-2 0 0,5 3 0 0,0 0 0 15,-1-2 0-15,1-1 0 0,3 1 0 0,-5-1 0 16,3 4 0-16,-1-4 0 0,0 1 0 0,-1 0 0 15,0 0 0-15,1-2 0 0,1 2 0 0,-1 1 0 16,2-2 0-16,-2-1 0 0,3 1 0 0,4 0 0 16,-1 3 0-16,-2-3 0 0,0 1 0 0,-4 0 0 15,6 0 0-15,-4 0 0 0,2 0 0 0,-2-1 0 16,2 2 0-16,0-2 0 16,2 1 0-16,0 0 0 0,-6-2 0 0,9 2 0 15,-3-1 0-15,1 2 0 0,6-3 0 0,-2 1 0 16,-3-1 0-16,1 3 0 0,-3-3 0 0,-4 2 0 15,9-2 0-15,-7 1 0 0,2-1 0 0,1 2 0 16,-3 1 0-16,-2-3 0 0,11 1 0 0,-6 1 0 16,1-2 0-16,-1 2 0 0,1-1 0 15,-6-1 0-15,9 2 0 0,-7-2 0 16,2 0 0-16,-1 0 0 0,1 2 0 0,-5-2 0 16,8 0 0-16,-9 0 0 0,10 2 0 0,-3-2 0 15,-5 0 0-15,9 0 0 0,-4 2 0 0,-1 0 0 16,-6-2 0-16,3 1 0 0,-2 2 0 0,2-3 0 15,-3 1 0-15,1 1 0 0,-1-1 0 0,1 2 0 16,-3-1 0-16,2-1 0 0,1 2 0 0,1-1 0 16,4 0 0-16,1-1 0 0,-6 1 0 0,8 0 0 15,-2 0 0-15,-1-2 0 16,-2 0 0-16,0 1 0 0,0-1 0 0,4 0 0 16,-4 0 0-16,3 0 0 0,-3 0 0 0,0 0 0 15,-1 3 0-15,11-3 0 0,-6 0 0 0,2 2 0 16,0 0 0-16,0-2 0 0,-6 0 0 0,11 1 0 15,-6-1 0-15,2 0 0 0,-1 0 0 0,2 0 0 16,-4 0 0-16,13 0 0 0,-1 0 0 0,7 0 0 16,-12 0 0-16,7-1 0 15,-3-1 0-15,3-3 0 0,-4 2 0 0,2-1 0 16,2-1 0-16,-1 1 0 0,3-1 0 0,8 2 0 16,-5 2 0-16,2-3 0 0,-11 2 0 0,14-2 0 15,-14 0 0-15,7 3 0 0,4-3 0 0,-11 0 0 16,12 1 0-16,1-2 0 0,-8 1 0 0,13-1 0 15,-7 2 0-15,0-1 0 0,-2 0 0 0,2 0 0 16,-6 1 0-16,15-2 0 0,1 3 0 0,0-3 0 16,4 1 0-16,-3 2 0 0,-8-4 0 15,18 3 0-15,-10 2 0 0,0-5 0 16,14 2 0-16,-15 0 0 0,7 3 0 0,1-1 0 16,-4-2 0-16,14 2 0 0,-7-1 0 0,9 2 0 15,-10-1 0-15,19 0 0 0,-11 0 0 0,-1 2 0 16,-3 0 0-16,-8-1 0 0,22 1 0 0,-8-2 0 15,-4 2 0-15,1 0 0 0,-1 0 0 0,-10 0 0 16,21-2 0-16,-1 2 0 0,-4-3 0 0,-4 2 0 16,0-1 0-16,-10 0 0 0,18 1 0 0,-2-2 0 15,-1 2 0-15,-1-1 0 16,-2-1 0-16,-9 2 0 0,16-1 0 0,-5 2 0 16,4-2 0-16,-3 2 0 0,-1-2 0 0,-9 2 0 15,16 0 0-15,-6-1 0 0,5-2 0 0,-2 2 0 16,-8 1 0-16,-4 0 0 0,14 0 0 0,-13 0 0 15,2 0 0-15,-1 0 0 0,-15 0 0 0,7 0 0 16,-4 0 0-16,-1 0 0 0,-5 0 0 0,2 0 0 16,3 0 0-16,-3 0 0 0,0 0 0 0,-6 1 0 15,-3-1 0-15,-3 0 0 16,-9 0 0-16,4 0 0 0,-3 0 0 0,-2 0 0 16,1 0 0-16,-4 0 0 0,-4 0 0 0,-8 0 0 15,4 0 0-15,-8-1 0 0,-3-1 0 0,-4 0 0 16,-3-2 0-16,-2 1 0 0,-3-3 0 0,-4 2 0 15,0-2 0-15,-2 2 0 0,-5-1 0 0,0 1 0 16,-3 1 0-16,-2-1 0 0,-1 0 0 0,-1 2 0 16,0 0 0-16,-14 2 0 0,-16 4 0 15,-9 15 0-15,-21 11 0 0</inkml:trace>
  <inkml:trace contextRef="#ctx0" brushRef="#br0" timeOffset="75366.5">15970 12186 1531 0,'0'0'0'0,"0"0"0"15,0 0 0-15,0 0 0 0,0 0 0 0,0 0 0 0,0 0 0 0,0 0 0 0,0 0 0 0,0 0 0 0,0 0 138 0,0 0-44 0,0 0 1 0,0 0 138 16,0 0-91-16,0 0-34 0,0 0-12 0,0 0 32 16,0 0-39-16,0 0 0 0,0 4 218 0,0-3-117 15,2 4-76-15,-1-2-32 0,3 0 215 0,1 0-123 16,1-1-150-16,-1 2-24 0,2-3 0 0,-2-1 0 15,2 2 0-15,1-2 0 0,-1 0 0 0,1 0 0 16,1 0 0-16,-1 0 0 0,2 0 0 16,-1 0 0-16,0 0 0 0,0 0 0 0,1 0 0 0,-1 0 0 15,0 0 0-15,0 0 0 0,-2 0 0 0,0 0 0 16,-1-2 0-16,-1 2 0 16,1-1 0-16,0 1 0 0,-2-2 0 0,1 2 0 15,-1-2 0-15,1 2 0 0,0-2 0 0,0 2 0 16,1-3 0-16,-1 2 0 0,2-1 0 0,2 2 0 15,-2-2 0-15,-2 2 0 0,4 0 0 0,0 0 0 16,0-1 0-16,-2 1 0 0,2 0 0 0,1 0 0 16,-1 0 0-16,0 0 0 0,5 0 0 0,-5 0 0 15,2 0 0-15,1 0 0 16,1 0 0-16,-1 0 0 0,2 0 0 0,0 0 0 16,0 0 0-16,-1 0 0 0,3 0 0 0,-2 0 0 15,0 0 0-15,0 0 0 0,2 1 0 0,-3 1 0 16,2 0 0-16,0-1 0 0,0-1 0 0,2 3 0 15,-2-3 0-15,2 0 0 0,-2 0 0 0,1 0 0 16,2 0 0-16,-2 0 0 0,2 0 0 0,-1 0 0 16,-3 0 0-16,4 0 0 0,-2 0 0 0,0 0 0 15,0 0 0-15,3 0 0 0,-1 0 0 0,3 0 0 16,4 0 0-16,0 0 0 16,-4 0 0-16,0 0 0 0,4 0 0 0,-4 0 0 15,0 0 0-15,0-3 0 0,0 2 0 0,-4 1 0 16,0 0 0-16,-2-2 0 0,2 2 0 0,-3 0 0 15,4 0 0-15,-4 0 0 0,4 0 0 0,-2 0 0 16,3 0 0-16,-1 0 0 0,5 0 0 0,-2-2 0 16,2 1 0-16,5-2 0 15,-8 1 0-15,7 1 0 0,-6-1 0 0,0 0 0 16,4 0 0-16,2 0 0 0,-3 0 0 0,1 1 0 16,-2 1 0-16,2 0 0 0,-2 0 0 0,3 0 0 15,1-2 0-15,-3 2 0 0,0 0 0 0,2 0 0 16,-3-2 0-16,7 2 0 0,-1-2 0 0,-1 0 0 15,-2 0 0-15,4 0 0 0,-6 0 0 0,8-2 0 16,-6 3 0-16,1-3 0 0,-3 2 0 0,3 1 0 16,-5-2 0-16,6 3 0 0,-3 0 0 0,3-2 0 15,-2 2 0-15,1 0 0 0,-1 0 0 0,6 0 0 16,-4-2 0-16,1 2 0 16,-2-2 0-16,3 1 0 0,-6 1 0 0,8-2 0 15,-3 0 0-15,-1-1 0 0,0 3 0 0,0-1 0 16,-1 1 0-16,3 0 0 0,-2 0 0 0,2 0 0 15,0 0 0-15,2 0 0 0,0 0 0 0,0 0 0 16,2 0 0-16,-2 0 0 16,-2 0 0-16,-4 0 0 0,-4 0 0 0,3 0 0 0,-3 0 0 0,1 0 0 15,-3 0 0-15,-1 0 0 16,1 0 0-16,-2 0 0 0,-1 0 0 0,-1 0 0 16,2 0 0-16,-4 1 0 0,2-1 0 0,-2 3 0 15,0-3 0-15,1 0 0 0,-3 0 0 0,-2 0 0 16,3 0 0-16,-3 0 0 0,1 0 0 0,-2 0 0 15,0 0 0-15,-2 0 0 0,-2-3 0 0,1 0 0 16,-3-2 0-16,-1-1 0 0,0 0 0 0,-2 1 0 16,0-1 0-16,0 2 0 0,-9 2 0 0,-10 2 0 15,-17 0 0-15</inkml:trace>
  <inkml:trace contextRef="#ctx0" brushRef="#br0" timeOffset="77757.66">20181 12186 892 0,'-5'0'0'0,"-2"0"0"0,1-2 0 0,-2 0 0 0,2 0 0 0,3 1 0 0,-3-1 0 0,1 0 0 0,1 0 0 0,1 0 0 0,0 0 47 0,1 2 0 0,0-2 81 16,2 2-40-16,-2 0-1 0,2 0 30 0,0 0-12 16,0 0-58-16,0 0 113 0,0 0-56 0,0 0-1 15,0 0-44-15,0-2 197 0,0 2-104 0,0-1-53 16,2-2 0-16,2 2 178 0,2-1-104 0,0 0-68 15,1-1-1-15,0-2 165 16,2 1-112-16,0 3-55 0,-2-3 52 0,2 0-154 0,-1 2 0 0,-1 1 0 16,1-2 0-16,-1 2 0 15,1-1 0-15,0 0 0 0,-1 0 0 0,0 0 0 16,1 2 0-16,0-2 0 0,1 2 0 0,-2 0 0 16,3 0 0-16,1 0 0 0,0 0 0 0,1 0 0 15,1-2 0-15,0 2 0 0,2 0 0 0,2 0 0 16,-1-1 0-16,0 1 0 0,0 0 0 0,4 0 0 15,-4 0 0-15,-1 0 0 0,3 0 0 0,-2 0 0 16,2 0 0-16,-2 0 0 0,1 1 0 0,0 3 0 16,0-2 0-16,1 2 0 0,1-1 0 15,0 1 0-15,0-2 0 0,2 2 0 16,-2-2 0-16,3 0 0 0,2 1 0 0,-5-3 0 16,5 2 0-16,-1 0 0 0,0-2 0 0,1 3 0 15,3-3 0-15,-7 1 0 0,8-1 0 0,-3 0 0 16,-1 2 0-16,1-2 0 0,2 0 0 0,1 2 0 15,-1-2 0-15,1 0 0 0,-2 2 0 0,-1-2 0 16,3 1 0-16,-1-1 0 0,-2 0 0 16,2 3 0-16,-3-3 0 0,1 0 0 0,3 0 0 0,-1 0 0 15,-2 0 0-15,3 0 0 16,1 0 0-16,1 0 0 0,2 0 0 0,-1 0 0 16,3 0 0-16,-2 0 0 0,3 0 0 0,0-3 0 15,1 2 0-15,1-3 0 0,-1 2 0 0,-1 1 0 16,2-2 0-16,-4 3 0 0,1 0 0 0,0 0 0 15,-2 0 0-15,0 0 0 0,0 0 0 0,1 0 0 16,-1 0 0-16,2 0 0 0,0 0 0 0,1 0 0 16,3 0 0-16,2 0 0 0,2 0 0 0,0 0 0 15,-2 0 0-15,1 0 0 16,1 0 0-16,-9 0 0 0,6 0 0 0,1 0 0 16,0 0 0-16,-3 0 0 0,0 0 0 0,1 0 0 15,-3 0 0-15,4 0 0 0,-2 0 0 0,4 0 0 16,-2 0 0-16,-2 0 0 0,0 0 0 0,2 0 0 15,-1 0 0-15,2 0 0 0,-3-2 0 0,0 2 0 16,3 0 0-16,-2 0 0 0,-1 0 0 0,1 0 0 16,-3 0 0-16,2 0 0 0,4 0 0 0,1 0 0 15,-2 0 0-15,0 0 0 16,-3 5 0-16,2-4 0 0,0 1 0 0,5 0 0 16,-3 0 0-16,3-1 0 0,-6-1 0 0,11 0 0 15,-3 0 0-15,0 0 0 0,3 0 0 0,3 0 0 16,-9 0 0-16,9 0 0 0,-7 0 0 0,1 0 0 15,-5 0 0-15,1 0 0 0,-3 0 0 0,5 0 0 16,2 0 0-16,-1 0 0 0,2 0 0 0,3 0 0 16,8 0 0-16,5 0 0 0,0 0 0 15,-10 0 0-15,4 0 0 0,-3 0 0 16,-11 0 0-16,10 0 0 0,-16 0 0 0,4 0 0 16,-5 0 0-16,3 0 0 0,1 0 0 0,3 0 0 15,-1 0 0-15,-1 0 0 0,-7 0 0 0,5 0 0 16,1 0 0-16,-4 0 0 0,4 0 0 0,-4 0 0 15,0 0 0-15,2 0 0 0,-4 0 0 0,-1 0 0 16,-3 0 0-16,-1 0 0 0,-3 0 0 0,-1 0 0 16,-2 0 0-16,2 0 0 0,-2 0 0 15,-3 0 0-15,1 0 0 0,0 0 0 16,-1 0 0-16,-1 0 0 0,0 0 0 0,-2-1 0 16,1 1 0-16,-1 0 0 0,-2-2 0 0,0 2 0 15,1 0 0-15,-4 0 0 0,2-2 0 0,-5 2 0 16,0 0 0-16,1-2 0 0,-4 2 0 0,1 0 0 15,-3-1 0-15,-1-2 0 0,-1 3 0 0,0-2 0 16,-1 0 0-16,3-3 0 0,-3-1 0 0,-1-1 0 16,0-1 0-16,0 2 0 0,-12-4 0 0,-2 2 0 15,-9 2 0-15,-5 3 0 16,-15 3 0-16,-14 0 0 0,-8 12 0 0</inkml:trace>
  <inkml:trace contextRef="#ctx0" brushRef="#br0" timeOffset="81322.7">7972 16304 2642 0,'-6'-2'0'0,"5"1"0"0,-1-3 0 0,2 2 0 0,0-2 0 0,0 3 0 0,0-3 0 0,0 2 0 0,0-1 0 0,0 2 0 0,0-1 115 0,0 2 127 0,2-2-96 0,-1 2-48 16,5 0-1-16,2 0 155 0,-2 0-108 0,4-1-47 15,1 1 0-15,2-3-96 0,-1 0-1 0,2-1 0 16,4 0 0-16,-4-1 0 0,4-1 0 0,-4 0 0 15,4-2 0-15,-2 3 0 0,1 0 0 0,-2-3 0 16,0 2 0-16,3 0 0 0,-2 1 0 16,0 1 0-16,-4 1 0 0,3-1 0 15,0 2 0-15,-2 0 0 0,4 0 0 0,-5 1 0 16,3-2 0-16,1 2 0 0,2-2 0 0,-2 2 0 16,5-1 0-16,-2-1 0 0,1 2 0 0,3-3 0 15,-2 0 0-15,1 1 0 0,-1 0 0 0,5 0 0 16,-3 0 0-16,-3 0 0 0,8 2 0 15,-1-1 0-15,-4 2 0 0,5 0 0 0,-2 0 0 16,-1 0 0-16,0 0 0 0,2 0 0 16,-3 0 0-16,5 0 0 0,-3 0 0 0,2 0 0 15,1 0 0-15,1 0 0 0,2 0 0 0,-2 0 0 16,2 0 0-16,-1 0 0 0,1 0 0 0,0 0 0 16,-2 0 0-16,4 0 0 0,-2 0 0 0,0 0 0 15,1 0 0-15,1 0 0 0,0 0 0 0,1 0 0 16,2 0 0-16,-3 0 0 0,3-2 0 0,4 1 0 15,-4-2 0-15,4 3 0 0,-2 0 0 0,3-3 0 16,0 3 0-16,-1-3 0 0,-2 3 0 0,7-1 0 16,-1-1 0-16,0 0 0 15,0 1 0-15,1-2 0 0,-4 1 0 0,13 1 0 16,-2-1 0-16,-5-2 0 0,3 0 0 0,-2 0 0 16,-7 1 0-16,11-1 0 0,-2-1 0 0,-1 0 0 15,0 1 0-15,-1 0 0 0,-6 3 0 0,13-3 0 16,-3 2 0-16,-5 1 0 0,3-2 0 15,-1 3 0-15,-2 0 0 0,3 0 0 0,0 0 0 16,1-1 0-16,-1 1 0 0,2-1 0 0,1-2 0 0,2 1 0 16,2 0 0-16,-1 1 0 15,-4-2 0-15,-1 1 0 0,1 0 0 0,0 0 0 16,-3 1 0-16,1 1 0 0,0-2 0 0,-1 2 0 16,3 0 0-16,1 0 0 0,-1 0 0 0,-1-2 0 15,1 2 0-15,-10 0 0 0,13-2 0 0,-6 2 0 16,-2-2 0-16,3 2 0 0,-4 0 0 0,-4-2 0 15,10 2 0-15,-5 0 0 0,1 0 0 0,-2 0 0 16,-1 0 0-16,-7 0 0 0,10 0 0 0,-8 0 0 16,2 0 0-16,-1 2 0 15,-1 0 0-15,-4 0 0 0,7-2 0 0,-9 2 0 16,10-2 0-16,-5 0 0 0,1 0 0 0,-7 0 0 16,1 0 0-16,-1 0 0 0,-2 0 0 0,-2-2 0 15,-4 0 0-15,-3 0 0 0,2 0 0 0,-3 1 0 16,-1-3 0-16,0 4 0 0,-5 0 0 0,1 0 0 15,-2-2 0-15,-1 2 0 0,-5 0 0 0,2 0 0 16,-1 0 0-16,-3 0 0 16,-2 0 0-16,-1 0 0 0,0 0 0 0,-1 0 0 15,-2 0 0-15,1 0 0 0,0 0 0 0,-2 0 0 16,0 0 0-16,0 0 0 0,0 0 0 0,0-2 0 16,0 1 0-16,0-5 0 0,0-2 0 0,0 0 0 15,0 0 0-15,-2-3 0 0,-1 4 0 0,-2-2 0 16,1 4 0-16,-1-1 0 0,-1 3 0 0,-6 3 0 15,-6 9-240-15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14:40.6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19077 1762 2916 0,'-6'0'0'0,"1"0"0"0,3 0 0 0,-2 0 0 0,4 0 0 0,0 0 0 0,0 0 0 0,4 0 0 0,12 0 0 0,5 0 0 0,11 0 75 0,2 0 0 0,10 0 368 15,-1 0-21-15,4-3-422 16,1 1 0-16,3-3 0 0,0 1 0 0,-1 2 0 15,0-2 0-15,-2 3 0 0,-6-2 0 0,8 2 0 16,-12-1 0-16,0 0 0 0,-5 2 0 16,-4 0 0-16,-7 0 0 0,-2 0 0 15,-2 0 0-15,-9 0-98 0,0 0-302 0,-4 0 181 0,-2 0 80 16,-1 0-237-16,-2 0 168 0,0-3 85 0,0-7 41 16,0-3-470-16,-2-2 247 0,-4-1 138 15,-1-4 64-15</inkml:trace>
  <inkml:trace contextRef="#ctx0" brushRef="#br0" timeOffset="202.46">19744 1530 2094 0,'-23'-4'0'0,"7"3"0"0,4 1 0 0,3 0 0 0,3 0 0 0,4 0 0 0,2 0 0 0,0 0 0 0,6 0 0 0,11 0 0 0,9 0 274 0,2 0-118 16,2 5 427-16,4-2-277 0,0 2-134 0,0 1 174 0,-2 1-346 0,-4 1 0 16,-8 2 0-16,3 1 0 0,-4-1 0 0,-4 4 0 15,-6 2 0-15,-1 1 0 16,-6 4 0-16,-2 4 0 0,0-1 0 0,-14 2 0 15,-4 0 0-15,-3 1 0 0,-5-1-462 0,-1 0 165 16,-3 0 56-16,0-2 101 0,0-2-400 0,2-4 241 16,-4-1 135-16,0 1-408 0,0-7 267 0,-2-2 133 15,-5-2 66-15</inkml:trace>
  <inkml:trace contextRef="#ctx0" brushRef="#br0" timeOffset="567.49">19400 2019 2774 0,'-9'0'0'16,"3"1"0"-16,2 2 0 0,2-1 0 0,1 1 0 0,1 3 0 0,0 4 0 0,0-2 0 0,7 4 0 0,5 4 0 0,-1 2 328 0,2 2-145 0,-2 3-71 0,-2 1 211 0,1 1-142 0,-4-1-151 16,1 6-30-16,-5-4 0 0,0 2 0 0,0-3 0 15,-2 1 0-15,0-5 0 0,0 2 0 0,-8-6 0 16,3-2 0-16,-1-6 0 0,0-2 0 0,2-3 0 16,-1-4 0-16,-1 0 0 15,3-1 0-15,1-15 0 0,2-8 0 0,0-4 0 16,2-6 0-16,9-1 0 0,2 1 0 0,2-1 0 15,2 3-19-15,1 2-30 0,2 5 32 0,-2 1 102 16,1 6-85-16,-3 5 0 0,2 2 0 0,-3 3 0 16,0 4 0-16,-1 2 0 0,-4 2 0 0,1 0 0 15,-1 11 0-15,-1 5 0 0,-3 2 0 16,1 7 0-16,-3 1 0 0,0 2 0 0,0 0 0 16,0 2 0-16,-1-1 0 0,1-1 0 0,1-1 0 15,3-5 0-15,-2 0 0 0,3-4 0 16,0 0 0-16,1-5 0 0,0-2 0 0,0-1 0 15,-1-5 0-15,0 1 0 0,-2-4 0 0,2 0 0 16,-2-2 0-16,0 0 0 0,-2 0 0 0,3 0 0 16,-1-6 0-16,1-3 0 0,-1-1-243 0,1-1 21 15,4 0 82-15,-2-4-758 0,1 0 429 0,7-4 216 16</inkml:trace>
  <inkml:trace contextRef="#ctx0" brushRef="#br0" timeOffset="782.08">20036 2103 3931 0,'1'0'0'0,"1"0"0"0,0 0 0 0,-2 0 0 0,2 3 0 16,0 0 0-16,-1 0 0 0,1 1 0 0,2 5 0 0,0-3 0 0,1 4 0 0,3 0 0 0,0-1 0 16,-3 0 0-16,2 0 0 0,0-1 0 0,0 4 0 15,-2-8 0-15,-1 4 0 0,0-2 0 0,-1-2 0 16,-1-2 0-16,0-1 0 0,-2 2 0 0,2-3-23 15,-2 0-987-15,0 0 490 0,0 0 241 0,0 0-545 16</inkml:trace>
  <inkml:trace contextRef="#ctx0" brushRef="#br0" timeOffset="1135.05">20374 1864 3808 0,'-12'0'0'0,"3"0"0"0,1 0 0 0,5 0 0 0,-2 0 0 16,3 0 0-16,2 0 0 0,0 0 0 0,0 0 0 0,12 0 0 0,5 0 123 0,5 0-123 0,5 0 0 0,-1 0 0 0,6 0 0 0,2-1 0 0,1-2 0 15,1 1 0-15,-2-3 0 0,-2 1 0 0,-1 3 0 16,-2-3 0-16,-5 2 0 0,-1-2 0 16,-3 3 0-16,-3-3-77 0,-2 2-156 15,-1-2 116-15,-5 2-780 0,-2-3 434 0,0 1 212 16,-6-4-212-16,1-1 212 0</inkml:trace>
  <inkml:trace contextRef="#ctx0" brushRef="#br0" timeOffset="1313.16">20735 1652 2740 0,'-5'-6'0'0,"1"1"0"16,3-1 0-16,1 3 0 0,0 1 0 0,0 0 0 0,7 0 0 0,8 1 0 0,2 1 0 0,4 0 0 0,1 0 194 0,4 3-78 0,-3 3 468 15,1 4-287-15,-4-3-297 0,0 4 0 0,-1 0 0 16,-5 2 0-16,0 2 0 0,-3 0 0 0,-6 4 0 15,-3-1 0-15,-2 7 0 0,0-1-441 0,-13 1 97 16,-6 1 191-16,-4 1 70 0,-2-3-443 0,-5 0 185 16,-2-3 151-16,-7 1 76 0,-3-4 38 0</inkml:trace>
  <inkml:trace contextRef="#ctx0" brushRef="#br0" timeOffset="1736.31">20445 2077 2476 0,'-2'5'0'0,"2"3"0"0,0-2 0 0,0 4 0 0,0-1 0 0,5 2 0 0,3 4 0 16,-1 0 0-16,1 4 0 0,-1-1 0 0,1 3 194 0,-3 0-68 0,0 0 421 0,-2 1-254 0,-1-2-128 16,0-1-35-16,0 1-130 0,-2-2 0 15,0-1 0-15,0-2 0 0,0-3 0 0,-6 2 0 0,0-4 0 16,2-3 0-16,-1 1 0 16,1-2 0-16,1-5 0 0,1 3 0 0,0-4 0 15,0 2 0-15,0-2-77 0,2 0-45 0,-1 0 55 16,1 0-97-16,0-2 68 0,0-3 12 0,0-5 8 15,0-1-74-15,0-3 56 0,0-2 27 0,0-1-5 16,0-4 24-16,1-1 9 0,3 1 1 0,3 1 31 16,2-5 0-16,3 4-31 0,1 2-10 0,3-4 236 15,-2 9-102-15,5-5-61 0,-2 8 390 0,2-1-206 16,-1 2-66-16,3 3 85 16,-2 3-228-16,-1 3 0 0,1 1 0 0,1 0 0 15,-4 0 0-15,0 4 0 0,-2 7 0 0,-3 3 0 16,1 0 0-16,-3 3 0 0,-2 3 0 0,0 5 0 15,-2 0 0-15,-3-1 0 0,0 2 0 0,0 1 0 16,-1-3 0-16,1 0 0 0,-2-1 0 0,2-1 0 16,0-3 0-16,0 0 0 0,1-5 0 0,-1-2 0 15,0-1 0-15,1-3 0 16,-1-1-82-16,-1-4-103 0,-1-2 49 0,0 0-347 16,0-1 222-16,0 0 111 0,-8 0-690 0</inkml:trace>
  <inkml:trace contextRef="#ctx0" brushRef="#br0" timeOffset="2000.61">19953 2496 2896 0,'-6'0'0'0,"3"0"0"15,-2-2 0-15,3 0 0 0,0 2 0 0,0 0 0 0,2 0 0 0,0 0 0 0,0 8 0 0,0 2 0 0,0 1 125 0,0 3 332 0,2 2-209 0,0 0-106 0,5 1-79 0,-2 0-63 16,0-1 0-16,1 2-225 16,-4-3 75-16,1-1 94 0,-1 0 47 0,0-3-631 15,0 1 334-15,-2-3 156 0,0-3 91 0,3-1-795 16</inkml:trace>
  <inkml:trace contextRef="#ctx0" brushRef="#br0" timeOffset="2451.36">20931 2399 2847 0,'0'-6'0'0,"0"0"0"0,0-3 0 0,0 1 0 0,4 1 0 0,5-3 0 0,2 1 0 0,5 2 0 0,-2-2 0 0,3 6 0 0,3-1 216 0,-4 2-90 0,1 2 41 15,-2 0-66-15,-1 0-31 0,-3 9 8 0,-2 2-109 16,-1 3 34-16,-6 2 0 0,0 0 34 0,-2 3-73 16,0 0 46-16,-12-1-9 0,-3 1 36 0,0-2-88 15,-2-4 44-15,-2-2 1 0,3-2 85 16,-4-3-30-16,3-1-54 0,3-1 248 16,3-3-243-16,-1-1 0 0,5 0 0 0,1 0 0 15,2 0 0-15,3 0 0 0,1 0 0 0,0 0 0 16,0 0 0-16,9 0 0 0,5 0 0 0,4-1 0 15,3 1 0-15,-3 0 0 0,5 0 0 16,-2 0 0-16,-1 0 0 0,2 0 0 0,-2 0 0 0,-2 0 0 16,-1 0 0-16,-1 2 0 15,-2 1-86-15,-5-3-66 0,2 1 43 0,-1-1-714 0,-1 0 383 0,-1 0 206 16,0 0-243-16,1-5 220 0</inkml:trace>
  <inkml:trace contextRef="#ctx0" brushRef="#br0" timeOffset="2631.85">21300 2037 3318 0,'3'0'0'0,"5"0"0"0,2 2 0 0,2-2 0 0,1 0 0 0,4 0 0 0,3 0 0 0,5 0 0 0,1 0 0 0,1 0 0 0,1 0 138 0,0 0 242 15,-6 0-285-15,8 0-95 0,-7 0 0 0,0 0-43 0,-2 0-122 0,-3 2 110 16,-1 2-356-16,-4 0 223 0,-6 2 113 0,-3 1-974 15</inkml:trace>
  <inkml:trace contextRef="#ctx0" brushRef="#br0" timeOffset="2785.27">21378 2252 2368 0,'-11'4'0'0,"1"4"0"0,8-2 0 0,2 0 0 0,0-2 0 0,0 2 0 0,12 0 0 16,3 0 0-16,7-1 0 0,3-2 0 0,-2-2 603 0,9 4-287 0,-2-5-140 0,0 0-219 0,2 0 41 15,-5 0-1-15,-1 0-657 0,6 0 344 16,-3-2 176-16,-1-4 89 0,-2 0-380 0,1-3 234 0</inkml:trace>
  <inkml:trace contextRef="#ctx0" brushRef="#br0" timeOffset="3182.36">22103 1926 3459 0,'0'-1'0'0,"0"1"0"16,0 0 0-16,0 0 0 0,0 0 0 0,0 1 0 0,-3 8 0 0,-2 5 0 0,1 1 0 0,1 4 0 0,-1 2 472 0,2 5-472 0,1 0 0 15,1 3 0-15,0-2 0 0,0 2 0 0,3-1 0 0,11-2 0 0,0-1 0 16,6-3 0-16,1-1 0 16,6-4 0-16,3-4 0 0,2-2 0 0,10-3 0 15,-3-5 0-15,4-3 0 0,-1 0 0 0,-5 0 0 16,8-8 0-16,-5-6 0 0,-3-3 0 0,-3-2 0 15,-6-1 0-15,2-3 0 0,-8-1 0 0,-3-1 0 16,-5-2 0-16,-5 1 0 16,-7-1 0-16,-2-3 0 0,0-2 0 0,-6-1 0 0,-11 3 0 0,-6 2 0 15,-2 4 0-15,-5 4 0 0,-7 2 0 0,-4 7 0 16,0 5 0-16,1 5 0 16,5 1 0-16,-12 0 0 0,10 8 0 0,5 5 0 15,-1 3 0-15,6 3 0 0,6-2 0 0,-2 7 0 16,8-2 0-16,4 1 0 0,3 2 0 0,5 0 0 15,1-5 0-15,2 6 0 0,0-6 0 0,0 3 0 16,2 0 0-16,7-3 0 0,1 2-109 0,1-4-42 16,1 1 51-16,2-2-1021 0,-1-2 542 0</inkml:trace>
  <inkml:trace contextRef="#ctx0" brushRef="#br0" timeOffset="6323.15">9333 6300 1970 0,'-51'-32'0'0,"8"17"0"0,6 12 0 0,5 0 0 0,0 3 0 0,2 0 0 0,6 0 0 0,3 3 0 0,6 4 0 0,5 3 0 0,6 0 149 0,4 1-53 0,2 3 325 0,21 6-179 16,14-2-105-16,9-2 319 0,14-2-207 0,2-6-103 15,7-3-81-15,4-3-65 0,1-2 0 0,3 0 0 16,-2 0 0-16,-3 0 0 0,-7-2 0 15,-9 0 0-15,1 0 0 0,-6 1 0 0,-14-2 0 16,1 3 0-16,-12 0 0 0,-1 0 0 16,-9 0 0-16,-2 0 0 0,-3 3 0 0,-2 0 0 15,1 1 0-15,4 2-892 0,11-2 304 0</inkml:trace>
  <inkml:trace contextRef="#ctx0" brushRef="#br0" timeOffset="6720.45">13225 6011 3811 0,'-52'-9'0'0,"6"9"0"0,9 0 0 0,7 2 0 16,5 3 0-16,11 0 0 0,6-2 0 0,4-3 0 0,4 3 0 0,0 0 0 0,8 0 120 0,29 3-120 0,6 0 0 0,19-1 0 0,10-3 0 0,6 0 0 15,7-2 0-15,16 0 0 0,-9 0 0 0,6 2 0 16,0-1 0-16,7 3 0 0,2 2 0 0,4 2 0 16,20 3-458-16,-5 2-186 0</inkml:trace>
  <inkml:trace contextRef="#ctx0" brushRef="#br0" timeOffset="7088.3">17522 5863 3797 0,'-30'-11'0'0,"4"9"0"0,3-1 0 0,5 3 0 0,4 0 0 0,5 0 0 0,5 0 0 0,2 0 0 0,2 0 0 0,2 0 0 0,30 6 134 0,17-2-134 0,15-2 0 0,13-2 0 15,22 0 0-15,-1 0 0 0,2-2 0 0,1-3 0 16,2 3 0-16,-13 2 0 0,18 0 0 0,-13 15 0 16,1 9 0-16</inkml:trace>
  <inkml:trace contextRef="#ctx0" brushRef="#br0" timeOffset="50027.33">12079 12330 2533 0,'-5'-5'0'0,"-1"-3"0"0,1 1 0 0,1 1 0 0,0 3 0 0,2-1 0 0,0 1 0 0,0 2 0 0,2-1 0 15,-2 1 0-15,2 1 118 0,0 0-37 0,0 0 231 0,0 0-123 0,0 0-78 0,0 0-34 16,0 0 186-16,2 1-110 0,4 2-59 16,5 0-94-16,4 0 0 0,1-3 0 15,0 0 0-15,3 0 0 0,0 0 0 0,-1 0 0 16,0 0 0-16,-2 0 0 0,0 0 0 0,-2 0 0 0,2 0 0 16,0 0 0-16,0 1 0 0,2-1 0 0,1 2 0 15,2-1 0-15,1 1 0 16,4 0 0-16,1-2 0 0,3 0 0 0,-2 0 0 15,2 0 0-15,0 0 0 0,2 0 0 0,2 0 0 16,-1 0 0-16,3 0 0 0,-2 0 0 0,-2 0 0 16,2 0 0-16,0 0 0 0,2 0 0 0,-1 0 0 15,8 0 0-15,-7 0 0 0,11 0 0 0,-3 0 0 16,4 0 0-16,-1-2 0 0,2 0 0 16,2 1 0-16,0-1 0 0,1 2 0 0,-3-1 0 0,-3 1 0 15,3 0 0-15,0 0 0 16,4 0 0-16,-1 0 0 0,1 3 0 0,3 0 0 15,9 3 0-15,-6-3 0 0,13-1 0 0,-8 0 0 16,3 0 0-16,1-2 0 0,4 0 0 0,-9 0 0 16,17 0 0-16,-2 0 0 0,0 0 0 0,2-2 0 15,0 0 0-15,-1-3 0 0,4 5 0 0,-3-4 0 16,12 2 0-16,-3 0 0 0,-3 1 0 0,-11 1 0 16,10 0 0-16,0 0 0 0,-1 0 0 15,8 0 0-15,-3 0 0 0,-13 3 0 0,9 1 0 0,-1 1 0 16,8-1 0-16,-6 2 0 15,1-1 0-15,-4 1 0 0,14-2 0 0,-10 2 0 16,5-2 0-16,0 1 0 0,0-1 0 0,-3-1 0 16,23 0 0-16,-15-2 0 0,3 3 0 0,-1-2 0 15,2 2 0-15,-9-1 0 0,25 0 0 0,-16 0 0 16,0 1 0-16,0 0 0 0,0-1 0 16,-7-1 0-16,19 2 0 0,-14-2 0 0,2 2 0 15,-3-3 0-15,-10-1 0 0,18 2 0 0,-7-2 0 0,-5 0 0 16,-4 0 0-16,-1 0 0 15,-13 0 0-15,5 0 0 0,-2 0 0 0,-2 0 0 16,-8 0 0-16,-12 0 0 0,-2 3 0 0,-7 0 0 16,-8-1 0-16,-4 2 0 15,-6-3 0-15,-8 2 0 0,-2 0 0 0,-6-1 0 0,-3-2 0 0,-5 2 0 16,-1-2 0-16,-3 0 0 0,1 0 0 0,-3 0 0 16,0 0 0-16,0 0 0 0,0-2 0 0,0-1 0 15,0-7 0-15,-5 2 0 16,1-1 0-16,-1 0 0 0,-1 1 0 0,1 1 0 15,0-1 0-15,0 4 0 0,1 3 0 0,-3 1 0 16,-6 3 0-16</inkml:trace>
  <inkml:trace contextRef="#ctx0" brushRef="#br0" timeOffset="69100.02">10440 18467 1992 0,'-8'0'0'0,"5"0"0"0,1 0 0 0,-1 0 0 0,1 0 0 0,2 0 0 0,0 0 0 0,-1 0 0 0,1 0 0 0,0 0 0 0,0 0 369 0,0 0-155 0,0 0-77 15,0 0-24-15,0 0 54 16,0 0-54-16,0 0 0 0,1 0 220 0,1 0-137 0,3 0-53 0,-2 0-102 16,1 0-41-16,-2 0 0 0,1 0 0 0,1 0 0 15,0-1 0 1,1 1 0-16,0-1 0 0,1-3 0 0,-3 3 0 0,2 0 0 0,1-2 0 0,2 2 0 15,-1-1 0-15,1-2 0 16,-1 0 0-16,5 0 0 0,-3 0 0 0,2 1 0 16,-1-1 0-16,-1 0 0 0,2 0 0 0,-1 3 0 15,1-4 0-15,0 4 0 0,-1-3 0 16,-1 3 0-16,0-3 0 0,-2 3 0 0,3 0 0 0,-1-1 0 16,2 0 0-16,-1 0 0 0,1 0 0 0,-2 2 0 15,2 0 0-15,1 0 0 0,-1 0 0 0,1 0 0 16,1 0 0-16,1 0 0 0,0-1 0 0,3 1 0 15,-2 0 0-15,4-1 0 16,-1 1 0-16,0 0 0 0,1-3 0 0,-1 3 0 16,3 0 0-16,-2 0 0 0,-1 0 0 0,1 0 0 15,0 0 0-15,0 0 0 0,2 0 0 0,-1 0 0 16,1 0 0-16,2 0 0 0,-2 0 0 0,2 0 0 16,0 0 0-16,3 0 0 0,1 0 0 0,-5 0 0 15,1 0 0-15,5 0 0 0,-4 0 0 0,1 0 0 16,-1 3 0-16,4-2 0 0,-3 0 0 0,6 3 0 15,-2-2 0-15,-1 0 0 0,2-1 0 16,-4 4 0-16,6-4 0 16,-3 1 0-16,3-2 0 0,-1 2 0 0,1-1 0 15,2-1 0-15,0 0 0 0,-1 3 0 0,5-3 0 0,-3 2 0 16,2-1 0-16,0 1 0 0,4 0 0 0,1 1 0 16,-8-2 0-16,10 0 0 0,-4-1 0 0,-7 0 0 15,13 0 0-15,-7 0 0 16,1 0 0-16,1 0 0 0,0 0 0 0,-2 0 0 15,9 0 0-15,-1-1 0 0,0 0 0 0,0-4 0 16,0 3 0-16,-8-1 0 0,10 0 0 0,-13 2 0 16,4-1 0-16,4 2 0 0,-5 0 0 0,-1 0 0 15,7 0 0-15,-4 0 0 0,1 0 0 0,1 0 0 16,4 0 0-16,0 0 0 0,-1 0 0 0,4 0 0 16,-3-2 0-16,0 2 0 0,0 0 0 0,-4 0 0 15,10 0 0-15,-3 0 0 0,1 0 0 0,4 0 0 16,1 0 0-16,4 0 0 15,8 0 0-15,-6 0 0 0,-2 0 0 0,2 2 0 16,0 0 0-16,-4-1 0 0,13 2 0 0,-5-1 0 16,5 1 0-16,1 2 0 0,1-4 0 0,-11 3 0 15,15-1 0-15,-8 1 0 0,1 0 0 16,-1 2 0-16,3-2 0 0,4 0 0 0,-2-2 0 16,-1 2 0-16,-2-2 0 0,-1 1 0 15,0-2 0-15,-8 2 0 16,14-1 0-16,-4-2 0 0,3 0 0 0,-2 0 0 0,-1 0 0 0,-10 0 0 15,13 0 0-15,-10 0 0 16,2 0 0-16,-3 0 0 0,3 0 0 0,-5 0 0 0,7 0 0 16,-16 0 0-16,4 0 0 0,-6 0 0 15,-7 0 0-15,6 0 0 0,-6 3 0 0,-3-1 0 0,-5 0 0 16,1 0 0-16,1-1 0 0,-4 1 0 0,0-2 0 0,-4 0 0 16,-6 0 0-16,-2 2 0 0,-1-2 0 15,-6 0 0-15,-2 0 0 0,-4 0 0 16,-1 0 0-16,-2 0 0 0,-3 0 0 0,-1 0 0 0,0 0 0 15,0 0 0-15,0 0 0 16,-2 0 0-16,1-2 0 0,-1-3 0 0,2-7 0 16,-2 1 0-16,0-2 0 0,0-3 0 0,0 1 0 15,0 3 0-15,0 3 0 0,-3 1 0 0,-3 1 0 16,-3 5 0-16,-6 2 0 0,-14 22 0 0,-11 23-1017 16</inkml:trace>
  <inkml:trace contextRef="#ctx0" brushRef="#br0" timeOffset="72339.98">18681 18521 1487 0,'-1'-6'0'0,"-2"-3"0"16,3 6 0-16,0 1 0 0,0 2 0 0,0 0 0 0,0 0 0 0,0 0 0 0,0-1 0 0,0-2 0 0,0 2 155 0,0-1-50 0,0-2 334 0,3 0-198 0,2 1-94 0,4-3 202 16,0 0-147-16,1 1-73 0,1-1-24 0,4-1 224 0,-2 1-137 15,4-1-141-15,0 1-51 16,0 1 0-16,2-2 0 0,3 1 0 0,5 1 0 15,1 0 0-15,9 1 0 0,3 0 0 0,2 1 0 16,11 2 0-16,9-5 0 0,2 5 0 0,10-1 0 16,16 1 0-16,-11 1 0 0,23 0 0 0,-7 0 0 15,6 0 0-15,1 0 0 0,5 0 0 16,-15 0 0-16,17 3 0 0,-12-2 0 0,-5 2 0 0,0-3 0 16,2 0 0-16,-11 0 0 0,4 0 0 15,-4 0 0-15,-5-4 0 0,-4-3 0 16,-10-4 0-16,7-3 0 0,-8 0 0 0,-12 3 0 15,0-1 0-15,-11 2 0 0,-3-1 0 0,-11 2 0 16,-2 0 0-16,-7 1 0 0,-6 2 0 0,-2 0 0 16,-4 1 0-16,-3 1 0 0,-2 1 0 0,0 0 0 15,0 1 0-15,0-2 0 0,0 3 0 0,-6 1 0 16,-4 0 0-16,1 0 0 0,-3 7 0 0,-4 8-351 16,-2 8-437-16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16:23.0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7137 6081 3408 0,'-6'0'0'0,"4"0"0"0,2 0 0 0,0 0 0 0,0 0 0 0,0 0 0 0,8 0 0 0,7 0 0 0,6 0 0 0,6 0 0 0,5 0 146 16,3 0-54-16,10 0-27 0,-3 0 67 0,-3 0-44 15,10 0-88-15,-6 0 0 16,3 0 0-16,-3 0 0 0,0-2 0 0,-10 0 0 0,5-2 0 0,-1-1-45 16,-6-3-58-1,-3 2 71-15,-8-1 35 0,-1 1-608 0,-5 0 302 0,-3 1 103 16,-6-2-241-16,-1 4 201 0,-4-6 101 0,0 3 40 16,0 0 36-16</inkml:trace>
  <inkml:trace contextRef="#ctx0" brushRef="#br0" timeOffset="188.01">7645 5885 2577 0,'-8'-1'0'0,"6"-1"0"0,2-1 0 16,0 2 0-16,0-5 0 0,15 1 0 0,8-1 0 0,4 0 0 0,1 3 0 0,4 1 0 0,1 2 190 0,1 0 360 0,-4 0-255 0,0 0-128 0,-7 7-26 0,0 4-130 0,-5 3-11 16,-3 2 0-16,-6 6 0 15,-3 1-33-15,-4 0 29 0,-2 10 17 0,-6-4-141 0,-11 2 83 16,-7 4 42-16,1-7 10 0,-8 5-500 0,0-2 165 15,-2-3 158-15,1 0-547 0,-4-3 339 0,4-3 160 16,-11 2 94-16</inkml:trace>
  <inkml:trace contextRef="#ctx0" brushRef="#br0" timeOffset="563.41">7309 6438 2721 0,'3'0'0'15,"5"0"0"-15,1 0 0 0,0 1 0 0,5 7 0 0,-3 1 0 0,-2 6 0 0,4 3 0 0,-1 6 0 0,-3-3 0 16,1 8 180-16,-4 3-70 0,-3-2 251 0,-1 2-161 0,-2 0-81 0,0 0-30 0,0-1 39 0,-2-6-105 0,-3-4-23 0,-3-1 0 16,2-4 0-16,0-7 0 0,1-1 0 15,-1-5 0-15,2-3 0 16,-1 0 0-16,-1-1 0 0,4-17 0 0,2-8 0 0,0-1 0 16,0-8 0-16,8 2 0 0,4-3 0 0,0 0 0 0,6 3 0 15,1 1 0-15,-1 1 0 0,3 7 0 16,0 1 0-16,-7 7 0 0,4 3-1 0,-2 3 2 15,-2 6-1-15,-3 2 0 0,2 2 0 16,-2 0 0-16,-4 12 0 0,3 5 0 16,-5 0 0-16,1 9 0 0,-2-2 0 0,1 1 0 0,-3 7 0 15,0-3 0-15,2 2 0 0,0-2 0 0,-1 0 0 16,3-5 0-16,0 0 0 16,-1 1 0-16,5-6 0 0,-5-1 0 0,3-2 0 0,-1-3 0 15,3-2 0-15,-5-3 0 0,3-1 0 0,0-3 0 16,-3 0 0-16,2-3 0 0,3-1 0 0,0 0 0 15,0 0 0-15,4 0 0 0,1 0-899 16,2-1 375-16,-1-7 243 0,2-1-320 0</inkml:trace>
  <inkml:trace contextRef="#ctx0" brushRef="#br0" timeOffset="761.49">8028 6676 3881 0,'4'0'0'0,"1"0"0"0,-2 0 0 0,-2 0 0 0,-1 2 0 16,0-1 0-16,0 8 0 0,0-1 0 0,0 7 0 0,0 3 0 0,0 0 50 0,2 7-50 0,0 0 0 16,-2-7 0-16,1 6 0 0,1 0 0 0,2-2 0 15,2 0 0-15,-4-1 0 0,2-3 0 16,1 0 0-16,1-2 0 0,-3-2 0 0,-1-4 0 0,3 2 0 16,-2-4 0-16,-3-1 0 0,0 0 0 0,0 0 0 15,0 0-582-15,-10 0 42 0</inkml:trace>
  <inkml:trace contextRef="#ctx0" brushRef="#br0" timeOffset="2109.01">8540 6381 3482 0,'-9'-8'0'0,"8"8"0"0,1 0 0 0,0 0 0 0,0 0 0 0,0 0 0 0,9 0 0 0,8 0 0 0,3 0 0 0,6 0 0 0,6 0 123 16,10 0 175-16,-3 0-270 0,2 0-28 0,1 0 0 0,-6 0 0 16,3 0 0-16,-3 0 0 0,-1 0 0 0,0 0 0 15,-3 0 0-15,-2 0 0 0,-8 0-393 0,1 0 134 0</inkml:trace>
  <inkml:trace contextRef="#ctx0" brushRef="#br0" timeOffset="2308.27">8809 6614 3931 0,'-14'11'0'16,"0"0"0"-16,5-5 0 0,0-1 0 0,4-2 0 0,3-1 0 0,2-1 0 0,0 2 0 0,7 0 0 0,9 1 0 0,9-4 0 0,1 2 0 0,4 0 0 15,0-1 0-15,2-1 0 0,2 3 0 0,-2-2 0 0,2 1 0 0,-4 0 0 0,-2 0 0 0,2 2-349 16,-4-2 26-16,3 0 171 15,-9-2 105-15,8 0-831 0,-2 0 419 0,-1 0 208 0,2 0-349 16,-6 0 279-16</inkml:trace>
  <inkml:trace contextRef="#ctx0" brushRef="#br0" timeOffset="2622.8">9769 6062 3086 0,'0'-6'0'15,"0"2"0"-15,0 2 0 0,-11 1 0 0,2-1 0 0,-8 0 0 0,4 2 0 0,-1 0 0 0,1 0 0 0,1 7 0 0,0 6 188 0,1-1-78 0,-1 5 243 16,1 4-159-16,2 3-194 0,3 3 0 0,0 3 0 16,2 3 0-16,4 8 0 0,0 1 0 0,0 2 0 15,0 0 0-15,0-3 0 0,6 9 0 0,4-3 0 0,1-5 0 16,0-2 0-16,1-7 0 15,0 0 0-15,1-2 0 0,3-2 0 16,-2-5 0-16,-2-5 0 0,3-2 0 0,-2-2 0 16,0-3 0-16,-1-6 0 0,-1-2 0 0,-2-2 0 15,0-2 0-15,3 0-168 0,-1 0-131 0,-1-4 129 16,1-4 64-16,1-7-394 0,2 4 230 0,2-4 104 16,0-2 68-16,7-1-501 0,1-3 279 0</inkml:trace>
  <inkml:trace contextRef="#ctx0" brushRef="#br0" timeOffset="2995.16">10231 6043 3002 0,'-4'-5'0'0,"4"1"0"0,-3 0 0 0,1 0 0 0,0 2 0 0,2 1 0 16,0-1 0-16,0 1 0 0,0 1 0 0,0 0 0 0,0 0 402 0,0 6-181 0,0 9-91 0,0 4-45 0,2 6 6 0,0 0-91 15,1 6 0-15,-3 3 0 0,2 2 0 0,0 0 0 16,0 2 0-16,0 0 0 0,-1 5 0 0,1-9 0 0,3 5 0 16,-2-1 0-16,1-2 0 15,0-1 0-15,-2-3 0 0,1 0 0 0,-1-4 0 0,0-7 0 16,0-4 0-16,-1-6 0 0,1-4 0 15,-2-1 0-15,0-4 0 0,0 0 0 0,0-2 0 16,0 0 0-16,0 0 0 0,0-2 0 16,0-6 0-16,0 1 0 0,0-3 0 15,0 3 0-15,0-2 0 0,0 3 0 0,0 1 0 16,0 0 0-16,0 2-469 0,0 1-42 0,0 0 240 16,0 2 116-16,0 0-397 0,0 4 257 0</inkml:trace>
  <inkml:trace contextRef="#ctx0" brushRef="#br0" timeOffset="3258.96">10555 6528 2998 0,'3'-2'0'0,"-1"0"0"0,0 0 0 15,0 2 0-15,-2 0 0 0,1 0 0 0,1 0 0 0,0 0 0 0,4 4 0 0,0 5 0 0,-1 2 604 0,1 0-288 0,-1 3-303 0,-1 1-13 0,1-1 0 16,-3 2 0-16,1 1 0 0,-1-3 0 0,-2 2 0 15,0-1 0-15,0-2 0 0,0 0 0 0,-5-1 0 16,-4-1 0-16,0-2 0 0,0 1 0 0,-5-4 0 16,2 1 0-16,-2-4 0 15,-1 2 0-15,2-2 0 0,3-3 0 0,3 2-41 16,-2-2-411-16,3 0 195 0,2 0 114 0,4-2-624 16,0-6 363-16,0-2 183 0,10-6 90 0</inkml:trace>
  <inkml:trace contextRef="#ctx0" brushRef="#br0" timeOffset="3764.02">10946 6297 2577 0,'-5'-4'0'0,"-1"0"0"0,1-3 0 16,0 2 0-16,-1-4 0 0,1 4 0 0,4-5 0 0,-3 3 0 0,4-3 0 0,0 1 0 0,0-2 116 0,2 2-39 0,3-5 220 0,7 3-134 0,1-3-62 0,1 3-31 0,2 0 119 16,-1 0-74-16,2 0-29 0,-2 2-9 15,2 1-14-15,0-2-63 0,-1 5 0 0,4 2 0 16,-3-1 0-16,-1 2 0 0,2 0 0 16,0 2 0-16,-1 0 0 0,1 0 0 0,0 5 0 15,1 3 0-15,-5 1 0 0,4 3 0 0,-7 1 0 16,0 2 0-16,-3-1 0 0,-3 4 0 15,-1 0 0-15,-4 5 0 0,0 2 0 0,0-5 0 0,-16 11 0 16,-2-6 0-16,-5 5 0 0,-5 2 0 16,0-3 0-16,2-5 0 0,-5 4 0 15,1-5 0-15,3-2 0 0,-1-5 0 0,1-2 0 16,5-3 0-16,-3-4 0 0,5 1 0 0,1-5 0 0,3 1 0 16,5-1 0-16,2-2 0 0,4-1 0 15,0 0 0-15,3 0 0 0,2 0 0 0,0 1 0 16,0 2 0-16,2 0 0 0,8 5 0 0,3-3 0 15,4 1 0-15,3 3 0 0,0-5 0 0,6 4 0 16,-5-5 0-16,6 1 0 16,-2-2 0-16,-1-2 0 0,-3 0 0 0,1 0 0 15,1 0 0-15,-2 0 0 0,-3 0 0 0,1-2 0 0,-5 0 0 16,1-1 0-16,-6 1 0 0,3-2 0 16,-3 0 0-16,2 1-134 0,1-1-446 0,2 1 275 15,2-4 133-15,5 2-451 0</inkml:trace>
  <inkml:trace contextRef="#ctx0" brushRef="#br0" timeOffset="3971.58">11571 6454 3348 0,'3'0'0'0,"3"2"0"0,-3 1 0 15,-1 0 0-15,0 1 0 0,0 3 0 0,0 1 0 0,-1 1 0 0,1 1 0 0,3 5 0 0,-3 2 142 0,0-1 299 0,-2 1-441 0,0 3 0 0,0 1 0 0,0-4 0 16,-9 2 0-16,2-2 0 0,-2 0 0 15,0-2 0-15,-3-2 0 0,-1-1 0 16,0-3 0-16,0-1 0 0,0-3 0 0,1-2-30 16,3-1-338-16,0-2 69 0,1 0 141 0,0 0-652 15,5-5 385-15,3-16 193 0</inkml:trace>
  <inkml:trace contextRef="#ctx0" brushRef="#br0" timeOffset="4327.55">11730 6163 2756 0,'15'-9'0'0,"4"1"0"0,5 1 0 0,1-4 0 0,-1-1 0 0,6 3 0 0,2 2 0 0,6 1 0 16,7 2 0-16,-3 3 0 0,0 1 354 0,-6 0-157 0,3 0-69 0,-3 11-50 0,-6 4 214 0,-4 0-166 0,-3 1-126 16,-10 1 0-16,-1 4 0 0,-9 0 0 0,-1 0 0 15,-2 5 0-15,-11 0 0 0,-12-2 0 0,-1 1 0 16,-5-3 0-16,-2 0 0 0,-1-2 0 0,-2-2 0 15,0-3 0-15,4-4 0 16,2-1 0-16,7-5 0 0,3 1 0 0,4-2 0 0,3-2 0 16,4-2 0-16,3 2 0 0,1-2 0 15,3 0 0-15,0 0 0 0,0 0 0 0,5 0 0 16,10 2 0-16,7 0 0 0,1 0 0 0,3-1 0 16,4 1 0-16,-4-2 0 0,8 0 0 0,-4 0 0 15,-2 0 0-15,0 0 0 0,-1 0 0 0,-6 0 0 16,1 0 0-16,0 0 0 0,-2 0 0 0,-2 0 0 15,-1 0 0-15,0-2 0 0,-2 1-304 16,0-5-180-16,-2-2 223 0,0-1-582 16,1-4 392-16,0-8 211 0</inkml:trace>
  <inkml:trace contextRef="#ctx0" brushRef="#br0" timeOffset="4552.99">12545 5957 3654 0,'3'-4'0'0,"8"0"0"0,1 3 0 0,0-1 0 0,3-1 0 0,4 3 0 0,3 0 0 0,6 5 0 0,-3 7 0 0,1 6 0 0,2 4 277 0,-3 2-277 16,-3 4 0-16,-1 5 0 0,0 4 0 0,-7 1 0 0,0-1 0 15,-5-3 0-15,-4 3 0 0,-1 3 0 0,-2-2 0 16,-2-3 0-16,0 2 0 0,-6-5 0 16,-8 1 0-16,-5-1 0 0,-4-4 0 0,-3-1 0 0,-5-4 0 15,1-2 0-15,-2-2 0 0,2-2 0 0,1-2 0 16,3-1 0-16,3 0 0 15,2-1-347-15,3 4-262 0,1 6 289 16</inkml:trace>
  <inkml:trace contextRef="#ctx0" brushRef="#br0" timeOffset="4708.92">13253 6909 2803 0,'0'0'0'0,"0"0"0"0,0 2 0 0,0-2 0 0,0 3 0 0,0 1 0 0,0 2 0 0,-2-2 0 0,-3 2 0 0,-3 6 0 0</inkml:trace>
  <inkml:trace contextRef="#ctx0" brushRef="#br0" timeOffset="5726.59">7138 7754 2281 0,'-14'-6'4'0,"9"4"-1"0,1 1 0 0,4 1-2 0,-2 0 0 0,2 0 0 0,0 0 1 0,0 0-1 0,2 0 0 0,20 0 0 0,2 0 151 16,11 0-57-16,3 0 343 0,3 0-200 0,1-2-90 15,9 1-60-15,1-2 249 0,0 2-201 0,0-5-136 0,-1 2 0 16,-8 2 0-16,8-2 0 15,-13 2 0-15,-1 1 0 0,-1-1 0 0,-5 2 0 16,-12 0 0-16,1 0 0 0,-6 0 0 0,-2 0 0 16,-5 0-566-16,0 0 152 0,-6 0 188 15,0 0 56-15,1 0-545 0,-2 0 339 0</inkml:trace>
  <inkml:trace contextRef="#ctx0" brushRef="#br0" timeOffset="5921.39">7811 7471 2357 0,'0'-3'0'0,"0"2"0"0,0-1 0 0,3 2 0 15,10 0 0-15,3 0 0 0,0 0 0 0,5 0 0 0,2 3 0 0,-3 5 0 0,2 1 100 0,1 1 333 0,-5 1-203 0,1 0-95 0,-2 3-49 0,-3-2 72 16,-4 1-59-16,2-1-21 0,-7 1-10 0,-4 1-48 16,1 0 18-16,-2 4 0 0,-2-2-225 0,-14 3 122 0,0 1 47 15,-5 0-436-15,0 0 245 0,-1 1 123 16,-1-1-16-16,-2 3-700 0,-1 1 388 0,0 1 187 15,-1-3 95-15</inkml:trace>
  <inkml:trace contextRef="#ctx0" brushRef="#br0" timeOffset="6325.49">7506 8077 2292 0,'-1'5'0'0,"1"-1"0"0,0-2 0 0,0 2 0 0,0 1 0 15,0 1 0-15,1 4 0 0,5 1 0 0,1 7 0 0,5 1 0 0,-5 3 306 0,4 5-139 0,-6 3-64 0,1 2-32 0,-1 0 298 0,-4 1-165 0,1-2-73 0,-2 1 56 16,0-4-86-16,0-2-101 16,0-4 0-16,-3-4 0 0,-2-5 0 0,2-3 0 15,-2-3 0-15,0-4 0 0,1-1 0 0,-1-2 0 16,2 0 0-16,-1-7 0 0,4-11 0 0,0-5 0 16,0-5 0-16,2-3 0 0,5-2 0 0,6-2 0 15,2 2 0-15,1 1 0 16,2 0 0-16,3 2 0 0,-3 2 0 0,3 4 0 0,-3 3 0 0,-2 6 0 15,0 0 0-15,0 6 0 0,-6 3 0 0,2 1 0 16,-1 4 0-16,0 1 0 16,1 0 0-16,-3 4 0 0,0 9 0 0,1 6 0 15,-2 5 0-15,1 3 0 0,-4 4 0 0,2 4 0 16,-4 4 0-16,3 4 0 0,-1-1 0 0,1-1 0 16,0 0 0-16,1-7 0 0,2 2 0 0,0-3 0 0,3-1 0 0,1-4 0 15,1-3 0-15,0-1 0 0,-3-5 0 16,5-2 0-16,-5-2 0 0,2-3 0 15,1-5 0-15,1-2 0 0,0-1 0 16,0-4 0-16,3 0-838 0,3-2 290 0,-3-10 255 0,3-7 127 16</inkml:trace>
  <inkml:trace contextRef="#ctx0" brushRef="#br0" timeOffset="6647.09">8188 8422 2816 0,'-4'-1'0'0,"1"-1"0"0,1 0 0 0,-1 0 0 0,3 0 0 0,0 0 0 0,0-2 0 0,8 3 0 0,5-3 0 0,4 2 0 0,0 2 325 0,2 0-143 0,-1 0-72 16,-1 0-36-16,2 9 321 0,-4 1-366 0,1 2-29 15,-3 3 0-15,-3 0 0 0,-2 1 0 0,-1 3 0 16,-6 5 0-16,-1-1 0 0,0 1 0 0,-4 2 0 16,-8-1 0-16,2-4 0 0,-8 3 0 0,3-7 0 15,1 0 0-15,-4-2 0 0,3-3 0 0,2-4 0 16,0-1 0-16,3-4 0 0,-1 0 0 15,6-3 0-15,0 0 0 0,3 0 0 0,-1 0 0 0,3 0 0 16,0 0 0-16,0 0 0 16,3 0 0-16,6 0 0 0,4 0 0 0,6 0 0 15,-1 0 0-15,1 0 0 0,4 0 0 0,0 0 0 16,0 0 0-16,4 0 0 0,-2 0 0 0,-1 0 0 16,-4 0 0-16,3 0 0 0,0 0 0 0,-2 0 0 15,-3 0 0-15,1 0-282 0,1 0-298 0,-1-1 262 16,4-4 144-16,3-5-806 0</inkml:trace>
  <inkml:trace contextRef="#ctx0" brushRef="#br0" timeOffset="6924.4">8926 8075 3931 0,'-5'-5'0'0,"5"3"0"0,-2-2 0 0,2 0 0 0,0 2 0 0,0 1 0 0,0-2 0 15,0 2 0-15,0-1 0 0,2 0 0 0,8 2 0 0,2 0 0 0,1 0 0 0,2 0 0 0,0 0 0 16,1 0 0-16,4 0 0 0,-1 0 0 0,1 2 0 16,-1 0 0-16,-1-2 0 0,1 0 0 0,0 0 0 15,0 0 0-15,-2 0-65 0,-2 0-292 0,-3 0 114 16,0 0 119-16,-1 0-894 0,1 0 490 0,0 0 246 0</inkml:trace>
  <inkml:trace contextRef="#ctx0" brushRef="#br0" timeOffset="7125.95">8981 8383 3844 0,'-7'0'0'0,"7"0"0"0,0 2 0 0,0 0 0 0,2-2 0 0,8 2 0 0,6-2 0 0,5 0 0 0,2 0 0 0,-1 0 0 0,10 0 87 16,-4 0-87-16,0-2 0 0,1 0 0 0,-3 0 0 16,-3 2 0-16,2 0 0 15,-2 0 0-15,0 0 0 0,-2 0 0 0,-1 0 0 0,-1 0 0 0,-3 0 0 0,-7 0 0 16,2 0-112-16,-4 0-258 0</inkml:trace>
  <inkml:trace contextRef="#ctx0" brushRef="#br0" timeOffset="9079.28">10114 7719 2787 0,'-22'0'0'0,"3"0"0"0,0 0 0 0,10 1 0 0,1-1 0 0,3 0 0 0,5 4 0 0,0-2 0 0,20 0 0 0,10-2 0 0,12 0 90 0,7 0 297 0,13 0-173 0,-6 0-75 16,18 0-55-16,-3-2 146 0,2-4-230 0,1-1 0 16,-1 1 0-16,-13 2 0 0,16-2 0 0,-11 3 0 15,-15 1 0-15,3 0 0 0,-8 0 0 0,-10 2 0 16,0 0 0-16,-11 0 0 0,-2 0 0 15,-8 0 0-15,-3 0 0 0,-6 0 0 16,-3 0 0-16,0 0-547 0,-2 0 133 0,0 0 187 16,-7-2-397-16,-2-5 281 0,-5-5 156 0</inkml:trace>
  <inkml:trace contextRef="#ctx0" brushRef="#br0" timeOffset="9274.94">10930 7429 2545 0,'-5'-5'0'0,"3"2"0"0,2 2 0 0,0-1 0 0,0 2 0 0,11 0 0 0,8 0 0 0,3 0 0 0,4 0 0 0,2 0 0 16,2 3 512-16,0 5 287 0,-1 3-724 0,-3 3-75 0,-3 0 0 0,-7 1 0 16,2 3 0-16,-7 1 0 15,-4 1 0-15,-4 6 0 0,-3-3 0 0,0 3 0 0,-12 0 0 16,-7 1 0-16,-1 1-177 0,-5-2 21 0,-3-2-1415 16,-1 1 1521-16,1-1 29 0,2 0-47 15,-3-1-1-15,1 0-584 0,3 4 306 0,0-2 142 0</inkml:trace>
  <inkml:trace contextRef="#ctx0" brushRef="#br0" timeOffset="9719.85">10719 8210 2046 0,'-9'17'-1'0,"2"0"1"0,1 3 0 0,0-8 0 0,3 1 0 15,-1-3 0-15,2-1 0 0,0-2 0 0,2-1 0 0,0-2 0 0,0 0 101 0,0-4-20 0,0 0-11 0,0 0 172 0,0 0-101 0,0-4-50 0,4-7 0 16,-2-7 39-16,1 2-50 0,1-5 0 0,-2 1-39 15,0-3-35-15,-1 0 0 0,-1 1 45 16,0 1-10-16,0 3-36 0,-1-3 0 0,-7 4 36 16,-3 2 0-16,0 3-2 0,0 2 2 0,-2 4 39 15,-3 4 1-15,2 2-13 0,-5 0-31 16,0 8 14-16,-1 14-17 0,-3 10 4 0,5 2 30 16,2 7-63-16,-1 6-5 0,6 4 0 0,3 2 0 15,5-1 0-15,3-5 0 0,0-4 0 0,11-9 0 16,6-2 0-16,3-5 0 0,3-4 0 0,3-8 0 15,3-4 0-15,-1-7 0 0,4-4 0 0,-4 0 0 16,2-7 0-16,-3-12 0 0,3-11 0 0,-5-2 0 16,-6-1 0-16,1-9 0 15,-4 2 0-15,-4 7 0 0,-1-3 0 0,-4 4 0 16,-4 10 0-16,1 0 0 0,-2 10 0 0,-2 3 0 16,0 3 0-16,0 5 0 0,0-2 0 0,0 3 0 0,0 4 0 15,0 13 0-15,0 5 0 0,0 3 0 0,2-2 0 16,3 6 0-16,3 0 0 0,0-2 0 15,1 0 0-15,1-6 0 16,1 1 0-16,2-1 0 0,0-5 0 0,0 0 0 0,2-4-448 0,2-2 140 16,2 0 139-16,4-5-270 0,0-3 199 15,2-2-533-15,5 0 365 0,2-12 174 0,5-12-233 16</inkml:trace>
  <inkml:trace contextRef="#ctx0" brushRef="#br0" timeOffset="9925.52">11617 7947 3091 0,'14'-18'0'0,"-9"9"0"15,3 1 0-15,-3 4 0 0,-3 2 0 0,0 2 0 0,-2 0 0 0,0 0 0 0,0 0 0 0,0 15 0 0,-9 7 364 0,-4 7-162 0,-6 8-81 0,-1 3 32 0,2-3-153 16,-8 13 0-16,5-3 0 0,1-3 0 0,-3 0 0 0,2-1 0 0,3-7 0 16,-3 7 0-16,4-10 0 15,2-1-30-15,1-3-15 16,7-9 43-16,0-1-868 0,3-6 363 0,0-4 233 0,3-3 117 0,-1-4-516 15,2-2 317-15,0-6 148 0,0-20 88 0</inkml:trace>
  <inkml:trace contextRef="#ctx0" brushRef="#br0" timeOffset="10094.95">11366 7975 3544 0,'0'-7'0'0,"0"1"0"0,0 4 0 0,0 0 0 0,3 2 0 0,6 4 0 0,5 8 0 0,5 7 0 0,-1-1 0 0,5 9 0 0,-2 2 197 0,5 5-78 0,-5 0-48 0,-2 2-71 15,1 1 0-15,-5-5 0 0,3 2 0 16,0 0-133-16,-4-2-122 0,2-2 147 0,-3-4 74 0,0-5-738 16,0 0 401-16,-1-5 205 0,1-4 24 0,-1-7 72 0,6-4-709 15,3-1 375-15</inkml:trace>
  <inkml:trace contextRef="#ctx0" brushRef="#br0" timeOffset="10303.4">11875 7886 3396 0,'-6'-2'0'0,"2"0"0"0,2 2 0 0,2-2 0 0,0-1 0 0,0-2 0 0,12 0 0 15,12 1 0-15,0 0 0 0,8 2 0 0,2 1 353 0,12-1-171 0,-4 2-182 0,2 0 0 0,-3 0 0 16,2 0 0-16,-5 0 0 0,7 3 0 16,-11-1 0-16,3 2 0 0,-3-2 0 15,-4 0 0-15,-6-2 0 0,3 0 0 0,-4 0 0 16,-5 0-570-16,-3 0-114 0,-6 0 296 0,3 0-126 15,-4-2 242-15,-1-7 117 0</inkml:trace>
  <inkml:trace contextRef="#ctx0" brushRef="#br0" timeOffset="10530.4">12325 7546 2261 0,'0'-6'0'15,"0"0"0"-15,7-1 0 0,7 1 0 0,3 2 0 0,7 2 0 0,1 1 0 0,1 1 0 0,4 0 0 0,-1 10 0 0,-1 2 131 0,0 5 168 0,-1 2-130 16,0 4-65-16,-3-1-32 0,-3 0-43 0,-2 3 10 16,-4 1 0-16,-6 3-86 0,-5-3 43 0,-4 3 0 15,0 0 53-15,-4-1-208 0,-12 0 99 0,-3-2 50 16,-6 1 24-16,-1-4-345 0,-4-1 116 16,-2-4 103-16,-8 2-24 0,3-4-178 0,-2-1 137 0,2-2-277 15,-7 1 212-15,10-3 102 16,-1-4 50-16,5-1-128 0,5-4 89 0,4-2 36 0</inkml:trace>
  <inkml:trace contextRef="#ctx0" brushRef="#br0" timeOffset="10872.33">12173 8062 1646 0,'2'-4'0'0,"1"3"0"0,4 1 0 0,-2 0 0 0,1 0 0 0,-1 0 0 0,1 7 0 0,-3 4 0 0,2 4 0 0,0 4 0 0,-1 7 246 0,-2 2-94 0,0 4-61 0,0 2 351 16,-1 4-201-16,-1 1-101 15,0 1-50-15,0-5 91 0,0-1-76 0,0-2-33 0,0-11 39 0,-1 1-36 16,-1-5 0-16,2-5-85 0,-2-5 20 0,2-4 0 15,-2 0 29-15,0-3 73 16,-1 0-36-16,1-8-49 0,0-6-27 0,2-4 0 16,0-2 0-16,0 2 0 0,5-3 0 0,6 3 0 15,3 1 0-15,6 2 0 0,1 4 0 0,2 4 0 16,0 2 0-16,2 5 0 0,5 0 0 0,-2 0 0 16,1 14 0-16,-3 2 0 0,-3 5 0 15,-3 4 0-15,-1 1 0 0,-6 2 0 0,-3 1 0 0,-6 0 0 16,-3 0 0-16,-1-5 0 15,-3 8 0-15,-13-7 0 0,-2-1 0 0,-5-4 0 16,-5-1 0-16,0-3 0 0,-2-8 0 0,-4 0 0 16,2-4 0-16,0-4 0 0,2 0 0 0,5 0 0 15,1-6 0-15,4-5 0 0,2-4 0 0,6 0 0 16,2-3 0-16,6-2 0 0,4 0-188 0,0-5-11 16,12 2-313-16,10-3 237 0,6-2 117 0</inkml:trace>
  <inkml:trace contextRef="#ctx0" brushRef="#br0" timeOffset="11064.35">13092 8026 3931 0,'0'0'0'0,"0"0"0"0,1 0 0 0,3 0 0 0,4 1 0 0,1 2 0 0,4-1 0 0,5-2 0 0,4 1 0 0,4 2 0 0,4-3 0 0,2 0 0 15,1 0 0-15,2 0 0 0,-3 0 0 0,0 0 0 0,-8 0 0 16,2 0 0-16,-3 2-878 16,-2 2 429-16</inkml:trace>
  <inkml:trace contextRef="#ctx0" brushRef="#br0" timeOffset="11230.01">13145 8402 3394 0,'-14'7'-2'16,"5"1"0"-16,3-4 2 0,4-1 0 0,2-1 0 0,2-2 0 0,16 0 0 0,9 0 0 0,7 0 0 0,8 0 0 0,-3-4 541 0,4 1-541 0,0-1 0 0,-7 0 0 0,5 0 0 15,6 3 0-15,-4-1 0 0,-1 2-267 0,-1 0 55 0</inkml:trace>
  <inkml:trace contextRef="#ctx0" brushRef="#br0" timeOffset="13488.74">14531 7436 2426 0,'0'-1'0'0,"0"-2"0"0,0 3 0 0,0 0 0 0,0 6 0 0,3 13 0 0,6 7 0 0,1 15 0 0,1 3 0 0,2 10 0 0,1 18 218 15,-1 2-89-15,-2 2 242 0,0 5-165 16,-2 13-83-16,2-16 223 0,-4 20-234 0,-2-6-112 16,1-2 0-16,-3 1 0 0,1-5 0 0,-2-9 0 15,1 7 0-15,-2-5 0 16,-1-2 0-16,0-4 0 0,0-14 0 0,0 1 0 15,0-6 0-15,0-14 0 0,0-1 0 0,-4-7 0 16,2-9 0-16,0-5 0 0,0-6 0 0,1-5 0 16,1-3 0-16,0-2 0 0,-2-2 0 0,2 0 0 15,0 0 0-15,0-6 0 0,0-10-12 0,0-2-116 16,7-6-10-16,10-10-726 0,0-2 412 0,7-9 206 16</inkml:trace>
  <inkml:trace contextRef="#ctx0" brushRef="#br0" timeOffset="13838.11">15252 7688 3484 0,'-10'-6'0'0,"7"3"0"0,1-1 0 0,2 1 0 0,0-5 0 0,0 2 0 0,2 0 0 0,11-3 0 0,7 1 0 0,7 0 0 0,3 0 306 0,11 0-165 0,0 3-141 0,3 1 0 16,2 0 0-16,2 2 0 0,-7 1 0 0,15 1 0 15,-5 0 0-15,-1 0 0 0,0 0 0 0,-6 0 0 16,-6 0 0-16,2 0 0 0,-5 1 0 0,-3-1 0 0,-4 0 0 16,-5 0 0-1,-3 0 0-15,-3 0 0 0,-7-1 0 0,-2-5 0 16,-3 3 0-16,-3-2 0 0,-2 2-349 15,0-3 14-15,-4 0-490 0,-7 1 392 0,-4 0 196 0,-1-2 98 16,2-1 39-16,-2-1-251 0,0-8 156 16</inkml:trace>
  <inkml:trace contextRef="#ctx0" brushRef="#br0" timeOffset="14023.61">15928 7258 2080 0,'0'0'0'0,"0"2"0"0,3 2 0 0,1 2 0 0,2 3 0 0,0 0 0 0,3 1 0 0,0 0 0 0,5 4 0 0,-1 0 0 0,0 2 102 0,0 0 363 0,2 2-211 0,-2-1-97 16,0 0 110-16,-1-2-114 0,-3 2-55 0,-2-2-29 16,-2 1-29-16,-3 2 11 0,-1-2-10 0,-1 1-92 15,0 2 46-15,-15 2-1 0,-1-2 47 0,-4 1-337 16,-4 0 163-16,-1 1 87 0,-3 2-6 0,1-3-573 16,-3 3 247-16,1 0 159 0,1-3 94 0,-2 3-372 15,4-5 229-15,-1-1 113 16,2-2-258-16,4-5 176 0</inkml:trace>
  <inkml:trace contextRef="#ctx0" brushRef="#br0" timeOffset="14221.24">15629 7877 1762 0,'-4'0'-1'0,"4"0"1"0,-2 0 0 0,2 0 0 0,0 0 0 0,0 0 0 0,0 5 0 0,0-1 0 16,0 5 0-16,0 2 0 0,0 3 139 0,0 2 374 0,0 5-236 0,0 3-119 0,0 2-58 0,0 3 351 0,-3 3-210 0,1-3-100 15,0 3-50-15,2-2-32 16,0 1-59-16,0-9 0 0,0 2 0 0,2-3 0 15,7-2 0-15,5-3 0 0,-3-6 0 0,4 0 0 16,1-4 0-16,2-4 0 0,-4-2 0 0,4 0 0 16,-4 0 0-16,2-5-778 0,-2-6 369 0,0-4 187 15,-1 0 76-15,-1-3-568 0,0-7 336 0,-4 2 158 16</inkml:trace>
  <inkml:trace contextRef="#ctx0" brushRef="#br0" timeOffset="14370.66">15735 7792 3123 0,'-18'-12'0'0,"4"6"0"0,0-3 0 0,3 3 0 0,-2 1 0 0,5 2 0 0,1 0 0 0,5 1 0 0,0 1 0 0,2 1 0 0,0 0 359 0,2 0-160 0,5 9-78 15,3 0 8-15,3 3-129 0,3-1 0 0,0 2-115 16,1 2-74-16,3 0 115 0,1-2 57 0,2 1-944 16,-3-3 511-16</inkml:trace>
  <inkml:trace contextRef="#ctx0" brushRef="#br0" timeOffset="14740.84">16740 7538 3259 0,'-14'-9'0'0,"9"5"0"0,5 3 0 0,0-3 0 0,0-1 0 0,0 4 0 0,7-3 0 0,16 0 0 0,5 0 0 0,7 1 0 16,13-1 118-16,0 2 196 0,1 0-138 0,1 1-112 0,1 1-64 0,-8 0 0 15,12 0 0-15,-6-4 0 0,-5 3 0 16,2-1 0-16,-5 1 0 0,-7-1 0 0,1-2-336 16,-5-1 58-16,-5 1 157 0,-4-4-742 15,-5 3 399-15,-6-1 204 0,-4-4 116 0,-4-1-194 16,-2 0 150-16</inkml:trace>
  <inkml:trace contextRef="#ctx0" brushRef="#br0" timeOffset="14894.26">17372 7275 1966 0,'-11'-7'0'16,"5"3"0"-16,4 3 0 0,2-2 0 0,0 1 0 0,4 0 0 0,16 0 0 0,3 2 0 0,7 0 0 0,2 0 0 0,3 0 228 0,3 6-100 0,0 4-45 15,-2 3 261-15,-1-2-154 0,-5 3-76 0,-5 0-29 0,1 5 87 0,-9-4-68 16,-6 4-33-16,-5 1-197 0,-6 5 82 0,0 0 50 16,-15-2-9-16,-8 2-418 0,-3-1 230 0,-2-1 114 15,-4-5 57-15,2 2-778 16,-4-3 385-16,1-1 188 0</inkml:trace>
  <inkml:trace contextRef="#ctx0" brushRef="#br0" timeOffset="15137.93">17281 7724 2382 0,'0'5'0'0,"2"8"0"15,0-7 0-15,0 0 0 0,-2 5 0 0,2 1 0 16,0 1 0-16,-1 4 0 0,2 3 0 0,1 5 0 0,-1 3 792 0,1 1-378 0,-2 5-179 0,2 2-127 0,-3 0-108 0,1 2 0 0,0-1 0 0,-2 0 0 15,2 1 0-15,-2-2 0 0,0-2 0 16,0-4 0-16,0-8 0 0,0 5 0 0,0-6 0 16,-2-5 0-16,-3-1 0 0,-5-4 0 0,0-3 0 15,-1-4 0-15,-1 0 0 0,-6-4 0 16,2 0 0-16,-3 0 0 0,-2-3 0 0,1-4 0 16,-7-6-373-16,3-3-12 0,-1-3 174 0,2-7-598 15,0-7 387-15,7-3 182 0,2-16-196 0</inkml:trace>
  <inkml:trace contextRef="#ctx0" brushRef="#br0" timeOffset="15268.28">17086 7681 2547 0,'10'-13'0'0,"-1"3"0"0,4 5 0 0,-4-3 0 0,-1 2 0 0,2 2 0 0,-1 2 0 0,-2 1 0 0,5 1 0 0,-1 0 0 0,0 0 223 0,3 0-83 0,-3 1-56 16,2 7 0-16,0 3-236 0,1-1 94 0,2 3 48 15,3 0 33-15,7 2-807 0</inkml:trace>
  <inkml:trace contextRef="#ctx0" brushRef="#br0" timeOffset="15620.34">18283 7435 3532 0,'-17'-3'0'0,"4"2"0"0,5-3 0 0,2 2 0 0,3-2 0 0,3 3 0 0,0-1 0 0,0 0 0 0,5 0 0 15,20 0 0-15,7 0 399 0,11 1-399 0,2-1 0 0,8-1 0 0,-1 2 0 16,2 1 0-16,-1-2 0 0,2 2 0 0,-3-2 0 16,-1 2 0-16,-4 0 0 0,-2 0 0 0,-9 0 0 15,-1-2 0-15,-1 2-623 0,-10 0 93 0,-3 0 257 16,-10-2 54-16,1 1-556 0,-10-2 373 0</inkml:trace>
  <inkml:trace contextRef="#ctx0" brushRef="#br0" timeOffset="15790.3">18784 7253 2200 0,'-2'0'0'0,"2"0"0"0,2-4 0 0,9-2 0 16,7 2 0-16,6 3 0 0,0-2 0 0,2 3 0 0,-3 0 0 0,7 0 0 0,-3 12 382 0,-1-1-172 0,-4 2-86 0,-5 1 2 0,-2-1-35 0,-2 2-9 0,-5 1-226 16,-5 1 92-16,-3 2 45 15,0 0 0-15,-3 1-507 0,-12 3 272 0,-2-4 140 16,-4 0 70-16,-3-1-755 0,-2-2 375 0</inkml:trace>
  <inkml:trace contextRef="#ctx0" brushRef="#br0" timeOffset="16196.08">18579 7558 1900 0,'-5'0'0'0,"3"3"0"0,2 2 0 0,0 3 0 0,0 1 0 0,4 6 0 0,5 6 0 0,-1 1 0 0,-3 5 0 0,1 1 0 16,-3 4 445-16,-1 1-194 0,0 1-111 0,-2 0 115 0,0 0-108 0,0-2-55 0,-7 0-16 0,-2-2 20 15,-3-2-29-15,3-4 1 0,0-3-30 0,0 0-50 16,-2-5 34-16,2-4-9 0,4-5 26 0,-2-1-155 16,2-2 77-16,0-4 39 0,1 0 9 0,0-2-117 15,4-13 27-15,0-4 50 0,0-5-79 0,2-1 34 16,9-3 4-16,5-1 25 0,2 2-4 0,5-1-1 16,-1 3 6-16,3 5 109 0,-5 2-48 0,8 3 7 15,-7 6-29-15,0 4 153 16,-3 2-63-16,0 3-42 0,-6 0 36 0,0 3-35 15,-4 9 18-15,-7 0-53 0,1 3 17 0,-2 2-5 16,-2 0 20-16,-8-1 9 0,-6 2-22 0,1-3-2 16,-4-2 0-16,2-4 30 0,1-2-31 0,-2-1 0 15,4-2-17-15,2-2 151 0,1-2-63 16,4 0-90-16,-1 0-4 0,4 0 0 0,2 0 0 16,2 0 0-16,0 0 0 0,0 0 0 15,0 0 0-15,12 0 0 0,2 0 0 0,6 4 0 16,4 1 0-16,0 1 0 15,-1-1 0-15,7 3 0 0,-4 0 0 0,4-1 0 0,-2 1 0 0,1-2 0 16,-3 0-88-16,8 3-418 0,-4-4 230 0,2-1-669 16,0 2 453-16,7-5 227 0</inkml:trace>
  <inkml:trace contextRef="#ctx0" brushRef="#br0" timeOffset="16473.59">19586 7186 3694 0,'-7'-4'0'16,"7"4"0"-16,0 0 0 0,-2 0 0 0,-1 7 0 0,0 8 0 0,-1 7 0 0,2 5 0 0,2 6 0 0,0 10 0 0,0 5 237 0,0 2-237 0,0 14 0 0,2-6 0 15,2 17 0-15,2 3 0 0,-2 4 0 0,-1 11 0 16,1-4 0-16,-2-10 0 0,-2 24 0 0,0-2 0 15,0 0 0-15,0-2 0 0,0 0 0 0,0-16 0 16,0 18 0-16,0-14 0 0,4-11 0 0,-3 8 0 16,8-6 0-16,-4-13 0 0,2 13 0 0,1-16 0 0,-5-9 0 15,4 3-218-15,-4-3-293 0,-1-5 225 16,-2 2-855-16</inkml:trace>
  <inkml:trace contextRef="#ctx0" brushRef="#br0" timeOffset="17123.2">15508 8648 1882 0,'-7'-26'3'0,"4"11"-1"0,3 0 1 0,0-2-2 0,5-1 1 15,12-2 0-15,6 3 1 0,4 4-1 0,3 3 0 0,3 3 0 0,3 5 83 0,-1 2 126 0,1 0-77 0,-2 11-53 0,-2 9 150 16,-4 4-97-16,-4 4-48 0,-3 2-23 16,-8 4 8-16,-6 0-33 0,-3 3 1 0,-4 4-155 15,-4-3 77-15,-14-2 38 0,-1-6 11 0,-13 4-9 16,-1-8 0-16,2-10 37 0,-11 1 1 16,7-9 68-16,1 0-55 0,2-5-62 0,9-3 372 15,-2 0-161-15,6 0-82 0,6 0-40 16,3 0-68-16,5 0-11 0,3 0 0 0,2-2 0 0,7 1 0 15,18-7 0-15,5 2 0 0,14 2 0 16,2-3 0-16,3 1 0 0,5 3 0 0,1 1 0 0,1 0 0 0,1 0 0 16,-1 2 0-16,1 0 0 15,-4 0 0-15,0 0 0 0,2 6-177 0,0 0-59 0,0-1 100 16,9 2-825-16,-4-1 461 16,4-4 231-16</inkml:trace>
  <inkml:trace contextRef="#ctx0" brushRef="#br0" timeOffset="17356.37">17237 8631 2935 0,'-8'-2'0'0,"8"0"0"0,0 2 0 0,0 0 0 0,0 0 0 0,0 2 0 0,0 9 0 0,0 3 0 0,6 6 0 0,1 5 0 0,-1 3 827 0,1 2-658 0,-2 6-169 0,0-1 0 16,1 1 0-16,-3 0 0 0,-1 1 0 0,2-3 0 15,-3 2 0-15,1-4 0 0,2 0 0 0,0-4 0 16,0-5-51-16,0 0-86 0,3-2-929 16,0-2 485-16,2-4 272 15,5-2 134-15,5-5-309 0</inkml:trace>
  <inkml:trace contextRef="#ctx0" brushRef="#br0" timeOffset="17560.75">18386 8550 3931 0,'0'-3'0'0,"0"1"0"16,0 2 0-16,0 0 0 0,0 0 0 0,0 0 0 0,2 7 0 0,0 6 0 0,1 4 0 0,6 4 0 0,-2 5 0 0,4 5 0 0,4 4 0 0,0 2 0 15,2 1 0-15,0 2 0 0,-2-3 0 0,1 10 0 16,-4-2 0-16,-3 2 0 0,-5 0 0 0,0 0 0 15,-3-2 0-15,-1 9-304 0,0-3 119 0,0 3-15 16</inkml:trace>
  <inkml:trace contextRef="#ctx0" brushRef="#br0" timeOffset="18084.41">15830 9421 3080 0,'-3'-14'0'0,"1"10"0"0,2 0 0 0,0 2 0 0,0 0 0 0,0 0 0 0,2 2 0 0,3 0 0 0,0 7 0 0,6 12 0 0,-4 4 137 0,0 6-49 15,-1 5 538-15,-1 1-626 0,0 3 0 0,-2 1 0 0,-1 1 0 16,0-2 0-16,0 2 0 0,0-4 0 15,-1 0 0-15,3-4 0 0,1-3 0 16,4 0 0-16,-2-7-122 0,2 1-28 0,2-4-974 16,3-4 540-16,2-2 272 0,9-2 137 15</inkml:trace>
  <inkml:trace contextRef="#ctx0" brushRef="#br0" timeOffset="18334.95">17315 9444 3931 0,'0'0'0'0,"0"0"0"0,0 0 0 0,0 4 0 0,2 5 0 0,0 5 0 0,0 4 0 0,-1 3 0 0,2 3 0 0,1 3 0 0,1 2 0 0,1 3 0 0,1 1 0 15,3-2 0-15,-3 0 0 0,3-3 0 0,-3-2 0 16,1-5 0-16,-1 1 0 15,-1-1 0-15,-1-2 0 0,1-2 0 0,-2-3 0 0,0 0 0 0,1 0 0 16,-1-2-409-16,1 1-207 16,1 0 289-16,2 0 145 0,1-1-760 0</inkml:trace>
  <inkml:trace contextRef="#ctx0" brushRef="#br0" timeOffset="18554.09">18373 9489 3931 0,'0'0'0'0,"0"0"0"0,0 4 0 16,0 0 0-16,0 2 0 0,0 4 0 0,0 6 0 0,0 3 0 0,0-1 0 0,2 6 0 0,-2 5 0 0,2 3 0 0,2 3 0 16,1-1 0-16,0 0 0 0,1 2 0 0,0-2 0 15,-2-2 0-15,0-1 0 0,-1 1 0 0,-1-4 0 16,2 1 0-16,1-9 0 0,1 3 0 0,2-2 0 15,-1-3 0-15,2-1 0 0,3 0-953 16</inkml:trace>
  <inkml:trace contextRef="#ctx0" brushRef="#br0" timeOffset="19510.98">20466 8043 2330 0,'-16'-11'0'0,"3"5"0"0,2 6 0 0,1 0 0 15,5 0 0-15,0 0 0 0,3 0 0 0,-1 0 0 0,3 4 0 0,0-1 0 0,0 3 126 0,10 0-43 0,5 0 183 0,7-3-102 0,8 3-66 16,2-4-29-16,9 0 244 0,-7 1-136 0,6-2-68 0,-2-1-23 16,-5 2 24-16,-1-2-110 15,-2 4 0-15,-7-1 0 0,2 1-38 0,-7 3 33 16,-1-1-636-16,-4 1 336 0,-1 3 172 16,-7 1 23-16,-1 2-773 0,-2 0 410 0,-2 2 221 0</inkml:trace>
  <inkml:trace contextRef="#ctx0" brushRef="#br0" timeOffset="19694.14">20571 8449 3228 0,'-18'13'0'0,"5"1"0"0,4-9 0 0,1 1 0 0,4-5 0 0,4 1 0 0,0-2 0 0,2 2 0 0,19 0 0 0,9-2 0 0,4 0 588 15,7 0-473-15,-1 0-115 0,-6 0 0 0,7 0 0 16,-4 0 0-16,0 0 0 0,-4 0 0 0,-1 0-19 15,-2 0-252-15,-6 0 166 0,1 3 69 0,-3 1-393 16,-1-1 235-16,-2 3 118 0,-2-3-1001 0</inkml:trace>
  <inkml:trace contextRef="#ctx0" brushRef="#br0" timeOffset="20925">21709 7529 2599 0,'-4'-4'0'0,"-1"0"0"0,0-2 0 0,-2 1 0 0,1 1 0 0,-5-1 0 0,1 0 0 0,-2 4 0 0,-6-1 0 0,-2 2 0 0,-3 2 137 0,-5 13-47 15,-6 9-1-15,1 6 273 0,-1 8-165 0,-3 13-78 0,5 0 219 0,5 6-338 16,5 6 0-16,4-5 0 16,4 18 0-16,6-4 0 0,7 1 0 0,1-1 0 15,0 2 0-15,5-11 0 0,15 10 0 0,1-11 0 16,5-5 0-16,-1-7 0 0,5 0 0 0,0-2 0 16,2-3 0-16,0-2 0 0,-2-2 0 0,0-3 0 0,-3-8 0 15,-2 2 0-15,2-6 0 0,-3-4 0 16,1-3 0-16,-2-4 0 0,-5-3-617 0,3-5 176 15,-5-1 199-15,1-4-539 0,1-2 370 0,-2 0 184 0,0-9 83 16</inkml:trace>
  <inkml:trace contextRef="#ctx0" brushRef="#br0" timeOffset="21274.5">22319 7720 2894 0,'-17'-23'0'0,"4"16"0"0,3 5 0 0,3-1 0 16,0-1 0-16,-1 2 0 0,0 2 0 0,3 0 0 0,1 2 0 0,0 11 0 0,1 7 132 0,3 8 384 0,0 8-237 0,0 6-169 0,0 5-110 0,3 6 0 0,7 10 0 15,-2-1 0-15,-1 8 0 0,-3 5 0 16,-1 4 0-16,-1 3 0 0,0 0 0 0,-2 2 0 15,0-6 0-15,0-1 0 0,0-5 0 0,0-12 0 16,0 4 0-16,0-8 0 0,0-5 0 16,0-12 0-16,0-2 0 0,0-11 0 0,0-3 0 0,0-8 0 15,0-3 0-15,0-7 0 16,0 0 0-16,-2-4 0 0,-2-1 0 0,1 0 0 0,-3 0 0 16,3 0 0-16,-2 0 0 0,2 0 0 15,1-1 0-15,-2-2-112 0,2 1-203 16,2 2 137-16,0 0-1006 0</inkml:trace>
  <inkml:trace contextRef="#ctx0" brushRef="#br0" timeOffset="22247.45">22964 7674 2090 0,'-2'-2'0'0,"-3"2"0"0,3 0 0 0,2 0 0 0,-1 0 0 0,-1 0 0 0,0 9 2 0,2 6 0 0,0 8 1 0,0 0-1 0,0 3 273 0,0 1-107 16,0 3-69-16,0 1 332 0,0-2-195 0,2 1-98 15,3-2 152-15,2-3-115 0,-2 3-155 0,1-5-20 0,-1 0 0 16,1-3 0-16,-3-1 0 0,4-4 0 0,-6 0 0 16,1-4 0-16,0 0 0 0,0-2-73 15,-2-5-73-15,0 0 102 16,0-2-6-16,0 0-641 0,0-2 300 0,2 0 176 0,1 0-417 16,8-4 288-16,8-14 157 0</inkml:trace>
  <inkml:trace contextRef="#ctx0" brushRef="#br0" timeOffset="22470.62">23603 7624 2859 0,'-3'0'0'0,"1"0"0"0,0 3 0 0,0 3 0 0,-1 8 0 0,1 3 0 0,-2 4 0 0,2 5 0 0,-1 5 0 0,1 2 0 0,-3 2 770 0,3 4-468 0,2-2-302 16,-1 2 0-16,1 0 0 0,0-2 0 0,0-2 0 31,0-1 0-31,0-3 0 0,0 0 0 0,0-4 0 0,3 0 0 0,2-6 0 0,0-1 0 16,-3-1 0-16,2-1 0 0,-2-2 0 15,-2-1-115-15,0-1-1152 0,0 6 604 0</inkml:trace>
  <inkml:trace contextRef="#ctx0" brushRef="#br0" timeOffset="22765.17">22900 8620 3197 0,'-8'-2'0'0,"6"0"0"0,-2 2 0 0,2 0 0 0,2 0 0 0,-1 0 0 0,1 0 0 0,0 2 0 0,0 9 0 0,0 3 0 0,0 3 118 0,0 5 393 0,0 0-406 15,0 6-105-15,0 3 0 0,0-4 0 0,0 4 0 16,0-1 0-16,0-4 0 0,0 7 0 0,0-6 0 16,0-4 0-16,0-1 0 15,0 1 0-15,0-4 0 0,0-3 0 0,-2 0 0 16,2-7 0-16,0 0 0 0,0-1 0 0,2-5 0 16,3-1-31-16,9-2-877 0,4 0-213 0,5-10 541 15</inkml:trace>
  <inkml:trace contextRef="#ctx0" brushRef="#br0" timeOffset="22980.74">23426 8629 3193 0,'5'-4'0'0,"-1"1"0"31,-2 3 0-31,-1 0 0 0,-1 0 0 0,0 0 0 0,0 9 0 0,0 4 0 0,0 4 0 0,0 7 0 0,0 1 253 0,0 4-107 0,0 2 193 0,0 1-339 0,2 2 0 0,0-1 0 0,0-1 0 0,0-1 0 15,0-3 0-15,-2-7 0 0,3-1 0 0,2-2 0 0,-3-4 0 16,-1-3 0-16,1-4 0 16,0-1 0-16,0 0 0 0,-2-4 0 0,0-2 0 0,0 0 0 15,0 0-357-15,0 0-76 0,0 0 197 0,0-4-456 16,2-11 327-16,0-6 162 0,7-5 73 0</inkml:trace>
  <inkml:trace contextRef="#ctx0" brushRef="#br0" timeOffset="23490.73">24192 7491 2263 0,'-3'-6'0'0,"3"4"0"0,0 1 0 0,-1-1 0 0,1 0 0 0,0 2 0 0,0 0 0 0,0 0 0 0,0 0 0 0,0 0 0 0,0 0 82 15,1 5 214-15,2 7-129 0,3 1-65 0,-5 3-31 16,3 1 0-16,-2 4-23 0,0 3-9 16,-2 1 429-16,0 3-215 0,0 0-182 0,0 1-71 15,0 3 0-15,0-1 0 0,-4 5 0 0,-1 5 0 16,1 3 0-16,-2 1 0 15,0 2 0-15,-1 3 0 0,0 5 0 0,-2 7 0 0,2-2 0 0,2 2 0 16,-1-3 0-16,-1 10 0 16,0-7 0-16,2-2 0 0,1-6 0 0,2 3 0 15,-1 4 0-15,1 5 0 0,0-13 0 0,2 13 0 16,0-16 0-16,0 4 0 0,0 1 0 16,0-5 0-16,0 0 0 0,0-7 0 0,0-7 0 0,0 1 0 15,0-1 0-15,0-5 0 0,0-6 0 0,0-2 0 16,0-2 0-16,0-7 0 0,0 0 0 0,-2-4 0 15,2-3 0-15,0-3 0 0,0-3 0 0,0-1 0 16,0 0 0-16,0 0 0 0,-1 0 0 0,1-1 0 16,0-9 0-16,0-3-328 15,0-4 98-15,0-4 96 0,1-3-716 0,5-2 406 16,3-3 202-16,5 1 92 0</inkml:trace>
  <inkml:trace contextRef="#ctx0" brushRef="#br0" timeOffset="23670.75">24410 8946 3027 0,'15'0'0'0,"2"0"0"0,-6 0 0 0,-5 0 0 0,2 8 0 0,-1 1 0 0,-2 0 0 0,-1 1 0 0,-2 3 0 0,1 0 0 0,-1 0 212 16,-2 1 206-16,0 1-180 0,0-2-202 0,-4 4-36 16,-5-3 0-16,-2 2 0 0,-2-1 0 0,-2 0 0 15,0 0 0-15,-3-2 0 0,2 2 0 0,-1-2-187 16,0 1-235-16,-2 0 241 0</inkml:trace>
  <inkml:trace contextRef="#ctx0" brushRef="#br0" timeOffset="24399.87">25106 7713 1525 0,'-2'-9'0'0,"1"7"0"0,-1-4 0 0,0 0 0 0,0 2 0 0,0 0 0 0,0 3 0 0,1-1 0 0,1 0 0 0,0 2 0 0,0 0 73 0,0 0 83 0,0 5-58 16,0 5-20-16,-2 2 159 0,0 6-100 15,2-1-48-15,-2 7 0 0,-1 1 176 0,2 3-102 16,-1 5-67-16,-1 0-28 0,2 9 258 0,1-2-144 16,0 3-71-16,0-1 127 0,0 12-238 0,0 0 0 15,-2 10 0-15,0 0 0 0,1 2 0 0,-3-6 0 16,0 14 0-16,1-7 0 0,1-3 0 0,0-11 0 15,0 5 0-15,2-2 0 0,0-5 0 16,0-4 0-16,0-10 0 0,0 1 0 16,0-4 0-16,0-8 0 0,0-2 0 0,0-3 0 15,0-6 0-15,0-4 0 0,0-4 0 0,0-1 0 16,0-1 0-16,0-5 0 0,0 0 0 0,0 0 0 16,0 0 0-16,0 0 0 0,-3 0 0 0,2 0 0 15,-2 0 0-15,3 0 0 0,0 0-172 0,0 0-886 16,0 0 513-16</inkml:trace>
  <inkml:trace contextRef="#ctx0" brushRef="#br0" timeOffset="25156.92">25773 7562 2252 0,'-1'0'0'0,"-1"0"0"16,2 4 0-16,-2 4 0 0,2 1 0 0,-2 4 0 0,2 2 0 15,0 4 0-15,0 4 0 0,0 5 0 0,0 2 94 0,0 2 157 0,2 2-105 0,-2 1-54 0,0 2-16 0,0-2-10 0,0-4-27 0,0 0 1 16,0-3 473-16,0-6-236 0,0 1-192 16,0-3-85-16,0-2 0 0,-2-5 0 0,0-4 0 15,-2 0 0-15,4-3 0 0,0-3 0 0,0-1 0 16,0-2 0-16,-2 0 0 0,2 0 0 0,0 0 0 16,0 0 0-16,0 0-157 0,0 0 83 0,0 4-26 15,0 4-845-15,2 5 443 0,8 8 236 16</inkml:trace>
  <inkml:trace contextRef="#ctx0" brushRef="#br0" timeOffset="25475.8">25768 8685 3182 0,'-8'-3'0'0,"3"1"0"0,4 2 0 0,-2 0 0 0,1 0 0 0,0 0 0 0,2 0 0 0,-2 2 0 0,0 5 0 0,2 6 0 0,0 3 361 16,0 6-166-16,0 1-78 0,0 3-41 0,0 4-76 15,0 2 0-15,2-1 0 0,0 2 0 0,0 2 0 16,0-1 0-16,-1 0 0 0,1-1 0 0,-1-1 0 16,-1-1 0-16,0-2 0 0,0 0 0 0,0-7 0 15,0 1 0-15,-1-4 0 0,-2-2 0 0,1-6 0 16,0 0 0-16,0-4 0 0,0-2 0 0,0-4 0 15,2 0 0-15,0-1 0 0,0 0 0 0,0 0 0 16,0 0 0-16,0 0 0 0,0-5 0 0,0-7-410 16,2-3 173-16,7-6 99 15,5-5-705-15,2-5 407 0,7-8 198 0</inkml:trace>
  <inkml:trace contextRef="#ctx0" brushRef="#br0" timeOffset="25863.9">26359 7777 2756 0,'-7'-21'0'0,"1"8"0"0,3-4 0 0,3-2 0 0,0 0 0 0,0 3 0 0,11-2 0 0,5-1 0 0,5 5 0 0,6 0 0 0,1 5 431 0,4 2-185 0,2 5-107 15,-1 2-50-15,3 0 61 0,-3 9-55 0,-4 8-70 16,-3 3-25 0,-3 7 0-16,-9 3 0 0,-2 4 0 0,-6 1 0 0,-6 2 0 15,0 0 0-15,-6-3 0 0,-13-1 0 0,-2 0 0 16,-9-2 0-16,2-11 0 0,-4 3 0 0,0-6 0 16,2-4 0-16,2-1 0 0,6-6 0 0,-1-1 0 15,8 0 0-15,2-4 0 0,6-1 0 0,1 0 0 16,2 0 0-16,4 0 0 0,0 0 0 0,18 0 0 15,7 0 0-15,5 0 0 0,10 0 0 16,1 0 0-16,-1-1 0 0,8-2 0 16,-4 3 0-1,-9 0 0-15,4 0 0 0,-1 0 0 0,-2 0 0 0,-6 0 0 0,-2 3 0 0,-2 4 0 16,-8 4 0-16,-1 1-1007 0,-4 6 436 16,-4 9 266-16</inkml:trace>
  <inkml:trace contextRef="#ctx0" brushRef="#br0" timeOffset="26084">26724 8511 3528 0,'-2'8'0'0,"-4"6"0"0,1 0 0 0,2 1 0 0,0 1 0 0,-1 7 0 0,0 3 0 0,3 3 0 0,-1 2 0 0,0 7-1 0,-2 5 405 0,-3-1-404 0,2 1 0 0,0-6 0 15,-2 10 0-15,-1-12 0 16,-2 3 0-16,3-2 0 15,0-2 0-15,3-8 0 0,-2 0 0 0,4-3 0 0,0-4 0 0,2-3 0 16,0 0 0-16,0-5-127 0,0-2-95 0,2-2-787 16,6-1 486-16,3-6 241 0,4 0-437 0</inkml:trace>
  <inkml:trace contextRef="#ctx0" brushRef="#br0" timeOffset="26312.27">27388 7596 3392 0,'0'-1'0'0,"1"1"0"0,5 11 0 0,-6 10 0 0,3 12 0 0,-3 10 0 0,0 12 0 0,0 6 0 0,-3 13 0 0,-8 18 0 0,2-9 106 0,-8 30-39 0,3-5 0 16,-4 5 232-16,4 0-299 0,-2-6 0 15,5 3 0-15,2-4 0 0,1-9 0 0,-1-5 0 16,2-14 0-16,-3-11 0 0,2 12 0 15,-2-23 0-15,2 0 0 16,0-6 0-16,-1-9 0 0,1-5-317 0,-1-1-288 0,-4-2 282 0</inkml:trace>
  <inkml:trace contextRef="#ctx0" brushRef="#br0" timeOffset="29837.59">28020 8680 2440 0,'0'0'-6'0,"0"2"3"0,0-2 0 0,0 3 0 0,0-1 1 0,0 3 1 0,0-4 0 0,0 1-3 0,-2 3 2 0,2 1 0 0,0 3 114 0,0 3-34 0,0 0-1 15,0 0-33-15,-3 1 646 0,1 4-312 0,2 0-239 16,-6 4-139-16,1-2 0 15,-4 5 0-15,-1-1 0 0,-1-1 0 0,-3 4 0 16,-4-1 0-16,2-1 0 0,-1-3 0 0,0 0 0 16,2-6 0-16,0 2 0 0,2-5-617 0,5-4 2 15,1-1 251-15,3-1 160 0</inkml:trace>
  <inkml:trace contextRef="#ctx0" brushRef="#br0" timeOffset="30417.92">28570 7981 1746 0,'0'-17'0'0,"0"4"0"0,0 2 0 0,0 0 0 0,0-1 0 0,0 1 0 0,0 1 0 0,0 0 0 0,0 6 0 0,-2-2 0 0,2 4 449 0,0 0-203 15,0 1-103-15,-2 1-40 0,2 0 126 0,0 3-94 16,0 12-47-16,0 5 195 0,0 3-121 0,0 7-50 0,2 9-41 16,6 2 93-16,-1 3-164 15,0 9 0-15,3 12 0 0,-4-12 0 0,-1 21 0 0,-1-7 0 16,-2 3 0-16,-1 1 0 15,-1 0 0-15,0-5 0 0,0 12 0 0,0-11 0 16,0-1 0-16,0-11 0 0,0-2 0 0,0-8 0 16,0 7 0-16,0-15 0 0,0-2 0 0,0-5 0 15,0-7 0-15,0-4 0 0,0-8 0 0,0 0 0 16,0-5 0-16,0-2 0 0,0-3 0 0,0-1 0 16,0 0 0-16,-3 0 0 0,-4 0 0 0,5 0 0 15,-4-5 0-15,2-5-78 0,0-1 1 0,4-4-603 16,0-6 320-16,0-3 160 15,2-4-552-15,10-6 360 0,2-5 176 0</inkml:trace>
  <inkml:trace contextRef="#ctx0" brushRef="#br0" timeOffset="30821.46">28990 7968 2421 0,'-2'-17'0'0,"1"4"0"0,1 2 0 0,0-4 0 0,1-1 0 0,12 4 0 0,4-3 0 0,8 0 0 0,3 3 0 0,4 1 0 0,7 1 452 0,-5 8-205 16,3-1-104-16,-1 3 151 0,-4 0-117 0,-2 9-73 16,-3 8-33-16,-7 4-49 0,-4 2-22 0,-5 8 0 15,-8 2 0-15,-3 0 0 16,0 3 0-16,-3-2 0 0,-13-2 0 0,-4 2 0 15,-3-7 0-15,-1 1 0 0,0-9 0 0,0-2 0 16,-1-3 0-16,-1-7 0 16,7-3 0-16,-4-3 0 0,4-1 0 0,5 0 0 0,2 0 0 0,2-1 0 15,4-1 0-15,4-2 0 0,0 2 0 0,2-1 0 16,0 0 0-16,7 0 0 0,13 1 0 0,8 0 0 16,5-2 0-16,7 2 0 0,1 1 0 0,3-3 0 15,-5 0 0-15,10 3 0 0,-7-2 0 0,-8 1 0 16,4 1 0-16,-3 1 0 0,-3 0 0 15,-4 0 0-15,1 0 0 0,-8 1 0 0,0 7 0 16,-4-2-307-16,1 1 137 0,-6-3 65 16,3 2-791-16,-3-5 428 0,1-1 215 0</inkml:trace>
  <inkml:trace contextRef="#ctx0" brushRef="#br0" timeOffset="31003.71">29891 7833 3370 0,'0'-4'0'0,"0"2"0"0,0 0 0 0,0 2 0 0,0 0 0 0,0 0 0 0,0 8 0 0,1 8 0 0,3 2 0 0,2 8 0 0,-4-2 227 0,3 6-94 0,-1 0 68 0,-3 2-201 15,1 1 0-15,0-1 0 0,1-2 0 0,-2 2 0 16,1 0 0-16,0-1 0 0,-2 1-133 0,0 1 26 16,0-2 74-16,-10 3-898 0,-4 3 340 0,-7-3 276 15</inkml:trace>
  <inkml:trace contextRef="#ctx0" brushRef="#br0" timeOffset="31257.03">29298 8622 3408 0,'-5'-1'0'0,"3"0"0"0,2 1 0 0,0 0 0 0,0 0 0 0,0 1 0 0,0 9 0 0,0 2 0 0,2 1 0 0,1 3 0 0,3 4 148 16,-1 0 227-16,-3 2-375 0,0 4 0 0,1-1 0 16,-1 0 0-16,-2-1 0 0,0-4 0 0,0 3 0 15,0-3 0-15,0 0 0 0,-2-5 0 0,2-1 0 16,-3-2 0-16,3-1 0 0,0-1-190 0,0-3-333 16,0 2 143-16,0-1 170 0,3-3-543 0,6 3 361 15,1-5 175-15</inkml:trace>
  <inkml:trace contextRef="#ctx0" brushRef="#br0" timeOffset="31507.3">29799 8665 3134 0,'2'-11'0'0,"1"7"0"0,-1 2 0 0,0 0 0 0,-1 2 0 0,1 0 0 0,1 0 0 0,-1 4 0 0,1 7 0 0,-1 6 0 0,-2 0 252 0,5 3-106 0,1 7 253 0,-2-3-399 16,2-1 0-16,-2 5 0 0,1-5 0 0,3-1 0 16,-5 1 0-16,2-2 0 0,-3-3 0 0,2-3 0 15,-3 0 0-15,-1-6 0 0,0 3 0 0,0-3 0 16,0-1-72-16,0-1-206 0,0-1 135 0,-1-3-616 16,0 1 361-16,-2-2 179 0,1 0 80 0,2-2-455 15,0 0 277-15</inkml:trace>
  <inkml:trace contextRef="#ctx0" brushRef="#br0" timeOffset="32072.68">30339 7985 1614 0,'0'-2'0'0,"0"-2"0"0,0 0 0 0,0 1 0 0,0-1 0 0,0-2 0 0,0 2 0 0,0 3 0 0,0-3 0 0,0 2 0 0,0 1 459 0,0-2-199 0,0 2-114 15,0 1-52-15,0 0 400 0,0 0-227 0,0 0-112 16,0 0-47-16,0 0 225 0,0 0-332 0,0 1-1 0,0 6 0 16,2 5 0-16,-1 1 0 0,1 3 0 0,0 6 0 15,-2 0 0-15,0 7 0 0,0 2 0 0,0 9 0 16,0 7 0-16,-5 0 0 0,-1 4 0 0,-2 3 0 15,6-2 0-15,-4 4 0 16,3-5 0-16,3 0 0 0,0-4 0 0,0 1 0 16,0-6 0-16,0-3 0 0,0 5 0 0,0-8 0 15,0 2 0-15,0-3 0 0,0-1 0 0,0-2 0 16,-2-3 0-16,0-6 0 0,-1 0 0 0,1-4 0 16,-1-2 0-16,3-4 0 0,-2-3 0 0,0 2 0 15,-3-4 0-15,4 0 0 0,-1-3 0 0,0 0 0 16,0-1 0-16,0-1 0 0,0 0-234 0,0-1 69 15,-1-2-186-15,1 0 159 16,-1 0 76-16,1 0 36 0,2 0-456 0,0-10 247 16,0-5 113-16,0-2 72 0</inkml:trace>
  <inkml:trace contextRef="#ctx0" brushRef="#br0" timeOffset="32381.19">30707 7908 3115 0,'5'-15'0'0,"6"11"0"0,1 1 0 0,6 3 0 0,1 0 0 0,4 0 0 0,6 6 0 0,2 10 0 16,4 8 0-16,2 4 0 0,-2 10 354 0,-2 3-155 0,-3 6-69 0,2 12 3 15,-10-3-133-15,-3 2 0 0,-7 1 0 0,-2-9 0 0,-3 8 0 0,-6-2 0 16,-1-1 0-16,0-2 0 0,-11 0 0 0,-4-1 0 16,-8-3 0-16,-4 0 0 0,-3-4 0 0,-3-4 0 15,-6-5 0-15,-3-5 0 0,-4-2 0 0,1-3 0 16,-2-6 0-16,0-2 0 0,-1-1 0 0,-1-2 0 16,10-3 0-16,-9-1 0 0,11 1-517 0,2-1-282 15,0 3 378-15</inkml:trace>
  <inkml:trace contextRef="#ctx0" brushRef="#br0" timeOffset="33379.94">11661 11068 3649 0,'-25'15'0'0,"6"-4"0"0,3 3 0 0,2-7 0 0,7-1 0 0,-1-2 0 0,7-3 0 0,1 3 0 0,0 2 0 0,9 0 0 0,14 1 195 0,3-1-108 0,1-1-87 16,8 2 0-16,-3-2 0 0,2-2 0 0,-1 2 0 0,-1 0 0 0,0-1 0 15,-2 0 0-15,0-1 0 0,-3-1 0 16,-1 0 0-16,0 2-558 0,-5-3 8 0,0 1 273 0,-1 1-695 16,-1-3 466-16</inkml:trace>
  <inkml:trace contextRef="#ctx0" brushRef="#br0" timeOffset="33825.89">11654 10703 3696 0,'-12'-4'0'0,"3"2"0"15,0 1 0-15,2 1 0 0,2 0 0 0,1 0 0 0,0 0 0 0,3 0 0 0,1 0 0 0,0 0 0 0,0 0 235 0,9 0-235 0,6 5 0 0,7-2 0 16,3 3 0-16,3-3 0 0,4 2 0 0,3-2 0 16,3-3 0-16,0 2 0 15,-2-2 0-15,-1 0 0 0,-1 0 0 0,-4 0 0 16,-4 0 0-16,-8 0 0 0,2 0 0 0,-9 0 0 15,0 0 0-15,-5 0 0 0,-2 0 0 0,-3 0-348 0,1 0 121 0,-2 0 93 16,0 0 38-16,0 0-719 0,0 2 387 16,0 3 195-16,-2 5 96 0</inkml:trace>
  <inkml:trace contextRef="#ctx0" brushRef="#br0" timeOffset="34207.47">12801 10415 3472 0,'-10'-10'0'0,"3"5"0"0,-1 1 0 0,1-2 0 0,-3 2 0 0,-1 3 0 0,2-1 0 0,-3 2 0 0,-1 0 0 0,-2 3 0 0,-2 12 296 0,0 6-133 0,-1 6-163 0,-5 9 0 16,2 3 0-16,3 8 0 0,1 4 0 0,2 7 0 15,1 5 0-15,5-1 0 0,7-9 0 0,2 6 0 16,0-5 0-16,0-1 0 16,10-4 0-16,5-3 0 0,3-5 0 0,1-1 0 0,1-4 0 0,7 4 0 15,-3-5 0-15,-1-7 0 16,2 2 0-16,-5-3 0 15,-1-7 0-15,4 2 0 0,-9-7 0 0,2-1 0 0,-1-5 0 0,-5-2 0 0,2-3 0 16,-3-2-166 0,0-2-856-16,0 0 492 0,-4 0 245 0,2 0 123 0,-1 0 52 0</inkml:trace>
  <inkml:trace contextRef="#ctx0" brushRef="#br0" timeOffset="34719.53">13118 10811 2420 0,'-7'-4'0'16,"1"1"0"-16,2-1 0 0,-2 2 0 0,1 0 0 0,1 0 0 0,-1 1 0 0,-1 1 0 0,0 0 0 0,2 0 0 0,-1 11 260 0,-3 4-116 0,3 8-54 0,-1-1-26 0,0 5 276 0,4 0-152 0,0 1-66 15,2 4 181-15,0 2-303 0,0-2 0 16,2 0 0-16,7-2 0 0,5 0 0 15,-1-4 0-15,2-1 0 0,0-7 0 0,2 0 0 16,0-5 0-16,2-3 0 0,0-5 0 0,1-3 0 0,1-2 0 16,4 0 0-16,-5-10 0 0,4-8 0 0,-3-5 0 15,-2 0 0-15,-2-3 0 0,-5-1 0 0,-3 4 0 16,-2-7 0-16,-5 0 0 0,0 1 0 0,-2-3 0 16,0-2 0-16,-9 1 0 0,-5 0 0 15,-3 4 0-15,-4 2 0 0,0 3 0 0,-2 5 0 16,0 6 0-16,-7 1 0 0,2 5 0 15,1 5 0-15,1 2 0 0,6 0 0 0,-3 0 0 16,4 12 0-16,2 1 0 0,6 4 0 0,0 2 0 16,5 2-1094-16,3 2 1020 0,3 5 9 0,0-2 28 0,0 1-1547 15,5 0 1534 1,8 1 13-16,4 0-9 0</inkml:trace>
  <inkml:trace contextRef="#ctx0" brushRef="#br0" timeOffset="34902.28">13740 11162 3931 0,'1'0'0'16,"5"5"0"-16,0 2 0 0,-2-1 0 0,-4 7 0 0,0 1 0 0,0 5 0 0,-5 4 0 0,-9 1 0 0,-5 10 0 0,-5 0 0 0,-1 5 0 0,-1 1 0 0,-1 7 0 0,-8 12 0 0</inkml:trace>
  <inkml:trace contextRef="#ctx0" brushRef="#br0" timeOffset="38479.1">14081 10880 2571 0,'0'0'-8'0,"0"0"2"0,0 0 1 15,0 2 2-15,2-2 1 0,10 4 1 0,6-1 1 0,7-1 0 0,3-2 0 0,4 0 0 0,0 0 298 0,3 0-127 0,-1 0-53 0,-2 0 55 0,2 0-64 0,-4 0-33 16,-2 0 1-16,-1 0 84 0,-5 0-47 15,1 0-41-15,-5 0-58 0,-2 0-15 0,-2 5 0 16,-4-1 0-16,0 0 0 0,-3-1 0 0,-2 1-5 16,-1 0-5-16,-2-2-532 0,1-1 276 15,0 1 92-15,-1-2-595 0,0 3 363 0,1-3 181 16,3 0 89-16,1 0-226 0</inkml:trace>
  <inkml:trace contextRef="#ctx0" brushRef="#br0" timeOffset="38868.22">14784 10511 2417 0,'-4'-6'0'0,"-1"5"0"0,1-2 0 0,1 1 0 0,-2-1 0 0,3 1 0 0,0 0 0 0,2 2 0 0,0 0 0 0,0 0 0 0,0 0 93 15,0 4 175-15,0 4-102 0,0 3-67 0,2 0-27 16,2 1 93-16,-1 6-60 0,-2-1-31 0,1 2 224 15,0 3-133-15,0 3-156 0,-2 1-9 0,0 0 0 16,0 2 0-16,0 2 0 0,0 0 0 0,0 2 0 16,0-1 0-16,0 0 0 0,-2 1 0 0,2 2 0 15,0-2 0-15,0 0 0 0,0 0 0 16,0-3 0-16,0 4 0 0,0-4 0 0,0 0 0 16,0-1 0-16,0-1 0 0,0-7 0 15,0 3 0-15,2-5 0 0,-2 0 0 0,2-8 0 16,0 2 0-16,-2-5 0 0,1 1 0 0,-1-5 0 15,0-1 0-15,0 0 0 0,0-2 0 0,0 0 0 16,0 0 0-16,0 0 0 0,0 0 0 0,2 0 0 16,-2 0 0-16,0 0 0 0,0 0 0 0,0 0 0 15,0 0 0-15,0 0 0 0,0 0 0 0,0 0 0 16,0 0-772-16,2 0 352 0,2 0 186 0,3 0 94 16,7-2-715-16</inkml:trace>
  <inkml:trace contextRef="#ctx0" brushRef="#br0" timeOffset="39077.82">15203 11103 2799 0,'6'0'0'0,"-1"0"0"0,-1 1 0 0,-2 1 0 0,1 2 0 0,-1 1 0 0,0 1 0 0,-2-1 0 0,0 3 0 0,0 0 0 0,3-1 712 0,-3 1-340 0,0 0-324 0,0-1-48 16,0 0 0-16,0 5 0 0,0-1 0 0,-9 1 0 15,0 2 0-15,-3 5 0 0,-2 0 0 0,-2 4 0 16,-2 2-55-16,-3 0-89 0,-5 8-361 0,2 3 273 16,-4 2 8-16,-2 5 112 0</inkml:trace>
  <inkml:trace contextRef="#ctx0" brushRef="#br0" timeOffset="39910.33">15961 10597 1783 0,'-7'-4'0'0,"0"3"0"0,3 1 0 15,-2 0 0-15,4 0 0 0,0 0 0 0,0 0 0 0,2 0 0 0,-1 0 0 0,1 0 0 0,0 9 85 0,0 0 170 0,0 5-108 0,1-1-52 0,3 4-28 16,1 0 162-16,-2 1-100 0,1 5-43 0,0 1 111 15,-1 1-78-15,-1 1-39 0,0-2 10 0,0 8 89 16,-2-4-69-16,1 5-35 0,-1-4 3 0,0 2 0 16,0-5-29-16,0 6-49 0,0-5 0 0,0 0 0 15,-1 0 0-15,-1-5 0 16,0-1 0-16,0 0 0 0,0-5 0 0,2-3 0 16,0-4 0-16,0 1-93 0,0-2 62 0,-1-5-414 15,1-1 216-15,0 0 72 0,0-2-394 0,0 0 255 16,-2 0 117-16,0 0 75 0,2 0-168 0,0-7 115 15,0-11 59-15</inkml:trace>
  <inkml:trace contextRef="#ctx0" brushRef="#br0" timeOffset="40362.61">16259 10443 2559 0,'1'-5'0'0,"1"1"0"0,2 0 0 0,-1 0 0 0,3 3 0 0,0-2 0 0,2 3 0 0,-1 0 0 0,5 0 0 0,-1 0 0 16,-2 4 108-16,5 6 156 0,-4 0-112 15,1-2-55-15,3 5 289 0,-1-1-173 0,2 3-76 0,-2-2-122 0,3 3-15 16,-2-2 0 0,2 1 0-16,0 2 0 0,0 0 0 0,-6 0 0 0,8 4 0 15,-7-1 0-15,0 3 0 0,-3 1 0 0,-3 1 0 16,3 2 0-16,-5 4 0 0,-1-3 0 0,0 0 0 15,0 2 0-15,-2 1 0 0,0 1 0 0,0-3 0 16,0 3 0-16,-4 0 0 0,-3 0 0 16,-2 1 0-16,-3 1 0 0,-3 6 0 0,0-4 0 0,-2 1 0 15,-4 1 0-15,4-5 0 16,-7 5 0-16,5-8 0 0,-2 0 0 0,-1-4 0 16,1-1 0-16,2-8 0 0,1 1 0 0,1-4 0 15,0-2 0-15,2-3 0 0,2-3 0 0,3-1 0 16,-1 0 0-16,4-3 0 0,1 0 0 0,0-1 0 15,2-1 0-15,2 0 0 0,1 3 0 0,1-3 0 16,0 0 0-16,0 0 0 0,0 0 0 0,0 0 0 16,0 0 0-16,0 0 0 0,0 0 0 15,0 0 0-15,0 0 0 0,0 2 0 0,0 3 0 16,0 0 0-16,1 3-478 0,8 4-141 16,0-1 279-16</inkml:trace>
  <inkml:trace contextRef="#ctx0" brushRef="#br0" timeOffset="44385.28">6897 12934 1968 0,'-3'0'0'0,"-1"0"0"0,2 0 0 0,-1 0 0 0,-1-1 0 0,2 0 0 0,-1-1 0 0,1 0 0 0,-1-1 0 0,3 2 0 0,0-1 41 16,-2-1 268-16,2 0-139 0,-2-3-65 0,2 1-32 0,-2-2 0 15,2-2 0-15,-1-1-23 0,-1-2-72 16,0 2 31-16,-1 0 0 0,-1-2 31 0,-3 4-36 15,2-2 46-15,-4 1-10 0,1 3 0 0,-2-2 93 16,0 5-47-16,-1-1 0 0,-1 2 32 16,-1 0-44-16,-1 2 0 0,1 0-34 15,-2 0 79-15,3 2-40 0,0 6 10 0,-5 5-88 0,4-1-1 16,-2 9 0-16,4 2 0 16,-3 4 0-16,3 0 0 0,0 7 0 0,2 1 0 0,2 8 0 15,2-5 0-15,3-3 0 0,2 4 0 0,0-1 0 16,0-1 0-16,7-1 0 15,1-4 0-15,6-3 0 0,-2-2 0 0,4-4 0 0,-3-5 0 16,4-1 0-16,1-4 0 0,0-3 0 0,0-3 0 16,-1-5 0-16,0-2 0 0,2 0 0 15,2-4 0-15,-2-12 0 0,1-7 0 0,-1-5 0 16,0-4 0-16,1-5 0 0,-7 5 0 0,2-6 0 16,0-7 0-16,-3 5 0 0,-2 7 0 15,-4-3 0-15,1 4 0 0,-4 8 0 0,-1-1 0 16,-2 6 0-16,0 8 0 0,0 0 0 0,0 5 0 15,0 2 0-15,-2 3 0 0,-4 1 0 0,-3 0 0 16,1 5 0-16,-1 16 0 0,0 5 0 0,1 4 0 0,1 2 0 16,3 4 0-16,1 1 0 0,3-1 0 15,0 0 0-15,0-4 0 0,1-4 0 16,8-1 0-16,3-4 0 0,-1-6 0 16,4 2 0-16,0-4 0 0,0-3 0 0,2-5 0 15,0-3 0-15,-2-4 0 0,0 0 0 0,0 0 0 0,3-13 0 0,-3-6 0 16,-1-2 0-1,2-3 0-15,-6 1 0 0,4-7 0 0,-3 4 0 0,-2-5 0 16,-1 0 0-16,-2-1 0 0,-1-2 0 0,-3 0 0 16,0-2 0-16,-2 5 0 0,0 1 0 0,-4 3 0 0,-6 6 0 0,-1 4 0 31,-1 1 0-31,-4 4 0 0,-1 3 0 0,0 5 0 0,1 3 0 16,-3 1 0-16,1 0 0 15,1 0 0-15,-1 6 0 0,3 7 0 0,1-1 0 0,2 4 0 16,1-4 0-16,3 0 0 0,6-3 0 0,-1 3 0 0,3-3 0 15,0 1 0-15,1-3 0 0,8-1 0 0,8-3 0 16,6-3 0 0,3 0 0-16,3 0 0 0,4-7 0 0,8-6 0 0,0-4 0 15,0 2 0-15,7-8 0 0,-4 2 0 0,-2 1 0 0,1-3 0 0,0 3 0 16,-10 1 0 0,1 2 0-16,-4 2 0 0,-9 6 0 0,-2-1 0 0,-8 6 0 15,-2 0 0-15,-4 3 0 0,-3-1 0 16,-2 2 0-16,0 0 0 0,-2 2 0 0,-10 9 0 0,-4 1 0 15,0 5 0-15,-4-3 0 0,3 5 0 0,1-1 0 0,2 2 0 16,-1 0 0-16,6 2 0 16,1-3 0-16,4 1 0 0,3 1 0 0,1 1 0 15,0 1 0-15,1-5 0 0,15 4 0 16,-3-1 0-16,4 0 0 0,-1-3 0 16,4 0 0-16,-2-2 0 0,-1 0 0 0,1-1 0 0,-4-1 0 15,2 0 0-15,-6 1 0 0,2-2 0 0,-7-4 0 0,1 4 0 16,-4-3 0-16,-2 1 0 0,0 0 0 15,0-1 0-15,-8-1 0 0,-3-2 0 0,-4-1 0 16,-2-2 0-16,-2-1 0 16,-1-1 0-16,2 0 0 0,-3-2 0 0,2 0 0 0,1 0 0 0,0 0 0 15,2 0 0 1,4-2 0-16,4 0 0 0,-3 0 0 0,2 2 0 16,4 0 0-16,0 0 0 0,-1 0-2523 0,4 10 2461 15,0 7 22-15,2 6-1124 0</inkml:trace>
  <inkml:trace contextRef="#ctx0" brushRef="#br0" timeOffset="45252.75">8356 12629 1488 0,'0'0'0'0,"0"0"0"0,0 0 0 0,0-1 0 0,0-1 0 0,-1 0 0 0,-3-1 0 0,1 2 0 0,-1-1 0 0,-4 0 0 0,0 0 134 0,1 2-36 0,-4 0-11 0,-1 0-47 15,-1 2 221-15,-4 10-110 0,-1 2-56 0,3 1 287 16,-8 8-177-16,2 1-82 0,2 4-41 0,1 2 367 16,-1 2-204-16,7 3-154 0,-1 0-91 0,6 2 0 15,3 1 0-15,4 5 0 0,0-4 0 0,0-3 0 16,11 9 0-16,5-7 0 0,-2 0 0 0,6-4 0 15,1 2 0-15,-2-6 0 0,2 1 0 0,2-3 0 16,1 0 0-16,-1-3 0 0,-1-5 0 0,-5-1 0 16,6 0 0-16,-8-6 0 0,0 1 0 0,0-4 0 15,-4-2 0-15,-2-1 0 16,1-5 0-16,-2 0 0 0,-1 0-491 0,-2-2 115 16,3 0 168-16,-4 0-233 0,4-6 205 0,1-9 98 15,3-5 49-15</inkml:trace>
  <inkml:trace contextRef="#ctx0" brushRef="#br0" timeOffset="46095.05">8576 12829 3337 0,'-8'-6'0'0,"3"4"0"16,3-1 0-16,1 0 0 0,1 2 0 0,0-2 0 0,0 1 0 0,8-1 0 0,6 0 0 0,10 2 0 0,1-1 513 0,3 0-432 0,0 0-81 0,2 0 0 15,0 2 0-15,0 0 0 0,-3 0 0 0,3 0 0 16,-2 0 0-16,-3 0 0 0,-3 0 0 0,2 0 0 16,-1 0 0-16,-5 0 0 0,1 0 0 0,-3 0 0 15,-5 0 0-15,0-1 0 0,-4-1-870 16,-1-1 416-16,0 2 207 0,-4-3 104 0,-2-1-493 0,0-3 298 15,0-1 139-15,-2-2-255 0,-7-5 207 16,-3 1 104-16,1 2 52 0,-5 1 17 16,2 2 39-16,-3-2 35 0,4 5 0 0,-2-1 0 15,5 5 0-15,-1-1 0 0,6 0 464 0,-2 2-271 16,4 0-117-16,3 0-57 0,0 2 732 0,2 0-363 16,10 0-129-16,4 0 181 0,8 0-200 0,3 0-100 15,3 0-50-15,0 0 194 0,2 2-112 0,2 0-71 16,-4 0 57-16,-2 2-59 0,-8-3-42 0,1 5-57 15,-7-1 0-15,-3 4 0 0,-2 0 0 0,-7 2 0 16,-2 2 0-16,-2 5 0 0,-15 2 0 0,-4 0 0 16,-1 1-116-16,-5 2 44 0,2 0 55 0,-5-1-798 15,1-1 379-15,-1 2 200 16,0-2-367-16,2-3 282 0,-2 2 141 0,0-3 60 16,3 0-122-16,-3-2 100 0,4-4 52 0,-1 1 25 15,7-5-102-15,-2 3 53 0,2-2 43 0,5 0 311 16,0 2-140-16,4-2-70 15,4-1-35-15,5 0 546 0,-1 4-286 0,3 2-119 0,0 2 521 0,0 2-293 16,3 2-163-16,3 3-71 16,3 5-49-16,-4-1-1 0,2 1-41 0,-2-3 1 15,-1 2 535-15,-2-5-258 0,0 4-291 0,-2-5-26 16,0 1 0-16,0-4 0 0,0-6 0 0,0-1 0 16,0-5 0-16,-4-1 0 0,0-3 0 0,1-1 0 15,-2 0 0-15,3-7 0 0,2-10 0 16,0-3 0-16,0-5 0 0,7-1 0 0,2 0 0 0,3-3 0 15,4 1 0-15,-2 0 0 0,4 2 0 0,-2 3 0 16,-2 7 0-16,0-4 0 0,0 8 0 0,-1-1 0 16,-1 8 0-16,-3 0 0 0,0 3 0 15,-1 2 0-15,0 0 0 0,-1 2 0 16,-2 11 0-16,-1 4 0 0,-1 4 0 0,0 1 0 16,-2 5 0-16,1-1 0 0,1-1 0 0,-1-2 0 15,-2 0 0-15,1 0 0 0,3-2 0 0,1-1 0 16,-1-3 0-16,3-2 0 0,0-2 0 0,-2-3 0 15,3-3 0-15,-1-2 0 0,0-1 0 16,1-2 0-16,1-2 0 0,1 0 0 0,-2 0 0 0,1 0 0 16,-2 0 0-16,2 0-8 15,0 0-989-15,-2 0 469 0,0 0 249 0,2-2 120 16,3-7-615-16</inkml:trace>
  <inkml:trace contextRef="#ctx0" brushRef="#br0" timeOffset="46296.07">9202 13305 2239 0,'6'-4'0'0,"-1"3"0"0,0-1 0 0,2 0 0 0,-3 2 0 0,1 0 0 0,0 0 0 0,2 0 0 0,-3 0 0 0,5 9 0 0,-4 0 190 0,-1 3-75 15,-1 1 668-15,2 2-376 0,-4 0-210 0,-1 4-197 16,0-2 0-16,0 2 0 0,0-3 0 0,-1 1 0 16,-5 1 0-16,-4-3 0 0,2-3 0 0,-1 1 0 15,-2-3 0-15,-1 1 0 0,0-1 0 0,-1-3 0 16,1-1 0-16,-1 0 0 15,3-3-717-15,1-3 234 0,4 0 222 0,-3 0-490 0,8-7 356 0</inkml:trace>
  <inkml:trace contextRef="#ctx0" brushRef="#br0" timeOffset="46527.68">9525 12883 3079 0,'0'-6'-5'0,"0"2"1"0,0 3 2 0,0-4 2 0,0 4 0 0,1-1 0 0,13 0 0 0,3-1 0 0,5 2 0 0,3 1 0 0,5-1 93 15,2-2-26-15,2 2 636 0,-2-1-703 0,1-1 0 0,1 0 0 16,-2-1 0-16,-2 1 0 0,-4-2 0 0,1 2 0 16,-4 0 0-16,-3-1 0 0,-3 2 0 15,-6-1 0-15,1 2-67 0,-5-1-416 0,-3 2-611 16,-1 0 527-16,-1 0 264 0,0-1-381 0</inkml:trace>
  <inkml:trace contextRef="#ctx0" brushRef="#br0" timeOffset="46737.11">9887 12628 2563 0,'-7'-2'0'0,"3"2"0"0,1 0 0 0,1 0 0 0,2 0 0 0,0 0 0 0,0 0 0 0,11 2 0 0,3 3 0 0,4 1 0 0,1 1 163 0,-1-2 363 0,1 5-243 16,0 0-121-16,0-1-62 15,-5 1 34-15,2 1-134 0,-5 0 0 0,-1-1 0 0,-5 4 0 16,-3 1 0-16,0 0 0 0,-2 2 0 0,0 2 0 16,-11 3 0-16,-5-3 0 0,2 2 0 0,0-2 0 15,-4 2-616-15,-1-1 188 16,0-1 162-16,-3 2 119 0,-1-1-685 0,-3 2 387 16,-3 1 207-16,-6 5 100 0</inkml:trace>
  <inkml:trace contextRef="#ctx0" brushRef="#br0" timeOffset="47229.98">9684 13147 2339 0,'-2'0'0'0,"-1"0"0"0,1 0 0 0,-1 0 0 0,0 0 0 0,2-1 0 0,1-1 0 0,-2 2 0 0,2 0 0 0,0 0 0 0,0 0 79 0,2 7 425 16,-1 7-233-16,3 3-106 0,0 4 370 0,-1 4-497 16,-1 4-38-16,1-1 0 0,-1-4 0 0,0 6 0 15,-2-4 0-15,0-5 0 0,0 2 0 16,0-3 0-16,0-3 0 0,0-6 0 0,0 1 0 0,0-5 0 16,0-3 0-16,0-2 0 0,0 0 0 0,0-2 0 15,-2 0 0-15,2-9 0 0,0-5 0 16,0-4 0-16,0-5 0 0,0-4 0 0,2 2 0 0,5-4 0 15,4 1 0-15,2 0 0 0,-2 7 0 16,8-8 0-16,-6 8 0 0,5 2 0 0,-4 4 0 16,4-1 0-16,-2 5 0 0,0 4 0 15,-2 3 0-15,-2 1 0 0,1 3 0 0,-1 0 0 16,-2 9 0-16,1 6 0 0,-3 3 0 0,-2 6 0 16,-1 1 0-16,-1 4 0 0,-2-6 0 0,2 8 0 15,-1-5 0-15,1 1 0 0,0-3 0 16,-1-3 0-16,0-1 0 0,1-1 0 15,-1-2 0-15,-1-4 0 0,0-1 0 0,0-6 0 0,-1 0 0 16,-1 0 0-16,0-3 0 0,0 0 0 16,0-2 0-16,0-1 0 0,0 0 0 15,0 0 0-15,0 0-585 0,0 0 149 0,-1 0 198 16,1-4-640-16,0-3 410 0,0-2 219 0,1-2 105 0</inkml:trace>
  <inkml:trace contextRef="#ctx0" brushRef="#br0" timeOffset="47503.35">10077 13348 1839 0,'4'-5'-1'0,"-3"-4"0"0,4 4 0 0,0 0 1 0,-1-1 0 0,2 2 0 0,3-1 0 0,1-1 0 0,2 4 0 0,6 1 0 0,0 1 95 15,1 0 188-15,-1 0-122 0,3 1-62 0,-3 9 346 16,-4 1-193-16,2 4-112 0,-5-1 159 16,-4 3-130-16,-2-1-66 0,-3 3-54 0,-2 0-49 15,0 4 0-15,-5-3 0 0,-8 0 0 0,-3 1 0 16,2-6 0-16,-2 2 0 0,0 0 0 0,2-6 0 15,3 0 0-15,2-3 0 0,4-2 0 0,0-2 0 0,3-1 0 16,2-1 0-16,0 0 0 16,2-2 0-16,10 2 0 0,5-2 0 0,5 0 0 15,3 0 0-15,0-2 0 0,1 0 0 0,-4-3 0 16,6-1 0-16,-5 4 0 0,0 0-237 0,-1 0 17 16,-3 2 89-16,-7 0-411 0,4 0 256 0,-9 0 124 15,2 9-736-15</inkml:trace>
  <inkml:trace contextRef="#ctx0" brushRef="#br0" timeOffset="47994.18">9155 13365 1588 0,'0'-3'0'0,"0"-3"0"0,-2 4 0 0,0-1 0 0,0 0 0 0,-1 2 0 0,1-1 0 0,0 0 0 0,0 2 0 0,2 0 0 0,0 0 127 0,0 5-45 15,0 9 0-15,0 4 302 0,0 5-178 0,0 3-85 16,0 2 308-16,0 0-196 0,0 2-98 16,0 2-40-16,0 0 122 0,0 2-91 0,0-4-44 15,2 2-291-15,-2-4 123 0,2-3 71 0,0 0 21 16,-2-1-621-16,1-4 326 0,1-3 162 0,2-4 53 16,-1-3-434-16,8-1 174 0</inkml:trace>
  <inkml:trace contextRef="#ctx0" brushRef="#br0" timeOffset="49721.18">10505 12712 1570 0,'-3'-6'0'0,"-3"2"0"0,3 2 0 0,1-1 0 0,0 0 0 0,2 2 0 0,-2-1 0 0,2 1 0 0,0-2 0 0,0 3 0 0,2 0 162 0,5 0-62 0,2 0-22 0,0 0 201 15,5 0-120-15,-3 0-61 0,1 0 204 0,-1 0-132 16,-2 6-56-16,6 2-44 0,-4 3 222 0,5-1-127 15,-2 5-63-15,4 3-33 0,-2-1 132 16,3 5-201-16,1 1 0 0,-1-1 0 16,1 5 0-16,-2-1 0 0,1 1 0 0,-3 4 0 15,0 1 0-15,-5 4 0 0,-1 0 0 0,-7 7 0 16,-1-8 0-16,-2 12 0 0,-3-3 0 0,-13-1 0 16,-2 0 0-16,-5-1 0 0,-3 2 0 15,-1 0 0-15,-1-1 0 0,0-4 0 0,-1 1 0 0,1-5 0 16,6-5 0-16,-2 1 0 0,1-8 0 0,7-5 0 15,-2-3 0-15,7-5 0 0,1-1 0 16,3-4 0-16,3-3 0 0,1-2 0 16,3 0 0-16,0 0 0 0,0 0 0 0,0-2 0 15,2-9 0-15,8-1 0 0,4-1-953 0,6-3 352 16</inkml:trace>
  <inkml:trace contextRef="#ctx0" brushRef="#br0" timeOffset="51495.09">8992 12432 1925 0,'-10'0'0'0,"2"2"0"0,3 0 0 0,-3 1 0 0,3-1 0 0,0 0 0 0,0-2 0 0,2 1 0 0,0-1 0 0,3 0 0 0,0 0 88 0,0 0-15 0,0 0 237 16,0 0-136-16,3 0-67 0,5-5-35 0,4-4 236 16,1-4-140-16,7-4-65 15,-3-1 162-15,3-3-113 0,-1-2-57 0,3-3-18 0,-1 0-63 16,1-3-14-16,3 1 0 0,3-5 0 15,-6 6 0-15,4-1 0 0,2 2 0 16,-3 0 0-16,0 1 0 0,0 2 0 0,-4 5 0 0,-1-1 0 16,-1 2 0-16,-3 2 0 0,0 2 0 0,-4 0 0 15,-1 3 0-15,-2 0 0 0,0 3 0 16,-4 0 0-16,2 1 0 0,-2 1 0 0,-1-2 0 16,-1 4 0-16,1-1 0 0,0 0 0 0,-3 3 0 15,3-1 0-15,-2 0 0 0,0 0 0 0,-1 0 0 16,5 0 0-16,-5 2 0 0,2 0 0 15,1 0 0-15,0 0 0 0,1 0 0 0,1 0 0 16,2 0 0-16,-1 8 0 0,2 1 0 0,3 0 0 0,-1 3 0 16,2 1 0-16,4 2 0 0,1 4 0 15,2 0 0-15,1-1 0 0,-2 5 0 16,5 1 0-16,-2 2 0 0,1 1 0 0,-1-1 0 0,-1 2 0 0,0 1 0 16,-3-1 0-16,3 0 0 0,-2 0 0 0,-1-3 0 15,0-7 0-15,-4 3 0 0,3-4 0 16,-2 0 0-16,-1-3 0 0,-3-2 0 15,0-3 0-15,-1-3 0 0,-5-1 0 0,1-1 0 16,-3 1 0-16,-1-5 0 0,0 1 0 0,0-1 0 16,-2 0 0-16,0 0 0 0,0 0 0 0,0 0 0 15,0 0 0-15,0 0 0 0,-4 0 0 0,0-1 0 16,1 1 0-16,-1-3 0 0,0 3 0 0,3 0 0 16,-3 4-423-16,1 17-268 0</inkml:trace>
  <inkml:trace contextRef="#ctx0" brushRef="#br0" timeOffset="55913.21">3371 13000 1418 0,'0'-3'0'0,"-2"2"0"0,-1-5 0 0,1-2 0 0,-1-1 0 0,1-2 0 0,0-1 0 0,1 1 0 0,-1-4 0 0,-1 1 0 0,1 2 77 0,-3-2-37 15,0 3 27-15,2 0 9 0,-4 0-36 0,2-1 46 16,0 3-45-16,-2 2-1 0,-2-1 1 0,4 2 63 16,-4 0-37-16,-1 1 0 0,4 1-26 0,-4 3 64 15,1-1-31-15,-1 2 8 16,-3 0 6-16,1 0 0 0,-4 11-49 0,-2 5 1 16,4 4 46-16,2 4-37 0,-4 4-9 0,5 4 48 15,-1 4 0-15,3 6-49 0,2-2 0 0,4-3 88 16,1 0-49-16,-1 3 0 0,3-3-39 0,0-3 98 15,0-2-49-15,0-6-15 0,5 3-9 16,3-4 33-16,1-4-97 0,4-2 0 0,-3-3 0 16,4-2 0-16,2-1 0 0,4-6 0 15,-3-1 0-15,4-4 0 0,-2-2 0 0,1 0 0 16,1-2 0-16,-2-7 0 0,2-8 0 0,-4 1 0 16,0-2 0-16,-4 1 0 0,2-7 0 0,0 1 0 15,-4 1 0-15,0-1 0 0,2-1 0 0,-5 5 0 16,-1-4 0-16,4 4 0 0,-6 1 0 0,2 1 0 15,-3 5 0-15,-1 2 0 0,-1 3 0 0,1 2-21 16,-1 3-7-16,-2 0 77 0,0 2-49 0,4 0 0 16,-4 0 0-16,0 13 0 15,0 2 0-15,0 6 0 0,0 0 0 0,0 6 0 16,0 0 0-16,0 0 0 0,2-1 0 0,5 0 0 16,1-6 0-16,2 2 0 0,3-4 0 0,4-1 0 15,0-2 0-15,1-6 0 0,-1-1 0 0,3-2 0 16,0-6 0-16,0 0 0 0,1 0 0 0,-2-6 0 15,-1-7 0-15,-1-4 0 0,-1-3 0 0,-2-1 0 16,-1-2 0-16,-5-1 0 0,-2 2 0 16,-3-8 0-16,0 5 0 0,-3-3 0 15,0-2 0-15,-10-3 0 0,-2 2 0 0,-8-1 0 16,-1 2 0-16,0 5 0 0,-3 2 0 0,-3 9 0 16,2 4 0-16,-5 1 0 0,5 6 0 0,1 2 0 15,3 1 0-15,1 0 0 0,5 11 0 0,6 6 0 16,2 6 0-16,7 2 0 0,0 11 0 0,16 2 0 15,12 4-343-15</inkml:trace>
  <inkml:trace contextRef="#ctx0" brushRef="#br0" timeOffset="56416.44">6209 12315 2576 0,'-11'-11'0'0,"2"7"0"0,2-3 0 0,-2 4 0 0,2 0 0 0,-2 3 0 0,-2 0 0 0,5 7 0 0,2 11 0 0,1 8 0 0,3 4 275 0,0 10-118 0,0 5 409 0,3 6-263 16,6 10-249-16,-2-5-54 16,4 20 0-16,-1-1 0 0,-1 17 0 0,-4 2 0 0,-1 3 0 15,-2-5 0-15,1 21 0 0,-3-15 0 16,2-4 0-16,0-6 0 0,2-15 0 0,1-3 0 16,2 5 0-16,-4-20 0 0,1 0 0 0,1-12 0 15,-2-8 0-15,-1-5 0 0,2-6 0 0,-2-5 0 16,-1-6 0-16,1-4 0 0,2 1 0 0,1-4 0 15,5-3-115-15,8 1-1072 0</inkml:trace>
  <inkml:trace contextRef="#ctx0" brushRef="#br0" timeOffset="57123.87">11151 12220 2717 0,'-5'-6'0'0,"1"1"0"0,1 3 0 0,-1-3 0 0,-2 2 0 0,2 1 0 0,0 1 0 0,1 1 0 0,-1 0 0 0,2 0 0 0,0 0 166 16,-1 3-63-16,1 9 205 0,2 1-135 0,-2 2-67 15,2 1-23-15,-3 3 179 0,3 1-249 0,0 7-13 16,0-2 0-16,0 2 0 0,0 4 0 0,0 1 0 15,0 9 0-15,0-2 0 0,0 5 0 16,0 2 0-16,-1 5 0 0,1 2 0 0,0 3 0 16,0 10 0-16,0-3 0 0,0-4 0 15,0 16 0-15,0-11 0 0,0 0 0 0,0-2 0 16,0-9 0-16,0 4 0 0,0-2 0 0,0-2 0 16,1 0 0-16,-1-3 0 0,0-1 0 0,0-6 0 15,0 5 0-15,0-5 0 0,0-1 0 0,0-9 0 16,0 8 0-16,0-5 0 0,0-3 0 0,0-2 0 15,0-4 0-15,0-7 0 0,0 1 0 0,0-2 0 16,3-5 0-16,-3-3 0 0,0-4 0 0,2 1 0 16,-2-3 0-16,2-3 0 15,-2 1 0-15,0-3 0 0,0 0 0 0,0 0 0 16,0 0 0-16,0 0 0 0,0 0 0 0,0 0 0 16,0-3 0-16,0-2 0 0,0-6-729 0,0 1 42 15</inkml:trace>
  <inkml:trace contextRef="#ctx0" brushRef="#br0" timeOffset="57846.18">4277 13051 1823 0,'-3'-1'0'0,"-1"1"0"0,1-2 0 0,-2 0 0 0,2 1 0 0,-2-4 0 0,0 0 0 0,0-2 0 0,1-1 0 0,-2-1 0 0,2-2 67 0,-2-1 213 0,1-1-121 16,-1 0-50-16,-2-1 47 0,-3-1-59 0,0 4-30 16,-1-2 1-16,-6 4 53 0,1-1-32 0,-1 3-9 15,-3 3-42-15,-2 2 89 0,-2 2-45 0,3 0 1 16,0 5-35-16,-4 8 34 0,3-1 0 0,8-1-44 15,0 4 116-15,8-1-73 0,2 1-81 0,5 0 0 16,0 4 0-16,5 1 0 0,15-1 0 16,8 1 0-16,2 0 0 0,7 0 0 15,-1-1 0-15,3-3 0 0,-7 0 0 0,2 3 0 16,-10-5 0-16,1 7 0 0,-7-3 0 0,-6 2 0 16,-4 0 0-16,-6 1 0 0,-2 3 0 0,-2-1 0 15,-13-1 0-15,-6-1 0 0,-5 0 0 0,-3-4 0 16,-1-2 0-16,1-2 0 0,1-5 0 0,1-1 0 15,5-5 0-15,-1-2 0 0,3 0 0 0,4 0 0 16,7 0 0-16,-2-2 0 0,7-3 0 0,3-5 0 16,1 0 0-16,0-1-494 15,16-3 37-15,7-2 210 0,4 0 104 0,8-4-709 16,10-4 412-16</inkml:trace>
  <inkml:trace contextRef="#ctx0" brushRef="#br0" timeOffset="58316.77">4580 12859 3068 0,'-2'-5'0'0,"-4"4"0"0,1-1 0 0,-5 2 0 0,-1 0 0 0,2 11 0 0,-3 9 0 0,3 3 0 0,0 6 0 0,-1 8 0 0,1 8 119 0,3 0 254 0,3 0-167 16,3 3-84-16,0-4-79 0,0-7-43 0,7 6 0 15,7-7 0-15,4-3 0 0,3-5 0 16,2-6 0-16,2-1 0 0,0-4 0 0,-1-4 0 0,0-6 0 0,1-3 0 15,0-4 0-15,-3 0 0 16,6-2 0-16,-6-10 0 0,1-8 0 0,-3-2 0 0,-3-1 0 0,1-3 0 16,-6-4 0-16,1 0 0 15,-5-4 0-15,-1-7 0 0,-5 0 0 0,0-5 0 16,-2-4 0-16,0-4 0 0,0-3 0 0,-9 0 0 16,-3 2 0-16,-4 4 0 0,-2 4 0 0,0 5 0 15,-3 13 0-15,-2-2 0 0,-1 11 0 0,1 5 0 16,-7 2 0-16,3 8 0 0,-2 4 0 0,2 1 0 15,-3 7 0-15,2 13 0 0,0-1 0 0,3 7 0 16,4-2 0-16,5 2 0 0,6-3 0 0,1 9 0 16,7-6 0-16,2-1 0 15,0 1 0-15,4 2 0 0,8-8 0 0,7 6 0 16,-1-4 0-16,5 0 0 0,2-2 0 0,3-3 0 16,0-1 0-16,-1-1 0 0,1-5 0 0,-3 0 0 15,2 0 0-15,-2-5 0 0,-4-1 0 0,1-1 0 16,-5 0 0-16,1-3 0 0,-3 0 0 15,-2 0 0-15,-1 0 0 0,1 0-880 0,0 0 408 0,4 0-549 32,0 0 492-32,8 0 245 0</inkml:trace>
  <inkml:trace contextRef="#ctx0" brushRef="#br0" timeOffset="58499.7">5240 12869 3607 0,'-7'0'0'0,"2"0"0"0,1 0 0 0,1 0 0 0,0 0 0 0,3 0 0 0,0 0 0 0,0 0 0 0,6 0 0 0,5 0 0 0,2 3 324 0,2 0-324 0,2 1 0 0,3-1 0 16,-4-1 0-16,3 1 0 15,-1-1 0-15,-3-1 0 0,5 1 0 0,-2 1 0 16,-5-2 0-16,3-1 0 0,0 2 0 0,0 1-264 16,0 5-30-16,-1 1 112 0,-2 7 102 0</inkml:trace>
  <inkml:trace contextRef="#ctx0" brushRef="#br0" timeOffset="58689.9">5263 13358 3931 0,'-3'-2'0'0,"3"0"0"0,0 2 0 0,0-2 0 0,0 1 0 0,1-2 0 0,14 2 0 0,4-1 0 0,4 0 0 0,3 0 0 0,2 0 0 0,6 0 0 16,-5 2 0-16,1 0 0 0,0 0 0 0,-3 0 0 15,1 0 0-15,1 0 0 0,-7 0 0 0,1 0 0 0,-2 2 0 16,-3 0 0-16,-3 2 0 0,-2 2-750 0,-3 2-16 16</inkml:trace>
  <inkml:trace contextRef="#ctx0" brushRef="#br0" timeOffset="59736.78">11719 12814 2547 0,'-10'-6'3'0,"1"4"0"0,2 2 0 0,-3 0-1 0,1 3 0 0,0 5 0 0,0 2 0 0,2-2 2 0,3 2 0 0,1-1-2 0,3 1 169 0,0 1-65 0,0-2 167 16,2 2-115-16,10-6-49 0,7 0-39 0,4 0 263 15,4-5-196-15,-1 0-137 0,1 0 0 16,0 0 0-16,5 0 0 0,-6-3 0 16,1-4 0-16,-5 2 0 0,1-1 0 0,-3 0 0 15,1 0-123-15,-4 2 46 0,0 3 58 0,-3-2-867 16,2 3 393-16,-3 0 218 0,-1 0 122 0,-1 13-322 16</inkml:trace>
  <inkml:trace contextRef="#ctx0" brushRef="#br0" timeOffset="59927.13">11807 13257 3300 0,'-22'16'0'0,"1"3"0"0,3-6 0 0,4 0 0 0,1-2 0 0,7-1 0 0,0-4 0 0,6 0 0 0,0-1 0 0,8 1 0 0,13-4 339 0,1-1-150 16,7-1-86-16,-1 0-103 0,2 0 0 0,2 0 0 15,0 0 0-15,-2 0 0 0,0 0 0 0,2 0 0 16,-2 0-34-16,-2 0-116 0,-2 0 95 15,-4 0-799-15,3 0 433 0,0 0 74 0,-4 0 146 0,10 0-491 16</inkml:trace>
  <inkml:trace contextRef="#ctx0" brushRef="#br0" timeOffset="60706.7">12851 13165 3436 0,'-4'-6'0'0,"3"4"0"0,1 0 0 0,-2 1 0 0,2-2 0 0,0-1 0 0,0 3 0 0,0-5 0 0,3 2 0 0,9-2 0 0,3 1 298 0,-1-1-129 0,6 1-141 0,-1 1-28 16,-1 0 0-16,3 0 0 0,0 3 0 0,1 0 0 16,0-2 0-16,-1 1 0 0,2 2 0 0,-1-2 0 15,1 2 0-15,2 0 0 0,1-2 0 0,-2 1 0 16,-2-2 0-16,8 1 0 0,-1 1 0 0,-1-1 0 15,2-2 0-15,2 3 0 16,-2-4 0-16,0 4 0 0,-2-1 0 0,1-1 0 16,-1 3 0-16,0 0 0 0,-4 0 0 0,8 0 0 15,-4 0 0-15,0 0 0 0,0 0 0 0,-1 0 0 16,7 0 0-16,-2 3 0 0,-1-3 0 0,5 2 0 16,0-2 0-16,2 1 0 0,-1-1 0 0,0 0 0 15,1 0 0-15,2 0 0 0,-3 0 0 0,1 0 0 16,1 0 0-16,-1 0 0 0,1 0 0 0,4 0 0 15,-9 0 0-15,8 0 0 0,2-1 0 0,2-1 0 16,-1-1 0-16,2-1 0 0,-2 1 0 16,-6 1 0-16,12 0 0 0,-5 1 0 15,-4-2 0-15,3 3 0 0,2 0 0 0,-6 0 0 16,10-1 0-16,-2 1 0 0,2-2 0 0,0 0 0 16,1 1 0-16,-1-1 0 0,2-1 0 0,0 2 0 15,-2-2 0-15,4 2 0 0,-2-1 0 16,-1-2 0-16,1 3 0 0,1-1 0 0,3 0 0 0,-5 2 0 15,3 0 0-15,-3 0 0 0,1 0 0 16,-3 0 0-16,3 0 0 0,2 0 0 16,-3 0 0-16,1 0 0 0,1 0 0 0,10 2 0 15,-13 0 0-15,8-1 0 0,-4-1 0 0,4 1 0 16,-3-1 0-16,1 3 0 0,-3-3 0 0,3 2 0 16,-5-2 0-16,4 1 0 0,1 2 0 0,-3-2 0 15,-2 2 0-15,1 0 0 0,-2-1 0 0,-1 1 0 16,-1 0 0-16,2 0 0 0,-3-1 0 0,0 0 0 15,0-2 0-15,1 1 0 0,4-1 0 0,-5 0 0 16,2 0 0-16,-4 0 0 0,0 3 0 16,-9-3 0-16,4 1 0 0,-3 2 0 15,-2-1 0-15,-2 2 0 0,-2-1 0 0,-6 1 0 16,4-1 0-16,-5 2 0 0,-4-4 0 0,2 3 0 16,0-2 0-16,-5 1 0 0,1-2 0 0,-2-1 0 15,-2 1 0-15,-4-1 0 0,1 0 0 0,-3 0 0 16,-2 0 0-16,1 0 0 0,-4 0 0 15,-2 0 0-15,0 0 0 0,0 0 0 0,0 0 0 0,-2 0 0 16,0 0 0-16,0 0 0 16,-6 0-5-16,-8 0-734 0,0 2 350 0,-5 6 174 15,-2 1-753-15</inkml:trace>
  <inkml:trace contextRef="#ctx0" brushRef="#br0" timeOffset="61895.01">13379 13501 1045 0,'-2'0'0'0,"0"0"0"0,-2-1 0 0,3-3 0 0,-3 3 0 0,0 1 0 0,3 0 0 0,-3-2 0 0,2 2 0 0,2 0 0 0,0 0 80 0,0 0-1 0,0-2 138 15,0 2-93-15,0 0-43 16,0 0 159-16,0 0-100 0,0 0-50 16,0-1 90-16,0 1-75 0,2 0-32 0,0 0-1 0,0 0 188 15,3 0-110-15,-1 0-46 0,1 0 155 0,3 0-109 0,0 0-56 16,-1 0 104-16,2 0-78 0,3 0-50 16,-1 0-70-16,1 0 0 15,4 0 0-15,-1 0 0 0,2 0 0 0,0 0 0 16,1 0 0-16,3 0 0 0,4 0 0 0,-1 3 0 0,-2 0 0 15,1 2 0-15,7 0 0 0,-3-1 0 16,1 1 0-16,2 1 0 0,2-1 0 0,2 3 0 0,7-1 0 16,0 2 0-16,4-2 0 0,2 1 0 0,2-3 0 15,2-1 0-15,3-2 0 0,0-2 0 16,5 0 0-16,-3 0 0 0,3 0 0 0,-3 0 0 0,0-2 0 16,-3 0 0-16,-6-2 0 0,-2 2 0 15,-10 2 0-15,3 0 0 0,-4 0 0 16,-2 0 0-16,-2 0 0 0,-3 0 0 0,-2 4 0 15,-4 0 0-15,2-1 0 0,-3-1 0 16,-1 2 0-16,-3-2 0 0,-4-2 0 0,-1 2 0 16,1-2 0-16,-5 0 0 0,-1 0 0 0,-4 0 0 15,-1 0 0-15,1 0 0 0,0 0 0 0,-2 0 0 16,0 0 0-16,0 0 0 0,-4 0 0 0,-5 0 0 16,-2 0-48-16,0 0-390 0,-2 2 199 15,-5 1-696-15,0 3 438 0,-6 3 233 0,-1 2 112 0</inkml:trace>
  <inkml:trace contextRef="#ctx0" brushRef="#br0" timeOffset="62584.25">13368 13604 1555 0,'-6'-12'0'0,"1"5"0"0,1 1 0 0,-2-1 0 0,0 0 0 0,1-1 0 15,-1 2 0-15,3 2 0 0,-1-2 0 0,0 5 0 0,2-1 196 0,0 2-69 0,2 0 203 0,-2 0-145 0,2 8-73 0,-2 7-37 16,2 6 100-16,0 1-58 0,0 8-43 16,0 4 259-16,0 9-147 0,0-1-73 0,6 6-37 0,0 1 201 15,3 3-277-15,-3 3 0 16,1 0 0-16,-2 1 0 0,2-2 0 0,-2 3 0 0,-3-6 0 15,2 3 0-15,-2-4 0 0,-1-3 0 16,-1-9 0-16,0 1 0 0,0-5 0 0,0-4 0 16,0-7 0-16,-1-3 0 0,-5-4 0 0,1-5 0 15,-4-5 0-15,2 0 0 0,-4-6 0 0,-4 0 0 16,0 0 0-16,-2 0 0 0,-5-14 0 0,1-1 0 16,0-2 0-16,-4-5 0 0,4-1 0 0,-4-3 0 15,-1-9 0-15,-3 4 0 0,1-4 0 0,0-3 0 16,2 5 0-16,-4-6 0 0,6 11 0 0,-1 4 0 15,0 1 0-15,4 5 0 16,3 6 0-16,1 3 0 0,2 5 0 0,6 2 0 16,-1 2 0-16,3 0 0 0,0 0 0 0,1 12 0 15,2 6 0-15,0 7 0 0,0 3 0 0,2 6 0 16,1 1 0-16,-3 1 0 0,2 1 0 0,0-3 0 16,-1-1 0-16,1-2 0 0,-2-7 0 0,1-1 0 15,0-2 0-15,-1-6 0 0,1-4 0 0,-1-2 0 16,0-1 0-16,-1-5 0 0,1 1 0 0,-2-3 0 15,0-1 0-15,1 0 0 16,-1 0 0-16,3 0 0 0,-1 0 0 0,2 0 0 16,-1 0 0-16,3 0 0 0,0 0-289 0,0 3 109 15,9 4-1018-15</inkml:trace>
  <inkml:trace contextRef="#ctx0" brushRef="#br0" timeOffset="63908.9">9865 7162 1764 0,'-1'0'0'0,"-4"-1"0"0,2-3 0 0,1 0 0 0,0 0 0 0,2 2 0 0,0 1 0 0,0-2 0 0,0 1 0 0,0 2 0 0,0 0 177 0,0 0-68 15,0 0-33-15,0 0 1 0,0 0 20 0,0 0-17 16,0 0-10-16,0 0-27 0,0 0 106 0,2 0-54 15,3 0 12-15,2 5-11 0,3 1-1 16,1-2-52-16,2-1 0 0,1-1 30 0,0-1-20 16,2 4-10-16,0-4 46 0,5 1-47 0,5 0 1 15,-8-2-1-15,6 0-45 0,4 2 18 0,0-2-1 16,2 0 29-16,4 0 43 0,-2 0-1 0,3 0-32 16,-1 0-27-16,1 0 17 0,0 0-1 0,1 0-21 15,5 0-21-15,-4 0 0 0,12 0 0 0,-1 0 0 16,4 0 0-16,1 0 0 0,5 0 0 0,4 0 0 15,13 0 0-15,-3 0 0 16,2 0 0-16,8 1 0 0,15 3 0 0,-16-1 0 16,20 0 0-16,-5-2 0 0,-2 3 0 0,-6 3 0 15,-11-2 0-15,6 0 0 0,-4 3 0 0,-1-1 0 16,2 1 0-16,-2 0 0 0,-2-3 0 0,0 1 0 16,-2-1 0-16,-1-3 0 0,-4 0 0 0,0-2 0 15,2 0 0-15,-11 0 0 0,7 0 0 0,-14 0 0 16,-3 0 0-16,-2 0 0 15,-13-2 0-15,3 0 0 0,-10 1 0 0,-5-1 0 16,-5 0 0-16,-1 0 0 0,-6 0 0 0,1 0 0 16,-5 2 0-16,-1-2 0 0,-1 0 0 0,-3 1 0 15,2-2 0-15,-2 2 0 0,0 0 0 0,0-2 0 16,0 1 0-16,-2 0 0 0,0 0 0 0,0 0 0 16,2 2 0-16,-2-1 0 0,0 1 0 0,0-3 0 15,0 3 0-15,0 0 0 0,0 0 0 0,0 0 0 16,0 0 0-16,-10 10-4 0,-1 15-678 15</inkml:trace>
  <inkml:trace contextRef="#ctx0" brushRef="#br0" timeOffset="68297.64">14099 14036 1977 0,'0'-2'0'0,"2"0"0"0,-1-4 0 0,3 2 0 0,-2 1 0 15,1-4 0-15,-1 1 0 0,2-5 0 0,-2 2 0 0,1-3 0 0,-2-1 39 0,1 0 0 0,0-2 1 0,0 0 77 0,0-3-38 16,-2 4 9-16,0-3 69 0,0 0-114 16,0 2-4-16,-4 0 1 0,-4 0 43 15,0-1-31-15,-1 2-13 0,-2 1 0 0,-2 1 12 0,-2 1-12 16,0-1 1-16,-4 5 39 16,0 1-10-16,-2 4-30 0,-3 1 0 0,0 1 71 0,-1 0-35 0,3 7 10 0,-7 8-46 15,3 1 39 1,4 1 1-16,-1 3-40 0,2 2 1 0,5 5 119 15,2-1-159-15,5 1 0 0,4-2 0 0,5 0 0 16,0 0 0-16,0-4 0 0,12 0 0 0,8-2 0 0,4-4 0 16,6-4 0-16,9-5 0 15,-3-6 0-15,9 0 0 0,-2-1 0 0,0-16 0 0,-4-4 0 16,-8 2 0-16,3-5 0 0,-6-1 0 0,-6 3 0 16,-6 4 0-16,-5 0 0 0,-4 5 0 0,-2 2 0 15,-4 1 0-15,-1 1 0 0,0 4 0 0,0 3 0 0,-1-1 0 16,-6 2 0-16,3 1 0 15,-1 0 0-15,1 0 0 0,1 0 0 16,1 6 0-16,-2 6 0 0,4 7 0 0,0 3 0 16,0 3 0-16,0 3 0 0,0 4 0 0,0 4 0 15,4 8 0-15,0 0 0 0,-3 9 0 0,1 13 0 16,-2-8 0-16,0 21 0 0,-2-2 0 16,-7 3 0-16,-3 13 0 0,1-6 0 0,2-10 0 15,-1 7 0-15,1-9 0 0,4-9 0 0,1-10 0 16,1-2 0-16,0-11 0 0,1 6 0 0,2-4-1178 15,-2-8 552-15,0-2 293 0,-1 0 147 0</inkml:trace>
  <inkml:trace contextRef="#ctx0" brushRef="#br0" timeOffset="70968.73">15786 13662 2461 0,'-7'-8'0'0,"4"2"0"0,1 3 0 0,0-2 0 0,2 0 0 0,0 4 0 0,0-3 0 0,0 0 0 16,5 0 0-16,9 3 0 0,2-1 70 0,7 1 277 0,4-2-159 0,3 3-75 0,2 0 235 15,3 0-155-15,8 0-77 0,-5 0-29 16,11 3-79-16,0 1-8 0,-1 6 0 0,5-2 0 0,11 0 0 16,-13-2 0-16,7 2 0 0,-1 0 0 15,10 1 0-15,-17-5 0 0,7 0 0 16,-14-4 0-16,9 1 0 0,-18-1 0 0,3 0 0 15,-14 0 0-15,0 0 0 0,-7 0 0 0,-6 0 0 16,-4 0-20-16,-4 0-103 0,-2 0 51 0,0 0-448 16,-11 0 231-16,-7 0 130 0,-2 0-482 0,-4 4 302 15,-1 2 149-15,-1-3 76 0,-6-1 28 0</inkml:trace>
  <inkml:trace contextRef="#ctx0" brushRef="#br0" timeOffset="71386.02">16002 13664 1995 0,'-27'0'0'0,"4"0"0"0,1 0 0 0,2 0 0 0,2 0 0 16,5 2 0-16,3 4 0 0,3 1 0 0,2 4 0 0,5 4 0 0,0 3 248 0,0 7-104 0,0 1 267 0,1 4-187 16,9 5-92-16,-3 1 212 0,5 8-158 0,-3-2-73 15,-2-2-38-15,0 2-16 0,-4-5-59 0,-1 5 0 16,2 4 0-16,-4-5 0 0,0-7 0 0,0 1 0 15,0-1 0-15,0-10 0 0,-6 3 0 0,1-9 0 16,0-6 0-16,0-4 0 0,1-1 0 0,-1-7 0 16,-3 0 0-16,-2 0 0 0,-1-8 0 0,2-9 0 15,-5-3 0-15,0-3 0 0,-3-3 0 0,0-2 0 16,-4-1 0-16,4 1 0 16,-3 3 0-16,3 9 0 0,-2-1 0 0,2 4 0 15,1 3 0-15,0 7 0 0,3 1 0 0,0 2 0 16,2 0 0-16,-1 4 0 0,1 7 0 0,4 4 0 15,-2 3 0-15,0 2 0 0,4-2 0 0,-1 1 0 16,1 3 0-16,0-2 0 0,0-5 0 0,1 0 0 16,1 1 0-16,-1-2 0 0,0-5 0 0,1 0 0 15,-1-1 0-15,0-3 0 16,0 0-249-16,2-2-18 0,0-1 115 0,2 0-491 0,0-2 303 0,0 0 141 16,8 0 85-16,11-14-462 15,5-6 269-15,8-6 134 0,2-5 67 0</inkml:trace>
  <inkml:trace contextRef="#ctx0" brushRef="#br0" timeOffset="71731.5">16172 13905 2323 0,'16'-7'0'0,"-2"4"0"0,2 1 0 0,0-1 0 0,1-3 0 0,5 0 0 0,3 3 0 0,-1 1 0 0,6-1 0 0,-1 3 0 0,-1 0 291 15,-2 3-126-15,-2 8 233 0,-3 3-170 0,2 6-100 16,-5 1-44-16,-4 3 50 0,-5 2-48 0,-4 0 1 15,-3 4-80-15,-2 2-7 0,0-1 0 0,-9 2 0 16,-6-3 0-16,-4 2 0 0,-4-5 0 0,0 0 0 16,-4-4 0-16,-1-5 0 0,0-1 0 0,-4-5 0 15,2-3 0-15,0-1 0 0,2-4 0 0,5-2 0 16,0-1 0-16,1-1 0 16,5 0 0-16,6 0 0 0,2 0 0 0,1 0 0 15,6 0 0-15,0 0 0 0,2 0 0 0,0 0 0 16,12 0 0-16,11 0 0 0,4 0 0 0,7 0 0 15,3 0 0-15,10 0 0 0,-2 0 0 0,1 0 0 16,0 0 0-16,0 0 0 0,-7 2 0 0,8 0 0 16,-11 0 0-16,3 0 0 0,-2-2 0 0,0 2 0 15,-2 2 0-15,1-1 0 0,1-1 0 0,4 4-28 16,-1-1-151-16,-3 5-990 0</inkml:trace>
  <inkml:trace contextRef="#ctx0" brushRef="#br0" timeOffset="71884.92">17368 14477 2717 0,'-11'-7'0'0,"7"5"0"0,-2-4 0 0,-1 1 0 0,3-1 0 0,2 2 0 0,2-3 0 0,0-1 0 0,0 1 0 0,2-2 0 0,4 4-42 0,1 4-441 0</inkml:trace>
  <inkml:trace contextRef="#ctx0" brushRef="#br0" timeOffset="72999.08">12812 11985 2270 0,'-4'-7'0'0,"2"-3"0"0,1 4 0 0,-1-2 0 0,0 3 0 0,2 0 0 0,0 3 0 0,0-1 0 0,0 2 0 0,0 1 0 0,0 0 177 0,0 0-68 0,0 0-33 0,0 6 131 16,0 7-88-16,0 4-38 0,0 7 0 0,0 3 316 16,0 7-178-16,0 1-77 0,0 7-89 0,2 1-53 15,-2 2 0-15,2 3 0 16,-1 3 0-16,3 4 0 0,0-1 0 0,-1 4 0 0,1-1 0 0,1 1 0 16,0-4 0-16,1 1 0 15,-3-4 0-15,1-5 0 0,1 0 0 16,-1-11 0-16,2 3 0 0,-4-8 0 0,2 1 0 0,-1-10 0 15,-1 0 0-15,0-8 0 0,0-4 0 0,0-3 0 16,-2-2 0-16,0-4 0 0,0 0 0 0,0 0 0 16,0 0 0-16,0 0 0 0,0-3 0 0,0 0 0 15,-4-2 0-15,2-1 0 0,0 3 0 0,1 1 0 16,-1-1 0-16,2 2 0 16,0 1 0-16,7 0-29 0,14 12-699 0,7 8 331 15</inkml:trace>
  <inkml:trace contextRef="#ctx0" brushRef="#br0" timeOffset="73856.55">18255 11626 2230 0,'-2'-1'0'0,"2"-1"0"0,0-1 0 0,0 2 0 0,0 1 0 0,0 0 0 0,0 0 0 0,0 0 0 0,0 0 0 0,0 4 0 0,2 5 95 0,1 1 210 0,-1 1-137 0,0 1-63 16,0 5-31-16,0-1 259 16,-2 1-145-16,0 1-62 0,0 3-48 0,0 4 151 15,0-2-229-15,0 4 0 0,0 1 0 0,0 2 0 16,0 4 0-16,-4-1 0 0,2 9 0 0,-1 0 0 15,-1 0 0-15,2-2 0 0,0 11 0 0,1-2 0 16,-2 2 0-16,1 1 0 0,2 4 0 0,0-1 0 16,0 0 0-16,0-5 0 0,0-1 0 0,0-5 0 15,2-10 0-15,1 4 0 0,0-6 0 16,1-3 0-16,-2-7 0 0,-1 0 0 16,1-2 0-16,0-4 0 0,-2-2 0 0,0 0 0 15,0-3 0-15,0 0 0 0,0-6 0 0,0 2 0 16,-2-4 0-16,0 1 0 0,-1-2 0 0,1-2 0 15,0 2 0-15,-1-2 0 0,0 0 0 0,1 0 0 16,0 0 0-16,-2 0 0 0,3 0 0 0,-1 0 0 16,0 0 0-16,0 0 0 0,0 0 0 0,1 0 0 15,1 0 0-15,-2 0 0 0,2 0 0 0,0 0-14 16,0 0-643-16,0 0 307 0</inkml:trace>
  <inkml:trace contextRef="#ctx0" brushRef="#br0" timeOffset="75700.2">13375 12044 2042 0,'-2'-3'0'0,"0"0"0"0,1 0 0 0,-1 2 0 0,2-1 0 0,0 0 0 0,0 2 0 0,0 0 0 0,0 8 0 0,3 7 0 0,3 5 89 0,0 3 10 0,0 7 235 0,-3 0-146 15,1 5-73-15,0 9 74 0,-2-8-63 0,1 10-47 16,-1-1-1-16,0 2 188 0,0 1-112 0,-2-1-56 16,2-8-24-16,0 0-74 0,2-3 0 0,-1-4 0 15,3-4 0-15,-1-5 0 0,-1-2 0 16,0-1 0-16,2-4 0 0,-4-4 0 16,2-3 0-16,-3-3 0 0,1 0 0 0,-2-4 0 15,2-2 0-15,-2 1 0 0,0-1 0 0,0 0 0 16,0 0 0-16,0 0 0 0,0 0 0 0,0 0 0 15,0 0-75-15,0 0-167 0,0-1 71 0,0-1 73 16,0-1-531-16,0 2 293 0,0-1 148 0,2-4-486 16,3 0 306-16,9 0 169 0</inkml:trace>
  <inkml:trace contextRef="#ctx0" brushRef="#br0" timeOffset="75979.89">14060 12158 2739 0,'0'-10'0'0,"0"8"0"0,0-1 0 0,-3-1 0 0,1 1 0 0,-4 2 0 0,3 1 0 0,-1 0 0 0,-3 0 0 0,-1 0 0 0,-1 11 386 0,-1 4-176 15,0 10-85-15,-6 0-41 0,0 4 71 0,-3 11-56 16,1-5-18-16,-8 11-29 0,4-5-52 0,-3 4 0 15,1-3 0-15,1-2 0 0,5-5 0 0,-3-2 0 16,3-1 0-16,-2-4 0 0,3-3-31 0,2-6-16 16,2-5 55-16,4-4-681 0,1-3 328 15,3-3 100-15,1-4-166 0,1 0 173 16,3-6 104-16,0-16-467 0,9-6 279 0</inkml:trace>
  <inkml:trace contextRef="#ctx0" brushRef="#br0" timeOffset="76174.48">13711 12286 2370 0,'-3'-17'0'0,"-1"7"0"0,0 0 0 0,1 5 0 0,1 1 0 0,0 3 0 0,0-1 0 0,2 2 0 0,0 0 0 0,4 10 0 0,7 8 274 0,4 1-115 15,2 5-59-15,0 4 494 0,1 2-276 0,3 4-202 0,2 4-116 16,-3-3 0-16,3 1 0 0,-2-6 0 16,-3 4 0-16,1-2 0 0,0-2 0 0,-4 0 0 15,-1-2 0-15,0-2 0 0,-3 1 0 0,-1-8-182 16,-3-1-128-16,1-1 83 0,-3-2 120 0,1-3-745 15,0-6 405-15,0 0 192 0,1-6 111 0,-2 0-410 16</inkml:trace>
  <inkml:trace contextRef="#ctx0" brushRef="#br0" timeOffset="76503.92">14173 12355 2891 0,'0'-7'0'0,"0"5"0"0,0 2 0 0,-7 0 0 0,-2 5 0 0,-1 12 0 0,1 6 0 0,2 3 0 0,1 4 0 0,3 5 0 0,3 1 117 0,0 1 190 0,0 1-138 0,0 1-63 16,9-5-32-16,2 0 193 16,4-7-267-16,0-7 0 0,6 3 0 0,-5-10 0 0,5-2 0 0,-2-7 0 15,1-2 0-15,-1-2 0 16,0 0 0-16,0-13 0 0,-4-8 0 0,-2-2 0 16,-2-1 0-16,-3 2 0 0,-3-9 0 0,-1 1 0 15,-4 0 0-15,0 1 0 0,0-5 0 0,-5-2 0 16,-7 0 0-16,-1 1 0 0,-4 3 0 0,0 4 0 15,2 7 0-15,-7 1 0 0,3 6 0 0,-2 5 0 16,1 5 0-16,-3 2 0 0,2 2 0 0,1 0 0 16,1 6 0-16,4 9 0 0,2 0 0 0,2 0 0 15,3 4 0-15,2-1 0 0,4 3 0 0,2 0 0 16,0-3-4-16,0 3-72 16,8-2-813-16,5-3 429 0,2 2 209 0,0-6-534 15,8 3 372-15</inkml:trace>
  <inkml:trace contextRef="#ctx0" brushRef="#br0" timeOffset="77179.7">14564 12409 1888 0,'-3'0'0'0,"1"-1"0"0,0 1 0 0,2 0 0 0,0-3 0 0,0 3 0 0,0 0 0 0,0-1 0 0,9-1 0 0,4 2 0 0,2 0 274 0,2 0-106 15,0 0-68-15,1 0 379 0,0 0-219 16,1 0-108-16,1 3-56 0,3 3 350 0,-1 0-378 0,-1 0-68 16,5 1 0-16,-5-1 0 15,2-3 0-15,0 1 0 0,-2 0 0 0,0-4 0 16,-2 0 0-16,0 0 0 0,-6 0 0 0,-2 0 0 16,0 0 0-16,-3-3 0 0,-2 2 0 0,-2-1 0 15,-1 0 0-15,-1 1 0 0,-2-1 0 0,0 0 0 16,0 2-109-16,0-2 33 0,0 0-23 15,0 2 17-15,-5 0-809 0,-1 0 425 0,-2 0 212 0,2 0-482 16,1 0 347-16</inkml:trace>
  <inkml:trace contextRef="#ctx0" brushRef="#br0" timeOffset="77638.28">14830 12126 2000 0,'-9'0'0'0,"4"-2"0"0,1 0 0 0,-1 0 0 0,1 0 0 0,1 2 0 0,0 0 0 0,-1 0 0 0,4 4 0 0,-2 9 0 0,2 6 221 0,0 2-80 0,0 6-54 15,0 4 141-15,0-2-93 0,0 6-47 0,0-2 263 16,0 3-145-16,0 0-87 0,0-2-39 16,0-3 86-16,0 2-62 0,0-1-99 15,0-5-5-15,0 2 0 0,0-3 0 0,0-5 0 16,0 1 0-16,0-2-355 0,0-6 203 0,0-1 92 16,0-2-621-16,2-4 286 0,0 0 181 0,0-4 52 15,4-3-215-15,3 0 168 0,6-7 83 0</inkml:trace>
  <inkml:trace contextRef="#ctx0" brushRef="#br0" timeOffset="77971.14">14975 12190 2353 0,'2'-10'0'0,"2"3"0"0,4-1 0 0,1 1 0 0,2 2 0 0,5 0 0 0,2 3 0 0,3 2 0 0,3 0 0 0,-3 2 0 0,3 10 169 0,-3 3 140 0,-4 3-135 16,0 5-65-16,-8-2-4 0,3 8-37 0,-9-1 0 15,-3 3-26-15,0 1-83 0,-7 7 41 0,-8-8 11 16,-8 6 31-16,-1-5-20 16,-4 0 19-16,-2-6 1 0,2-3 87 0,-3-3-34 15,3-3-9-15,2-3-45 0,5-6 25 0,1 2-66 16,2-5 0-16,9-1 0 0,2-2 0 0,3 0 0 16,3-2 0-16,1 0 0 0,0 0 0 0,1 2 0 15,14-2 0-15,4 0 0 0,3 1 0 0,3-1 0 16,3 3 0-16,0-3 0 0,2 0 0 0,2 0 0 15,-2 0 0-15,-2 0 0 0,1 0 0 0,-5 0 0 16,0 0 0-16,1 0 0 0,-3 0-81 0,-3 0-647 16,0-3 343-16,-2 2 161 0,-2 1 97 0,-2-2-273 15,2 0 179-15,0-5 90 0,4-4-477 16</inkml:trace>
  <inkml:trace contextRef="#ctx0" brushRef="#br0" timeOffset="78154.67">15573 12222 2727 0,'0'-4'0'0,"0"2"0"0,-2 0 0 0,-2 2 0 0,0 0 0 0,1 10 0 0,-5 5 0 0,3 5 0 0,-4 5 0 0,-1 3 0 0,-1 3 114 0,-3 4 248 16,1 1-150-16,-2 0-92 0,0-1-39 0,1-2-157 16,-2 2 58-16,3-6 29 0,0-5 10 0,0 5-229 15,1-13 123-15,3 2 64 0,4-9-663 0,-3 0 284 16,2-5 210-16,2-4-599 0,1 0 374 0</inkml:trace>
  <inkml:trace contextRef="#ctx0" brushRef="#br0" timeOffset="78323.39">15329 12346 2138 0,'2'-18'0'0,"-2"11"0"0,0-2 0 0,2 7 0 0,-1 0 0 0,5 0 0 0,3 2 0 0,1 0 0 0,5 9 0 0,0 6 0 0,3 5 160 15,0 2-59-15,0 4 398 0,-3 3-229 0,2 1-115 16,-2 0 1-16,0 1-62 0,2-2-27 0,-1-1 0 15,-2-3-250-15,1-1 111 0,-1-8 67 16,0 3-658-16,0-6 352 0,0-1 175 16,4-5 89-16,-2-5-843 0,3-2 414 0</inkml:trace>
  <inkml:trace contextRef="#ctx0" brushRef="#br0" timeOffset="78517.7">15809 12116 3221 0,'-2'-2'0'0,"-3"2"0"0,-4 1 0 0,-1 12 0 0,1 3 0 0,-2 9 0 0,4 2 0 0,0 6 0 0,3 9 0 0,4-5 0 0,0 12 210 0,0-2 124 15,2 0-168-15,7-2-166 0,0-9 0 0,3 1 0 16,4-3 0-16,-2-5 0 0,2-10 0 0,-2 1-35 16,4-7-174-16,-5-4 135 0,2-5-698 0,0-4 405 15,0 0 72-15,-4 0-519 0,0-10 392 0,3-3 180 16</inkml:trace>
  <inkml:trace contextRef="#ctx0" brushRef="#br0" timeOffset="78663.64">15937 12415 2508 0,'-4'-6'0'0,"1"2"0"0,-1 1 0 0,4 1 0 0,-2 0 0 0,2 2 0 0,0 0 0 0,6 0 0 0,7 0 0 0,5 0 0 0,2 4 208 0,4 3-88 0,-2-1-40 15,4 0 0-15,-1 0-176 0,2-1 68 0,-6-1 44 16,2-2-577-16,0-1 300 0,-2 1 151 0,-5-2 76 15,3 0-775-15</inkml:trace>
  <inkml:trace contextRef="#ctx0" brushRef="#br0" timeOffset="78850.77">16280 12161 2619 0,'-9'-8'0'0,"7"1"0"0,-1 5 0 0,-1 1 0 0,2 1 0 0,1 1 0 0,1 15 0 0,0 4 0 0,0 5 0 0,0 5 0 0,0 1 334 0,3 4-148 0,3 2-72 0,-3 1 169 15,4-3-122-15,-4-2-50 0,3 0-132 0,-3-3 31 16,-1-8-1-16,2 2 31 16,-2-6-552-16,0-5 286 0,-1-4 128 0,-1-1-674 15,0-3 393-15,0-2 75 0,0-3 137 0,0 0-343 16,0 0 240-16,0-16 115 0</inkml:trace>
  <inkml:trace contextRef="#ctx0" brushRef="#br0" timeOffset="79024.89">16370 12075 2607 0,'7'-11'0'0,"8"4"0"0,0 3 0 0,0 1 0 0,4 3 0 0,4 0 0 0,-5 9 0 0,6 7 0 0,-1 7 0 0,-3 3 0 0,-1 4 340 0,-4 6-150 0,-3 0 181 0,-3 9-170 16,-7-4-81-16,-2 2-40 0,0 4-58 0,-11 1-22 16,-5-9 0-16,-5 9 0 0,0-8 0 0,0-8 0 15,-4-1 0-15,1-2-202 0,-4-4-89 0,-4 3 161 16,0-3-1071-16,-1 1 557 0</inkml:trace>
  <inkml:trace contextRef="#ctx0" brushRef="#br0" timeOffset="79519.03">16657 12346 1862 0,'-7'-8'0'0,"2"6"0"0,5 1 0 0,0-4 0 0,0 0 0 0,3 1 0 0,9-2 0 0,8 3 0 0,3-3 0 0,2 3 0 0,3 1 105 15,0 1-34-15,-1-2 53 0,7 0-48 0,-4 3 0 16,2 0-62-16,-6 0 0 16,-3 0 25-16,-2 7 10 0,-2 0-291 0,-2 0 141 0,-5 1 70 15,-5-1-468-15,-2-1 255 0,-3 0 127 0,0 0-3 0,-2-4 55 16</inkml:trace>
  <inkml:trace contextRef="#ctx0" brushRef="#br0" timeOffset="79717.92">16914 12057 1609 0,'-6'-3'0'0,"3"3"0"0,1 0 0 0,-2 6 0 0,2 7 0 0,2 6 0 0,0 4 0 0,0 5 0 16,0 4 0-16,0 4 0 0,0 8 69 0,2 1-30 0,0-2 0 0,0 3 601 0,0-3-300 0,0-8-141 15,-1 7-85-15,1-7-173 0,0 1 49 0,0-5 25 16,1-3-1-16,-1-8-404 0,0 1 209 0,3-4 111 16,-3-4-501-16,-1-4 242 15,3-3 155-15,-2-2 5 0,1-3-111 0,5-1 121 16</inkml:trace>
  <inkml:trace contextRef="#ctx0" brushRef="#br0" timeOffset="79956">17189 12064 2562 0,'2'0'0'0,"0"0"0"0,0 0 0 0,-2 3 0 0,0 9 0 0,0 3 0 0,0 6 0 0,0 7 0 0,0 2 0 0,0 6 0 0,0 4 154 0,0 2 90 15,0-6-92-15,0 9-62 0,2-9-25 16,0-1 27-16,2 1-26 0,0-5-1 0,-1-2-16 0,-1 1-255 15,0-9 122-15,0 0 61 16,-2-4-408-16,0-5 235 0,0-2 100 0,0-1 59 0,0-3-626 16,0-2 312-16,0-4 155 0,0 2-105 15,0-2 121-15</inkml:trace>
  <inkml:trace contextRef="#ctx0" brushRef="#br0" timeOffset="80167.27">17563 12165 2407 0,'2'-1'0'0,"0"1"0"0,0 0 0 0,-2 0 0 0,0 5 0 0,0 8 0 0,0 4 0 0,-8 2 0 0,-3 9 0 0,-2 3 0 0,-4 4 144 16,2 3-52-16,0-5 101 0,-6 11-82 0,5-7-36 16,0-3 0-16,0 0-79 0,0-2 43 0,4-6 10 15,-2 2-10-15,5-10-281 0,-2 0 141 0,5-7 70 16,-2-2-547-16,5-3 312 15,-1-2 51-15,0-4 108 0,4 0-541 0,0-6 304 0</inkml:trace>
  <inkml:trace contextRef="#ctx0" brushRef="#br0" timeOffset="80351.33">17405 12249 2297 0,'0'-16'0'0,"0"9"0"0,0 1 0 0,0 2 0 0,0 2 0 0,0 0 0 0,0 2 0 0,0 0 0 0,8 2 0 0,4 11 0 0,2 2 289 0,2 4-115 15,0 7-72-15,1 2 172 0,0 3-117 0,-2 2-59 0,0 3 148 0,0 0-93 16,-2-2-62-16,1-3-41 16,-3 0-264-16,1-1 119 0,0-6 67 0,-3-4-622 15,0-1 340-15,0-2 174 0,-4-5 88 0,1-3-817 16,-1 0 414-16,-1-5 195 0</inkml:trace>
  <inkml:trace contextRef="#ctx0" brushRef="#br0" timeOffset="81222.08">17761 12261 759 0,'0'-6'0'0,"-2"0"0"0,2 1 0 0,-5-2 0 0,5 2 0 0,-1-1 0 0,1-2 0 0,0 2 0 0,0-1 0 0,0 1 0 0,0-2 132 0,0 3-52 0,0-2 1 0,0-1 75 15,0 2-59-15,0-1-28 0,0-1 9 0,4 2 65 16,4-2-52-16,1 4-25 0,0-2-1 16,1 0 44-16,2 2-39 0,2 2-1 15,-1-1-29-15,1 1 24 0,2 2-1 0,1 0-13 16,-2 0 29-16,-2 0 0 0,2 9-40 0,-4 2 20 16,1 3-20-16,-3 3 10 0,-3 0-10 0,-1 3 0 15,-3 3 0-15,0 3 0 0,-2-1 1 16,0-2-26-16,-9 6-10 0,-6-1 35 0,-1-1-31 0,-2-1 29 15,-3 0 2-15,-2-2-9 0,-1 1-30 16,-2-4-12-16,0-5 42 0,-2 0 67 0,3-4-34 16,2-3 6-16,-1-2-39 0,4-2 191 15,0-3-91-15,4 0-45 0,4-2 0 0,3 0 55 16,4 0-140-16,1 0 0 0,4 0 0 0,0 0 0 16,0 0 0-16,4 2 0 0,12 2 0 0,7 1 0 15,1 0 0-15,5 0 0 0,4 1 0 0,1-1 0 16,2 0 0-16,-1 1 0 0,3-2 0 0,-4 0 0 15,0 0 0-15,-8 0 0 0,3 1 0 0,-6-2 0 16,-2 1 0-16,-4 0-175 16,-4-2 13-16,-2 2 46 0,-2-3-176 0,-6 2 127 15,-1-2 63-15,0-1-454 0,-2 2 259 0,0 0 119 16,0 0 74-16</inkml:trace>
  <inkml:trace contextRef="#ctx0" brushRef="#br0" timeOffset="83120.13">19009 12973 2578 0,'-7'0'0'0,"0"0"0"0,3 0 0 0,-2 0 0 16,4 0 0-16,0 0 0 0,2 0 0 0,0 0 0 0,2 0 0 0,8 2 0 0,5 2 225 0,0-1-91 0,3 0-35 0,7 3 158 0,-6 0-108 0,7 0-52 15,-2-3-1-15,-3 2 200 16,2-2-296-16,2 1 0 0,-4-1 0 0,6 2 0 16,-3-2 0-16,-1 1 0 0,-1-4 0 0,1 2 0 15,0-1 0-15,-2 2 0 0,-1-2 0 0,-1-1-54 16,-3 3 28-16,1-1-1040 0,-4 1 494 0,1 3 264 16,-5 2 133-16,-4 5-282 0</inkml:trace>
  <inkml:trace contextRef="#ctx0" brushRef="#br0" timeOffset="83383.34">19188 13472 3651 0,'-13'0'0'0,"3"4"0"0,7 2 0 0,1-1 0 0,2-2 0 0,0-2 0 0,0 3 0 0,7 1 0 0,9-4 0 0,5 2 0 0,2-3 271 0,7 2-262 15,2 0-9-15,2-2 0 0,-2 2 0 0,1-1 0 0,-6 2 0 16,-2-2 0-16,-1 2 0 0,1 0 0 0,-5-1 0 15,-1 0 0-15,0-2 0 16,-4 0 0-16,0 0 0 0,-2 0 0 0,-4 0 0 16,-1 0 0-16,0-2 0 0,-5-6 0 0,1 1 0 15,-2 1 0-15,-1-1 0 0,-1-1 0 0,0 3 0 16,0-1 0-16,0 2 0 0,0 1 0 0,-1 2 0 16,-1-2 0-16,2 0-249 0,-2 3-239 0,2 0 227 15,0 0 109-15</inkml:trace>
  <inkml:trace contextRef="#ctx0" brushRef="#br0" timeOffset="108944.81">13327 13024 1504 0,'0'0'0'0,"3"0"0"16,3-3 0-16,-1 2 0 0,3-3 0 0,2 2 0 0,-3-1 0 0,0-2 0 0,2 2 0 0,0 0 0 0,-4 0 153 0,2-1-59 0,-1 1-1 0,0-2 84 0,1 4-66 0,-1-3-32 15,-1-1 12-15,3 1 59 16,-2-2-51-16,1 1 1 0,1-1-51 0,1 0 40 15,-1 1-28-15,3-1-9 0,0-1 49 0,1 1-49 16,0 1-1-16,0 0 1 0,-1 1-49 0,2-1 16 16,-1 1 0-16,1 1-9 0,-3 0 0 0,6 0 38 15,-3 0 12-15,0 1-83 0,2-1 24 0,-1 2-1 16,-2 1 7-16,2 0-50 0,1 0 32 0,-4 0-21 16,2 0 52-16,-2 0-61 0,1 0 55 0,1 0 1 15,-2 1 1-15,4 4-9 0,-2-4 3 16,1 4 28-16,0-4-28 0,2 1 0 0,0-2-1 0,3 0 40 15,1 2 0-15,-4-2-31 16,3 0-4-16,-1 0 47 0,1 0-44 0,1 0 8 16,-4 0-5-16,3 1 18 0,-3 2-17 0,4-3 9 15,-2 1 15-15,1 1-18 0,2-2-4 0,-1 2 4 16,1-2 4-16,0 0 1 16,-1 0-7-16,3 0-44 0,-2 0 42 0,2 0 0 0,-3 0-5 0,2 0-25 15,-1 0 14-15,-1 0-7 16,1 0 0-16,0 0 0 0,-3 0 0 0,3 0 0 15,-1 0 0-15,0 1 0 0,-1-1 0 0,-1 2 0 16,1 0 0-16,0 0 0 0,-1 0 0 0,0-1 0 16,0 2 0-16,1-1 0 0,0 2 0 0,1-2 0 15,0 0 0-15,0-1 0 0,0 0 0 0,1-1 0 16,2 0 0-16,-3 3 0 0,3-3 0 0,2 0 0 16,-2 0 0-16,-2 0 0 0,0 2 0 0,2-2 0 15,-3 1 0-15,1 2 0 0,0-1 0 0,-1 0 0 16,3 1 0-16,-2 1 0 0,2-3 0 0,0 6 0 15,-2-5 0-15,4 1 0 16,0 1 0-16,-4-2 0 0,8 0 0 0,-3 0 0 16,2-2 0-16,-1 2 0 0,3-2 0 0,2 0 0 15,-2 0 0-15,0 0 0 0,2 0 0 0,-2 0 0 16,2 0 0-16,0 0 0 0,-2 0 0 0,0 0 0 16,0 0 0-16,0 0 0 0,2 0 0 15,-2 1 0-15,2 1 0 0,0 0 0 16,0-2 0-16,-1 1 0 0,1-1 0 0,0 0 0 15,0 0 0-15,0 0 0 0,0 0 0 0,0 0 0 16,2 0 0-16,-3 0 0 0,1 0 0 0,2 0 0 16,-2-1 0-16,3 1 0 0,-2-2 0 0,1 2 0 15,0-2 0-15,-1 2 0 0,3 0 0 0,-2 0 0 16,1 0 0-16,2 0 0 0,-2 0 0 0,3 0 0 16,-1 0 0-16,0 0 0 0,2 0 0 0,-4 0 0 15,1 0 0-15,-1 0 0 0,-1 0 0 16,2 0 0-16,-1 0 0 0,0 0 0 15,0 0 0-15,0 2 0 0,1 0 0 0,-1-1 0 16,3-1 0-16,6 0 0 0,-5 0 0 0,3 0 0 16,2 0 0-16,1 0 0 0,-3 0 0 0,8 0 0 15,-4 0 0-15,-2 0 0 0,0 0 0 0,-1 0 0 16,-10 0 0-16,5 0 0 0,0 0 0 0,0 0 0 16,-3 0 0-16,1 0 0 0,-3 0 0 0,1-1 0 15,-4-1 0-15,0-1 0 16,-2-3 0-16,-3 2 0 0,-4-1 0 0,-3 1 0 0,1-2 0 0,-6 0 0 15,1 1 0-15,-7-1 0 16,0 1 0-16,-1-2 0 0,-4 1 0 0,0 1 0 16,-2 0-81-16,-6 3-49 0</inkml:trace>
  <inkml:trace contextRef="#ctx0" brushRef="#br0" timeOffset="110630.11">20595 13150 2370 0,'-5'-8'0'0,"0"0"-1"0,0 3 0 0,-1 1 0 0,1 0 1 0,1 1 0 0,-1-1 0 0,0 2 0 0,0 0 0 0,-1 0 0 0,-1 0 108 0,1 2-31 15,-2 0 87-15,1 0-60 0,0 0-18 0,-4 6 150 16,1 3-95-16,0 2-48 0,0 4 0 0,-1 0 104 16,1 2-81-16,-1 2-35 0,1 2-13 0,-1 3-68 15,0 1 0-15,1 1 0 0,1 2 0 0,0 1 0 16,2-1 0-16,2 2 0 0,1 0 0 0,2 0 0 16,2 1 0-16,0-2 0 0,0 1 0 0,2 0 0 15,3 0 0-15,7-2 0 0,-1 2 0 0,0-2 0 16,5-1 0-16,-2-3 0 15,4-1 0-15,-2-5 0 0,3 3 0 0,2-5 0 16,-3-4 0-16,5 3 0 0,-4-6 0 0,3 1 0 16,-1-3 0-16,2-1 0 0,0-1 0 0,-2-1 0 15,4-2 0-15,-2-1 0 0,3-1 0 0,-2 0 0 16,2 0 0-16,1 0 0 0,-1-1 0 0,-3-3 0 16,5-3 0-16,-4 0 0 0,1-3 0 0,-6 3 0 15,2-3 0-15,-1 1 0 0,-1-2 0 0,-1-1 0 16,1-2 0-16,2-2 0 15,-4-1 0-15,0 1 0 0,3-5 0 0,-3 0 0 16,1 0 0-16,-4-1 0 0,2 0 0 0,-5 0 0 16,1-1 0-16,-3 3 0 0,-2 0 0 0,0-1 0 15,-1 0 0-15,-3 2 0 0,2-1 0 0,-3 0 0 16,0-1 0-16,-1 1 0 0,-1-1 0 0,0 0 0 16,0-2 0-16,0 1 0 0,0-3 0 0,0 1 0 15,-5-1 0-15,-3 4 0 16,0-4 0-16,-1 2 0 0,-3 1 0 0,1 1 0 15,2 1 0-15,-6 2 0 0,0-1 0 0,2 3 0 16,-4-2 0-16,0 3 0 0,2 0 0 0,-2 0 0 16,1 5 0-16,0-4 0 0,0 2 0 0,0 4 0 15,0-2 0-15,-2 1 0 0,1 1 0 0,3 3 0 16,-2-1 0-16,0 1 0 0,-2 3 0 0,2-2 0 16,-1 0 0-16,0 2 0 0,-2-1 0 0,3 0 0 15,-3 1 0-15,-1 0 0 16,4-1 0-16,0 1 0 0,0 0 0 0,-1 1 0 15,0 1 0-15,2 0 0 0,-1 0 0 0,0 0 0 16,0 0 0-16,-2 1 0 0,1 6 0 0,2 3 0 16,-2 0 0-16,1 1 0 0,0 1 0 0,0 2 0 15,0-1 0-15,2 2 0 0,0 0 0 0,-1 2 0 16,5 0 0-16,-6-1 0 0,5 4 0 0,-3-2 0 16,3 0 0-16,-1 6 0 0,2-4 0 15,1-3 0-15,0 2 0 0,0-2 0 0,2 1 0 16,-2 2 0-16,2-4 0 0,0 2 0 0,2-4 0 0,-1-1 0 15,3 1 0-15,-1-1 0 16,0-2 0-16,1 2 0 0,0-3 0 0,-1 3 0 16,2-1 0-16,1-2 0 0,-3 4 0 0,2-3 0 15,0 4 0-15,-1 0 0 0,-3 2 0 0,0 3 0 16,-3 4 0-16,1 3 0 0,-2 3 0 0,-1 6 0 16,1 3 0-16,0 3 0 0,0 1 0 0,5 3-228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18:57.4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3771 10614 2994 0,'-3'0'0'0,"1"0"0"0,0 0 0 0,2 0 0 0,0 0 0 0,0 5 0 0,0 5 0 0,0 4 0 0,2-2 0 0,3 7 0 0,4 0 243 0,-2 6-101 15,0-1-50-15,0 1-17 0,-1 4 80 0,-3-2-58 16,1 1-28-16,-1 0-5 0,-1 0-64 0,0-4 0 16,-1 7 0-16,-1-5 0 0,0-2 0 0,0 1 0 0,0-5 0 15,0 2 0-15,0 0 0 0,0-4 0 16,-1 1 0-16,-1-4 0 0,0-1-12 15,0-6-41-15,1 0-314 0,1-4 122 0,0-2 112 16,0-2-618-16,0-2 355 0,8-15 168 0,3-9-445 16,3-4 317-16</inkml:trace>
  <inkml:trace contextRef="#ctx0" brushRef="#br0" timeOffset="243.77">3956 10631 2880 0,'0'-6'0'0,"2"3"0"0,4-1 0 0,-1 2 0 0,2 0 0 0,7 2 0 0,0 0 0 0,-1 0 0 0,7 4 0 0,2 7 0 0,-2 4 312 0,0 4-135 0,1 1 288 0,0 7-368 16,-3 3-97-16,-2 2 0 0,-2 10 0 0,-9-9 0 15,1 6 0-15,-4 6 0 0,-2-11 0 0,0 11 0 16,0-11 0-16,-10 5 0 0,0-3 0 0,-3 0 0 16,-3-2 0-16,2-4 0 15,-3-3 0-15,1-4 0 0,2-6 0 0,-2 1 0 16,2-5 0-16,1-4 0 0,-1-4 0 0,3-1 0 15,1-4-32-15,1 0-113 0,3 0-233 0,4-11 168 16,2-9 85-16,0-8-703 0,10-8 399 0,12-6 194 16</inkml:trace>
  <inkml:trace contextRef="#ctx0" brushRef="#br0" timeOffset="420.72">4522 10643 3159 0,'19'-4'0'0,"2"2"0"0,-3 0 0 0,-1 0 0 0,1-2 0 0,1 3 0 0,4-3 0 0,0-1 0 0,2 0 0 0,0 1 0 0,-1 1-28 0,4-3 8 0,-1 1 29 0,-3 1 1 0,3 0-236 15,-7-1 134-15,2 2 75 0,-1 2-677 16,-2-2 353-16,-4 2 176 0,-4-1 88 0,-1 0 45 0,-3-2-655 16</inkml:trace>
  <inkml:trace contextRef="#ctx0" brushRef="#br0" timeOffset="736.17">4793 10332 3065 0,'-6'0'0'0,"1"0"0"0,1 0 0 0,3 2 0 0,1 7 0 0,0 3 0 0,0 1 0 0,1 4 0 0,11 8 0 16,-1-1 0-16,0 4 103 0,0 2 192 0,-1 4-118 0,-1 2-74 0,-2-1-31 0,2 3 0 15,-4-2-32-15,-1-3-36 0,-1 3-4 0,-3-4 0 0,0 0 0 16,0-5 0-16,0 0 0 0,-7-9 0 15,-1 3 0-15,-5-6-258 0,2-3 111 0,-3-5 46 0,-2-5 7 16,2-2 87-16,-3 0-6 0,1 0-35 16,4-9 157-16,0-4-125 0,2-1-5 0,5 2 0 15,3 2 78 1,1-1-26-16,1 1 1 0,0 2-13 0,0-2 83 0,1 4-33 16,10 1-30-16,1 1 16 0,-1 2-34 0,-1 0-486 15,3 0 362-15,-5 2 58 0,7 0 25 0,-8 0-1011 16,2 0 864-16,-1 2 62 0,-2 4 32 0,-3-3-9 0,1 1-245 15,-3 0 143-15,1-4 73 0,-2 0 35 0</inkml:trace>
  <inkml:trace contextRef="#ctx0" brushRef="#br0" timeOffset="1144.81">4479 10415 2485 0,'-9'-5'0'0,"4"0"0"0,2 4 0 0,1-2 0 0,2 3 0 0,0 0 0 0,0 0 0 0,0 0 0 0,0 4 0 0,0 4 0 0,5 1 90 0,-1 2-26 16,-3-1 198-16,3 1-102 0,1 4-65 0,-2 1-28 0,0 0 52 16,-2 1-40-16,1 0 0 0,0 0 2 15,0 2-10-15,-1 2-32 0,1-1 56 16,0-1-29-16,0 4 1 0,-1-3-55 0,1 3-12 16,3-1 0-16,-2 1 0 15,3 0 0-15,-2-1 0 0,1 1 0 0,-1-3 0 0,1 3 0 16,0-3 0-16,-4-1 0 0,0 0 0 0,-1-1 0 15,0-3 0-15,0-1 0 0,-7-1 0 0,-2-2 0 16,-6-1 0-16,-3-5 0 0,-5 1 0 0,-2-2 0 16,1-4 0-16,-4 0 0 0,1 0 0 0,5 0 0 15,-2 0 0-15,3 0 0 0,5 0 0 0,4 0 0 16,1 0 0-16,6 0 0 0,0 0 0 0,5 0 0 16,0 1 0-16,3 7 0 0,17 1 0 0,8 1 0 0,9 3 0 15,8-3 0-15,5 0 0 0,4 0 0 0,0 1 0 16,0-1 0-1,2-3 0-15,-4 2 0 0,3 2 0 16,-5 1 0-16,-8-1 0 0,11 2 0 16,-9 0-1513-16,1 1 1304 0,-2-3 85 0,1 0 42 0,-5-3-9 15,10 1-402-15,-5-5 227 0</inkml:trace>
  <inkml:trace contextRef="#ctx0" brushRef="#br0" timeOffset="1507.56">5646 10467 2983 0,'-13'-5'0'0,"2"3"0"0,2 0 0 0,-1 1 0 0,-1 1 0 0,-1 0 0 0,-2 0 0 0,-2 10 0 0,2 10 0 16,-2 4 0-16,2 2 112 0,-2 8 366 0,2 9-225 0,5 0-148 16,0 1-105-16,4-2 0 0,5 2 0 0,0-6 0 15,0 1 0-15,7-2 0 0,9-1 0 0,0-6 0 16,3 0 0-16,2-3 0 0,-1-2 0 0,3-1 0 15,-2-3 0-15,1-1 0 0,1-4 0 0,-3 0 0 16,-1-2-318-16,2-2-188 0,-1-5 233 0,-3-1-596 16,1-4 406-16,2-2 216 0</inkml:trace>
  <inkml:trace contextRef="#ctx0" brushRef="#br0" timeOffset="1727.06">5837 10546 3691 0,'-2'-9'0'0,"0"3"0"0,-1 1 0 0,1 3 0 0,0 1 0 0,1 1 0 0,1 0 0 0,0 0 0 0,0 5 0 0,0 13 0 0,3 5 141 0,6 4-52 0,-2 5-79 16,0 3-10-16,2 8 0 0,-3-3 0 16,0-7 0-16,0 7 0 0,-1-2 0 0,0-1 0 15,0-3 0-15,-2-2 0 0,2-2 0 0,-4 0 0 16,1-6 0-16,0 5 0 0,0-9-1001 0,-1-1 454 15,-1-6 255-15,2-4 126 0,5-1-309 0</inkml:trace>
  <inkml:trace contextRef="#ctx0" brushRef="#br0" timeOffset="1904.36">6149 10853 3669 0,'7'7'0'0,"3"6"0"0,-6-6 0 0,0 4 0 0,-2 2 0 0,1-2 0 0,-2 2 0 0,-1 0 0 0,0 2 0 0,0 2 0 0,0 0 262 0,0 0-262 0,0 0 0 16,0 0 0-16,-1-3 0 0,-4-1 0 0,-1 0 0 16,1-1-223-16,-2-1 108 0,-3 0 77 0,0-1-387 15,1-5 231-15,3-1 127 0,-1-2 31 0,-4-2-989 16</inkml:trace>
  <inkml:trace contextRef="#ctx0" brushRef="#br0" timeOffset="2160">6490 10482 3569 0,'-4'-7'0'0,"4"3"0"0,0 0 0 0,-1 3 0 0,1-2 0 0,0 2 0 0,0-1 0 0,0 2 0 0,0 0 0 0,0 9 0 0,0 12 118 0,1 4 126 0,5 4-244 16,-3 7 0-16,1 2 0 0,0 9 0 0,-1-2 0 15,-1-2 0-15,1-5 0 0,-2 1 0 0,2 0 0 16,-2-3 0-16,-1-2 0 0,0 2 0 0,0-4 0 16,0-4 0-16,-1 1-13 0,-6-6-385 15,5-2 191-15,-3 0-305 0,1-8 228 0,2-2 128 0,1-6 59 16,1-3-698-16</inkml:trace>
  <inkml:trace contextRef="#ctx0" brushRef="#br0" timeOffset="2355.12">6724 10838 3632 0,'4'0'0'0,"5"4"0"0,-5 1 0 0,4 1 0 0,-5-1 0 0,3 1 0 0,-2 3 0 0,1-2 0 0,-2 2 0 0,2-1 0 0,-1 6 299 0,1-2-299 0,-3-2 0 0,0 1 0 0,-2 3 0 16,0-1 0-16,0 2 0 15,0-2 0-15,-2-2 0 0,-5 1 0 0,0-3 0 16,-3 3 0-16,0-6 0 0,2-1 0 0,1-2-907 15,2 1 359-15,-5-4 261 0,5 0-643 0,3 0 446 16</inkml:trace>
  <inkml:trace contextRef="#ctx0" brushRef="#br0" timeOffset="2626.59">7089 10452 3007 0,'0'-4'0'0,"0"2"0"0,0-1 0 0,1 2 0 0,1-1 0 0,0 0 0 0,0 2 0 0,3 0 0 0,-2 0 0 0,5 2 0 0,-3 9 723 15,0 5-522-15,2 11-201 0,-4 2 0 0,-1 11 0 0,1 2 0 0,-3 2 0 32,0 3 0-32,0-3 0 0,0-8 0 0,0 5 0 0,0-5 0 0,0 0 0 15,0-1 0-15,0-3 0 16,0-6 0-16,0 4 0 15,-3-9 0 1,1 0 0-16,1-4 0 0,-1-7 0 0,2 0 0 0,-3-2 0 0,1-4-213 0,0-3 38 0,1-1-566 0,-3 0 352 0,-1-1 167 0,1-16-589 16,4-17 388-16</inkml:trace>
  <inkml:trace contextRef="#ctx0" brushRef="#br0" timeOffset="2851.21">7303 10303 3641 0,'9'0'0'0,"6"0"0"0,0 0 0 0,0 0 0 0,-2 0 0 0,3 2 0 0,2 6 0 0,0 7 0 0,2 3 0 0,-3 2 0 0,2 8 268 0,-5 4-246 0,4 9-22 0,-6-4 0 15,1 9 0-15,-6 1 0 0,-2 0 0 0,0 5 0 16,-5-5 0-16,0-1 0 0,0 8 0 16,-5-8 0-16,-6-4 0 0,-3 2 0 15,-6-5 0-15,3-5 0 0,-4-3 0 0,-2 0 0 16,0-7 0-16,-2-3 0 0,9-8 0 0,-3-1 0 15,3-3-127-15,7-5-998 0,3-3 545 0</inkml:trace>
  <inkml:trace contextRef="#ctx0" brushRef="#br0" timeOffset="3013.67">7904 11165 3931 0,'0'0'0'0,"2"0"0"0,2 0 0 0,-2 0 0 0,-2 0 0 0,0 0 0 0,0 0 0 0,0 0 0 0,0 0 0 0,0 0 0 0,-8 0 0 0,1 0 0 15,0 0 0-15,-5 0-826 0</inkml:trace>
  <inkml:trace contextRef="#ctx0" brushRef="#br0" timeOffset="4704.53">8685 10222 2196 0,'0'0'0'15,"0"3"0"-15,0 3 0 0,0 2 0 0,0-1 0 0,0 2 0 0,4-1 0 0,0 3 0 0,-1 0 0 0,2 0 0 0,-3 3 72 0,1 1 30 0,-3 0-30 0,0 1-1 16,-3 6-20-16,-9-2 66 0,1 1-38 0,-3 0 0 0,0-1 96 16,3-2-67-16,-2-2-24 0,1-2-10 0,2 1 120 15,3-9-77-15,-1 2-38 0,5-4 109 16,3-2-138-16,-2-1-27 0,2-1-23 0,0 0 0 15,2 0 0-15,9 0 0 0,6 0 0 0,8 0 0 16,0-3 0-16,3-5 0 0,4 3 0 0,2-3 0 16,1 3 0-16,-2-2 0 0,-1 4 0 15,-2 2 0-15,-3 1 0 0,-5 0 0 0,0 0 0 16,-2 1 0-16,-2 9 0 0,-1 1 0 0,0 1 0 16,-6 6 0-16,2-1 0 15,-4 2 0-15,1 3 0 0,-2-1 0 0,-1 1 0 16,-2 4 0-16,3-5 0 0,-4 5 0 0,-2-5 0 15,2 2 0-15,-1-1 0 0,-1 1 0 0,-2-2 0 0,0-1 0 0,0-1 0 16,0-1 0-16,0 2 0 0,-3-4 0 16,-7 1 0-16,-1 0 0 0,-2 0 0 15,-5-2 0-15,-2 0 0 0,-1 0 0 16,0-3 0-16,-5-1 0 0,2-5 0 0,-2 0 0 16,1-6 0-16,1 0 0 0,-3 0 0 0,-1-10 0 15,-2-16 0-15,4-9 0 0,-4-15-701 0,6-14 158 16,3-13 242-16</inkml:trace>
  <inkml:trace contextRef="#ctx0" brushRef="#br0" timeOffset="4721.07">8646 10443 401 0</inkml:trace>
  <inkml:trace contextRef="#ctx0" brushRef="#br0" timeOffset="4853.42">8612 10169 3206 0,'-3'-19'0'0,"-2"8"0"0,3 5 0 0,1 2 0 0,-1 3 0 16,2 1 0-16,0 0 0 0,0 0 0 0,0 0 0 0,2 0 0 0,13 0 341 0,5 1-150 0,5 2 2 15,3-2-193-15,4 1 0 0,2 0 0 0,-1 0 0 0,4-1 0 0,-3 2 0 0,-1 0 0 16,1 3-38-16,-2 0-87 0,1 3-994 15,-2 5 580-15,-10-1 221 0,4 9 159 0</inkml:trace>
  <inkml:trace contextRef="#ctx0" brushRef="#br0" timeOffset="5022.6">8526 10755 3931 0,'-28'2'0'0,"10"8"0"0,7-1 0 0,4-2 0 0,3-1 0 0,3-1 0 0,1-1 0 0,0 2 0 0,12 0 0 0,15-1 0 0,8-3 0 0,6-2 0 16,7 0 0-16,0 0 0 0,3 0 0 0,2-2 0 16,0-2 0-16,-5 0 0 0,5 2 0 0,-3 1 0 15,3 1 0-15,0 0-1087 0</inkml:trace>
  <inkml:trace contextRef="#ctx0" brushRef="#br0" timeOffset="6319.12">20180 5549 2403 0,'-8'0'0'0,"5"0"0"0,-3 0 0 0,4 0 0 0,2 0 0 0,0 0 0 0,0 0 0 0,0 0 0 0,0 0 0 0,0 0 0 0,6 0 73 0,8 0 0 0,4 0-32 16,4 0 85-16,7 0-33 0,3 0-9 16,1 0 73-16,3 0-58 0,1 0-29 0,1 0 88 15,-1 0-48-15,1 0-40 0,-2 0 0 0,-1 0 48 16,-1 0-39-16,0 4 1 0,-2 0-53 0,0-1-27 15,-1 2 0-15,1-2 0 0,2 0 0 0,3 1 0 16,0 0 0-16,6-2 0 0,-1 2 0 0,0-3 0 16,3 2 0-16,4-1 0 0,2 1 0 0,-2 0 0 15,0-1 0-15,-3 1 0 0,4 0 0 0,-1 1 0 16,-1 2 0-16,5-1 0 16,0-1 0-16,1 0 0 0,0 0 0 0,12-1 0 15,-11 0 0-15,3-2 0 0,2 1 0 0,-2 0 0 16,1-2 0-16,6 0 0 0,-11 0 0 0,4 0 0 15,3 0 0-15,4 0 0 0,-5 0 0 0,-7 0 0 16,4 2 0-16,-3-2 0 0,3 2 0 0,-3-2 0 16,0 2 0-16,3-2 0 0,-3 1 0 0,3-1 0 15,9 2 0-15,-8-2 0 16,-6 2 0-16,6 0 0 0,-1 0 0 0,8 0 0 16,-6 0 0-16,1 2 0 0,-2-2 0 0,2 1 0 15,-3 1 0-15,14-2 0 0,-9 0 0 0,-2 1 0 16,-5-3 0-16,10 3 0 0,-10-2 0 0,11-1 0 15,-15 0 0-15,8 0 0 0,5 0 0 0,-4 0 0 16,-9 0 0-16,5 0 0 0,-1 0 0 0,1 0 0 16,-2 2 0-16,1-2 0 0,3 2 0 0,6 0 0 15,-4-1 0-15,6 2 0 0,-1-3 0 0,-1 0 0 16,-9 0 0-16,5 0 0 16,-2 0 0-16,-1 0 0 0,-5 0 0 0,1 0 0 15,-2 0 0-15,-1 0 0 0,1 0 0 0,-2 0 0 16,-2 0 0-16,-6 0 0 0,8 0 0 0,-6 0 0 15,-1 0 0-15,0 4 0 0,2 1 0 0,-5-3 0 16,8 4 0-16,-3-3 0 0,0 3 0 0,2-2 0 16,2-2 0-16,-6 1 0 0,7 0 0 0,-2 1 0 15,-1-4 0-15,-1 1 0 0,4-1 0 0,0 0 0 16,4 0 0-16,-1 0 0 16,3 0 0-16,10 0 0 0,-5 0 0 0,-5 0 0 15,3 0 0-15,-3 0 0 0,-6-1 0 0,-1-1 0 16,-3 0 0-16,-9 2 0 0,1-3 0 0,-2 3 0 15,-1 0 0-15,-3 0 0 0,-1-1 0 0,-1 1 0 16,1 0 0-16,-2 0 0 0,-6 0 0 0,1 0 0 16,-2-2 0-16,-3 2 0 0,-4-2 0 0,2 2 0 15,-7 0 0-15,1-3 0 16,-4 3 0-16,-1 0 0 0,-4-1 0 0,2 1 0 16,-3 0 0-16,0-2 0 0,0 0 0 0,-9 0 0 15,-11-1 0-15,-7 0 0 0,-11 3 0 0</inkml:trace>
  <inkml:trace contextRef="#ctx0" brushRef="#br0" timeOffset="10399.83">21498 3542 2086 0,'0'-8'0'0,"0"-1"0"0,0 1 0 0,-2-2 0 0,1 5 0 0,-1-1 0 0,0 1 0 0,-2 1 0 0,3 1 0 0,-3 1 0 0,-1 0 104 0,0 0-33 0,-1 2 69 16,-1 0-51-16,0 0-25 0,-5 6 122 0,3 5-78 0,-5 1-35 16,-2 9 0-16,-2 4 61 15,2 6-47-15,-3 2-15 0,-4 6-10 0,5 1 169 16,1 2-96-16,2-1-48 0,1 1-25 0,7-4 5 16,2 9-67-16,5-11 0 0,0 3 0 0,1-3 0 15,12-1 0-15,6 0 0 16,4-5 0-16,3-2 0 0,3-4 0 0,3-2 0 0,0-2 0 15,1-3 0-15,1-5 0 0,-2 0 0 0,0-3 0 0,-4 0 0 16,-8-3 0-16,3 0 0 0,-8-3-323 16,-4-1 85-16,0 0-503 0,-3-2 351 15,-4 0 176-15,0 0 78 0,-2 0-258 0,1-2 179 16</inkml:trace>
  <inkml:trace contextRef="#ctx0" brushRef="#br0" timeOffset="10651.44">21783 3534 3931 0,'-10'-13'0'0,"2"9"0"0,3 3 0 0,2 1 0 0,1 0 0 0,0 0 0 0,1 0 0 0,1 7 0 0,0 8 0 0,0 3 0 0,0 7 0 0,0 3 0 0,0 2 0 0,1 4 0 15,6 2 0-15,-2 1 0 0,1-1 0 0,1 0 0 16,-2 0 0-16,2-5 0 0,0 1 0 0,-3 1 0 15,-1-4 0-15,1-1 0 0,-2 1 0 0,0-1 0 16,-2-5 0-16,0 1 0 0,0-1 0 0,0-4 0 16,0-1 0-16,0-4-10 15,0-1-303-15,0-5 142 0,0 0 67 0,10-8-939 16</inkml:trace>
  <inkml:trace contextRef="#ctx0" brushRef="#br0" timeOffset="10837.32">22171 3842 3931 0,'2'4'0'0,"-1"4"0"0,1 1 0 0,-2 0 0 0,0 1 0 0,0 1 0 0,0 2 0 0,0 0 0 0,0 3 0 0,0 2 0 16,0-1 0-16,-2 4 0 0,-3 0 0 0,-2-1 0 0,-5 4 0 16,-1-1 0-16,-4 0 0 0,0-3 0 0,-2 1 0 15,3-6 0-15,-7 3 0 0,4-5 0 0,1-2 0 16,0 2 0-16,4-7-362 0,2 0 84 0</inkml:trace>
  <inkml:trace contextRef="#ctx0" brushRef="#br0" timeOffset="11354.69">22622 3471 2341 0,'-5'-5'0'0,"4"2"0"0,-3 1 0 16,2 0 0-16,0 0 0 0,0 2 0 0,1 0 0 0,-1 2 0 0,2 10 0 0,0 3 0 0,0 3 614 0,0 9-288 0,0-1-143 0,2 4-72 0,-1 4 245 16,1 1-356-16,2 1 0 15,-2 3 0-15,0-1 0 0,-1-1 0 0,-1 3 0 16,0-2 0-16,0-1 0 0,0-1 0 0,-5-2 0 16,1-2 0-16,-1-3 0 0,-1-6 0 0,1 0 0 15,-2-4 0-15,4-6 0 0,-3-2 0 0,5-6 0 16,-1 2 0-16,0-6 0 0,0-1-96 0,2 0-725 15,0 0 392-15,0-1 194 0,9-11-702 0</inkml:trace>
  <inkml:trace contextRef="#ctx0" brushRef="#br0" timeOffset="11547.6">22904 3919 3931 0,'5'0'0'0,"-1"6"0"0,-3 1 0 0,1 4 0 0,-2 3 0 0,0-1 0 0,0 4 0 0,0-1 0 0,0 5 0 0,0 0 0 0,-2 3 0 0,-5-1 0 0,-3-2 0 0,-1 3 0 16,-3-1 0-16,0-3 0 16,-1-5 0-16,-2 3 0 0,-1-3 0 0,-1-4 0 15,0-2 0-15,-1-2 0 0,-1-3 0 0,0-2 0 16,2-2 0-16,4 0-724 0,2-2 132 0,6-11 276 16,7-8 139-16</inkml:trace>
  <inkml:trace contextRef="#ctx0" brushRef="#br0" timeOffset="11713.82">23040 3764 3438 0,'7'0'0'0,"5"2"0"0,1 1 0 0,1-1 0 0,0-2 0 0,6 0 0 0,1 0 0 0,8 0 0 0,2 2 0 0,3-1 0 0,3 1 493 16,0 1-493-16,0 0 0 0,3 3 0 0,-4-1 0 15,-2 2 0-15,-2 4 0 0,0-4 0 0,-6 2-750 16,-6-1 255-16,1-1 261 0,-5 1 137 0</inkml:trace>
  <inkml:trace contextRef="#ctx0" brushRef="#br0" timeOffset="11912.31">23621 3592 3847 0,'0'0'-2'15,"0"0"0"-15,2 0 0 0,-1 2 1 0,1 10 1 0,0 5 0 0,0 3 0 0,1 5 0 0,2 3 0 0,-4 4 0 0,-1 4 91 0,0-1-91 0,0 3 0 0,0-3 0 0,0 4 0 0,0-4 0 16,0-2 0-16,0 0 0 16,0-2 0-16,-1-5 0 0,-2 1 0 0,1-5 0 15,1-3 0-15,1-8 0 0,0 1-238 0,0-8 92 16,0 1 82-16,0-5-1157 0,0 0 588 0</inkml:trace>
  <inkml:trace contextRef="#ctx0" brushRef="#br0" timeOffset="12115.65">23814 3480 3931 0,'10'-6'0'0,"8"4"0"0,1 2 0 0,4 0 0 0,-3 10 0 0,5 9 0 0,5 7 0 0,-2 4 0 0,-3 4 0 0,3 13 0 0,-6-1 0 0,-1 4 0 0,-2 9 0 16,-8 2 0-16,-8-8 0 0,-1 16 0 0,-2-3 0 15,-9-1 0-15,-8-3 0 0,-5-2 0 0,-1-10 0 16,-5 1 0-16,-2-1 0 0,-2-9 0 0,-3-6 0 15,-1-4 0-15,-2-9 0 0,-9 1 0 0,5-5 0 16,1-4 0-16,9-2-1356 0</inkml:trace>
  <inkml:trace contextRef="#ctx0" brushRef="#br0" timeOffset="43918.98">28788 5634 1237 0,'-4'-8'0'0,"1"3"0"0,-3-2 0 0,2 0 0 0,0 2 0 0,2 0 0 0,-1-1 0 0,1 0 0 0,0 2 0 0,0 0 0 0,0-2 91 0,2 3-43 16,0 0 192-16,0 0-84 0,-1 0-61 0,1 1 243 15,0 0-145-15,0 2-73 0,0-2-36 0,0 2 302 16,0 0-175-16,0 0-82 0,0 0 207 0,0 0-145 15,0 0-115-15,0 0-76 0,0 0 0 0,0 0 0 16,0 0 0-16,0 0 0 0,0 0 0 0,1 0 0 16,5 0 0-16,1 0 0 15,4 0 0-15,1 0 0 0,1 0 0 0,5 0 0 16,-1 0 0-16,2 0 0 0,0 0 0 0,1 0 0 16,2-3 0-16,1 2 0 0,4 0 0 0,-3-1 0 15,2-1 0-15,1 2 0 0,-1-1 0 0,-3 0 0 16,6 0 0-16,-10 0 0 0,7 0 0 0,-4 1 0 15,2-2 0-15,2 2 0 0,-1-1 0 0,-1 0 0 16,3 0 0-16,-2 1 0 0,1 1 0 0,0-2 0 16,2 2 0-16,0-3 0 0,-4 3 0 0,2 0 0 15,-2 0 0-15,7 0 0 16,-3 0 0-16,0-2 0 0,3 0 0 0,-1 2 0 16,6-1 0-16,-4-1 0 0,1-1 0 0,1 2 0 15,-3 0 0-15,1-2 0 0,1 1 0 0,-1 1 0 16,-2-1 0-16,2 0 0 0,-2 0 0 0,0 0 0 15,0 2 0-15,-2 0 0 0,2 0 0 16,0 0 0-16,0 0 0 0,0 0 0 0,0 0 0 0,0 0 0 16,1 0 0-16,-1 0 0 0,2 0 0 15,-2-1 0-15,-8-2 0 0,8 2 0 16,-2-1 0-16,-3-1 0 0,3 2 0 0,-4-1 0 16,-2 0 0-16,1 1 0 0,0-2 0 0,-2 1 0 15,2 1 0-15,-2 1 0 0,2 0 0 0,-4 0 0 16,2 0 0-16,3-2 0 0,2 2 0 0,-1-2 0 15,-3 2 0-15,6-2 0 0,-3 2 0 0,0-2 0 16,0 2 0-16,-5 0 0 0,2-2 0 0,-1 2 0 16,-2 0 0-16,-1 0 0 15,-1 0 0-15,1 0 0 0,0 0 0 0,-1 0 0 16,1 0 0-16,-1 0 0 0,-2 0 0 0,2 0 0 16,-1 0 0-16,0 2 0 0,-3-2 0 0,2 2 0 15,-1-2 0-15,-2 2 0 0,-1-2 0 0,0 2 0 16,1-2 0-16,-4 0 0 0,3 2 0 15,-2-2 0-15,0 1 0 0,-2-1 0 0,0 0 0 0,0 2 0 16,-2-2 0-16,0 3 0 0,1-3 0 16,-1 1 0-16,-1 1 0 0,-1-2 0 15,1 2 0-15,-3-2 0 0,4 0 0 0,-3 1 0 16,0-1 0-16,2 3 0 0,-2-3 0 0,0 0 0 16,-1 2 0-16,1-2 0 0,0 1 0 0,0-1 0 15,-1 0 0-15,1 3 0 0,0-3 0 0,-2 0 0 16,0 1 0-16,1-1 0 0,-1 0 0 0,0 0 0 15,0 0 0-15,0 0 0 0,0 0 0 0,0 0 0 16,0 0 0-16,0 0 0 0,0 0 0 16,0 0 0-16,0 0 0 0,0 0 0 15,0 0 0-15,0 0 0 0,0 0 0 0,0 0 0 16,-5 0 0-16,-5 0 0 0,-8 0 0 0,-3 4 0 16,-8 6 0-16</inkml:trace>
  <inkml:trace contextRef="#ctx0" brushRef="#br0" timeOffset="45526.77">20879 4329 2074 0,'-8'0'0'0,"0"-2"0"0,1 0 0 0,1 0 0 0,3 0 0 0,1 0 0 0,0 2 0 0,2 0 0 0,0 0 0 0,0 0 0 0,0 0 332 0,0 0-149 16,0 0-68-16,0 0 220 0,0 0-144 0,0 0-73 15,2 0-25-15,3 2 228 0,1 2-152 0,-1-2-169 16,2 1 0-16,0 2 0 0,0-3 0 0,-1 3 0 16,1 1 0-16,3-2 0 0,-1-3 0 0,0 3 0 15,1-1 0-15,-1 1 0 0,4 0 0 0,-3-2 0 16,1 2 0-16,0-3 0 0,1 4 0 0,2-4 0 15,0 3 0-15,-1-3 0 0,2 1 0 0,0 1 0 16,2-2 0-16,0 2 0 0,2-2 0 16,-3 1 0-16,5 0 0 0,-2-2 0 15,-1 2 0-15,2-2 0 0,-1 0 0 0,-1 1 0 16,1-1 0-16,-2 0 0 0,2 0 0 0,-3 0 0 16,3 0 0-16,0 0 0 0,-2 0 0 0,2 0 0 15,-3 0 0-15,3 0 0 0,1 0 0 0,-2 0 0 16,1 0 0-16,1 0 0 0,1 0 0 0,0 0 0 15,0 0 0-15,-1 0 0 0,3 0 0 0,0 0 0 16,-2-1 0-16,2-1 0 16,2 0 0-16,-2 0 0 0,-2 1 0 0,2-2 0 15,0 2 0-15,-3-2 0 0,-1 3 0 0,2 0 0 16,-3 0 0-16,3 0 0 0,-2 0 0 0,0 0 0 16,2 0 0-16,0 0 0 0,-1 0 0 0,1 0 0 15,0 0 0-15,0 3 0 0,2-3 0 0,4 1 0 0,-3-1 0 16,1 0 0-16,-3 3 0 0,4-3 0 0,-5 0 0 15,7 1 0-15,-4-1 0 0,1 2 0 16,-1 0 0-16,5-2 0 0,-3 2 0 0,0-1 0 16,1-1 0-16,-4 0 0 0,8 0 0 15,-5 0 0-15,0 0 0 0,3 0 0 0,-1 0 0 16,-3 0 0-16,5 0 0 0,-2 0 0 0,-1 0 0 16,1 0 0-16,1 0 0 0,-5-1 0 0,5 1 0 15,-3 0 0-15,-1 0 0 0,-2 0 0 16,4 0 0-16,-3 0 0 0,5 0 0 0,-3 0 0 15,0 0 0-15,1 0 0 0,-2 0 0 16,-2 0 0-16,5 0 0 0,-1 0 0 0,-1 0 0 0,1 0 0 16,-4 0 0-16,2 0 0 0,3 0 0 15,-3 0 0-15,-2 0 0 0,2-2 0 0,-4 2 0 16,2-2 0-16,0 2 0 0,-1 0 0 0,0 0 0 16,3-2 0-16,1 2 0 0,-4-1 0 0,5 1 0 15,-1-3 0-15,-1 2 0 0,1-2 0 0,-1 3 0 16,-5 0 0-16,3 0 0 0,-1-2 0 15,-3 2 0-15,0 0 0 0,-2-1 0 0,-1 1 0 16,2 0 0-16,-4 0 0 0,4 0 0 0,-2 0 0 0,0 0 0 16,0 0 0-16,1 0 0 15,0 0 0-15,0 0 0 0,1 0 0 16,0 0 0-16,-1 0 0 0,-1 0 0 0,2 0 0 0,-4 0 0 16,2 0 0-16,-2 0 0 0,-2 0 0 0,2 0 0 15,-1 0 0-15,1 0 0 0,-3 0 0 16,-1 0 0-16,1 0 0 0,2 0 0 0,-1 0 0 15,-1 0 0-15,-1 0 0 0,1 0 0 0,-2 0 0 16,2 0 0-16,-1 0 0 16,-1 0 0-16,0 0 0 0,-1 0 0 0,-1 0 0 0,1 0 0 15,-3 1 0-15,-1-1 0 0,2 0 0 0,-2 2 0 16,-2-2 0-16,1 0 0 0,-1 3 0 0,0-3 0 16,0 0 0-16,-1 0 0 0,1 0 0 0,-2 1 0 15,2-1 0-15,-2 0 0 0,0 0 0 0,0 0 0 16,0 0 0-16,0 0 0 0,0 0 0 0,0 0 0 15,0 0 0-15,0 0 0 0,0 0 0 0,0 0 0 16,0 0 0-16,0 0 0 0,0 0 0 0,0-4 0 16,0 0 0-16,-7-5 0 15,-2 4 0-15,-7-1 0 0,-8 2 0 0,-8 4-119 16</inkml:trace>
  <inkml:trace contextRef="#ctx0" brushRef="#br0" timeOffset="52352.07">28570 5581 2430 0,'2'-4'0'0,"2"1"0"0,-2-1 0 0,3 0 0 0,2 3 0 0,-1-2 0 0,1 1 0 0,3 1 0 0,-1 1 0 0,0 0 0 0,3 0 115 16,-1 0 0-16,3 0-62 0,-5 0 216 0,5 0-115 16,-2 0-51-16,-1 0 1 0,3 0 120 0,-4 0-86 15,3 0-30-15,1 0 10 0,-1 0-118 0,2 0 0 16,0 0 0-16,2 0 0 0,1 0 0 16,0-2 0-16,1 0 0 0,1 0 0 0,3-1 0 0,2 3 0 15,3-1 0-15,2 1 0 16,4 0 0-16,7-1 0 0,-1 1 0 0,-1-2 0 15,14-1 0-15,-3 2 0 0,3-1 0 0,3-2 0 16,3 0 0-16,-1 0 0 0,11 1 0 0,-5-1 0 16,2 3 0-16,-1-1 0 0,-2-3 0 0,-5 3 0 15,14 1 0-15,-7-4 0 0,1 4 0 0,1 0 0 16,1-2 0-16,-6 1 0 0,16 1 0 0,-10-1 0 16,-3 2 0-16,2 0 0 0,-2-2 0 0,-10 2 0 15,5 0 0-15,5 0 0 0,-14 0 0 0,3 0 0 16,1 0 0-16,-9 0 0 15,5-2 0-15,-5 0 0 0,-1 1 0 0,-4-2 0 16,1 2 0-16,-3-1 0 0,0-1 0 0,-2 0 0 16,3 1 0-16,-5-2 0 0,2 1 0 0,-7-1 0 15,2 2 0-15,-6 0 0 0,-6 0 0 0,2 2 0 16,-7 0 0-16,3 0 0 0,-8 0 0 0,-1 0 0 16,-4 0 0-16,-1 0 0 0,-2 0 0 0,1 0 0 15,-3 0 0-15,0 0 0 0,0 0 0 0,-9 0 0 16,-10 0 0-16,-6 4 0 15,-12 3-15-15,-6 1-151 0,-18 5-940 0,-1-2 526 16</inkml:trace>
  <inkml:trace contextRef="#ctx0" brushRef="#br0" timeOffset="53811.5">20050 5482 1202 0,'-7'-6'0'0,"-3"0"0"0,1 3 0 0,0-3 0 0,0 4 0 0,-2-2 0 0,4 2 0 0,2 1 0 0,-1-2 0 0,3 3 0 0,0-1 121 0,3 1-35 0,-2 0 1 16,2 0 139-16,0 0-93 0,0 0-42 0,0 0 1 16,2 0 74-16,4 4-45 0,0-1-12 0,1-1-58 15,2 4 270-15,1-2-135 0,1-1-68 0,-2 1 239 16,5-2-160-16,-3 1-73 0,4 0-36 0,0-1-33 16,0-2-55-16,2 1 0 0,2-1 0 15,1 0 0-15,-1 0 0 0,4 0 0 16,0 0 0-16,-2 0 0 0,4 3 0 0,-4-3 0 15,1 1 0-15,4 3 0 0,-1-2 0 0,-2 0 0 16,5 1 0-16,-2 1 0 0,3-3 0 0,3 4 0 16,0-4 0-16,-1 1 0 0,3 3 0 0,2-3 0 15,1-1 0-15,-3-1 0 0,1 2 0 0,2-2 0 16,-2 2 0-16,1 0 0 0,-2-1 0 0,1-1 0 16,-1 3 0-16,-1-3 0 0,1 1 0 0,3 1 0 15,-2 0 0-15,3-2 0 0,-1 0 0 0,0 2 0 16,3-2 0-16,-4 2 0 15,1-2 0-15,-1 0 0 0,1 0 0 0,0 2 0 16,0-2 0-16,0 0 0 0,1 0 0 0,-1 0 0 16,1 0 0-16,2 0 0 0,2 0 0 15,-1 0 0-15,-6 0 0 0,2 0 0 0,1 0 0 0,-1 1 0 16,0 2 0-16,-2-3 0 16,-1 2 0-16,0-1 0 0,-1 3 0 0,3-4 0 0,-2 2 0 15,-1 0 0-15,4 0 0 0,-3-2 0 16,1 0 0-16,2 0 0 0,6 0 0 0,-3 0 0 15,-6 0 0-15,5 0 0 0,0 0 0 0,2 0 0 16,1 0 0-16,-2 0 0 0,1 0 0 0,-1 0 0 16,1-2 0-16,-3 2 0 0,7-2 0 0,-3 2 0 0,2-2 0 15,3 2 0-15,-4-3 0 0,9 3 0 16,-4-1 0-16,-4 0 0 0,0-1 0 0,1-1 0 16,-5 2 0-16,6-1 0 0,-3 0 0 0,-1 0 0 15,-1 0 0-15,1 0 0 0,-5 1 0 0,10-2 0 16,-3 2 0-16,-3-1 0 15,1 0 0-15,0 0 0 0,-6 1 0 0,10-1 0 16,-4-1 0-16,1 1 0 0,1-1 0 0,-1-2 0 16,-4 3 0-16,10-3 0 0,-2 2 0 0,2-1 0 15,-3 1 0-15,2 0 0 0,-6 2 0 0,8-4 0 16,-6 4 0-16,2-1 0 0,-1 2 0 0,1-2 0 16,-2 1 0-16,9-2 0 0,-4 1 0 15,3 1 0-15,4-1 0 0,1 0 0 0,-1 0 0 16,-1-2 0-16,-3 0 0 0,3 0 0 15,-2 1 0-15,-2-1 0 0,0 2 0 0,2-1 0 16,0 1 0-16,3-1 0 0,-2 2 0 0,3-1 0 16,-4 0 0-16,-3 0 0 0,-1 0 0 0,-2 1 0 15,0 1 0-15,-2-2 0 0,0 0 0 0,8 1 0 16,-1-2 0-16,3-1 0 0,1 1 0 0,1-1 0 16,-1 0 0-16,-4 0 0 0,-2 2 0 0,2-2 0 15,-5 2 0-15,0 1 0 16,-8-1 0-16,14 0 0 0,-6 0 0 0,1 0 0 15,1 2 0-15,0 0 0 0,-6 0 0 0,8 0 0 16,-6 0 0-16,1 0 0 0,-6 0 0 0,-4 0 0 16,3 2 0-16,0 0 0 0,-4 0 0 0,-2 0 0 15,1-1 0-15,-3-1 0 0,-3 2 0 16,2-2 0-16,-2 0 0 0,-7 3 0 16,1-3 0-16,1 0 0 0,-4 0 0 0,-3 0 0 0,2 0 0 15,-6 0 0-15,0 0 0 0,-3 0 0 16,0 0 0-16,-3 0 0 0,2 0 0 0,-2 0 0 15,-3 0 0-15,0 0 0 0,2 0 0 0,-3 0 0 16,1 0 0-16,2 0 0 0,-2-3 0 0,-1 3 0 16,0-2 0-16,0 1 0 0,1-1 0 0,-1 0 0 15,-1 0 0-15,2-1 0 0,-3-3 0 16,0 2 0-16,0-2 0 0,0-1 0 0,-9 1 0 0,-10-1 0 16,-12 2 0-16,-13 0 0 0,-21 3 0 0,-20 2 0 15</inkml:trace>
  <inkml:trace contextRef="#ctx0" brushRef="#br0" timeOffset="56548.35">28814 5543 1658 0,'-11'-1'0'0,"-1"-3"0"0,2 0 0 0,0 1 0 0,1-3 0 0,1 2 0 16,-1 1 0-16,2-2 0 0,2 3 0 0,2 1 0 0,3-1 172 0,-2-1-46 0,2 3-14 0,0-1 139 0,0 1-99 15,0 0-50-15,2 0 0 0,3 0 135 0,3 0-98 16,3 0-44-16,0 0 86 0,-1 0-64 0,5 0 0 16,-7 0-52-16,8 0 211 0,-3 0-247 0,0 0-29 15,2 0 0-15,5 0 0 0,0 0 0 16,3 0 0-16,5 0 0 0,4 0 0 16,3 0 0-16,5-1 0 0,-2-4 0 0,7 4 0 15,-3-3 0-15,1-1 0 0,-1 1 0 0,-5 2 0 16,12-2 0-16,-7-1 0 0,6 0 0 0,-4 2 0 15,4-1 0-15,-5 0 0 0,12 0 0 0,-5 0 0 16,1 1 0-16,2 1 0 0,1 0 0 0,5 0 0 16,4 0 0-16,-2 1 0 0,1 1 0 0,3 0 0 15,5 0 0-15,3 0 0 0,3 0 0 0,-5 1 0 16,1 1 0-16,-1 0 0 0,0-2 0 0,-10 2 0 16,21 0 0-16,-6-2 0 15,2 0 0-15,-4 0 0 0,-1 2 0 0,-10-1 0 16,12 2 0-16,-8-2 0 0,1 1 0 0,0 0 0 15,-1 0 0-15,-10 0 0 0,1 0 0 0,-3 0 0 16,-1 0 0-16,-5 1 0 0,-5 0 0 0,-6-2 0 16,0 3 0-16,-5 0 0 0,-1-2 0 0,-4 2 0 15,-1-1 0-15,-5-1 0 0,0 0 0 0,-6 0 0 16,-1-1 0-16,-5-1 0 0,0 2 0 0,-5-2 0 16,-2 0 0-16,1 0 0 0,-2 0 0 0,-1 0 0 15,-1 0 0-15,0 0 0 16,0 0 0-16,0 0 0 0,0 0 0 0,0 0 0 15,0 0 0-15,0 0 0 0,0 0 0 0,0 0 0 16,0 0 0-16,0 0 0 0,0 0 0 0,0 0 0 16,0 0 0-16,0 0 0 0,0 0 0 15,0 0 0-15,0 0 0 0,0 0 0 16,-7 0 0-16,-3 0 0 0,-6 3-405 0,-6 2 42 0,0 2 155 0,-6 5 65 16,1-12-951-16</inkml:trace>
  <inkml:trace contextRef="#ctx0" brushRef="#br0" timeOffset="57849.92">20734 5361 1243 0,'-8'-1'0'0,"1"-3"0"0,0 0 0 0,-1 0 0 0,2 1 0 0,1-1 0 0,-1 0 0 0,4 3 0 0,-1-1 0 0,3-1 0 0,-3 3 99 0,3 0-39 0,0 0 118 0,0 0-65 16,0 0-32-16,0 0 0 0,0 0 80 15,0 0-44-15,0 0-12 0,0 0-57 0,0 0 174 0,3 0-87 16,-1 0-43-16,3 0 158 0,0 0-107 16,1 3-47-16,1-3 128 0,1 0-88 15,0 2-44-15,3-2 13 0,1 0 8 0,0 0-76 16,1 0-37-16,1 0 0 0,0 0 0 0,2 0 0 15,-2 0 0-15,2 0 0 0,0 0 0 0,0 0 0 16,-2 0 0-16,4 0 0 0,-4 0 0 16,4 0 0-16,-1 0 0 0,1 0 0 0,-1 0 0 15,2 0 0-15,0 0 0 0,4 0 0 0,0 0 0 0,4 0 0 16,1 0 0-16,4 0 0 16,0 0 0-16,0 0 0 0,-1 1 0 0,5-1 0 15,0 2 0-15,0-2 0 0,0 2 0 0,-1 0 0 16,-1 0 0-16,1 1 0 0,-1-1 0 0,1 2 0 15,-3-1 0-15,1 0 0 0,1 0 0 0,7 1 0 16,0 0 0-16,-4-1 0 0,9 0 0 0,0-2 0 16,-2 1 0-16,5 0 0 0,2-2 0 0,1 0 0 15,10 0 0-15,-9 0 0 16,13-2 0-16,-4-1 0 0,0-3 0 0,-8 2 0 0,5 0 0 16,-4 2 0-16,0 1 0 0,0-2 0 15,-1 2 0-15,3-1 0 0,-2 0 0 0,11 0 0 16,-3 0 0-16,1 1 0 0,-9-1 0 0,16 0 0 15,-6 0 0-15,3-2 0 0,1 1 0 0,1-3 0 16,3 2 0-16,3 1 0 0,-2-3 0 0,-4 2 0 16,-1 2 0-16,-5 0 0 0,-8 0 0 0,4 2 0 15,-1 0 0-15,4 0 0 0,-2 0 0 0,-1 0 0 16,-4 0 0-16,10 4 0 0,-13-1 0 0,5 0 0 16,2-2 0-16,4 4 0 15,-10-4 0-15,13 1 0 0,-4 0 0 0,3 0 0 16,1-1 0-16,-3-1 0 0,-9 2 0 0,12-2 0 15,-14 0 0-15,11 3 0 0,-12-3 0 0,15 0 0 16,-7 0 0-16,14 0 0 0,-3 0 0 0,-3 0 0 16,0 0 0-16,1 0 0 0,-9 0 0 0,13 0 0 15,-5 0 0-15,5-3 0 0,-2 1 0 0,1 1 0 16,-12-1 0-16,15-2 0 0,-14 3 0 16,-5-2 0-16,0 1 0 0,4 1 0 15,-2-2 0-15,-1 2 0 0,-1-1 0 0,-3 0 0 16,-4 0 0-16,1 0 0 0,-10 1 0 0,8-1 0 15,-6 0 0-15,-9 0 0 0,3-1 0 0,-6 2 0 16,-3 0 0-16,4-4 0 0,-5 4 0 0,-4-2 0 16,1 0 0-16,-3 1 0 0,-2 0 0 0,-1-2 0 15,-1 3 0-15,-2-2 0 0,-4 0 0 0,-2 1 0 16,1 0 0-16,-2 0 0 0,-2-1 0 16,-2 0 0-16,-2 1 0 0,2 1 0 15,-1-1 0-15,-2 0 0 0,0 0 0 0,0 0 0 16,-16 1 0-16,-8 1 0 0,-6 0 0 0,-13 0 0 15,-6 10-56-15,-17 7-335 0,-14 9-467 0</inkml:trace>
  <inkml:trace contextRef="#ctx0" brushRef="#br0" timeOffset="60683.95">9942 10222 1892 0,'0'-6'-1'0,"0"0"1"0,0 1 0 0,0-1 0 0,0 0 0 0,0 1 0 0,0 1 0 0,0 1 0 0,0-2-1 0,0 2 1 0,0 1 135 0,0 0-38 0,-2 0 191 15,2 0-124-15,-3 0-62 0,-4 2-31 0,2 0 183 16,-3-2-96-16,1 2-65 0,-3 0-26 16,-1 0 131-16,4 0-80 0,-7 0-38 0,3 4 21 15,1 4-36-15,-4 5-15 0,3 2-50 16,0 2 0-16,-1 2 0 0,1 1 0 0,-1 4 0 0,1 1 0 15,2-1 0-15,2 2 0 0,-1 1 0 0,2 0 0 16,1 3 0-16,1-3 0 0,2 2 0 0,2-1 0 16,0 1 0-16,0 4 0 15,0-3 0-15,4 2 0 0,7 0 0 0,2 0 0 0,0-2 0 16,3 0 0-16,2-2 0 0,0-2 0 16,0 1 0-16,4-4 0 0,-3 1 0 0,-1-6 0 15,4 3 0-15,-8-4 0 0,5-2 0 0,-1 0 0 16,-4-4 0-16,0 0 0 0,-1-3 0 0,-6 0 0 15,3-3 0-15,-4-1 0 0,0-2 0 16,-5 0 0-16,1 0 0 0,-1-2 0 0,-1 0 0 0,0 0 0 16,0 0 0-16,0 0 0 0,0 0 0 15,0 0 0-15,0 0 0 0,0 0 0 16,0 0 0-16,0 0 0 0,-1 0 0 0,1-2 0 16,-2 2 0-16,2 0-81 0,0 0-524 15,0 0 272-15,0 0-460 0</inkml:trace>
  <inkml:trace contextRef="#ctx0" brushRef="#br0" timeOffset="61255.49">10395 10212 3197 0,'-8'-4'0'0,"2"3"0"0,1-3 0 16,1 2 0-16,2 0 0 0,-1 0 0 0,3 2 0 0,-2 0 0 0,2 0 0 0,0 2 0 0,0 9 111 0,0 7 301 0,5 4-201 0,3 1-211 15,-1 7 0-15,0 1 0 0,2 5 0 0,-4-1 0 0,0 3 0 16,-1-2 0-16,0 0 0 0,-2 2 0 16,-1 1 0-16,-1-2 0 0,0-3 0 0,0 0 0 15,0-5 0-15,0 2 0 0,0-5 0 0,0-5 0 16,-1 0 0-16,-3-3 0 0,2-3 0 0,-3-4 0 15,3-1 0-15,-4 0 0 16,5-7 0-16,-3 1-250 0,4-4 8 0,-2 0 99 0,2 0-886 16,0 0 495-16,0-7 236 0</inkml:trace>
  <inkml:trace contextRef="#ctx0" brushRef="#br0" timeOffset="61470.83">10709 10569 3689 0,'3'0'-6'0,"1"2"3"0,-2 3 1 15,-1 2 2-15,-1 6 0 0,0-1 0 0,2 5 0 0,-2 1 0 0,2 0 0 0,-2 1 0 0,0 4 253 0,0-1-253 0,0 0 0 0,-2-1 0 0,-3 2 0 0,-4-4 0 0,0 1 0 16,-1-3 0-16,-1-2 0 16,-1-2 0-16,-1-2 0 0,-1-3 0 0,2-1 0 0,-3-1 0 15,1-5 0-15,3 2-326 0,-2-3-34 16,5 0 76-16,1 0 113 0,4-3-547 0,3-9 340 0,0-13 169 15</inkml:trace>
  <inkml:trace contextRef="#ctx0" brushRef="#br0" timeOffset="61696.7">11048 10100 3931 0,'0'-4'0'0,"0"1"0"0,0 2 0 0,0 1 0 0,0 0 0 0,0 9 0 0,0 8 0 0,0 5 0 0,0 7 0 0,0 3 0 0,0 6 0 0,0 4 0 16,0 0 0-16,2-1 0 0,2-7 0 16,1 6 0-16,3-5 0 0,0 0 0 0,-3 1 0 15,1-4 0-15,-1 0 0 0,-1-1 0 16,-2-5 0-16,0 5 0 0,-2-8 0 0,0-2 0 0,0 1-2 16,0-5-191-16,-4-5 80 0,2-3-484 0,0-4 279 0,2-3 139 15,0-2-835-15,2-5 488 0</inkml:trace>
  <inkml:trace contextRef="#ctx0" brushRef="#br0" timeOffset="61874.01">11373 10520 3570 0,'12'0'0'0,"-3"0"0"0,-2 8 0 0,0 2 0 0,-2 5 0 0,0 5 0 0,-1-1 0 0,2 1 0 0,-5 3 0 0,1 5 0 0,-2-8 159 0,0 9 43 0,-3-3-202 15,-7-2 0-15,-3 1 0 0,0-2 0 16,2-8 0-16,-3 2 0 0,0-6 0 0,0 0 0 15,0-6 0-15,-2-1-23 0,3-4-154 0,0 0 103 16,4 0-927-16,1-7 437 0,5-17 262 0,3-11-613 16</inkml:trace>
  <inkml:trace contextRef="#ctx0" brushRef="#br0" timeOffset="62008.89">11535 10394 3931 0,'20'-1'0'0,"5"1"0"0,-6-3 0 0,1 3 0 0,1 0 0 0,2 0 0 0,-3 0 0 0,1 0 0 0,2 0 0 0,-4 0 0 0,4 0 0 0,-2 3 0 16,-1-2 0-16,1 3 0 0,-3-2 0 0,0-1-470 16,-3 2-4-16,0 0 256 0,-1-3 128 0</inkml:trace>
  <inkml:trace contextRef="#ctx0" brushRef="#br0" timeOffset="62181.81">11982 10156 3753 0,'0'0'0'0,"0"0"0"16,0 0 0-16,0 0 0 0,0 11 0 0,0 4 0 0,0 6 0 0,1 1 0 0,1 7 0 0,0 4 0 0,0 3 178 0,-2-1-178 0,0 5 0 15,0-2 0-15,0-1 0 0,0-2 0 0,0 0 0 16,0-2 0-16,0-2 0 0,0-10-171 0,0-1 50 16,0-7 74-16,0-1-524 0,0-5 304 0,4-7 152 15</inkml:trace>
  <inkml:trace contextRef="#ctx0" brushRef="#br0" timeOffset="62390.37">12201 10098 3526 0,'18'-10'0'0,"0"7"0"0,3 0 0 0,-2 3 0 0,1 0 0 0,1 11 0 0,0 13 0 0,3 5 0 0,-2 4 0 0,-4 2 0 0,2 12 405 0,-5 2-405 0,-2 2 0 0,-5 1 0 15,-4 4 0-15,-2 1 0 0,-2 9 0 0,0-14 0 16,-10 12 0-16,-7-14 0 0,-4 3 0 0,-2-4 0 15,-4-5 0-15,-3-7 0 0,-2-7 0 16,2-9 0-16,-2-3 0 0,6-6 0 0,-6-5 0 16,11-5 0-16,0-2 0 0,3 0-755 15,2-17 238-15,11-9 230 0</inkml:trace>
  <inkml:trace contextRef="#ctx0" brushRef="#br0" timeOffset="62596.35">12826 10117 3295 0,'16'-11'0'16,"9"8"0"-16,3 3 0 0,2-2 0 0,-2 1 0 0,-1 1 0 0,2 0 0 0,1 0 0 0,-2 0 0 0,2 0 0 0,2 0 76 0,0 0 0 0,2 3-40 0,-3 0 412 0,-4-2-448 31,-1 3 0-31,-5-2 0 0,-2 0-319 16,-9 0-69-16,-1-1 211 0,-6 1-1045 0,-1 1 600 15</inkml:trace>
  <inkml:trace contextRef="#ctx0" brushRef="#br0" timeOffset="62723.68">12885 10222 3088 0,'-13'11'0'0,"8"2"0"0,3-4 0 0,2 1 0 0,0 0 0 0,0 2 0 0,3 0 0 0,6-1 0 15,5 2 0-15,-1-2 0 0,1 2 361 0,2-2-163 0,-1-1-81 0,0 0-309 16,-2-3 123-16,1-2 48 0,-2-1-833 0,4-2 444 15,0-2 224-15,5 0 110 0</inkml:trace>
  <inkml:trace contextRef="#ctx0" brushRef="#br0" timeOffset="62978.38">13295 10235 2329 0,'5'0'0'0,"3"0"0"15,-5 0 0-15,-1 4 0 0,-2 1 0 0,0 5 0 0,-13 3 0 0,-6 1 0 0,-5 4 0 0,-4 2 0 0,-8 4 245 0,6-1-95 0,-13 4-62 0,4-3 108 0,-5 1-80 16,1-4-41-16,2-2 162 0,-6 4-106 15,15-10-47-15,0 0-24 0,11-6 126 0,1 1-152 0,8-4-34 16,3-1 0-16,4 0 0 0,3-3 0 16,2 0 0-16,3 0 0 0,18 0 0 15,7 0 0-15,10 0 0 0,1-4 0 0,2-2 0 0,5 3 0 16,-7 1 0-16,12-2 0 16,-8 2 0-16,0 0 0 0,-1 0 0 0,-9 0 0 15,5 2 0-15,-7 0 0 0,-8 0 0 0,0 0 0 16,-10 0 0-16,-2 0-342 0,-5 2-85 0,-4 0 200 15,-2 2 96-15,0 0-632 0,-12-4 363 0,-2 0 183 0</inkml:trace>
  <inkml:trace contextRef="#ctx0" brushRef="#br0" timeOffset="63173.6">13150 10248 3267 0,'-5'-4'0'0,"3"3"0"0,2 1 0 0,0 0 0 0,0 0 0 0,0 7 0 0,0 8 0 0,2 5 0 0,1 7 0 0,3 7 0 15,-3 9 546-15,-1 4-428 0,0 4-118 0,0 6 0 0,-2 2 0 0,0-1 0 16,0 2 0-16,0-3 0 16,0-5 0-16,0 0 0 0,0-5 0 0,0-5 0 0,0 7 0 15,0-14 0-15,0-1 0 0,2-4-84 0,0-9-188 16,0-4 47-16,2-2-831 0,1-7 510 0,3-5 255 16,2-3 128-16</inkml:trace>
  <inkml:trace contextRef="#ctx0" brushRef="#br0" timeOffset="63353.09">13672 10194 3931 0,'0'-1'0'0,"6"1"0"0,-1 0 0 0,-3 0 0 0,0 4 0 0,1 7 0 0,-3 3 0 0,0 1 0 0,-7 5 0 0,-6 3 0 0,0 3 0 15,-2 0 0-15,0 0 0 0,-2-1 0 0,2-1 0 16,2-3 0-16,-2 0-74 15,5-4-30-15,3-3 71 0,3-7-498 0,3 2 284 0,1-6 152 0</inkml:trace>
  <inkml:trace contextRef="#ctx0" brushRef="#br0" timeOffset="63510.53">13844 10237 3462 0,'3'7'0'0,"-1"7"0"0,-2 1 0 0,0-3 0 0,-4 8 0 0,-9 3 0 0,-4 0 0 0,-2 5 0 0,-4 3 0 0,-3 7 0 15,0-6 469-15,-2 3-469 0,2-1 0 0,-1-3 0 0,3-4 0 16,-1 1 0-16,7-5 0 0,4-5 0 0,7-5-342 16,0-3-155-16,7-5 276 0,0-5-535 15</inkml:trace>
  <inkml:trace contextRef="#ctx0" brushRef="#br0" timeOffset="63658.17">13794 10434 3414 0,'8'2'0'0,"-3"10"0"0,-1 0 0 0,-3 6 0 0,-1 4 0 0,0 4 0 0,0 4 0 0,-3 2 0 0,-6 4 0 0,-4 5 0 0,1-9 517 0,1 5-517 0,0-3 0 16,-1-4 0-16,7-7 0 0,-2-1 0 0,5-7 0 15,0-4 0-15,2-4-922 0,0-1 476 16,0-6 236-16,2 0-924 0</inkml:trace>
  <inkml:trace contextRef="#ctx0" brushRef="#br0" timeOffset="63807.67">13998 10233 2961 0,'20'-8'0'0,"10"2"0"0,-4-3 0 0,2 0 0 0,1 0 0 0,-3 1 0 0,2 0 0 0,1 3 0 0,-2-3 0 0,-3 3 0 0,5 3 224 0,-8 0-94 0,-1 0-47 16,-1 0-23-16,-4 2-653 0,-7 0 325 0,-3 0 147 0,-3 8-947 15</inkml:trace>
  <inkml:trace contextRef="#ctx0" brushRef="#br0" timeOffset="64134.39">13945 10446 2138 0,'9'6'0'0,"6"-1"0"0,0-5 0 0,2 0 0 0,1 0 0 0,5 0 0 0,4 0 0 0,-7-3 0 0,8-2 0 0,-7-1 0 0,0 3 71 0,-5-1 1 0,-6 2 44 0,1 1-30 16,-5 1-10-16,-3 0-39 0,-1 0-1 0,-2 0 1 15,0 0-1-15,0 3 112 0,-11 7-60 16,0-2-26-16,-1 4 223 0,3 1-124 16,0 2-63-16,-1 4-21 0,3 5 230 0,3 1-307 15,1 3 0-15,3 1 0 0,0 4 0 0,0 2 0 16,0 7 0-16,0-9 0 0,5 5 0 16,1 0 0-16,4-1 0 0,-1-1 0 0,-2-1 0 15,0-3 0-15,1-2 0 0,-4-7 0 0,-2 1 0 0,0-5 0 16,-2 0 0-16,0-4 0 0,-6-4 0 15,-6-1 0-15,-4-5 0 0,-7 1 0 0,-3-6 0 16,-2 0 0-16,-6 0 0 0,-5 0 0 0,1-6 0 16,-11-7 0-16,0-2 0 0,1 0 0 0,4-3-890 15</inkml:trace>
  <inkml:trace contextRef="#ctx0" brushRef="#br0" timeOffset="65571.47">15108 10146 2055 0,'0'0'0'0,"3"0"0"0,1 0 0 0,-1 0 0 0,1 0 0 0,0 4 0 0,1 4 0 0,2 7 0 16,-4 0 0-16,1 2 0 0,-2 6 181 0,-2 3-76 0,0 1-32 0,-2 2 49 0,-10 1-41 0,-3 4 0 15,0-3 110-15,-3 2-80 16,-3-2-36-16,0 1 1 0,3-5 111 0,-2-3-74 0,8-7-25 0,-2-3-11 16,7-1 139-16,-1-6-117 15,3-2-99-15,3-3 0 0,2-2 0 0,0 0 0 0,0 0 0 16,17-3 0-16,5-8 0 0,8-2 0 15,8 1 0-15,-1 3 0 0,3-1 0 0,1 2 0 0,-7 5 0 0,5-1 0 16,1 2 0-16,-1 2 0 16,-3 0 0-16,-2 0 0 0,-4 0 0 0,-4 3 0 15,-1 3 0-15,-2 3 0 0,-5 0 0 0,-3 0 0 16,-4 2 0-16,-2 0 0 0,-3 3 0 0,0-2 0 16,-4 6 0-16,0-6 0 0,0 6 0 0,-2 1 0 15,0 3 0-15,0 0 0 0,0 3 0 0,2-2 0 16,-1-1 0-16,1 1 0 0,0 0 0 0,0-1 0 15,0-1 0-15,-1-2 0 0,1 1 0 16,0-4 0-16,-2 2 0 0,0-5 0 0,0 2 0 0,0-4 0 31,-5 0 0-31,-4 1 0 0,-2-3 0 0,-7-1 0 0,-1-1 0 0,-3 0 0 16,-2-1 0-16,-1-3 0 0,-7-3 0 0,2 0 0 16,-2 0-59-16,-2-10-411 0,-1-11 214 0,5-5 97 15,-4-17-788-15,0-16 454 0</inkml:trace>
  <inkml:trace contextRef="#ctx0" brushRef="#br0" timeOffset="65727.9">14906 10086 3201 0,'-5'-4'0'0,"1"4"0"0,4 0 0 0,0 0 0 0,0 0 0 0,13 0 0 0,10 6 0 0,3-2 0 0,6 0 0 0,9 0 0 0,0 2 101 15,-3-5 414-15,10 3-401 0,-2 0-114 0,-5-2 0 0,2 4-66 16,-7-3 39-16,2 6 29 0,-5 2-778 15,-4 6 407-15,-6 2 205 0,-5 6 102 16</inkml:trace>
  <inkml:trace contextRef="#ctx0" brushRef="#br0" timeOffset="65902.5">15019 10751 3784 0,'-32'11'0'0,"6"3"0"0,8-3 0 0,2-4 0 0,8-3 0 0,2 0 0 0,6-2 0 0,2-1 0 0,19-1 0 0,11 0 0 0,11 0 147 0,8 0-147 16,2 0 0-16,3-1 0 0,-2-7 0 16,1 3 0-16,-4 1 0 0,-8 2 0 0,8 0 0 15,-9 2 0-15,-6 0 0 0,2 0-864 0,0 2 347 16</inkml:trace>
  <inkml:trace contextRef="#ctx0" brushRef="#br0" timeOffset="66287.66">16435 10188 3138 0,'-13'-4'0'0,"2"2"0"0,-3 2 0 0,-2 0 0 0,-2 4 0 0,-3 11 0 0,-2 8 0 0,-2 8 0 0,4 4 0 0,3 7 0 0,2 5 143 0,7 2 507 16,7 3-650-16,2-1 0 0,0-2 0 0,8 0 0 15,11-2 0-15,4-4 0 0,-1-7 0 0,9 3 0 0,-2-5 0 16,1-4 0-16,-6-8 0 16,3 2 0-16,-6-8 0 0,1-3 0 0,-1-2 0 15,-5-3 0-15,0-6 0 0,-4-2-832 0,-2 0 313 16,1 0 245-16,0-6-530 0,-1-9 382 0</inkml:trace>
  <inkml:trace contextRef="#ctx0" brushRef="#br0" timeOffset="67913.75">15903 10152 1535 0,'-13'-8'0'0,"-2"4"0"0,2 3 0 0,0-3 0 0,0 2 0 0,4 1 0 0,0-2 0 0,0 2 0 0,6 1 0 0,3 0 0 0,0 0 63 0,0 0 386 0,10 0-205 15,8 1-93-15,10 3 296 16,11 0-204-16,3-2-103 0,7-1-51 0,5-1 422 0,12 0-452 16,-4 0-59-16,5 0 0 0,3 0 0 0,-2-1 0 0,-8-1 0 15,11 0 0-15,-16-1 0 0,1 0 0 0,-6 2 0 16,-2 1 0-16,-13 0 0 0,3 0 0 15,-8 0 0-15,-2 0 0 0,-7 0 0 16,-3-2 0-16,-2 0 0 0,-7 2 0 0,-2-1 0 16,-4 1-114-16,-1-3-111 0,-2 3 94 0,0-2 37 15,0 1-421-15,-9-1 238 0,0 0 120 0,0 0 60 16,-3-1-306-16,3 1 174 0,-2-6 100 16</inkml:trace>
  <inkml:trace contextRef="#ctx0" brushRef="#br0" timeOffset="68119.34">16818 9899 2671 0,'0'-6'0'0,"0"3"0"0,0 0 0 0,6-1 0 0,7 3 0 0,5 1 0 0,7 0 0 0,2 0 0 0,-1 0 0 0,2 8 0 0,-2 5 340 0,1-1-151 0,0 5 412 0,-4 0-471 16,-1 4-130-16,-5-4 0 0,2 4 0 0,-6-4 0 16,0 1 0-16,-5 1 0 0,-5-2 0 0,-1-4 0 15,-2 3 0-15,-3 4 0 0,-14 2 0 16,-6 2 0-16,1 1 0 0,-5-2 0 0,-3-1 0 0,-5 4 0 15,-1 0-59-15,-4-1-366 16,-4 1 154-16,-1 5 108 0,-10 2-760 0,1 2 442 16</inkml:trace>
  <inkml:trace contextRef="#ctx0" brushRef="#br0" timeOffset="68604.88">16249 10308 2428 0,'0'-15'0'0,"0"3"0"0,0 4 0 0,0-4 0 0,0 1 0 0,0 4 0 0,-1-1 0 0,-4 2 0 0,1 2 0 0,1 3 0 0,-1-1 187 0,-1 2-65 0,-4 0-47 15,-3 13 1-15,-1 9-38 0,-6 10 646 0,1 4-363 16,-5 9-321-16,0 4 0 15,-5 11 0-15,3-2 0 0,0 2 0 0,2 4 0 0,2-9 0 16,-4 10 0-16,7-16 0 0,1 6 0 16,2-7 0-16,0-5 0 0,4-7 0 0,2 0 0 15,0-5 0-15,2-6 0 0,2-3 0 0,1-4 0 16,0-7 0-16,1-1 0 0,0-5 0 0,1-1 0 16,2-4 0-16,-2 0-76 0,2-2-619 0,0-13 333 15,0-8 162-15,4-1-528 0,6-8 345 16,-1-7 173-16,0 3 76 0,3-11-318 0,-5 6 206 0,1 6 105 15,-3 2 11-15,-3 11 46 16,1-5-6-16,-1 8 90 0,-2 5 153 0,0 2-114 16,0 5-39-16,0 1 0 0,0 4 677 0,0 0-353 15,0 0-181-15,1 2-14 0,12 0 858 0,4 0-474 16,3 0 398-16,9 0-856 0,-1 2-55 0,2 4 0 16,4 1 0-16,-1 1 0 0,1 0 0 15,0-1 0-15,2 0 0 0,0-1 0 0,-2 2 0 16,-2-3 0-16,-8 2 0 0,1-1 0 15,-3-2 0-15,-5 2-632 0,-3-2 69 0,-3-3 177 16,1-1 165-16</inkml:trace>
  <inkml:trace contextRef="#ctx0" brushRef="#br0" timeOffset="69170.08">16627 10393 3931 0,'0'0'0'0,"0"3"0"0,0 5 0 0,0 3 0 0,0 4 0 0,-2 7 0 0,0 4 0 0,2 3 0 0,-2 7 0 0,2 7 0 0,-2-1 0 0,2-2 0 0,0-2 0 16,0-1 0-16,0 1 0 0,0-4 0 0,0-3 0 15,0-6 0-15,0-4 0 0,2-2 0 16,-2-6 0-16,2-2 0 0,-2-5 0 0,0-3-529 0,0-3 80 16,0 0 103-16,0-1 144 0,0-13-493 0,-4-8 328 15,-2-5 165-15,1-2-114 0,-1-12 139 0,1 1 60 16,-4-12 44-16,0 1-175 15,0 0 124-15,0 6 62 0,-1 9 38 0,1 8 24 16,0-1 0-16,2 3 0 0,0 7 477 0,5 5-276 16,2 2-119-16,0 3-70 0,4 1 875 0,13 3-429 15,8 1-188-15,0 1 383 0,3 1-307 0,1 2-145 16,4 0-86-16,1 0 114 0,-4 7-229 0,-2 4 0 16,-3 0 0-16,-6 3 0 0,1 3 0 0,-8 1 0 15,-4 1 0-15,-7 7 0 0,-1-5 0 0,-3 3 0 16,-14-1 0-16,-4 0 0 0,-1-3 0 0,-3-1 0 15,1-5 0-15,7-5 0 0,1 0 0 16,6-3 0-16,1-5 0 0,5 2 0 16,0-1 0-16,4-1 0 0,0 1 0 0,13 2 0 15,10 2 0-15,1 1 0 0,3 3 0 0,2 0 0 16,1 6 0-16,0-2 0 0,-3 5 0 0,-1 0 0 16,-7 2 0-16,-1 3 0 0,-8 1 0 0,-3 0 0 15,-5 0 0-15,-2 0 0 0,0-5 0 0,-19 5 0 16,-1-4 0-16,-6-1 0 0,-4-3 0 15,-2-2 0-15,2-4 0 0,-2-2 0 16,-2-2 0-16,2-4 0 0,0-1 0 0,2-2 0 16,4 0 0-16,1 0 0 0,2-2 0 0,7-5 0 15,1-6 0-15,6-4 0 0,7-10 0 0,2-1-235 16,3-11 40-16,17-3 66 0,10-1-531 0,9-8 311 16,-2 12 146-16</inkml:trace>
  <inkml:trace contextRef="#ctx0" brushRef="#br0" timeOffset="69297.93">17168 10482 3200 0,'27'-2'0'0,"3"2"0"0,-5 0 0 0,-1 0 0 0,-1 0 0 0,1 0 0 0,4 5 0 0,4-3 0 0,0 1 0 0,4 1 0 0,0-2 636 0,1 2-541 0,-1-3-95 16,-3 5 0-16,-1-2-194 0,-4 2 114 0,-5 1 59 16,-2 2-1160-16</inkml:trace>
  <inkml:trace contextRef="#ctx0" brushRef="#br0" timeOffset="69447.85">17333 10755 3931 0,'-31'10'0'0,"14"-3"0"0,4-1 0 0,1-3 0 0,5-1 0 0,7 0 0 0,0 2 0 0,4 0 0 0,15 1 0 0,7 2 0 0,5 2 0 0,0-4 0 0,5 2 0 0,7-2 0 16,-10 2 0-16,8-3 0 0,-2 0 0 0,-5 1 0 15,-3 1 0-15,-4-1 0 0,3 4-953 0</inkml:trace>
  <inkml:trace contextRef="#ctx0" brushRef="#br0" timeOffset="69913.57">18411 10063 2863 0,'-21'-20'0'0,"0"14"0"0,1 5 0 0,-3 1 0 0,-4 0 0 0,1 7 0 0,1 12 0 0,-8 12 0 0,3 8 0 0,-1 5 0 0,8 8 365 0,0 9-162 15,14-12-82-15,4 9 258 0,5 3-379 0,0 5 0 0,16-7 0 0,9-2 0 16,6-3 0-16,1-9 0 16,13 8 0-16,-9-16 0 0,9 3 0 0,0-4 0 0,-2-3 0 15,2-3 0-15,-3-1 0 0,-5-5 0 0,-5-3 0 16,-2 2 0-16,-3-6-30 0,-5-4-1243 0</inkml:trace>
  <inkml:trace contextRef="#ctx0" brushRef="#br0" timeOffset="70253.89">18823 10239 2932 0,'-1'-14'0'16,"-1"11"0"-16,-2 0 0 0,1 2 0 0,1-1 0 0,-2 2 0 0,2 0 0 0,0 0 0 0,-2 17 0 0,2 7 0 0,2 8 364 0,0 8-163 0,0-3-71 0,0 12 174 16,0-2-304-16,4-2 0 0,4 4 0 15,1-2 0-15,-4-4 0 0,7 8 0 0,-4-8 0 0,-3 0 0 16,-1-7 0-16,-1 2 0 15,1-3 0-15,-2-4 0 0,-2-4 0 0,0-6-631 16,0 0 98-16,-2-6 248 0,-3-4 112 0,1-4-268 0,0-4 201 16,4-3 101-16</inkml:trace>
  <inkml:trace contextRef="#ctx0" brushRef="#br0" timeOffset="70428.89">19045 10719 3092 0,'12'-1'0'0,"-3"-1"0"0,-4 2 0 0,-1 0 0 0,1 2 0 0,-5 10 0 0,0 1 0 0,0 5 0 0,0 2 0 0,-3 4 0 0,-6-3 156 0,-2 6 493 0,-5-4-615 16,0 1-34-16,-1-1 0 0,0-3 0 0,0-3 0 15,0-1 0-15,0-2 0 0,3-5 0 0,0-3 0 16,3-3 0-16,1-3-277 0,3 0 104 0,1 0 106 16,6-12-1055-16,0-9 541 0</inkml:trace>
  <inkml:trace contextRef="#ctx0" brushRef="#br0" timeOffset="70615.89">19383 10197 3931 0,'2'4'0'0,"2"11"0"0,0 0 0 0,-2 0 0 0,-2 7 0 0,0 6 0 0,0 1 0 0,0 7 0 0,0 8 0 15,0 0 0-15,-4 1 0 0,2-1 0 0,1-3 0 0,1 8 0 0,0-14 0 0,0 3 0 16,1-3 0-16,5-4 0 0,-2-5 0 15,-1-2 0-15,1-3 0 0,-2-5 0 0,-1-4 0 0,1-3-1091 16,2-4 413-16</inkml:trace>
  <inkml:trace contextRef="#ctx0" brushRef="#br0" timeOffset="70800.48">19667 10571 3931 0,'8'-4'0'0,"-1"2"0"0,-2 2 0 0,-3 0 0 0,0 6 0 0,0 9 0 0,-2 4 0 0,0 7 0 0,0 0 0 0,0 3 0 0,0 1 0 0,0 3 0 0,0-3 0 0,-2 1 0 0,0-7 0 0,-1 0 0 16,3-2 0-16,0-2 0 0,0-9 0 15,0 1 0-15,0-6-367 0,0-2-11 16,0 0 207-16,1-2-695 0,1-2 394 0,0 0 221 0,0 0 106 16,-2 0 53-16</inkml:trace>
  <inkml:trace contextRef="#ctx0" brushRef="#br0" timeOffset="71242.05">19992 10103 3931 0,'-6'-7'0'0,"6"4"0"0,-1 2 0 0,1-1 0 0,0 2 0 0,0 0 0 0,0 6 0 0,0 16 0 0,0 6 0 0,1 8 0 0,3 10 0 15,0 0 0-15,1 3 0 0,0 2 0 0,-2 0 0 16,1-1 0-16,0-1 0 0,-3 0 0 16,1-3 0-16,0 0 0 0,0-5 0 0,-2-5 0 0,0 0 0 15,0-4 0-15,0-8 0 0,0-1 0 0,0-5 0 0,-4-7-335 16,-1 0-69-1,-1-4-365-15,0-4 366 0,2-2 182 0,-1-1 93 16,1 0-216-16,1-1 158 0,3-12 74 0</inkml:trace>
  <inkml:trace contextRef="#ctx0" brushRef="#br0" timeOffset="71454.78">20250 10062 3931 0,'5'-5'0'0,"8"5"0"0,4 0 0 0,3 0 0 0,3 9 0 0,2 10 0 0,5 7 0 0,0 6 0 0,0 4 0 0,0 4 0 0,-4 8 0 0,0 0 0 15,-7 5 0-15,-2 1 0 0,-7 2 0 0,-7-1 0 0,-3 9 0 0,-3-9 0 16,-20 11 0-16,-4-10 0 0,-3-2 0 0,5-9 0 16,-5 2 0-16,5-9 0 15,-5 3 0-15,7-15 0 0,0 1 0 0,5-11-82 0,-1 2-343 16,0-5 143-16,2 0-998 0</inkml:trace>
  <inkml:trace contextRef="#ctx0" brushRef="#br0" timeOffset="71713.7">20861 10101 3546 0,'-9'-39'0'0,"9"20"0"0,4 12 0 0,24-3 0 0,9-8 0 0,9 0 0 0,7 4 0 0,4 2 0 0,5 1 0 0,12 1 0 0,-1 5 129 0,-4 3-46 16,-2 0 90-16,-14 2-173 0,4 0 0 0,-8 0 0 15,-15 6 0-15,-2 3 0 0,-11 0 0 0,-5 5-572 0,-9 3 185 16,-7 5 212-16,0 3 106 15</inkml:trace>
  <inkml:trace contextRef="#ctx0" brushRef="#br0" timeOffset="71853.77">21095 10228 2413 0,'-8'0'0'0,"8"0"0"0,0 1 0 16,0 3 0-16,4-2 0 0,5 2 0 0,7 0 0 0,0-3 0 0,5 3 0 0,0-2 0 0,4 2 122 0,0-1-117 0,1 1 33 15,1 0-1-15,-3-4 0 0,0 2-754 0,6-2 368 16</inkml:trace>
  <inkml:trace contextRef="#ctx0" brushRef="#br0" timeOffset="72086.19">21608 10218 1931 0,'-9'6'0'0,"-5"5"0"0,-7-2 0 0,-9 2 0 0,0 2 0 0,-9 4 0 0,3 3 0 0,2-4 0 0,-11 3 0 0,4 2 0 0,-2-1 188 0,-1-1-75 15,1-2-38-15,3-4 229 0,3 0-138 0,3-4-64 16,13-1 131-16,7-2-98 0,1-3-49 0,6-1-15 16,6 0 270-16,1 0-155 0,5-2-186 0,21 3 0 15,13-3 0-15,5 0 0 0,6 0 0 0,2 0 0 16,2 0 0-16,-1 0 0 0,-1 0 0 16,1 0 0-16,-6 0 0 0,-4 0 0 0,-7 1-397 0,-3-1 15 15,-10 1 187-15,-2-1 18 16,-8 2-286-16,-1-2 213 0,-9 3 106 0,-1-3 53 15</inkml:trace>
  <inkml:trace contextRef="#ctx0" brushRef="#br0" timeOffset="72273.23">21350 10120 3333 0,'-13'-13'0'0,"6"4"0"0,0 1 0 16,2 4 0-16,3 0 0 0,2 4 0 0,0 0 0 0,0 19 0 0,2 9 0 0,8 14 0 0,-1 3 217 0,-2 7 164 0,-1 5-381 15,-1 1 0-15,-3 2 0 0,1 1 0 0,-3-3 0 16,0-1 0-16,0-2 0 0,0-4 0 0,0-9 0 16,0 6 0-16,0-12 0 0,0-2-9 0,0-4-85 15,2-10 65-15,-1-5-1188 0,7-1 594 0</inkml:trace>
  <inkml:trace contextRef="#ctx0" brushRef="#br0" timeOffset="72444.48">22073 9915 3931 0,'2'-20'0'0,"-2"15"0"0,2 5 0 0,-2 0 0 0,0 0 0 0,-2 3 0 0,-15 14 0 0,-3 2 0 0,-7 7 0 0,-1 2 0 0,0 4 0 16,3 2 0-16,-1 2 0 16,8-6 0-16,-3 3 0 0,3-2 0 0,9-9 0 0,6 2-788 15,3-3 315-15,0-4 257 0,3-5 118 0</inkml:trace>
  <inkml:trace contextRef="#ctx0" brushRef="#br0" timeOffset="72603.93">22201 10118 3011 0,'4'0'0'0,"-3"0"0"0,-1 0 0 0,0 6 0 0,-11 9 0 0,-4 4 0 0,-1 5 0 0,-5 4 0 0,-4 8 0 0,2-2 0 0,1-1 541 0,0 5-252 0,-1-4-199 15,3-4-90-15,-3 1 0 0,0-2 0 0,5-3 0 16,4-4-201-16,3-4-4 15,6-6 129-15,-2 0 53 0,6-4-941 0,1-6 500 16</inkml:trace>
  <inkml:trace contextRef="#ctx0" brushRef="#br0" timeOffset="72755.2">22075 10336 3051 0,'13'-2'0'0,"1"2"0"0,-5 4 0 0,-4 9 0 0,-1 6 0 0,-2 5 0 0,-1 3 0 0,-1 1 0 0,0 5 0 0,0 2 0 0,-5 0 579 0,-4 3-278 0,0-3-301 15,-1-3 0-15,2-2-49 0,3-9 34 0,1 0 26 16,2-10-355-16,1 0 191 0,1-5 104 0,0-2 39 16,0-4-903-16,0 0 367 0</inkml:trace>
  <inkml:trace contextRef="#ctx0" brushRef="#br0" timeOffset="72906.98">22349 10165 3554 0,'24'-13'0'0,"11"1"0"0,4-4 0 0,4-1 0 0,-1 0 0 0,2 5 0 0,-1 0 0 0,-5 3 0 0,3-1 0 0,-3 3 0 0,-1-1 337 0,-2 4-297 0,-3 1-138 0,-7 1 3 15,2 0 62-15,-5 2 35 0,-4 0-439 0,-5 0 238 16,-6 11 117-16</inkml:trace>
  <inkml:trace contextRef="#ctx0" brushRef="#br0" timeOffset="73240.45">22383 10303 2589 0,'0'3'0'0,"4"3"0"0,17-6 0 0,-1 0 0 0,1 0 0 0,9 0 0 0,-2-2 0 0,4 0 0 0,2-3 0 0,-4-1 0 0,-4 2 249 0,1 0-111 16,-6 2-51-16,-3 0 193 0,-7 0-121 0,-3 2-61 0,-4 0-22 15,-3 0 128-15,-1 0-153 16,0 0-51-16,-5 7 0 0,-9 6 0 0,0 2 0 15,-2 3 0-15,3 4 0 0,0 1 0 0,2 6 0 16,2-1 0-16,4 1 0 0,2 4 0 0,3 0 0 16,0 1 0-16,0 0 0 0,0 0 0 0,0-1 0 15,0-2 0-15,1-1 0 0,1-4 0 0,-2-5 0 16,0-1 0-16,0-5 0 0,0 0 0 16,-2-5 0-16,-9-3 0 0,-1-3 0 15,-7 0 0-15,-4-4 0 0,-2 0 0 0,-2 0 0 16,-5 0 0-16,-3-2 0 0,0-7 0 15,-3 0 0-15,-3-3 0 0,11 0 0 0,-2-1 0 0,6-2-183 16,7 1-176-16</inkml:trace>
  <inkml:trace contextRef="#ctx0" brushRef="#br0" timeOffset="73416.5">23212 10967 3831 0,'0'-32'0'0,"0"32"0"0,14 0 0 0,-5 0 0 0,-6 0 0 0,-3 0 0 0,0 0 0 0,0 0 0 0,-10 0 0 16,-13 15 0-16</inkml:trace>
  <inkml:trace contextRef="#ctx0" brushRef="#br0" timeOffset="79238.23">4630 11640 2462 0,'0'-5'0'0,"0"4"0"0,0-1 0 0,0 0 0 0,0 2 0 0,0 0 0 0,0 4 0 0,4 11 0 0,2 4 0 0,1 9 0 0,0 0 354 0,1 8-157 16,2 6-78-16,0 5-40 0,-4 5 156 0,1 9-103 15,0 0-45-15,-2 5 179 16,0 3-266-16,-2 8 0 0,0 3 0 0,-1 19 0 0,2-4 0 0,0 5 0 15,-2 1 0-15,3-3 0 0,-3-8 0 0,4 23 0 16,-1-18 0-16,1-5 0 0,3-13 0 0,-2 6 0 16,0-6 0-16,0-6 0 0,4-3 0 15,-5-5 0-15,0-10 0 0,-1-2 0 0,-3-8 0 16,2 0 0-16,-3-7 0 0,3-4 0 16,-4-10 0-16,0-3 0 0,0-5 0 0,0-5 0 15,0-1 0-15,0-7 0 0,0 1 0 0,0-2 0 16,-5 0 0-16,-1 0 0 0,1 0 0 0,-1-3 0 15,3-5 0-15,0 1 0 0,1-3 0 0,2-1 0 16,0-3 0-16,2 3 0 0</inkml:trace>
  <inkml:trace contextRef="#ctx0" brushRef="#br0" timeOffset="80203.27">5284 11903 1643 0,'-19'-17'0'0,"2"2"0"0,-3-3 0 0,4 3 0 0,2 0 0 0,1-1 0 0,3-1 0 0,5 0 0 0,3 0 0 0,2 0 0 0,0 0 94 0,2 4 153 0,8 0-102 15,6 2-40-15,6 1 66 0,2 3 11 0,4 3-70 16,2 2-35-16,3 2 59 16,2 0-36-16,-1 6-11 0,-1 8-46 0,-3 2 40 15,-5 4 1-15,0 5-41 0,-8-1-29 0,-1 5 29 16,-9 1 0-16,-1-1 0 0,-5 3-51 0,-1-2 1 15,0 0 61-15,-6-3 25 0,-7-2-36 16,-1 1-3-16,-6-7 2 0,1 1 63 0,2-9-22 16,-5 3-80-16,-4-5-3 0,1-3 0 0,5-5 0 15,-2-1 0-15,0 0 0 0,4 0 0 16,1 0 0-16,2-4 0 0,1-5-313 0,3 2 84 16,6-1 118-16,-1-2-478 0,4 2 273 0,2-4 136 15,0 0 69-15,15-2-482 0,10-5 264 16,10-5 149-16</inkml:trace>
  <inkml:trace contextRef="#ctx0" brushRef="#br0" timeOffset="80399.31">5768 11452 2453 0,'-20'0'0'0,"-2"9"0"0,-3 10 0 0,-2 4 0 0,1 3 0 0,-1 9 0 0,6 5 0 0,4 0 0 0,4 5 0 0,1 1 0 0,10-6 312 0,1 11-140 0,1-11 245 16,1-3-187-16,14-2-94 0,8 3-46 0,1-12-27 15,4-2-20-15,2-1-28 0,4-7-285 0,2-2 142 16,-1-3 86-16,-2-3 53 0,-1-5-562 0,-2 0 275 16,0-3 155-16,-2 0-24 0,-2 0-294 0,-3-8 159 15,3-8 124-15,-9 3 57 16,0-5-414-16</inkml:trace>
  <inkml:trace contextRef="#ctx0" brushRef="#br0" timeOffset="80571.84">6013 11744 2594 0,'-15'-8'0'0,"0"5"0"0,3-1 0 0,1 3 0 0,1-1 0 0,3 0 0 0,5 2 0 0,2 0 0 0,0 0 0 0,0 0 0 0,13 0 195 16,11 0 146-16,-1 0-149 15,2 0-75-15,3 0-26 0,2 0-11 0,1 0-37 0,0 0 0 0,-1 0 0 16,1 0-871-16,-1 0 446 16,-1 0 207-16,-3 0-232 0,1 0 114 0,0-2 143 15,-4-4-67-15,-6-3-291 0,4-7 237 0</inkml:trace>
  <inkml:trace contextRef="#ctx0" brushRef="#br0" timeOffset="80637.03">6459 11478 430 0,'-11'-23'0'0,"4"6"41"0,-2 1-41 0,1 2 0 0,-2 5 268 0,5 2-113 0,0 2-56 0,1 4-17 0</inkml:trace>
  <inkml:trace contextRef="#ctx0" brushRef="#br0" timeOffset="80721.27">6392 11392 3931 0,'0'20'0'0,"2"5"0"0,3 5 0 0,-2 9 0 0,-1 1 0 0,0 3 0 0,-1 2 0 0,1 3 0 0,1-6 0 0,1 10 0 0,0-6 0 0,5-1-238 16,-4 0-71-16,2 0 155 15,0-8 80-15,4 10-449 0,-1-8 240 0</inkml:trace>
  <inkml:trace contextRef="#ctx0" brushRef="#br0" timeOffset="81020.45">7209 11399 2962 0,'-13'-12'0'0,"7"11"0"0,6 1 0 0,0 0 0 0,0 0 0 0,0 0 0 0,0 0 0 0,6 4 0 0,9 7 0 0,4 2 0 0,3 2 135 15,2 2 321-15,3 2-206 0,-1 2-122 0,2-1-128 16,-3 0 0-16,-3 3 0 0,1 0 0 0,-4-2 0 15,-5 0 0-15,1-5 0 0,-7 3 0 16,1 0-237-16,-1-2 9 0,-6-4 137 16,1-4-743-16,-2 0 401 0,-1-3 169 0,0-2 99 0,0-2-393 15,0-2 257-15</inkml:trace>
  <inkml:trace contextRef="#ctx0" brushRef="#br0" timeOffset="81482.62">7793 11314 2063 0,'0'-5'0'0,"0"3"0"0,0 0 0 0,0 1 0 0,-2-2 0 0,-3 3 0 0,-1 0 0 0,-2 0 0 16,3 6 0-16,-6 13 0 0,-1 3 511 0,-4 12-239 0,-4 6-115 0,-6 14-45 0,-1 2 184 16,-3 6-126-16,-2 6-52 0,2 2 114 0,2-3-232 15,-1 0 0-15,4-3 0 16,4 0 0-16,2-9 0 0,0 3 0 0,1-5 0 16,3-4 0-16,3-4 0 0,2-9 0 0,1 1 0 15,1-5 0-15,2-4 0 0,4-7 0 16,-2-2 0-16,4-7-418 0,0-1 192 0,0-8-331 0,0-2 257 15,9-1 128-15,9-11 65 0,5-15-567 0,9-9 320 16</inkml:trace>
  <inkml:trace contextRef="#ctx0" brushRef="#br0" timeOffset="81650.64">7818 11728 2779 0,'3'-8'-1'0,"3"4"1"0,1 2 0 0,2-3 0 0,-1 1 0 0,5 3 0 0,5-2 0 0,4 1 0 0,0 1 0 0,5 1 0 0,0 0 217 0,-2 0 255 16,6 0-204-16,-3 0-118 0,1 1-104 0,1 5-223 0,-3 0 85 0,-1-1 67 16,-2-1-310-16,1 0 184 0,-4 0 97 15,-1-3 48-15,-3-1-783 0,1 0 296 16,-4 0 240-16</inkml:trace>
  <inkml:trace contextRef="#ctx0" brushRef="#br0" timeOffset="81802.45">8390 11449 2665 0,'-5'-18'0'0,"-1"9"0"0,1 1 0 0,1 2 0 0,-1 3 0 0,3 1 0 0,-1 0 0 0,1 2 0 0,2 0 0 0,0 9 0 0,0 12 710 16,0 5-323-16,0 11-218 0,2 5-169 0,-2 5 0 15,0 4 0-15,3 4 0 0,-1 3 0 0,3 9 0 16,6-5 0-16,1 0 0 16,1-1-106-16,1 5-160 0,-2-3 165 0</inkml:trace>
  <inkml:trace contextRef="#ctx0" brushRef="#br0" timeOffset="82333.92">9356 11347 2788 0,'-19'-6'0'0,"10"6"0"0,5 0 0 0,4 0 0 0,0 0 0 15,0 0 0-15,2 0 0 0,16 0 0 0,7 0 0 0,12 0 0 0,3 0 88 0,3 0 195 0,1 6-121 0,-5-3-50 0,11 4-29 16,-15 3 0-16,-1 3-41 16,-3 0-1-16,-9 6-103 0,-6-2 62 15,-5 9 16-15,-9 0-1 0,-2 7-44 0,-10 6 35 0,-14 1 0 0,-8-1 46 16,-4 2-24-16,-5 1 12 0,1-5-79 0,3-2 255 15,7-8-216-15,2 0 0 0,4-7 0 0,10-5 0 16,3-4 0-16,3-1 0 0,6-3 0 0,2-1 0 16,0-1 0-16,12 1 0 0,11-2 0 0,2-3 0 15,7-1 0-15,2 0 0 0,10 0 0 16,-10 0 0-16,1 0 0 0,-1 0 0 16,-8 0 0-16,2-1 0 0,-5 1 0 15,-3 0-59-15,-4 0-181 0,-5 0 99 0,1 0-715 0,-7 0 413 0,1 1 201 16,-5 2 100-16</inkml:trace>
  <inkml:trace contextRef="#ctx0" brushRef="#br0" timeOffset="82486.81">9510 11564 3560 0,'-30'-7'0'0,"9"1"0"0,0 2 0 0,8-1 0 0,1 1 0 0,3 0 0 0,6 2 0 0,3 0 0 0,2 1 0 0,17 1 0 0,5 0 292 16,6 0-213-16,10 0-79 0,1 5 0 0,6 3 0 0,1 1 0 0,4-1 0 15,-10 0-172-15,13 3-103 0,-4-4 158 0,-3 2-867 16,1 2 509-16</inkml:trace>
  <inkml:trace contextRef="#ctx0" brushRef="#br0" timeOffset="82637.45">10181 11569 2979 0,'0'-1'0'0,"0"1"0"0,5 0 0 0,6 0 0 0,3 0 0 0,2 0 0 0,5 0 0 0,-1 0 0 0,3 0 0 0,5 0 0 0,2 0 120 16,-1 0-39-16,1 0 0 0,-4 0-304 16,6 0 128-16,-4 0 68 0,-1 0-758 15,-5 0 413-15</inkml:trace>
  <inkml:trace contextRef="#ctx0" brushRef="#br0" timeOffset="82793">10627 11357 2466 0,'-9'-7'0'0,"4"1"0"0,-3 4 0 0,2-1 0 0,1 1 0 0,1 2 0 0,4 0 0 0,0 5 0 0,0 10 0 0,0 8 0 0,0-2 309 0,2 11-139 0,3-1-64 16,-1 2 110-16,1 2-86 0,0 0-45 0,-1-3 11 15,-1 4-54-15,1 2 0 16,-2 0 0-16,0-1-804 0,-1 1 403 0,1 2 210 16,-2 5 91-16</inkml:trace>
  <inkml:trace contextRef="#ctx0" brushRef="#br0" timeOffset="83189">11116 11151 2490 0,'-2'-7'0'0,"0"5"0"0,2 0 0 0,0 2 0 0,0 0 0 0,0 0 0 0,0 0 0 0,0 0 0 0,0 4 0 0,0 9 0 0,0 2 137 0,0 0 138 0,4 3-117 15,1 3-47-15,1 7-41 0,-3-1 190 0,2 1-109 16,-1 4-55-16,-2 3-27 0,-1 1 45 16,-1 9-114-16,0 2 0 0,0 3 0 0,0 15 0 15,-5-1 0-15,0 5 0 0,2 8 0 0,-1 3 0 16,4 0 0-16,0-4 0 0,0 3 0 0,7 1 0 15,3-3 0-15,3 13 0 0,-1-4 0 16,-3-13 0-16,0 9 0 0,-2 0 0 0,2 12 0 0,-8-10 0 16,1 4 0-16,-2 4 0 0,0-13 0 15,-7 21 0-15,-1-27 0 0,-3 4 0 16,2-6 0-16,1-7 0 0,2-11-226 0,1-2 19 16,1-12 83-16,0-2-419 0,1-5 250 0,1-1 126 15,2-7-740-15,-5 6 439 0</inkml:trace>
  <inkml:trace contextRef="#ctx0" brushRef="#br0" timeOffset="84239.63">6145 12714 2764 0,'-2'-4'0'0,"-3"0"0"0,3 2 0 0,2 0 0 0,0 1 0 0,0 1 0 0,0 0 0 0,0 13 0 0,2 5 0 0,3 7 4 0,4 1 92 0,-2 5 383 0,2 2-217 15,-1 3-107-15,2-1-55 0,-5 1-29 0,0 0-71 16,2 0 0-16,-6-3 0 0,2 1 0 16,-1-2 0-16,-2-2 0 0,0-3 0 0,0 3 0 15,0-2 0-15,-6-4 0 0,1-1 0 0,-2-3 0 16,2-1 0-16,-1-2 0 0,0-6 0 0,5-1-51 15,-2-3-100-15,3-1-606 0,0-3 348 0,9-3 189 16,10 0-539-16,11 0 359 0</inkml:trace>
  <inkml:trace contextRef="#ctx0" brushRef="#br0" timeOffset="84591.25">8103 12565 3931 0,'-4'-6'0'0,"3"2"0"0,-1 3 0 0,0 0 0 0,1-2 0 16,1 1 0-16,0 1 0 0,0 1 0 0,0 0 0 0,0 1 0 0,0 18 0 0,0 4 0 0,0 3 0 0,1 4 0 0,1 4 0 15,0 1 0-15,3 5 0 0,-1-2 0 0,3 1 0 0,2 4 0 16,-4-9 0-16,4 2 0 0,-2-1 0 0,2-1 0 16,-4-3 0-16,0-1 0 0,-3-8 0 0,3 0 0 15,-5-1 0-15,2-4 0 16,-2-4 0-16,0-4 0 0,0-1 0 0,0-2 0 16,0-3 0-16,0-1 0 0,-2 0 0 0,-3-2 0 15,1 0 0-15,3 2 0 0,-3-2 0 0,2 0 0 16,1 4 0-16,1 2-236 0,0 3-468 0,0 2 330 15</inkml:trace>
  <inkml:trace contextRef="#ctx0" brushRef="#br0" timeOffset="85099.2">10089 12524 3931 0,'-8'-14'0'0,"4"11"0"0,4 1 0 0,-2 1 0 0,2 1 0 0,0 0 0 0,0 0 0 0,0 0 0 0,0 0 0 0,0 14 0 0,0 3 0 0,2 7 0 16,2-3 0-16,2 10 0 0,-1-2 0 0,1 3 0 15,-2 2 0-15,1 2 0 0,0 1 0 16,-1 8 0-16,-1-2 0 0,-1 4-8 0,0 3-153 0,-2 4 101 15,0 0-1334-15</inkml:trace>
  <inkml:trace contextRef="#ctx0" brushRef="#br0" timeOffset="85577.54">6334 13690 2951 0,'-12'-10'0'0,"6"9"0"0,1-1 0 0,0 2 0 0,1 0 0 0,1 0 0 0,-2 11 0 16,3 4 0-16,2 5 0 0,0 5 0 0,0 4 303 0,0-2-132 0,0 8-67 0,0-1-22 0,2 3 198 16,3-1-240-16,0 1-40 0,0 6 0 15,-1-3 0-15,4-6 0 0,-3 5 0 16,5-1-684-16,0-2 361 0</inkml:trace>
  <inkml:trace contextRef="#ctx0" brushRef="#br0" timeOffset="86003.97">8552 13680 2549 0,'-8'-7'0'0,"1"6"0"0,3 1 0 0,1 0 0 0,1 0 0 0,2 5 0 0,0 5 0 0,0 1 0 0,0 4 0 0,0 1 0 0,2 7 213 0,5 2-92 0,0-1-41 16,3 2 1-16,-1 2-43 0,0 3 1 0,0-2-189 15,-4 4 90-15,0-2 49 0,-1 4 25 0,0-4-517 0,-1 1 270 16,-1-6 146-16,3 7 58 0,0-6-743 16,-1-2 367-16</inkml:trace>
  <inkml:trace contextRef="#ctx0" brushRef="#br0" timeOffset="86237.25">9576 13753 3477 0,'-14'-2'0'0,"10"-1"0"0,4 3 0 15,0 0 0-15,0 0 0 0,0 0 0 0,7 0 0 0,7 0 0 0,7 0 0 0,6 0 0 0,0-1 289 0,11-1-124 0,5-4-165 0,-2 0 0 16,3 1 0-16,1-1 0 0,0 2-216 0,-7 2 24 15,11 2 111-15,-15 0 60 0,3 0-858 0,-5 0 444 0,0 7 222 0</inkml:trace>
  <inkml:trace contextRef="#ctx0" brushRef="#br0" timeOffset="86441.53">10337 13401 2496 0,'-2'-10'0'16,"2"9"0"-16,0-1 0 0,0 0 0 0,0 0 0 0,0 0 0 0,0 2 0 0,2 0 0 0,1 0 0 0,5 6 0 0,-1 6 745 0,0 2-354 0,1 9-185 0,0 2-113 15,-5 14-93-15,-1 0 0 0,0 10 0 0,-2 5 0 16,0 11 0-16,0-9 0 0,0 14 0 0,-4-4 0 16,3 0 0-16,-3-2 0 0,0-6-234 0,2 12-270 15</inkml:trace>
  <inkml:trace contextRef="#ctx0" brushRef="#br0" timeOffset="87084.49">11745 12154 2738 0,'-18'-19'0'0,"7"16"0"0,8 3 0 0,1 0 0 0,2 1 0 0,0 2 0 0,0 4 0 0,10-4 0 0,8 4 0 0,9-2 0 0,5 1 329 0,10-3-143 0,0 1 160 0,3-2-152 16,-3 2-64-16,13-2-460 0,-3 1 187 0,-3 3 94 15,-3-1 46-15,-2 3-848 0,-7 0 459 16,1-1 212-16,-5 4 76 0</inkml:trace>
  <inkml:trace contextRef="#ctx0" brushRef="#br0" timeOffset="87254.96">11873 12569 2720 0,'-36'10'-3'0,"6"2"2"0,10-2 1 0,4-2 0 0,5-3 0 0,4 1 0 0,7-2 0 0,0 1 0 0,7 2 0 0,16 3 0 16,2-2 271-16,7-1-104 0,3 1 146 0,8 0-135 15,-4-3-67-15,7 0-35 0,0 1-365 0,-6-5 177 0,10 2 71 0,-2 0 43 16,-4-3-745-16,2 0 394 16,-1 0 195-16,-6 0 82 0,15 0-808 0</inkml:trace>
  <inkml:trace contextRef="#ctx0" brushRef="#br0" timeOffset="87552.77">12773 12266 1937 0,'-4'-7'0'0,"-2"3"0"0,0 3 0 0,-1 1 0 0,-2 0 0 0,1 8 0 0,0 14 0 0,5 4 0 0,3 7 0 0,0 9 0 0,0-3 1177 0,1 12-572 0,13-2-393 0,4-4-212 15,5-3 0-15,4-7 0 0,1-7 0 0,11 0 0 16,0-13 0-16,3-3 0 0,-1-9 0 0,0-3 0 16,-5 0 0-16,0-13 0 0,-2-6 0 0,-6-7 0 15,-6-2 0-15,-3-4 0 0,-8-2 0 0,-7-2 0 16,-4-7 0-16,0 2 0 0,-6-2 0 0,-10-2 0 15,-7 0 0-15,-3-2 0 0,-4 4 0 0,-4 3 0 16,-2 4 0-16,-3 10 0 0,3 9 0 16,-11 4 0-16,2 12 0 15,4 1 0-15,1 3 0 0,3 16 0 0,9 5 0 0,-4 14 0 16,11 3 0-16,10 8 0 0,3 13 0 0,8 2-118 16,2 7-159-16,20 16 122 0</inkml:trace>
  <inkml:trace contextRef="#ctx0" brushRef="#br0" timeOffset="92087.86">4908 14719 968 0,'-15'-11'0'0,"8"1"0"0,4 9 0 0,3-2 0 0,0 2 0 0,0 1 0 0,0 0 0 0,2 0 0 0,6 0 0 0,7 0 0 0,4 0 132 0,0 0-42 0,2 1 0 0,7-1-43 16,-2 3 66-16,0-3-65 0,3 1 1 0,-2 1-36 16,-3 2 35-16,1-1 1 0,-2-1 12 0,5 4-11 15,-3-3-2-15,1-1 1 0,3 3 4 0,-2-3-4 16,5 0 11-16,4 0-11 0,0 0 0 0,1-2-7 16,7 0 5-16,-3 0-60 0,-2 0 11 0,12 0 41 15,-4 0 4-15,1 0-79 0,-3 0 36 16,6 0-6-16,-8 0 12 0,12-2-15 15,-4 2 38-15,1 0-14 0,-1-2-16 0,2 2 19 16,1 0 9-16,9 0-17 0,-13 0 13 0,7 0-9 16,1 0 5-16,0 0-42 0,2 0 47 0,7 2-6 15,-7 0-8-15,1-1-59 0,-9 2 57 0,14-1-1 16,-9-2 0-16,8 3 3 0,-3 0-1 0,-10 0-4 16,16 3 3-16,-4-3-2 0,-8 0 0 15,14 3 1-15,-3 0 34 0,3-1 0 0,-1-1-27 0,5 1 2 16,-1 2 20-16,7-2-21 0,-3 1 8 0,4-2-43 15,11 2 40-15,-17-4 0 0,21 5 1 0,-11 1-32 16,5-5 23-16,2 1 1 16,-2-1-49-16,-7-1 50 0,20 0-6 0,-11-2 3 15,0 0 23-15,6 0-25 0,-1 0-4 0,-10 0 6 16,20 0 46-16,-7 0-45 0,1 0 1 0,5 0 45 16,-1 0-39-16,2 0-1 0,3 0 31 0,6 0 0 15,0 0-21-15,15 2-8 0,-9 2 4 0,-14-3 5 16,28-1-1-16,-10 0-5 0,3 0-93 0,-1 0 44 15,0 0-6-15,-15 0-3 16,28-1-8-16,-14-5 53 0,-1 2-11 0,2-1 1 16,-6 1-8-16,-11 1 12 0,7-3-26 0,-9 2 64 15,4-4-53-15,-5 5 9 0,-2-3 115 0,-12 0-51 16,13 0-22-16,-14 2 1 0,-15-1-10 0,2 1-15 16,-4-3 11-16,-14 2-103 0,9-1 45 0,-18-2 0 15,-5 2 56-15,-10 3-297 0,0-2 130 0,-12 2 69 16,-2 2-288-16,-5 1 166 0,-5 0 53 0</inkml:trace>
  <inkml:trace contextRef="#ctx0" brushRef="#br0" timeOffset="94086.12">16248 12135 2501 0,'-14'-9'0'0,"5"5"0"0,3 2 0 0,0 0 0 0,0 0 0 0,5 1 0 15,1 1 0-15,0 0 0 0,0-1 0 0,3 1 0 0,18 0 260 0,4 0-109 0,5 0-56 0,4 0 347 0,3 0-201 0,0 0-90 16,4 1-61-16,-4 2-90 16,8 3 0-16,-12-2 0 0,7 1 0 0,-4-2 0 0,-1 4 0 15,-3-2 0-15,0 0 0 0,-3-2 0 0,-7 1 0 16,0 0 0-16,-3-3 0 0,-1 3 0 0,-7-4 0 16,-1 0-478-16,1 0 89 0,-4 0 123 0,0 0 118 15,-1-9-248-15,-1-5 178 16,1-4 89-16,-2-5 43 0,-2 3-9 0,-2-11 54 15</inkml:trace>
  <inkml:trace contextRef="#ctx0" brushRef="#br0" timeOffset="94662.93">16846 11912 2545 0,'-17'-15'0'0,"1"7"0"0,2 2 0 0,5 3 0 0,0 1 0 0,3 0 0 0,3 2 0 0,3 0 0 0,0 0 0 0,3 0 0 0,14 0 183 0,7 2-76 16,6 3 299-16,10 1-182 0,0-1-92 0,2 2-45 0,-6 1 160 0,3-2-247 15,-3 2 0-15,-4 1 0 0,-6 3 0 0,-7-2 0 16,-2 5 0-16,-8 5 0 15,-7 2 0-15,-2 2 0 0,-5 5 0 0,-15 1 0 16,-2 0 0-16,-2-1 0 0,-1-3 0 0,-1-3 0 16,-1 1-178-16,1-4 81 0,0 0-675 0,1-2 371 15,-4-1 180-15,3-3 90 0,-2 1-434 0,1-2 262 16,4-3 121-16,-5 2 75 0,4-4-228 0,0-2 147 16,3-2 73-16,3 0 27 0,0-4 10 15,7 0 38-15,1 0 30 0,1 0 185 0,6 0-108 0,-1 0-64 16,4 0 511-16,0 4-277 15,0 3-139-15,0 4-69 0,4 7 625 0,3 2-296 16,2 8-164-16,-3 1-76 0,-2 4 366 0,0 3-222 16,-2 0-110-16,-1 1 221 0,-1-1-280 15,0-1-93-15,0-2 0 0,-1-4 0 0,-5 0 0 0,1-8 0 16,-2-5 0-16,2-4 0 0,-3-3 0 0,3-3 0 16,1-6 0-16,-2 0 0 0,2-3 0 0,4-15 0 15,0-6 0-15,0-1 0 0,7-4 0 0,2 2 0 16,4-2 0-16,2 2 0 15,0-1 0-15,2 5 0 0,-1 0 0 0,0 4 0 16,0 2 0-16,2 4 0 0,-2 0 0 0,-1 6 0 16,0 0 0-16,-3 6 0 0,2 1 0 0,-2 0 0 15,-1 4 0-15,0 8 0 0,-1 8 0 0,-1 1 0 16,0 7 0-16,2 2 0 0,-4 0 0 0,0 0 0 16,2 3 0-16,1-1 0 0,-1 0 0 0,0-2 0 15,3-2 0-15,-1-1 0 0,-2-7 0 0,3 3 0 16,-3-7 0-16,2 0 0 15,-1-5 0-15,-3-3 0 0,2-2 0 0,1-2 0 16,-3-4 0-16,4 0 0 0,-2 0 0 0,5-7 0 16,-1-4 0-16,2-2 0 0,0-1 0 0,4-2-64 15,0-4-173-15,1 2 97 0,1-1-433 0,0-5 256 16,-1-1 143-16,9-5 66 0</inkml:trace>
  <inkml:trace contextRef="#ctx0" brushRef="#br0" timeOffset="94854.18">17487 12414 3762 0,'-4'-6'0'0,"-3"3"0"0,4 0 0 0,-1 1 0 0,2 2 0 0,2-2 0 0,0 2 0 0,0 0 0 0,8 0 0 0,7 2 0 0,2 2 169 0,4 1-169 16,0 1 0-16,1-2 0 0,2-2 0 0,-1 1 0 16,1 0 0-16,-3-3 0 0,-1 0 0 0,0 0 0 15,-2 0 0-15,-3 0 0 16,-4 0 0-16,1 0 0 0,-5 0 0 0,1 0 0 15,-5 0-661-15,-1 3 40 0,0 3 281 0,-2 2 154 16</inkml:trace>
  <inkml:trace contextRef="#ctx0" brushRef="#br0" timeOffset="95041.69">17571 12579 3879 0,'-15'6'0'0,"4"6"0"0,-1-4 0 0,5-4 0 0,-1 1 0 0,5-1 0 0,3-1 0 0,0 2 0 0,2 1 0 0,10-2 0 0,8 0 52 0,2 2-52 0,0-2 0 0,6 0 0 16,-1-3 0-16,-3-1 0 0,-1 0 0 0,1 0 0 16,1 0 0-16,-4 0 0 0,-2 0 0 0,-1 0 0 15,-3 0 0-15,-2 0 0 0,-4 0 0 0,-2 0 0 16,0 0 0-16,-2 0 0 0,-3 2-1233 0</inkml:trace>
  <inkml:trace contextRef="#ctx0" brushRef="#br0" timeOffset="95856.45">18399 12067 2545 0,'-8'0'0'0,"-2"-2"0"0,-1 2 0 0,1 0 0 0,-3 2 0 0,1 11 0 0,1 8 0 0,0 2 0 0,1 7 0 0,-1 7 0 0,2 5 234 16,-1 2-95-16,5 4-48 0,-1 0 324 0,4 6-191 16,2-4-91-16,0-3-44 0,0-2-28 0,8-9-61 15,5 3 0-15,0-5 0 0,6-4 0 0,-1-2 0 16,3-3 0-16,0-3 0 0,-3-3 0 0,7 0 0 16,-2-2 0-16,-3-2 0 0,1-2 0 15,-4 0 0-15,1-2 0 0,-2-1 0 0,-2-1 0 16,0-2 0-16,-1-1-325 0,-4 0-186 15,3-2 222-15,-3-3 126 0,0-1-549 0,3 0 335 16,-1 0 166-16</inkml:trace>
  <inkml:trace contextRef="#ctx0" brushRef="#br0" timeOffset="96100.93">18805 12169 2317 0,'-2'-8'0'0,"0"7"0"0,0 1 0 0,2 0 0 0,0 0 0 0,0 1 0 0,0 11 0 0,0 1 0 0,8 8 0 0,-1 1 0 0,4 6 691 0,-1 5-326 0,-2 0-161 0,1 5 150 15,-2-1-354-15,-1 8 0 0,0-11 0 0,-2 5 0 16,-1 0 0-16,1-3 0 0,-2-3 0 0,-1-2 0 16,1-2 0-16,0-3 0 0,-2-6 0 15,0 1 0-15,0 0 0 0,0-5 0 16,0-2 0-16,0-2 0 0,0-3-12 0,0-2-240 15,0-2 116-15,0-1-14 0,2-4-669 0</inkml:trace>
  <inkml:trace contextRef="#ctx0" brushRef="#br0" timeOffset="96297.47">19172 12528 2720 0,'3'0'0'0,"1"1"0"0,-2 5 0 0,0 6 0 0,-2 0 0 0,1 2 0 0,-1 3-1 0,0 2 0 0,0 4 0 0,0-1 1 0,-7 2 492 0,-3 0-225 16,1 1-113-16,0-5 147 0,-5 0-301 0,3 1 0 16,0-1 0-16,-2-5 0 0,2-3 0 0,-1 0 0 15,1-2-253-15,0-5-106 0,3-1 200 0,0-4 101 16,3 0-695-16,3 0 279 0,2-12 221 0,0-12 106 16</inkml:trace>
  <inkml:trace contextRef="#ctx0" brushRef="#br0" timeOffset="96508.93">19450 12090 3359 0,'5'0'0'0,"0"0"0"0,3 2 0 0,-3 4 0 0,2 5 0 0,-4 2 0 0,3 4 0 0,-1 4 0 0,-1 5 0 0,-1 4 0 0,1 3 276 0,0 5-117 0,-1 0-22 15,-3 9-137-15,0-4 0 0,0-1 0 16,0-7 0-16,0 5 0 0,0-5 0 0,0-1 0 15,0-3 0-15,0-4 0 0,0-4 0 0,0-1 0 16,0-5 0-16,0-2 0 0,0-4 0 0,1-3 0 16,5-1 0-16,1-4 0 0,2-3-1366 0</inkml:trace>
  <inkml:trace contextRef="#ctx0" brushRef="#br0" timeOffset="96695.43">19838 12459 3523 0,'5'0'-6'0,"-1"8"2"0,-1 4 1 0,-2 1 1 0,-1 4 1 0,0 6 1 0,0-2 0 0,0 6 0 0,-4 2 0 0,-3 1 0 0,-3 0 148 0,0 2 128 0,-2-3-276 15,3-1 0-15,-5-3 0 0,5-5 0 0,-2 0 0 0,-3-4 0 16,3-2 0-16,0-3 0 0,-1-6 0 0,3-1 0 16,2-4-237-16,2 0-121 15,0 0 207-15,5-16-86 0,0-8-721 0,5-13 459 0</inkml:trace>
  <inkml:trace contextRef="#ctx0" brushRef="#br0" timeOffset="96841.84">19896 12376 2893 0,'11'-8'0'0,"5"5"0"0,-2 0 0 16,3-2 0-16,4 1 0 0,1-1 0 0,5 0 0 0,3-2 0 0,0 1 0 0,0 1 0 0,0-1 293 0,0 2-126 0,-5 1-54 15,5-1-91-15,-9 2 18 0,2 0 0 0,-2 2 0 16,0-1-620-16,-2 1 321 0,-4 0 144 0,0-2-714 15,-3 2 434-15</inkml:trace>
  <inkml:trace contextRef="#ctx0" brushRef="#br0" timeOffset="97030.62">20406 12094 2216 0,'-2'-7'0'0,"-1"3"0"0,1 1 0 0,2 2 0 0,0 1 0 0,0 0 0 0,0 8 0 0,0 9 0 0,2 5 0 0,3 5 0 0,-2 2 349 0,1 5-145 0,-2 4 529 0,-1 5-347 15,-1-2-343-15,0-7-43 0,0 5 0 0,0-3 0 16,0-1 0-16,0-5 0 0,0-2 0 0,0-6 0 16,0 0 0-16,0-6-39 0,0-2-81 0,0-4 80 15,0-2-950-15,0-4 492 0,0-4 245 0,2 0 7 16</inkml:trace>
  <inkml:trace contextRef="#ctx0" brushRef="#br0" timeOffset="97247.25">20712 11936 2912 0,'29'-3'0'0,"1"3"0"0,5 0 0 0,-3 11 0 0,-2 6 0 0,2 11 0 0,-4 4 0 0,-3 6 0 0,-4 4 0 16,-5 3 0-16,-5 6 354 0,-8-1-157 0,-1 6 271 0,-2 0-468 0,-9 8 0 0,-7-14 0 15,-4 5 0-15,-2-4 0 0,-5-4 0 0,1-4 0 16,3-10 0-16,-9 2 0 0,7-10 0 0,-5-2 0 15,0-5 0-15,3-3 0 0,4-4 0 0,2-7-543 16,7-2 164-16,5-2 175 0,0 0-633 0,9-6 398 16</inkml:trace>
  <inkml:trace contextRef="#ctx0" brushRef="#br0" timeOffset="97462.68">21567 11968 3931 0,'2'-11'0'0,"3"7"0"0,-1 2 0 0,-3 0 0 0,-1 2 0 0,0 0 0 0,0 8 0 0,-3 11 0 0,-11 7 0 0,-2 10 0 15,-2 1 0-15,-1 8 0 0,-1 2 0 0,-1 4 0 0,-2 2 0 0,2 1 0 16,-2-1 0-16,-2-2 0 16,4-3 0-16,1-3 0 0,5-8 0 0,0-5 0 15,3-2 0-15,3-9 0 0,0-2-202 0,0-6-24 16,1-5-793-16,-1-5 495 0,1-3 243 0,-2 0 121 15</inkml:trace>
  <inkml:trace contextRef="#ctx0" brushRef="#br0" timeOffset="97629.2">21146 12060 3654 0,'0'-3'0'0,"7"3"0"0,7 0 0 0,4 0 0 0,6 0 0 0,5 3 0 0,6 12 0 0,3 6 0 0,-1 5 0 0,2 5 0 0,-1 4 277 0,2 6-277 0,-3 2 0 15,-2 2 0-15,-1 3 0 0,1-4 0 0,-5 0 0 16,-3-3 0-16,1-2 0 0,-1-3-25 0,-4-4-376 16,7 3 215-16,-4-2 112 0</inkml:trace>
  <inkml:trace contextRef="#ctx0" brushRef="#br0" timeOffset="98099.5">22677 11852 2457 0,'-18'-23'-1'0,"-1"8"0"0,-2 3 1 0,-1 6 0 0,-2 0 0 0,-8 3 0 0,-6 3-1 0,3 15 1 0,-2 12 0 0,0 8 0 0,5 5 103 0,4 9 437 15,5 2-249-15,10 2-125 0,8-1-52 0,5-1 149 16,0 0-263-16,14-3 0 0,11-1 0 0,3-3 0 0,4-1 0 16,2-6 0-16,1 0 0 15,2-4 0-15,-1-4 0 0,-8-5 0 0,4-2 0 16,-4-4 0-16,-1-2 0 0,0-5-638 0,-3-5 136 15,-3-3 146-15,4-3 161 0,-5 0-620 0</inkml:trace>
  <inkml:trace contextRef="#ctx0" brushRef="#br0" timeOffset="98324.48">22932 11829 2496 0,'-5'-15'0'0,"3"10"0"0,1 1 0 0,-1 1 0 0,2 2 0 0,0 1 0 0,0 9 0 0,0 18 0 0,2 3 0 0,-1 15 0 0,4 0 821 0,-1 6-390 0,-3 3-248 0,1-1-183 16,0-1 0-16,0-1 0 0,0 0 0 0,0-5 0 15,1-4 0-15,1 5 0 0,-1-12 0 0,-1 3 0 16,3-6 0-16,-3-2 0 0,0-7-126 16,-2-5-275-16,1-2 216 15,-1-6-34-15,2-2 101 0,-2-2-38 0,2-5 47 0,3-1 40 16</inkml:trace>
  <inkml:trace contextRef="#ctx0" brushRef="#br0" timeOffset="98523.55">23315 12312 2457 0,'15'-4'0'0,"0"4"0"0,-3 0 0 0,-3 0 0 0,-4 0 0 0,-3 4 0 0,0 3 0 0,-2 4 0 0,0 2 0 0,0 5 0 0,-8 0 196 0,-6-1 346 0,-3 6-256 16,-3-1-123-16,-1 1-62 0,0-2 0 0,0-6-21 15,-4 5-75-15,0-5-5 0,3-2 0 0,3-2 0 16,-3-5 0-16,3 0-383 0,2-4 186 0,4-2 119 16,3 0 58-16,3 0-695 0,7-4 274 0,0-11 190 15,4-6-404-15,18-8 308 0</inkml:trace>
  <inkml:trace contextRef="#ctx0" brushRef="#br0" timeOffset="98734.11">23596 11859 3311 0,'4'-6'0'0,"1"5"0"0,2-2 0 0,-4 3 0 0,1 0 0 0,1 15 0 0,-1 4 0 0,1 7 0 0,0 3 0 0,-4 7 0 15,2 0 557-15,-1 11-494 0,-2-6-63 0,0 0 0 16,0 0 0-16,0-5 0 0,0 2 0 0,-2-1 0 16,-2-1 0-16,-1-4 0 0,2-2 0 15,-1-4 0-15,1-5 0 0,-1 0 0 0,2-5 0 16,0-4 0-16,0-1-146 0,1-3-156 0,1-3 144 15,0-2-428-15,0 0 273 0,0-3-513 0,0 0 394 16</inkml:trace>
  <inkml:trace contextRef="#ctx0" brushRef="#br0" timeOffset="99123.58">24056 12357 3067 0,'-3'0'0'0,"1"5"0"0,2 3 0 0,0-2 0 0,0 0 0 0,-2-1 0 0,-2 2 0 0,-1 3 0 0,-1 0 0 0,-4 0 0 15,0 4 122-15,-4 1 150 0,-4 1-122 0,0 2-56 0,0-4-28 0,-4 1 3 16,4-3-31-16,-2-1 9 0,-1-2-378 0,0-2 184 15,1-2 93-15,1-5 45 0,3 0-563 16,4 0 314-16,2-1 73 0,7-15-617 0,3-2 383 16</inkml:trace>
  <inkml:trace contextRef="#ctx0" brushRef="#br0" timeOffset="99333.26">24276 12017 3873 0,'2'0'0'0,"0"0"0"0,4 4 0 0,0 5 0 0,-3 2 0 0,-1 5 0 0,0 2 0 0,-2 3 0 0,0 1 0 0,0 4 0 0,0 3 58 0,0 0-58 0,0 4 0 15,0-3 0-15,2-1 0 0,-1 0 0 0,1-4 0 16,0 0 0-16,-2-2 0 0,2-2 0 16,-2-4 0-16,0-1 0 0,0-7 0 0,0-1 0 0,0 0-545 15,0-4-12-15,0-1 259 16,0-3-485-16,-2 0 363 0,0-11 196 0</inkml:trace>
  <inkml:trace contextRef="#ctx0" brushRef="#br0" timeOffset="99526.29">24456 11810 3044 0,'20'-8'0'0,"4"7"0"0,0 1 0 0,0 0 0 0,3 4 0 0,-1 13 0 0,6 7 0 0,-3 6 0 0,-3 4 0 0,-2 7 0 0,-2 4 868 0,-4 6-849 0,-6 3-19 0,-4 3 0 15,-6-1 0-15,-2 12 0 0,-2-7 0 16,-13-4 0-16,-10 10 0 0,1-10 0 0,1-10 0 0,-2 3 0 16,-4-5 0-16,3-7 0 0,-8 1 0 0,2-6 0 15,-3-6 0-15,-3 0-691 0,0-3-18 0</inkml:trace>
  <inkml:trace contextRef="#ctx0" brushRef="#br0" timeOffset="100497.02">25219 12041 2350 0,'-13'-7'0'0,"3"5"0"0,7 2 0 0,0 0 0 0,3 0 0 0,0 0 0 0,0 0 0 0,6 2 0 0,12 5 0 0,2 1 0 0,8 0 296 0,2-1-128 0,6 0-64 15,6-1 270-15,0 0-167 0,-6-2-73 0,13 1-15 16,-8-1-40-16,1-1 1 0,-6 2-60 15,3-2-186-15,-4 4 102 0,-3-3 48 0,0 4 28 16,-4-1-689-16,-2 3 358 0,-2 1 180 0,-8 4-909 16</inkml:trace>
  <inkml:trace contextRef="#ctx0" brushRef="#br0" timeOffset="100666.84">25542 12464 2965 0,'-19'5'0'0,"4"5"0"0,2-2 0 0,4-5 0 0,3-1 0 0,4-2 0 0,2 2 0 0,0-2 0 0,19 0 0 0,7 0 0 0,8 0 104 0,4 0 81 0,9-2-77 16,-4-3-34-16,2 3 0 0,0 0-274 15,-2 1 120-15,-3-2 71 0,8 3 19 0,-4 0 0 0,-3 0 30 16,-5 0-1457-16,-3 0 648 16</inkml:trace>
  <inkml:trace contextRef="#ctx0" brushRef="#br0" timeOffset="100941.18">26643 11175 3137 0,'-6'-8'0'0,"1"8"0"0,1 3 0 0,-1 12 0 0,2 4 0 0,-3 7 0 0,3 10 0 0,-1 5 0 0,1 19 0 0,-2 4 0 0,4 9 388 0,-1 19-174 0,0-2-87 15,2-1-62-15,-2 27-65 0,2-11 0 0,-2 3 0 16,0 0 0-16,0 5 0 0,0 3 0 16,1-2 0-16,-3-3 0 0,0-4 0 0,2-3 0 0,1-10 0 15,-2-17 0-15,3-4 0 0,0-15 0 16,0-2 0-16,0-8 0 0,0-13 0 16,0-6 0-16,0-3 0 0,0-8 0 0,3-2 0 15,-2-5-1083-15,5 0 414 0,3-1 318 0</inkml:trace>
  <inkml:trace contextRef="#ctx0" brushRef="#br0" timeOffset="101456.35">27307 11076 2447 0,'-18'-15'0'0,"1"8"0"0,6 5 0 0,2 2 0 0,7 0 0 0,-1 0 0 16,3 0 0-16,0 0 0 0,5 0 0 0,23 0 0 0,4 0 104 0,10 0 220 0,8 0-143 0,4 0-70 0,2 0-36 0,4 0 275 15,-2 0-161-15,-1-3-74 0,-4 2-83 16,-5-1-29-16,-10 2-3 0,-1 0 0 0,-4 0-259 16,-14 0 86-16,1 0 107 0,-10 2-607 0,1 2 292 15,-9-2 194-15,1 1-10 0,-3-2-464 0,0 2 311 16,0-3 155-16,-12 0 78 0</inkml:trace>
  <inkml:trace contextRef="#ctx0" brushRef="#br0" timeOffset="101624.86">27882 10860 1955 0,'0'-7'0'0,"0"3"0"0,4 2 0 0,5 1 0 0,1 1 0 0,2 0 0 0,6 0 0 0,1 5 0 0,3 6 0 0,1 0 0 0,-2 1 267 0,2 3-114 0,-2 0-57 15,-5-1-18-15,-2 1 135 0,-2 6-86 0,-6 0-44 16,-4 3-273-16,-2 3 116 0,-4 0 66 0,-14 0 19 15,-4 1-437-15,0-1 233 0,-4-3 116 0,-1-1 59 16,1-1-669-16,-1-5 329 0,1 0 154 16,-2-2-68-16</inkml:trace>
  <inkml:trace contextRef="#ctx0" brushRef="#br0" timeOffset="101921.02">27708 11309 2022 0,'-17'5'0'0,"1"5"0"0,3 5 0 0,-1 3 0 0,2 4 0 0,3-2 0 0,-3 10 0 0,5 2 0 0,0 1 0 0,3 3 0 0,2 1 156 0,2-2-49 0,0-2 177 15,2 0-122-15,9-3-61 0,3-4 201 0,7-3-130 16,-5-8-57-16,10 2-43 0,-3-10-138 0,4-3 53 16,-5-4 26-16,2 0 0 0,-3 0-375 0,-1-6 196 15,-2-7 102-15,-1-2-564 0,-5-5 266 0,-1 2 84 16,-3-2 125-16,-1-7-143 16,-4 0 129-16,-2 0 63 0,-1-3 33 0,0-6-265 15,0-5 153-15,-1-1 72 0,-7 2 12 0,2 5 39 16,-3-1 60-16,-1 8 0 0,3 3 16 0,-4 2-32 15,4 6 16-15,2 7 0 0,0 2 373 0,2 2-236 16,-2 4-83-16,3 0 602 0,-1 2-309 16,3 0-150-16,0 11-1 0,0 2-69 0,0 2-48 0,0 2-1 15,0 0 16-15,3 0-27 0,5 5-1 0,3-3-16 16,2-2-392-16,5 2 191 0,2-6 95 0,4 0-626 16</inkml:trace>
  <inkml:trace contextRef="#ctx0" brushRef="#br0" timeOffset="102149.82">28758 11033 3233 0,'-2'-11'0'0,"2"9"0"0,0 0 0 0,2 0 0 0,8 0 0 0,8 0 0 0,1 0 0 0,7 0 0 0,4 1 0 0,4-3 0 0,1 2 168 0,13 0-186 0,-9 0 40 16,10 2-11-16,-7 0 30 0,-7 0-270 0,5 0 135 16,-5 0 68-16,-4 0 43 0,-1 2-666 15,-9 0 345-15,2 0 172 0,-7-2-712 0,-2 0 401 0</inkml:trace>
  <inkml:trace contextRef="#ctx0" brushRef="#br0" timeOffset="102316.77">29332 10854 1902 0,'-4'-12'0'0,"4"0"0"0,0 3 0 0,0-2 0 0,2 3 0 0,12 2 0 0,3 4 0 0,8 1 0 0,2 1 0 0,3 0 0 0,3 0 213 0,2 11-86 16,-2 0 202-16,1 2-150 15,-4 2-69-15,-3 2-34 0,-6-1-81 0,-9 2 46 0,-3 3 10 16,-7 3-11-16,-2 1-154 0,-9-1 77 16,-9 0 38-16,-8 1-418 0,-1-4 232 0,-1 2 107 15,-4-1-39-15,-1-4-609 0,-4 1 343 0</inkml:trace>
  <inkml:trace contextRef="#ctx0" brushRef="#br0" timeOffset="102540.9">29210 11228 2086 0,'0'8'0'0,"0"7"0"0,0 0 0 0,0 4 0 0,0 3 0 0,0 2 0 0,3 5 0 0,-2 4 0 0,1 2 0 0,0 1 0 0,-1 1 108 16,-1 1 545-16,0 1-307 0,0-2-142 0,0-2-87 15,0 0 300-15,-3-4-417 0,0 0 0 0,-4-5 0 16,4-6 0-16,-2 1 0 0,2-3 0 0,-1-6 0 15,-1-3 0-15,0 2 0 0,-3-9 0 0,-4 3 0 16,-1-5 0-16,0 0 0 0,-4 0 0 0,-1 0-11 16,-4-5-141-16,-3-4 78 0,3-2-599 0,0-2 316 15,1-3 158-15,1-2-414 16,5-2 277-16,-2-9 152 0,4-1 72 0,4-8-194 0</inkml:trace>
  <inkml:trace contextRef="#ctx0" brushRef="#br0" timeOffset="102650.24">29017 11223 2157 0,'12'-18'0'0,"4"7"0"0,0 4 0 0,-2-1 0 0,2 3 0 0,-4 3 0 0,1 0 0 0,2 2 0 0,-4 0 0 0,7 0 0 0,-5 0 160 15,4 8-59-15,-4 1-30 0,9 2-392 0,-3-2 191 0,7 5 80 0</inkml:trace>
  <inkml:trace contextRef="#ctx0" brushRef="#br0" timeOffset="102840.26">30047 10986 2842 0,'9'-10'0'0,"3"7"0"0,7 1 0 0,3 0 0 0,0-2 0 0,6 1 0 0,4-1 0 0,1 0 0 0,8 0 0 15,-4 2 0-15,7-2 205 0,-3 3-216 0,1-1 53 0,-4 2 0 0,5 0-1 0,-8 0-638 16,2 0 314-16,2 0 162 0,-6 0 81 0,-1-2-852 15</inkml:trace>
  <inkml:trace contextRef="#ctx0" brushRef="#br0" timeOffset="103022.37">30600 10738 1862 0,'-4'-9'0'0,"4"3"0"0,0 1 0 0,11 0 0 0,12 4 0 0,10-1 0 0,8 2 0 0,0 0 0 0,4 0 0 0,5 3 0 0,0 7 153 16,0-1-61-16,-3 1 0 0,-10-1 236 0,0 2-143 15,-5 3-72-15,-15-1-111 0,1 2 40 0,-13 2 0 16,-5 0-1-16,-1 3 1 0,-22 1-1 0,-4 0 11 16,-10-1-653-16,0-1-26 0,-3-2 243 0,-3-2 184 15,-4 0-354-15,-1-5 261 0</inkml:trace>
  <inkml:trace contextRef="#ctx0" brushRef="#br0" timeOffset="103432.96">30582 10999 2286 0,'-5'0'0'0,"3"0"0"0,2 2 0 0,-3 9 0 0,-1 8 0 0,-2 7 0 0,-1 10 0 0,-3 5 0 0,2 5 0 0,-4 6 0 0,-1 2 327 0,0 1-132 0,-1 0 165 16,1-3-159-16,0-2-80 0,1-1-39 0,-1-5 213 15,4-9-231-15,1 3-64 0,0-6 0 0,6-10 0 16,-3-1 0-16,4-8 0 16,-1-5-73-16,2-3-65 0,0-5 88 0,0 0 44 15,0-9-270-15,2-14 150 0,4-3-20 0,4-5-41 16,-2-2 16-16,4-11 65 0,5 6 32 0,-2-2-6 15,3 6-10-15,5 0 49 0,1 3 32 0,3 5 1 16,-1 5-33-16,-1 6 0 0,-2 7 148 0,2 4-68 16,-3 4-32-16,-2 0 0 0,-5 2 88 0,0 12-56 15,-7 2-18-15,-2 1 40 16,-6 2-21-16,0 3 1 0,-6-1-13 0,-9-2-32 16,-6 0 39-16,-2-2-24 0,-4-5 24 0,-1-2 6 15,0-2-1-15,0-6-26 0,3-2 115 0,-3 0-57 16,8 0-25-16,0-8-1 0,2-1 172 0,6-2-91 15,2 3-20-15,2-1 121 0,4 2-196 0,4 2-32 16,0 2 0-16,2 0 0 0,8 3 0 0,12 0 0 16,1 0 0-16,4 10 0 0,1 1 0 0,2 4 0 15,-1 0 0-15,2 0-21 0,5 3-40 0,-4-3 3 16,-2 1-791-16,2 0 406 16,1-1 166-16,-1-2-458 0,-1 2 346 0,1-3 174 0</inkml:trace>
  <inkml:trace contextRef="#ctx0" brushRef="#br0" timeOffset="103685.92">31382 10804 2324 0,'1'-10'0'0,"3"9"0"0,-3 1 0 15,1 5 0-15,-2 14 0 0,0 10 0 0,0 11 0 0,-2 9 0 0,-4 15 0 0,-3 5 0 0,4 21 107 0,1-7 521 0,4 26-298 0,0-10-145 0,-2 6-72 0,2 3 131 16,-2 5-244-16,-1 1 0 0,-4 16 0 0,-5-25 0 16,-3 13 0-16,-6 16 0 0,0-14 0 0,5-15 0 15,-3 6 0-15,1-6 0 0,2-3 0 16,4-1 0-16,2-9 0 0,3-16-325 16,-1 5 0-16,1-3 61 0,-1-1-629 0,1-1 426 15,-8 1 213-15</inkml:trace>
  <inkml:trace contextRef="#ctx0" brushRef="#br0" timeOffset="104300.66">27714 12128 1149 0,'0'-6'0'0,"0"4"0"0,0 2 0 0,0 0 0 0,0 0 0 0,0 9 0 0,0 6 0 0,1 5 0 0,1 7 0 0,0 0 0 0,0 4 535 0,1 4-247 0,-1 0-124 16,1 3 244-16,3 1-183 0,-3-1-83 0,-1 1-55 15,0-2 108-15,0 1-78 0,-1-2-38 0,-1-4 0 16,0-6-118-16,0 6 35 0,-5-6-1 0,-3-9-187 16,-2 2 116-16,2-5 68 0,-2-3 19 0,3-6-362 15,1-1 183-15,0-2 29 16,3-2-143-16,3 0 68 0,0-2 93 0,5-11 40 16,13-4-362-16,4-1 201 0,13-2 101 0</inkml:trace>
  <inkml:trace contextRef="#ctx0" brushRef="#br0" timeOffset="104784.83">29029 12197 2347 0,'0'-9'0'0,"0"5"0"0,0 2 0 0,0 0 0 0,0 2 0 15,0 0 0-15,0 0 0 0,0 6 0 0,0 7 0 0,0 6 0 0,0 3 191 0,0 7 339 0,0-1-245 0,0 2-122 0,0 0-62 16,2 0 96-16,3 0-80 0,-3 0-117 0,1-4 0 0,1 1 0 15,-2-7 0-15,-1 3 0 0,3-4 0 0,-3-2 0 16,2-3 0-16,0-2 0 0,-1-3 0 0,-2 1-103 16,0-2 67-16,0-4-555 15,0 2 243-15,0-2 162 0,0 0 28 0,0 0-205 0,5-3 152 16,4 1 89-16,2-2-498 0</inkml:trace>
  <inkml:trace contextRef="#ctx0" brushRef="#br0" timeOffset="104977.2">29689 12350 2673 0,'9'-12'0'0,"5"10"0"0,4 1 0 0,3-6 0 0,2 4 0 0,-6 1 0 0,11 0 0 0,-3 0 0 0,5 2 0 0,5 0 0 0,-1 0 149 0,-1 0-55 0,0 0-27 0,3 4 0 16,-4 1-356-16,0 2 160 0,-2-2 84 0,0 3 42 15,-5-3-710-15,3 1 360 0,-6 0 182 0</inkml:trace>
  <inkml:trace contextRef="#ctx0" brushRef="#br0" timeOffset="105149.67">30472 12079 2428 0,'0'-6'0'0,"0"4"0"0,0 0 0 0,0 2 0 0,-3 0 0 0,3 4 0 0,0 12 0 0,0 4 0 0,0 6 0 0,6 3 0 0,1 4 363 16,0 10-161-16,1 1-81 0,-3 2-41 16,3 3 181-16,-1 6-101 0,1 1-66 0,-1 2-604 15,1 0 275-15,-1 8 137 0,-2-4 69 0,-2-2-924 0</inkml:trace>
  <inkml:trace contextRef="#ctx0" brushRef="#br0" timeOffset="105544.26">27969 12905 2672 0,'2'-5'0'0,"1"5"0"0,4 0 0 16,-3 5 0-16,3 4 0 0,-4 2 0 0,-1 4 0 0,2 5 0 0,-1 0 0 0,-1 5 0 0,3 3 124 0,-3 4 244 0,5 0-163 0,-4 1-81 0,1-1-42 0,-1 1-80 16,-1-1-12-16,0-6 52 0,0 4-369 0,-1-10 184 15,2 5 92-15,-3-6 57 0,3-1-272 0,-3-1 154 16,0-2 76-16,7-3-815 0,0-3 404 16,2 0 192-16</inkml:trace>
  <inkml:trace contextRef="#ctx0" brushRef="#br0" timeOffset="105748.68">29083 13006 3452 0,'0'5'0'0,"0"17"0"0,0-1 0 0,3 0 0 0,-3 1 0 0,0 2 0 0,0 2 0 0,0 1 0 0,0-3 0 0,0 5 0 0,0-5 215 0,0 5-92 16,0-2 18-16,0-6-141 0,3 2 0 0,2-3 0 15,1-1-67-15,-1-2-122 0,2-2 114 0,-1-2-710 16,2 0 407-16,-1-2 203 16,3 1 110-16,1-1-796 0</inkml:trace>
  <inkml:trace contextRef="#ctx0" brushRef="#br0" timeOffset="105938.6">30109 13006 3701 0,'1'0'0'0,"1"3"0"0,2 17 0 0,-3 1 0 0,1 0 0 0,-2 8 0 0,0 1 0 0,0 5 0 16,0 3 0-16,0-1 0 0,0 10 230 0,0-5-230 0,-3 0 0 0,1-6 0 0,2 5 0 16,0 4 0-16,0-6 0 0,0 3-464 0,2-1-52 15,3 8 278-15</inkml:trace>
  <inkml:trace contextRef="#ctx0" brushRef="#br0" timeOffset="106499.62">15979 14464 3237 0,'-12'-24'-2'0,"10"21"2"0,2 3 0 0,5 0 0 0,9 0 0 0,5 0 0 0,3 0 0 0,5 0 0 0,3 0 0 0,3 0 0 16,-1 0 92-16,9 0 341 0,1 0-262 15,-4 0-171-15,2 0 0 0,-3 0 0 0,0 0 0 0,-3 0 0 0,-2 0-431 16,-5 0 143-16,3 3 159 0,-6 4 85 0,-6 3-1108 16</inkml:trace>
  <inkml:trace contextRef="#ctx0" brushRef="#br0" timeOffset="106660.83">16074 14814 2835 0,'-26'5'-3'0,"5"7"0"0,6-5 1 0,8-2 0 0,2-5 1 0,5 2 1 0,2-2 0 0,19 0 0 0,6 0 0 0,7 0 0 0,3-2 124 0,9-3-46 0,-6 1 272 0,6 2-152 16,-3 1-78-16,-8 1-433 15,7 0 190-15,-4 0 78 0,-3 0 44 0,-1 7-734 16,-2 2 387-16,-4 0 193 0,-7 3-749 0</inkml:trace>
  <inkml:trace contextRef="#ctx0" brushRef="#br0" timeOffset="107541.31">17355 13989 2363 0,'-2'-19'0'0,"0"6"0"0,-4 4 0 0,1 1 0 0,-2-2 0 0,-1 5 0 0,-2 3 0 0,-3 0 0 0,0 2 0 0,-5 5 0 0,-5 17 320 16,-4 10-139-16,-1 10 507 0,-4 15-328 15,2 1-341-15,4 8-19 0,4 4 0 0,4-1 0 0,11-10 0 16,2 17 0-16,5-14 0 0,0-3 0 16,12 2 0-16,8-2 0 0,1-7 0 0,14 10 0 15,-1-8 0-15,5-4 0 0,2-5 0 16,3-3 0-16,-5-2 0 0,6-2-438 0,7 3 157 16</inkml:trace>
  <inkml:trace contextRef="#ctx0" brushRef="#br0" timeOffset="108450.93">17783 13873 1552 0,'0'-3'0'0,"0"1"0"0,-2-3 0 0,2 1 0 0,-2 2 0 0,2 0 0 0,0 0 0 0,0 1 0 0,0 1 0 0,0 0 0 0,0 0 116 15,0 0-39-15,0 0 33 0,0 0-26 0,0 3-9 16,0 10-35-16,0 1 162 0,0 2-81 0,0 1-41 16,2 7 164-16,-2 2-107 0,2-2-49 0,-1 6 0 15,2 2 110-15,-1 9-80 0,0-1-29 0,2 14-10 16,-1 8 51-16,1-2-44 0,-1 4-1 0,-1 1-46 15,2-2 25-15,0 12-35 0,0-7-29 16,-2-3 0-16,3-1 0 0,-1-10 0 0,0-7 0 0,-1 7 0 16,1-18 0-16,0-2 0 0,-3-10 0 15,2-2 0-15,-3-10 0 0,0-2 0 16,0-4 0-16,0-4 0 0,0-2 0 0,-3 0 0 16,-4-2 0-16,2-6 0 0,1 0 0 0,2-1-85 15,2 0-125-15,0 1 103 0,0 5-952 0,13 0 510 16</inkml:trace>
  <inkml:trace contextRef="#ctx0" brushRef="#br0" timeOffset="109104.07">18409 13658 2077 0,'0'0'0'0,"0"6"0"0,0 5 0 0,3 4 0 0,3 3 0 0,1 11 0 0,1-1 0 0,0 4 0 0,1 10 0 0,-4-5 0 0,-1-2 386 0,1 5-178 0,-4 0-84 16,1-1-43-16,0-1 97 0,-2-5-69 15,0-6-25-15,0 1-10 0,0-5 106 0,0-5-70 16,0-4-35-16,-2-6 44 0,0 0-29 0,1-5-54 16,1 0-36-16,-3-3 0 0,1 0 0 0,0 0 0 15,2 0 0-15,0 0 0 0,0-3 0 16,0-1 0-16,0-3-681 0,8 2 288 0,3 4 143 0,4-1 117 15,8 0-341-15,1 2 217 0</inkml:trace>
  <inkml:trace contextRef="#ctx0" brushRef="#br0" timeOffset="109369.79">19216 13863 2597 0,'-3'-2'0'0,"1"0"0"0,2 0 0 0,0 2 0 0,0-2 0 0,7 0 0 0,10 1 0 0,3-3 0 0,9 1 0 0,3-3 0 0,3 1 309 16,3 1-134-16,0 3-69 0,-3-1 163 0,1 0-104 15,-2 2-69-15,-3 0-28 0,0 0-181 0,-5 0 76 16,0 5 38-16,-6 2-196 0,0-1 112 0,-3 1 61 15,-3 0-584-15,0-1 323 0,-5 1 55 0,0-2 117 16,0-2-606-16,-2 1 339 16,-2-2 170-16</inkml:trace>
  <inkml:trace contextRef="#ctx0" brushRef="#br0" timeOffset="109549.58">19861 13582 2326 0,'-4'-8'0'0,"2"4"0"0,0 0 0 0,0 3 0 0,1-1 0 0,-2 2 0 0,3 0 0 0,0 9 0 0,0 6 0 0,0 2 0 0,0 7 174 0,3 2 204 16,-2 5-170-16,5 0-84 0,-1 4-32 15,-1 0 213-15,1 3-133 0,3-1-66 0,-2 7-60 16,1-3-313-16,-3-4 150 0,2 9 73 0,-5-4-804 16,1 3 444-16,0 1 221 0</inkml:trace>
  <inkml:trace contextRef="#ctx0" brushRef="#br0" timeOffset="109863.56">18850 14451 2759 0,'-6'0'0'0,"3"0"0"0,1 13 0 0,-2 4 0 0,0 2 0 0,0 1 0 0,2 3 0 0,2 2 0 0,0 2 0 0,0-1 0 0,0 8 531 0,2-5-246 16,5-1-122-16,-2-1-61 0,2 0-31 0,-3-4-51 0,1-1-20 15,-1-1-202-15,1-1 71 0,-4-2 85 16,1-2 43-16,-2-5-514 0,0 1 274 0,0-3 86 0,0-1 89 15,0 0-364-15,0-5 197 0,0-1 88 0,0-2-378 16,0 0 243-16</inkml:trace>
  <inkml:trace contextRef="#ctx0" brushRef="#br0" timeOffset="110094.51">19522 14479 3606 0,'2'0'0'0,"0"0"0"0,0 0 0 0,2 0 0 0,-1 8 0 0,1-1 0 0,0 2 0 0,2 4 0 0,-1 4 0 0,3 6 0 0,1-1 249 0,-1 1-173 0,5 5-76 15,-1-2 0-15,-1 3 0 0,1-4 0 0,0 5 0 16,-3-6 0-16,2 3 0 0,-1-1 0 0,-3-6 0 16,1 0 0-16,-5 0 0 0,1-5 0 0,-2-2-70 15,1-4-42-15,-2-2-664 0,-1-1 336 0,0-5 191 16,0 2 109-16,0-3-154 0,0-3 127 0,2-13 64 15,4-7-407-15</inkml:trace>
  <inkml:trace contextRef="#ctx0" brushRef="#br0" timeOffset="110411.39">20211 13705 3071 0,'0'-30'0'0,"0"9"0"0,0 8 0 0,0 0 0 0,0-2 0 0,0 4 0 0,0 4 0 0,0 3 0 0,0 2 0 0,0 0 0 0,0 2 134 0,0 0-52 0,9 13-1 15,-2 12 482-15,0 10-563 0,-1 6 0 0,-1 6 0 16,-3 15 0-16,-2 1 0 0,0 3 0 0,0 1 0 16,0 6 0-16,0 1 0 0,-2 3 0 0,2 3 0 15,0-4 0-15,0-5 0 0,0-4 0 0,2-9 0 16,8 8 0-16,-3-14 0 0,2 2 0 15,3-6 0-15,-3-5 0 0,-1-9 0 0,2-4 0 16,-7-7 0-16,3-3 0 0,-3-3 0 0,-1-5 0 16,0-4 0-16,-2 3 0 0,0-6 0 15,-2 2 0-15,-3-3-115 0,-4 0-5 0,0-3 27 16,2 1 9-16,0 1 44 0,1-3-1118 0</inkml:trace>
  <inkml:trace contextRef="#ctx0" brushRef="#br0" timeOffset="110585.29">20728 14777 3931 0,'6'-5'0'0,"1"5"0"0,-1 0 0 0,0 0 0 0,-3 2 0 0,-1 1 0 0,0 6 0 0,0-2 0 0,0 4 0 0,-2 0 0 0,0 5 0 0,-2 4 0 0,-7 0 0 15,-3 5 0-15,1-1 0 0,-4 3 0 0,-2 3 0 16,-2 5-264-16,-1 5 48 0</inkml:trace>
  <inkml:trace contextRef="#ctx0" brushRef="#br0" timeOffset="111278.45">21333 13741 1798 0,'0'-8'0'0,"0"7"0"0,0 1 0 0,0 0 0 0,2 1 0 0,2 17 0 0,3 4 0 0,0 8 0 0,5 12 0 0,-5 0 0 0,-1 7 92 0,-1 6 286 0,-1 11-168 16,-1 0-84-16,-3 5-42 0,0 4 170 0,0 0-96 16,-3 2-63-16,-4-2-27 0,1-2 291 0,3-2-159 15,-1-3-91-15,2-10-109 0,0 1 0 0,2-7 0 16,0-5 0-16,0-11 0 0,0-4 0 0,0-8 0 15,0-3 0-15,0-6 0 0,0-6 0 16,2-2 0-16,-2-4 0 0,2-1 0 16,-2-2 0-16,0 0 0 0,0 0 0 0,0 0-96 15,0 0-44-15,0 0-688 0,0 0 399 0,0 1 193 16</inkml:trace>
  <inkml:trace contextRef="#ctx0" brushRef="#br0" timeOffset="112493.71">21934 13890 2673 0,'0'-6'0'0,"0"2"0"0,0-1 0 0,0-2 0 0,2-2 0 0,10 3 0 0,2 1 0 0,9 0 0 0,0 1 0 0,0-2 0 0,4 3 169 0,-4 2-51 0,7-1-43 15,-4 0-53-15,1 2 22 0,-6 0-1 0,2 0 1 16,0 0-287-16,-2 0 137 15,-3 0 75-15,1 4-506 0,-4-3 280 0,0 2 138 16,-4-2-8-16,5-1-278 0,-3 0 180 0,-1 0 91 16</inkml:trace>
  <inkml:trace contextRef="#ctx0" brushRef="#br0" timeOffset="112666.15">22564 13526 1875 0,'3'-11'0'0,"-3"6"0"0,0 3 0 0,0 2 0 0,0 0 0 0,0 0 0 0,0 11 0 0,0 6 0 0,0 2 0 0,0 8 0 0,0-2 273 0,0 3-114 0,0 3 347 16,0-1-231-16,2 2-105 0,2 4-49 0,1 3-39 15,1 1 0-15,-1 1-39 0,0 4-286 0,2 2 154 16,-3 3 61-16,1 3 35 0,-3 4-852 0</inkml:trace>
  <inkml:trace contextRef="#ctx0" brushRef="#br0" timeOffset="113144.38">22236 14511 2577 0,'-3'-15'0'0,"-1"11"0"0,4 2 0 0,-2 2 0 16,2 0 0-16,0 4 0 0,0 5 0 0,0 3 0 0,0 3 0 0,0 6 0 0,0-1 205 0,0 6-86 0,0 0 305 0,2-1-191 0,0 5-94 0,0 0-49 15,1 1-45-15,-1 2-2 16,0 0 0-16,0 3-30 0,-2-1-442 0,0-2 222 16,0 1 135-16,0-2-782 0,0-5 384 0,0 2 237 15,0-6-5-15</inkml:trace>
  <inkml:trace contextRef="#ctx0" brushRef="#br0" timeOffset="113510.72">23336 13666 2032 0,'-2'-29'0'0,"-2"5"0"0,-1 6 0 0,4 0 0 0,-3 4 0 0,2 1 0 0,0 1 0 15,1 3 0-15,-1 5 0 0,2 0 0 0,0 4 169 0,0 0-63 0,0 4 344 0,0 12-209 0,2 6-99 16,1 4 303-16,1 3-202 0,1 0-140 15,2 4-103-15,-2 5 0 0,-1 6 0 16,1-3 0-16,-1 2 0 0,-3 1-240 0,2-4 109 16,-2 10 81-16,-1 0-923 0,0-1 495 0,-4 0 136 15</inkml:trace>
  <inkml:trace contextRef="#ctx0" brushRef="#br0" timeOffset="113720.36">23233 14515 3334 0,'2'5'0'0,"1"5"0"0,-1 1 0 0,0-4 0 0,-1 5 0 0,-1 3 0 0,2 2 0 0,0 5 0 0,2 1 0 0,-1 3 0 0,1 4 442 16,0 0-287-16,-1 4-155 0,0-1 0 0,1 2 0 0,-2-4 0 0,-1-6 0 16,1 7 0-16,0-11 0 0,0 1 0 0,0-3-8 15,-1-5-97-15,-1-2 81 0,2-2-749 0,-2-5 399 16,0 0 57-16,0-3 145 0,0-2-506 0,2 0 307 15,0 0 170-15</inkml:trace>
  <inkml:trace contextRef="#ctx0" brushRef="#br0" timeOffset="114028.58">23916 13430 2826 0,'0'-21'0'0,"0"19"0"0,0 0 0 0,0 2 0 0,0 0 0 0,2 2 0 0,0 13 0 0,1 3 0 0,1 11 0 0,1 12 0 0,-1 6 202 0,0 15-86 16,-3-1 449-16,1 2-343 0,1 3-222 0,-3 1 0 15,0-7 0-15,0 18 0 0,0-6 0 0,0-2 0 16,0 3 0-16,0 0 0 15,0-12 0-15,0 13 0 0,2-11 0 0,0-10 0 16,0 5 0-16,-1-6 0 0,0-7 0 0,4 6 0 16,-3-14 0-16,1 1-224 0,-1-2-22 0,2-6 103 15,-3-6-560-15,3 4 336 0,1-2 164 0,-3 1-591 16</inkml:trace>
  <inkml:trace contextRef="#ctx0" brushRef="#br0" timeOffset="114209.19">24447 14808 3845 0,'4'-19'0'0,"-2"16"0"0,1 3 0 0,3 0 0 0,-4 0 0 0,0 0 0 0,-2 0 0 0,0 0 0 0,0 0 0 0,0 10 0 0,0 4 86 0,-4 2-86 0,-7 5 0 0,0 0 0 15,0-1 0-15,-3 8 0 0,1 3-78 0,0 3-63 16,-4 5-1274-16</inkml:trace>
  <inkml:trace contextRef="#ctx0" brushRef="#br0" timeOffset="115061.68">25046 13685 1503 0,'-2'-8'0'0,"2"6"0"0,0 0 0 0,0 2 0 0,0 0 0 0,0 7 0 0,0 9 0 0,0 10 0 0,2 3 0 0,2 9 0 0,0 6 455 16,0 5-207-16,-2 13-103 0,0 0 338 0,-1-2-211 0,-1 21-120 15,0-7 278-15,0 3-194 16,0 1-229-16,2-3-7 0,0-8 0 0,0 12 0 15,1-11 0-15,5-4 0 0,-2-12 0 0,1 1 0 16,1-14 0-16,-2 1 0 0,3-8 0 0,-5-11 0 16,1 0 0-16,-3-8 0 0,0-5 0 0,0-4 0 15,0-1 0-15,-2-3-67 16,0 0-9-16,0 0-17 0,0 0-212 0,-6-7 124 0,3 0 70 0,-1-2 35 16,2-1-1-16,0-1 25 0,2 0 11 15,0 2-990-15</inkml:trace>
  <inkml:trace contextRef="#ctx0" brushRef="#br0" timeOffset="117628.15">25655 13694 2667 0,'0'11'0'0,"0"6"0"0,0 6 0 0,0 3 0 0,0 0 0 0,0 6 0 0,3 0 0 0,3 2 0 0,2-3 0 0,-2 0 0 0,3-2 155 0,-2 1-62 0,-2-3 0 15,0-4-88-15,1-1 0 16,-5-2 37-16,1 0 10 0,0-3-186 0,-2-6 87 15,0-2 45-15,0-1-1 0,0-2-372 0,0-5 203 16,0 1 37-16,0-2-436 0,0 0 259 0,0 0 135 16,9 0 68-16,12-9-192 0</inkml:trace>
  <inkml:trace contextRef="#ctx0" brushRef="#br0" timeOffset="117847.47">26373 13759 2790 0,'3'0'0'0,"0"0"0"0,4 0 0 0,-4 3 0 0,3 3 0 0,-3 3 0 16,2 0 0-16,0 3 0 0,-1 4 0 0,0 0 0 0,1 4 188 0,-1 0-73 0,0 1 220 0,-1 2-151 0,-1-3-71 0,0 1-35 0,0 1-38 16,-2 1 3-16,0-1 2 0,0 1-251 15,0 3 120-15,0-7 65 0,-2 7 31 16,-4-1-537-16,-1-4 275 0,-4 5 138 0,1-1-746 15,-3-1 408-15,-3 0 205 0,4 1 102 0</inkml:trace>
  <inkml:trace contextRef="#ctx0" brushRef="#br0" timeOffset="118121.8">25702 14581 2984 0,'-3'0'0'0,"-2"0"0"0,3 0 0 0,2 1 0 0,-2 7 0 0,2 3 0 0,0 1 0 0,0 2 0 0,0 5 0 0,0 4 0 16,0-1 207-16,2 5-88 0,1-3 136 0,1 2-107 0,1 0-53 0,-1 0-27 16,-2-1-13-16,-1 0-55 0,-1-4 0 0,0 3 0 15,0-3 0-15,0-5 0 16,0 1 0-16,0-2-185 0,-3-4 24 0,1-1 101 15,-2-3-622-15,4 1 278 0,0-2 181 0,0-3 56 16,2 1-436-16,9-4 280 0,8 0 141 0,7-4 70 16</inkml:trace>
  <inkml:trace contextRef="#ctx0" brushRef="#br0" timeOffset="118344.03">26220 14655 2932 0,'10'-7'0'0,"1"7"0"0,-2 0 0 0,-1 0 0 0,-1 6 0 0,-3 3 0 0,2 4 0 0,-3 4 0 0,2-1 0 0,2 4 0 0,-3 2 227 0,-2 2 474 0,3 3-630 16,-3-4-71-16,0 3 0 0,-1 0 0 0,1-2 0 15,-2-4 0-15,0 2 0 0,0-2 0 16,0-2 0-16,0-2 0 0,0-5 0 0,0 1 0 0,0-5 0 16,0 2 0-16,0-5-89 15,0-1-330-15,0-2 203 0,0-1-13 0,0 0-362 16,0 0 264-16,0-1 148 0,2-15-347 0,8-4 242 15,3-3 121-15</inkml:trace>
  <inkml:trace contextRef="#ctx0" brushRef="#br0" timeOffset="118781.39">26780 13887 2213 0,'0'-1'0'0,"0"-1"0"15,0 0 0-15,0 2 0 0,0 0 0 0,0 0 0 0,0 8 0 0,0 4 0 0,2 5 0 0,0 5 0 0,2 5 286 0,-3 3-122 0,1 6-52 0,0 6 384 0,-1 0-228 16,-1 3-114-16,0 6 84 0,0 0-238 16,0-1 0-16,0 1 0 0,0-1 0 0,0 0 0 15,0-5 0-15,0 0 0 0,0-8 0 0,0 3 0 16,0-4 0-16,0-3 0 0,0-2 0 15,3-4 0-15,-1-6 0 0,-1 0 0 0,0-3 0 16,2-2 0-16,-1-5 0 0,-2 0-143 0,0 1-91 16,0-3 97-16,0 0-376 0,0-1 236 0,-2-3 118 15,-1-1-351-15,1-2 240 0,-3-2 114 0,4 0 58 16,1-3-127-16</inkml:trace>
  <inkml:trace contextRef="#ctx0" brushRef="#br0" timeOffset="119081.15">27060 13764 2760 0,'0'-17'0'0,"0"9"0"0,0 2 0 0,2 2 0 0,5 3 0 0,1-1 0 0,5 2 0 0,1 3 0 0,9 19 0 0,2 6 0 0,2 3 111 0,-2 7 388 15,3 7-229-15,-1 3-105 0,-4 6-68 16,1-1-68-16,-2 2-29 0,-3 0 0 0,-1 1 0 15,-6 0 0-15,-3 3 0 0,-3-2 0 0,-3-2 0 16,-3 1 0-16,0 0 0 0,-9 2 0 0,-10 4 0 16,1-6 0-16,-5-2 0 0,3-5 0 15,-9 0 0-15,2-4 0 0,-6-2 0 16,0-4 0-16,-1-3 0 0,0-4 0 0,5-1 0 16,-1-7 0-16,3 0 0 0,1-4 0 0,3-2 0 0,6-6-55 0,0-1-56 15,7-2-508-15,3-4 294 16,1-3 143-16,6 0 70 0,0-2-603 0</inkml:trace>
  <inkml:trace contextRef="#ctx0" brushRef="#br0" timeOffset="119322.17">27790 14325 3365 0,'0'-17'0'0,"0"13"0"0,0 2 0 0,0 0 0 0,0 0 0 0,0 2 0 0,0-1 0 0,8-1 0 0,6 0 0 0,8 0 0 0,2 1 149 16,2-2 268-16,2 2-417 0,4-1 0 0,0 2 0 15,-2 0 0-15,1 0 0 0,-1 0 0 0,-1 0 0 16,0 0 0-16,-9 0 0 0,2 0 0 0,-4 0 0 16,-5 6 0-16,-2 2 0 0,-5 6-478 15,-4 1-55-15,-2 8 124 0,0 1 183 0</inkml:trace>
  <inkml:trace contextRef="#ctx0" brushRef="#br0" timeOffset="119508.25">27852 14727 3918 0,'-12'6'0'0,"7"6"0"0,4-2 0 0,1-2 0 0,0-5 0 0,0 1 0 0,13 1 0 0,9 1 0 0,3-1 0 0,3-5 0 0,4 3 13 0,-1-2-13 0,4 2 0 0,-2-2 0 16,-2-1 0-16,0 0 0 0,-2 0 0 0,-5 0 0 15,0 0 0-15,-3 0 0 0,-2 0 0 0,-6 0 0 16,-1 0 0-16,-6 0 0 0,1 2-205 0,-4 4-86 16,-1 0 151-16,-2 0-977 0,0 0 537 0</inkml:trace>
  <inkml:trace contextRef="#ctx0" brushRef="#br0" timeOffset="120960.18">29229 14174 2173 0,'0'0'0'0,"0"0"0"0,0 0 0 0,0 0 0 0,-5 0 0 0,-5 0 0 0,-3 6 0 0,-2 5 0 0,-6 9 0 0,-1 2 0 0,-3 13 113 0,-2 1 269 15,-3 8-170-15,-2 6-75 0,-1 12-53 0,7-2 140 16,0 2-91-16,3 4-46 0,4-2 299 16,5-8-386-16,4 5 0 0,5-4 0 0,2-6 0 15,3-2 0-15,3-6 0 0,5-7 0 16,13 3 0-16,4-6 0 0,5-6 0 0,6-1 0 0,9-1 0 16,-7-8 0-16,17 0 0 0,-5-4 0 15,0-4 0-15,3-1 0 0,-5-3 0 0,-4 1-49 16,9-1-56-16,-11 1-97 0,1 0-1304 0</inkml:trace>
  <inkml:trace contextRef="#ctx0" brushRef="#br0" timeOffset="122345.59">29369 14684 1010 0,'-13'-11'0'0,"3"1"0"0,2-1 0 0,2-4 0 0,2-4 0 0,1-2 0 0,3-1 0 0,0-2 0 0,0 0 0 0,1 6 0 0,6-4 98 0,1-1-11 0,2 4 21 0,-1 0-34 16,3 3 1-16,-1 0-35 0,-3 3 107 0,7 2-58 15,-2 2 0-15,0 3-49 0,1 1 58 16,4 3-28-16,-1 2 9 0,3 0 84 0,0 0-61 0,2 13-31 16,-3 2 0-16,-1 3 71 0,1 4-41 0,-2 5-35 15,-4 0 7-15,-1 3 0 0,-4 0-33 16,-3 2 1-16,-3 1-48 0,-2-1 19 16,0 4-1-16,-12-1 30 0,-8 4-34 0,-1-8 1 15,-2-3 43-15,-3 1-39 0,-2-3-24 0,-2-7 47 16,2-3 96-16,-2-5-48 0,7-3-6 0,-1 0-47 15,5-6 207-15,2-1-99 0,8-1-108 0,0 0-30 16,2 0 0-16,5 0 0 0,2 0 0 0,0 0 0 16,0 0 0-16,4 0 0 0,10 0 0 0,1 0 0 15,7 0 0-15,-1 0 0 0,-2 0 0 16,9 4 0-16,-8 2 0 0,3 0 0 16,-1-1 0-16,-2 3 0 0,3-2 0 0,0-1 0 15,0 1 0-15,3 1 0 0,-8-4 0 0,4 3-346 16,0 2-132-16,-1-2 219 0,-4-1 100 0,5 0-305 15,-3 1 212-15,0-2 106 0</inkml:trace>
  <inkml:trace contextRef="#ctx0" brushRef="#br0" timeOffset="122409.77">29982 14900 405 0,'7'-4'0'0,"3"2"0"0</inkml:trace>
  <inkml:trace contextRef="#ctx0" brushRef="#br0" timeOffset="122550.15">30020 14886 3568 0,'6'0'0'0,"-1"2"0"0,-2 6 0 0,2 1 0 0,1 4 0 0,-4 1 0 0,-2 2 0 0,0 7 0 0,-2-5 0 0,-14 9 0 0,2-3 172 0,-7 2-59 0,0 1-36 0,-1-2-76 16,-2-1-1-16,4 0-363 0,-1-1 139 0,1 0 132 16,0-1-395-16,6-1 261 0,-5 1 121 0,3-1 65 15</inkml:trace>
  <inkml:trace contextRef="#ctx0" brushRef="#br0" timeOffset="123847.16">30235 14494 417 0,'-6'-2'93'0,"-1"2"-46"0,6 0-1 0,-1 0-46 0,0 0 136 0,2 0-38 0</inkml:trace>
  <inkml:trace contextRef="#ctx0" brushRef="#br0" timeOffset="123955.45">30212 14487 2953 0,'0'0'0'0,"7"0"0"0,6 1 0 0,2 1 0 0,3 0 0 0,1-2 0 0,1 0 0 0,8 2 0 0,-5-2 0 0,5 0 0 0,-4 0 131 0,1 0-45 0,-3 0 0 0,4 0-72 16,-7 0 38-16,4 0-10 0,-1 0-227 0,-4 0 114 15,2 0 56-15,-4 0 29 0,-2 0-639 0,1 0 322 16,0 0 92-16,0 0 107 0</inkml:trace>
  <inkml:trace contextRef="#ctx0" brushRef="#br0" timeOffset="124299.89">30769 14137 2187 0,'1'-21'0'0,"8"13"0"0,9 7 0 0,3-3 0 0,3-2 0 0,-1 4 0 0,2-1 0 0,-5 3 0 0,2 0 0 0,1 8 0 0,4 5 110 0,-4 7-35 15,-1 5 400-15,-2 3-222 0,-2 2-106 0,2 2-54 16,-7 0 43-16,-4 2-48 0,-6 2 10 0,-3 0-131 16,0 4 36-16,-12 0 0 0,-11 1 37 0,-7 0-70 15,-7 1 29-15,-5-3 1 0,-11 5 47 0,2-10-7 16,7-8 0-16,-5 1-17 16,3-4 89-16,4-6-87 0,10-6-25 0,5-3 0 15,5-2 0-15,11-2 0 0,-1-2 0 0,9-2 0 16,1 0 0-16,2 0 0 0,2 0 0 0,15 1 0 15,11 1 0-15,2-2 0 0,11 2 0 0,-1 0 0 16,2-1 0-16,-2-1 0 0,10 2 0 0,-12 0 0 16,4 0 0-16,-2 0 0 0,-5 2 0 0,-2-3 0 15,-1 3 0-15,-2 2 0 0,-2-2 0 0,0 3 0 16,-4-1 0-16,-4 1-777 16,5 1 259-16,-2 2 239 0,0-3 119 0</inkml:trace>
  <inkml:trace contextRef="#ctx0" brushRef="#br0" timeOffset="124497.84">31580 14766 3042 0,'0'-3'0'0,"0"3"0"0,3 0 0 0,0 0 0 0,-1 0 0 0,0 0 0 0,-2 7 0 0,0 4 0 0,-2 4 0 16,-8 3 0-16,-2 6 253 0,-4 2-112 0,-3 1 354 0,-5 6-495 0,-3-1 0 15,8-7 0-15,-6 2 0 0,2 1 0 0,3-5 0 16,5-6 0-16,-1 1 0 0,6-3 0 0,1-5 0 15,1 0-368-15,5-5-14 0,3-2 116 0,0-3-672 16,2 0 449-16,16-8 215 0,6-17 123 16,8-3-151-16</inkml:trace>
  <inkml:trace contextRef="#ctx0" brushRef="#br0" timeOffset="124557.55">31808 14601 394 0,'8'-11'341'0</inkml:trace>
  <inkml:trace contextRef="#ctx0" brushRef="#br0" timeOffset="124794.14">31843 14577 3931 0,'5'0'0'0,"-2"9"0"0,-1 9 0 0,0 1 0 0,-2 6 0 0,6 5 0 0,-3 1 0 0,3 2 0 0,2 0 0 0,5 0 0 0,2-3 0 0,3-4 0 0,3-4 0 16,2-7 0-16,5-3 0 0,2-5 0 0,0-7 0 15,2 0 0-15,-4-2 0 0,0-12 0 0,-3-4 0 16,-6-6 0-16,-1 0 0 16,-8-4 0-16,-1-3 0 0,-3 0 0 0,-5-3 0 15,-1-2 0-15,0-2 0 0,-11 2 0 0,-6-5 0 16,-1 11 0-16,-2 0 0 0,-2 6 0 0,-6 3 0 15,0 6 0-15,-2 8 0 0,2 2 0 0,1 5 0 16,4 0 0-16,2 0 0 0,0 6 0 0,7 8 0 16,1 1 0-16,3 0 0 0,5 1 0 0,2 2 0 15,3-3-35-15,0 2-263 0,1-2 130 16,13-2 64-16,6-5-684 0,8 1 379 16,10-6 185-16</inkml:trace>
  <inkml:trace contextRef="#ctx0" brushRef="#br0" timeOffset="124972.42">32551 14229 3931 0,'23'-8'0'0,"4"8"0"0,0 8 0 0,1 11 0 0,5 3 0 0,-3 6 0 0,8 13 0 0,-6 1 0 0,-6 6 0 0,-5 0 0 0,-3 5 0 0,-8 0 0 0,-5 12 0 16,-5-4 0-16,0 0 0 0,-20 1 0 0,-8-3 0 15,-4-9 0-15,-14 9 0 0,0-15 0 0,-5-2 0 16,-4-5 0-16,-3-1 0 0,-4 0 0 0,-5-1 0 15,-1 3 0-15,-2 1 0 0</inkml:trace>
  <inkml:trace contextRef="#ctx0" brushRef="#br0" timeOffset="131780.63">16496 15886 2137 0,'-12'-9'0'0,"3"0"0"0,-1 0 0 0,7 0 0 0,0-1 0 0,3 1 0 0,0-2 0 0,0 2 0 0,3-2 0 0,8-2 0 0,3 1 285 0,4-2-111 16,4-1 107-16,-2 0 77 0,3 0-158 15,0 3-79-15,0 1 42 0,-3 2-49 0,4 2-42 16,1 5-46-16,-5 0-26 0,3 2 0 0,-2 0 0 16,-3 10 0-16,1 7 0 0,-6 2 0 0,1 5 0 15,-7 2 0-15,0 2 0 0,-5 4 0 16,-2 2 0-16,0 0 0 0,0 0 0 15,-9 2 0-15,-4-2 0 0,-4-3 0 0,-3 1 0 16,-5-3 0-16,1-5 0 0,-5 0 0 0,1-5 0 16,-2-3 0-16,0-1 0 0,0-4 0 0,2 2 0 15,3-4 0-15,3-6 0 0,3 1 0 0,3-4 0 16,4 2 0-16,4-2 0 0,3 0 0 0,1 0 0 16,4 0 0-16,0 0 0 0,4 0 0 0,11-4 0 15,6 1 0-15,1-1 0 0,7-2 0 16,-1 2 0-16,1 3 0 0,1-1 0 0,0-1 0 0,-3 2 0 15,4 1 0-15,-4 0 0 16,-4 0 0-16,-2 0 0 0,-1 0 0 0,-1 0 0 0,-5 0 0 16,2 1 0-16,-3 2-902 0,0-1 413 15,-2-2 223-15,2 0 102 0,3 0-621 0,1-2 372 16</inkml:trace>
  <inkml:trace contextRef="#ctx0" brushRef="#br0" timeOffset="132008.38">17201 15568 3931 0,'-13'-2'0'0,"0"2"0"0,-3 0 0 0,2 0 0 0,-2 11 0 0,2 6 0 0,-4 8 0 16,6 5 0-16,0 4 0 0,6 2 0 0,1 1 0 0,5 2 0 0,0 8 0 0,2-6 0 15,7 1 0-15,6 0 0 0,3-3 0 0,2-11 0 0,2 7 0 16,5-2 0-16,-3-7 0 0,2-2 0 0,-1-3 0 15,-4-8 0-15,0 2 0 0,0-5 0 0,2-3 0 16,-6-5-649-16,2-2 133 0,-2 0 229 16,-1 0 129-16,0-9 60 0,0-11-1012 0</inkml:trace>
  <inkml:trace contextRef="#ctx0" brushRef="#br0" timeOffset="132241.53">17437 15834 3443 0,'-9'-16'0'0,"2"0"0"0,0 5 0 0,2 0 0 0,3 3 0 0,2 1 0 16,0 3 0-16,2 1 0 0,12 1 0 0,4 2 0 0,7 0 488 0,-1 0-488 0,4 7 0 0,1 5 0 0,-3 0 0 16,1 3 0-16,-2 1 0 0,-2-1 0 0,-8 0 0 0,0 9 0 15,-8-5 0-15,-5 8 0 0,-2-3 0 0,0 1 0 16,-11-4 0-16,-8 3 0 0,1-10 0 16,-7 5 0-16,-1-5 0 0,1-5 0 0,-1-2 0 15,0-3 0-15,5-3 0 0,-2-1 0 16,5 0 0-16,1 0 0 0,4-1-289 0,3-10-74 15,5-5 153-15,5-2-601 0,0-4 386 0,13-6 193 16,11-5 97-16,6 1 48 0</inkml:trace>
  <inkml:trace contextRef="#ctx0" brushRef="#br0" timeOffset="132410.91">17744 15625 3299 0,'7'-10'0'0,"1"4"0"0,-4 2 0 0,-2 3 0 0,-2 1 0 0,0 0 0 0,-11 8 0 0,-3 10 0 0,1 8 0 0,-2 2 0 0,2 7 632 0,1 0-632 0,3 2 0 0,3 1 0 0,3-2 0 15,3-2 0-15,0 0 0 0,2-3 0 16,7-2 0-16,3 0 0 0,4-10 0 16,5 4 0-16,-1-7 0 0,3-2 0 0,-4-6-133 15,3-3-319-15,2-5 207 0,1 0 130 0,0 0-85 16,-1-5 86-16,0-4-748 0,1-7 413 0</inkml:trace>
  <inkml:trace contextRef="#ctx0" brushRef="#br0" timeOffset="132570.34">18016 15907 3818 0,'-7'-8'0'0,"-3"2"0"0,2 2 0 0,1-2 0 0,3 3 0 0,1 0 0 0,3 2 0 0,0 0 0 0,2-2 0 0,10 3 0 0,6 0 113 0,0 0-113 15,5 0 0-15,5 0 0 0,-2 0 0 0,3 4 0 16,-3 0 0-16,2 2 0 0,-4-5 0 0,6 3 0 16,-5-2 0-16,-2-2-881 0,-1 0 399 0,0 0 256 15,1 0-21-15,0 0-619 0,-3-2 413 0</inkml:trace>
  <inkml:trace contextRef="#ctx0" brushRef="#br0" timeOffset="132754.47">18510 15670 3568 0,'-5'-14'0'0,"1"5"0"0,-2 3 0 0,0-1 0 0,1 5 0 0,3 0 0 0,0 1 0 0,0 1 0 0,2 0 0 0,0 1 0 0,0 12 231 0,0 6-100 0,4 5-130 0,-1 3-1 0,3 3 0 15,0 2 0-15,-2-1 0 0,0 3 0 0,1-2 0 0,-1-3 0 0,-1 1 0 16,-1-7 0-16,2-1 0 0,-3-1 0 15,2-5 0-15,-1 1 0 0,0-4-744 16,0-4 288-16,1 1 147 0,-1-3-413 0,2-1 341 0,-1-4 172 16,3-2 84-16,2-2 44 0</inkml:trace>
  <inkml:trace contextRef="#ctx0" brushRef="#br0" timeOffset="132964.04">18752 15459 3931 0,'8'-7'0'0,"4"2"0"0,-2 4 0 0,5-1 0 0,2 2 0 0,6 0 0 0,4 15 0 0,-2 4 0 0,7 10 0 0,0 1 0 0,-2 5 0 0,0 6 0 0,-5-5 0 0,3 10 0 15,-11 0 0-15,-4 3 0 0,-9-1 0 16,-3 3 0-16,-1-2 0 0,-5-3 0 16,-10 0 0-16,-4-7 0 0,0-8 0 0,-3 3 0 0,-4-5 0 0,-4 3 0 15,0-3 0-15,-2-3 0 0,-2 0-50 16,-1 5-27-16,-2 4-1141 0</inkml:trace>
  <inkml:trace contextRef="#ctx0" brushRef="#br0" timeOffset="133559.15">19383 15806 2086 0,'-11'-6'0'0,"4"3"0"0,1 3 0 0,2 0 0 0,2 0 0 0,2 0 0 0,0 0 0 0,0 0 0 0,0 0 0 0,10 3 0 0,3-1 232 0,4 1-103 0,7-2-45 15,2 2 127-15,4-3-87 0,2 0-44 0,6 0 10 16,7 0 211-16,-4 0-133 0,3 0-65 0,-3 0 47 15,-6-3-57-15,4 2-19 16,-4-3-145-16,-3-2 54 0,-2 2 27 0,-6 0 0 16,-3 1-216-16,-4 0 131 0,-4 2 52 0,-4 0 30 15,-3-2-314-15,-4 2 123 0,0-2 92 0,-2 3-20 16,0-3-16-16,-2 3 26 0,-6 0 32 0,-1 0 0 16,-2 0 33-16,1 0-10 0,-3 0-623 0,6 10 317 15</inkml:trace>
  <inkml:trace contextRef="#ctx0" brushRef="#br0" timeOffset="134330.46">20335 15711 1434 0,'-9'0'0'0,"2"0"0"0,-3-2 0 0,3-3 0 0,-2-1 0 0,-2-4 0 0,-1 1 0 0,3-2 0 0,1-1 0 0,0 1 0 0,1-2 385 16,1 0-174-16,5-2-78 0,-1 1 259 0,2-1-177 0,0 0-89 15,0 3-44-15,9-2 257 0,6 2-142 16,7-2-84-16,1 5 148 0,2 3-218 0,3 2-43 0,-3 3 0 15,6 1 0-15,-2 0 0 16,-4 5 0-16,2 10 0 0,-3 4 0 0,-1 2 0 16,-5 3 0-16,0 3 0 0,-8 3 0 0,-1 3 0 15,-8 0 0-15,-1 6 0 0,0 2 0 0,-11 0 0 16,-8-1 0-16,-3 1 0 0,-3-4 0 0,0-7 0 16,-7 7 0-16,6-15 0 0,-6-2 0 0,2-3 0 15,-2-4 0-15,9-3 0 0,-8-5 0 0,10-4 0 16,0-1 0-16,5 0 0 15,4 0 0-15,3 0 0 0,4 0 0 0,3 0 0 16,2 0 0-16,0 0 0 0,7-1 0 0,12-3 0 16,8 0 0-16,0 1 0 0,3 1 0 0,2 0 0 15,3 1 0-15,-2-2 0 0,-1 3 0 0,2 0 0 16,0 0 0-16,-2 0 0 0,-2 0 0 0,-2 0 0 16,2 0 0-16,-2 0 0 0,-4 3-350 0,-3-2-131 15,4 1 222-15,-3-2 101 0,5 0-643 0,-2 0 381 16,3-7 192-16</inkml:trace>
  <inkml:trace contextRef="#ctx0" brushRef="#br0" timeOffset="134543.72">21098 15513 2576 0,'-7'-12'0'0,"1"4"0"0,-4 4 0 0,-4 3 0 0,0 1 0 0,0 0 0 0,-4 6 0 0,2 13 0 0,0 7 0 0,-2 10 0 0,6-4 893 0,1 16-432 0,4-3-460 16,3 1-1-16,4 3 0 0,0 0 0 15,0-6 0-15,13 8 0 0,4-6 0 0,5-5 0 16,3-4 0-16,-2-8 0 0,5-2 0 16,4-5 0-16,0-1 0 0,0-6 0 0,-2-3 0 15,-6-4 0-15,6-2-458 0,-6-1 88 0,-3-2 167 16,2-2-635-16,-2 0 400 0,-1 0 192 16</inkml:trace>
  <inkml:trace contextRef="#ctx0" brushRef="#br0" timeOffset="134726.69">21385 15728 3481 0,'-9'-19'0'0,"0"4"0"0,-3 4 0 0,5 0 0 0,1 1 0 0,1 4 0 0,1 4 0 0,4-3 0 0,0 3 0 0,2 2 0 0,9 0 438 0,5 0-426 0,0 9-12 16,-1 5 0-16,2 0 0 0,-2 3 0 0,2 4 0 16,-4 0 0-16,-2-4 0 0,0 2 0 0,1-3 0 15,-3-2 0-15,2-1 0 0,-1-2-738 0,1-4 357 16,-2-1 33-16,3-2 162 0,1-4-559 0,1 0 358 15,0-4 176-15,3-13-262 0</inkml:trace>
  <inkml:trace contextRef="#ctx0" brushRef="#br0" timeOffset="134927.24">21707 15518 2537 0,'2'-21'0'0,"0"5"0"0,-2 1 0 0,0 7 0 0,0 0 0 0,1 2 0 0,-1 5 0 0,2 1 0 0,-2 0 0 0,2 7 0 0,-2 16 135 0,0 6 779 0,0 13-569 16,-9 1-345-16,-3 8 0 0,-2 1 0 15,-4 3 0-15,-2 9 0 0,1-5 0 0,-2 2 0 16,-1-2 0-16,1 0 0 0,2-11 0 0,1 3 0 16,0-6 0-16,8-7 0 0,-1 2 0 0,-1-7 0 15,3-1 0-15,1-4 0 0,0-2 0 0,3-7 0 16,1-2-686-16,0-5 160 0,3-7 250 0,1-2 119 16,0-3-561-16,0-14 341 0</inkml:trace>
  <inkml:trace contextRef="#ctx0" brushRef="#br0" timeOffset="135085.41">21814 15746 2953 0,'15'-9'0'0,"0"6"0"0,4 0 0 0,2 0 0 0,-1 0 0 0,3-2 0 0,3 1 0 0,0 1 0 0,1-1 0 0,3 1 0 0,-3 1 549 16,1-1-256-16,-1 2-157 0,-1-1-451 15,-5 2 171-15,1 0 86 0,-1 0 48 0,-2 0-890 16,-4 0 465-16,-1 0 232 0,0 0 123 0</inkml:trace>
  <inkml:trace contextRef="#ctx0" brushRef="#br0" timeOffset="135271.04">22355 15502 2660 0,'0'-8'0'0,"0"7"0"0,0-1 0 0,0 0 0 0,0 2 0 0,0 0 0 0,0 5 0 0,0 10 0 0,2 9 0 0,0 2 0 0,-1 4 160 0,1 1 769 0,0 5-747 0,-2 2-182 16,0-2 0-16,0-3 0 0,0 1 0 15,0-4 0-15,-2-3 0 0,0-5 0 16,-1 1 0-16,1-6 0 0,0-2 0 0,0-6 0 16,0 0-36-16,1-1-971 0,-1-1 435 0,2-2 259 15,-2-2 142-15,2-3-292 0,0 0 214 0</inkml:trace>
  <inkml:trace contextRef="#ctx0" brushRef="#br0" timeOffset="135460.6">22552 15481 3636 0,'15'-13'0'0,"5"8"0"0,7 1 0 0,-5 3 0 0,-1 1 0 0,3 0 0 0,-3 3 0 0,2 14 0 0,2 4 0 0,-5 3 0 0,-1 4 295 0,0 11-295 15,-5 1 0-15,-3 0 0 0,-2 3 0 0,-8-2 0 16,-1-1 0-16,0 10 0 0,-13-5 0 0,-6-1 0 16,-1-1 0-16,-5 0 0 0,-3-2 0 0,-4 1 0 15,-6-7 0-15,-1 3 0 0,-10 3 0 0,3-3-321 16,0-5 29-16,-12 9 103 0</inkml:trace>
  <inkml:trace contextRef="#ctx0" brushRef="#br0" timeOffset="135963.51">23290 15802 2559 0,'-16'-11'0'0,"4"6"0"0,4 3 0 0,5 2 0 0,-1-3 0 0,4 3 0 0,0 0 0 0,2 0 0 0,19 0 0 15,6 0 0-15,13 0 105 0,3-1 421 0,5-3-245 0,2 0-122 0,3-2 104 0,-1 3-225 16,-3 0-38-16,-2 1 0 0,-10 0 0 0,1 2-86 16,-6 0 49-16,-8 0-224 0,-1 0 144 0,-7 0 77 15,-6 0 39-15,-4 4-786 0,-2-3 288 0,-4 1 221 16,0 0-379-16,0-2 310 15</inkml:trace>
  <inkml:trace contextRef="#ctx0" brushRef="#br0" timeOffset="136151.54">23679 15437 2527 0,'-5'-6'0'0,"-2"4"0"0,4 2 0 0,-1 0 0 0,0 8 0 0,1 13 0 0,3 3 0 0,0 7 0 0,0 10 0 0,0-1 0 0,0 5 369 16,0 2-166-16,0-3 478 0,-2 10-530 0,-2-7-151 0,2-1 0 0,2 2 0 15,-1-4 0-15,1-4 0 16,0 0 0-16,0-2 0 0,0-6 0 0,0-2 0 16,-2-4-9-16,2-6-265 0,-3 3 151 0,2-7 79 15,1 1-918-15,-3-3 462 0,3-4 222 0,0-4-425 16</inkml:trace>
  <inkml:trace contextRef="#ctx0" brushRef="#br0" timeOffset="137684.59">24299 15574 1534 0,'0'-19'0'0,"0"6"0"0,0 5 0 0,-2 5 0 0,-2 1 0 0,3 0 0 0,-4 2 0 0,-2 2 0 0,-1 18 0 0,1 6 0 0,-1 11 118 15,1 1-40-15,1 6 388 0,1 5-214 16,1-1-107-16,4-5-44 0,0 12 287 0,0-11-174 16,4-10-89-16,13 1 81 0,3-7-84 0,5-4-33 15,5-6-9-15,0-7-67 0,5-7-13 0,3-4 0 16,0 0 0-16,-3-10 0 16,6-13 0-16,-7-2 0 0,-4-5 0 0,-5-5 0 0,-4 5 0 15,-5-3 0-15,-2-1 0 0,-9 1 0 16,-3 4 0-16,-2-4 0 0,0 4 0 0,-12 1 0 15,-4-1 0-15,-7 3 0 0,-3 0 0 0,-3 7 0 16,-1 1 0-16,-2 4 0 0,2 5 0 0,-1 4 0 16,3 4 0-16,-2 1 0 0,6 0 0 0,3 9 0 15,-2 4 0-15,6 2 0 0,2 3 0 0,4 2-39 16,4 1-81-16,0 3 57 0,7 4-279 0,0-1 158 16,7-1 58-16,13 2 45 0,8 2-768 0,6-9 394 15</inkml:trace>
  <inkml:trace contextRef="#ctx0" brushRef="#br0" timeOffset="137855.63">25000 15824 3384 0,'0'-2'0'0,"0"2"0"0,0 0 0 0,0 0 0 0,0 0 0 0,0 4 0 0,0-3 0 0,0 3 0 0,0-1 0 0,0 3 0 0,0-2 479 0,0 2-411 15,0 1-68-15,0 1 0 0,5 2 0 0,1-2 0 0,-1 4 0 16,0-5-258-16,4 4-50 15,-2 1 174-15,2-3 88 0,1 1-819 0,3-3 273 16,1-3 278-16</inkml:trace>
  <inkml:trace contextRef="#ctx0" brushRef="#br0" timeOffset="138072.21">25570 15546 3931 0,'-5'0'0'0,"-8"0"0"0,-4 9 0 0,0 4 0 0,-4 3 0 16,-1 5 0-16,-8 8 0 0,7-1 0 0,1 11 0 0,2-3 0 0,10-1 0 0,0 2 0 0,6 2 0 0,4-1 0 0,0-1 0 15,2 1 0-15,13-2 0 0,3-4 0 0,3-7 0 16,2 0 0-16,0-6 0 0,1-4 0 0,-3-6 0 16,1-1 0-16,-2-4 0 0,0-1-841 0,1-3 249 15,-5 0 276-15,0 0 138 16,3-3-294-16</inkml:trace>
  <inkml:trace contextRef="#ctx0" brushRef="#br0" timeOffset="138360">25751 15537 3232 0,'1'-10'0'0,"2"2"0"0,6 1 0 0,0-3 0 0,4 2 0 0,4 2 0 0,6 0 0 0,-1 2 0 0,6 2 0 0,1 0 0 0,2 2 290 16,1 0-125-16,0 0-62 0,-7 0 38 0,-1 9-141 15,-4 5 0-15,-4 2 0 0,-8 8 0 0,-5-2 0 16,-3 8 0-16,-11 4 0 0,-14 1 0 0,-5 1 0 16,-3 4 0-16,-1-2 0 0,2-1 0 0,2 0 0 15,9-7 0-15,1 4 0 0,4-4 0 0,7-6 0 16,4 0 0-16,3 0 0 0,2-7 0 0,0-3 0 16,2-3 0-16,11-3 0 0,4-2 0 0,-1-2 0 15,5-4 0-15,2 0 0 0,-1 0 0 16,-1 0 0-16,-3 0 0 0,1 0 0 15,-3 0 0-15,-7-3-437 0,-2 2 188 0,1 0 94 16,-7-7-733-16,2-1 423 0</inkml:trace>
  <inkml:trace contextRef="#ctx0" brushRef="#br0" timeOffset="138522.01">25790 15746 3572 0,'-20'0'0'0,"4"6"0"0,7-2 0 0,2 0 0 0,-1-3 0 0,8 3 0 16,0-3 0-16,4 5 0 0,14-2 0 0,5 0 0 0,7 0 160 0,0 2 39 0,3-2-199 0,4-1 0 0,-2 1 0 0,3 0 0 16,-2 0 0-16,-1-2 0 0,-1 2 0 0,-2-1-11 15,-2-1-137-15,-2 2 94 0,2 1-1120 0</inkml:trace>
  <inkml:trace contextRef="#ctx0" brushRef="#br0" timeOffset="138680.44">26372 15769 3218 0,'0'0'0'0,"0"0"0"0,0 0 0 15,0 0 0-15,0 0 0 0,4 0 0 0,9 0 0 0,4 0 0 0,2 0 0 0,4 0 0 0,0 3 406 0,-3 0-184 0,10 2-324 0,-6-1 72 0,-1-1 44 0,3 4-9 16,-2-4-353-16,-3 2 195 0,-1-1 96 0,-1 1 48 16,-1-4-897-16</inkml:trace>
  <inkml:trace contextRef="#ctx0" brushRef="#br0" timeOffset="138844.71">26782 15634 3689 0,'0'-2'0'0,"0"2"0"0,2 0 0 0,-2 6 0 0,0 6 0 0,0 6 0 0,0 7 0 0,0 2 0 0,0 4 0 0,0-1 0 0,0 7 242 0,0-1-242 16,0 1 0-16,0-1 0 0,0 0 0 0,0-5 0 0,0-2 0 15,0-9 0-15,0 1 0 0,0-5 0 0,0-3 0 16,0 1 0-16,0-4 0 0,0-2 0 15,0-5-573-15,0 0-403 0</inkml:trace>
  <inkml:trace contextRef="#ctx0" brushRef="#br0" timeOffset="139061.4">26983 15604 3931 0,'14'-4'0'0,"5"4"0"0,2 0 0 0,-1 9 0 0,-3 5 0 0,5 4 0 0,-2 7 0 0,2 4 0 0,3 10 0 0,-6-7 0 0,-2 8 0 15,-2 4 0-15,-5-1 0 0,-5-7 0 0,-3 4 0 16,-2 3 0-16,0-6 0 0,-15 3 0 0,-2-10 0 16,-10 1 0-16,1-5 0 0,-4-1 0 0,-8 0 0 15,1-5 0-15,-4-1 0 0,2-4 0 0,-8-2 0 16,15-4 0-16,-4-5 0 0,6-3-104 0,8-1-35 16,2 0-642-16,7-12 375 15,8-11 183-15,5-8 92 0</inkml:trace>
  <inkml:trace contextRef="#ctx0" brushRef="#br0" timeOffset="139201.81">27292 15775 3931 0,'31'-17'0'0,"5"8"0"0,0-1 0 0,-3 2 0 0,-3 3 0 0,0-1 0 0,-2 5 0 0,5-2 0 0,-2 3 0 0,-2 0 0 0,0 0 0 0,-1 0 0 0,-5 0 0 16,2 3 0-16,-4 3 0 15,-5 0 0-15,-2 4 0 0,-5 3 0 0,-4-1 0 0,-5 6-780 16</inkml:trace>
  <inkml:trace contextRef="#ctx0" brushRef="#br0" timeOffset="139355.25">27384 16045 3437 0,'0'4'0'0,"0"3"0"0,11-3 0 0,5-4 0 0,0 0 0 0,-1 0 0 0,10 0 0 0,0 0 0 0,3 2 0 0,-2-2 0 0,4 0 156 0,-5 0 182 0,6 0-338 0,-8 0 0 16,2 0 0-16,-1 0-109 15,4 0 66-15,-4 0 50 0,5 0-792 0,-2 0 412 16,1 0 206-16</inkml:trace>
  <inkml:trace contextRef="#ctx0" brushRef="#br0" timeOffset="139671.31">28114 15877 3151 0,'3'-5'-1'0,"-1"5"0"0,-1-4 1 0,-1 3 0 0,0 1 0 0,0 0 0 0,-3 0 0 0,-4 9 0 0,2 8 0 0,-3 6 0 0,7 3 265 15,-3 4 252-15,4 0-517 0,0 2 0 0,0 1 0 16,5-2 0-16,10-3 0 0,-2-5 0 0,7 1 0 16,2-7 0-16,1-6 0 0,5-3 0 0,2-6 0 15,4-2 0-15,-2 0 0 0,1-6 0 0,3-8 0 16,-6-2 0-16,-3-4 0 0,-3-1 0 16,-3-2 0-16,-4-4 0 0,-3-3 0 0,-5-2 0 0,-4-6 0 15,-3 2 0-15,-2-8 0 16,0 12 0-16,-14-6 0 0,-4 6 0 0,-6 5 0 15,-6 3-98-15,-12 4-7 0,0 9 33 0,1 6 302 16,-1 3-185-16,8 2-45 0,-4 2 0 0,6 11 0 16,2 2 0-16,8 3 0 0,2 1 0 0,4-2 0 15,5 6 0-15,-1 3 0 0,3 0 0 0,4 1 0 16,-2 3 0-16,1-1 0 0,1 6-316 0,2 1 105 16</inkml:trace>
  <inkml:trace contextRef="#ctx0" brushRef="#br0" timeOffset="141761.76">30469 16169 1711 0,'-24'-14'0'15,"-4"2"0"-15,5 3 0 0,-2 0 0 0,5-3 0 0,5-1 0 0,0-3 0 0,8 4 0 0,7-4 0 0,0 1 0 0,6-3 225 0,15 1-93 0,4-1 219 0,5 6-161 16,1 0-75-16,5 5-38 0,2 1 184 0,0 4-112 16,-1 2-44-16,1 0-38 0,-8 14 105 0,2 2-66 0,-6 6-33 0,-9 1 20 15,-2 5-18-15,-7 3-46 0,-6 1-29 16,-2 3 0-16,-7 5 0 0,-16-4 0 0,1-6 0 16,-14 7 0-16,3-5 0 0,-3-6 0 15,-2 0 0-15,6-6 0 0,-1-2 0 16,3-3 0-16,2-4 0 0,6-3 0 0,5-5 0 15,3 1 0-15,3-4 0 0,3 0 0 0,5 0 0 16,3-4-76-16,11-12-302 0,16-8 175 0,6-7-623 16,14-8 398-16,3-2 194 0,1-3 97 0,3-1-565 15</inkml:trace>
  <inkml:trace contextRef="#ctx0" brushRef="#br0" timeOffset="141950.5">30945 15827 2770 0,'5'-21'0'0,"-3"10"0"0,-2 0 0 0,0 6 0 0,-2 2 0 0,-14 3 0 0,-3 3 0 0,-1 18 0 16,-5 8 0-16,5 3 0 0,-5 13 115 0,5 3 643 0,5 2-470 0,2 0-288 0,6 1 0 16,7-10 0-16,0 10 0 0,2-10 0 0,13-3 0 0,5-4 0 15,3-2 0-15,4-7 0 0,4-1 0 16,1-3 0-16,-2-5 0 0,2-3 0 16,-4-3 0-16,-5-5 0 0,1-2 0 0,-1-3-379 15,0 0-150-15,-1 0 242 0,-2-3-529 0,-3-4 379 16,-2-6 204-16</inkml:trace>
  <inkml:trace contextRef="#ctx0" brushRef="#br0" timeOffset="142108.43">31147 16161 2808 0,'-10'-7'0'0,"5"3"0"0,1 3 0 0,3-2 0 0,1 2 0 0,0-1 0 0,0 0 0 0,1 1 0 0,11-2 0 0,8 3 0 0,3 0 326 0,1 0-143 15,4 0-72-15,0 0 387 0,-3 0-493 0,5 0-5 16,-5 4 0-16,3 1 0 0,-5 1 0 0,1 0 0 15,-2-3-746-15,1-1 358 0,-8 3 214 0,3-4 106 16,-6-1-960-16</inkml:trace>
  <inkml:trace contextRef="#ctx0" brushRef="#br0" timeOffset="142270.29">31538 15933 3076 0,'0'-11'0'0,"0"2"0"0,2 2 0 0,1 2 0 0,-1 1 0 0,3 2 0 0,3 2 0 0,2 0 0 15,2 4 0-15,1 7 0 0,-1 4 448 0,1 4-195 0,0 5-111 0,-2-1-130 0,0 3-12 16,-1-2 0-16,-1 2 0 0,0-9 0 0,0 4 0 16,-2-1 0-16,-1-5 0 0,4-5-631 0,-5 0 223 15,2-5 234-15,3 0 102 0</inkml:trace>
  <inkml:trace contextRef="#ctx0" brushRef="#br0" timeOffset="142540.01">32013 15647 3931 0,'0'-9'0'16,"0"5"0"-16,0 0 0 0,0 3 0 0,0 1 0 0,0 0 0 0,0 3 0 0,0 15 0 0,-3 11 0 0,-9 11 0 0,-6 4 0 0,-3 15 0 0,0 1 0 0,-2-2 0 0,-7 17 0 16,0-3 0-16,6-1 0 0,-3-2 0 15,1 1 0-15,4-10 0 0,-4 13 0 0,7-8 0 16,-1-5 0-16,5-6 0 0,0-2 0 0,2-9 0 15,0 0 0-15,4-7 0 0,-1-4 0 16,2-9 0-16,0 0 0 0,1-7 0 0,0-3 0 0,1-4 0 16,1 0 0-16,0-4 0 0,3-1 0 0,-3-4 0 15,3 2 0-15,1-2 0 0,1 0 0 0,0-6-172 16,1-13-287-16,13-6 198 16,9-11-831-16</inkml:trace>
  <inkml:trace contextRef="#ctx0" brushRef="#br0" timeOffset="142723.81">32096 16143 3931 0,'0'-13'0'0,"0"11"0"0,15 0 0 16,0-4 0-16,2-1 0 0,-2-1 0 0,5 1 0 0,3-3 0 0,1 1 0 0,2 2 0 0,2-3 0 0,6 0 0 0,-1 3 0 0,-1 0 0 0,1-1 0 15,-8 4 0-15,7 1 0 0,-11 2 0 16,1 1 0-16,-7 0 0 0,0 0 0 0,-9 2-387 15,-2 12 161-15,-4 0 133 0,0 7-847 0</inkml:trace>
  <inkml:trace contextRef="#ctx0" brushRef="#br0" timeOffset="142870.6">32232 16287 3020 0,'-11'8'0'0,"4"-1"0"0,4 4 0 0,3-2 0 0,0-6 0 0,0 1 0 0,0-2 0 0,5-1 0 0,7 4 0 0,6-2 0 0,0-1 108 0,6-2 510 0,4 0-433 0,2 0-185 15,-2 0-64-15,4 0-119 0,-2 0 110 0,2 0 56 16,1-4-920-16,-1-3 483 0,1-1 246 16</inkml:trace>
  <inkml:trace contextRef="#ctx0" brushRef="#br0" timeOffset="143158.43">32809 16141 3118 0,'0'-4'-1'0,"0"1"1"0,0 3 0 0,0 0 0 0,0 0 0 0,-5 0 0 0,-2 6 0 0,2 6 0 0,0 6 0 0,-1 3 0 0,6 8 123 15,0-1-41-15,0 0 0 0,0 0 345 0,6-1-327 16,3-7-100-16,6 6 0 0,3-6 0 0,0-8 0 16,1 2 0-16,9-7 0 0,-6-5 0 0,7-2 0 15,0 0 0-15,-3-4 0 0,0-9 0 0,-1-4 0 16,-7 2 0-16,2-10 0 0,-5 4 0 0,-5-6 0 16,1-2 0-16,-7-1 0 0,-3-3 0 0,1-2 0 15,-2-2 0-15,0 2 0 16,-13 3 0-16,-2 2 0 0,-3 10 0 0,-3-5 0 15,-2 9 0-15,-3 7 0 0,4 6 0 0,0 0 0 16,2 3 0-16,-1 0 0 0,6 6 0 0,0 9 0 16,3 3 0-16,2 4 0 0,2-2 0 15,1 9 0-15,5-3 0 0,-1 5 0 0,3-2 0 0,0 3 0 16,0 1-746-16</inkml:trace>
  <inkml:trace contextRef="#ctx0" brushRef="#br0" timeOffset="143312.7">33264 16487 3931 0,'-20'-31'0'0,"8"24"0"0,12 5 0 0,0 2 0 0,0 0 0 0,-5-2 0 0,2 2 0 0,-1 0 0 0,-4 0 0 0,3 14 0 0,2 7-640 0</inkml:trace>
  <inkml:trace contextRef="#ctx0" brushRef="#br0" timeOffset="172816.22">2511 16534 2084 0,'-13'-6'0'0,"6"3"0"0,0 1 0 0,0-4 0 0,0-2 0 0,3 3 0 0,3-4 0 0,-1 2 0 0,2-4 0 16,0 2 0-16,0 0 81 0,0-1 10 0,3 1 92 0,6 1-72 0,0 0-37 0,0 1 91 15,1 2-63-15,0-1-22 0,0 1 123 0,0 1-82 16,1 0-41-16,0-1-1 16,0 3 103-16,1-1-63 0,0 1-45 0,1 0 0 15,-5 2-46-15,6 0-28 0,-3 0 0 0,-1 0 0 16,0 0 0-16,2 4 0 0,0 4 0 0,-4-1 0 16,2 2 0-16,0 3 0 0,-2-1 0 0,-1 3 0 15,3 2 0-15,-5 1 0 0,-4 1 0 0,1 4 0 16,-2 4 0-16,0 0 0 0,-2 0 0 0,-9 4 0 15,-2 1 0-15,-4-3 0 0,-1 0 0 0,-4-2 0 16,2-2 0-16,-3-3 0 0,3-3 0 0,-5 0 0 16,3-5 0-16,2-2 0 0,-1 0 0 15,5-3 0-15,2-1 0 0,2-3 0 16,5 0 0-16,2-2 0 0,3 0 0 0,-2-2 0 16,4 0 0-16,0 0 0 0,6 0 0 0,6 0 0 15,4-2 0-15,1-4 0 0,3 1 0 0,5-1 0 16,-2 1 0-16,1 0 0 0,4 4 0 0,-5-2 0 15,2 3 0-15,2 0 0 0,0 0 0 0,-2 0 0 16,-4 0 0-16,1 3 0 0,-2 3 0 0,0-2 0 16,-3 2 0-16,-1-4 0 15,-1 4 0-15,-3-2 0 0,-2-2 0 0,0 2 0 16,-2-2 0-16,-1-1 0 0,0-1 0 0,-1 2 0 16,0-2 0-16,-2 0-188 0,1 0-23 0,2 0 86 15,0-2-956-15,-1-11 521 0</inkml:trace>
  <inkml:trace contextRef="#ctx0" brushRef="#br0" timeOffset="173185.22">3011 16180 3220 0,'2'-10'0'0,"8"8"0"0,0-1 0 0,0-1 0 0,1 3 0 0,4-1 0 0,-1 2 0 0,2 0 0 0,-1 0 0 0,3 0 0 0,1 7 343 15,-1 3-142-15,5 3-87 16,-4 1-61-16,-3 4-53 0,1 0 0 0,0 3 0 0,-4 0 0 0,2 6 0 16,-1 0 0-16,-3 1 0 0,-1 3 0 15,-3 2 0-15,-2 1 0 0,1 1 0 16,-2 4 0-16,-1-3 0 0,-1 3 0 0,-2 0 0 16,0-1 0-16,0 1 0 0,0-2 0 0,-5-1 0 15,-5-1 0-15,1 0 0 16,-2-4 0-16,-2-2 0 0,-4-2 0 0,2-3 0 0,-2-4 0 0,1-3 0 15,-3 2 0-15,1-8 0 16,0 1 0-16,1-3 0 0,2-3 0 0,0 0 0 0,-1-5 0 0,4 0 0 16,-3-1 0-16,5 0 0 15,-1 0 0-15,0 0 0 0,3 0 0 16,3 0 0-16,-2 0 0 0,2 0 0 0,0-1 0 0,2 0 0 16,3-3 0-16,0 3 0 0,0 0 0 0,0-3 0 15,3 2-1175-15</inkml:trace>
  <inkml:trace contextRef="#ctx0" brushRef="#br0" timeOffset="173395.61">3854 16896 3931 0,'-3'0'0'0,"3"0"0"0,0 0 0 0,0 0 0 0,0 0 0 0,0 0 0 0,0 2 0 0,0-2 0 0,0 0 0 0,0 0 0 0,0 0 0 0,3 0 0 16,-1 0 0-16,3 0 0 0,-3 0 0 0,3 0 0 15,1 0 0-15,-3 0 0 0,4 7-633 0</inkml:trace>
  <inkml:trace contextRef="#ctx0" brushRef="#br0" timeOffset="179611.62">4226 16170 2564 0,'-18'-16'0'0,"4"12"0"0,9 4 0 0,3 0 0 0,0 0 0 0,2 0 0 0,0 0 0 0,0 0 0 0,0 0 0 0,0 2 0 0,0 4 164 0,7 1 166 0,3 3-150 0,1-1-71 16,0 2-36-16,2-1 83 0,-1 1-59 0,-1 0-20 15,1 0-9-15,-2 1-48 0,-2-3 18 0,0 4 1 16,-2-1-223-16,-1-3 120 0,-2 5 47 15,-1-1-620-15,-1-1 328 0,-1 2 92 0,0-2 106 16,0 3-729-16,0 0 405 0</inkml:trace>
  <inkml:trace contextRef="#ctx0" brushRef="#br0" timeOffset="179756.07">4234 16430 2626 0,'-8'0'0'0,"4"0"0"0,-1 2 0 0,-2 6 0 0,2-3 0 0,0 2 0 0,4 3 0 0,1-3 0 0,0 3 0 0,0 1 0 0,3-2 111 15,7 5 183-15,0-2-128 0,0 3-64 0,2 0-198 16,-2 5 62-16,4 3 36 0,-3-1-665 0,-1 2 350 16,-4 4 176-16,3 1 97 0,-4 2-819 0</inkml:trace>
  <inkml:trace contextRef="#ctx0" brushRef="#br0" timeOffset="179888.5">4234 16923 2344 0,'-12'9'0'0,"-2"-1"0"0,0-1 0 0,2-2 0 0,1-3 0 0,6-1 0 0,1-1 0 0,-1 0 0 0,5 0 0 0,0 0 0 0,5 0 106 0,11-3 277 0,2-8-162 16,5 0-97-16,2-2-120 0,3-2-1 0,0-4 35 16,2 3 1-16,0-6-653 0,7-3 322 0,-6 2 165 15,-2 1 82-15</inkml:trace>
  <inkml:trace contextRef="#ctx0" brushRef="#br0" timeOffset="180081.31">4534 16272 3317 0,'-12'0'0'0,"1"0"0"0,4 0 0 0,2 0 0 0,3 0 0 0,2 0 0 0,0 0 0 0,3 0 0 0,15 0 0 0,4-5 0 0,2 1 514 0,1 0-414 0,-2 2-100 16,7-1 0-16,-2 0 0 0,-3 2 0 0,2 1-183 16,-1 0 86-16,-4 0 77 0,-2 0-323 0,-5 0 190 15,-3 0 96-15,-1 4 47 0,-4-2-879 0,-2-1 422 16,-1 1 214-16</inkml:trace>
  <inkml:trace contextRef="#ctx0" brushRef="#br0" timeOffset="180530.04">4754 15972 2644 0,'0'-3'0'0,"0"2"0"16,0 1 0-16,0 0 0 0,3 0 0 0,8 11 0 0,-2 3 0 0,1 0 0 0,-1 9 0 0,-4 3 0 0,-3 5 173 0,-2 2-72 0,0 10 121 0,-8 0-91 0,-10 2-47 15,-2 1 1-15,-1-1 6 0,-3-1-8 16,-1-2-45-16,0-1 119 0,3-5-59 0,5-7-74 16,2-5-24-16,4-2 0 0,1-4 0 0,6-10 0 15,3 2 0-15,1-4 0 0,0-3 0 0,1-1 0 16,9-2 0-16,7 0 0 0,0 0 0 0,6-5 0 16,-5-5 0-16,2 3 0 0,-2 0 0 0,0 0-145 15,-6 4-41-15,0 1 81 0,-3 2-18 0,-1 0 245 16,-5 0-94-16,-3 13-32 15,0 6 405-15,-2 5-389 0,-10 3-12 0,-2 1 0 16,2 0 0-16,-4-1 0 0,2 1 0 0,6-7 0 16,0-2 0-16,1 1 0 0,4-9 0 0,3 0 0 15,0-1 0-15,0-5 0 0,0-1 0 0,11-4 0 16,6 0 0-16,5 0 0 0,3-6 0 0,1-2 0 16,-6-2 0-16,4 0 0 0,-4 1 0 0,1 3 0 15,-2 0 0-15,-3 4 0 0,-5 2 0 0,3 0 0 16,-5 0 0-16,-1 6 0 0,-3 7 0 0,-1 1 0 15,-2 2 0-15,0 1 0 16,-2 1 0-16,0-2 0 0,0 0 0 0,0-6 0 16,0 2 0-16,0-5 0 0,0-3 0 0,0 0-2 15,0-4-182-15,0 0 71 0,0-7-849 0,4-13 462 16,4 4 231-16</inkml:trace>
  <inkml:trace contextRef="#ctx0" brushRef="#br0" timeOffset="180696.41">5065 16524 3931 0,'5'-7'0'0,"0"4"0"0,-2 2 0 0,0-1 0 0,1 0 0 0,3 2 0 0,4 0 0 0,1 0 0 0,6-2 0 0,-1 2 0 0,4 0 0 0,4 0 0 0,-3 0 0 16,5 0 0-16,-1 0 0 0,3 0 0 0,-1 0 0 0,-1 0 0 16,1 2 0-16,-1 0-84 0,-2-2-347 15,5 0-899-15,-5 0 595 0</inkml:trace>
  <inkml:trace contextRef="#ctx0" brushRef="#br0" timeOffset="180838.79">5686 16202 3931 0,'-2'0'0'0,"2"0"0"0,0 0 0 0,-1 0 0 0,-2 0 0 0,3 3 0 0,0-3 0 0,0 0 0 15,0 4 0-15,4 3 0 0,5 1 0 0,-3 1 0 0,3 2 0 0,1 4 0 0,-2 1 0 16,-1 2 0-16,0 2 0 0,1 7 0 0,-4 3-923 15</inkml:trace>
  <inkml:trace contextRef="#ctx0" brushRef="#br0" timeOffset="180969.7">5714 16755 3931 0,'0'6'0'0,"0"-2"0"0,0-1 0 16,0-3 0-16,0 0 0 0,0 0 0 0,0 0 0 0,2 0 0 0,3 0 0 0,2 0 0 0,-1 0 0 0,2 0 0 0,2 7 0 15,-1 5 0-15,3 11 0 0</inkml:trace>
  <inkml:trace contextRef="#ctx0" brushRef="#br0" timeOffset="188574.03">6549 16158 2154 0,'-13'-3'0'0,"1"2"0"0,3-3 0 0,0 0 0 0,0 1 0 0,7 0 0 0,1 0 0 0,1 0 0 0,0-1 0 0,3-4 0 0,16 1 415 15,3-3-189-15,6 3-84 0,2-3 293 0,-1 2-199 16,3 1-99-16,2 1-50 0,-5-1 12 0,0 3-99 16,3 0 0-16,-2 2 0 0,0 1 0 0,-2-1 0 15,-2 2 0-15,-1 0 0 0,-1 0 0 0,-1 2 0 16,-1 3 0-16,-2 5 0 0,-5-2 0 0,-3-3 0 16,0 1-652-16,-3-1 189 0,-4 0 187 0,2-4-516 15,-4-1 377-15,-1 0 179 0,4 0 104 0</inkml:trace>
  <inkml:trace contextRef="#ctx0" brushRef="#br0" timeOffset="188780.13">7014 15875 2335 0,'-10'-12'0'0,"5"6"0"0,0 3 0 0,2-1 0 0,1 2 0 0,2 2 0 0,0 0 0 0,8 0 0 0,7 0 0 0,3 0 0 0,4 2 99 16,3 4 186-16,2 1-129 0,0 2-59 0,1-4 249 0,-1 5-155 15,1 2-76-15,-8-1-29 0,1 2-24 0,-4 2 1 16,-4 2-25-16,-4 7-179 0,-6 3 89 0,-3 5 54 15,-7 7-9-15,-10 1-337 0,-6-2 190 16,-2 7 72-16,-2-4 55 0,2-6-636 16,-6 6 318-16,2-7 154 0,5-8-146 0,-5 1 150 15,-1-7 75-15,4-4 28 0,-1-4-336 0,-2-2 192 16,1-5 95-16</inkml:trace>
  <inkml:trace contextRef="#ctx0" brushRef="#br0" timeOffset="189166.36">6804 16469 1745 0,'-16'-7'0'0,"7"1"0"0,2 2 0 0,2-1 0 0,2 3 0 0,3 1 0 0,0-2 0 0,0 2 0 0,0 1 0 0,0 0 0 0,3 5 431 0,2 9-196 16,0 1-99-16,0 4 346 0,-1 2-212 0,2 8-121 16,-5-2-56-16,-1 1 114 0,0-1-84 0,0 2-63 15,0-4-60-15,-9 3 0 0,4-6 0 0,-2-2 0 16,-1-2 0-16,2-8 0 0,-1 0 0 0,1-2 0 16,2-6 0-16,3-1 0 0,-2-1 0 0,3 0 0 15,0-12 0-15,0-9 0 0,4-4 0 16,7-1 0-16,4-4 0 0,-1 2 0 0,3-3 0 0,-1 4 0 15,4-2 0-15,-6 4 0 16,0 9 0-16,0-1 0 0,-3 5 0 0,-3 3 0 16,1 6 0-16,-4-1 0 0,1 1 0 0,-3 3 0 15,1 0 0-15,0 7 0 0,-1 5 0 0,2 3 0 16,-3 3 0-16,2 0 0 0,0 2 0 0,0 8 0 16,0-2 0-16,1 0 0 0,-1 0 0 0,0 0 0 15,0-1 0-15,1 3 0 0,1-2 0 0,2-1 0 16,-2-5 0-16,0 1 0 0,4 0 0 15,-2-2 0-15,3-2 0 0,-1-2 0 16,-1-2 0-16,2-4 0 0,-1-1 0 0,1-3 0 16,-1-1 0-16,4-3 0 0,-1-1 0 0,1 0 0 15,2 0 0-15,1-1 0 0,5-10-92 0,1-2-354 16,2-4 205-16,-1-6-340 0,4-4 262 0,4-7 146 16</inkml:trace>
  <inkml:trace contextRef="#ctx0" brushRef="#br0" timeOffset="189340.57">7513 16451 3361 0,'0'-6'0'0,"0"2"0"0,-1 1 0 0,1 1 0 0,-2-1 0 0,0 3 0 0,2 0 0 0,0-1 0 0,2 1 0 0,10 0 0 0,2-2 228 16,3 0 114-16,2 0-342 0,4 0 0 0,2 1 0 16,0-3 0-16,-3 2 0 0,6 0 0 0,-9 0-212 15,4 1-143-15,0 1 197 0,-4 0 97 0,-3 0-447 16,0 0 155-16,-2 11 175 15</inkml:trace>
  <inkml:trace contextRef="#ctx0" brushRef="#br0" timeOffset="189517.95">7703 16650 3577 0,'-11'6'0'0,"-1"-3"0"0,3 1 0 0,3-2 0 0,1-2 0 0,5 0 0 0,0 0 0 0,0 0 0 0,9 2 0 0,9-2 0 0,0 0 354 16,3 0-354-16,1 0 0 0,-1 0 0 15,1 0 0-15,1-2 0 0,-3 0 0 0,-1 0 0 16,-1 0 0-16,-4 0 0 0,2 2-11 0,-7 0-346 16,2 0 198-16,-1 0 98 0,-3 0-894 0,2 4 449 15,0 4 239-15,0-1 115 0</inkml:trace>
  <inkml:trace contextRef="#ctx0" brushRef="#br0" timeOffset="189943.86">8468 16072 2670 0,'-8'-4'0'0,"0"0"0"0,1 0 0 0,0 0 0 0,-1 0 0 0,0 2 0 0,1 1 0 0,-2-1 0 0,1 2 0 0,0 0 0 0,-3 0 488 15,2 9-224-15,-1 4-114 0,-2 6-56 0,-1 4 171 16,1 0-265-16,-1 6 0 0,1 2 0 0,1 1 0 16,2 1 0-16,2-1 0 0,1 2 0 0,2-2 0 15,2-1 0-15,2 3 0 0,0-5 0 0,0 3 0 16,0-2 0-16,0 0 0 15,6 0 0-15,2-1 0 0,2-1 0 0,-4-1 0 16,3-4 0-16,1-2 0 0,-1 0 0 0,0-3 0 16,1-3 0-16,-1-2 0 0,-1-4 0 0,-1 0 0 15,3-4 0-15,-2 1 0 0,-1-5 0 0,1 3 0 16,-1-4 0-16,1 2 0 0,0-2 0 0,2 0 0 16,0 0 0-16,1 0-363 0,2 0-107 0,2 0 221 15,2-2 106-15,1-3-737 0</inkml:trace>
  <inkml:trace contextRef="#ctx0" brushRef="#br0" timeOffset="190334.46">8818 16332 3556 0,'-5'-3'0'0,"1"1"0"0,1 0 0 0,-2 0 0 0,1 1 0 0,-1-1 0 0,3 2 0 0,-2 0 0 0,1 0 0 0,1 5 0 0,0 8 191 0,0 4-68 16,1 5-62-16,-1 3-61 0,2 1 0 0,0 2 0 16,0 0 0-16,0-1 0 0,5 5 0 0,4-7 0 15,1-5 0-15,1 1 0 0,2-5 0 0,4 1 0 16,-1-5 0-16,0-3 0 0,2-5 0 0,0-2 0 16,1-2 0-16,1 0 0 0,3-10 0 0,0-7 0 15,-2-3 0-15,-1-3 0 0,-3-3 0 0,-1-3 0 16,0-1 0-16,-3-1 0 0,-3-3 0 0,-3-2 0 15,-5 0 0-15,0 1 0 16,-2-1 0-16,0 2 0 0,-8 3 0 0,-5 2 0 16,-4 3 0-16,-5 1 0 0,-7 7 0 0,-1 3 0 15,-4 2 0-15,-1 5 0 0,-1 5 0 0,-1 1 0 16,0 2 0-16,-2 0 0 0,4 11 0 0,2 4 0 16,2 3 0-16,9-1 0 0,-2 8 0 15,13-2 0-15,4 0-175 0,5 2-77 0,2 0 107 0,0-2 45 16,14 8-762-16,8 1 413 0</inkml:trace>
  <inkml:trace contextRef="#ctx0" brushRef="#br0" timeOffset="190951.87">9322 16569 1985 0,'-3'-6'0'0,"1"4"0"0,2 2 0 0,0 0 0 0,0 0 0 0,0 0 0 0,0 0 0 0,0 7 0 0,0 1 0 0,0 2 0 0,0 3 132 0,0 0-47 16,0 2 157-16,0 0-102 0,0 2-51 0,0-2 109 16,0 4-85-16,-10 0-38 0,-1-2 1 0,-6 3 28 15,0-1-33-15,1-4 9 0,-5 4-42 0,0-4-39 16,2-4 0-16,-1 1 39 0,-1-4-1 16,2 1-260-16,4-4 125 0,5-3 68 0,1-2-577 0,4 0 300 15,3 0 99-15,2-3 86 0,2-15-499 0,16 5 292 16</inkml:trace>
  <inkml:trace contextRef="#ctx0" brushRef="#br0" timeOffset="191325.63">9711 16332 2420 0,'-13'-10'0'0,"2"8"0"0,3 2 0 0,-1 0 0 0,-4 0 0 0,-1 7 0 0,-2 4 0 0,2 2 0 0,1 4 0 0,1 3 0 0,3 4 324 16,0 2-143-16,7 4 257 0,2 0-201 0,0 0-90 16,0 0-59-16,8 2 8 0,6-4-96 0,5-2 0 15,-1-1 0-15,2-3 0 0,1-3 0 0,3-2 0 16,-2-4 0-16,3-4 0 0,-1-6 0 0,-4 0 0 16,1-3 0-16,4 0 0 0,-2-9 0 0,-4-8 0 15,-3-5 0-15,0-1 0 0,-5-5 0 16,-2-1 0-16,-5-3 0 0,-3-2 0 0,-1 1 0 15,0-2 0-15,-1-2 0 0,-12 3 0 16,-5 0 0-16,-2 3 0 0,-4 5 0 0,-4 2 0 16,-2 7 0-16,-4 3 0 0,-2 7 0 0,1 3 0 15,0 2 0-15,3 2 0 0,5 0 0 0,8 6 0 16,1 3 0-16,6 3 0 0,4 4 0 0,5 1 0 16,3 7 0-16,0-1 0 0,5 1-826 0,13 4 331 15,5-1 219-15,11 3-313 16,0 2 275-16</inkml:trace>
  <inkml:trace contextRef="#ctx0" brushRef="#br0" timeOffset="191523.84">10365 16550 3931 0,'0'0'0'0,"0"0"0"16,0 8 0-16,-3-1 0 0,-4 3 0 0,0-1 0 0,-2 2 0 0,-2 0 0 0,1 3 0 0,-1 2 0 0,-7 4 0 0,2-2 0 0,-5 5 0 15,-4 0 0-15,-1 3 0 0,-8 0 0 16,-1 0 0-16,-3 2 0 0,-2-3 0 0,8-7 0 16,0 1 0-16,2-3-573 0,10-5 173 0,-1-3 206 15,5-5-33-15,7-3 95 0,2 0-596 0,7-3 350 0</inkml:trace>
  <inkml:trace contextRef="#ctx0" brushRef="#br0" timeOffset="191746.46">10606 16212 3931 0,'0'-17'0'0,"0"13"0"0,0 3 0 0,0-1 0 0,0 0 0 0,0 2 0 0,0 0 0 0,0 0 0 0,0 5 0 0,0 13 0 0,-1 6 0 0,-1 6 0 16,-2 8 0 0,1 1 0-16,1-2 0 0,2 10 0 0,0-3 0 0,0-3 0 15,0-6 0-15,0 4 0 0,0-4 0 0,0-2 0 16,0-3 0-16,0-1 0 0,0-8 0 0,0-5-160 15,0-1-53-15,0-4 98 0,0-3-359 16,0-2 218-16,0-5 110 0,0-1 45 0,0 0-641 16,0-7 353-16</inkml:trace>
  <inkml:trace contextRef="#ctx0" brushRef="#br0" timeOffset="191947.57">10909 16052 3931 0,'7'-7'0'0,"9"7"0"0,1 0 0 0,0 0 0 0,-2 5 0 0,1 7 0 0,2 5 0 0,0 4 0 0,3 1 0 0,-5 5 0 0,5 12 0 0,-2 0 0 15,-6 1 0-15,3 9 0 0,-7-4 0 16,-6 7 0-16,-3 2 0 0,0 2 0 0,-12 0 0 0,-13 6 0 16,0-13 0-16,-10 8 0 0,-2-7 0 0,-9-4 0 0,-9 4 0 15,-18 4 0-15,-5 0 0 0,-10 10 0 16</inkml:trace>
  <inkml:trace contextRef="#ctx0" brushRef="#br0" timeOffset="198338.06">12380 16430 2232 0,'-6'-4'0'0,"1"1"0"0,-1 2 0 0,2-2 0 15,-3 3 0-15,1 0 0 0,-1 0 0 0,-1 7 0 0,-1 7 0 0,-2 2 0 0,-1 8 265 0,1 5-113 0,-5 8-58 0,5 1-28 0,1 3 0 0,2-3 79 16,0 1-59-16,3 1-24 0,5-2 99 0,0-3-62 0,0-3 38 16,7-2-40-16,8-5-35 0,5-3 1 15,5-5-26-15,3-3-16 0,2-6 17 16,2-2 9-16,4-6-46 0,0 0-1 16,-2-1 0-16,0-13 0 0,-2-3 0 0,-1-7 0 15,1-6 0-15,-3-5 0 0,-5 0 0 16,-4-3 0-16,-2 1 0 0,-8 0 0 0,0-8 0 0,-6 9 0 0,-2-4 0 15,-2 1 0-15,0 2 0 0,-14 1 0 16,-2 4 0-16,-3 5 0 0,-2 5 0 0,-3 2 0 16,0 5 0-16,1 10 0 0,-7 2 0 0,3 3 0 15,1 0 0-15,-3 5 0 0,6 10 0 0,4 0 0 16,-6 10 0-16,7-3 0 0,2 4-385 16,4 1 135-16,2-2 97 0,2 5 62 0,6-1 27 15,2-4-563-15,0-1 295 16,16 0 147-16,6-4 64 0,8-4-487 0,16-8 285 0</inkml:trace>
  <inkml:trace contextRef="#ctx0" brushRef="#br0" timeOffset="198532.51">13274 16222 3846 0,'-15'0'0'16,"0"4"0"-16,-3 6 0 0,-5 4 0 0,0 1 0 0,2 4 0 0,1 4 0 0,3 7 0 0,0 3 0 0,0 6 0 0,6 1 85 0,5-2-85 0,2 9 0 0,4-12 0 0,0 5 0 0,4 2 0 0,15-2 0 16,0-8 0-16,1 0 0 0,5-1 0 15,1-5 0-15,-1-2 0 0,-1-2 0 0,-4-5 0 0,1 1-111 16,-4-7-8-16</inkml:trace>
  <inkml:trace contextRef="#ctx0" brushRef="#br0" timeOffset="198773.89">13368 16445 3931 0,'0'-9'0'0,"0"1"0"0,0 2 0 0,0-1 0 0,5 5 0 0,11 2 0 0,0 0 0 0,3 0 0 0,4 11 0 0,-1 5 0 0,1 0 0 16,-2 3 0-16,-3 4 0 0,-4-2 0 15,-2 9 0-15,-2-3 0 0,-8 3 0 0,-2 0 0 0,0 3 0 16,-13-1 0-16,-12 4 0 0,-2-6 0 0,4-6 0 0,-13 5 0 15,6-8 0-15,-6-1 0 0,0-4 0 16,1-3 0-16,3-4 0 0,2-4 0 0,10-4-479 16,4-1 113-16,7 0-197 0,4-12 263 0,5-13 131 15,16-11 66-15,16-5 23 0,12-8 9 0</inkml:trace>
  <inkml:trace contextRef="#ctx0" brushRef="#br0" timeOffset="198943.41">13715 16346 3931 0,'8'-4'0'16,"-6"2"0"-16,-2 2 0 0,-4 4 0 0,-11 13 0 0,-8 8 0 0,3 1 0 0,-5 9 0 0,6-7 0 0,-1 6 0 0,3 1 0 0,4 4 0 0,3 0 0 0,7-2 0 0,3 1 0 15,0-3 0-15,1 0 0 0,11-4 0 0,5-3 0 0,2-3 0 16,5-3 0-16,0-5 0 0,-1-5 0 0,7-1 0 16,-5-5-206-16,1-6-164 15,0 0 181-15,0 0-23 0,2-2-742 0</inkml:trace>
  <inkml:trace contextRef="#ctx0" brushRef="#br0" timeOffset="199105.43">13927 16654 3931 0,'-1'-3'0'0,"-1"3"0"0,0-1 0 0,0 1 0 0,2 0 0 0,0 0 0 0,2 0 0 0,13 0 0 0,2 0 0 0,4 0 0 0,-1 0 0 0,3 0 0 15,-1 4 0-15,7-2 0 0,-9-1 0 0,4-1 0 16,-1 0 0-16,0 0 0 0,-1 0 0 0,-1 0 0 15,1 0-354-15,-1-1 108 0,-2-5 142 0,2 0-1131 16</inkml:trace>
  <inkml:trace contextRef="#ctx0" brushRef="#br0" timeOffset="199396.48">14309 16436 3806 0,'-6'-6'0'0,"2"-1"0"0,1 3 0 0,1 0 0 0,2 2 0 0,0 2 0 0,3 0 0 0,15 0 0 0,2 4 0 15,2 7 0-15,3 2 125 0,2 5-125 0,3 0 0 0,0 4 0 0,-4 2 0 0,-2-1 0 0,-3 0 0 0,-4 3 0 16,-6-1 0-16,-6-1 0 0,-5 6 0 0,0-2 0 16,-16 1 0-16,-12 2 0 0,-4-2 0 0,0-7 0 15,-10 6 0-15,5-7 0 0,5-6 0 16,-5-2 0-16,5 1 0 0,5-9 0 16,4 1 0-16,7-2 0 0,4-3 0 0,7 2 0 15,-1-3 0-15,6 0 0 0,0 0 0 0,19 0 0 16,5 1 0-16,4-1 0 0,6 2 0 15,2-2 0-15,4 0 0 0,4 0 0 0,-2 0 0 0,-6 0 0 16,1 0 0-16,-1 0 0 0,-4 0 0 16,-4 0 0-16,-5 0-733 0,-1 0 256 0,-2 0 220 0,-2 0 100 15,-6-2-631-15,2-3 376 0</inkml:trace>
  <inkml:trace contextRef="#ctx0" brushRef="#br0" timeOffset="199558.04">14825 16438 3855 0,'8'-19'0'0,"5"4"0"16,0 4 0-16,0 4 0 0,0 0 0 0,4 7 0 0,4 0 0 0,-1 9 0 0,3 9 0 0,-2 4 0 0,-1 4 76 0,-1 4-76 0,-4 11 0 0,-5 3 0 0,-6 5 0 15,-4 5 0-15,0-3 0 0,-12 6 0 0,-10 3 0 16,1-12 0-16,-7 7 0 0,-6 3 0 0,-2-8 0 16,-1 4 0-16,-7 2-1046 15,9-4 283-15</inkml:trace>
  <inkml:trace contextRef="#ctx0" brushRef="#br0" timeOffset="200000.25">15455 16758 2610 0,'-19'-11'0'0,"10"10"0"0,7 1 0 0,2 0 0 0,0 0 0 0,2 0 0 0,10 0 0 0,9 0 0 0,4 0 0 0,10 1 0 0,8 1 528 15,-3 0-235-15,10-1-133 0,-2 4-61 0,-5-1 29 16,-8 3-45-16,5 0-53 0,-6 1-30 0,-4 2-238 15,-8-2 89-15,-3 1 92 0,-2-2-622 0,-7 0 367 16,-5-1 171-16,-1-3-418 0,-3 2 267 0,-1-5 94 16</inkml:trace>
  <inkml:trace contextRef="#ctx0" brushRef="#br0" timeOffset="200180.74">15719 16415 3931 0,'-5'0'0'0,"-1"0"0"0,1 15 0 0,1 7 0 0,2 6 0 0,2 12 0 0,0 0 0 0,0-1 0 0,0 13 0 0,0-2 0 0,0 0 0 0,0 3 0 0,0-3 0 0,0-5 0 15,0 10 0-15,0-7 0 0,2 1-149 16,2 2 29-16,1-4-340 0,2-6 259 0,3-3 114 16,3-5-913-16,5-9 471 0,3-7 245 0</inkml:trace>
  <inkml:trace contextRef="#ctx0" brushRef="#br0" timeOffset="200478.3">16268 16735 3558 0,'1'-8'0'0,"-1"6"0"0,0 2 0 0,0 6 0 0,-7 9 0 0,-4 7 0 0,3 7 0 0,1 12 0 0,3-7 0 0,0 13 0 0,4-4 154 16,0 0 65-16,0-2-219 0,13-1 0 0,5-9 0 15,6 1 0-15,8-4 0 0,-2-13 0 0,6-3 0 16,1-8 0-16,0-4 0 0,5-2 0 0,-6-17 0 15,-4-7 0-15,-8 1 0 0,0-5 0 0,-7-2 0 16,-4 1 0-16,-6-4 0 0,-6-3 0 0,-1 2 0 16,0-2 0-16,-10-7 0 0,-6 7 0 15,-5 0 0-15,0 10 0 0,-4 3 0 16,-6 5 0-16,1 8 0 0,-3 8 0 0,-2 4 0 16,1 0 0-16,4 11 0 0,2 8 0 0,4 5 0 15,3 3 0-15,7 1 0 0,4 1 0 0,8 4 0 16,2-3 0-16,0 0-604 0,14-4 209 0,9 0 179 15,7-5 89-15,9-2-681 16</inkml:trace>
  <inkml:trace contextRef="#ctx0" brushRef="#br0" timeOffset="200682.92">17083 16598 3931 0,'-12'-3'0'0,"-4"3"0"0,-9 3 0 0,0 14 0 0,1 4 0 0,2 8 0 16,-4 10 0-16,9 1 0 0,2-3 0 0,8 1 0 0,2 11 0 0,5-6 0 0,2-2 0 0,14-1 0 0,6-3 0 0,2-6 0 0,7 4 0 15,-4-13 0-15,3 1-40 0,0-7 16 0,-2-2-395 16,-3-7 238-16,3-3 49 0,-1-2-818 16,-7-2 456-16,2 0 228 0,3-2-446 15</inkml:trace>
  <inkml:trace contextRef="#ctx0" brushRef="#br0" timeOffset="200863.44">17259 16672 3931 0,'-8'-7'0'0,"7"3"0"0,-3 2 0 0,2 0 0 0,2 1 0 0,0-1 0 0,0 2 0 0,6 0 0 15,9 13 0-15,1 6 0 0,2 1 0 0,-2 5 0 0,2 2 0 0,-4 3 0 0,-2 1 0 0,-1-2 0 0,-4-4 0 16,3 7 0-16,-4-5 0 0,-3-7 0 15,-1 2-175-15,0-4-254 0,0-5 242 16,0 0 50-16,-1-6 77 0</inkml:trace>
  <inkml:trace contextRef="#ctx0" brushRef="#br0" timeOffset="201041.87">17591 16561 3931 0,'2'0'0'0,"-2"0"0"0,0 12 0 0,0 13 0 0,0 4 0 16,-9 13 0-16,-4 1 0 0,-6 7 0 0,-2 5 0 0,-5 9 0 0,0-5 0 0,-4-1 0 0,4 2 0 0,-1 2 0 0,3-12 0 0,1 6 0 0,3-5 0 0,3-4 0 15,2-4 0-15,3-11 0 16,3-4-430-16,0-2-140 0,1-9-677 0,6-7 604 16</inkml:trace>
  <inkml:trace contextRef="#ctx0" brushRef="#br0" timeOffset="201219.07">17573 16894 3931 0,'20'-13'0'0,"7"5"0"0,1 4 0 0,4-1 0 0,7-1 0 0,-1 0 0 0,5 2 0 0,2 3 0 0,-3-1 0 0,8 0 0 0,-7 0 0 0,0 1 0 16,-1 1 0-16,-6 0 0 0,1-2 0 0,-7 0 0 15,-5 2-125-15,-3-3 31 0,-7 2-756 0,-6-1 444 16,-5 0 231-16,-4 0-692 0,0 0 393 0,-16-2 219 15</inkml:trace>
  <inkml:trace contextRef="#ctx0" brushRef="#br0" timeOffset="201369.48">17979 16555 3629 0,'-6'-5'0'0,"4"5"0"0,2 0 0 0,0 4 0 0,0 10 0 0,0 6 0 0,4 7 0 0,0 2 0 0,-3 6 0 0,1 8 0 0,-2-3 302 0,0 0-302 0,-3 9 0 16,-7-6 0-16,1-2 0 0,-1 1 0 0,3-7 0 15,1 1 0-15,0 0 0 0,3 0-913 16,1-5 412-16,2-8 269 0,0-5 135 0,7-8 76 0</inkml:trace>
  <inkml:trace contextRef="#ctx0" brushRef="#br0" timeOffset="201668.22">18345 16642 3576 0,'9'-7'0'0,"2"5"0"0,-3 2 0 0,-2 0 0 0,-4 3 0 0,-2 11 0 0,0 3 0 0,0 2 0 0,-11 5 0 0,2-2 0 0,-2 4 208 0,-2-1-85 0,2-6-99 0,0 2-24 16,1-6 0-16,4-6 0 0,3-2 0 0,1 0 0 15,0-4 0-15,2-3 0 16,0 0 0-16,6 0 0 0,11 0 0 0,5 0 0 16,2 0 0-16,5 0 0 0,-1 0 0 0,0 0 0 15,2 0 0-15,2 9 0 0,-7 1 0 0,5 5 0 16,-6 0 0-16,-4 6 0 0,-6-8 0 15,-5 3 0-15,-5 1 0 0,-4 2 0 16,0 0 0-16,-16-1 0 0,-9-3 0 16,-3 1 0-16,-4-2 0 0,-4-2 0 0,-6 1 0 0,3-3 0 0,0-3 0 15,5-3 0-15,-2-2 0 0,0-2 0 16,4 0-242-16,4-6-247 0,4-11 226 0,7-5-790 16,4-7 512-16</inkml:trace>
  <inkml:trace contextRef="#ctx0" brushRef="#br0" timeOffset="201790.33">18298 16661 3340 0,'22'-16'0'0,"5"4"0"15,-1-3 0-15,0 2 0 0,-2 2 0 0,-1 5 0 0,4-2 0 0,-1 7 0 0,-1-2 0 0,0 3 0 0,0 0 416 0,-6 7-241 0,1 4-175 0,3 5 0 0,-6 1-491 16,-2 0 125-16,2 2 202 0,-1 2-1125 16</inkml:trace>
  <inkml:trace contextRef="#ctx0" brushRef="#br0" timeOffset="201947.1">18963 16630 3931 0,'20'-5'0'0,"3"4"0"0,1 1 0 0,1 0 0 0,-5 0 0 0,1 9 0 0,0 6 0 0,-1 9 0 0,3 1 0 0,-4 5 0 0,-1 8 0 16,-2-1 0-16,-9 2 0 0,-5-7 0 0,-2 8 0 16,-2 5 0-16,-14-2 0 0,-9 4 0 0,-11 7 0 15,-4-4 0-15,-6 8 0 0,-9-1-77 0,-12 9-304 16</inkml:trace>
  <inkml:trace contextRef="#ctx0" brushRef="#br0" timeOffset="202466.03">19517 16952 2619 0,'-12'-9'0'0,"8"7"0"0,4 2 0 0,0 0 0 0,0 0 0 0,4 0 0 0,12 0 0 0,5 0 0 0,11 3 0 0,1 0 0 0,8-1 116 0,2-1-40 16,-1 1 267-16,-5 1-144 0,3 0-85 16,0 2-38-16,-5 1-196 0,-3 2 78 0,-2 0 41 15,-8-3-498-15,-3 3 264 0,-1-4 136 0,-9 2-648 16,0-5 324-16,-4 0 195 0,-3-1 61 0</inkml:trace>
  <inkml:trace contextRef="#ctx0" brushRef="#br0" timeOffset="202627.04">19843 16594 2880 0,'-13'-6'0'0,"3"6"0"0,0 0 0 0,0 7 0 0,5 8 0 0,0 10 0 0,0 7 0 0,5 11 0 0,-2-1 0 0,2 8 0 0,0 2 236 0,0 3 501 0,0 10-659 15,0-4-78-15,0 1 0 0,0 2 0 0,0-8 0 16,2 15 0-16,4-5-679 0,2-2 205 0,-5 2 255 16,1 1 129-16</inkml:trace>
  <inkml:trace contextRef="#ctx0" brushRef="#br0" timeOffset="203010.93">20441 16645 2964 0,'-5'-10'0'0,"0"4"0"0,3 4 0 0,-1 0 0 0,-1 2 0 0,0 0 0 0,-1 0 0 0,1 17 0 0,-1 8 0 0,0 3 0 0,1 6 293 0,3 7-128 0,-1-4-55 0,0 14 240 15,0-5-301-15,2 2-49 0,-2 1 0 0,2 4 0 16,-1-2 0-16,-1-1 0 0,0 1 0 0,-2-5 0 15,1-2 0-15,-2-8-112 0,0 1 39 0,-1-5 50 16,1-4 29-16,3-8-661 0,-2 0 316 0,4-9 116 16,0-1 84-16,0-7-609 0,2-1 356 15</inkml:trace>
  <inkml:trace contextRef="#ctx0" brushRef="#br0" timeOffset="203152.4">20672 17105 3484 0,'3'-8'0'0,"6"4"0"0,-4 1 0 0,-1-1 0 0,-3 2 0 0,1-1 0 0,2 2 0 0,-2 1 0 0,1 0 0 0,4 0 0 0,-2 7-22 0,3 3 24 0,-3 3 0 15,0 0-354-15,6 4 194 0,-2 5 98 16,5 3 57-16</inkml:trace>
  <inkml:trace contextRef="#ctx0" brushRef="#br0" timeOffset="203544.58">21275 16781 2554 0,'-9'-19'0'0,"-5"9"0"0,-2 7 0 0,-2 1 0 0,-3 2 0 0,-5 0 0 15,-1 11 0-15,-3 8 0 0,-2 11 0 0,5 4 0 0,5 8 300 0,2 1-132 0,8 1-66 0,8-2 188 0,4 9-131 16,0-6-61-16,5-2-31 0,16-3 126 16,5-3-193-16,0-7 0 0,15-1 0 0,-2-7 0 15,-7-5 0-15,5-3-337 0,-2-4 85 0,-1-6 153 16,-4-4 63-16,2 0-873 0,-2-2 436 0,-2-7 218 16,-3-4 110-16</inkml:trace>
  <inkml:trace contextRef="#ctx0" brushRef="#br0" timeOffset="203811.94">21491 16828 2550 0,'-2'-5'0'0,"2"-1"0"0,0 1 0 0,2-3 0 0,11 5 0 0,8-3 0 0,3 4 0 0,3 2 0 0,0 0 0 0,3 0 0 0,-2 8 216 0,1 3-90 0,-5 1 60 16,-5 2-74-16,-2 5-29 0,-5 3-9 0,-9 4-8 15,-3 3-29-15,-3 6-1 0,-17-3 9 0,-8 10 120 16,-2-5-64-16,0 3-33 0,-4-4-2 0,2-1-66 15,8-7 0-15,-1 0 0 0,9-8 0 0,2 1 0 16,7-7 0-16,3 2 0 0,4-6 0 16,0 2 0-16,9-5 0 0,16-2 0 0,1-3 0 0,4-1 0 15,4-1 0-15,2 0 0 16,1 0 0-16,0-3 0 0,-2-2-329 0,-5-2-162 16,-8 2 218-16,1 2 123 0,-6-3-321 0,-8 3 218 15,-2-3 108-15</inkml:trace>
  <inkml:trace contextRef="#ctx0" brushRef="#br0" timeOffset="203969.81">21539 16999 3299 0,'-13'0'0'0,"4"0"0"0,1 2 0 0,4-1 0 0,4 5 0 0,0 1 0 0,9-2 0 0,11 5 0 0,1-4 0 0,9 4 0 0,0-2 386 0,4-1-175 15,3-1-176-15,0-3-35 0,3 1 0 0,-2 1 0 16,-3-5-611-16,1 1 263 0,-2-1 193 0,-1 0-414 15,4 0 313-15</inkml:trace>
  <inkml:trace contextRef="#ctx0" brushRef="#br0" timeOffset="204124.52">22190 16937 3380 0,'-6'0'0'0,"2"0"0"0,4 0 0 0,0 0 0 0,0 0 0 0,0 0 0 0,5 0 0 0,13 0 0 0,3 0 0 0,2 0 0 0,2 4 156 0,3-2 138 0,2 2-193 15,2-2-101-15,0-1-476 0,2 1 170 0,-2 0 171 16,-2-2 85-16,-4 0-965 0,-1 0 510 0,-2 5 256 16</inkml:trace>
  <inkml:trace contextRef="#ctx0" brushRef="#br0" timeOffset="204433.86">22571 16781 2233 0,'0'-11'0'0,"4"3"0"0,3 3 0 0,5-3 0 0,-1 1 0 0,3 2 0 0,7 0 0 0,4 4 0 0,-4 1 0 0,9 0 0 0,-5 0 290 0,2 7-126 0,-3 4-64 16,-6 2 107-16,-2 2-76 0,-2 5-52 16,-9-2 0-16,-3 3-69 0,-2 4-1 15,-5-3 27-15,-15 0 46 16,-1-1-9-16,0 0-37 16,3-6 1-16,-1 0 156 0,3-4-78 0,7-5-58 0,-1 1-57 0,6-6 0 0,2 5 0 0,2-4 0 15,0 0 0-15,7 2 0 0,11 0 0 0,3 3 0 16,1-1 0-16,-3 1 0 0,2 3 0 0,-3 0 0 15,-3 3 0-15,-4 0 0 16,-3 2 0-16,-7 0 0 0,-1 0 0 0,0 1 0 0,-16 2 0 0,-9-3 0 16,1-3 0-16,-4 0 0 15,-1-3 0-15,4-3 0 0,-7-1 0 0,5-1-190 16,6-2 8 0,-1-2 73-16,2 0 37 0,2 0-574 0,6-8 309 0,3-12 151 0,9-7 74 0,0-2-691 15</inkml:trace>
  <inkml:trace contextRef="#ctx0" brushRef="#br0" timeOffset="204606.66">23146 16583 3931 0,'34'11'0'16,"-4"7"0"-16,-2 6 0 0,-6 7 0 0,-3 1 0 0,-4 7 0 0,-5 0 0 0,-8 1 0 0,-2 1 0 0,0-5 0 0,-9 10 0 0,-9-7 0 0,-5 0 0 0,-1-2 0 0,-7-1 0 15,3-7 0-15,-11 6-112 0,2-7-130 16,-1-5 139-16,10-9 70 0,-2-1-846 0,9-6 418 0,-2-4 197 15,11-3 115-15,8-2-545 16</inkml:trace>
  <inkml:trace contextRef="#ctx0" brushRef="#br0" timeOffset="204719.97">23260 16832 3283 0,'40'-25'0'16,"-1"9"0"-16,0 0 0 0,-5 6 0 0,2-3 0 0,0 5 0 0,0 2 0 0,1 3 0 0,-3 0 0 0,-6 3 0 0,6 0 251 0,-13 0-107 0,-1 12-54 15,-5-1-237-15,-4 4 91 0,-5 2 56 0,-2 9-1089 0</inkml:trace>
  <inkml:trace contextRef="#ctx0" brushRef="#br0" timeOffset="204853.64">23356 17067 2555 0,'-8'0'0'0,"1"7"0"0,7-2 0 0,0-4 0 0,7-1 0 0,12 0 0 0,10 0 0 0,1 0 0 0,2 0 0 0,10 0 0 0,-1 0 395 16,3 0-179-16,-1 0-90 0,-6-1-670 15,4-4 286-15,-2 0 147 0,-3 1 74 0,-1 2-940 0</inkml:trace>
  <inkml:trace contextRef="#ctx0" brushRef="#br0" timeOffset="205124.62">23985 16869 2902 0,'-10'-8'0'0,"1"4"0"0,0 1 0 0,-2 1 0 0,-4 2 0 0,4 0 0 0,1 5 0 0,2 10 0 0,1 6 0 0,5 3 0 0,2 0 143 0,0 0 322 0,0 9-219 0,6-4-105 15,6-1-107-15,6-2-34 0,5-2 0 0,0-6 0 16,7-3 0-16,5-6 0 0,8-7 0 0,0-2 0 16,4 0 0-16,1-13 0 0,-2-6 0 0,-3-3 0 15,-5-3 0-15,-13 5 0 16,1-6 0-16,-8 1-25 0,-6-6-172 0,-6 0 87 16,-3-1-145-16,-3-1 109 0,-3 1 55 0,-11-2 18 15,-8 3-69-15,-4 7 53 0,-11 0 27 0,-6 9-1 16,-11 7 102-16,-3 8-46 0,-11 0 8 0,18 6-9 15,-6 13 0-15,2 3-28 0,11 4 0 0,16 1-322 16,1 5 166-16,8 9 78 16,11 2 38-16</inkml:trace>
  <inkml:trace contextRef="#ctx0" brushRef="#br0" timeOffset="205605.15">25266 16697 2346 0,'-30'-28'0'0,"6"15"3"0,10 11-2 0,11 2-1 0,1 0 1 0,2-3-1 0,2 3 2 0,15 0-1 0,11 0 1 0,13 0-2 0,16 0 161 0,-4 0-53 0,16 8-40 15,-17 5 78-15,1-1-55 0,-5 5-27 16,-13 2 0-16,-2 3 1 0,-8 6-28 0,-11 3-1 15,-10 0 58-15,-4 10-28 0,-9-3-1 0,-17 5-19 16,-15 4 218-16,0-2-114 0,-3-1-100 0,-3 1-50 16,1-3 0-16,9-7 0 0,0-2 0 15,12-6 0-15,3-1 0 0,13-7 0 0,1-1 0 16,8-3 0-16,0 0 0 0,20-3 0 0,18-5 0 16,4-3 0-16,8-2 0 0,3-2 0 0,0 0 0 15,3-6 0-15,-5-4 0 0,-1 1 0 0,-5-2-25 16,-9 4-129-16,-2-5 67 0,-10 5-767 0,-2-3 409 15,-8 1 204-15,-7-1 102 0,-5 1-662 16</inkml:trace>
  <inkml:trace contextRef="#ctx0" brushRef="#br0" timeOffset="205757.6">25437 17012 3321 0,'-23'-4'0'0,"5"1"0"0,2 0 0 0,6 2 0 0,2 1 0 0,4-2 0 0,4 2 0 0,0 0 0 0,10 0 0 0,13 2 0 0,6 6 188 0,4-1-76 15,9 1 198-15,-2-2-310 0,-3 0 0 0,12 1 0 16,-6-2 0-16,3-2-62 0,-2 0-15 16,2-2-936-16,-5-1 535 0,10 3 252 0</inkml:trace>
  <inkml:trace contextRef="#ctx0" brushRef="#br0" timeOffset="205830.8">26223 16875 366 0,'3'-3'0'0</inkml:trace>
  <inkml:trace contextRef="#ctx0" brushRef="#br0" timeOffset="205916.61">26250 16847 3931 0,'15'-4'0'0,"2"1"0"0,7 1 0 0,3 0 0 0,1 2 0 0,0 0 0 0,2 0 0 0,2 0 0 0,-2 0 0 0,-2 5 0 0,1 2 0 0,-9 2 0 16,1 2-697-16,-6 2 136 0,-7 4 262 0,-6 8-749 16</inkml:trace>
  <inkml:trace contextRef="#ctx0" brushRef="#br0" timeOffset="206041.39">26366 17102 3087 0,'-24'4'0'0,"8"4"0"0,8-5 0 0,0 0 0 0,4-3 0 0,4 0 0 0,0 0 0 0,14 0 0 0,8 3 0 0,4-1 0 15,4-2 128-15,6 2 236 0,1-2-163 0,7 0-82 0,-3 0-669 0,-3 2 303 16,9-2 137-16,-13 0 73 0,1 2-447 0,-4-1 260 16</inkml:trace>
  <inkml:trace contextRef="#ctx0" brushRef="#br0" timeOffset="206389.58">26979 16731 3215 0,'18'-17'0'0,"11"4"0"0,-1 2 0 0,-1 1 0 0,4 2 0 0,3 8 0 0,0-3 0 0,0 3 0 0,-1 3 0 0,-4 12 0 0,-2 2 207 16,-7 4 107-16,-9 0-129 0,-1 6-175 0,-10 1-10 15,0-1 0-15,-23 6 0 0,-2-9 0 0,-12 6 0 16,-1-4 0-16,1-4 0 0,5-5 0 0,0-2 0 15,9-5 0-15,3-3 0 0,7-3 0 0,3-2 0 16,4 0 0-16,4-2 0 0,2 0 0 0,2 0 0 16,12 0 0-16,8 0 0 15,2 0 0-15,5 5 0 0,1 3 0 0,2 2 0 16,5 1 0-16,-4 4 0 0,-3 0 0 0,-3 3 0 16,-8 0 0-16,-2 8 0 0,-9-2 0 0,-6 1 0 15,-2-1 0-15,-7-2 0 0,-16 1 0 0,-7-2 0 16,-8-1 0-16,0-5 0 0,-1-2 0 0,-2-2 0 15,5-5 0-15,-11 2 0 0,11-7 0 0,1 2 0 16,0-3 0-16,12 0 0 16,3 0 0-16,4-3 0 0,6-2 0 0,4-5 0 15,6-1-114-15,0 1-31 0</inkml:trace>
  <inkml:trace contextRef="#ctx0" brushRef="#br0" timeOffset="206531.81">27645 17461 368 0,'0'-17'0'0,"0"15"0"0,0 0 0 0,0-9 1203 0,0 0-583 0,-2 3-292 0,-7 3-236 0,0-1-18 0,2 5-10 0</inkml:trace>
  <inkml:trace contextRef="#ctx0" brushRef="#br0" timeOffset="208203.74">3504 17586 2201 0,'-11'-9'0'0,"4"8"0"0,4-1 0 0,1 2 0 0,2-2 0 0,0 2 0 0,0 0 0 0,0 0 0 0,0 0 0 0,2 4 0 0,6 4 132 0,1-4-48 0,0 4 174 16,3 2-102-16,-1-3-64 0,1 2-28 0,0 0-117 16,1 2 45-16,1 0 0 0,-3 2 53 0,1 6-221 15,-2 5 107-15,0 4 52 0,0 4-692 0,-5 9 365 16</inkml:trace>
  <inkml:trace contextRef="#ctx0" brushRef="#br0" timeOffset="208358.18">3493 18024 2223 0,'-5'0'0'0,"3"-2"0"0,2 2 0 16,0-2 0-16,0 2 0 0,0 0 0 0,0 0 0 0,2 0 0 0,9 0 0 0,1 0 0 0,4 4 187 0,-2 3-66 0,4 3-47 0,-1 5-329 0,1 5 146 15,-3-2 73-15,-2 5-262 0,-1-2 177 0,0 7 74 16,-8 2 42-16</inkml:trace>
  <inkml:trace contextRef="#ctx0" brushRef="#br0" timeOffset="208674.69">3815 17838 2930 0,'-5'-3'0'0,"2"1"0"0,0 0 0 0,0 0 0 0,3 0 0 0,0-1 0 0,9-2 0 0,12 0 0 0,2 1 0 0,4 2 0 0,3-3 183 16,3 3-74-16,-1 0-26 0,1 1-10 0,-2 1-447 15,-1 0 206-15,-1 0 102 0,-6 0-570 0,0 3 323 16,-6 4 160-16,-1-3 80 0,-7 0-310 0,-2-1 177 16,-1 0 49-16,-4-3-218 0</inkml:trace>
  <inkml:trace contextRef="#ctx0" brushRef="#br0" timeOffset="209055.87">4139 17649 1194 0,'-9'-19'0'0,"4"8"0"0,2 0 0 0,1 4 0 0,0 2 0 0,2 4 0 0,0 1 0 0,0 0 0 0,2 6 0 0,3 9 0 0,0 11 70 0,-1 4 217 0,-2 3-117 0,-2 13-70 16,0-1-32-16,-9 3 244 0,-6-1-138 0,-2 0-68 16,1-5 199-16,-6 7-139 0,2-11-65 0,3-8 170 15,-1 3-118-15,6-12-57 0,3-5-21 0,2-2 18 16,0-5-29-16,7-3 1 0,0-3-28 0,0-1-70 15,0-2 45-15,14 0-10 0,4 0 34 0,5-5-301 16,-3-4 151-16,0-1 76 16,-3 2-160-16,1 2 102 0,-6 2 1 0,-3 1 44 15,0 1 112-15,-4 2-42 0,-1 0-63 0,-1 0 379 16,-3 9-173-16,0 7-86 0,0 1-27 0,-9 5 157 16,3 4-206-16,0-7 0 0,0 2 0 0,0-5 0 15,2 2 0-15,2-3 0 0,2-7 0 0,0 6 0 16,0-6 0-16,9-1 0 0,7-5 0 0,6-2 0 15,0 0 0-15,5 0 0 16,-1-6 0-16,-1-4 0 0,-5 3 0 0,0-2 0 16,-2 2-35-16,-4 3-85 0,-3 2 42 0,-2 1-16 15,-1 1 29-15,-5 0 0 0,-1 0 19 0,0 8 9 16,-2 3 1-16,0 3-1 0,0 1-491 0,0-1 245 16,0 3 115-16,0-1-539 0,0-3 336 0</inkml:trace>
  <inkml:trace contextRef="#ctx0" brushRef="#br0" timeOffset="209394">4548 17733 3204 0,'-7'-1'0'0,"5"1"0"0,0 0 0 0,2 0 0 0,0 0 0 0,0 0 0 0,0 0 0 0,4 5 0 0,12 0 0 0,7 0 0 0,-1-1 334 15,4-2-149-15,-2-1-65 0,7 1-46 0,-1-2-60 16,0 2-14-16,2-2 0 0,-6 0 0 0,-2 0-217 16,-2 0 22-16,-2 1 116 0,-1 3-841 0,-3 3 464 15,-8 4 243-15,2 6-32 0</inkml:trace>
  <inkml:trace contextRef="#ctx0" brushRef="#br0" timeOffset="209559.33">4685 18088 2461 0,'-17'8'0'0,"7"-1"0"0,4 1 0 0,-1-4 0 0,7-2 0 0,0-2 0 0,0 1 0 0,15-1 0 0,8 0 0 0,9 0 0 0,0 0 381 0,-1 0-172 0,3 0-86 15,-2-1-34-15,1 1 238 0,-6-2-145 0,-6 2-73 16,4 0-495-16,-3 0 211 0,-1 0 115 0,-4 0 44 16,0 7-816-16,-4 1 435 0,0-1 199 0,-1 3-729 15</inkml:trace>
  <inkml:trace contextRef="#ctx0" brushRef="#br0" timeOffset="209727.52">5196 17702 3312 0,'-3'-5'0'0,"3"4"0"0,0-2 0 0,0 2 0 0,0-1 0 16,0 2 0-16,0 0 0 0,0 0 0 0,0 0 0 0,0 0 0 0,1 0 88 0,3 7-25 0,-1 5-1 0,1 3-728 0,-2 2 360 0,1 8 167 15,-1 1 88-15,-2 4-1100 0</inkml:trace>
  <inkml:trace contextRef="#ctx0" brushRef="#br0" timeOffset="211152.17">6304 17610 2726 0,'0'-8'0'0,"0"4"0"0,0-2 0 0,0 2 0 0,0 2 0 0,0 0 0 0,0-1 0 0,0 2 0 0,0-2 0 0,0 3 0 16,-2 0 197-16,-1 0-80 0,-5 0-40 0,-2 11 368 0,-2 11-209 0,-6 4-103 15,0 10-133-15,-3 3 0 0,0 6 0 0,0 7 0 16,-3 9 0-16,5-3 0 0,2-9 0 0,-1 5 0 16,-1 1 0-16,2-5 0 0,0-1 0 0,2 0 0 15,2-3 0-15,0-6 0 0,3-5 0 0,2-4 0 16,1-6 0-16,2-1 0 0,3-5 0 0,-2-7 0 15,4-3 0-15,-2-6 0 16,2-1 0-16,0 0-156 0,0-2-21 0,0 0 71 16,6-15-518-16,7-10 285 0,6-10 155 0,-1-2-454 15,2-9 300-15,0-4 151 0,2-13 75 0,-4 11-175 16</inkml:trace>
  <inkml:trace contextRef="#ctx0" brushRef="#br0" timeOffset="211357.27">6145 17976 1231 0,'11'-56'0'0,"-1"10"0"0,-3-6 0 0,-4 17 0 0,1-1 0 0,-2 8 0 0,0 7 0 0,0 4 0 0,-2 4 0 0,0 3 0 0,0 6 587 15,1 1-275-15,1 1-137 0,2 2-60 0,3 0 371 16,5 5-225-16,3 14-111 0,0 6-57 0,4 9 209 16,-4 0-123-16,5 15-139 0,0 1-40 0,-4 1 0 15,1 1 0-15,-2-2 0 0,0 1 0 0,0-4 0 16,-2-4 0-16,0-1 0 0,-1 1 0 0,-3-12 0 16,-2 2 0-16,1-9 0 0,0 5 0 0,-3-10 0 15,-1-3 0-15,-3-3 0 0,1-4 0 0,0-1 0 16,1-3-334-16,-3-3-72 15,0 1 185-15,0-3-533 0,0 0 349 0,0 0 189 16,0-5 89-16</inkml:trace>
  <inkml:trace contextRef="#ctx0" brushRef="#br0" timeOffset="211752.76">6084 18049 3488 0,'-11'0'0'0,"4"0"0"0,2 0 0 0,-2 0 0 0,1 0 0 0,2 2 0 0,1 0 0 0,1 3 0 16,2 2 0-16,0 0 0 0,0 2 255 0,7 0-113 0,5 1-96 0,1-1-46 0,5-1 0 15,-1 1 0-15,3-2 0 0,3-2 0 0,-2 2 0 16,2-5 0-16,0-1 0 0,1-1 0 0,-1 0 0 15,0 0-271-15,2 0 133 16,-4 0 20-16,-1-1-453 0,7-4 271 0,-6 0 101 16,5-5 85-16,2 3-654 0</inkml:trace>
  <inkml:trace contextRef="#ctx0" brushRef="#br0" timeOffset="211998.97">6566 17853 2598 0,'-5'-9'0'0,"1"7"0"0,3-2 0 0,-1 3 0 0,2-1 0 0,0-2 0 0,0 0 0 0,12 3 0 0,11-3 0 0,4 1 0 0,3 3 643 0,4 0-303 0,1 0-151 0,-1 10-67 16,-4 3-83-16,0 3-39 0,-4 5 0 0,-4 0 0 15,-5 5 0-15,-6-3 0 0,-2 8 0 0,-8 0 0 16,-1 1 0-16,0 4 0 0,-14 2 0 0,-2-7 0 16,-5 2 0-16,0 0 0 0,0-3 0 15,-2-1 0-15,0-5 0 0,6-5 0 0,-3-2 0 0,3-2 0 16,4-8 0-16,4 1 0 0,1-5 0 0,5-3 0 15,0 0 0-15,3 0-272 16,0-11-8-16,15-18 121 0,10-12 51 0,3-2-852 16,8-12 461-16</inkml:trace>
  <inkml:trace contextRef="#ctx0" brushRef="#br0" timeOffset="212167.09">6987 17838 3577 0,'2'-16'0'0,"0"3"0"0,1 3 0 0,-3 3 0 0,0 3 0 0,-3 3 0 0,-4 1 0 0,-3 0 0 0,0 12 0 0,-2 8 0 0,0 10 354 0,1 6-354 0,4-1 0 0,0 14 0 15,2-8 0-15,5-6 0 16,0 5 0-16,0-3 0 0,7-3 0 0,7 0 0 16,3-5 0-16,4-1 0 0,1-6 0 0,4-3 0 15,-7-4 0-15,7 1 0 0,-1-8 0 0,1-2 0 16,3-5-398-16,1-1-190 0,2 0 266 0,-1-1-665 16</inkml:trace>
  <inkml:trace contextRef="#ctx0" brushRef="#br0" timeOffset="212337.22">7340 17998 3573 0,'-3'-3'0'0,"-1"0"0"0,3 3 0 0,-2-1 0 0,1 1 0 0,2 0 0 0,0-3 0 0,2 2 0 0,16-1 0 0,3 1 0 0,6-2 358 16,1 2-358-16,4-1 0 0,2 0 0 0,-1 2 0 16,-1 0 0-16,1 0 0 0,-3 0-129 0,-2 0-19 15,-7 0 102-15,1 2-774 0,-3 0 429 0,-4-1 102 16,-6-1 145-16,0 0-686 0</inkml:trace>
  <inkml:trace contextRef="#ctx0" brushRef="#br0" timeOffset="212511.7">7590 17642 3511 0,'-13'-16'0'0,"4"10"0"0,1 1 0 0,2 3 0 0,4 2 0 0,-3 0 0 0,5 7 0 0,0 16 0 0,0 6 0 0,2 11 0 0,2 6 420 0,1 5-420 16,0-5 0-16,-2 7 0 0,-1 2 0 15,-2-2 0-15,0 3 0 16,0-4 0-16,0 1 0 0,0-3 0 0,0-4 0 0,-2 7 0 0,2-7 0 16,0-2 0-16,0 0-519 0,0-10 38 0,2-10 90 15</inkml:trace>
  <inkml:trace contextRef="#ctx0" brushRef="#br0" timeOffset="213027.09">8034 17673 3931 0,'0'-1'0'0,"3"1"0"0,3 9 0 0,-1 12 0 0,-3 1 0 0,0 7 0 0,-2 6 0 0,0 3 0 0,0 1 0 0,0 6 0 0,0 1 0 0,-2 2 0 0,2-5 0 16,-2-7 0-16,2-1 0 0,0-2 0 0,0-10-13 16,-2 11-64-16,-1-15 56 0,0 1-722 0,-5-6 397 15,2-4 186-15,-2-5-525 0,-3-5 325 0,0 0 161 16,-2-2 82-16,2-17-93 0,-3-17 91 15,6 1 42-15,0-8-1 0,2-4 1 16,3-2 41-16,3-4-10 0,0 1 34 0,0 2-24 16,3 2-1-16,8 5 1 0,0 11 292 0,6 1-156 15,-2 4-63-15,5 6 576 0,0 5-266 0,0 5-167 16,3 3-22-16,0 4 334 0,5 2-232 0,-3 2-111 16,-2 0-57-16,2 11 129 0,-6 1-83 0,1 8-55 15,-3 1 161-15,-8 4-129 0,0-2-115 0,-7 6 0 16,-2 1 0-16,0 0 0 15,-14 1 0-15,-4 0 0 0,-3-1 0 0,1-4 0 16,4-5 0-16,-1-2 0 0,4-6 0 0,6-6 0 16,0 2 0-16,4-7 0 0,3 2 0 0,0 0 0 15,0-2 0-15,13 4 0 0,9-1 0 0,3 3 0 16,3-1 0-16,2 3 0 0,-2-1 0 0,2 2 0 16,-7 1 0-16,-4-1 0 0,0 4 0 0,-7 0 0 15,-2 1 0-15,-10-1 0 0,0 1 0 16,0 4 0-16,-18 1 0 0,-5 0 0 15,-2-2 0-15,-2-3 0 0,-2 3 0 0,-3-2 0 16,2-4 0-16,1 1 0 0,-1-3 0 0,1-1 0 16,10-3 0-16,-1-3 0 0,6-3 0 0,3-1 0 15,1 0-160-15,10-2-2 0,0-26 68 0,13-8-1108 16</inkml:trace>
  <inkml:trace contextRef="#ctx0" brushRef="#br0" timeOffset="213177.5">8539 17783 3819 0,'24'-9'0'0,"-1"8"0"0,-3 1 0 0,2 0 0 0,-6 0 0 0,1 6 0 0,0 5 0 0,3 7 0 0,-1-2 0 0,0 0 0 0,0 5 112 0,-2-2-112 0,1 7 0 15,-2-3 0-15,-2-1 0 0,4-1 0 0,-6-5 0 16,2 2 0-16,1-4-388 0,-2-3-62 0,-2-1 243 16,-1-4 122-16,-1-4-997 0</inkml:trace>
  <inkml:trace contextRef="#ctx0" brushRef="#br0" timeOffset="213360.13">9044 17559 3463 0,'6'-14'0'0,"1"5"0"0,-1 3 0 0,-1 6 0 0,1 0 0 0,-5 10 0 0,-1 15 0 0,0 11 0 0,-4 6 0 0,-13 17 0 0,-4 1 468 0,-1 4-468 16,-3 1 0-16,0-2 0 0,-3-7 0 0,-7 19 0 0,5-9 0 15,-4 2 0-15,6-2 0 0,1-2 0 16,8-9 0-16,3 2 0 0,-2-2 0 15,4-5-70-15,5-13-253 0,-1-2 179 0,4-12 100 16,3-6-1167-16,3-7 588 0</inkml:trace>
  <inkml:trace contextRef="#ctx0" brushRef="#br0" timeOffset="213517.63">9036 18055 2959 0,'27'-19'0'0,"1"5"0"0,4 3 0 0,3-2 0 0,-3 0 0 0,8 0 0 0,0 1 0 0,-7 3 0 0,5-1 0 0,-3 4 0 0,0 0 213 16,-5 3-92-16,-8 0-42 0,1 0-1 0,-4 3-332 16,-8 0 146-16,-1 0 81 0,-3 0-689 0,-3 6 377 15,-4-2 188-15,0 4-365 0</inkml:trace>
  <inkml:trace contextRef="#ctx0" brushRef="#br0" timeOffset="213688.09">9383 17645 3165 0,'0'-9'0'0,"0"3"0"0,0 4 0 0,0 2 0 0,0 0 0 0,0 15 0 0,0 12 0 0,0 3 0 0,0 7 0 0,0 10 0 0,0 0 253 15,-9 4 225-15,-2 3-443 0,0-2-35 0,-2 3 0 16,2-1 0-16,2 0 0 0,4 0 0 0,3-4 0 16,2-6-459-16,0 5 26 15,2-13 235-15,10-4-983 0</inkml:trace>
  <inkml:trace contextRef="#ctx0" brushRef="#br0" timeOffset="213912.43">9979 17736 3931 0,'-17'-9'0'0,"3"8"0"0,-6 1 0 0,-1 1 0 0,-4 16 0 0,-10 12 0 0,6 8 0 0,1 6 0 0,5 1 0 0,8 3 0 0,2 0 0 0,7 2 0 15,6-2 0-15,0-4 0 0,8-4 0 0,13 6 0 16,5-6 0-16,4-4 0 0,6-7 0 0,4-6 0 16,-4-6 0-16,13-4 0 0,-3-8 0 0,-1-2 0 15,-10-2 0-15,4 0-687 0,-2 0 101 0,-3 0 279 16,-3-6 134-16,-4-5-656 0</inkml:trace>
  <inkml:trace contextRef="#ctx0" brushRef="#br0" timeOffset="214210.03">10370 17715 3626 0,'0'-12'-5'0,"4"5"2"0,3-1 1 0,2 1 2 0,5 2 0 0,3-1 0 0,5 2 0 0,8 3 0 0,2-2 0 0,4 3 0 0,8 0 181 0,-3 0-72 0,-8 3-84 16,3 5-25-16,-4 4 0 0,-6 5 0 15,-3 5 0-15,-8 5 0 0,-11 5 0 0,-4 4 0 16,-6 14 0-16,-16-1 0 0,-6-2 0 0,-2 1 0 15,-1-3 0-15,1 2 0 0,2-4 0 16,7-8 0-16,5-8 0 0,0 1 0 0,9-5 0 16,2-2 0-16,3-3 0 0,2-2 0 0,0-2 0 0,5 0 0 15,10-3 0-15,6-1 0 0,7-1 0 16,2-5 0-16,2-1 0 0,3-3 0 0,1 0 0 0,0 3 0 16,-3-3 0-1,0 1-631-15,-11 1 87 0,1-1 254 0,-6 2-717 0,-6 0 475 16,-7-3 252-16</inkml:trace>
  <inkml:trace contextRef="#ctx0" brushRef="#br0" timeOffset="214387.02">10432 17980 3421 0,'-15'-2'0'0,"8"-2"0"0,5 2 0 0,0 0 0 0,2 2 0 0,0 0 0 0,2 0 0 0,11 0 0 0,9 4 0 0,5 3 0 0,5 3 262 0,7 1-113 15,1-2-56-15,1 2-87 0,2-2-6 0,-5 1 0 0,10 0 0 0,-7-3 0 16,1 1-228-16,-8-1-149 16,0-1 207-16,-2 3-486 0,-2-1 342 0,-2 1 175 15</inkml:trace>
  <inkml:trace contextRef="#ctx0" brushRef="#br0" timeOffset="-214490.91">11178 18015 3931 0,'-4'0'0'0,"4"0"0"0,0 0 0 0,9 0 0 0,10 0 0 0,6-2 0 0,7-1 0 0,4-3 0 0,8-2 0 0,11-1 0 0,7-2 0 0,-9 4 0 15,3-3 0-15,0 0 0 0,-3 2 0 0,0 5 0 0,-5 0 0 16,-3 1 0-16,-7 2 0 0,-3 0 0 15,-3 0 0-15,-9 3 0 0,-2 5 0 0,-5 2-110 16,-4-4-86-16,-5 3-862 0,-3 0 516 0,-2 0 252 16,-2-1 127-16</inkml:trace>
  <inkml:trace contextRef="#ctx0" brushRef="#br0" timeOffset="-214312.42">11739 17549 3931 0,'-9'-9'0'0,"4"5"0"0,-1 3 0 0,2 1 0 0,-2 0 0 0,1 5 0 0,3 14 0 0,2 10 0 0,0 9 0 0,0 6 0 0,0 6 0 0,0 4 0 0,0 3 0 15,0 3 0-15,0 5 0 0,0-5 0 16,4-6 0-16,5 11 0 0,-1-13 0 0,-3 3 0 0,3 11-467 16,-7-5-45-16,-1 0 275 0,0 3 84 15</inkml:trace>
  <inkml:trace contextRef="#ctx0" brushRef="#br0" timeOffset="-213918.35">12408 17884 3182 0,'-3'-21'0'0,"3"19"0"0,0 2 0 0,1 9 0 0,7 3 0 0,-3 3 0 0,2 3 0 0,0 5 0 0,-2 8 0 0,1-2 0 0,-1 14 324 0,1-7-135 0,0 11-80 15,-2-4 18-15,-2-2-127 0,-1 4 0 0,1-5 0 16,0-4 0-16,0 4 0 16,0-5 0-16,-1-4-242 0,-1-7 16 0,2 0 131 15,0-10 76-15,0 0-822 0,0-4 417 0,-1-7 112 16,2-3 138-16</inkml:trace>
  <inkml:trace contextRef="#ctx0" brushRef="#br0" timeOffset="-213649.06">12389 17897 2746 0,'-5'-30'0'0,"3"7"0"0,2 5 0 0,0 2 0 0,9 2 0 0,10 1 0 0,7 4 0 0,12 8 0 0,1 1 0 0,1 0 0 0,12 6 314 0,-3 13-138 0,-4 5-69 16,-1 7-35-16,-7 4 9 0,-7 6-44 0,-7 6 361 15,-7 1-398-15,-6 5 0 0,-8 0 0 0,-2 5 0 16,-14 8 0-16,-12-6 0 16,-8 0 0-16,-5-3 0 0,-7-3 0 0,5-9 0 0,-13 6 0 0,15-20 0 15,-8 1 0-15,3-3 0 16,2-11 0-16,8-5 0 0,0-4 0 0,4-3 0 0,7-3 0 0,4-3 0 16,5 0 0-16,4-4 0 0,6-11-149 15,4-5-274-15,4-4 193 0,18-8 97 16,5-1 48-16,5-7-807 0,9-11 432 15,-1 3 211-15,8-5 107 0</inkml:trace>
  <inkml:trace contextRef="#ctx0" brushRef="#br0" timeOffset="-213520.72">12879 18072 3194 0,'32'-17'0'0,"0"3"0"0,0 2 0 0,-2-2 0 0,0 3 0 0,0 3 0 0,2 0 0 0,4 4 0 0,6-2 0 0,-1 0 0 0,4 3 382 15,-7 0-27-15,10 3-355 0,-12 0 0 0,2 0 0 16,-3 0 0-16,-1 10 0 0,-9-1 0 0,3 7 0 15,-12-6-760-15,0 5 272 0,-5 0 262 0,-6 2 131 0</inkml:trace>
  <inkml:trace contextRef="#ctx0" brushRef="#br0" timeOffset="-213357.41">13165 18316 2610 0,'-22'7'0'0,"1"6"0"0,10-5 0 0,1-3 0 0,6-3 0 0,2 1 0 0,2-2 0 0,6-1 0 15,11 0 0-15,10 0 0 0,-1-1 210 0,6-4 267 0,2-3-220 0,-1 3-110 0,3-2-55 0,-2-1-369 16,-1 1 167-16,-1 1 69 0,-4 2-343 0,1 0 211 0,-3 3 105 16,-1-1 62-16,5 0 16 0,0 0-889 15</inkml:trace>
  <inkml:trace contextRef="#ctx0" brushRef="#br0" timeOffset="-213049.57">13899 18040 3049 0,'0'-3'0'0,"-7"3"0"0,-2 0 0 0,-5 4 0 0,-2 8 0 0,0 1 0 0,2 4 0 0,-2 3 0 0,7 4 0 0,2 3 0 0,3 3 460 16,2 2-38-16,2 0-422 0,0-1 0 15,6-2 0-15,8-1 0 0,5-1 0 0,4-5 0 0,5-7 0 16,0-2 0-16,6-10 0 0,2-3 0 0,7 0 0 0,-6-10 0 16,-5-2 0-16,8-13 0 0,-12 5 0 15,2-2 0-15,-6-1 0 0,-1-1 0 16,-6 3 0-16,-2-7 0 0,-4 5 0 0,-1-8 0 15,-5 2 0-15,-1-4 0 0,-2-3 0 0,-2-7 0 16,0 2 0-16,-2 2 0 0,-13 9 0 0,-2-5 0 16,-6 9 0-16,-3 5 0 0,-4 10 0 0,-4 7 0 15,-9 4 0-15,2 4 0 0,3 12 0 0,-5 9 0 16,8 4 0-16,4-2 0 16,5 8 0-16,3 1 0 0,9-2 0 0,-2 3 0 0,7 6-705 0,4-4 312 15,1 5 179-15,2-4-339 16,2 2 249-16</inkml:trace>
  <inkml:trace contextRef="#ctx0" brushRef="#br0" timeOffset="-211164.68">4095 7491 2022 0,'-25'-15'11'0,"1"15"-3"0,5 0-2 0,-4 0-1 0,1 2 0 0,2 2 0 0,2-1-1 0,-2 2 0 0,7-4 0 0,0 1 0 0,4 0 268 0,1-1-114 16,1-1-54-16,3 0 301 0,2 0-177 0,2 0-89 15,0 0-33-15,0 0 230 0,0 3-231 0,6-1-105 16,4-1 0-16,6 1 0 0,3 0 0 0,7 2 0 15,-2 0 0-15,4-3 0 0,-1 4 0 0,3-4 0 16,4 5 0-16,0-2 0 0,1-3 0 16,0 5 0-16,-1-3 0 0,4 3 0 0,-2 0 0 0,1-1 0 15,6 3 0-15,-9 0 0 0,4-3 0 0,0 2 0 16,1 3 0-16,7 0 0 0,-6-1 0 16,2 0 0-16,3 0 0 0,5 3 0 15,5-3 0-15,1 1 0 0,8-2 0 0,-1-3 0 16,0 0 0-16,6-1 0 0,3-4 0 0,5 0 0 15,13 0 0-15,-16 0 0 0,4 0 0 0,1 0 0 16,-13-1 0-16,14-2 0 0,-7 2 0 0,-3-1 0 16,5 2 0-16,1 0 0 0,2-2 0 0,1 2 0 15,1-2 0-15,-2 2 0 0,-1-1 0 0,5-1 0 16,3 0 0-16,9 0 0 0,-5 1 0 0,1-2 0 16,3 1 0-16,2-3 0 15,-5 1 0-15,24-4 0 0,-8 1 0 0,2-1 0 16,-1 0 0-16,3 1 0 0,11 3 0 0,11-3 0 15,-27 1 0-15,11 3 0 0,1-3 0 0,16 3 0 16,-23 3 0-16,7-3 0 0,1 3 0 0,15 0 0 16,-6 0 0-16,1 0 0 0,-15 0 0 0,27 0 0 15,-14 0 0-15,12 0 0 0,-4 0 0 0,1 0 0 16,-16 0 0-16,37 0 0 0,-13 0 0 0,-4 6 0 16,-2-2 0-16,4 3 0 0,-12-1 0 0,24 3 0 15,-19-3 0-15,0 1 0 16,5 0 0-16,-21-3 0 0,19 2 0 0,-17-2 0 15,-18 0 0-15,14 1 0 0,-10-3 0 0,-16 5 0 16,11-6 0-16,-26 1 0 0,4-2 0 0,-4 0 0 16,-7 2 0-16,-12-2 0 0,-3 0 0 0,-16 0 0 15,-8 0 0-15,-5 0 0 0,-8 0 0 0,-4 0 0 16,-4 0 0-16,-5 0 0 16,-1 0 0-16,0-2 0 0,-2-4 0 0,0-1 0 15,0-3 0-15,0 1 0 0,-9 1 0 0,-9 6 0 16,-15 2-140-16</inkml:trace>
  <inkml:trace contextRef="#ctx0" brushRef="#br0" timeOffset="-209139.91">16765 17773 2639 0,'-2'0'0'0,"1"0"0"0,-3 1 0 16,-1 13 0-16,-1 1 0 0,-1 9 0 0,-1 3 0 0,-2 4 0 0,1 7 0 0,-3 8 0 0,0-2 98 0,-2 3-31 0,-1 1 131 0,-2 2-81 15,3 0-32-15,-4 3-8 0,0-2 36 16,1 0-38-16,2-8 0 0,1-4-30 0,2-1-46 16,1-6 37-16,3-10 0 0,2 1-162 0,2-6 80 15,3-7 51-15,-1-3-10 0,2-5-409 0,0-1 212 16,0-1 68-16,0-1-244 0,5-18 140 0,11-11 106 15,0-4 48-15,5-8-502 0,-3-5 276 0,0-1 136 16</inkml:trace>
  <inkml:trace contextRef="#ctx0" brushRef="#br0" timeOffset="-208909.31">16715 17754 2286 0,'0'-22'0'0,"0"8"0"0,0 5 0 0,0 5 0 0,0 2 0 0,0 2 0 0,0 0 0 0,0 9 0 0,4 11 0 0,7 2 0 0,2 7 150 16,4 7 466-16,2 0-290 0,-1 0-136 0,5 9-81 15,0-1 145-15,1-4-254 0,-4 5 0 16,3-1 0-16,-5-6 0 0,1 11 0 0,-1-5 0 0,-4 1 0 16,-2 0 0-16,1-1 0 0,-4-7 0 15,1 1 0-15,-3-4 0 0,0-2 0 16,-3-10 0-16,2 1 0 0,0-2 0 0,-4-6-162 0,-1-5 6 16,1-2-545-1,0-3 333-15,-2-1 165 0,0-4 75 0,0 0-467 16,0 0 279-16,-5 0 140 0,-6-1 71 0,1-11 34 0,-5-2-242 0</inkml:trace>
  <inkml:trace contextRef="#ctx0" brushRef="#br0" timeOffset="-208723.79">16604 18242 2491 0,'-15'-8'0'16,"2"1"0"-16,2 6 0 0,4-2 0 0,0 2 0 0,3-2 0 0,3 2 0 0,1 1 0 0,0 0 0 0,1 0 0 0,11 0 561 0,3 1-263 0,4 2-131 0,4 2 183 0,-5-1-286 0,5 2-64 15,0-3 0-15,-3 1 0 0,2 2 0 0,-2-3-544 16,0-1 509-16,-3 2 32 0,1-2-1 16,-1 2 40-16,3-4 0 0,-2 2-380 0,1-2 136 0,6 0 110 15,-2 0-786-15,4 0 424 0</inkml:trace>
  <inkml:trace contextRef="#ctx0" brushRef="#br0" timeOffset="-208537.33">17244 17976 3525 0,'0'2'0'0,"-4"0"0"0,3-1 0 0,-1 2 0 0,2-2 0 0,0 1 0 0,2-1 0 0,9 2 0 0,8-2 0 0,4-1 0 0,4 0 205 0,-1 0-83 0,3 0-43 16,-5 0-79-16,6 0 0 16,-3 0 0-16,-1-1 0 0,-6-2 0 15,3 2 0-15,-4-1 0 0,-3 2 0 0,0 0-701 16,-5 0 285-16,-2 0 226 0,1 0 112 0,-3 3-943 0,-3 11 497 0</inkml:trace>
  <inkml:trace contextRef="#ctx0" brushRef="#br0" timeOffset="-208341.12">17322 18284 3424 0,'-20'7'0'0,"5"1"0"0,2 1 0 0,6-1 0 0,0-3 0 0,6 0 0 0,1-2 0 0,0 4 0 0,10-5 0 0,6 1 0 0,5 0 422 0,7-3-337 15,1 0-85-15,-1 0 0 0,4 0 0 16,0-3 0-16,-2 2 0 0,-2-3 0 0,0-2 0 0,-6 5 0 16,1-2-378-16,-2-2 40 0,-1 3-1562 15,-1 1 1802-15,-2-1 32 0,0 0-1 0,0-2 31 16,1 0-314-16</inkml:trace>
  <inkml:trace contextRef="#ctx0" brushRef="#br0" timeOffset="-208113.91">17922 17893 2993 0,'0'-5'0'0,"0"2"0"0,0 2 0 0,0 1 0 0,-2 0 0 0,2 7 0 0,0 12 0 0,0 6 0 0,0 5 0 0,0 3 0 0,0 0 765 0,0 2-592 0,0 2-173 0,0 7 0 0,0-4 0 16,0 0 0-16,0 4 0 0,0-7 0 15,2 3 0-15,-2-3 0 0,2-1 0 0,-2-6 0 16,0-2 0-16,0-7 0 0,0 0-3 0,0-11-241 0,0 1 141 15,0-6-6-15,0-1 60 0,0-4-927 16,0 0 475-16,0 0 232 16,0-11-352-16,0-13 292 0,0-4 147 0,0-5-113 0</inkml:trace>
  <inkml:trace contextRef="#ctx0" brushRef="#br0" timeOffset="-207720.72">17871 17940 2753 0,'0'-35'0'0,"0"-1"0"0,0 4 0 0,4 4 0 0,9 3 0 0,6 3 0 0,2 1 0 0,3 4 0 0,4 4 0 0,6 2 0 0,0 3 204 15,3 4-84-15,1 4 337 0,-2 0-201 0,-2 0-115 16,-2 14-141-16,-6 2 0 0,-4 4 0 16,-3 8 0-16,-6 2 0 0,-7 1 0 0,-4 3 0 15,-2 4 0-15,-3 3 0 0,-13-5 0 0,-9 7 0 16,-1-6 0-16,-1-3 0 16,4-9 0-16,-7 1 0 0,2-4 0 0,1-4 0 15,1-6 0-15,6-4 0 0,2-1 0 0,7-5 0 16,-1 0 0-16,5-2 0 0,2 0 0 15,5 0 0-15,0 0 0 0,0 0 0 0,12 0 0 16,11-2 0-16,7 0 0 0,2 2 0 0,4 0 0 0,-1 0 0 16,3 0 0-16,-2 4 0 0,-4 11 0 0,-4 2 0 0,-2 4 0 15,-5 2 0-15,-4 5 0 0,-4-4 0 0,-6-4 0 16,-3 11 0-16,-4-6 0 16,0 3 0-16,-4-6 0 0,-14 4 0 0,-1-3 0 15,-4-3 0-15,-1-1 0 0,-2-1 0 16,-6-8 0-16,0 0 0 0,-2-5 0 0,-4-1 0 15,1-2 0-15,-1-2 0 0,3 0 0 0,-1 0 0 16,6-4 0-16,0-7 0 0,6-4 0 0,3-4 0 0,6-5 0 16,3-5 0-16,5-5-18 15,7-4-34-15,0-3 12 0,5-2-1 0,18 2-1161 0,5-2 588 0</inkml:trace>
  <inkml:trace contextRef="#ctx0" brushRef="#br0" timeOffset="-207553.26">18395 17963 3570 0,'25'-4'0'0,"-2"1"0"0,-5 2 0 0,-1 0 0 0,-2 1 0 0,0 0 0 0,0 0 0 0,4 0 0 0,2 0 0 0,3 1 0 0,2 4 167 16,4 1 27-16,10-2-194 0,1-2 0 15,0 0 0-15,5-2 0 16,-7 2 0-16,2-2 0 0,1 0 0 0,-3 0 0 0,-5 0 0 16,-2 0 0-16,-10 2 0 0,1 4 0 15,-5-2 0-15,-6 6-875 0,-3 5 183 0,-7 7 312 0</inkml:trace>
  <inkml:trace contextRef="#ctx0" brushRef="#br0" timeOffset="-207387.98">18641 18276 3510 0,'-16'4'0'0,"4"1"0"0,3 1 0 0,3-4 0 0,5 0 0 0,1 2 0 0,1 1 0 0,12-1 0 0,8 0 0 0,9 0 0 0,0-1 252 0,4-1-83 15,1-2-169-15,-1 0 0 0,2 0 0 0,-2 0 0 16,-3 0 0-16,-1 0 0 0,-3 0 0 0,1 0 0 15,-1 0 0-15,4 0 0 0,1 2-768 0,2 2 288 16,6-2 154-16</inkml:trace>
  <inkml:trace contextRef="#ctx0" brushRef="#br0" timeOffset="-207046.51">19460 18126 3550 0,'-13'-4'0'0,"2"4"0"0,-2 0 0 0,-2 0 0 0,0 0 0 16,1 10 0-16,2 5 0 0,3 1 0 0,2 5 0 0,5 5 0 0,2 4 381 0,0 1-381 16,0 1 0-16,9-2 0 0,1-8 0 0,10 8 0 0,-4-4 0 0,7-3 0 0,0-4 0 0,4-2 0 15,-4-6 0 1,10-4 0-16,-1-3 0 0,0-4 0 0,2 0 0 0,1-11 0 16,-4-5 0-16,3-5 0 0,-4-2 0 0,-1-2 0 15,-4 1 0-15,-2-3 0 0,-2 0 0 0,-5-3 0 16,-4 1 0-16,-3-3 0 0,-5-2 0 0,-2 0 0 15,-2-1 0-15,0-2 0 0,-15 3 0 0,-4 0 0 16,-6 3 0-16,-3 8 0 16,-9-1 0-16,-3 10 0 0,-1 7 0 0,-1 2 0 0,0 5 0 0,4 0 0 15,-9 8 0-15,4 9 0 16,1 3 0-16,5 4 0 0,9-4 0 0,-3 6 0 16,7 2 0-16,2 1 0 0,3 6 0 0,8-4 0 15,1 4 0-15,4 0 0 0,6 3 0 0,0 5-657 16,0 1 33-16</inkml:trace>
  <inkml:trace contextRef="#ctx0" brushRef="#br0" timeOffset="-201847.49">22284 18013 1313 0,'0'-3'0'0,"0"-5"0"0,0-2 0 0,0 2 0 0,0-2 0 0,0-5 0 0,0 1 0 0,0 2 0 0,2-3 0 0,-1 2 0 0,-1-2 139 0,0-1-56 0,0 3-24 16,0 0 0-16,-1 0 88 15,-8 2-55-15,0-1-20 0,-2 3 122 0,0-1-79 16,-4 4-39-16,-1-2-1 0,-2 2 104 0,-1 2-63 16,-2 2-44-16,1 1 83 0,-3 1-59 0,2 0-30 15,-1 0-1-15,3 1 26 0,0 6-33 0,1 3 1 16,2-1-23-16,4 1 51 0,-2 1-25 0,5 1 9 15,0 0 4-15,0 4-39 0,-1-1 0 0,2 1 0 16,-1 4-31-16,-1 1 40 0,1 8-9 16,-4 1-11-16,0 9-25 0,2-3 0 15,2-2 0-15,0 2 0 0,4-3 0 0,3 2 0 16,2-6 0-16,0 3 0 0,0-7 0 0,7-5 0 16,7-1 0-16,4 2 0 0,3-9 0 0,4 1 0 15,1-4 0-15,6-6 0 0,2 0 0 0,2-3 0 16,6 0 0-16,-2 0 0 0,-6-4 0 0,2-4 0 15,-3-1 0-15,-3 0 0 0,-3 0 0 0,-6 4 0 16,-3-1 0-16,-2 2 0 0,-4 1 0 0,-3 2 0 16,0-2-71-16,-2 1 8 0,-3 2-671 0,1 0 340 15,-1 0 184-15,1 2-720 16</inkml:trace>
  <inkml:trace contextRef="#ctx0" brushRef="#br0" timeOffset="-201184.56">22539 18015 1985 0,'0'0'0'0,"0"0"0"0,0 0 0 0,0 0 0 0,0 0 0 0,0 0 0 0,0 0 0 0,0 0 0 0,0 1 0 0,0-1 0 0,0 3 223 0,0 0-93 16,0-1 135-16,0 0-105 0,0 1-66 0,0-2-29 15,0 0 88-15,0 3-59 0,0-3-29 0,0-1 9 16,0 1-71-16,0-1-1 16,0 0 34-16,0 0-38 0,0 0 0 0,0 0 47 15,0 0-9-15,0 0-115 0,0 0 57 0,0 0 30 16,0 0 1-16,0 0 10 0,-2 3-40 0,0-2 1 16,1 1-980-16,-1 2 482 0,0-2 241 0,2 2 112 15,0 1-392-15</inkml:trace>
  <inkml:trace contextRef="#ctx0" brushRef="#br0" timeOffset="-200126.4">22840 17837 1462 0,'-10'-10'0'0,"2"5"0"0,3-1 0 0,-2 0 0 0,3 1 0 0,-2-2 0 0,0 1 0 0,1-2 0 0,1 1 0 0,2 0 0 0,2 3 80 0,0-3 130 0,0 1-87 0,0-3-44 16,0 3 10-16,2-2 26 0,4 1-40 0,3-1 1 15,2 1 22-15,0 1-22 0,5 0-9 0,-2 2-31 16,4 0 43-16,-2 3 0 0,5 1-43 16,-3 0 24-16,3 0-24 0,0 0 0 15,-2 3 0-15,-2 7-33 0,-1-1 1 0,0 0 41 16,-4 3-73-16,0 0 31 0,-4 2 1 0,-1 0 32 16,-3 4-83-16,-3-1 43 0,1 0-1 0,-2 1 32 15,0 1-16-15,-3-2 6 0,-7 1-15 16,0 2 80-16,-4-4-35 0,-1 2-1 0,0-3-25 0,-2 0 44 15,-2-2-16-15,3-2 6 16,-3 0 64-16,0-4-43 0,4 2-15 0,-2-3 1 16,4-4 58-16,2 2-33 0,-1-2-62 0,3 0-25 15,2-2 0-15,0 2 0 0,5-2 0 0,1 0 0 16,-1 0 0-16,2 0 0 0,0 0 0 0,0 0 0 16,2 0 0-16,8 0 0 0,2 0 0 0,6 0 0 15,0 0 0-15,3 0 0 0,0 0 0 0,1 4 0 16,1 1 0-16,-2 4 0 0,-1-2 0 0,-1 4 0 15,-3 2 0-15,-2 0 0 0,-3 2 0 0,-3-1 0 16,-3 2 0-16,-3 2 0 16,-2 0 0-16,0 0 0 0,0 0 0 0,-10-2 0 15,-3 0 0-15,-6 2 0 0,3-1 0 0,-1-4 0 16,-7 4 0-16,5-7 0 0,-6 2 0 0,7-3 0 16,-5 0 0-16,2-2 0 0,-2-1 0 0,5-1 0 15,-3-1 0-15,5-4 0 0,-1 0 0 0,2 0 0 16,3 0 0-16,1-1 0 0,6-9 0 0,0-1 0 15,5-4-368-15,0-3 9 0,3-2 166 0,10-2-611 16,4 1 383-16,7 1 193 0,2-1 95 0</inkml:trace>
  <inkml:trace contextRef="#ctx0" brushRef="#br0" timeOffset="-199939.26">23201 17966 2500 0,'12'0'0'0,"3"0"0"0,2 0 0 0,-4 0 0 0,3-1 0 0,-2-1 0 0,4-1 0 0,3 2 0 0,5-3 0 0,1 0 0 0,3-2 487 0,0 2-225 0,2 3-113 16,2-1 42-16,1 0-81 0,0 1-38 0,-1-1-210 15,-5 2 88-15,2 0 42 0,-9 0 10 0,2 0-505 16,-3 0 270-16,-4 3 135 0,-4 2 66 0,-5 2-724 16,-3-1 358-16,-1 0 157 0,-4 4 103 0,0-2-359 15</inkml:trace>
  <inkml:trace contextRef="#ctx0" brushRef="#br0" timeOffset="-199703.61">23612 17688 2263 0,'-10'-11'0'0,"4"4"0"0,1 2 0 0,1 1 0 0,0 1 0 0,1 0 0 0,-1 3 0 0,4 0 0 0,0 0 0 0,0 11 0 0,0 4 182 15,0 7-73-15,0 1 395 0,2-1-224 0,0 11-127 16,0-2-58-16,-1 4 237 0,-1-2-319 0,0 1-13 15,0 1 0-15,0 1 0 0,0-1 0 0,-1 0 0 16,-1-2 0-16,-2-1 0 16,1-5 0-16,1 5-86 0,1-6-85 0,1 0 103 15,0-7-2-15,0 0-575 0,0 0 285 0,0-4 167 16,0-2 78-16,3 0-423 0,4 2 250 0,-2-5 117 16</inkml:trace>
  <inkml:trace contextRef="#ctx0" brushRef="#br0" timeOffset="-199389.15">24072 17751 3049 0,'-6'-10'0'0,"5"6"0"0,0 3 0 0,1-2 0 0,0 2 0 0,0-1 0 0,0 2 0 0,0 0 0 0,0 2 0 0,0 10 0 0,6 7 146 0,0 5-55 0,-3 3 160 16,1 6-112-16,-1 0-51 0,1 1 79 0,-2-3-167 15,-2 8 0-15,0-3 0 0,0 2 0 0,0 0 0 16,0-2 0-16,0-2 0 0,0 1 0 0,0-9 0 16,-4 6 0-16,2-9-124 0,-1-2-27 0,1-3 90 15,0-3-14-15,0-6-485 0,1 1 266 0,-1-5 128 16,0 0-155-16,0-4 142 0,-2 2 71 0,3-3 27 15,0 0-375-15,-1-6 209 0,2-9 105 0,0-7-275 16</inkml:trace>
  <inkml:trace contextRef="#ctx0" brushRef="#br0" timeOffset="-199116.98">24045 17855 2132 0,'-1'-28'0'0,"1"9"0"0,0-1 0 0,0 1 0 0,1 3 0 0,10-1 0 0,5 4 0 0,2 2 0 15,10 2 0-15,1 6 0 0,1 0 269 0,2 3-115 0,3 0-50 0,-1 8 262 0,-1 10-164 0,-1 1-83 0,3 9 144 16,-9 3-113-16,-4-1-48 0,3 9-36 16,-9-1-62-16,0 2-4 0,-9-7 0 0,-1 6 0 15,-5 1 0-15,-1 3 0 0,-3-1 0 0,-10 0 0 16,-4 0 0-16,0-10 0 0,-5 4 0 0,-7 5 0 16,3-7 0-16,-4-2 0 0,-2-5 0 15,-2-2 0-15,-1-4 0 0,-5-1 0 0,7-6 0 0,-4-3 0 16,4-6 0-16,11-2 0 0,-3-3 0 15,4 0 0-15,7 0 0 0,0-9 0 0,8-6 0 0,5-5 0 16,1-5-57-16,0-5-851 16,12 1 435-16,11-8 219 0,5 5-708 0</inkml:trace>
  <inkml:trace contextRef="#ctx0" brushRef="#br0" timeOffset="-198955.07">24507 17992 3356 0,'15'-1'0'0,"1"-3"0"0,0 2 0 0,-2-3 0 0,0-1 0 0,2 1 0 0,2 1 0 0,5-1 0 0,3 1 0 0,2 3 0 0,2 0 245 0,2-2-108 16,0 3-50-16,0 0 19 0,0 0-106 0,-2 0 0 15,-3 3 0-15,3 3 0 0,-10 3-143 0,2-2 55 16,-2 4-921-16,-4-2 522 0,-4 6 236 0,-5 3 135 16</inkml:trace>
  <inkml:trace contextRef="#ctx0" brushRef="#br0" timeOffset="-198773.49">24770 18203 2987 0,'-20'5'0'0,"2"1"0"0,6-1 0 0,0-1 0 0,3-1 0 0,3 0 0 0,5-1 0 0,1 1 0 0,0 5 0 0,5-3 0 0,10 1 120 0,2-1 229 16,2 0-156-16,-1-1-68 0,1 2-49 0,1-3 5 16,0 3-81-16,1-3 0 0,-1 0 0 0,-1-3 0 15,0 0 0-15,-1 0 0 0,1 0-492 0,-1 0 114 16,0 0 208-16,3 0-843 0,-2 0 488 0,5 0 245 15,-3 0 121-15</inkml:trace>
  <inkml:trace contextRef="#ctx0" brushRef="#br0" timeOffset="-198456.62">25220 18177 2349 0,'3'-8'0'15,"-1"0"0"-15,-2 5 0 0,0-1 0 0,0 3 0 0,0-1 0 0,0-1 0 0,0 3 0 0,0 0 0 0,0 0 0 0,0 5 201 0,0 5-86 0,1 4 202 0,7 1-140 0,0 1-70 16,0 2 348-16,2 0-245 0,2-1-210 15,1 2 0-15,4-2 0 0,0-4 0 16,5 0 0-16,-1-6 0 0,3 1 0 0,2-6 0 16,1-2 0-16,-1 0 0 0,1-6 0 0,-7-5 0 15,1-2 0-15,-1-2-20 0,-3-1-125 0,-5-2 12 16,-3-1-17-16,-2-1 18 0,-3-1 52 0,-2-1 0 16,-2-4 106-16,0 0-32 0,-4 2 0 0,-8 2 170 15,-4-4-96-15,-4 2-52 0,-3 8-27 0,-5 2 304 16,-3 4-150-16,-2 4-90 0,1 5-53 0,-2 1 0 15,3 0 0-15,0 4 0 0,3 10 0 0,7-3 0 16,3 6 0-16,1 0 0 16,6 1 0-16,1 2 0 0,4 0 0 0,3 2 0 15,3 4 0-15,0-2 0 0,0 2 0 0,0 0-285 16,0 3-207-16,1 1 194 0,7 11 135 0</inkml:trace>
  <inkml:trace contextRef="#ctx0" brushRef="#br0" timeOffset="-196743.02">27482 17965 2294 0,'-13'-11'0'0,"8"6"0"0,3 4 0 0,2 1 0 0,0 0 0 0,0 0 0 0,0-3 0 0,2 3 0 0,9 0 0 0,6 0 0 0,3 0 142 0,5 0-53 16,-1-1 205-16,7 1-133 0,-1-3-62 0,-2 3 11 0,0 0-37 15,-9 0 0-15,5 0-27 16,-3 7 73-16,-6 1-41 0,0 5-1 0,-8 2-40 15,-5 3 37-15,-2 6 9 0,-6 5-47 0,-17 8 10 16,-7-5-46-16,-3 7 0 0,-11 8 0 0,8-7 0 16,-11 10 0-16,12-12 0 0,2 4 0 0,3-6 0 15,8-8 0-15,10-6 0 0,0 0 0 0,8-4 0 16,4-2 0-16,0-3 0 0,10-3 0 0,11-3 0 16,6-1 0-16,3-3 0 15,5-1 0-15,0-2 0 0,1 0 0 0,0 0 0 0,-2-2 0 0,-2-1 0 16,-4-1 0-16,-9-2 0 0,6 3 0 0,-5-1 0 15,-5 3 0-15,2-2 0 0,-9 1 0 0,0 2-711 16,0 0 271-16,-4 0 207 16,-2 0 98-16,-1 0-653 0,-1 2 376 0</inkml:trace>
  <inkml:trace contextRef="#ctx0" brushRef="#br0" timeOffset="-196572.17">27502 18303 3091 0,'-24'-18'0'0,"6"7"0"0,6 6 0 0,1-1 0 0,6 2 0 0,1 3 0 0,4-3 0 0,0 3 0 0,8-2 0 0,10 1 0 16,12 1 133-16,2-2 457 0,1 3-473 0,3 0-117 0,1 0 0 15,2 0 0-15,-1 0 0 0,7 3 0 0,-7 0 0 16,4 2 0-16,-1-1 0 0,-3-2 0 0,6-2-916 16,-3 0 447-16,-6 2 250 0</inkml:trace>
  <inkml:trace contextRef="#ctx0" brushRef="#br0" timeOffset="-196411.93">28183 18060 3093 0,'-10'-11'0'0,"5"5"0"0,-1 4 0 0,1 1 0 0,3-3 0 0,2 3 0 0,0-3 0 0,0 3 0 0,15 0 0 0,7 1 0 0,1-3 638 0,0 3-438 16,7 0-200-16,-5 0 0 0,4 0 0 0,1 0 0 0,-1 3 0 15,-5-1 0-15,6 4-94 0,-2 0-198 16,-8 2 164-16,-1-1-956 0,-3 7 555 0</inkml:trace>
  <inkml:trace contextRef="#ctx0" brushRef="#br0" timeOffset="-196244.19">28353 18280 2655 0,'-20'4'0'0,"1"0"0"0,5 3 0 0,2-3 0 0,4-4 0 0,3 0 0 0,3 0 0 0,2 0 0 0,0 0 0 0,11 0 0 16,8 0 521-16,6 0-242 0,-1 0-122 0,7 0 7 0,-1 0-64 0,0 0-45 0,3 0-55 0,-1 0-126 15,-2 0 36-15,0-2 63 16,-4 0-732-16,-5 0 407 0,2 0 190 0,-1-1-708 16,-2 3 417-16,0-3 208 0</inkml:trace>
  <inkml:trace contextRef="#ctx0" brushRef="#br0" timeOffset="-195836.72">28948 17955 2947 0,'-8'-7'0'0,"6"-1"0"0,2 1 0 0,0-3 0 0,0-1 0 0,10 2 0 0,8-3 0 0,6 1 0 0,3 4 0 0,3 1 0 0,-1 0 245 0,3 4-95 15,-2 2-61-15,0 0 145 0,-3 8-98 0,-4 5-50 16,-3 1-42-16,-7 4-44 0,-1 0 0 0,-7 3 0 16,-3 0 0-16,-2 2 0 0,0 1 0 0,-11-3 0 15,-10 4 0-15,-1-5 0 0,-3-2 0 0,-1-3 0 16,2-1 0-16,4-5 0 0,-3-2 0 15,3-1 0-15,10-4 0 0,-2 0 0 16,6-1 0-16,3-1 0 0,1 0 0 0,2 0 0 16,2 2 0-16,12 0 0 0,7 2 0 0,3 2 0 15,5 4 0-15,1 0 0 0,0 5 0 0,-1-1 0 16,-5 4 0-16,-2 3 0 0,-3 3 0 0,-6 1 0 16,-4-1 0-16,-4 2 0 0,-5-1 0 0,0 3 0 15,-12-4 0-15,-8 0 0 16,-5 0 0-16,-5-6 0 0,-3-5 0 0,-2-2 0 0,-8-3 0 15,3-2 0-15,7-5 0 0,-6-1 0 16,1 0 0-16,2 0 0 0,4-1 0 0,2-9 0 16,10 1 0-16,1-2 0 0,6-3 0 0,3 3 0 15,5-1 0-15,5-2 0 0,0-1 0 0,17 1-123 16,8 4-308-16,13 5 202 0</inkml:trace>
  <inkml:trace contextRef="#ctx0" brushRef="#br0" timeOffset="-195669.47">29867 18537 3931 0,'-6'-31'0'0,"1"19"0"0,0 1 0 0,5-6 0 0,-5 0 0 0,1-1 0 0,-2 6 0 0,-1-2 0 0,2 4 0 0,0-1 0 0,-1 3 0 0,4 2 0 0,0 5 0 16,1 1 0-16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23:37.78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4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13:24:38.722"/>
    </inkml:context>
  </inkml:definitions>
  <inkml:trace contextRef="#ctx0" brushRef="#br0">10778 16212 1644 0,'-7'-10'0'0,"1"9"0"0,1 0 0 0,4 1 0 0,1 0 0 0,0 0 0 0,0 0 0 0,0 0 0 0,0 0 0 0,0 0 0 0,0 0 133 15,0 0 231-15,0 0-158 0,0 0-78 0,0 0-41 16,0 0 210-16,0-3-113 0,0 3-74 0,0 0-31 16,0 0 108-16,0 0-70 0,0 0-35 15,0 0 230-15,0 3-311 0,0-2-1 0,0 0 0 16,0-1 0-16,0 3 0 0,0-3 0 0,0 0 0 16,0 0 0-16,0 0 0 15,0 0 0-15,0 0 0 0,0 1 0 0,0 2 0 0,0-1 0 0,1 2 0 16,1-1 0-16,3 1 0 15,0 0 0-15,1 1 0 0,-1 0 0 0,3 1 0 16,0-2 0-16,3 1 0 0,-2 0 0 0,4 0 0 16,2-3 0-16,2 0 0 0,0 0 0 0,2-2 0 15,0 2 0-15,1-2 0 0,1 0 0 0,2 0 0 16,-5 0 0-16,5 0 0 0,0 0 0 0,-3 0 0 16,2 0 0-16,1 3 0 0,-3-3 0 0,3 3 0 15,2-2 0-15,1 1 0 0,-1 0 0 0,1-2 0 16,1 1 0-16,2-1 0 15,3 0 0-15,1 0 0 0,4 0 0 0,4 0 0 16,-7 0 0-16,5 0 0 0,1 0 0 0,-1 0 0 16,-2-1 0-16,7-3 0 0,-8 0 0 0,1-1 0 15,8-1 0-15,-5 1 0 0,1-1 0 0,-2 2 0 16,3-1 0-16,-5 0 0 0,10-2 0 0,-5 4 0 16,-1-1 0-16,0 0 0 0,-8 1 0 0,8-1 0 15,-2-1 0-15,0 4 0 16,-1-3 0-16,1 3 0 0,4-4 0 0,-7 4 0 15,9-2 0-15,-4 2 0 0,3-1 0 0,1 0 0 16,-3 0 0-16,-1 1 0 0,5-2 0 0,-4 3 0 16,-1-1 0-16,2-2 0 0,-1 3 0 0,-5-1 0 15,10-4 0-15,-4 3 0 0,0-1 0 0,3-1 0 16,0 1 0-16,3-3 0 0,-2 4 0 0,0-2 0 16,-2 1 0-16,2 0 0 0,-4 0 0 0,-3 0 0 15,7 3 0-15,-2-3 0 0,-2 2 0 0,2 1 0 16,0 0 0-16,4 0 0 15,4 0 0-15,-4 0 0 0,3 0 0 0,2 0 0 16,-1-2 0-16,0 0 0 0,-1 2 0 0,1-1 0 16,2-2 0-16,1 1 0 0,8 1 0 0,-6-1 0 15,11 0 0-15,-5-2 0 0,-2 2 0 0,0 0 0 16,0 0 0-16,-7 1 0 0,12-1 0 0,-3 0 0 16,2 0 0-16,1-1 0 0,3 2 0 0,-11 0 0 15,15 1 0-15,-8-4 0 0,0 3 0 0,-1 0 0 16,4 1 0-16,2 0 0 15,3-3 0-15,0 3 0 0,-3-1 0 0,2 1 0 16,-3 0 0-16,-4-3 0 0,12 3 0 0,2-1 0 16,10-1 0-16,-17 2 0 0,6 0 0 0,-11 0 0 15,14 0 0-15,-5 0 0 0,-1 0 0 0,11 0 0 16,-2 0 0-16,-8 0 0 0,5 0 0 0,3 0 0 16,8 0 0-16,-6 0 0 0,-2 0 0 0,23 0 0 15,-10 0 0-15,2 0 0 0,-2 0 0 0,1 0 0 16,6 0 0-16,4 0 0 15,-2 0 0-15,-2 0 0 0,0 0 0 0,3 0 0 16,8 0 0-16,-2 0 0 0,-6-2 0 0,0 2 0 16,9 0 0-16,9 0 0 0,-29 0 0 0,3 0 0 15,11 0 0-15,30 0 0 0,9 0 0 0,-13 5 0 16,-18 2 0-16,45 0 0 0,-24 1 0 0,-2-3 0 16,2 1 0-16,-3 1 0 0,-17-1 0 15,34-1 0-15,-9 4 0 0,-5-3 0 0,-2 0 0 16,5 2 0-16,4 0 0 0,0-3 0 15,-4 1 0-15,3 1 0 0,8 1 0 0,-9-2 0 16,-17 0 0-16,29 4 0 0,-3-2 0 0,-9-1 0 16,-3 3 0-16,0-1 0 0,6 0 0 0,-3 4 0 15,-10-4 0-15,-1 1 0 0,0 1 0 0,3 3 0 16,-22-5 0-16,7 4 0 0,-3-2 0 0,12 2 0 16,-12 0 0-16,-22-1 0 0,-7-1 0 0,16 4 0 15,-16-2 0-15,-2-1 0 0,-4-3 0 16,-10 0 0-16,-10-2 0 0,9 2 0 15,-22-6 0-15,0 1 0 0,-3-3 0 0,-10-1 0 16,-3 0 0-16,-5 0 0 0,-1-1 0 0,-8-6 0 16,-3-3 0-16,-3 0 0 0,-4 3 0 0,-4-2 0 15,-3-1 0-15,-4 3 0 0,0 0 0 0,-18 4 0 16,-12 3 0-16,-12 13 0 0</inkml:trace>
  <inkml:trace contextRef="#ctx0" brushRef="#br0" timeOffset="15446.37">15637 2413 1146 0,'-4'-19'0'0,"0"3"0"0,2 8 0 0,0 2 0 0,0 1 0 0,1 1 0 0,1-2 0 0,-2 2 0 0,0 1 0 0,2 0 0 0,0 2 44 0,-2 1 63 0,2 0-10 0,0-1-53 16,0 1-1-16,0 0-45 0,0 0 0 0,-2 0 56 15,-1 1-10-15,-1 9-1 0,-1 1 1 0,-4 2-1 16,2 2-53 0,-4 0 65-16,-1 2-12 0,-2 3 22 0,-2 1-24 0,0 0 0 0,-3 3-20 0,-1 1 44 15,-1 0-28-15,-2 2 1 0,-2 3 0 0,-3 4-42 16,2-4 1-16,0 1 60 0,-6 10-17 0,2-2-54 15,-4 4 52-15,-4 8-13 0,2-2 11 0,3-4-1 16,-8 11-3-16,3-6-48 16,0 1 0-16,6-7 35 0,-7 8 8 0,9-9-43 15,-6 5 39-15,1 7-4 0,1-5 4 0,-1 0 11 16,-2 3-12-16,5-8 2 0,-9 11-3 0,4-3-1 16,-3-5 0-16,2 3-5 0,-3 0 7 0,6-7 1 15,-5 10-3-15,8-9 9 0,0 2-8 0,0-2 4 16,2-4-3-16,5-3-60 0,-6 5 25 0,3-6-4 15,0-1 34-15,1-2-38 0,1-2 0 16,1-4 28-16,-1 2 4 0,2-2-54 16,2-2 50-16,2-1-10 0,2-2-17 0,4-7 18 15,2 0 4-15,0 0-45 0,3-3-1 0,2-1 40 16,1-3 2-16,2-4 4 0,0 1-3 0,2-2-24 16,0-3 21-16,2 1-187 0,-2-2 81 0,2 0 39 15,0 2-1-15,0-2-152 0,0 0 93 0,0 0 32 16,0 0-230-16,0 0 148 0,0 0 68 0,0 0 35 15,2 0-138-15,8-2 86 16,-1-1 33-16</inkml:trace>
  <inkml:trace contextRef="#ctx0" brushRef="#br0" timeOffset="16062.22">13892 4464 1373 0,'-9'0'0'0,"1"0"0"0,0 0 0 0,3 0 0 0,1 0 0 0,2 0 0 0,0-3 0 0,2 2 0 0,0-1 0 0,0 0 0 0,6 0 81 0,9-3-37 0,2 1-1 0,2-2 50 16,1 3-38-16,5-2-12 0,-1 0 1 0,3 0-49 16,-1 1 49-16,1 0 0 0,2 0-43 15,1 1-10-15,3-3 53 0,-2 2-71 0,3 0 28 0,2 0-1 16,-1 1 18-16,3-2-21 15,4 0-22-15,-1 0 50 0,1 1-24 0,2-2-11 16,-5 5-12-16,11-3 36 0,-8 1-14 0,3-1-9 16,1 0 14-16,-2 0 5 0,-2 0 32 0,12 0-2 15,-7-1-30-15,4-1 1 0,-1-1 45 0,5-1 1 16,-2 1-32-16,1-1 24 0,0-1-27 0,1-1-2 16,2 1 8-16,-1 1-17 0,3-1 23 0,4-1-12 15,-3 2-39-15,4-2 40 0,2 1-1 0,1-1 1 16,-5 0-48-16,16 0 45 0,-7 0-6 15,2 1 4-15,-1-1-34 0,-8 1 4 16,17 0 19-16,-7 1-32 0,-1-2 33 0,2 1 2 16,2 0-3-16,3 0 11 0,-4 1-12 0,2-2 3 15,2 3-6-15,1-3 42 0,-1 1-38 0,3 0 4 16,1-1-16-16,10 2 14 0,-9-2 2 0,2 0-6 16,2 1 5-16,-12 1 3 0,19 0-4 0,-11 1-22 15,0 2 22-15,-9 2 0 16,20-3-2-16,-17 2-37 0,17 0 36 0,-6-2-5 15,2 2-8-15,6-1 12 0,-1-3 0 0,6 1-23 16,3 0 21-16,2-5-2 0,5-1 1 0,2-1 1 16,16-1-2-16,-26 3-2 0,12-3 2 0,-2 0-4 15,-5-1 4-15,-1 2 0 0,-4-1 0 0,-13 1-16 16,17-2 15-16,-13 3 1 0,-6-1-10 0,-10 5 9 16,2-2 0-16,-13 1-1 0,8 1-40 0,-22 1-3 15,0 2 41-15,-9 1-135 0,-14 2 63 0,-7 2 22 16,-2-1 2-16,-13 1-281 0,-2 1 147 0,-6 0 56 15,-2 0 43-15,-19 0-307 0,-11 0 180 0</inkml:trace>
  <inkml:trace contextRef="#ctx0" brushRef="#br0" timeOffset="16888.56">15556 2310 738 0,'-9'-9'0'0,"0"1"0"0,0 3 0 0,2-1 0 0,2 0 0 0,1 0 0 0,0 0 0 0,3 1 0 0,1-1 0 0,0 1 0 0,0-1 86 0,12-1-44 16,8-1 38-16,0 1-27 0,10-3-10 0,9-1 21 0,1 2-22 15,3-3 0-15,4 1-23 0,3-1 33 0,5-2-11 16,9-1 1-16,-4 1-12 0,4 0 11 0,-1-2 1 16,-4 1 10-16,16-1-53 0,-3-1-12 15,0 0 52-15,4-2-15 0,14-1-37 0,-15 1 25 16,21-2-7-16,-8 2-18 0,1 1-1 15,-2 0 30-15,0 3-36 0,-10 2 0 0,7 2 39 16,-1 0-9-16,-1 0-24 0,10 1 24 0,-18 2 3 16,8-1-3-16,14 0-18 15,-8 0 15-15,4-3 3 0,2 0-6 0,6 4 4 0,-10-4-1 0,25-1 1 16,-10 0 21-16,4 0-21 0,0 0 1 0,3-3-16 16,-4 3 16-16,0 1 0 0,-4 0 3 0,-5 1-48 15,1-1 43-15,-12 3 1 0,17-4 0 0,-7 1-45 16,0 1 42-16,-1-2 1 0,4 1-7 0,-7 2-42 15,19-5 44-15,-10 2-10 16,3-2-19-16,-3 2 27 0,3-1-9 0,-12 3-2 16,20-3 7-16,-12 2-1 0,-5 1 1 0,-5 1-48 15,-2 2 47-15,-13 0-2 0,6 0 1 0,-8 0-30 16,0 2 0-16,-5 0 24 0,-5-1 3 0,-8 3-17 16,-1 0 15-16,-1 1-7 0,-5 1 0 0,-4-1 0 15,-11 0 5-15,1 2 28 0,-5-1-28 16,-6 0-1-16,-5 2 0 0,-1-2-3 0,-3 0 5 0,-7 2 0 15,0 0 1-15,-4 0-22 16,-1-1 21-16,-1 1 0 0,-1 0 0 0,0 0-29 16,-2-2 28-16,0 2-3 0,0 0-30 0,0 0 27 15,0 0 3-15,0-3-68 0,0 3 34 0,0 0-6 16,0 0 35-16,1 0-191 0,-1 0 89 0,2 0 27 16,-2 8 9-16</inkml:trace>
  <inkml:trace contextRef="#ctx0" brushRef="#br0" timeOffset="17294.84">22041 1353 912 0,'-3'0'0'15,"-2"0"0"-15,3 0 0 0,1-1 0 0,1 0 0 0,-2-2 0 0,2 1 0 0,0 2 0 0,0 0 0 0,0 0 0 0,0 0 101 0,0 0-10 0,-4 0-49 0,0 5 0 16,-1 3 49-16,0 4 1 0,-4 0-40 0,0 2 29 16,-2 3-40-16,-4 2 1 0,-2 3-1 0,-2 1 1 15,-5 7 10-15,-5 3-10 0,-3 6-1 0,-9 7 107 16,-1 4-53-16,-9 7-26 16,-2 5 9-16,-13 16 67 0,0-3-52 0,1 2 0 0,-4 1-12 0,-3 7-1 15,1 0-28-15,-1 1 14 0,2-4-24 0,8-4-1 16,7-7 1-16,2-1-4 0,7-9 14 15,-2 5-11-15,-1 1 1 0,2-2 30 16,0-2 1-16,-1 1-31 0,0 1 10 0,2-2-26 16,-2-3 15-16,4-4 1 0,4 0-82 0,0-3 40 15,9-7 2-15,-3-2-87 0,4-1 52 0,1-3 30 16,3-3-15-16,5-7-28 0,5-6 25 0,0 0-3 16,3-6-3-16,3-4-141 0,1-2 63 0,6-4 47 15,-1-2-5-15,4-5-292 16,0 2 147-16,0-3 83 0,0 0-442 0,0 0 263 0</inkml:trace>
  <inkml:trace contextRef="#ctx0" brushRef="#br0" timeOffset="18441.93">16567 744 1327 0,'1'-10'0'0,"-1"5"0"0,2 0 0 0,-2 2 0 0,0-1 0 0,0 1 0 0,0 1 0 0,0 0 0 0,0 0 0 0,0 0 0 0,0 2 155 0,0 0-60 0,0 0 94 0,0 0-73 16,0 0-35-16,-3 6 69 0,1-1-42 0,-2 1-10 15,2 0-54-15,2-1 69 0,-1 1-35 0,1-2 1 16,0 1-24-16,0-1 30 0,0-2-41 0,0 2 0 16,0-3 1-16,0-1-2 0,1 2 13 0,1-2-12 15,-2 0-38-15,0 0 39 0,2 0-1 0,-2 0 36 16,0 0 10-16,0 0-45 15,0 0-1-15,0-2-36 16,0-1 1-16,0-3 35 0,0 2 11 0,0 1-25 0,0-1 8 0,-4 3 5 16,1-3-1-16,-4 3 35 0,2 1 15 0,-2 0-49 15,-3 0-1-15,4 1-37 0,-1 5-5 16,3 0 0-16,0 2 0 0,3-4 0 0,-1 2 0 0,2-3 0 16,0 0 0-1,0 2 0-15,0-5 0 0,9 0 0 0,5 0 0 0,-2 0 0 0,4-6 0 16,-3-5 0-1,1-1 0-15,0-1 0 16,-3 0 0 0,-4 2 0-16,1-3 0 0,-6 6 0 0,0-2 0 0,0 2 0 0,-2 3 0 0,0-1 0 0,-4 2 0 0,-8 3 0 15,-2 1 0-15,-4 0 0 0,-3 4 0 0,5 7 0 0,-9 1 0 0,11 2 0 16,-2-1 0-16,5 0 0 0,4-4 0 0,0 2 0 16,2-1 0-16,5-2 0 15,0-1 0-15,0 1 0 0,0-5 0 0,2 1 0 0,6-2 0 0,1 0 0 16,2-2 0-16,3 0 0 15,-5 0 0-15,0-2 0 0,-2-5 0 0,-2-1 0 16,-1-3 0-16,-2-1 0 16,-2 1 0-16,0 1 0 0,0 1 0 0,-11 2 0 0,-1 1 0 15,-3 3 0-15,1-1 0 0,-2 3 0 16,1 1 0-16,4 0 0 0,2 0 0 0,-2 0 0 0,6 0 0 0,3 2 0 16,2 7 0-16,0 0-8 0,4-2-368 0,15 2 140 15,4-4 96-15,4 4 48 16,3-4-1-16,2 1 38 0,0-1-926 0,-2 1 469 15,-7-2 233 1</inkml:trace>
  <inkml:trace contextRef="#ctx0" brushRef="#br0" timeOffset="19653.02">16680 690 1348 0,'-5'0'0'0,"3"0"0"0,-1 0 0 0,1 0 0 0,0 0 0 0,0 0 0 0,0 0 0 0,0 0 0 0,2 0 0 0,-1 0 0 0,-1 0 274 16,2 0-115-16,-2 0-47 15,0 0-39-15,0 0 188 0,1 0-109 0,-1 0-54 0,-3 0 1 0,3 4 118 16,-1 2-92-16,-1 4-40 16,2 0 110-16,-1 0-75 0,-1 4-38 0,2-1 50 0,0 0-50 0,-1 2 1 15,1 0-39-15,-1 0 29 16,3 2-29-16,-2-3 11 0,0 3-37 0,2-2-18 0,-1 3 0 0,1-2 0 15,0 2 0-15,0-2 0 16,-2 1 0-16,2 0 0 0,0 0 0 0,-2 2 0 16,2 0 0-16,-2 1 0 15,0-1 0-15,-1 2 0 0,1 1 0 0,-2 0 0 0,2-1 0 0,-4 6 0 16,4-7 0-16,-2 3 0 0,1-1 0 16,-1 0 0-16,1 1 0 0,1-2 0 0,0 2 0 0,0-2 0 15,0-2 0-15,1 1 0 0,-1 1 0 0,2-1 0 16,-2 1 0-16,-3-2 0 0,3 2 0 15,-1-1 0-15,-1 1 0 0,1-1 0 16,-1 3 0-16,2-5 0 0,-2 3 0 0,3 2 0 16,-1-2 0-16,-1 0 0 0,3-2 0 0,-2 4 0 15,0 1 0-15,2 0 0 0,-1-4 0 0,1 6 0 16,-2-1 0-16,0-1 0 0,0 1 0 0,0-1 0 16,0-1 0-16,-1 3 0 0,-1-2 0 0,2 1 0 15,-1-4 0-15,0 0 0 0,-1 4 0 16,1 0 0-1,1-7 0-15,0 5 0 0,0-3 0 0,0 2 0 0,1 0 0 0,-1-1 0 16,0 1 0-16,2 1 0 0,-2-3 0 0,0 4 0 16,2-1 0-16,-2 0 0 0,1-1 0 0,-1 0 0 15,2 2 0-15,-3-2 0 0,1 1 0 0,0-3 0 16,2 2 0-16,-1-2 0 0,1 4 0 0,-2-4 0 16,2 2 0-16,0 2 0 0,0-5 0 0,0 3 0 15,0-2 0-15,0 1 0 0,0 0 0 0,0-1 0 16,0 3 0-16,0-5 0 15,0 3 0-15,0-2 0 0,0 4 0 0,0-2 0 16,0-1 0-16,0 6 0 0,0-6 0 0,0 1 0 16,0 1 0-16,0 0 0 0,0-1 0 0,0 1 0 15,0 1 0-15,0-2 0 0,0 0 0 0,0 0 0 16,-2 0 0-16,2-1 0 0,-2-3 0 0,2 4 0 16,-2 0 0-16,2-4 0 0,-2 1 0 15,2-4 0-15,-1 1 0 0,1-7 0 0,-2 6 0 0,2-4 0 16,0-3 0-16,0-1 0 15,0-2 0-15,-2 0 0 16,2-3 0-16,0-1 0 0,0 0 0 0,0 0 0 0,0 0 0 0,0 0 0 16,0 0 0-16,0 0 0 0,0 0 0 0,0-1 0 15,0-5 0-15,0-4 0 0,0-1 0 0,0-3 0 16,0 0 0-16,2-1 0 0,0 0 0 0,-1 0 0 16,1 2 0-16,0 2 0 0,0 1 0 0,0-1 0 15,-2 3 0-15,0 2 0 16,0 2 0-16,0 1 0 0,0 1 0 0,0 0 0 15,0 2 0-15,0 0 0 0,0 0 0 0,0 0 0 16,-8 7 0-16,3 6 0 0,0-1 0 0,-2 2 0 16,2-2 0-16,1 2 0 0,0-1 0 0,4-5 0 15,-1 1 0-15,1-2 0 0,0-1 0 0,0-1 0 16,0-2 0-16,0-3 0 0,0 0 0 0,0 2 0 16,0-2 0-16,0 0 0 0,0 0 0 0,0 0 0 15,1-2 0-15,1-4 0 0,0 2 0 0,0-2 0 16,0 2 0-16,-2 1 0 15,0 1 0-15,0 1 0 0,0-2 0 0,0 3 0 16,0 0 0-16,0 0 0 16,0 0 0-16,-4 0 0 0,0 6 0 0,1 1 0 0,-1 1 0 0,2 0 0 15,2-2 0-15,0 0 0 0,0 0 0 0,0-2 0 16,0 0 0-16,0-3 0 16,2 2 0-16,2-3 0 0,1 0 0 0,2 0 0 0,-1 0 0 0,0-3 0 15,-2-2 0-15,0-1 0 16,-3-1 0-16,1 3 0 0,-2-1 0 0,0 0 0 15,0 2 0-15,-2 1 0 0,-8-2 0 0,-1 2 0 16,1 2 0-16,-1 0 0 0,1 0 0 0,0 0 0 16,5 0 0-16,0 2 0 0,3 0 0 0,-1 2 0 15,3-1 0-15,0 2 0 0,0-3 0 0,3 2 0 16,6-1 0-16,2 0 0 0,1 0 0 0,0-2 0 16,1-1 0-16,1 2 0 0,-5-2 0 0,3 0 0 15,-1 2-285-15,0 0 95 0,-1 0 73 16,-3 0-956-16</inkml:trace>
  <inkml:trace contextRef="#ctx0" brushRef="#br0" timeOffset="30112.52">14972 550 3126 0,'0'0'0'0,"0"0"0"0,0 0 0 0,0 0 0 0,0 8 0 0,0 8 0 0,0 7 0 0,3 1 0 0,3 6 0 0,2 0 0 0,1 4 231 0,0 8-102 16,1-4-46-16,-1 1 79 0,1 0-63 0,0 0-31 16,-3-1-35-16,2 4-33 0,-4-4 0 0,1 1 0 15,0-2 0-15,-4-2 0 0,0 0 0 16,0-4 0-16,-2-1 0 0,0-2 0 0,0-2 0 0,0-5 0 15,-6-2 0-15,-2 1 0 16,3-6 0-16,-3-2 0 0,3-5 0 0,-1 1 0 0,0-8-292 0,-1 0-219 16,1 0 236-16,1-3 120 0,3-17-451 15,0-8 284-15,2-7 134 0,0-14-409 0,0-4 280 16,0-12 141-16,0 2 69 0,0-5-104 16,0 7 101-16,-6-12 46 0,-7 21 64 0,-3-2 0 15,-4 7 0-15,3 10 0 0,1 1 0 0,-2 4 142 16,6 6-108-16,4 3-35 0,4 2 613 0,4 4-240 15,0 1-188-15,3 0 589 0,15 3-367 0,5 2-185 16,5 1-92-16,6 5 433 0,7 1-267 0,-1 2-130 16,-7 2-128-16,5 0-37 0,-5 4 0 0,-1 7 0 15,-3 0 0-15,-11 3 0 0,3 6 0 16,-6-3 0-16,-7 2 0 0,-3 4 0 16,-3 3 0-16,-2 1 0 0,-4-3 0 0,-13 2 0 15,-3 0 0-15,-5-3 0 0,-1-2 0 0,-4-5 0 16,0 0 0-16,0-3 0 0,-1-2 0 0,7-5 0 15,-6 0 0-15,12-3 0 0,-3-3 0 0,4 0 0 16,5 0 0-16,3 0 0 16,2 0 0-16,5 0 0 0,0 0 0 0,2 0 0 0,0 0-60 0,4 0-838 15,7 7 435-15,4 3 213 16,2-1 107-16,4 7-588 0,-1-4 347 0</inkml:trace>
  <inkml:trace contextRef="#ctx0" brushRef="#br0" timeOffset="30436.84">15372 973 2750 0,'2'5'0'0,"-2"5"0"0,0-3 0 0,0 2 0 0,0 3 0 0,0 2 0 0,-2-2 0 0,0 4 0 0,2-1 0 0,0 2 0 0,0-2 341 0,5 0-152 0,7-1-76 0,3-1 217 15,2-1-146-15,1-2-160 0,3-3-24 0,0-3 0 16,1-1 0-16,-1-3 0 0,0 0 0 0,-3 0 0 15,0 0 0-15,-2-7 0 0,-2-3 0 0,-3-1 0 16,-2-3 0-16,-3 3 0 0,-2-5 0 16,-2-2 0-16,-2 2 0 0,0-4 0 0,-6 2 0 0,-7 0 0 15,-2 4 0-15,-2-4 0 16,-2 9 0-16,-2-1 0 0,0 2 0 0,1 5 0 16,-1 0 0-16,2 3 0 0,1 0 0 0,3 0 0 15,0 8 0-15,3 2 0 0,5 1 0 0,0 0 0 16,3 0 0-16,4 1 0 0,0 1 0 0,0 1 0 15,0 0-11-15,2 1-353 0,7-2 157 0,6 1-867 16,2-2 508-16</inkml:trace>
  <inkml:trace contextRef="#ctx0" brushRef="#br0" timeOffset="30605.3">15901 1123 3931 0,'-2'-2'0'0,"2"2"0"16,0 0 0-16,-1 0 0 0,-1 0 0 0,-2 0 0 0,2 0 0 0,1 0 0 0,1 0 0 0,-2-1 0 0,2 1 0 0,0 0 0 0,0 0 0 15,0 0 0-15,0 0 0 0,0 0 0 0,2 0 0 16,5 0 0-16</inkml:trace>
  <inkml:trace contextRef="#ctx0" brushRef="#br0" timeOffset="35449.18">16423 3905 3931 0,'-1'0'0'0,"1"0"0"0,-2 0 0 0,2 0 0 0,0 0 0 0,-2 0 0 0,2 0 0 0,0 0 0 0,0-3 0 0,0 3 0 0,0-2 0 0,0 2 0 0,2 0 0 0,1 0-1154 0,1 0 523 16</inkml:trace>
  <inkml:trace contextRef="#ctx0" brushRef="#br0" timeOffset="39283.42">16737 3463 1202 0,'0'-10'0'0,"0"2"0"0,0-2 0 0,0 2 0 0,0 1 0 0,0-1 0 0,0 2 0 0,0 0 0 0,0 1 0 0,0-1 0 0,0 1 181 0,0-1-70 0,-2 2-34 0,-1-1 155 16,-1 2-94-16,0-1-39 0,-1 2-10 0,-2 0 147 15,-4 0-98-15,1 2-48 0,-1 0 0 0,-7 4 110 16,1 12-85-16,-1 3-36 0,-3 6 124 0,1 3-80 15,1 4-41-15,-1 1 10 0,6 2 37 16,0 1-44-16,7-3 0 0,3-4-30 16,4 0-55-16,0-6 0 0,4 3 0 0,11-7 0 15,2-2 0-15,4-4 0 0,2-2 0 0,-3-2 0 16,8-3 0-16,-4 0 0 0,3-2 0 0,-6-1-101 16,-1-3 14-16,1 0 23 0,-5 0-315 0,2 0 127 15,-6 0 112-15,-2 0-593 0,1 0 346 0,-3 0 162 16,3-1 97-16</inkml:trace>
  <inkml:trace contextRef="#ctx0" brushRef="#br0" timeOffset="39549.01">16802 3567 2162 0,'-10'-8'0'0,"4"2"0"0,3 2 0 0,1-2 0 0,2 1 0 0,0-2 0 0,2 1 0 0,12 0 0 0,5 0 0 0,2 5 0 0,1 1 622 0,1 0-291 0,0 0-134 16,1 9 273-16,-4 4-321 0,1 4-149 0,-4 0 0 15,-6 0 0-15,0 1 0 16,-1 3 0-16,-6 1 0 0,-2 0 0 0,-2 3 0 16,0-5 0-16,-12 5 0 0,-3-5 0 0,-6-2 0 15,0 1 0-15,-6-3 0 0,-3-6 0 0,2-1 0 16,-2-4 0-16,2-1 0 0,-1-4 0 0,3 0 0 16,3 0 0-16,1 0 0 0,3-2 0 0,5-5 0 15,2-5-154-15,6 0 11 0,4-3 39 0,2-2-579 16,2-3 321-16,14 0 160 0,2-3-554 0,7 2 358 15,1-1 167-15</inkml:trace>
  <inkml:trace contextRef="#ctx0" brushRef="#br0" timeOffset="39751.55">16979 3453 2737 0,'4'-8'0'0,"2"2"0"0,-4-1 0 0,-2 5 0 0,0-1 0 0,0 1 0 0,0 2 0 0,-2 0 0 0,-4 12 0 0,0 4 0 0,1 2 641 0,1 4-290 0,2-2-160 16,1 9-180-16,1-4-11 0,0-1 0 0,1-2 0 15,5-1 0-15,6 3 0 16,4-3 0-16,-2-2 0 0,0-4 0 0,2 0 0 16,0-4 0-16,-1 0 0 0,0-3 0 0,0-2 0 15,-2-4 0-15,2-2-690 0,-3 0 190 0,1 0 234 16,-3 0 113-16,1-2-539 0,-1-8 326 0,0 1 162 16,0-7 71-16</inkml:trace>
  <inkml:trace contextRef="#ctx0" brushRef="#br0" timeOffset="39919.37">17248 3568 2840 0,'0'-7'0'0,"0"5"0"0,0-1 0 0,-2 0 0 0,2 3 0 0,0 0 0 0,0 0 0 0,0 8 0 0,0 0 0 0,2 7 0 0,3-1 197 15,1 1 227-15,0 0-181 0,-2 2-106 0,-1 0-47 16,1 0-90-16,-2-3 0 0,0 2 0 0,-1-1 0 16,-1 0 0-16,0-4 0 0,0 1 0 0,0-5 0 15,0 3 0-15,0-5 0 0,0 0 0 0,0-1-917 16,-1-1 435-16,1 0 135 0,0-3-510 0,0 0 398 15</inkml:trace>
  <inkml:trace contextRef="#ctx0" brushRef="#br0" timeOffset="40110.43">17414 3663 2789 0,'7'0'-2'0,"-3"0"1"16,1 0 0-16,0 0 1 0,1 0 0 0,4 3 0 0,-1 0 0 0,-2 3 0 0,1 3 0 0,0 0 0 0,-1 1 194 0,-1 3-77 0,-5 0 347 15,1 1-211-15,-2 1-135 0,0 1-118 0,-2 1 0 16,-7 3 0-16,-3-6 0 0,0 3 0 0,-1-4 0 16,-1 1 0-16,3-5-411 0,-2-2 155 0,2-1 149 15,4-2 74-15,-4-3-418 0,4-1 125 0,2 0 144 16,3-1 71-16,2-12-562 0</inkml:trace>
  <inkml:trace contextRef="#ctx0" brushRef="#br0" timeOffset="40292.92">17579 3389 3533 0,'3'-1'0'0,"1"1"0"0,1 0 0 0,1 0 0 0,-3 0 0 0,4 3 0 0,-2 5 0 0,3-2 0 0,-1 3 0 0,1 2 0 0,-1-1 280 0,2 1-162 16,-1 0-118-16,0 3-10 0,1-1-51 0,-3-1 51 0,1-1 0 0,-1 3-232 15,-2-4 152-15,0-1 60 0,-3-1 35 16,5 0-746-16,-4-5 339 0,-1-1 212 15,5-2-680-15</inkml:trace>
  <inkml:trace contextRef="#ctx0" brushRef="#br0" timeOffset="40494.15">17845 3209 2819 0,'4'-2'0'0,"-2"0"0"0,2 2 0 0,-2 0 0 0,-1 0 0 0,1 8 0 0,0 3 0 0,0 4 0 0,-2 4 0 0,0 7 0 0,0-1 123 0,-4 7 429 15,-7 1-246-15,-4 9-175 0,0-3-131 0,-2 4 0 16,-1 2 0-16,0-1 0 0,-1-4 0 0,-5 8 0 16,4-5 0-16,-3 1 0 0,2-7 0 0,4-5 0 15,2 1 0-15,0-4 0 0,8-6-256 0,1-3 65 16,2-3 49-16,2-8-835 0,2-1 458 0,0-4 243 16</inkml:trace>
  <inkml:trace contextRef="#ctx0" brushRef="#br0" timeOffset="40684.01">17867 3612 3101 0,'6'0'0'0,"0"0"0"0,0 0 0 0,-4 0 0 0,-1 0 0 0,1 4 0 0,0 3 0 0,0 2 0 0,0 1 0 0,-2 1 0 0,2 4 618 16,-2 1-406-16,0-2-212 15,0 2 0-15,0 1 0 0,0 1 0 0,0-3 0 0,0 0 0 0,0-1-7 16,0-4-228-16,0-1 148 15,-2 0-354-15,0-3 241 0,0-2 120 0,0-3-5 16,2 2-915-16</inkml:trace>
  <inkml:trace contextRef="#ctx0" brushRef="#br0" timeOffset="41214.96">18149 3628 2837 0,'0'0'0'0,"0"0"0"0,0 0 0 0,0 0 0 0,2 0 0 0,0 0 0 0,2 0 0 0,-2 0 0 0,2 0 0 0,-2 4 0 0,-1 3 408 16,1 0-185-16,0 1-93 0,-2 1-36 0,0 5-46 15,0-3-10-15,-7 0 1 0,-3 1-1 0,1-2-117 16,-2 3 69-16,-1-4 19 0,-1-2-565 0,2 1 297 16,1-4 149-16,1 1-744 0,-2-3 358 0,5 0 233 15</inkml:trace>
  <inkml:trace contextRef="#ctx0" brushRef="#br0" timeOffset="41612.71">18333 3281 3174 0,'0'-10'0'0,"0"7"0"0,0-3 0 0,0 0 0 0,0 0 0 0,2 1 0 0,6-1 0 0,3 1 0 0,2-1 0 0,4 1 0 16,2 1 126-16,3-2 225 0,1 5-156 0,-2-2-110 0,3 3-85 15,-2 0 0-15,1 0 0 0,0 0 0 0,-5 0 0 0,1 3 0 16,-2 1 0-16,-2 1 0 15,-6-2 0-15,3 3 0 0,-4-2 0 0,-3 1 0 16,-3 1 0-16,0-1 0 0,-2 7 0 0,0 1 0 16,-11 2 0-16,-5 4 0 0,-2 3 0 0,-3 3 0 15,-4 3 0-15,-3 4 0 0,6-6 0 0,0 4 0 16,1-1 0-16,2-3 0 0,7-5 0 0,2-1 0 16,2-3 0-16,6-6 0 15,0 2 0-15,2-5 0 0,0-1 0 0,0-1 0 0,2-2 0 0,4 0 0 16,7-4 0-16,-1 1 0 15,-2-1 0-15,3 0 0 0,-1 0 0 0,1 0 0 16,-1 0 0-16,0 0 0 0,-1 0 0 0,3-1 0 16,-7-2 0-16,4 2 0 0,-3-1-169 0,0-2 19 15,-1 0 55-15,-3 1-677 0,-1-1 365 0,-3-1 172 16,0-4 102-16,0 2-563 0</inkml:trace>
  <inkml:trace contextRef="#ctx0" brushRef="#br0" timeOffset="41768.01">18354 3440 2866 0,'-11'-3'0'0,"3"-2"0"15,4 4 0-15,1 0 0 0,3-2 0 0,0 3 0 0,0-2 0 0,3 2 0 0,15 0 0 0,6 0 0 0,0 0 213 0,4 0 445 0,2 0-464 0,0 0-194 0,-3 0 0 16,5 0 0-16,-4 0 0 0,-2 0 0 0,1 0 0 16,-1 6-48-16,-6-2 15 0,5 0 31 0,-4 2-965 15,1-3 451-15</inkml:trace>
  <inkml:trace contextRef="#ctx0" brushRef="#br0" timeOffset="41935.32">18797 3476 3302 0,'0'4'-1'0,"0"3"-1"0,0-1 1 0,0-1-1 0,-2 3 2 0,2 2 0 0,0 1 0 0,0 0-1 0,0 2 1 0,0 3-1 0,0-5 269 0,4 5 101 0,0-1-369 0,2-1 0 15,-2-2 0-15,-1 2 0 0,-1-3 0 0,0-2 0 16,1 1 0-16,-1-2-246 15,0-5 87-15,-2-1 98 0,2-1 60 0,0-1-916 16,1 0 307-16</inkml:trace>
  <inkml:trace contextRef="#ctx0" brushRef="#br0" timeOffset="42126.48">18949 3146 3931 0,'18'7'0'0,"-4"-1"0"0,3-1 0 0,0 3 0 0,0 1 0 0,2 3 0 0,0 2 0 0,-4 2 0 0,5 7 0 0,-6 2 0 0,-2 5 0 0,-1 3 0 0,-6 2 0 16,-1 5 0-16,-4 4 0 0,0-1 0 0,-4 1 0 15,-12 0 0-15,0-5 0 0,1-6 0 0,-5 1 0 16,-5-3-189-16,-5 2 25 0,-2-5 101 16,-6-4-1138-16</inkml:trace>
  <inkml:trace contextRef="#ctx0" brushRef="#br0" timeOffset="46201.55">4079 7867 2572 0,'-7'-2'0'0,"4"0"0"0,-1 0 0 0,3 0 0 0,-4 0 0 0,5 1 0 0,0 1 0 0,-1 0 0 0,1 0 0 0,0 0 0 0,0 11 98 0,0 6-29 0,0 1 116 0,0 5-72 15,0-1-26-15,0 8-11 0,0 0 107 0,0 2-72 16,0 3-35-16,1 0 0 0,2 2 10 0,0 9-10 16,2-3-35-16,-1-1 41 0,1 2-82 15,0 0 0-15,-1-5 0 0,3 8 0 0,-2-4 0 0,1-10 0 16,0 3 0-16,0 0 0 15,0-4 0-15,-1-3 0 0,-2-2 0 0,1-4 0 16,1-1 0-16,-1 0 0 0,-2-2 0 0,-1-4 0 16,1-4 0-1,-2-1 0-15,0-3 0 0,0-3 0 0,0-3 0 0,0 0 0 16,0-2 0-16,0 0 0 0,0 0 0 0,-5 0 0 0,-1-5 0 0,-3-9 0 16,1-1 0-16,1-2 0 0,-4-2 0 0,1-4 0 15,-2 1 0-15,-1-1 0 0,1 0 0 16,-5 2 0-16,4 0 0 0,-5 2 0 0,1 4 0 0,-3-1 0 15,-1 1 0-15,0 3 0 0,2 1 0 16,-1 1 0-16,1 3 0 16,1 2 0-16,1 1 0 0,-3 2 0 0,4 1 0 15,0 1 0-15,2 0 0 0,-3 0 0 0,-1 10 0 16,2 2 0-16,-3 4 0 0,2 3 0 0,4 0 0 16,-1 3 0-16,-1 1 0 0,9-4 0 0,-1 3 0 15,4 3 0-15,3-2 0 0,0 1 0 0,1 0 0 16,9-2 0-16,7 1 0 0,1 0 0 0,6-2 0 15,1-1 0-15,4-2 0 0,3 0 0 0,0-4 0 16,1-4 0-16,-1-1 0 16,3-3 0-16,-3-4 0 0,1 0 0 0,-2-2 0 15,-6 0 0-15,4 0 0 0,-9-2 0 0,0-2 0 16,0-3 0-16,-5-1 0 0,-4 2 0 0,-2 1 0 16,-4-1 0-16,0 3 0 0,-3-1 0 0,2 0 0 15,-2-2 0-15,-2 2 0 0,0-1 0 0,0 0 0 16,0-1 0-16,0 2 0 0,0-1 0 0,0 2 0 0,0 0 0 15,0 1 0-15,0 0 0 0,5 0 0 16,2 0-420-16,6 1 142 16,2 1-932-16,0 0 585 0,7 0 292 0</inkml:trace>
  <inkml:trace contextRef="#ctx0" brushRef="#br0" timeOffset="46574.09">4500 8236 2172 0,'-10'0'0'0,"2"0"0"0,3 0 0 0,2 0 0 0,1 0 0 0,2 0 0 0,0 0 0 0,2 0 0 0,16 0 0 0,5 0 0 0,7 0 627 0,1 3-294 0,3-3-148 0,1 1 300 16,5-1-356-16,-1 2-129 0,7-2 0 0,-15 2 0 15,5-2 0-15,-3 0 0 0,-6 0 0 16,-4 0 0-16,-3 0 0 0,-3 0 0 0,-6 0 0 15,1 0-501-15,-7 0 158 16,0 0 99-16,-4 0 124 0,1 0-512 0,-2 0 297 16,0 6 149-16</inkml:trace>
  <inkml:trace contextRef="#ctx0" brushRef="#br0" timeOffset="46777.64">4602 8533 3103 0,'-19'10'0'0,"3"4"0"0,6-6 0 0,3-2 0 0,2-2 0 0,5-1 0 0,0 1 0 0,1-2 0 0,15 2 0 0,11 0 0 0,1-1 242 16,5-1-101-16,2-2 304 0,2 0-445 0,4 0 0 0,-4 0 0 15,-2 0 0-15,0 0 0 0,-5 0 0 0,-3 0 0 16,-4 0 0-16,0-2 0 0,-1 0 0 0,-4-1 0 16,-8 1 0-16,1 0 0 0,-2 2-966 0,-2 0 411 15,-2 0 236-15,0 0 141 0,-1 0-740 0,2 0 440 16</inkml:trace>
  <inkml:trace contextRef="#ctx0" brushRef="#br0" timeOffset="47420.15">5421 7906 1821 0,'0'-2'0'0,"0"0"0"0,-2 1 0 0,-2-4 0 0,3 4 0 0,0-1 0 0,-2 1 0 0,3 1 0 0,-2 0 0 0,2 0 0 0,0 0 133 0,0 0-37 0,0 0-9 0,0 0 233 15,0 0-140-15,0 0 195 0,0 1-168 0,0 7-74 16,0-1-51-16,0 5-1 0,0 0 232 16,0 6-210-16,0-2-103 0,0 3 0 15,0 5 0-15,0 0 0 0,0 5 0 0,0 1 0 0,0 2 0 16,0 3 0-16,2 7 0 0,-2-1 0 0,3 2 0 0,-2 1 0 16,0 1 0-16,2-4 0 0,-2 10 0 15,1-7 0-15,0-2 0 0,-2-4 0 0,2-1 0 0,-1 1 0 16,-1-4 0-16,0-2 0 0,0-3 0 15,0-4 0-15,0 0 0 0,0-5 0 0,0-1 0 16,0-4 0-16,0-4 0 0,0-1 0 16,0-3 0-16,0-2 0 0,0-1 0 0,0-2 0 15,0-2 0-15,0 0 0 0,0 3 0 16,0-3 0-16,0 0 0 0,0 0 0 0,0 0 0 16,0 0 0-16,0 0 0 0,0 0 0 0,0 0 0 15,0 0 0-15,-1 0 0 0,-1 0 0 0,-2 0 0 16,3-3 0-16,-3 0 0 0,4-3 0 15,0-1-1308-15</inkml:trace>
  <inkml:trace contextRef="#ctx0" brushRef="#br0" timeOffset="48438.21">5710 7977 2599 0,'-4'0'0'0,"1"-2"0"16,-1 1 0-16,0-1 0 0,2 0 0 0,2 2 0 0,-2 0 0 0,2 0 0 0,0 0 0 0,0 0 0 0,0 0 220 0,0 0-94 0,0 0-43 0,2 0-1 0,6 0-41 15,1 0 362-15,2 0-172 0,-1 0-99 16,-1 0-118-16,-1 0-14 0,2 0 0 0,-3 0 0 15,-2 0 0-15,1 0 0 0,-1 0 0 16,-2 0 0-16,-1 0 0 0,0 0 0 0,-1 0 0 16,1 0 0-16,0 0 0 0,0 0 0 15,-1 0 0-15,-1 0 0 0,2 0 0 0,0 0 0 0,1 0 0 16,-3 0 0-16,3 0 0 0,-3 0 0 0,0 0 0 16,0 0 0-16,0 0 0 0,0 0 0 0,2 0 0 15,-2 0 0-15,0 0 0 0,0 0 0 0,0 0 0 16,0 0 0-16,3 0 0 0,-3 0 0 15,1 0 0-15,1 0 0 0,0 0 0 16,-1 0 0-16,1 0 0 0,0 0 0 0,0 0 0 16,3 0 0-16,0 0 0 0,-1 0 0 0,0 0 0 15,1 0 0-15,0 0 0 0,2 0 0 0,-1 0 0 16,2 0 0-16,1 0 0 0,0 0 0 0,3 0 0 16,1 0 0-16,3 0 0 0,1 0 0 0,1 0 0 15,4 0 0-15,4 0 0 16,1 0 0-16,3 0 0 0,0-2 0 0,5 2 0 0,2-2 0 15,4 2 0-15,1-2 0 0,1 0 0 16,4 0 0-16,1 0 0 0,-5 1 0 0,12-3 0 16,-6-2 0-16,-1 1 0 0,-3-1 0 0,-9 2 0 15,3-1 0-15,-7 2 0 0,-3-1 0 0,-6-1 0 16,-5 2 0-16,-5 0 0 0,-2 2 0 16,-2-1 0-16,-5 0 0 0,-1 0 0 0,-1 2 0 15,-2-1 0-15,0 1 0 0,0-2 0 0,0-1 0 0,0 2 0 16,-7-1 0-16,0 1 0 0,3-5 0 0,-3 4 0 15,2 0-195-15,0-3-304 16,1 4 229-16,-3-3-767 0</inkml:trace>
  <inkml:trace contextRef="#ctx0" brushRef="#br0" timeOffset="48669.31">6709 7686 2640 0,'-3'0'0'0,"1"0"0"0,2 2 0 0,0-2 0 0,0 0 0 0,0 0 0 0,15 2 0 0,6 2 0 0,3 1 0 0,4 0 0 0,-2 5 559 0,4 0-249 0,3 1-140 0,-5 5 82 16,-1-4-252-16,1 3 0 0,-4 0 0 0,-5 0 0 15,-1 1 0-15,-3-1 0 0,-2 0 0 0,-6 0 0 16,-3-2 0-16,-2 1 0 0,-2 4 0 0,0-3 0 16,-11 2 0-16,-5 1 0 0,-6-1 0 0,-4 0 0 15,-1 2 0-15,-11 2 0 0,2-2 0 0,-3 1 0 16,-5 0 0-16,-1 5-999 0,-2-1 465 15,-13 5 247-15</inkml:trace>
  <inkml:trace contextRef="#ctx0" brushRef="#br0" timeOffset="49481.11">5878 8267 1928 0,'-6'-2'0'0,"2"1"0"0,0 1 0 0,0-3 0 0,2 3 0 0,2 0 0 0,-3 0 0 0,3 0 0 0,0 0 0 0,0 0 0 0,0 0 115 0,0 6-37 16,3 4 0-16,-1 5 270 0,4 1-158 0,2 7 290 16,-3 0-220-16,1 6-110 0,-1 1-55 0,1 3 114 15,0 0-209-15,-2 5 0 0,1 2 0 0,-1-5 0 16,1 10 0-16,-1-10 0 0,1 11 0 0,-2-7 0 16,1-6 0-16,1 3 0 15,-3 0 0-15,3-4 0 0,-4-2 0 0,0-8 0 0,2 1 0 16,-2-4 0-16,1-6 0 0,-2 0 0 0,0-6 0 0,0-3 0 15,0 0 0-15,0-4 0 16,0 0-161-16,0 0 25 0,0 0 48 0,-3 0-366 0,-2-5 207 16,-2-11 104-16,2-2-228 0,-2-11 170 15,-2-10 81-15,4-4 39 0,-1-8-513 0,1-11 277 0,0 8 129 16</inkml:trace>
  <inkml:trace contextRef="#ctx0" brushRef="#br0" timeOffset="49721.77">5837 8404 2352 0,'-9'-17'0'0,"4"5"0"0,1 3 0 0,2 0 0 0,2 2 0 0,0-1 0 0,0 1 0 0,2-1 0 0,12 1 0 0,2-1 0 0,7 0 531 0,1 3-246 0,3 2-122 16,-1 2 246-16,1 1-218 0,-7 0-191 0,4 0 0 0,-1 5 0 15,-3 4 0-15,1 2 0 16,-8 0 0-16,-2 0 0 0,2 0 0 0,-7 1 0 16,-2 0 0-16,-2 0 0 0,-2 1 0 0,0 0 0 15,-2-2 0-15,-8 2 0 0,-7-3 0 0,2-2 0 0,-5 1 0 0,-1-4 0 16,-5 0 0-16,2-2 0 15,5-1 0-15,-6-1 0 0,5-1 0 16,-1 0 0-16,4 0 0 0,2 0 0 0,6 3-381 16,1-1-19-16,4-2 180 0,2 1 80 0,2 3 55 0,0 3-371 15,2 4 208-15,17-2-553 0,3 1 380 0</inkml:trace>
  <inkml:trace contextRef="#ctx0" brushRef="#br0" timeOffset="50064.28">6217 8639 2835 0,'0'11'0'0,"0"0"0"0,0-1 0 0,0 1 0 0,0-1 0 0,-5 0 0 0,2 2 0 0,3 1 0 0,-2 2 0 0,2 0 0 16,0 2 506-16,0-2-237 0,5 0-115 0,4 0 13 0,3 0-167 16,-1-2 0-16,2-2 0 0,-1-1 0 0,0-3 0 15,-1-3 0-15,1-1 0 0,-3-3 0 0,2 0 0 16,1 0 0-16,-2 0 0 0,-2-5 0 0,0-6 0 15,0-2 0-15,-2-2 0 16,-3-1 0-16,0 0 0 0,-1-1 0 0,-2 0 0 16,0-2 0-16,0 3 0 0,0-1 0 0,-7 3 0 15,-4 0 0-15,-1 2 0 0,1 3 0 0,-2 1 0 16,0 3 0-16,-2 1 0 0,2 2 0 0,0 0 0 16,0 2 0-16,1 0 0 0,0 0 0 0,1 2 0 15,4 2 0-15,0 1 0 0,2 3 0 0,-1-5 0 16,1 5 0-16,3-3 0 0,-1 2 0 0,3-2-286 15,-2 2-47-15,2-1 136 16,0 2 84-16,0 1-642 0,2 1 357 0,8-3 179 0</inkml:trace>
  <inkml:trace contextRef="#ctx0" brushRef="#br0" timeOffset="52539.01">7758 7681 2244 0,'0'0'0'0,"0"0"0"0,-2 0 0 16,2 0 0-16,0 0 0 0,0 0 0 0,0 0 0 0,0 0 0 0,0 0 0 0,0 0 0 0,0 0 238 0,0 4-100 0,0 3-50 0,0 3-24 0,0-1 321 0,0 0-163 15,0 6-97-15,0-2-43 0,0 4 263 0,2 1-345 16,0 2 0-16,-1 2 0 0,-1 5 0 0,0 1 0 0,0 0 0 15,0 2 0-15,0 0 0 0,0 0 0 16,0-1 0-16,0 1 0 0,0-1 0 0,0 0 0 16,0-2 0-16,0-6 0 15,-1 4 0-15,1-3 0 0,-2-1 0 0,2-1 0 0,-2 1 0 0,1-1 0 16,-2 0 0-16,1 0 0 16,2-1 0-16,-1 0 0 0,0 0 0 0,-3-1 0 0,4-1 0 15,-2 1 0-15,2-3 0 16,-2-1 0-16,2-3 0 0,-2 4 0 0,2-1 0 0,-1-1 0 15,1 2 0-15,-2 0 0 0,0 2 0 0,0 0 0 16,1-1 0-16,-1 2 0 0,0 3 0 0,1-4 0 16,1 1 0-16,-3-1 0 0,1 0 0 15,2 0 0-15,-2-1 0 0,2-1 0 0,-1 2 0 0,1 2 0 16,0-2 0-16,0 2 0 0,-3 2 0 16,3-2 0-16,0 4 0 0,0-1 0 0,0 3 0 15,0 0 0-15,0 1 0 0,0-5 0 0,0 2 0 16,0-3 0-16,0-1 0 15,0-1 0-15,0 0 0 0,0-3 0 0,0-5 0 16,0 0 0-16,0 0 0 0,0-3 0 0,0-1 0 16,0-2 0-16,0-2 0 0,0-1 0 0,0-1 0 15,0 2 0-15,0-2 0 0,0 0 0 0,0 0 0 16,0 0 0-16,0 0 0 0,0 0 0 0,0 0 0 16,0 0 0-16,0 0 0 15,0 0 0-15,0 0 0 0,0 0 0 0,-2 0 0 0,0-2 0 16,-1-5 0-16,1-5 0 0,0-3-445 0</inkml:trace>
  <inkml:trace contextRef="#ctx1" brushRef="#br0">3319 14690 0,'0'0'16,"0"0"-1,0 0-15,0 0 16,0 0-1,0 0-15</inkml:trace>
  <inkml:trace contextRef="#ctx0" brushRef="#br0" timeOffset="67481.07">15680 3457 2104 0,'0'-6'0'0,"0"5"0"0,0 1 0 0,0 0 0 0,0 0 0 0,2 0 0 0,-1 1 0 0,3 11 0 0,1 3 0 0,-2 2 0 0,3 1 138 0,-3 7-49 0,1-2 153 15,2 7-106-15,-5-4-48 0,3 2 0 0,1-1 10 16,-4-1-28-16,1-3 9 0,0 2-72 0,0 2 1 15,-2-7 32-15,0 3-159 0,0-4 80 0,0 0 49 16,0-4-10-16,0-2-320 0,0-4 173 16,0 0 41-16,0-4 57 0,0-3-478 15,-2-2 249-15,-2 0 119 0,3-1 59 0,-2-12-317 16,3-10 188-16,0-1 85 0</inkml:trace>
  <inkml:trace contextRef="#ctx0" brushRef="#br0" timeOffset="67744.95">15669 3339 2512 0,'-10'-20'0'0,"3"4"0"0,3 7 0 0,2-1 0 0,2 3 0 0,0-1 0 0,2 2 0 0,19 1 0 0,4 0 0 0,2 1 0 0,6 0 167 0,0 2-54 15,-1 2-42-15,0 0 277 0,-4 0-154 0,-2 10-77 16,-5-1-29-16,-2 6 78 0,-4 1-64 0,-2 2-49 16,-7 2-53-16,-3 5 0 0,-3-3 0 0,0 6 0 15,-5-2 0-15,-9 1 0 0,-4-2 0 0,-1-2 0 16,-2-2 0-16,-1 0 0 0,-1-3 0 15,-1-7 0-15,1 2 0 0,3-8 0 0,-1 1 0 0,0-5 0 16,3 2 0-16,2-3 0 0,5 0 0 16,0 0 0-16,1 0-221 0,7 0-29 15,-1 0-320-15,4 0 266 0,0-3 132 0,0 3-485 16,9 0 300-16,8 0 163 0,3 0 77 0,5 0-199 16</inkml:trace>
  <inkml:trace contextRef="#ctx0" brushRef="#br0" timeOffset="67945.43">16124 3646 3121 0,'0'4'0'0,"0"0"0"0,0 2 0 0,0-3 0 0,0 0 0 0,0 3 0 16,0-1 0-16,2 2 0 0,1 5 0 0,1 3 0 0,-1 2 347 0,3 1-153 0,-1 7-78 0,-1-3 37 0,1 6-153 15,-2 1 0-15,-1 1 0 0,0-3 0 0,0 2 0 16,-2-6 0-16,0 2 0 0,0-3 0 0,0-4 0 15,0 1 0-15,-4-4 0 0,-1-4 0 16,-2-1 0-16,0-2 0 0,1-3-537 0,-1-4 24 0,4 2 237 16</inkml:trace>
  <inkml:trace contextRef="#ctx0" brushRef="#br0" timeOffset="68984.95">6655 8277 2871 0,'0'0'0'0,"0"0"0"0,0 0 0 0,0 0 0 0,7 8 0 0,3 11 0 16,-1 4 0-16,2 3 0 0,-1 6 0 0,2 7 0 0,-6 1 178 0,0-3-58 0,0 12 41 0,-4-4-60 0,1 0-30 15,-3 0-1-15,0-1-28 0,0-7 84 0,0 3-47 0,0-4 0 16,0-6-140-16,0-5 51 0,0-2 0 0,0-6 62 16,0-4-273-16,0-3 131 0,0-7 65 15,0 1 33-15,0-4-491 0,-3 0 208 0,1-11 133 16,2-12-300-16,-4-3 200 0,2-4 101 16,-2-9-313-16,2 3 197 0,-3-13 113 0,-1 2 51 15,-1-3 26-15,-4-2-186 0,1 2 106 0,3 9 43 16,-1-1 95-16,1 4-32 0,2 7 0 0,0 9 0 15,2-4 434-15,3 9-227 0,0 0-99 0,0-1-54 16,3 5 535-16,5-2-229 0,9 5-158 0,1-4 17 16,9 3 118-16,-2 1-127 0,3 5-64 0,2 1 265 15,-4 2-154-15,6 2-92 0,-5 0-42 16,-4 3 201-16,-2 11-121 0,-2 1-60 0,-5 2-90 0,-4 8-12 16,-4-3 0-16,-4 2 0 0,-2 3 0 0,0-2 0 15,-4-2 0-15,-10 3 0 0,-6-3 0 0,2-3 0 16,-3-1 0-16,-2-3 0 0,6-7 0 15,-4 0 0-15,1-1 0 0,1-4 0 0,2-3 0 0,4-1 0 16,2 0 0-16,1 0 0 16,3 0 0-16,0 0 0 0,4-1-262 0,0-1-93 15,3 0 146-15,0-2 90 0,0 2-617 0,5 0 347 16,8 2 174-16,5 0 87 0</inkml:trace>
  <inkml:trace contextRef="#ctx0" brushRef="#br0" timeOffset="69223.34">7024 8640 3263 0,'-3'6'0'0,"3"-2"0"0,-2 0 0 0,2 0 0 0,0 1 0 16,0 1 0-16,0 3 0 0,0 0 0 0,0 4 0 0,5 2 0 0,0 4 201 0,-2 0-86 0,1 5 237 0,-1 1-352 15,-2 1 0-15,1 3 0 0,0-5 0 0,-2 8 0 0,0-6 0 0,0 0 0 16,0-3 0-16,0-1 0 0,0-1 0 15,0-2 0-15,0-4 0 0,0-6 0 16,0-1 0-16,0-3 0 0,0 0 0 0,0-5 0 16,0 0 0-16,-2 0 0 0,-1 0 0 0,-2 0 0 15,1-5-496-15,1 0 200 0,3 0 127 0</inkml:trace>
  <inkml:trace contextRef="#ctx0" brushRef="#br0" timeOffset="74755.82">10757 8143 2908 0,'-6'-1'0'0,"1"-2"0"0,-1 0 0 0,3 2 0 0,1-2 0 0,2 0 0 0,-3 0 0 0,3-1 0 0,0 2 0 0,0-3 0 0,0 1 144 0,0 0-53 0,3 1-17 0,2 0 61 0,3 1-48 16,1 0-24-16,5 1-1 0,-2-1 177 15,4 0-111-15,0 0-128 0,3 0 0 0,1 0 0 16,3 1 0-16,4-2 0 0,-5 2 0 16,8-1 0-16,-1 0 0 0,1 0 0 0,3-2 0 15,1 3 0-15,4-2 0 16,7-2 0-16,0 0 0 0,2-1 0 0,0-2 0 0,2 1 0 0,-6 1 0 0,10-2 0 16,-12 1 0-16,-6 3 0 0,1-1 0 0,-8 1 0 0,0 3 0 15,-3-2 0-15,-4 1 0 16,-7 1 0-16,-2-1 0 0,-3-1 0 15,-3 3 0-15,-3 0 0 0,-1 0 0 0,0 0 0 16,0-1 0-16,-2 1 0 0,0 0 0 0,0 0 0 0,0 0 0 16,0 0 0-16,0 0 0 0,0-3 0 0,0 2 0 15,0-1 0-15,0 0 0 0,0 0 0 0,0 0 0 16,-2 0-67-16,-2 1-118 0,3 1 76 16,-1-2-899-16,0 2 485 0,0 0 243 0</inkml:trace>
  <inkml:trace contextRef="#ctx0" brushRef="#br0" timeOffset="75040.2">11555 7756 3225 0,'-5'0'0'0,"1"0"0"0,0 0 0 0,3 0 0 0,1 0 0 0,0 2 0 0,1-1 0 0,14 1 0 0,10 5 0 0,-3-4 0 0,8 3 193 0,1 1-77 0,2 1 281 16,3-1-397-16,-1 1 0 0,3 1 0 0,-2 0 0 15,0 1 0-15,-4 1 0 0,-1 0 0 0,-4 1 0 16,-5 1 0-16,1-2 0 0,-6 2 0 0,-4 1 0 16,-4-2 0-16,-3 2 0 0,-4-2 0 0,-2 2 0 15,0 0 0-15,-5 2 0 16,-9-1 0-16,-5 1 0 0,2-4 0 0,-6 5 0 0,1-2 0 0,0-2 0 16,-3 0 0-16,1 3 0 15,-5-2 0-15,3 1 0 0,-4 2 0 0,2 1 0 16,-1-2 0-16,0 5-657 0,-1-2 66 15,4 1 281-15</inkml:trace>
  <inkml:trace contextRef="#ctx0" brushRef="#br0" timeOffset="75746.53">11005 8443 2952 0,'0'0'0'0,"0"0"0"0,0 0 0 15,0 0 0-15,-4 0 0 0,0 0 0 0,3 0 0 0,-3 0 0 0,4 0 0 0,-2 0 0 0,2 0 194 0,0 3-77 0,0-2 339 0,0 5-244 0,0-2-212 0,0 3 0 0,0 0 0 0,2 7 0 0,2-2 0 16,-1 6 0-1,-1 0 0-15,2 9 0 0,-3 3 0 0,1 2 0 16,1 6 0-16,-1 6 0 0,-2 1 0 0,0 0 0 0,0 3 0 16,0 0 0-16,0-6 0 15,0 8 0-15,0-7 0 0,0-8 0 0,2-1 0 16,0-1 0-16,-1-7 0 0,1 2 0 0,0-7 0 16,-2-2 0-16,2-4 0 0,-2-6 0 0,0-1 0 15,0-4 0-15,0-3 0 0,0 1 0 0,0-2 0 16,-2 0 0-16,-5-2 0 0,0-6 0 15,2-10-8-15,-2-7-86 0,-1-3-675 0,5-13 364 16,-1-4 175-16,-1-8-258 0,4-3 225 16,-3-1 112-16,0 1 57 0,1 4-531 0,-3 12 284 0,-1 0 156 0,2 3 27 15,-2 7 79-15,0 8 38 16,0-1 287-16,-4 6-161 0,6 2-62 0,-2 1 598 16,1 2-329-16,3 3-166 0,-1 1-91 0,1-1 373 15,3 3-204-15,0 1 0 0,0-1 361 16,0 0-263-16,7 1-122 0,5 0-76 0,4-1 319 15,0 1-310-15,5 2-113 0,4-3 0 0,-3 3 0 16,8-3 0-16,0 2 0 0,-4 3 0 16,1-3 0-16,-4 4 0 0,-2 0 0 0,0 0 0 0,-3 5 0 15,-4 3 0-15,-2 3 0 0,-3 3 0 0,-3 0 0 16,-5 4 0-16,1-3 0 0,-2 6 0 0,0 0 0 0,-2 0 0 16,-7-2 0-16,-4-2 0 0,2-1 0 0,-2-1 0 31,-3-2 0-31,0-1 0 0,1-4 0 0,-5-3 0 15,4-1 0-15,-5-2 0 0,3-1 0 0,-3-1 0 0,2 0 0 16,1 0 0-16,-2 0 0 0,4 0 0 0,1-1 0 16,5-1 0-16,0-2 0 0,3 3 0 0,3-2 0 0,3 2-490 15,1-1 78-15,0-1 187 0,0 3 84 0,7 0-742 16,8 0 422-16,2 5 212 0,0 2-760 16</inkml:trace>
  <inkml:trace contextRef="#ctx0" brushRef="#br0" timeOffset="76089.83">11283 8802 3273 0,'-6'11'0'15,"3"1"0"-15,-1-3 0 0,-2 4 0 0,5 2 0 0,-1 2 0 0,2 1 0 0,0 3 0 0,0 3 0 0,2 1 0 0,1 0 600 0,6-1-542 0,2-1-58 16,-1-5 0-16,1 2 0 0,5-3 0 0,-3 1 0 15,2-5 0-15,1-1 0 0,0-6 0 16,-2-2 0-16,2-4 0 0,-3 0 0 0,-1 0 0 0,2-2 0 16,-3-6 0-16,-4-7 0 0,0-1 0 0,-4-5 0 15,-1 1 0-15,0-3 0 16,-2 0 0-16,0-3 0 0,-5 4 0 0,-9-3 0 0,3 3 0 0,-5-1 0 16,2 7 0-16,-2 0 0 0,2 4 0 0,-2 2 0 15,4 5 0-15,-1 1 0 16,1 2 0-16,1 2 0 0,2 0 0 0,-3 4 0 0,3 7 0 15,2 2 0-15,-3 0 0 0,4 4 0 16,1 0 0-16,1-2 0 0,2 2-24 0,2-2-429 0,0-2 199 16,0 0-785-16,8-2 500 0,4-1 251 0,11-7-231 15</inkml:trace>
  <inkml:trace contextRef="#ctx0" brushRef="#br0" timeOffset="76310.86">11649 8545 3931 0,'2'-3'0'0,"1"0"0"0,-1 3 0 0,1 0 0 0,-1 0 0 0,-2 9 0 0,2 6 0 0,0 4 0 0,3 7 0 15,-1 5 0-15,3 8 0 0,-2 1 0 0,0 2 0 0,-1-4 0 16,-1 11 0-16,-1-8 0 0,2 3 0 0,-2-9 0 16,-2 3 0-16,0 1 0 0,0-3 0 0,0-2 0 15,0-1 0-15,-6-4 0 0,-1-9 0 16,-1 2 0-16,0-4 0 0,3-7-461 15,-1-4 197-15,3-3 113 0,-4-4-601 0,2 0 361 0,1-19 177 16,2-14-431-16,-1-10 304 0</inkml:trace>
  <inkml:trace contextRef="#ctx0" brushRef="#br0" timeOffset="76539.48">11601 8575 3931 0,'2'-30'0'0,"-1"7"0"0,3 0 0 0,0 6 0 0,3 5 0 0,3 0 0 0,3 3 0 0,4 2 0 0,7 3 0 0,-3 2 0 0,9-1 0 0,-4 3 0 0,2 0 0 15,-1 3 0-15,-2 7 0 0,-4-2 0 0,6 8 0 0,-13-4 0 0,4 5 0 16,-6 1 0-16,-3 0 0 0,-4 3 0 16,-5 4 0-16,0-3 0 0,-2 0 0 0,-11-4 0 15,-6 2 0-15,2-5 0 16,-5 0 0-16,-2-2 0 0,1-5 0 0,-4 2 0 0,3-5 0 0,4 0 0 16,-3 0 0-16,-5 0 0 15,10-2 0-15,6-1 0 0,-1-2-368 0,6 2 83 16,2 0 128-16,5-1 59 0,0 5-849 0,5-2 454 0</inkml:trace>
  <inkml:trace contextRef="#ctx0" brushRef="#br0" timeOffset="76735">12047 8764 3931 0,'4'4'0'0,"0"2"0"0,-3-3 0 0,-1 5 0 0,0 0 0 0,0 1 0 0,-1 0 0 0,-3 5 0 0,2-1 0 0,0 3 0 0,0 1 0 0,1 4 0 0,1 0 0 0,0 1 0 0,0 1 0 15,0 0 0-15,0-1 0 0,0 0 0 0,0 1 0 16,0 0 0-16,0-2 0 0,0-5 0 16,0-2 0-16,0-2 0 0,0-1 0 0,0-3 0 0,0-1-270 15,0-3-10-15,0-2 119 0,0-2-758 0,0 0 440 16,0 0 221-16</inkml:trace>
  <inkml:trace contextRef="#ctx0" brushRef="#br0" timeOffset="77003.28">12711 8045 3931 0,'-2'-2'0'0,"0"1"0"0,-3 1 0 0,2 0 0 0,-3 0 0 0,3 0 0 0,-3 3 0 0,3 6 0 0,-1 4 0 0,-1-1 0 0,4 6 0 0,-3 7 0 15,0-1 0-15,-1 6 0 0,-1 2 0 0,1 2 0 0,-5 9 0 0,1-4 0 16,0 2 0-16,-1-6 0 16,-3 11 0-16,0-5 0 0,-2-2 0 0,2 0 0 0,-1-5 0 0,3 0 0 15,2-4 0-15,-1-4 0 0,6-5 0 16,3-2-761-16,1-6 283 0,0-2 212 0,0-4-697 0,1-7 463 16</inkml:trace>
  <inkml:trace contextRef="#ctx0" brushRef="#br0" timeOffset="77247.95">12881 8203 3931 0,'7'-4'0'0,"-2"0"0"0,-3 2 0 0,0 1 0 0,-2-1 0 0,0 2 0 0,0 0 0 0,0 0 0 0,0 13 0 0,0 4 0 0,0 5 0 0,0 7 0 0,-4 4 0 15,-6 10 0-15,1-1 0 0,0 2 0 0,-5 2 0 16,1 1 0-16,0-8 0 0,-2 12 0 15,2-9 0-15,-2 0 0 0,0-2 0 0,3-8 0 16,3 3 0-16,0-2 0 0,1-7 0 0,4-5 0 16,1-2 0-16,-1-8 0 0,4-2 0 0,-2-3 0 15,2-3 0-15,0-1 0 0,0-2-40 0,0 0-31 16,0-2-872-16,2-9 457 16,7-10 225-16,1-5 112 0</inkml:trace>
  <inkml:trace contextRef="#ctx0" brushRef="#br0" timeOffset="77493.14">13127 8175 3931 0,'-5'-4'0'0,"1"1"0"0,0-2 0 0,3-1 0 0,1 3 0 0,0-1 0 0,1 0 0 0,10 3 0 0,9-2 0 0,6-4 0 0,8 4 0 0,5-3 0 16,2 2 0-16,3-1 0 0,-7 1 0 0,12-2 0 15,-8 2 0-15,0 0 0 16,-7 1 0-16,4-1 0 0,-4 0 0 16,-4 1 0-16,0-1 0 0,-8 2 0 0,1-3 0 0,-2 1-98 15,-5-2-330-15,-2 2 201 0,-5 1 89 0,0-3-654 16,-5 0 377-16,0 0 189 0,-2-3-589 16</inkml:trace>
  <inkml:trace contextRef="#ctx0" brushRef="#br0" timeOffset="77706.7">13678 7820 3860 0,'-6'0'0'0,"3"0"0"0,3-1 0 0,0-2 0 0,0 1 0 0,0 0 0 0,5 0 0 0,8 2 0 0,4 0 0 0,2 0 0 0,5 2 71 16,-3 10-71-16,2-1 0 0,-5 0 0 0,6 6 0 0,-4-3 0 16,-2 4 0-16,-1 1 0 0,-6-4 0 0,1 3 0 0,-5 1 0 15,-3 0 0-15,-2 2 0 16,-2 0 0-16,-6 3 0 0,-11-1 0 0,-3-3 0 0,-1 3 0 15,-6-4 0-15,1 2 0 0,-2 0 0 0,-4-1 0 16,-7 2-255-16,-2 0 86 16,-1 1-1002-16,1 1 567 0,2 1 284 0</inkml:trace>
  <inkml:trace contextRef="#ctx0" brushRef="#br0" timeOffset="78244.47">13371 8488 2467 0,'0'0'0'0,"0"0"0"0,0 0 0 0,0 0 0 0,0 0 0 15,0 0 0-15,0 0 0 0,-1 0 0 0,1-1 0 0,-4-1 0 0,2-1 174 0,0 3-59 0,1-1 385 0,-1 1-232 0,0 0-115 0,2 0-59 0,0 0 66 16,-2 0-160-16,2 0 0 0,0 0 0 0,0 0 0 16,0 0 0-16,0 0 0 15,0 0 0-15,0 0 0 0,2 0 0 0,-2 7 0 0,2 2 0 16,-2 7 0-16,0 6 0 0,0 5 0 0,-6 4 0 16,-6 9 0-16,3 1 0 0,0-3 0 15,-1 10 0-15,3-14 0 0,1 6 0 0,3-5 0 16,-1-4 0-16,2-9 0 0,2 0 0 0,-3-5 0 15,3-6 0-15,0-2 0 0,0-6 0 0,0-1 0 16,0-2 0-16,0 0 0 0,0-5 0 0,0-13 0 16,0-6 0-16,3-2 0 0,8-5 0 0,2-8 0 15,2 0 0-15,4-2 0 0,3-1 0 0,-1 8 0 16,8-9 0-16,-8 15 0 0,4 0 0 0,-2 3 0 16,-4 10 0-16,1 2 0 15,-3 4 0-15,-2 7 0 0,-1 0 0 0,-3 2 0 16,2 4 0-16,-2 15 0 0,0 5 0 0,-1 6 0 0,-3 4 0 15,3 7 0-15,-3-1 0 0,1-3 0 16,3 10 0-16,0-5 0 0,1-10 0 16,1 7 0-16,0-6 0 0,0-10 0 0,6 3 0 0,1-7 0 15,3-6 0-15,0-3 0 0,3-6 0 16,4-1 0-16,0-1 0 0,4-2-616 16,7 0-35-16,2 0 308 0</inkml:trace>
  <inkml:trace contextRef="#ctx0" brushRef="#br0" timeOffset="78984.27">20071 1013 3369 0,'0'-18'0'0,"-2"3"0"0,-4 2 0 0,-1 5 0 0,-1 1 0 0,1 5 0 0,-5-1 0 0,3 3 0 0,0 0 0 0,2 15 0 0,0 3 206 16,2 10-88-16,5 4 120 0,0 12-238 0,0 4 0 15,0 15 0-15,0-7 0 0,2 17 0 16,3-2 0-16,0 4 0 0,-2 2 0 16,-1 6 0-16,0 2 0 0,0 8 0 0,-2-16 0 0,0 7 0 15,0-7 0-15,0-5 0 0,0-9 0 16,0-2 0-16,0-2 0 0,0-7 0 0,0-7 0 15,0-11 0-15,0-10 0 0,0-2 0 0,-2-8 0 16,-2-5 0-16,1-5 0 0,-4-4 0 0,2 0 0 16,-4 0 0-16,0-5 0 0,-1-9-16 0,0-2-555 0,1-8 266 15,1-2 124-15,1-11 77 0,3-7-596 16,4-13 330-16,0-5 167 0</inkml:trace>
  <inkml:trace contextRef="#ctx0" brushRef="#br0" timeOffset="79201.31">19974 1024 3031 0,'-10'-29'0'0,"2"11"0"0,1-1 0 0,0 5 0 0,0 5 0 0,2 1 0 0,-1 7 0 0,1-1 0 0,-2 2 0 0,-3 6 0 0,-1 11 131 0,-5 9 374 0,-2 8-241 0,-5 5-264 0,-3 5 0 16,-3 5 0-16,1-1 0 15,2-1 0-15,0-3 0 0,7-10 0 0,-2 2 0 16,7-6 0-16,5-9-39 0,0-2-105 15,6-6 91-15,1-6 55 0,2-3-889 0,0-4 370 0,3 0 240 16,17-17 119-16,2-9 51 0,7-14 39 0,-4-2 0 16</inkml:trace>
  <inkml:trace contextRef="#ctx0" brushRef="#br0" timeOffset="79340.69">19851 1060 2532 0,'13'-29'0'0,"-2"8"0"16,3 3 0-16,-7 6 0 0,4 3 0 0,-1 3 0 0,1 4 0 0,3 2 0 0,2 0 0 0,3 2 0 0,3 10 222 0,3 3-91 0,1 1 659 0,1 3-534 0,1 3-256 0,0 2 0 15,2-1 0-15,-3 4 0 0,0-3 0 0,-1 3 0 16,-1-1 0-16,0 0 0 0,-4 0 0 0,0-4 0 16,-1 4 0-16,1-4 0 0,-3 0-1146 15,1 1 443-15</inkml:trace>
  <inkml:trace contextRef="#ctx0" brushRef="#br0" timeOffset="79541.23">20349 1685 3931 0,'-7'0'0'0,"7"0"0"0,0 3 0 0,0 1 0 0,2 0 0 0,10 3 0 0,6-1 0 0,2 0 0 0,4-5 0 0,6 4 0 0,4-2 0 0,2-1 0 16,4-1 0-16,-3-1 0 0,0 0 0 0,1 0 0 15,-3 0 0-15,-1 0 0 0,-6-1-426 0,-5-1 84 16,-2-1 189-16,-8 2-864 0,-1-3 494 15,-7 0 216-15</inkml:trace>
  <inkml:trace contextRef="#ctx0" brushRef="#br0" timeOffset="79740.8">20725 1564 2680 0,'-18'-11'0'0,"4"2"0"0,5 0 0 0,-2 4 0 0,6 1 0 0,3 1 0 0,2 1 0 0,4 0 0 0,19 2 0 0,5 0 0 0,4 0 133 15,0 7 153-15,3 2-115 0,-1 3-72 0,-2 4-31 16,-2-3 0-16,-5 1 19 0,-6 0-25 0,-3 2 26 15,-2 1-10-15,-9 1-42 0,-3 3 1 0,-2 1 0 0,-10 0-101 16,-10-1 60-16,-6 0-227 0,-5 0 133 16,0-2 68-16,-3 1 33 0,2-4-3 0,-2 1-581 15,2-2 282-15,-1 0 104 0,1-2-535 0,2 1 347 0,1-3 173 16,5-4 77 0</inkml:trace>
  <inkml:trace contextRef="#ctx0" brushRef="#br0" timeOffset="80027.58">20571 1880 1626 0,'0'0'0'0,"0"3"0"0,0 2 0 0,0 2 0 0,-4 2 0 0,2 2 0 0,2 6 0 0,-2 4 0 0,2 4 0 0,0 1 0 0,0 5 1079 0,-3-1-512 15,-2 5 42-15,1-5-559 0,-1-3-50 16,1-6 0-16,-1 2 0 0,1-8 0 16,1-1 0-16,1-7 0 0,-1-2 0 0,1-5 0 0,0 0 0 15,2 0 0-15,0-12 0 0,0-14 0 0,4 0 0 16,10-1 0-16,2-4 0 0,1 0 0 15,4 1 0-15,-1 1 0 0,3 4 0 0,0 7 0 16,-5 5 0-16,1 2 0 0,-1 5 0 16,-2 6 0-16,-2 0 0 0,-3 6 0 0,-2 18 0 0,-6 3 0 0,-3 14 0 15,0-2 0-15,0 2 0 0,-2 2 0 0,-1-1 0 16,1-9 0-16,2 3 0 16,0-6 0-16,0-10 0 0,5 0 0 0,11-7 0 0,4-7 0 15,10-6 0-15,12-8 0 0,-1-10 0 16,16-13-346-16</inkml:trace>
  <inkml:trace contextRef="#ctx0" brushRef="#br0" timeOffset="81669.23">22051 3709 2676 0,'-15'-8'0'0,"7"5"0"0,2 1 0 0,3-1 0 0,1 2 0 0,0-1 0 0,2 2 0 0,0-2 0 0,0 1 0 0,13-2 0 0,10 3 98 0,1-3-30 0,6 1 506 16,4-2-273-16,7 1-131 0,-2-1-126 0,5 2-44 15,0-2 0-15,-2 0 0 0,9 0 0 0,-6 3 0 16,-4-3 0-16,-5 1 0 0,4 0 0 16,-5-1 0-16,-3 0 0 0,-4 1 0 0,-6-2 0 0,1 1 0 15,-4-2 0-15,-8 2-528 0,0-2 163 16,-4 2 164-16,-4 1 81 0,-1-3-669 0,-2 0 375 15,0-4 179-15</inkml:trace>
  <inkml:trace contextRef="#ctx0" brushRef="#br0" timeOffset="82189.62">22606 3374 1979 0,'-5'-10'0'0,"5"2"0"0,0 1 0 0,0 1 0 0,5 0 0 0,11 4 0 0,6 1 0 0,4-2 0 0,6 3 0 0,2 0 0 0,1 0 543 0,2 4-257 16,-5 7-124-16,-4 3-61 0,-3 0 366 0,-2 3-214 0,-9 3-113 15,-1 4-140-15,-10 2 0 0,-3 2 0 0,0 4 0 16,-12 6 0-16,-9-6 0 0,-8 7 0 16,-1-6 0-16,0 0 0 0,-3-4 0 0,1 0 0 0,5-7 0 15,1 1-71-15,-1-4-44 16,4-2 76-16,3-4-824 0,0-2 413 0,3-1 196 16,0-4-343-16,2-5 279 0,2-1 140 0,0 0 70 15,2 0-97-15,-1 0 74 0,3-1 51 0,2-2 0 16,0-3 16-16,4 3 0 0,-1 1 25 0,0 0 453 15,2 2-222-15,2 0-115 0,0 2 517 0,0 12-289 16,0 0-165-16,0 4 31 0,0 7 528 0,2 2-329 16,2 2-167-16,0 4-82 0,-3 0 249 0,1 0-370 15,1-1 0-15,-3-1 0 16,0-1 0-16,0-7 0 0,0-1 0 0,0-1 0 0,0-4 0 0,0-8 0 16,0-2 0-16,0-4 0 15,0-1 0-15,0-2 0 0,0-2 0 0,0-13 0 16,2-10 0-16,5-1 0 0,2-2 0 15,2-2 0-15,3 2 0 0,0 0 0 0,2 1 0 0,0 4 0 16,-2 8 0-16,2 2 0 0,0 2 0 16,-2 7 0-16,0 2 0 0,-1 2 0 0,1 0 0 15,-4 20 0-15,1 5 0 0,-1 4 0 16,-2 8 0-16,-1 3 0 0,-2-7 0 0,2 7 0 16,0-4 0-16,2-3 0 0,0-1 0 0,1-5 0 15,1-6 0-15,0-3 0 0,3 0 0 0,-1-8 0 16,2-2 0-16,0-6 0 0,2-2 0 0,6 0 0 15,-3-8 0-15,5-7-290 0,1-3 67 16,-1-7 92-16,1-5-892 0,3-8 497 0</inkml:trace>
  <inkml:trace contextRef="#ctx0" brushRef="#br0" timeOffset="82336.53">23151 3816 3621 0,'0'-16'0'15,"0"9"0"-15,0 2 0 0,0 2 0 0,-1 2 0 0,-1-1 0 0,2 2 0 0,0 0 0 0,9 0 0 0,12 0 0 0,-3 0 230 0,10 0-150 0,1 0-80 0,-1 0 0 0,2 0 0 16,0 2 0-16,-4 2 0 0,4-1 0 16,-10 1 0-16,1 4-218 0,-3 1 67 0,-5 0 94 0,-6 7-1137 15</inkml:trace>
  <inkml:trace contextRef="#ctx0" brushRef="#br0" timeOffset="82484.78">23247 4052 2996 0,'-19'8'0'0,"4"-2"0"0,7-3 0 0,1-3 0 0,5 3 0 16,2-3 0-16,0 0 0 0,7 0 0 0,14 0 0 0,2 0 0 0,9 0 401 0,-2-3-182 0,4 0-90 0,-1-3-45 0,1 0-426 0,-2 1 200 15,0-1 86-15,-2 2 46 0,-2 2 1 16,-1 1 48-16,-4-1-1 0,0 0-1221 0</inkml:trace>
  <inkml:trace contextRef="#ctx0" brushRef="#br0" timeOffset="82702.89">24023 3607 3931 0,'0'-5'0'0,"0"3"0"0,-2 2 0 0,-2 0 0 0,-1 0 0 0,-2 0 0 0,2 12 0 0,-1 8 0 0,-3 4 0 0,-1 7 0 0,-3 10 0 16,1 2 0-16,-4 4 0 0,0 1 0 0,0 3 0 15,0 2 0-15,-1 1 0 0,-1-1 0 0,2 0 0 16,-1-3 0-16,4-9 0 0,-5 8 0 0,8-13 0 15,-1-2 0-15,2-12 0 0,4 1-145 0,3-12-426 16,0 0 271-16,2-7 127 0,0-4-726 16,0-2 431-16,8-23 216 0</inkml:trace>
  <inkml:trace contextRef="#ctx0" brushRef="#br0" timeOffset="82896.37">24012 3501 3519 0,'3'-15'0'0,"1"5"0"0,0 5 0 0,-1 2 0 0,1 1 0 0,4 2 0 0,1 5 0 0,4 15 0 0,3 5 0 0,0 8 0 0,1 3 412 0,0 6-412 0,0 0 0 16,-1 3 0-16,2 3 0 15,-1-1 0-15,-2-2 0 0,2-3 0 0,-4 0 0 16,4-1 0-16,-4-7 0 0,-2 2 0 0,-4-3 0 16,1-2 0-16,-6-9 0 0,0 1 0 0,-2-2 0 15,0-5 0-15,-4 2-1203 0,-8-6 533 16</inkml:trace>
  <inkml:trace contextRef="#ctx0" brushRef="#br0" timeOffset="83050.4">23888 4052 3480 0,'-18'-15'0'0,"6"9"0"0,3-2 0 0,4 1 0 0,1-2 0 0,4 4 0 0,0-3 0 0,9 2 0 0,16-1 0 0,0 3 0 0,5-2 139 15,3 3 173-15,1-1-312 0,0 2 0 0,0 1 0 0,-2 1 0 16,1 0 0-16,-3 0 0 15,-1 1-391-15,-8 8 184 0,1 4 123 0</inkml:trace>
  <inkml:trace contextRef="#ctx0" brushRef="#br0" timeOffset="83227.7">24621 4018 3931 0,'0'5'0'0,"0"3"0"0,0-2 0 0,0 2 0 0,-7 1 0 0,2 3 0 0,1 1 0 0,-1 1 0 0,-1 4 0 0,1-1 0 0,0 0 0 16,1-2 0-16,-1 1 0 0,2-1 0 0,0-1 0 16,0-5 0-16,-1 1 0 0,1 0 0 0,0-5-38 15,-1 0-1077-15,2-3 570 16</inkml:trace>
  <inkml:trace contextRef="#ctx0" brushRef="#br0" timeOffset="83622.25">24100 3106 3011 0,'-19'-15'0'0,"2"7"0"16,-2 6 0-16,-2 2 0 0,-3 0 0 0,-10 17 0 0,0 13 0 0,-5 18 0 0,0 4 0 0,1 13 0 0,3 6 208 0,2 16-86 0,9 0 275 0,6 2-204 0,7-2-193 15,8-10 0-15,3 7 0 16,3-7 0-16,18-2 0 0,8-9 0 0,3-1 0 16,3-12 0-16,12 3 0 0,2-12 0 15,0-5 0-15,-5-12 0 0,6-1-271 0,-1-5-205 16,-1-2 243-16,0-8-7 0,-2-5-558 0,-2-6 380 16,2 0 191-16</inkml:trace>
  <inkml:trace contextRef="#ctx0" brushRef="#br0" timeOffset="84276.98">24913 3602 3151 0,'0'-11'0'0,"0"1"0"0,0 6 0 0,0 3 0 0,2-1 0 0,3 2 0 0,1 0 0 0,0 10 0 0,1 8 0 0,1 8 0 0,-3 6 757 0,1 9-734 0,-2 3-23 0,-2 0 0 15,-1 2 0-15,2-1 0 0,-1-8 0 0,-2 14 0 0,3-7 0 16,-1-4 0-16,0-5 0 0,0-3 0 16,-1-3 0-16,1-3 0 0,-2-7 0 0,0-6 0 15,0-1 0-15,0-6 0 0,0-5-1103 0,0-1 516 16,0 0 275-16,0-11 138 15,0-12-439-15,-3-4 288 0,-1-3 135 0,-1-14-117 0,0 0 135 0,-1-4 80 16,1-4 36-16,-4-12 56 0,3 13 0 16,1-4 0-16,-3 4 72 0,4 13-72 0,-1-3-1 0,1 7-36 15,4 7 572-15,0 1-288 16,0 1-137-16,7 4-73 0,11 4 872 0,2 5-436 16,6-1-209-16,2 3 305 0,4 4-266 0,0 2-133 15,-2 3-66-15,0 1 72 0,-6 0-176 0,9 7 0 16,-10 7 0-16,-3 1 0 0,-3 3 0 0,-6 5 0 15,-5-2 0-15,-4 8 0 0,-2 0 0 0,-5-1 0 16,-13 1 0-16,-5 0 0 0,-1-3 0 16,0-1 0-16,1-4 0 0,4-6 0 0,1-3 0 0,3 0 0 15,7-6 0-15,1-1 0 16,1-3 0-16,4 0 0 0,2-2 0 0,0 1 0 16,2 1 0-16,11 1 0 0,4 3 0 0,5 1 0 15,1 1 0-15,2 2 0 0,-5 4 0 0,6 2 0 16,-5 1 0-16,-4 2 0 0,-2 3 0 0,-8-3 0 15,1 7 0-15,-7-1 0 0,-1-1 0 16,0 3 0-16,-14-3 0 0,-5 1 0 0,-3-3 0 0,-4 1 0 16,-3-5 0-16,-1-3 0 0,0 0 0 15,0-5 0-15,-2-2 0 0,4-3 0 16,0-3 0-16,7-2 0 0,1 0 0 0,1 0 0 16,5 0 0-16,5-3 0 0,0-9 0 0,9-1 0 15,0-5 0-15,0 0 0 0,11-3-894 16,8 3 168-16</inkml:trace>
  <inkml:trace contextRef="#ctx0" brushRef="#br0" timeOffset="84443.45">25597 4028 3918 0,'9'11'-1'0,"-5"2"0"0,-2-1 1 0,-2-1 0 0,-6 2 0 0,-14 2 0 0,-3 0 0 0,-2 1 0 0,-1-2 0 0,0 0 0 0,0 0 15 0,1-1-15 16,4-3 0-16,0 0 0 0,5-1 0 0,7-3 0 15,-1-1 0-15,6-3-180 0,2 2 75 16,2-4 70-16,0 0-1212 0,11 0 626 0</inkml:trace>
  <inkml:trace contextRef="#ctx0" brushRef="#br0" timeOffset="84667.08">26115 3728 3931 0,'2'-7'0'0,"-2"4"0"0,-4 1 0 0,-17 2 0 0,-3 0 0 0,-3 0 0 0,0 13 0 0,-1 4 0 0,1 4 0 0,3 5 0 0,4 5 0 0,8 0 0 0,3 1 0 0,7 4 0 15,2-2 0-15,0 1 0 0,6 1 0 16,11-4 0-16,4-2 0 0,6-2 0 16,1-5 0-16,4-1 0 0,0-5 0 0,0-6 0 15,-4-7 0-15,4-1 0 0,-4-3 0 0,-5 0-278 16,2-3 42-16,-2-10 98 0,-4-2-914 0,-1-9 513 15</inkml:trace>
  <inkml:trace contextRef="#ctx0" brushRef="#br0" timeOffset="84876.64">26474 3484 3931 0,'17'-10'0'0,"7"7"0"0,0 0 0 0,1 3 0 0,1 0 0 0,2 8 0 0,0 11 0 0,1 3 0 0,-3 7 0 0,0 6 0 0,-3 5 0 0,-7-5 0 0,0 12 0 15,-7-4 0-15,-3 0 0 0,-6-1 0 0,0 2 0 16,-4-7 0-16,-18 10 0 0,1-3 0 0,-10-1 0 16,-8 9 0-16,5-13 0 15,-5-2 0-15,4-2 0 0,5-9 0 0,-3-4 0 16,4-5 0-16,0-2 0 0,7-4 0 0,-7-4 0 16,5 0-400-16,4-7-120 0,1 0 239 0</inkml:trace>
  <inkml:trace contextRef="#ctx0" brushRef="#br0" timeOffset="85051.68">27050 4125 3931 0,'0'0'0'0,"0"0"0"0,14 0 0 0,-5 3 0 0,-8-3 0 0,2 0 0 0,-2 0 0 0,-1 0 0 15,0 0 0-15,0 0 0 0,-1 0 0 0,-7 0 0 0,-1 0 0 0,-3 0 0 0,-4 0 0 0,-7 0-848 0</inkml:trace>
  <inkml:trace contextRef="#ctx0" brushRef="#br0" timeOffset="89305.51">4210 9854 2854 0,'-3'-8'0'0,"-2"5"0"0,3-1 0 0,1 0 0 0,1 2 0 0,-3 0 0 0,3 2 0 0,0 0 0 0,0 0 0 0,0 0 0 0,0 12 135 0,0 5-39 0,3 3-33 0,0 6 217 0,2 4-121 15,0 10-60-15,-2-5-21 0,4 17 89 0,-5 0-167 16,3 9 0-16,-2 2 0 0,2 1 0 0,-2-9 0 15,2 21 0-15,-1-6 0 0,1-3 0 16,0 1 0-16,0-6 0 16,-1-8 0-16,2 2 0 0,-1-5 0 0,0-5 0 0,-2-8 0 15,0 2 0-15,-1-6 0 0,0-5 0 0,-1-7 0 16,2-2 0-16,-3-7 0 0,0-3 0 0,0-3 0 16,0-3 0-16,0-3 0 0,0-1 0 0,0 0 0 15,0 0 0-15,0 0 0 0,0 0 0 0,-3 0 0 16,0 0 0-16,1-1 0 0,-1-5 0 0,3-1 0 15,0-4-893-15,0-3 408 16,0-5 223-16</inkml:trace>
  <inkml:trace contextRef="#ctx0" brushRef="#br0" timeOffset="89662.22">4658 10057 3401 0,'-6'-2'0'0,"-1"0"0"0,-2 2 0 0,3-2 0 0,4 2 0 0,1 0 0 0,-2 0 0 0,3 0 0 0,0 0 0 0,4 0 0 0,15 0 123 0,4 0 238 0,9 0-315 16,8 0-46-16,-4 0 0 0,14 0 0 0,-4 0 0 16,2 0 0-16,-2 0 0 0,1 0 0 15,-7-2 0-15,9 0 0 0,-6 1 0 0,-2 1 0 16,-6-3 0-16,0 2 0 0,0-1 0 0,-5 2 0 16,-3-3 0-16,-7 3 0 0,3-1 0 15,-6-1 0-15,-6 0-128 0,-2 0-197 0,-1 0 144 0,-3 0 72 16,-4 1-212-16,-1-1 142 0,0-4 61 0</inkml:trace>
  <inkml:trace contextRef="#ctx0" brushRef="#br0" timeOffset="90277.48">5265 9761 2594 0,'-9'-1'0'0,"1"-1"0"0,2 0 0 0,1 0 0 0,1 0 0 0,1 0 0 0,3 2 0 0,0 0 0 0,0 0 0 0,1 0 0 0,13 0 215 0,6 0-89 0,8 2-44 0,2 4 175 15,5-1-115-15,2 1-52 0,0 4 55 16,2-3-54-16,-2 0-26 0,-2 1 8 0,1-1-22 0,0-1-51 15,-5-1 0-15,-1 1 0 16,-3 2 0-16,-4-2 0 0,-3-1 0 0,-5 1 0 16,-3 1 0-16,-4 1 0 0,-5 0 0 0,-1 1 0 15,-2 4 0-15,0 2 0 0,-18 1 0 0,1 1 0 16,-6 4 0-16,-6 2 0 0,-2 3 0 0,-4 1 0 16,3-1 0-16,-1 1 0 0,-3 4 0 0,7-3-267 15,-14 9 70-15,4-1 89 0,-6 7-943 0,11-6 506 16</inkml:trace>
  <inkml:trace contextRef="#ctx0" brushRef="#br0" timeOffset="90532.2">4763 10454 372 0,'-6'-3'0'0</inkml:trace>
  <inkml:trace contextRef="#ctx0" brushRef="#br0" timeOffset="90719.74">4680 11046 372 0</inkml:trace>
  <inkml:trace contextRef="#ctx0" brushRef="#br0" timeOffset="103141.58">4765 10448 1607 0,'-5'-8'0'0,"2"2"0"0,0 5 0 0,3-6 0 0,-2 2 0 0,2 1 0 0,0 0 0 0,0 2 0 0,0 1 0 0,0-2 0 0,0 1 83 0,0 1 8 0,0 1-53 15,0 0 1-15,2 0-1 16,1 0 288-16,6 7-143 0,-4 4-63 0,1 5 76 0,-1 0-79 16,3 9-39-16,-3 0-1 0,-4 2 59 15,1 5-40-15,0 2-34 0,-1 2 42 0,-1 2-33 16,0 3 0-16,0-6-33 0,0 5 16 0,0-2-16 0,0-1 0 15,0-2 0-15,0-1-42 0,0 0 0 16,0-7 52-16,0 5-146 0,0-8 69 16,0-1 31-16,0-3 1 0,0-1-261 0,0-8 137 0,0 0 37 15,0-3-250-15,0-4 137 0,0-2 82 16,0-2 24-16,0 0-106 0,-3 0 84 16,1-10 37-16,-1-7 1 0,0-9 37 0,3-3 0 15,-3-7-10-15,3-10-680 0,-3-3 344 0</inkml:trace>
  <inkml:trace contextRef="#ctx0" brushRef="#br0" timeOffset="103418.09">4712 10558 2086 0,'-12'-20'0'0,"4"6"0"0,1 3 0 0,-1-2 0 0,6 0 0 0,-1 5 0 0,3-2 0 0,0 1 0 0,0 0 0 0,8-2 0 0,6 1 235 0,10-1-103 0,1 2-47 16,3 0 185-16,1 2-116 0,-1 3-58 0,-3 3-19 15,5 1 63-15,-11 0-51 0,6 0-25 0,-4 4 0 16,-4 4-15-16,-2 4-2 0,-2 3-9 0,-6 0-5 15,-1 4 6-15,-4 1-1 0,-2 5 0 0,0-4 52 16,-6 3-23-16,-5 0-67 0,-4-3 0 0,0-2 0 16,-4 0 0-16,2-6 0 15,-4 0 0-15,3-1 0 0,-3-4 0 0,3 0 0 16,-1-1 0-16,1-6 0 0,3 1 0 0,-3 0 0 16,6-2 0-16,-3 0 0 0,8 0-8 0,-1 0-473 15,1 0 188-15,3 0 129 0,2 0-340 0,2 0 234 16,0-2 115-16,0 0 50 0,13 2-509 0,0 0 288 15,5 0 143-15</inkml:trace>
  <inkml:trace contextRef="#ctx0" brushRef="#br0" timeOffset="103777.31">4987 10802 2360 0,'0'8'0'0,"0"3"0"0,0-2 0 0,0 4 0 0,0-2 0 0,-2 4 0 0,2 2 0 0,0 1 0 0,0 1 0 0,0-1 0 16,0 1 107-16,8-1 213 0,3 0-142 0,0-2-69 0,2 0-36 16,4-5 108-16,-4-2-62 0,4-2-45 0,-2-4-5 15,1-3 1-15,-2 0-32 0,2 0-22 0,-4-1 32 16,3-7-10-16,-5-2 0 16,-1-5-36-16,2 1-1 0,-6-3 47 0,-2 0-10 15,1 1-99-15,-2-3 50 0,-2-2 14 0,0 1 0 16,0-1-136-16,-7-4 72 0,-3 2 20 0,-3 3 12 15,2 3-13-15,-3 1 42 0,0 3 133 16,1 3-67-16,-2 4-33 0,-1 3-2 0,3 0 40 16,0 3-32-16,1 0-36 0,1 4-3 0,0 6 0 15,0 3 0-15,3 0 0 0,-1 2-96 0,3 1-23 16,1 0 65-16,1 0 35 0,3-2-552 16,1-1 271-16,0 3 112 0,0-8-445 0,0 6 302 15,5-5 147-15,4-1 72 0,2-3-195 0,2-3 135 16,4-2 57-16</inkml:trace>
  <inkml:trace contextRef="#ctx0" brushRef="#br0" timeOffset="104052.78">5388 10463 2632 0,'1'-9'0'0,"1"6"0"0,-2 0 0 0,0 1 0 0,0 2 0 0,0 0 0 0,0 0 0 0,2 11 0 0,0 5 0 0,-1 7 0 0,5 5 170 0,-2 1-65 15,-2 8 354-15,3-2-211 0,-3 7-95 0,2 1-62 16,0-2-18-16,-1 1-73 0,1-1 0 0,-2 0 0 16,1-5 0-16,-3 3 0 0,3 1 0 15,0-2 0-15,-1 1 0 0,-2 0 0 16,0-1 0-16,0-3 0 0,0-3 0 16,0-9 0-16,0-1-371 0,-2-9 42 0,-1-1 152 15,0-4 13-15,0-3-338 0,1-5 232 0,-2 0 116 16,-1-2-88-16,2-11 93 0,-1-13 60 0,0-8 25 15,0-7-335-15,0-8 180 0,2-6 91 0,-7-5-233 0</inkml:trace>
  <inkml:trace contextRef="#ctx0" brushRef="#br0" timeOffset="104288.16">5323 10678 1780 0,'-9'-34'0'0,"3"4"0"0,3 6 0 0,0 1 0 0,3 0 0 0,0 3 0 0,0 0 0 0,8 1 0 0,7 0 0 15,0 4 0-15,8-2 376 0,-1 4-169 0,3 2-84 0,0 1-43 0,-2 6 175 0,0 2-100 16,2 1-62-16,-2 1-28 0,-2 0 82 0,-1 5-55 15,-4 7-27-15,-1 3 10 0,-1 2 44 0,-7-1-40 16,-1 5 0-16,-3 0-2 0,-3 5-38 16,0-6-14-16,-3 7-25 0,-9-3 0 0,1-3 0 15,0-2 0-15,-4-1 0 0,0 0 0 16,-1-5 0-16,0-2 0 0,-1 0-170 0,3-3 23 16,-4-1 58-16,3-1-441 0,0-1 230 15,0-1 132-15,3 0 63 0,1 0-179 0,2-1 123 16,3 3 52-16,1 0-406 0,5 0 238 0,0 5 120 0</inkml:trace>
  <inkml:trace contextRef="#ctx0" brushRef="#br0" timeOffset="104570.2">5754 10843 2602 0,'2'3'0'0,"0"-2"0"0,-2 1 0 0,0-2 0 0,0 0 0 16,0 0 0-16,0 0 0 0,0 0 0 0,0 0 0 0,0 2 0 0,1 0 117 0,1 3-39 0,0 3-1 16,1 2 211-16,1 3-115 0,2 2-72 0,-6 1-32 15,2 3 184-15,1 0-108 0,-2-2-117 0,-1 4-28 16,0-3 0-16,0-1 0 0,0 0 0 16,0-4 0-16,0-1 0 0,0-2 0 0,0 0 0 15,0-2 0-15,0-3 0 0,0-1 0 0,0-2-62 16,0 0-60-16,0-2 69 0,0 0-31 0,0 0 41 15,-1 0-67-15,-2 0 40 0,1 0-883 0,2-4 457 16,0-7 229-16,0-1 115 0,0-1-411 0,0 0 253 16</inkml:trace>
  <inkml:trace contextRef="#ctx0" brushRef="#br0" timeOffset="106904.62">6163 10466 3608 0,'-7'-3'0'0,"3"2"0"0,2 1 0 0,1 0 0 0,-3 0 0 0,2 0 0 0,-1 4 0 0,1 1 0 0,0 2 0 0,2 0 0 0,0 0 323 0,0 2-323 0,0 1 0 0,0-3 0 16,2 3 0-16,0-3 0 0,4-1 0 0,-2-1 0 15,2 1 0-15,-3-2 0 0,1 0 0 0,1-1 0 0,1 1 0 16,4 0-1447-16</inkml:trace>
  <inkml:trace contextRef="#ctx0" brushRef="#br0" timeOffset="108327.9">6520 10086 2361 0,'-12'-1'0'0,"5"-2"0"0,1 2 0 0,1-1 0 0,4 2 0 0,-2 0 0 0,3-1 0 0,0-2 0 0,8 1 0 0,14-2 0 0,4 1 555 0,12-3-256 15,-4 1-119-15,11-1-75 0,-2 0 326 0,0 5-431 0,4-1 0 0,-4 2 0 16,-3 0 0-16,7 0 0 16,-4 0 0-16,-4 0 0 0,-4 0 0 0,0 3 0 15,-7 1 0-15,7 0 0 0,-16 0 0 0,2-1 0 16,-3-1-158-16,-8 0-166 0,-1-2 75 0,-4 0 120 16,-4 0-640-16,-1 0 365 15,0 0 181-15,0-2 91 0,-6-7-352 0,-4-5 227 0,-1 2 108 0,-3-6-96 16,-2-2 102-16,-2 3 51 0,4 2-10 0,-4-4 31 15,1 4 71-15,3 0 0 0,-2 2 97 0,5 2-89 16,3 3-11-16,0 1-38 0,1 3 568 16,5 2-285-16,1 1-109 0,1 1-91 15,0 0 683-15,10 0-343 0,3 0-170 0,7 7-85 16,-2 2 408-16,2-2-237 0,7 3-134 0,-3 2 159 16,-1-2-163-16,-7 0-160 0,3 1 0 0,-3 2 0 15,-2 0 0-15,-5 1 0 0,-3 0 0 0,-5 3 0 16,-1 2 0-16,0 2 0 0,-13 1 0 0,-7 2 0 15,-3 1 0-15,-2 1-605 0,-3-1 157 0,4-1 132 16,-1 1 143-16,0-4-242 0,0-2 187 0,2-2 93 16,1-2-488-16</inkml:trace>
  <inkml:trace contextRef="#ctx0" brushRef="#br0" timeOffset="108693.97">6807 10379 2272 0,'-13'14'0'0,"3"3"0"0,1-1 0 0,1 4 0 0,3-3 0 0,-5 7 0 0,7 0 0 0,-1 2 0 0,3-1 0 15,-2 6 0-15,3 0 85 0,-1-1 521 0,0-1-283 16,-1 0-141-16,-1-5 244 0,1-2-389 0,-2 1-37 0,0-6 0 0,0-4 0 16,3-3 0-16,-3-3 0 15,3-4 0-15,-3-3 0 0,3 0 0 0,1-1 0 16,0-12 0-16,0-8 0 0,2-5 0 0,11-2 0 16,3-1 0-16,2-3 0 0,1 3 0 0,2 1 0 15,2 0 0-15,0 3 0 0,-2 3 0 16,2 2 0-16,-6 8 0 0,2 0 0 15,-3 6 0-15,1 3 0 0,-7 3 0 0,1 0 0 0,-1 4 0 16,-1 13 0-16,-2 7 0 0,-1 4 0 0,1 2 0 16,-5 2 0-16,3 2 0 0,-2 0 0 15,2-1 0-15,2-3 0 0,-2-1 0 0,3-3 0 16,0-5 0-16,4-1 0 0,-2-3 0 0,2-3 0 16,4-6 0-16,-2 0 0 0,4-5 0 0,-1-3 0 15,1 0 0-15,7 0 0 0,-4-8 0 0,1-7 0 16,0-2 0-16,1-4 0 0,-1-1 0 0,3-5 0 15,1-6 0-15,-3-3-824 0,1-6 278 0,0-4 258 16,4-13 123-16,-1 3-653 0</inkml:trace>
  <inkml:trace contextRef="#ctx0" brushRef="#br0" timeOffset="109058.55">7725 9599 2666 0,'-8'-12'0'0,"1"3"0"0,0 3 0 0,0-2 0 0,-1 5 0 0,2-1 0 0,1 0 0 0,3 2 0 0,-2 0 0 0,4 2 0 0,0 0 347 0,0 0-153 0,0 0-77 0,0 0 244 16,0 9-151-1,0 5-174-15,0 1-36 0,0 4 0 0,2 7 0 0,0 2 0 16,-2 4 0-16,0 2 0 0,0 7 0 0,0 0 0 16,0 3 0-16,-2 5 0 0,2 5 0 0,-2 10 0 15,0-2 0-15,2 3 0 0,0 5 0 0,-2 3 0 16,2 0 0-1,-1 5 0-15,-3 2 0 0,4 1 0 0,-2 1 0 0,0-3 0 16,0-11 0-16,1 13 0 0,1-16 0 0,0-10 0 16,0 3 0-16,0-5 0 0,0-8 0 0,0 4 0 15,0-12 0-15,0-1 0 0,0-4 0 0,0-9 0 16,0-3 0-16,0-5 0 0,0-4 0 0,0-3 0 16,0-3 0-16,0 0 0 0,0-5 0 0,0 0 0 15,0 0 0-15,0 0 0 0,0 0 0 0,0 0 0 16,0 0 0-16,0 0 0 0,0-8 0 15,0-7 0-15,0-8 0 0,0-7-1144 0,0-15 544 0,7-11 279 16</inkml:trace>
  <inkml:trace contextRef="#ctx0" brushRef="#br0" timeOffset="109244.57">7968 10289 3324 0,'7'-2'0'0,"1"2"0"0,5 0 0 0,-4 0 0 0,4 0 0 0,5-2 0 0,4 0 0 0,-3 0 0 0,9 2 0 0,0-1 0 0,0 1 607 0,4 0-607 16,-2 0 0-16,-3 0 0 0,6 0 0 0,-2 0 0 15,-2 0 0-15,1 0 0 0,-1 0 0 0,-4 0 0 16,0 0 0-16,-2 0 0 0,-6 0 0 0,-2 0 0 16,-5 5-1159-16</inkml:trace>
  <inkml:trace contextRef="#ctx0" brushRef="#br0" timeOffset="109420.3">8140 10658 3931 0,'-33'20'0'0,"8"-2"0"0,6-6 0 0,1-1 0 0,9-4 0 0,1-1 0 0,6-2 0 0,2 0 0 0,0 2 0 0,17-1 0 0,6 1 0 16,7-2 0-16,3-3 0 0,10 2 0 0,-1-3 0 0,1 0 0 16,-7 0 0-16,14 0 0 0,-10-4 0 15,3-4 0-15,-11 2 0 0,2 2 0 0,-7 1 0 16,-2 1 0-16,-4 0 0 0,-4 2 0 0,-4 0-262 15</inkml:trace>
  <inkml:trace contextRef="#ctx0" brushRef="#br0" timeOffset="114280.79">9698 9876 2085 0,'-6'-2'0'0,"3"2"0"0,1 0 0 0,-1 0 0 0,3 0 0 0,-2 0 0 0,2 0 0 0,0 6 0 0,0 4 0 0,0 5 0 0,0 6 145 15,0 6 154-15,0 5-130 0,2 11-65 0,3 0-32 16,0 6 188-16,-1 4-115 0,-1 2-53 0,1 0 149 15,0 2-101-15,-1-1-51 16,1-3-15-16,2-1-58 0,0-1-16 0,-2-2 0 0,1-2 0 16,0-2 0-16,-1-9 0 0,3 2 0 0,-2-5 0 15,-3-5 0-15,1-3 0 0,-1-5 0 0,0-1 0 16,0-4 0-16,-2-5 0 0,0-3 0 16,0-3 0-16,0-3 0 0,0-1 0 0,0 0-381 0,0 0 144 15,0-3 78-15,0-12 61 0,0-5-261 16,0-7 150-16,2-11 90 0</inkml:trace>
  <inkml:trace contextRef="#ctx0" brushRef="#br0" timeOffset="114520.43">10027 10092 3461 0,'-5'0'0'0,"2"0"0"0,-1 0 0 0,2 0 0 0,2 0 0 0,0 0 0 0,2 0 0 0,12 0 0 0,8 0 0 0,4-2 0 0,4-3 470 0,6-1-470 0,7-4 0 16,2 1 0-16,1-2 0 0,0 2 0 16,1-3 0-16,-6 5 0 0,10-6 0 0,-8 5 0 0,-7 2 0 15,-1-1 0-15,0 1 0 0,-10 3 0 0,2-1 0 16,-4 2 0-16,-6-2 0 0,-4 3-43 0,-2-4-974 16,-3 4 479-16,-3-2 255 0,-3-2 122 0,0-1-268 15,-2-5 195-15,0-2 97 0</inkml:trace>
  <inkml:trace contextRef="#ctx0" brushRef="#br0" timeOffset="114715.97">10597 9775 2847 0,'-19'-12'0'0,"3"7"0"0,7 3 0 0,-1-2 0 0,6 2 0 0,0 2 0 16,4 0 0-16,0 0 0 0,16 0 0 0,9 0 0 0,5 0 86 0,12 2 264 0,-2 2-156 0,2 1-78 0,6 3 222 16,1-2-338-16,-8 1 0 0,7 1 0 0,-11-1 0 0,-4 3 0 15,-2-1 0-15,-11 4 0 0,1 1 0 0,-9 0 0 16,-3 2 0-16,-9 1 0 0,0 6 0 15,-12 0 0-15,-8-2 0 0,-7 1 0 0,-8 3 0 16,-1-1 0-16,-2-1 0 16,-1-1-264-16,-4 3 33 0,-1 0 101 0,-1 0-637 15,-2 1 365-15,-10 7 181 0</inkml:trace>
  <inkml:trace contextRef="#ctx0" brushRef="#br0" timeOffset="114898.45">10132 10448 3309 0,'-6'3'0'0,"1"3"0"0,0-1 0 0,0 2 0 0,1 6 0 0,2 4 0 0,-1 1 0 0,1 8 0 0,-2 2 0 0,2 4 0 0,-3 2 235 0,-3 3 152 0,-2 7-387 0,1-5 0 0,1-3 0 15,-1 1 0-15,1-1 0 0,0-2 0 0,1-6 0 16,4-6 0-16,-1-1 0 0,2-8 0 0,0-4 0 16,2-3 0-16,0-4 0 0,0-2-121 0,0-4-1249 15,2-20 666-15,5-8 323 16</inkml:trace>
  <inkml:trace contextRef="#ctx0" brushRef="#br0" timeOffset="115505.54">10629 10811 2660 0,'2'-6'0'0,"0"3"-1"0,0 1 1 0,-2 0 0 0,0 2 0 0,0 0 0 16,0 9 0-16,0 5 0 0,0 1 0 0,1 3 0 0,1 1 707 0,3 0-334 0,2-3-181 0,0 4-192 15,3-7 0-15,1-2 0 0,2-1 0 0,1-7 0 16,0-1 0-16,4-2 0 0,-2 0 0 0,3-11 0 0,0-10 0 16,-2 1 0-16,-4-4 0 0,-2 1 0 0,-7 2 0 15,0-1 0-15,-2-1 0 0,-2 0 0 16,0 2 0-16,-6 3 0 0,-6-1 0 0,-2 4 0 15,-1 5 0-15,-2 0 0 0,-1 4 0 16,2 4 0-16,-3 2 0 0,3 0 0 0,-2 3 0 16,5 9 0-16,0 1 0 0,4 0 0 0,1 2 0 15,5 2 0-15,-1-1 0 0,4-2 0 16,0 1 0-16,0-1 0 0,4-5-809 0,5 0 308 16,2-1 236-16,4-2-270 0,-2-5 248 0</inkml:trace>
  <inkml:trace contextRef="#ctx0" brushRef="#br0" timeOffset="118051.26">11050 10401 3724 0,'-2'-5'0'0,"1"2"0"0,-1-1 0 0,2 1 0 0,-2 2 0 0,2-1 0 0,-3 2 0 0,3 0 0 0,0 0 0 0,0 3 0 0,0 11 127 0,0 8-47 16,3 7-80-16,2 7 0 15,3 8 0-15,-1 4 0 0,-2 1 0 0,4 1 0 0,-2 1 0 0,-2-1 0 16,-1 1 0-16,2-2 0 0,-2 0 0 16,-2-2 0-16,0 0 0 0,0-1 0 15,-2 0 0-15,0-7 0 0,0 2 0 16,0-3 0-16,-6-9 0 0,2-7 0 0,-2-6 0 0,2-4 0 0,-1-5 0 16,1-1 0-16,1-6-143 15,-6 0-173-15,8-10 139 0,-3-15 61 0,2-11-594 0,2-7 337 16,0-9 167-16,0-13-505 15,0-3 336-15</inkml:trace>
  <inkml:trace contextRef="#ctx0" brushRef="#br0" timeOffset="118265.61">11054 10462 3341 0,'0'-32'0'0,"0"9"0"0,-2-1 0 0,2 5 0 0,0 2 0 0,0 4 0 0,2 0 0 16,9 4 0-16,8 0 0 0,4 2 0 0,5 1 131 0,4 5 328 0,2 1-459 0,-1 0 0 0,3 7 0 15,-4 5 0-15,2 5 0 0,-6 1 0 16,0 3 0-16,-7 0 0 0,-6-2 0 15,0 7 0-15,-11-2 0 0,-4 1 0 0,0 3 0 16,-16 0 0-16,-7-1 0 0,-2 1 0 0,-3-2 0 16,-2-3 0-16,-2-4 0 0,0-1 0 0,0-3 0 15,2-2 0-15,3-1 0 0,1-3 0 0,7-4 0 16,1 3 0-16,8-4 0 0,0 0 0 16,7 1-153-16,3-1-325 0,0 2 220 0,5-2-812 15,13-1 507-15</inkml:trace>
  <inkml:trace contextRef="#ctx0" brushRef="#br0" timeOffset="118448.9">11443 10778 3931 0,'2'5'0'0,"0"3"0"0,-2 1 0 0,0 2 0 0,0 3 0 0,0-1 0 0,0 2 0 0,0 1 0 0,0 4 0 0,0 2 0 0,2 2 0 0,1-1 0 15,-1 1 0-15,0-1 0 0,0 3 0 0,-1-2 0 0,1 0 0 16,0-4 0-16,0 2 0 0,-2-3 0 15,2-2 0-15,-2-6 0 0,0 0 0 0,0-3 0 16,0-1 0-16,0-3 0 16,0-2-461-16,0 0-161 0,0-2 292 0</inkml:trace>
  <inkml:trace contextRef="#ctx0" brushRef="#br0" timeOffset="119096.87">11944 9767 2183 0,'-5'-2'0'0,"1"0"0"0,0 2 0 0,2 0 0 0,0 0 0 0,2 18 0 0,0 4 0 0,0 10 0 0,0 7 0 0,0 16 0 0,5 12 579 0,5 3-271 0,-2 7-135 0,1 8-59 16,-1 12-43-16,-4-5 0 16,-2 6-33-16,-1 1-1 0,-1 5 0 0,0-15 10 15,0 15 226-15,0-33-273 0,0 4 0 0,0-6 0 16,2-15 0-16,0 2 0 0,-2-9 0 0,0-12 0 15,0-3 0-15,0-11 0 0,0-6 0 0,0-4 0 16,0-3 0-16,0-6 0 0,0-2 0 16,-5 0 0-16,-1-2 0 0,0-4 0 0,-2-6 0 0,5 0-365 15,-3-3 154-15,3-3 87 0</inkml:trace>
  <inkml:trace contextRef="#ctx1" brushRef="#br0" timeOffset="58613.83">3799 15711 0,'0'0'16,"0"0"-1</inkml:trace>
  <inkml:trace contextRef="#ctx1" brushRef="#br0" timeOffset="62940.18">21314 15867 0,'-70'-228'16,"70"-12"0</inkml:trace>
  <inkml:trace contextRef="#ctx0" brushRef="#br0" timeOffset="124616.99">10094 10571 1489 0,'-10'-6'0'0,"1"4"0"0,2 1 0 0,0-1 0 0,0 2 0 0,2 0 0 0,-1 0 0 0,3 0 0 0,0 0 0 0,0 5 0 0,1 10 104 0,2 6-33 16,0 7 183-16,0 4-107 0,0 6-45 0,0 10-36 15,0-1 176-15,0 2-101 0,0 2-52 0,0-1 133 16,0 3-81-16,0-2-57 0,0-2 1 0,0-2-29 0,-1-2-18 16,-1-9 1-16,0-1 10 0,-3-1-111 0,3-6 51 15,1-8 25-15,-1-2 0 0,0-9-89 16,0-3 52-16,2-2 32 0,-2-4-553 16,2 0 274-16,0-23 82 0,0-9-457 0,2-16 307 15,4-2 150-15,4-14 75 0,-7 5-321 0,-1-3 197 16,-2 1 90-16,0-12 58 0,0 12 24 0,0 9 38 15,0-2 27-15,0 5 0 0,0 13 0 16,-2 0 0-16,1 7 0 0,1 4 344 0,0 4-211 0,0 1-86 16,0 3 667-16,9 4-353 0,5-1-95 0,7 3-114 15,2 4 294-15,3 2-204 0,-4 2-92 0,13 3-61 16,-8 0 194-16,1 0-122 16,1 13-61-16,-5 0 48 0,-5 3-45 0,1 5-37 15,-6 0 0-15,-5 3-6 0,-7 4-60 0,-2 0 0 16,0 3 0-16,-13 0 0 0,-8-1 0 0,-1-2 0 15,-7-1 0-15,-3-5 0 0,1-4 0 0,0-2 0 16,0-7 0-16,2-3 0 0,2-2 0 16,4-2 0-16,0-2 0 0,7 0 0 0,4 0 0 0,3 0-194 15,4-2-202 1,5-2 189-16,0-2-309 0,3 2 244 0,14 3 116 0,7 1 59 16,3 1-672-16</inkml:trace>
  <inkml:trace contextRef="#ctx0" brushRef="#br0" timeOffset="124936.89">10330 11155 3008 0,'-8'0'0'0,"0"3"0"0,2 1 0 0,1 2 0 0,0-2 0 0,4 3 0 0,1 1 0 0,0 3 0 0,0 2 0 0,0 2 0 0,6 5 123 0,5 0 234 15,3 0-158-15,0 1-81 0,3-2-21 0,-2-6-68 16,1 0-29-16,2-3 0 0,-4-1 0 0,2-4 0 15,-7-2 0-15,3-3 0 0,-5 0 0 0,-1 0 0 16,-1 0 0-16,-3-3 0 0,0-6 0 0,-1-1 0 16,-1-3 0-16,0 4 0 0,0 0 0 15,0 0 0-15,-5 1 0 0,1 3 0 16,-1-1 0-16,-1 2 0 0,3 2 0 0,1 1 0 16,-3-1 0-16,4 2 0 0,1 0 0 0,-2 0 0 15,2 0 0-15,-2 0 0 0,2 0-138 0,-2 0-30 16,2 0-229-16,-4 0 179 0,3 2 89 0,-3 3 45 15,0-2-167-15,-1 3 97 0,0 3 62 0,0-5 26 16,1 4-556-16</inkml:trace>
  <inkml:trace contextRef="#ctx0" brushRef="#br0" timeOffset="127095.43">12507 10415 3129 0,'-3'-4'0'0,"1"3"0"0,2 1 0 0,0 0 0 0,-2 0 0 0,2 0 0 0,0 0 0 0,0 0 0 0,0 0 0 0,4 1 0 0,3 7 175 0,3-1-73 0,1 1 110 16,-2 0-86-16,3-1-43 0,-1 1 21 0,-2-3-104 0,1 0 0 15,-1 1 0-15,-1 0 0 0,-3-3 0 16,0 0 0-16,-2-1 0 0,-1-2 0 15,0 3 0-15,0-3 0 0,-2 0 0 0,0 0-54 0,0 0-149 16,0 0 112-16,0 0-13 0,0 0-646 16,-2 0 355-16,0 0 177 0,2 0-222 15,0 0 206-15,0-4-445 0</inkml:trace>
  <inkml:trace contextRef="#ctx0" brushRef="#br0" timeOffset="127492.35">12936 10034 2461 0,'2'-4'0'0,"-1"0"0"0,1-1 0 0,-2-1 0 0,0 2 0 0,0-3 0 0,0 1 0 0,-2 0 0 0,1 3 0 0,1-1 0 0,-2 0 93 0,2 1 174 15,0 1-118-15,0 0-55 0,0 0 45 0,0 2-49 16,0 0-16-16,0-2-9 0,0 2-26 15,0 0 0-15,0 0 54 0,0 0-27 0,0 0 113 0,0 0-96 16,0 0-83-16,0 0 0 0,0 0 0 16,0 0 0-16,0 0 0 0,0 2 0 15,0 5 0-15,0 4 0 0,2 5 0 0,-1 4 0 16,3 5 0-16,0 12 0 0,0 4 0 0,0 6 0 16,0 8 0-16,-1 10 0 0,-1-12 0 15,0 19 0-15,0-7 0 0,0 1 0 0,-2 1 0 0,0 0 0 16,0-15 0-16,0 1 0 0,1-6 0 15,1-9 0-15,0-2 0 0,0-5 0 0,-2-7 0 0,2-3 0 16,-2-4 0-16,0-6 0 0,0-2 0 16,0-3 0-16,0-2 0 0,0-2 0 0,0-2 0 0,0 0 0 0,0 0-701 15,0-2 265-15,0-9 189 16,0-10-327-16,0-4 267 0,6-10 134 0</inkml:trace>
  <inkml:trace contextRef="#ctx0" brushRef="#br0" timeOffset="128239.89">12485 10457 1791 0,'-6'-5'0'0,"3"4"0"0,3-1 0 0,-2 1 0 0,0 1 0 0,2 0 0 0,0 0 0 0,0 0 0 0,0 0 0 0,0 1 0 0,0 7 210 15,2 1 181-15,1-2-177 0,5 0-87 0,-2 0-45 0,1 0 125 16,1-1-90-16,-1-5-39 15,1 2 0-15,-2-3 8 0,-1 0-24 0,1 0 10 16,-1-3-34-16,-1-8 66 0,0-1-32 0,-2-3-1 16,-2 4 10-16,0 2-31 0,0-1-50 0,0-1 0 0,-5 4 0 0,0 2 0 15,-2 0 0-15,1 4 0 16,-1 1 0-16,-1 0 0 0,0 0 0 16,3 0 0-16,1 7 0 0,1 1 0 0,3 1 0 15,0-1 0-15,0 2 0 0,0-5 0 0,3 2 0 0,5-2 0 16,1-1 0-16,-1-2 0 0,1-2 0 0,-2 0 0 15,1 0 0-15,-2 0 0 16,-2 0 0-16,-1-2 0 0,-1-3 0 0,0 0 0 0,-2-1 0 16,0 1 0-16,0-1 0 0,-2 4 0 15,-3-2 0-15,-4 3 0 0,2 1-97 0,2 0-377 16,1 0 217-16,2 9 110 0,2 3 55 0,2 1-511 16</inkml:trace>
  <inkml:trace contextRef="#ctx0" brushRef="#br0" timeOffset="128668.82">13302 9958 3139 0,'-21'-3'0'0,"5"3"0"0,2 0 0 0,1 0 0 0,4 0 0 0,3 0 0 0,2 0 0 0,2 0 0 16,2 0 0-16,2 2 0 0,16 2 90 0,6-3-25 0,6 1 430 0,2-2-353 0,4 0-142 15,3 0 0-15,-2 0 0 16,1 0 0-16,-2 0 0 0,-2 0 0 0,-2 0 0 16,-4 0 0-16,-6 0 0 15,1 0 0-15,-4 4 0 0,-5-2 0 0,-2 2-525 0,-3 0 269 0,-1-3 37 0,-5 3-838 16,-1-2 509-16,2-2 254 15</inkml:trace>
  <inkml:trace contextRef="#ctx0" brushRef="#br0" timeOffset="129199.2">13605 9843 2487 0,'-9'-12'0'0,"4"0"0"0,1 5 0 0,4 0 0 0,0-1 0 0,0 1 0 0,6 3 0 0,11 0 0 0,8 4 0 0,1 0 0 0,4 0 153 0,0 2 329 15,1 9-211-15,-2 2-121 0,-1 1 28 16,0 3-70-16,-1 0-34 0,-6-2-46 15,-7 1-224-15,2 9 89 0,-11-6 73 0,-3 7 37 0,-2 0-221 16,-9 2 128-16,-14 1 75 16,-5 2-534-16,-2-2 275 0,-2-3 50 0,-4 0-290 15,1-2 238-15,3-3 108 0,-12 6 70 0,5-7-242 16,0-1 151-16,-3-4 75 0,10 0 38 0,-2 0-10 0,4-4-1 16,10-1 48-16,-1-1 0 0,7 6 348 15,0-6-174-15,7 0-97 0,3-2 238 16,2 4-157-16,2 1-79 0,0 4 632 0,0 1-280 0,0 1-170 15,4 5-88-15,1 1-48 16,-1 0 458-16,-2 2-253 0,-1-2-116 0,-1 6 122 0,0-5-297 16,0-5 0-16,0 0 0 0,0-5 0 15,-1-2 0-15,-3-6 0 0,2-4 0 0,0-1 0 0,1-2 0 16,1 0 0-16,0-15 0 0,0-7 0 16,7-3 0-16,8-3 0 0,2 0 0 0,0 0 0 15,1 1 0-15,1 0 0 0,4 5 0 0,-3-1 0 0,1 8 0 16,-2 1 0-16,0 2 0 0,-2 1 0 15,-3 5 0-15,0 5 0 0,-3 1 0 16,-2 0 0-16,-1 6 0 0,1 9 0 0,-3 8 0 0,-2 0 0 16,-1 6 0-16,-1-1 0 15,2-3 0-15,2 8 0 0,0-5 0 0,-1-1 0 0,2-7 0 16,2 0 0-16,0 0 0 0,2-5 0 16,0-2 0-16,0-4 0 0,2 0 0 0,1-5 0 15,0-4 0-15,4 0 0 0,0 0 0 0,3-2 0 0,0-9 0 16,1-4 0-16,-3 2 0 0,4-10 0 15,-3 3-202-15,-1-4-848 0,0-7 505 16,1-5 254-16,-5 1 115 0,2-16 74 0,0 1-599 0</inkml:trace>
  <inkml:trace contextRef="#ctx0" brushRef="#br0" timeOffset="129401">14166 9722 3346 0,'4'-30'0'0,"-1"7"0"0,-1 1 0 0,0 1 0 0,-2 5 0 0,0 5 0 0,0-1 0 0,0 3 0 0,0 3 0 0,0 2 0 0,0 2 217 0,0 0-90 0,0 2 114 0,0 0-241 0,0 0 0 16,2 8 0-16,0 14 0 16,2 6 0-16,-2 12 0 0,0 5 0 0,0 9 0 15,-2 14 0-15,0 6 0 0,0 15 0 0,-6 5 0 16,-2 8 0-16,-1 9 0 0,-2 18 0 0,1 1 0 16,-5 9 0-16,2 7 0 0,0 8 0 0,-2 34 0 15,4-6 0-15,0 0 0 0,-1 4 0 0,4-7-873 16</inkml:trace>
  <inkml:trace contextRef="#ctx0" brushRef="#br0" timeOffset="137416.81">14855 10017 3366 0,'-7'-6'0'0,"7"3"0"0,-2 2 0 0,2 1 0 0,0 0 0 0,0 0 0 0,2 0 0 0,9 0 0 0,8 0 0 0,5 0 0 0,8 0 272 0,8 0-118 16,2 0-15-16,2 0-139 0,-3 0 0 0,12 0 0 15,-6 0 0-15,-2 0-126 0,1-1 79 0,-11-1-273 16,3 0 188-16,-5 0 80 0,-3 2 45 0,-3 0-1053 15</inkml:trace>
  <inkml:trace contextRef="#ctx0" brushRef="#br0" timeOffset="137581.24">15023 10430 3931 0,'-23'3'0'0,"10"4"0"0,5-1 0 0,1-3 0 0,5-1 0 0,2-2 0 0,0 3 0 0,5 0 0 0,15-2 0 15,8 1 0-15,15-2 0 0,2 0 0 0,2 0 0 0,4 2 0 0,-8-1 0 16,15 2 0-16,-5 0 0 0,-3 1 0 0,3 2 0 16,0 0 0-16,-1 3-583 0</inkml:trace>
  <inkml:trace contextRef="#ctx0" brushRef="#br0" timeOffset="139364.87">16650 9412 2593 0,'-14'-9'0'0,"7"6"0"0,1 3 0 0,2 0 0 0,1 0 0 0,0 3 0 0,1 6 0 0,0 7 0 0,2 4 0 0,0 8 0 0,0 9 152 0,0 7-56 0,2 5 318 16,3 5-187-16,-2 6-84 0,5 15 163 16,-5-2-306-16,3 6 0 0,-3 17 0 15,1-4 0-15,-2-8 0 0,1 18 0 0,-3-12 0 16,0-1 0-16,0-14 0 0,2 5 0 15,-2-6 0-15,1-7 0 0,1-14 0 0,-2 2 0 16,2-7 0-16,-2-10 0 0,0-3 0 0,0-3 0 16,0-10 0-16,0-2 0 0,0-9 0 0,0-2 0 15,0-3 0-15,0-5-71 0,0-1-53 0,0 0-726 0,0-11 405 16,0-13 192-16,11-3 111 0</inkml:trace>
  <inkml:trace contextRef="#ctx0" brushRef="#br0" timeOffset="140540.51">17485 9604 2420 0,'-4'-5'0'0,"-1"2"0"0,2 1 0 0,1 2 0 0,-3 0 0 0,1 0 0 0,-3 2 0 0,1 12 0 0,-4 5 0 0,3 3 0 0,-2 6 255 0,-3 11-109 0,1 1-55 15,0 3 312-15,-3 4-183 0,2 4-82 0,-4 3 120 16,3 0-258-16,-4 2 0 0,2 1 0 0,0-4 0 16,-1 2 0-16,0-5 0 0,0 0 0 0,0-7 0 15,0 1 0-15,2-2 0 16,3-9 0-16,-3 1 0 0,4-5 0 0,0-2 0 0,3-10 0 0,-1 0 0 16,2-7-48-16,3-5-718 15,1-3 365-15,2-2 181 0,0-13 92 0,2-17-535 0,12-14 318 16,9-13 154-16,4-2-160 0</inkml:trace>
  <inkml:trace contextRef="#ctx0" brushRef="#br0" timeOffset="140722.51">17345 9730 2649 0,'4'-36'0'0,"-2"14"0"0,0 8 0 16,-2 3 0-16,0 6 0 0,2 3 0 0,0 2 0 0,4 5 0 0,6 16 0 0,6 5 0 0,2 6 95 0,6 11 633 0,1 2-345 15,1 6-307-15,4 7-76 0,-6-1 0 0,-1-7 0 16,7 10 0-16,-11-13 0 0,6 4 0 0,-4-2 0 15,0-3 0-15,-7-6 0 0,3 7 0 16,-8-5 0-16,-3-9-243 0,-4 3-182 0,-2-4 219 0,-2-8-13 16,0-1-287-16,-14-5 235 0,-2-6 116 0,-5-4 60 15,-4-8-526-15,-3 0 283 0</inkml:trace>
  <inkml:trace contextRef="#ctx0" brushRef="#br0" timeOffset="140866.84">17374 10308 2513 0,'-29'-27'0'0,"3"9"0"16,6 7 0-16,2 2 0 0,8 5 0 0,-1 0 0 0,8 2 0 0,-1 2 0 0,4 0 0 0,0 0 0 0,14 0 521 0,6 6-242 0,5-1-121 0,3 3-61 0,0-2 131 16,6 1-100-16,-1-2-121 0,1 0-360 0,2 1 158 15,-4-2 115-15,-6 0 69 0,6 3-780 0,-4-4 414 16,-1-2 208-16,-3 2-17 0</inkml:trace>
  <inkml:trace contextRef="#ctx0" brushRef="#br0" timeOffset="141100.1">18131 9739 3931 0,'-14'-2'0'0,"1"2"0"0,-4 0 0 0,-1 6 0 0,-7 5 0 0,2 6 0 0,1 4 0 0,2 5 0 0,-3 10 0 0,8-1 0 0,3 7 0 0,7-5 0 0,3 14 0 16,2-8 0-16,0 1 0 0,9-6 0 0,7-3 0 15,2-2 0-15,3-1 0 0,2-3 0 0,-1-5 0 16,2-3 0-16,1-3 0 0,-4-3 0 16,-1-4 0-16,-1-2 0 0,-5-2-231 0,2-4-12 0,-1-3-846 15,-5 0 517-15,2 0 272 0,-4 0 132 0</inkml:trace>
  <inkml:trace contextRef="#ctx0" brushRef="#br0" timeOffset="141356.79">18227 9967 3114 0,'0'-9'0'0,"0"6"0"0,1-3 0 0,5 0 0 0,1 1 0 0,7 3 0 0,0 0 0 0,6 2 0 0,2 0 0 0,6 8 0 0,-4 7 602 0,4 4-387 16,-1 1-215-16,-2 5 0 0,-1 3 0 16,-4 1 0-16,-2 0 0 0,-6 1 0 0,-5 0 0 0,-4 0 0 15,-3 2 0-15,-3-3 0 16,-13 2 0-16,-3-5 0 0,-5-3 0 0,0-5 0 15,-5 0 0-15,-1-7 0 0,0-2 0 0,-2-5 0 16,2-2 0-16,2-2 0 0,2 0 0 0,1 0 0 16,7-2 0-16,0-10-126 0,11 0-312 0,4-9 200 15,3-3-740-15,5-2 475 0,20-9 233 0,1 2 116 16</inkml:trace>
  <inkml:trace contextRef="#ctx0" brushRef="#br0" timeOffset="141539.31">18621 9831 2945 0,'13'-17'0'0,"-8"10"0"0,-1-1 0 0,-2 4 0 0,-2 2 0 0,0 1 0 0,-4 1 0 0,-7 1 0 0,-1 17 0 0,-2 4 0 0,-1 6 868 0,0 12-750 0,0-1-118 0,5 0 0 15,1 10 0-15,7-4 0 0,2-1 0 0,0-5 0 16,2-1 0-16,9-3 0 0,4-1 0 16,4-1 0-16,2-6 0 0,1-3 0 15,1-3 0-15,-5-8 0 0,5-1 0 0,0-4 0 16,-3-2-446-16,-1-3 61 0,0-3 174 0,-2 0 77 15</inkml:trace>
  <inkml:trace contextRef="#ctx0" brushRef="#br0" timeOffset="141718.65">18915 10158 3601 0,'-1'-2'0'0,"-1"0"0"0,-4 2 0 0,1 0 0 0,1 0 0 0,0 4 0 0,2 7 0 0,2 4 0 0,0 4 0 0,0 6 0 0,2-1 330 16,6 2-330-16,-4 2 0 0,-1 2 0 0,1-5 0 15,-1 4 0-15,1-8 0 0,0 2 0 0,0-5 0 16,-2-1 0-16,2-7 0 0,-2 1 0 0,-1-5 0 16,1-2 0-16,0-3-751 0,2-1 142 15,1 0 239-15,3-2-585 0</inkml:trace>
  <inkml:trace contextRef="#ctx0" brushRef="#br0" timeOffset="141871.67">19023 10082 3243 0,'0'-1'0'0,"0"-1"0"0,0 2 0 0,0-1 0 0,0 1 0 0,7-3 0 0,8 3 0 0,6 0 0 0,2 0 0 0,5 0 0 0,0 0 65 0,-1 0 10 0,6 0-37 15,-3 0 354-15,2 0-274 0,-2 0-118 0,-1 0-124 16,-6 0-21-16,7 0 87 0,-10-2 47 16,1 0-1106-16</inkml:trace>
  <inkml:trace contextRef="#ctx0" brushRef="#br0" timeOffset="142089.53">19402 9885 2931 0,'0'-7'0'0,"0"2"0"0,0-1 0 0,9 2 0 0,9 2 0 16,3 2 0-16,2 0 0 0,7 13 0 0,2 3 0 0,7 6 0 0,-8 0 354 0,0-1-150 0,-1 5-88 16,-5 1 210-16,-4 2-326 0,-2 0 0 0,-8-2 0 15,-7-2 0-15,-4 7 0 0,0-6 0 0,-11 1 0 16,-10-2 0-16,-6-3 0 0,1-4 0 0,-1-1 0 15,-6-3 0-15,-1-3 0 0,0 0 0 0,1-3 0 16,-1-5 0-16,6-1 0 0,7-2-693 0,4 0 243 16,6-4 206-16,7-11-553 0,4-3 370 0,3-9 200 15</inkml:trace>
  <inkml:trace contextRef="#ctx0" brushRef="#br0" timeOffset="142483.03">19891 9790 3931 0,'12'-9'0'0,"0"1"0"0,-6 4 0 0,-4 2 0 0,-2 2 0 0,0 8 0 0,-11 12 0 0,-5 4 0 0,-3 9 0 0,1 2 0 0,-1 7 0 0,2 1 0 16,4 0 0-16,7-7 0 0,1 3 0 15,5-3 0-15,0-4 0 0,1-2 0 0,10-6 0 0,7-7 0 16,6-2 0-16,0-7 0 0,6-8 0 0,0 0 0 16,0 0 0-16,0-8 0 15,0-5 0-15,-5-2 0 0,-2 0 0 0,-7 2 0 16,0-2 0-16,-4 0-15 0,-6 7-99 0,0-2 26 15,-4 3 141-15,-2 2-45 0,0 1 0 0,0 3 140 16,-14 1-148-16,2 0 0 0,1 12 0 0,-3 3 0 16,5 4 0-16,3 1 0 0,2 1 0 0,4 0 0 15,0 0 0-15,3-5 0 0,8 1 0 0,5-3 0 16,7-5 0-16,1-5 0 0,5-4 0 0,1 0 0 16,3 0 0-16,-1-12 0 0,0-1 0 0,-4-4 0 15,-1 1 0-15,-7-3 0 16,-6 2 0-16,-4-2 0 0,-1-1 0 0,-7-1 0 15,-2 0 0-15,0 1 0 0,-5 1 0 0,-10 2 0 16,-6 2 0-16,1 4 0 0,-2 2 0 0,1 3 0 16,-2 3 0-16,3 2 0 0,1 1 0 15,2 0 0-15,4 0-43 0,3 10-360 0,5 1 184 0,3 1 81 16,2 4-1087-16</inkml:trace>
  <inkml:trace contextRef="#ctx0" brushRef="#br0" timeOffset="143316.87">20533 9622 1543 0,'-2'-9'0'0,"1"2"0"0,-1-3 0 0,-1 1 0 0,3 1 0 0,0 3 0 0,0 1 0 0,0 0 0 0,0 2 0 0,6 1 0 0,3 1 180 0,4 0-76 0,3 0 276 15,0 7-171-15,5 6-85 0,2 3-43 0,1 0 10 16,2 6-53-16,7 7 1 0,-6-1 713 0,-1 6-362 15,-1-1-390-15,-6-1 0 0,1 10 0 0,-6-1 0 16,-5 1 0-16,-5 2 0 0,-2 2 0 0,-2 4 0 16,-2 3 0-16,-13-1 0 0,-4-1 0 0,-2 0 0 15,-3-3 0-15,2-8 0 0,-7 5 0 0,3-9 0 16,3-7 0-16,-1 0 0 16,3-6 0-16,4-7 0 0,3-3 0 0,0-1 0 15,7-6 0-15,-1-3 0 0,3-3 0 0,1 0 0 16,4 0 0-16,0 0 0 0,0 0 0 15,0-3 0-15,8-6-346 0,4-1-115 0,7-5 217 0,2 2 102 16,-1-2-693-16,3 0 398 0,4-1 199 0</inkml:trace>
  <inkml:trace contextRef="#ctx0" brushRef="#br0" timeOffset="143617.91">21121 10090 3619 0,'-5'-9'0'0,"1"3"0"0,4 4 0 0,0-3 0 0,0-1 0 0,0 1 0 15,4-1 0-15,10 1 0 0,5-1 0 0,9 2 0 0,1 0 264 0,4 0-216 0,8 2-48 0,0 1 0 0,-2-1 0 16,7 2 0-16,-5 0 0 0,3 0 0 0,-3 0 0 15,-6 0 0-15,4 0 0 0,-4 0 0 0,-1 0 0 16,-4 0 0-16,-7 2 0 0,-1-1 0 0,-3-1 0 16,-6 2 0-1,-3-2 0-15,-5 0-123 0,-3 2-187 0,-2-2 141 0,0 0-580 0,-4 0 360 0,-9 0 176 0,-4 0-429 16,0-2 302 0,-1-3 151-16</inkml:trace>
  <inkml:trace contextRef="#ctx0" brushRef="#br0" timeOffset="143806.12">21452 9538 3712 0,'-10'-7'0'0,"2"4"0"0,3 0 0 0,0 3 0 0,-4 0 0 0,4 0 0 0,3 17 0 0,0 7 0 0,2 9 0 0,0 8 0 16,2 5 219-16,3 5-219 0,4 5 0 0,-2 12 0 0,0-4 0 0,-3 7 0 15,0 1 0-15,-3-1 0 0,6-9 0 0,-4 15 0 16,3-8 0-16,-2 1 0 0,-3 0 0 0,1 6-309 15,-2 4-193-15,-2 9 156 16</inkml:trace>
  <inkml:trace contextRef="#ctx0" brushRef="#br0" timeOffset="145103.96">21085 7892 3931 0,'-28'-20'0'0,"11"15"0"0,10 5 0 0,5 2 0 0,2 1 0 0,0 1 0 0,5 0 0 0,14 1 0 0,10-1 0 0,8-4 0 0,8 0 0 0,11 0 0 0,17 0 0 0,-3-3 0 15,-1-6 0-15,4 1 0 0,-2-4 0 0,-9 5 0 16,16-3 0-16,-9 5 0 0,-2-1 0 16,-14 1 0-16,6 0 0 0,-6-2 0 0,-2 2 0 15,-9-1 0-15,-8 0-1234 16,-2-3 585-16,-9 3 296 0</inkml:trace>
  <inkml:trace contextRef="#ctx0" brushRef="#br0" timeOffset="145293.97">21983 7566 2816 0,'-21'-19'0'0,"8"8"0"0,8 4 0 0,-2-1 0 0,7 1 0 0,0 1 0 0,14 2 0 0,13 2 0 0,10 2 0 0,4 0 0 0,3 0 567 0,-7 8-254 0,11 7-142 0,-7 1-107 15,-10 1-64-15,5 6 0 0,-8 2 0 0,-5-1 0 16,-8 4 0-16,-10 4 0 16,-5 2 0-16,-4 3 0 0,-18 0 0 0,-2-8 0 15,-13 7 0-15,4-7-251 0,-5-4-66 0,-1 0 93 16,-5-7 117-16,5-1-800 0,-12 1 439 0,1-6 215 15,-1 2-341-15,-11-2 278 0</inkml:trace>
  <inkml:trace contextRef="#ctx0" brushRef="#br0" timeOffset="145649.71">21502 8077 2908 0,'-32'0'0'0,"2"0"0"0,3 2 0 0,9 5 0 0,3 4 0 0,4 7 0 0,7 6 0 0,2 5 0 0,2 10 0 0,2 3 0 0,5 4 388 0,8 5-174 0,-1 3 207 15,0 0-421-15,-2 2 0 0,-1-3 0 0,0 0 0 16,-1-2 0-16,-3-8 0 0,2 7 0 0,0-4 0 15,-4-10 0-15,2-3 0 0,-1-8 0 0,-3-7-3 0,-1-4-1089 16,0-7 541-16,-2-7 216 16,0 0 147-16,0-13-406 0,-4-16 268 0,-3-11 148 0,-2-6 70 15,-3-5 35-15,1-12-151 0,-3 1 93 0,-2 4 43 16,-3-16 48-16,5 9 40 16,3 10 0-16,-1-1 147 0,8 14-122 0,0-1-27 15,4 8 0-15,0 6-37 0,13 3 668 0,8 7-334 16,6 5-112-16,3 4 691 0,3 4-418 0,3 4-208 15,-1 2-105-15,-1 0 409 0,-4 12-246 0,-3 2-190 0,-3 5-116 16,-5 4 0-16,-6 0 0 0,-6 1 0 0,-7-1 0 16,0 9 0-16,-9-3 0 15,-12 0 0-15,-10 0 0 0,0-4 0 0,0-4 0 16,-9 1 0-16,10-9 0 0,-3 1 0 0,3-5-68 16,9-1-270-16,-3-2 120 0,7-3 106 0,6-1-36 0,2-2-711 15,6 0 409-15,3 0 206 0</inkml:trace>
  <inkml:trace contextRef="#ctx0" brushRef="#br0" timeOffset="145909.41">21728 8494 3537 0,'-3'23'0'0,"-6"8"0"0,-4-1 0 0,-2 0 0 0,0 1 0 0,2 1 0 15,2-1 0-15,3 1 0 0,7-2 0 0,1-7 0 0,0 1 168 0,5-1 58 0,11-4-226 0,7-6 0 16,2-7 0-16,3 1 0 0,2-7 0 0,0 0 0 0,0-10 0 0,-1-6 0 15,-6-5 0-15,-6 0 0 0,3-7 0 16,-11 5 0-16,-6-5 0 0,-1 2 0 0,-2 0-165 16,-2 2 60-16,-15-5 91 0,1 6-25 0,-7 3 1 0,0 5-1 15,1 3 219-15,-1 7-119 0,-5 1-45 16,7 4-27-16,-1 0 165 0,1 2-154 0,7 10 0 16,2-2 0-16,5 6-143 15,3-1-27-15,4 2 96 0,0-2 39 0,2 2-429 16,11-4 222-16,6-4-701 0,9-1 452 0</inkml:trace>
  <inkml:trace contextRef="#ctx0" brushRef="#br0" timeOffset="146283.03">22100 8285 3721 0,'3'-18'0'0,"-1"8"0"0,0 3 0 0,-2 3 0 0,0 2 0 0,0 2 0 0,0 17 0 0,4 9 0 0,-1 12 0 0,3 2 0 0,-3 4 210 0,1 5-210 0,1 3 0 16,-4-5 0-16,1 4 0 0,0-3 0 0,2-4 0 15,-2-5 0-15,1-1 0 0,-1-4 0 16,0-2 0-16,-2-9 0 0,0-4 0 0,0-7 0 16,0 1-71-16,0-6-65 0,-6-6-110 0,-3-1-777 15,4-1 492-15,-5-15 237 0,1-13-288 16,-2-7 273-16,-1-4 135 0,-1-7 67 16,-2-5-8-16,2-5 29 0,-1 1 9 0,5 1 257 15,4 5-109-15,3 2-55 0,2 4-27 0,0 10 217 16,11 1-117-16,6 2-64 0,8 7-31 0,3 3 683 15,4 4-233-15,2 4-197 0,8 2-94 16,-2 6 459-16,1 2-287 0,-7 3-143 0,4 0 355 0,-7 6-533 0,-2 7-4 16,-7 2 0-16,-9 2 0 0,-2 8 0 0,-8 0 0 15,-3 4 0-15,-16 4 0 0,-10-1 0 16,-2-1 0-16,-6-3 0 0,8-6 0 16,-6 1 0-16,3-2 0 0,1-4 0 15,10-4 0-15,-3-1 0 0,3 0-194 0,6-4-362 16,3 1 250-16,5-2-798 0,4-1 532 0</inkml:trace>
  <inkml:trace contextRef="#ctx0" brushRef="#br0" timeOffset="146444.47">22534 8533 3931 0,'9'9'0'0,"3"12"0"0,-2-2 0 0,-6 0 0 0,-2 0 0 0,0 1 0 0,-2 1 0 0,0 5 0 0,0-1 0 0,0-3 0 0,-4 1 0 0,2-1 0 0,-1 1 0 0,1-4 0 16,2 0 0-16,0-5 0 0,0-4 0 0,0-2 0 15,0 1 0-15,0-2 0 0,0-5-595 0,0 2 66 16,2-4 283-16,1 0 60 0,3 0-794 16</inkml:trace>
  <inkml:trace contextRef="#ctx0" brushRef="#br0" timeOffset="146678.72">23067 8198 3931 0,'-6'-10'0'0,"-1"5"0"0,2 3 0 0,3 2 0 0,2-3 0 0,0 1 0 0,0 1 0 0,0 0 0 0,7-2 0 0,7 0 0 0,9-2 0 0,4 1 0 0,-2 1 0 0,3 1 0 15,1-2 0-15,-5 2 0 0,8 0 0 0,-11 2 0 16,2 0 0-16,-3 0 0 0,-1 0 0 0,-6 6 0 15,1 3-332-15,-7 4-164 16,-2 1 123-16</inkml:trace>
  <inkml:trace contextRef="#ctx0" brushRef="#br0" timeOffset="147091.04">23127 8563 3931 0,'-11'-1'0'0,"6"-1"0"0,3-1 0 0,2 2 0 0,0-1 0 0,0 0 0 0,0 0 0 0,14 0 0 0,3-1 0 0,9-3 0 0,0 4 0 0,4-2 0 0,2 3 0 16,-2-2 0-16,2 3 0 0,0 0 0 16,0 0 0-16,2 0 0 0,-2 6 0 15,0 1-35-15,1 1-1332 0</inkml:trace>
  <inkml:trace contextRef="#ctx0" brushRef="#br0" timeOffset="147311.04">24194 7960 3931 0,'-23'-3'0'0,"4"3"0"0,1 5 0 0,-7 10 0 0,-5 10 0 0,-4 6 0 0,1 11 0 0,1 5 0 0,-2 9 0 0,8 5 0 0,7 2 0 0,9-8 0 15,7 7 0-15,3-5 0 0,0-6 0 0,13-6 0 16,9-1 0-16,1-12 0 0,9 3 0 0,-5-10 0 15,6-4 0-15,1-5 0 0,3-7-58 16,1-3-277-16,-1-6-26 0</inkml:trace>
  <inkml:trace contextRef="#ctx0" brushRef="#br0" timeOffset="147676.56">24301 8342 3625 0,'-14'-27'0'0,"7"7"0"0,-2 2 0 0,1 2 0 0,2 1 0 0,5 5 0 0,1 3 0 0,0 2 0 0,7 2 0 0,16 3 0 0,1 0 306 0,2 14-306 0,4 5 0 16,-3 1 0-16,-1 5 0 0,-1 0 0 0,-5 2 0 0,-5-1 0 16,-4 1 0-16,-9-5 0 0,-2 9 0 0,-2-6 0 15,-18 0 0-15,-10 3 0 16,-5-7 0-16,3-5 0 0,-12 2 0 0,2-7 0 16,1-4 0-16,7-5 0 0,-1-2 0 0,10 0 0 15,2 0-96-15,7-11-184 0,7-10 122 0,9-5 60 16,7-11-519-16,21-6 281 0,13-8 154 0,5 0-233 15,4-4 189-15,3 5 94 0,-7 9-387 0,13-8 245 16,-19 17 119-16,1 2 59 0,-14 9 238 0,-5 8-89 16,-7 4-55-16,-2 3 10 0,-7 4 750 0,-4 2-397 15,-2 8-199-15,-4 14 1027 0,-13 5-533 0,-4 10-399 16,1 0-257-16,-1 5 0 0,6 0 0 16,-1 2 0-16,9-5 0 0,2 8 0 15,5-12 0-15,0 4 0 0,2-1 0 0,8-7 0 16,10 0 0-16,1-8 0 0,6-5 0 0,5-1 0 15,1-8 0-15,4-3-1244 0</inkml:trace>
  <inkml:trace contextRef="#ctx0" brushRef="#br0" timeOffset="147833.74">24922 8413 3931 0,'0'0'0'0,"0"6"0"0,0 1 0 0,-2 5 0 0,-3 1 0 0,1 4 0 0,2 2 0 0,2 7 0 0,0-4 0 0,0 10 0 0,0-4 0 15,0-1 0-15,0 1 0 0,0-7 0 0,0 0 0 0,0-5 0 16,0-3 0-16,2-5 0 0,2 0 0 0,3-6 0 16,0-2-686-16,3 0 89 0</inkml:trace>
  <inkml:trace contextRef="#ctx0" brushRef="#br0" timeOffset="148006.21">25039 8308 3931 0,'0'-4'0'0,"2"2"0"0,3 0 0 0,3 1 0 0,3-2 0 0,6 3 0 0,8 0 0 0,4 0 0 0,1 0 0 0,4 0 0 0,-2 0 0 0,3 0 0 15,0 0 0-15,-1 3 0 0,0-2 0 0,-2 1 0 16,-1-2-40-16,-4 0-281 0,-5 0 179 16,-1 0-896-16,-8 0 523 0,-4 0 261 15</inkml:trace>
  <inkml:trace contextRef="#ctx0" brushRef="#br0" timeOffset="148191.21">25572 8139 1484 0,'10'-10'0'0,"5"1"0"0,1 4 0 0,-1 1 0 0,5 2 0 0,2 2 0 0,3 0 0 0,2 10 0 0,0 4 0 0,-1 5 0 0,-3 5 37 0,-5 4 939 0,-2 1-459 16,-5 3-246-16,-8 2-116 0,-3-1 212 0,0 1-243 16,-16 6-124-16,-7-10 0 0,-11 10 0 0,1-9 0 15,-5 1 0-15,-2-4 0 0,-1-2 0 0,-4-1 0 16,2-4 0-16,9-8-124 0,0-2 27 0,11-5 67 15,9-6 33-15,2 0 10 0,10-4-86 16,2-21 43-16,19-5-849 0,17-13 421 0</inkml:trace>
  <inkml:trace contextRef="#ctx0" brushRef="#br0" timeOffset="148595">25918 8081 3884 0,'18'-23'0'0,"2"8"0"0,-11 8 0 0,-2 1 0 0,-5 3 0 0,-2 3 0 0,-7 12 0 0,-12 11 0 0,-8 12 0 0,1 3 0 0,2 8 47 0,-1 2-47 0,3 3 0 0,3 0 0 15,4-5 0-15,9-6 0 0,4 1 0 16,2-3 0-16,0-8 0 0,8-6 0 16,5-7 0-16,6-2 0 0,5-5 0 0,1-7 0 0,2-3 0 0,2 0 0 15,1-11 0-15,-1-6 0 16,-4-5-109-16,0-1-46 0,-3-3 8 0,-4 0-66 16,-4 2 88-16,-6 2 34 0,-2 2 26 0,-4 3 0 15,-2 2 29-15,0 6-1 0,-4 3 443 0,-10 3-217 16,0 3-113-16,-5 4-57 0,2 13 334 0,4 6-353 15,-1 3 0-15,7 4 0 0,1 3 0 0,6-3 0 16,0-2 0-16,0-1 0 16,6-6 0-16,11 4 0 0,3-10 0 0,5-2 0 0,2-7 0 0,6-6 0 15,1 0 0-15,0 0 0 16,-2-8 0-16,0-7 0 0,-7 0 0 0,-2-2 0 16,-7 1 0-16,-3-3 0 0,-8-4 0 0,-3-1 0 15,-2-1 0-15,-2 3 0 0,-12-3 0 0,-7 4 0 16,-4 5 0-16,-2 3 0 0,-4 3 0 0,-3 4 0 15,-1 4 0-15,3 2 0 0,-1 0 0 0,5 0 0 16,8 8 0-16,1 4 0 0,5-1 0 16,7 2 0-16,2 0-60 0,5 2-89 0,0 0 61 15,2 0-944-15,15 0 489 0</inkml:trace>
  <inkml:trace contextRef="#ctx0" brushRef="#br0" timeOffset="148753.22">26607 8492 3931 0,'4'7'0'0,"-2"5"0"0,-1-4 0 0,1-1 0 0,-2 4 0 0,0 0 0 0,0 4 0 0,-3 6 0 0,-11 3 0 0,-4 3 0 0,-7 7 0 16,-1-1 0-16,0-1 0 0,0 4 0 0,-6-2 0 16,5-2 0-16,-8 4 0 0,-12 12-1016 0</inkml:trace>
  <inkml:trace contextRef="#ctx0" brushRef="#br0" timeOffset="149345.84">26942 8165 3332 0,'-18'-26'0'0,"11"16"0"0,3 7 0 0,4 1 0 15,0 2 0-15,0 0 0 0,0 0 0 0,1 0 0 0,15 5 0 0,7 9 0 0,1 4 127 0,3 4-49 0,8 3 316 0,-10-4-394 0,3 6 0 0,-4 1 0 16,4 0 0-16,-5 0 0 0,-4-2 0 0,-6 1-351 16,2-5-2-16,-5-4 195 15,0 2 107-15,0-5-1027 0,-2-2 521 0</inkml:trace>
  <inkml:trace contextRef="#ctx0" brushRef="#br0" timeOffset="149543.4">27464 7953 3483 0,'5'-24'0'0,"-3"12"0"15,2 3 0-15,-2 5 0 0,-2 2 0 0,0 2 0 0,-8 22 0 0,-3 8 0 0,-5 11 0 0,-4 13 0 0,-7 10 448 0,-6 18-448 0,-5 0 0 0,1 6 0 16,-4-2 0-16,-1 0 0 0,5-9 0 0,-8 21 0 16,4-10 0-16,3-1 0 0,2-3 0 0,10-16 0 15,3-5 0-15,-1 11 0 0,9-20 0 0,2-2 0 16,3-6 0-16,6-14-292 15,3-8-196-15,1-8 180 0,1-4 135 0</inkml:trace>
  <inkml:trace contextRef="#ctx0" brushRef="#br0" timeOffset="149745.69">27482 8680 3931 0,'0'-9'0'0,"0"7"0"0,0 0 0 0,2 2 0 0,-2 0 0 0,3 0 0 0,-2 0 0 16,3 4 0-16,1 5 0 0,-1 4 0 0,0 4 0 0,-2 2 0 0,3 1 0 0,-1 3 0 16,-1-2 0-16,-2 1 0 0,1-3 0 15,0 0 0-15,1-4 0 0,-1-6 0 0,1 2 0 16,2-5-411-16,-3 0-55 0,5-5 98 0,-3-1 172 16,3 0-749-16</inkml:trace>
  <inkml:trace contextRef="#ctx0" brushRef="#br0" timeOffset="149910.87">27696 8421 3524 0,'-2'-4'0'0,"2"2"0"0,0 0 0 0,0 0 0 0,0-2 0 0,9 1 0 0,5 1 0 0,9 0 0 0,-1 0 0 0,8 0 0 0,0 1 322 16,0 1-237-16,2 0-85 0,1 0-59 0,1 0-45 15,-4 0 66-15,2 0 37 0,-2 0-889 0,-3 0 464 16,-1 0 230-16,-5 0-853 0</inkml:trace>
  <inkml:trace contextRef="#ctx0" brushRef="#br0" timeOffset="150069.34">28203 8104 2896 0,'0'-18'0'0,"0"9"0"0,0 0 0 0,0 3 0 0,0 4 0 0,0 2 0 0,6 0 0 0,5 11 0 0,1 8 0 0,3 8 0 0,0-1 282 0,2 5-124 0,-3-2-60 16,2 3 150-16,1 0-97 0,-1-3-61 15,2-1-82-15,-1-2-480 0,-1-4 227 0,-1-5 149 0,2 0 62 16,-2-6-826-16,2 3 449 0</inkml:trace>
  <inkml:trace contextRef="#ctx0" brushRef="#br0" timeOffset="150260.87">28745 8002 3373 0,'8'-7'0'0,"-7"5"0"0,-1 2 0 0,0 8 0 0,-9 13 0 0,-10 17 0 0,-6 13 0 0,-1-1 0 0,-11 24 0 0,-7 6 0 0,1-5 114 0,-3 3 330 0,-6-1-444 16,4-12 0-16,-6 18 0 0,6-10 0 0,11-7 0 15,1 3 0-15,6-3 0 16,9-12 0-16,-1 5 0 0,9-7 0 0,1-14-28 16,5-5-244-16,7-12 154 0,0-7-1192 0,2-5 641 15,20-9 316-15</inkml:trace>
  <inkml:trace contextRef="#ctx0" brushRef="#br0" timeOffset="150514">28590 8714 2591 0,'8'-6'0'0,"2"4"0"0,-1 2 0 0,-2 0 0 0,-2 0 0 0,-3 12 0 0,5-1 0 0,-2 4 0 0,0-2 0 0,6 2 0 0,0-2 213 0,-1 0 347 0,1-4-252 0,1-1-141 15,-1-2-75-15,3-5-92 0,-2-1 0 0,2 0 0 16,-1-5-54-16,-7-6 1 0,4-5 45 0,-9 2 0 15,1-2-36-15,-2-2 41 0,0 0 8 0,-3 0 31 16,-12 1 16-16,1 2-53 16,-2 1 0-16,-1 2 56 0,1 3-31 0,0 3-27 0,-2 4 4 0,1 0-26 15,4 2 34-15,2 0 9 16,1 11-425-16,5 5 191 0,1 0 104 0,4 5 53 16,0-2-718-16,4 1 362 0,14 2 193 0,8-6 94 15,8 1-279-15</inkml:trace>
  <inkml:trace contextRef="#ctx0" brushRef="#br0" timeOffset="150653.37">29100 8764 2854 0,'21'-4'0'0,"-11"4"0"0,1-3 0 0,-2 3 0 16,-6 0 0-16,-1 0 0 0,-2 0 0 0,0 9 0 0,-3 4 0 0,-9 1 0 0,-3 4 144 0,-5 5 313 0,3 0-210 0,-4 1-18 0,1 1-229 16,1 1 0-16,5-6 0 0,-9 7 0 0,9-11 0 15,-1 1 0-15,7-5 0 0,1-3-841 0,7-3 360 16,0-1 254-16</inkml:trace>
  <inkml:trace contextRef="#ctx0" brushRef="#br0" timeOffset="150928.13">29286 8277 3106 0,'16'-16'0'0,"12"5"0"0,11 5 0 0,1-2 0 0,2 3 0 0,1 1 0 0,2 2 0 0,8 2 0 0,-4 0 0 0,1 4 0 0,-7 9 187 0,-1 6-75 15,-14 0 234-15,0 5-166 0,-9 4-180 0,-9 3 0 16,-9 2 0-16,-4 10 0 0,-24-1 0 16,-11 1 0-16,-10 4 0 0,-4-4 0 15,2-3 0-15,9-7 0 0,0 5 0 0,10-10 0 16,1 0 0-16,8-2 0 0,11-7 0 0,2-2 0 16,3-3 0-16,6-2 0 0,0 0 0 0,11-5 0 15,14-1 0-15,0-5 0 0,12-1 0 0,6 0 0 16,1 0 0-16,0-5 0 0,-2-4 0 0,-7-1-869 15,-3-3 227-15,-4 0 307 0,-13 2-331 0</inkml:trace>
  <inkml:trace contextRef="#ctx0" brushRef="#br0" timeOffset="151075.03">29471 8557 3284 0,'-28'-9'0'0,"11"6"0"0,6 1 0 0,0 1 0 0,4-2 0 0,3 1 0 0,4 2 0 0,6 0 0 0,14 0 0 0,10 0 0 0,2 2 226 0,10 6 195 0,1-1-421 0,5-1 0 15,-6 1 0-15,9-2 0 0,-5 4 0 0,-10-4 0 16,1 1-684-16,-1-1 177 0,-6 2 281 0,-4 3 126 16</inkml:trace>
  <inkml:trace contextRef="#ctx0" brushRef="#br0" timeOffset="151228.72">30056 8718 3669 0,'-2'11'0'0,"2"11"0"0,0 1 0 0,0-8 0 0,0-2 0 0,-2 4 0 0,0 0 0 0,-1 1 0 0,3-1 0 0,-6 0 0 0,3 1 262 0,-2-4-262 0,1-1 0 16,-1 0 0-16,1-3 0 0,1-1 0 0,3-2 0 16,-2 0 0-16,2-4 0 0,0-1 0 15,0-2-731-15,0 0 265 0,0 0 248 16,9-2-896-16</inkml:trace>
  <inkml:trace contextRef="#ctx0" brushRef="#br0" timeOffset="151397.68">30170 8562 2864 0,'0'-15'0'0,"6"7"0"0,9 2 0 0,3 0 0 0,2-1 0 0,0 2 0 0,5 1 0 0,5 0 0 0,1 1 0 0,5 2 0 0,0-1 790 16,-1 2-513-16,2 0-277 0,-4 0 0 0,0 0 0 16,-1 0 0-16,1 2 0 0,-3-1-402 15,-5 5 52-15,-3-6 194 0,0 0 105 0,-3 0 39 0</inkml:trace>
  <inkml:trace contextRef="#ctx0" brushRef="#br0" timeOffset="151657.54">30878 8321 2104 0,'5'-9'0'0,"9"3"0"0,7 2 0 0,4-3 0 0,5 1 0 0,0 4 0 0,7 2 0 0,0 0 0 0,-2 0 0 0,3 9 0 0,-5 7 342 0,-4 4-152 0,-6 5-77 15,-6 1 299-15,-11 6-178 0,-6 2-103 0,-5 7-48 16,-23-4 228-16,-5 1-300 0,-9-2-11 0,-1 0 0 15,1-1 0-15,1-1 0 0,4-3 0 0,10-5 0 16,4 0 0-16,6-5 0 0,4-3 0 16,5-3 0-16,4-1 0 0,4-5 0 15,0 0 0-15,7-5 0 0,11-1 0 0,10-3 0 16,-1 0 0-16,6 0 0 0,-3-5 0 0,0-4 0 16,-3-2-734-16,-10-1 255 0,1-1 221 0,-8-2-536 15,-8-4 379-15,-2-2 180 0,0-2 104 0,-12 0-280 16,-13-8 187-16,0 0 93 0</inkml:trace>
  <inkml:trace contextRef="#ctx0" brushRef="#br0" timeOffset="151996.4">30955 8563 2192 0,'-35'-20'0'0,"7"4"0"0,11 9 0 0,4 2 0 0,4 0 0 0,4 2 0 0,5 0 0 0,0 3 0 0,5 0 0 0,22 6 0 0,1 3 96 0,7 1 226 16,4 0-142-16,-1 1-72 0,-3-1-356 0,13 2 137 16,-6-2 74-16,-10-2 37 0,7-1-288 0,-7 0 163 15,-8 2 89-15,-1-2 32 0,-12-2-702 0,1 5 257 16,-8-2 208-16,-3 1 92 0,-1-1-126 0,0-1 143 15,0 0 65-15,-1 2 122 0,-6 1-50 0,3-1 1 16,4 1-51-16,-3 3 556 0,3-1-273 0,0 0-138 16,0 2 279-16,3 0-108 15,6-1-134-15,3 1 65 0,6-3 403 0,-3-1-285 16,5-3-142-16,-2-1 136 0,2-2-129 0,-1-4-80 16,-6 0-33-16,0 0-9 0,-4 0 0 0,-1 0-27 15,-2-6 10-15,-2-5-100 0,-4-3 45 0,0 3 0 16,0-4-59-16,-10 0 53 0,-2-1 34 0,0 2-9 15,-6-1-11-15,-2 2-15 0,3 1 0 0,-1 5 72 16,8 1-42-16,-4 2-36 0,5 3 27 0,2 1-43 16,2 0 0-16,3 0 41 15,2 5 2-15,0 8-503 0,0 1 238 0,2-1 110 16,12 0-536-16,2-2 325 0,4 1 153 0,4-3 90 16,2-2-238-16</inkml:trace>
  <inkml:trace contextRef="#ctx0" brushRef="#br0" timeOffset="152213.01">31841 8350 3665 0,'30'-7'0'0,"7"7"0"0,3 0 0 0,1 10 0 0,-4 11 0 0,-9 5 0 0,7 13 0 0,-8 3 0 0,-10 1 0 15,-4 4 0-15,-8-4 266 0,-5 10-266 0,0-6 0 0,-10-1 0 16,-12-2 0-16,-4-5 0 0,1-3 0 0,-8 3 0 0,-1-5 0 15,1-5 0-15,3-5 0 0,-2-2 0 0,2-1 0 16,2-6-41-16,11-4-251 16,2-3 105-16,5-3 102 0,3-3-820 0,3-2 426 15,4 0 225-15</inkml:trace>
  <inkml:trace contextRef="#ctx0" brushRef="#br0" timeOffset="153511.76">22203 9760 3324 0,'0'22'0'0,"0"4"0"0,0 9 0 0,2 5 0 16,5 6 0-16,3 3 0 0,-3-1 0 0,0 1 0 0,1-1 0 0,0 0 0 0,-3-1 76 0,-1-8 9 0,1 10-214 0,-3-15 84 0,0 5 42 0,0-7-487 15,-2-1 256-15,0-11-190 16,0-2 208-16,0-6 103 0,0-4 52 0,0-8 25 0,0 0-106 16,-4-10-339-16,1-17 225 0,-1-3-185 15,0-17 214-15</inkml:trace>
  <inkml:trace contextRef="#ctx0" brushRef="#br0" timeOffset="153847.88">22169 10078 2330 0,'-25'-57'0'0,"3"12"0"0,2 3 0 0,-1 1 0 15,1 8 0-15,10 8 0 0,-1 2 0 0,7 4 0 0,4 5 0 0,2-2 0 0,20 7 244 0,6 0-102 0,16 3-51 0,0 2-26 0,6 2 10 0,1 2 82 16,4 0-58-16,-4 4-85 0,-3 9 26 0,-11-2 0 16,-3 7 9-16,-6 0-9 0,-10 3-32 15,-9 1 32-15,-6 5-1 0,-3 1 1 0,-14 2 10 0,-14 6-11 16,-4-7 1-16,-2 2 0 0,-1-5-1 15,5-5 1-15,2-7 56 0,1 0-22 0,9-4-74 16,6-5 0-16,5-1 0 0,3-4 0 0,4 2 0 0,4-2 0 16,22 0 0-16,15 1 0 15,0 1 0-15,7 2 0 0,-6 0 0 16,9 3 0-16,-6 2 0 0,-10 3 0 0,-2 3 0 0,-6 2 0 16,-11 2 0-16,0 3 0 15,-11-1 0-15,-3 2 0 0,-2 3 0 0,-9-4 0 0,-12-3 0 16,-5 3 0-16,-3-5 0 0,-3-3 0 0,-1-3 0 15,1-4 0-15,-2-1 0 0,4-2 0 16,0-3 0-16,9-1 0 0,-2 0 0 0,9 0 0 16,3 0 0-16,1-1 0 0,10-9-278 0,0-8-871 15,15-11 554-15,8 1 268 0</inkml:trace>
  <inkml:trace contextRef="#ctx0" brushRef="#br0" timeOffset="154037.26">23047 9576 3931 0,'4'-8'0'0,"-1"6"0"0,-3 2 0 0,-5 0 0 0,-9 13 0 0,-4 8 0 0,0 5 0 0,1 5 0 0,-1 10 0 0,4 0 0 15,3 4 0-15,6 4 0 0,3-4 0 0,2-4 0 0,0 8 0 16,11-4 0-16,6-1 0 0,5-3 0 0,1-4 0 0,-2-7 0 16,4 2 0-16,0-4 0 0,-2-3 0 15,-1-2 0-15,-2-7-626 0,-4 0 16 0,3-3 291 16,-3-1 139-16,2-2 70 0</inkml:trace>
  <inkml:trace contextRef="#ctx0" brushRef="#br0" timeOffset="154242.07">23325 9761 3798 0,'-10'-13'0'0,"6"10"0"0,2 1 0 0,2-1 0 0,0 3 0 0,0 0 0 0,0 0 0 0,6 5 0 0,6 6 0 0,6 0 0 0,3 6 133 0,-5 0-133 16,7 4 0-16,-4 0 0 0,-1-1 0 0,-1 2 0 15,-2 1 0-15,-1-5-10 0,-3 3-33 0,0-1 40 16,-1-4 1-16,-3-1-834 0,0-2 416 0,0-5-704 16</inkml:trace>
  <inkml:trace contextRef="#ctx0" brushRef="#br0" timeOffset="154470.7">23769 9442 3931 0,'2'-10'0'0,"2"3"0"0,-2 6 0 0,-1 1 0 0,-1 0 0 0,0 9 0 0,0 15 0 0,-1 14 0 0,-9 5 0 15,-1 8 0-15,-6 11 0 0,0 2 0 0,-3 2 0 0,-5 5 0 0,-1 3 0 0,-6 15 0 0,2-6 0 16,-4 3 0-16,2-2 0 0,0-1 0 0,8-12 0 15,-3 8 0-15,6-4 0 0,3-3 0 16,1-4 0-16,4-5 0 0,1-12 0 16,1-2 0-16,4-13-924 0,2-10 292 15,3-3 297-15,0-9 148 0,2-2 64 0,0-5-357 0</inkml:trace>
  <inkml:trace contextRef="#ctx0" brushRef="#br0" timeOffset="154677.41">23781 10210 3931 0,'0'-13'0'0,"-1"9"0"0,1 4 0 0,0 0 0 0,0 0 0 0,0 0 0 0,0 0 0 0,1 10 0 16,5 3 0-16,3 2 0 0,-4 6 0 0,1 1 0 0,-1 3 0 0,-1 1 0 0,-1-5 0 15,-1 1 0-15,3 0 0 0,-3-2 0 0,1-4 0 0,-1-2 0 16,0-5 0-16,0-1 0 0,1-3-1097 15,1-4 537-15,1-1-523 0</inkml:trace>
  <inkml:trace contextRef="#ctx0" brushRef="#br0" timeOffset="154832.31">23989 10008 3883 0,'-2'-6'0'0,"2"0"0"0,0 4 0 0,0-2 0 0,0 1 0 0,2-1 0 0,10 2 0 0,10-1 0 0,2-1 0 0,5 2 0 0,2-2 48 15,1 3-48-15,2-2 0 0,-2 3 0 0,2 0 0 0,-8 0-239 16,8 0-77 0,-8 4 178-16,1 0-1043 0,-11 0 611 0</inkml:trace>
  <inkml:trace contextRef="#ctx0" brushRef="#br0" timeOffset="154995.78">24453 9706 3931 0,'0'-11'0'0,"0"6"0"0,0 1 0 0,0 3 0 0,0-2 0 0,6 3 0 0,7 0 0 0,1 3 0 0,2 10 0 0,6 6 0 0,-4 1 0 0,4 6 0 0,-2 1 0 0,-3 1 0 0,-4-6 0 15,4 11 0-15,-6-5 0 0,-2-3 0 16,0-4 0-16,0 0-393 0,0-4-7 0,5-4-854 16</inkml:trace>
  <inkml:trace contextRef="#ctx0" brushRef="#br0" timeOffset="155179.64">24980 9513 3931 0,'2'-5'0'0,"0"5"0"0,-2 2 0 0,0 16 0 0,-9 7 0 0,-10 12 0 0,-2 9 0 0,-5 13 0 0,0-4 0 0,-11 19 0 0,-5 8 0 16,2-3 0-16,-2 2 0 0,-2 1 0 0,1-8 0 15,-10 14 0-15,9-13 0 0,10-11 0 0,2 5 0 16,6-4 0-16,6-9 0 0,4 2 0 0,4-6 0 15,3-10 0-15,5-8-789 0,4-16 45 16,0-4 332-16</inkml:trace>
  <inkml:trace contextRef="#ctx0" brushRef="#br0" timeOffset="155441.94">24816 10330 3498 0,'7'-5'0'0,"2"3"0"0,-1 2 0 0,-6 0 0 0,0 7 0 0,0 6 0 0,-2 5 0 0,0-1 0 0,1 1 0 0,1 3 0 0,4 0 282 0,1-2-131 0,5-3-151 16,1-3 0-16,2-3 0 0,3-6 0 0,3-4 0 16,3 0 0-16,-1-1 0 0,-6-13 0 0,2-5-186 15,-8 2 72-15,-2-4 76 0,-6 0 38 0,0 0-41 16,-3 1-21-16,-4-3 31 0,-9 5-66 0,-3-1 247 16,-1 2-110-16,-1 6 80 0,-2 0-82 15,-1 2-27-15,0 6 2 0,3 2 0 16,1 1 142-16,4 0-126 0,3 0-29 0,1 11-198 0,5 4 43 15,4 1 88-15,0 1 51 0,0 0 0 0,6 0-889 16,11 0 438-16,-2-5-513 0</inkml:trace>
  <inkml:trace contextRef="#ctx0" brushRef="#br0" timeOffset="155689.18">25210 9724 3931 0,'2'-14'0'0,"6"10"0"0,9 4 0 0,3 0 0 0,1 0 0 0,3 12 0 0,2 10 0 16,6 7 0-16,1 5 0 0,0 6 0 0,-3 2 0 0,-4 5 0 0,-4 2 0 0,-3 2 0 0,-7-1 0 16,-5 0 0-16,-5-8 0 15,-2 12 0-15,-9-8 0 0,-12-1 0 0,-5-2 0 16,0-1 0-16,-1-8 0 0,-6 3 0 15,8-11 0-15,-3 1 0 0,1-6 0 16,7-8-217-16,1-4-1023 0,6-4 606 0,1-5 299 0,4 0 148 0</inkml:trace>
  <inkml:trace contextRef="#ctx0" brushRef="#br0" timeOffset="155842.6">25593 10086 2805 0,'30'-13'0'0,"4"3"0"0,7 0 0 0,-1-1 0 0,-5 3 0 0,10-1 0 0,1 3 0 0,0 2 0 0,7 0 0 0,-5 1 0 0,-4 2 824 16,5 1-522-16,-13 0-302 0,-1 0-102 16,-4 0-108-16,-9 1 124 0,-2 6 70 0,-4 1-1083 15,-9-5 568-15</inkml:trace>
  <inkml:trace contextRef="#ctx0" brushRef="#br0" timeOffset="156006.54">26038 9632 3931 0,'-6'-15'0'0,"4"11"0"0,2 2 0 0,0 1 0 0,0 1 0 0,0 0 0 0,0 19 0 0,2 9 0 0,6 13 0 0,-4 9 0 0,0 13 0 0,-3-1 0 15,-1 1 0-15,2 1 0 0,0-7 0 16,5 12 0-16,2-16 0 0,5 3 0 0,-1-1 0 16,-1 2 0-16,1 0-460 0,0 6-108 0</inkml:trace>
  <inkml:trace contextRef="#ctx0" brushRef="#br0" timeOffset="156281.1">27250 9604 3186 0,'-21'-38'0'0,"0"17"0"0,-1 13 0 0,-7 0 0 0,-1 4 0 0,-5 4 0 0,-7 3 0 0,-1 18 0 0,-15 17 0 0,5 9 0 0,5 11 372 15,1 4-167-15,12 6-84 0,10-7-74 16,8 17-47-16,12-13 0 0,5-1 0 16,12-6 0-16,13-12 0 0,8 4 0 0,16-5 0 0,0-9 0 15,7-6 0-15,5-9 0 0,-5-7-780 0,18 0 178 16,-4-5 300-16</inkml:trace>
  <inkml:trace contextRef="#ctx0" brushRef="#br0" timeOffset="156546.87">28254 9615 3344 0,'-14'-25'0'0,"2"13"0"0,-1 2 0 0,-2 5 0 0,-6 3 0 0,-3 2 0 0,-4 13 0 0,-2 15 0 0,-3 12 0 0,-2 12 0 0,3 6 367 0,7-2-155 16,-1 18-204-16,10-9-8 0,6-1 0 0,6-9 0 0,4 2 0 0,0-13 0 16,8 8 0-16,8-13 0 15,4-7 0-15,2-3 0 0,3-8 0 0,4-3 0 0,-1-8-222 16,0-4-221-16,3-6 233 0,-1 0-514 15,-3 0 343-15,-2-6 163 0</inkml:trace>
  <inkml:trace contextRef="#ctx0" brushRef="#br0" timeOffset="156845.1">28370 9779 2964 0,'-7'-19'0'0,"2"4"0"0,-1 0 0 0,5 2 0 0,1 3 0 0,0 1 0 0,12 1 0 0,13 6 0 0,3 2 0 0,6 0 0 0,4 0 79 0,-6 12 9 0,5 3 276 15,-4 2-163 1,-3 1-82-16,-5 3-41 0,-7 1-40 0,-8-1-38 0,-5 8 0 16,-5-1 0-16,-8 6 0 0,-21-1 0 0,-4 3 0 15,-10-2 0-15,-10 7 0 0,11-9 0 16,-3 0 0-16,6-2 0 0,9-8 0 0,4-1 0 0,3-2 0 16,9-2 0-16,9-6 0 0,3 0 0 0,2 0 0 15,6-3 0-15,19-4 0 16,11-1 0-16,6 0 0 0,6-3 0 15,-1 0 0-15,-2 0 0 0,10-3 0 0,-7-2 0 16,-11 1 0-16,2-2 0 0,-5 3-245 0,-10 1 58 16,-1-2 63-16,-10 2-821 0,-3 1 453 0,-5-2 228 15,-5 2-439-15,0-3 324 0</inkml:trace>
  <inkml:trace contextRef="#ctx0" brushRef="#br0" timeOffset="156977.46">28450 10008 2671 0,'-17'-10'0'0,"7"4"0"0,3 3 0 0,4-1 0 0,3 0 0 0,0 1 0 0,5 1 0 0,17 0 0 0,3 2 0 0,8 0 0 0,7 0 115 16,-1 5 115-16,4 5-97 0,3-1-186 0,-4 1 44 0,-2 3 10 15,5 2 36-15,-5 2-859 0,-8 1 430 0</inkml:trace>
  <inkml:trace contextRef="#ctx0" brushRef="#br0" timeOffset="157139.9">28987 10218 3468 0,'-2'0'0'0,"2"6"0"0,-2 3 0 0,0-3 0 0,2 3 0 0,0 1 0 0,0 2 0 16,0 1 0-16,0 1 0 0,0-1 0 0,0 2 189 0,0 0-76 0,0 0-38 0,0-2-219 0,0-2 100 0,0 0 36 16,2 0 0-16,0-2-697 0,0-2 371 0,-1-2 185 15,1 1 103-15</inkml:trace>
  <inkml:trace contextRef="#ctx0" brushRef="#br0" timeOffset="157314.76">29100 9987 3546 0,'5'-8'0'16,"11"3"0"-16,1 1 0 0,6-2 0 0,0 3 0 0,3-1 0 0,2 2 0 0,2 0 0 0,4 2 0 0,1 0 0 0,-3 0 140 0,3 0-51 0,-3 0-17 15,-2 0-404-15,-2 0 184 0,-1 4 92 0,-4 1 47 16,-3 1-847-16,2 2 452 0</inkml:trace>
  <inkml:trace contextRef="#ctx0" brushRef="#br0" timeOffset="157769.15">29700 9682 2527 0,'-11'-14'0'0,"6"4"0"0,5 5 0 0,0-1 0 0,9 1 0 16,16-1 0-16,8 0 0 0,10 5 0 0,7-2 0 0,3 3 0 0,6 0 118 0,0 0 193 0,-5 6-136 0,-1 6-68 0,-8-1-25 15,5 5 65-15,-20 1-54 0,-3 8-27 0,-9 2 31 0,-13 4 12 16,-5 6-26-16,-16 7-67 0,-23 5-16 15,-3-3 0-15,-1 1 0 0,0 1 0 16,9-8 0-16,-1 2 0 0,1-5 0 0,15-5 0 16,0-1 0-16,5-5 0 0,7-6 0 0,3 0 0 15,4-2 0-15,0-5 0 0,8-2 0 0,10-3 0 16,5-2 0-16,7-6 0 0,0 0 0 0,2 0 0 16,1 0 0-16,2-3 0 0,-3-4-998 0,-2-1 393 15,-12-1 283-15,-1-2-274 0</inkml:trace>
  <inkml:trace contextRef="#ctx0" brushRef="#br0" timeOffset="157921.44">29926 9923 2554 0,'-13'-10'0'0,"4"5"0"0,4 2 0 0,5-1 0 0,0 2 0 0,5 0 0 0,15 0 0 0,8 2 0 15,2 0 0-15,10 8 0 0,-5 1 192 0,9 2-81 0,1 0-133 0,-2 2 30 16,0 1 0-16,-10-3 30 0,2 4-683 0,-5-2 337 0,-11 0 172 15,1 2 88-15</inkml:trace>
  <inkml:trace contextRef="#ctx0" brushRef="#br0" timeOffset="158148.07">30425 10117 2860 0,'0'6'0'0,"0"3"0"0,0 2 0 0,0 0 0 0,0-2 0 15,2 4 0-15,2 0 0 0,2 1 0 0,4-3 0 0,2 3 0 0,4-5 213 0,0 0-93 0,5-1 183 0,-1-5-133 0,3 1-65 0,-1-4 37 0,1 0-124 16,-1 0-18-16,-2-3 0 15,-6-3 0-15,-2-6 0 0,-6 1 0 0,-5-4 0 0,-1 2 0 0,0-2 0 16,-5 0 0-16,-14-4-59 16,1 6 35-16,-3 0-29 0,-9-2 32 0,5 5 63 15,-3 2-45-15,1 3-27 0,7 3 109 0,-1 1-42 16,5-2-5-16,3 3-32 16,3 0 0-16,5 0 0 0,1 8 0 0,0 2 0 0,4 3-328 0,0-2 95 15,6 0 113-15,8 2-781 0,4-3 431 0</inkml:trace>
  <inkml:trace contextRef="#ctx0" brushRef="#br0" timeOffset="158376.71">30852 9786 2961 0,'33'-11'0'0,"2"7"0"0,7 4 0 0,-1 0 0 0,-2 8 0 0,-6 5 0 0,-1 6 0 0,-6 3 0 0,-1 2 0 0,2 12 0 0,-14-4 467 15,-1 4-216-15,-7 3 1 0,-5 1-252 0,0-2 0 16,-15-3 0-16,-8 2 0 0,3-11 0 0,-9 3 0 16,-1-3 0-16,-3-3 0 0,1-3 0 0,2-5 0 15,2 1 0-15,8-8 0 0,-1 0 0 0,9-4 0 16,2-1-369-16,2-2-133 0,4-1 232 0,4 0-413 16,0-1 314-16,2-8 171 0</inkml:trace>
  <inkml:trace contextRef="#ctx0" brushRef="#br0" timeOffset="158644.87">31523 9428 2816 0,'5'-15'0'0,"0"14"0"0,7-1 0 0,-4 2 0 0,-3 0 0 0,0 0 0 0,0 0 0 0,2 15 0 0,-4 4 0 0,2 13 0 0,-3 10 262 0,-2 6 539 0,0 12-749 16,-7 2-52-16,-3 2 0 0,-3 2 0 0,-2 1 0 16,3 5 0-16,-3-1 0 0,2-1 0 0,-2-5 0 15,5 1 0-15,3-5 0 0,2-11 0 0,-3 3 0 16,6-6 0-16,-1-9 0 0,1-1 0 0,1-3 0 16,-1-8 0-16,-1 4 0 0,-4-2-57 0,-5 0-37 15,-1 4-922-15,-3 0 490 0</inkml:trace>
  <inkml:trace contextRef="#ctx0" brushRef="#br0" timeOffset="158809.46">31739 11058 365 0,'0'-9'0'0,"2"9"0"0,12 15 1276 0,-6-8-638 0,-8-4-319 0,0 2-628 0,-3 7 128 0,-14 3 76 0,-10-2-719 0</inkml:trace>
  <inkml:trace contextRef="#ctx0" brushRef="#br0" timeOffset="162154.38">12917 11443 2386 0,'0'0'-1'16,"-2"0"0"-16,2 0 1 0,0 0 0 0,0 0 0 0,0 0 0 0,0 0 0 0,0 0 0 0,0 0 0 0,0 0 0 0,0 0 183 0,0 0-75 0,0 0-32 0,0 0 262 0,0 0-147 0,0 0-73 15,0 0 107-15,0 0-96 16,0 0-42-16,0 0 0 0,0 0-82 0,0 0-5 15,0-2 0-15,0 2 0 0,0-3 0 0,0 3 0 16,0-1 0-16,2-1 0 0,6 0 0 0,-1 0 0 16,0-1 0-16,3-2 0 0,1 0 0 0,-1 1 0 15,3-2 0-15,0 1 0 0,2-1 0 0,2 1 0 16,7-1 0-16,1 0 0 0,5 2 0 0,2-1 0 16,9 1 0-16,2 1 0 15,4-1 0-15,0 0 0 0,4 2 0 0,2-2 0 16,1 2 0-16,2 1 0 0,8-4 0 0,-2 2 0 15,-8-3 0-15,16 2 0 0,-4-1 0 0,-2-2 0 16,-12 1 0-16,-3 0 0 0,6-1 0 0,-18 1 0 16,1-1 0-16,-7 1 0 0,-8 2 0 0,-2 0 0 15,-6 1 0-15,-6 1 0 0,-3 0 0 0,-2-1 0 16,-2 3 0-16,0 0 0 0,-2 0 0 0,0 0 0 16,0 0 0-16,0-1 0 0,0-1 0 0,0 0 0 15,0 2 0-15,0-2 0 16,0 2 0-16,-4 0 0 0</inkml:trace>
  <inkml:trace contextRef="#ctx0" brushRef="#br0" timeOffset="163290.51">15135 15706 3172 0,'0'-1'0'0,"0"-3"0"0,0 3 0 0,4-1 0 0,4-1 0 0,-3 2 0 0,2 1 0 0,1-1 0 0,-2 1 0 0,1 0 0 0,-1 0 314 0,3 0-133 0,-1 0-67 0,3-3 36 16,2 3-150-16,2 0 0 0,2-2 0 0,2 0 0 16,0 0 0-16,1 2 0 0,1-1 0 15,0-1 0-15,-1 2 0 0,1 0 0 16,2 0 0-16,0 0 0 0,0 0 0 0,2 0 0 15,1 0 0-15,1 0 0 0,-1 0 0 0,4 0 0 16,4 0 0-16,0 2 0 0,3-1 0 0,0 1 0 16,7 0 0-16,-8 0 0 0,10 1 0 0,-4-2 0 15,1 0 0-15,3 4 0 0,-2-4 0 16,-1 2 0-16,10-1 0 0,-2 3 0 0,2-1 0 0,-1-3 0 16,1 3 0-16,1 1 0 0,0-4 0 0,1 1 0 15,8 0 0-15,-1-2 0 16,4 0 0-16,-4 0 0 0,19 0 0 0,-5 0 0 15,0 0 0-15,-1 0 0 0,2 1 0 0,1 2 0 16,2-1 0-16,3 1 0 0,12 1 0 0,-4-1 0 16,-1 3 0-16,-6-2 0 0,23 1 0 0,-4-1 0 15,21 0 0-15,-4-1 0 0,3 0 0 0,-12-2 0 16,31 2 0-16,-3-2 0 16,3-1 0-16,-4 0 0 0,9 0 0 0,5 0 0 0,0 0 0 0,-1 0 0 15,6 0 0-15,24 0 0 16,-36 0 0-16,20 0 0 0,16 0 0 0,-8 0 0 15,-24 0 0-15,17 0 0 0,22 0 0 0,-36 0 0 16,12-1 0-16,-4 1 0 0,-1-3 0 0,-8 3 0 16,-13 0 0-16,-19 0 0 0,20 0 0 0,-30 0 0 15,-4 0 0-15,-21 0 0 0,-3 0 0 0,-19 3 0 16,-3-2 0-16,-19 0 0 16,-3 4 0-16,-13-4 0 0,-9 2 0 0,-4-2 0 15,-7 2 0-15,-4-2 0 0,-2 4 0 0,-18 1 0 16,-8 3 0-16,-6 0 0 0,-12 4 0 0,-3 6 0 15,-8 12-299-15</inkml:trace>
  <inkml:trace contextRef="#ctx0" brushRef="#br0" timeOffset="166846.6">24631 11519 2936 0,'-17'0'0'0,"5"-1"0"0,2-2 0 0,2 2 0 0,1 1 0 0,5-2 0 0,-1 2 0 0,3 0 0 0,0 0 0 0,8 0 0 0,8 0 111 15,2 2-35-15,7 3 0 0,-4-1 274 0,9 2-159 16,0-1-64-16,2 0-63 0,0 2-64 0,0-2 0 15,-6-2 0-15,6 2 0 0,-6-3 0 0,-4 1 0 16,-1 0 0-16,-2-2-293 0,-6-1 91 0,-2 1 88 16,-1 2-347-16,-6-1 229 0,3 0 38 0,-5 1 84 15,0 5-649-15,-2 1 364 0</inkml:trace>
  <inkml:trace contextRef="#ctx0" brushRef="#br0" timeOffset="167081.94">24672 11951 3087 0,'-18'11'-1'0,"5"1"1"0,3-4 0 0,3-3 0 0,2-3 0 0,4 0 0 0,1-2 0 0,1 0 0 0,19 0 0 0,4 0 0 0,5 0 757 0,4 0-669 0,3 0-88 16,1-2 0-16,-1 0 0 0,-3 0 0 0,0 2 0 16,-9 0 0-16,-1 0 0 0,0 0 0 0,-7 0 0 15,-2 0 0-15,-3 0 0 0,-5 0 0 0,3 0 0 16,-5-2 0-16,-1 2 0 0,-1 0 0 0,0-1 0 15,-2-2 0-15,0 2 0 0,0-3 0 0,0 2 0 16,0-2 0-16,0 2-84 0,0 0-329 0,0 0 186 16,2 1 93-16,3 1 46 0</inkml:trace>
  <inkml:trace contextRef="#ctx0" brushRef="#br0" timeOffset="175628.49">27365 4980 2427 0,'0'-6'0'0,"-7"2"0"0,3-2 0 0,1 4 0 0,1 0-1 0,0-1 1 0,-1 3 0 0,-1 0 0 16,0 0 0-16,-3 14 0 0,1 4 95 0,-5 7 0 0,3 3 139 0,-5 9-95 0,2 2-36 15,-7 11 164-15,2-1-112 16,-8 11-55-16,4-3-28 0,-2-2 173 0,3-4-245 0,-4 6 0 0,1-4 0 15,3-1 0-15,0-4 0 0,5 0 0 16,0-8 0-16,1-2 0 0,2-2 0 16,1-4 0-16,3-4 0 0,2-7 0 0,-2-1 0 15,5-5-17-15,-3-5-222 0,3-5 69 0,2 0 80 16,-2-5-545-16,2 0 283 0,0-2 157 0,0-13-100 16,0-11-157-16,9-2 204 0,10-13 102 0</inkml:trace>
  <inkml:trace contextRef="#ctx0" brushRef="#br0" timeOffset="175848.92">27212 5103 2380 0,'-1'-16'0'0,"-2"8"0"0,-1 5 0 0,2 0 0 0,-1 0 0 0,3 3 0 0,0 0 0 0,0 12 0 0,0 9 0 0,5 7 0 0,8 7 630 0,2 9-293 16,0 4-148-16,2 3-73 0,1 1 163 0,-4 4-279 15,2-5 0-15,1 1 0 0,-1-4 0 0,-3-1 0 16,1-6 0-16,-3 8 0 0,-2-6 0 0,1-2 0 15,-5-4 0-15,-1 0-187 0,-3-2 73 0,1-5 39 16,-2-8-360-16,0-1 214 16,0-3-4-16,-2-7 91 0,-6-3-523 0,-4-5 312 15,1-3 151-15,-8-2-367 0</inkml:trace>
  <inkml:trace contextRef="#ctx0" brushRef="#br0" timeOffset="175982.4">27039 5693 2532 0,'-30'-5'0'0,"9"3"0"0,5 1 0 0,2 1 0 0,3 0 0 0,6 0 0 0,0 0 0 0,5 0 0 0,0-3 0 0,10 3 0 0,13-1 258 0,2-1-109 16,1 0-53-16,7 0-98 0,0-2 54 0,6 1-10 15,4 0-691-15,-1-2 345 0,-1-1 174 0,-2 1 85 16,-2-1-426-16</inkml:trace>
  <inkml:trace contextRef="#ctx0" brushRef="#br0" timeOffset="176203.73">27424 5449 2556 0,'-2'-9'0'0,"2"1"0"0,0-2 0 0,10-3 0 0,10-1 0 0,5 3 0 0,5 1 0 0,13 7 0 0,-8 2 0 0,11 1 0 0,-11 0 318 0,2 4-138 0,-2 9 226 0,-5 4-182 16,-8-1-81-16,0 8-56 0,-7-1-70 0,-12 1-17 16,-3 5 0-16,-3 0 0 0,-19 1 0 0,-9 5 0 15,-1-6 0-15,-2-4 0 0,-5-3 0 0,8-5 0 16,-5-1 0-16,3-1 0 0,-1-6 0 0,6-4 0 15,5-2-208-15,3-1-94 0,5-2 102 0,8 0 88 16,6-5-469-16,1-16 269 16,23-7 136-16,9-5 56 0,11-9-578 0</inkml:trace>
  <inkml:trace contextRef="#ctx0" brushRef="#br0" timeOffset="176388.95">27877 5307 2875 0,'11'-16'0'0,"-7"4"0"0,-2 3 0 15,-1 3 0-15,-1 2 0 0,0 2 0 0,-9 2 0 0,-5 0 0 0,0 15 0 0,-2 5 0 0,4 8 301 0,-1 1 454 0,0 10-755 0,4-5 0 16,0 11 0-16,5-3 0 0,4-9 0 0,0 8 0 16,0-4 0-16,4-4 0 0,10-1 0 0,1-3 0 15,2-3 0-15,1-4 0 0,-3-7 0 0,4 0 0 16,-3-4-580-16,1-3-60 0,-1-3 244 0,2-5-415 16,-6 0 384-16,1-3 183 0,1-8 106 0,-7-11-133 15</inkml:trace>
  <inkml:trace contextRef="#ctx0" brushRef="#br0" timeOffset="176537.98">28013 5639 2410 0,'0'-18'0'0,"-2"8"0"0,-5-1 0 0,5 2 0 0,1 4 0 15,-1 4 0-15,2 0 0 0,0 1 0 0,0 0 0 0,0 5 0 0,5 10 165 0,2 2 470 0,0 7-297 0,-2 1-148 0,1 1-74 0,-3 4-39 16,-1-1-77-16,0 2 0 0,-2-3 0 0,0-2 0 16,0-3 0-16,0-1 0 0,0-3 0 0,1-2-165 15,2-6 68-15,0-1 69 0,0-3-859 16,3-1 446-16,-1-4 98 0,5-2-427 0,5 0 363 0</inkml:trace>
  <inkml:trace contextRef="#ctx0" brushRef="#br0" timeOffset="176712.26">28142 5589 2566 0,'-4'-5'0'0,"2"0"0"0,2 1 0 0,0 0 0 0,0 3 0 0,2-4 0 0,15 0 0 0,5 2 0 0,3-1 0 0,3 1 0 0,0 2 321 0,-2 0-129 0,7 1-80 16,-3 0 107-16,0 0-88 0,-2 0-45 0,1 0 0 15,-8 0-494-15,2 5 220 0,-6-1 115 16,-2 1-657-16,-7-1 386 0,-1 1 140 16,-2-1 119-16,-3-2-660 0,-2-2 352 0,-7 0 176 15</inkml:trace>
  <inkml:trace contextRef="#ctx0" brushRef="#br0" timeOffset="176893.89">28353 5298 2246 0,'-9'-12'0'0,"4"7"0"0,-1 1 0 0,3 2 0 0,1 0 0 0,2 2 0 0,0 0 0 0,0 13 0 0,0 8 0 0,2 3 0 0,-2 6 122 0,5 2-40 16,-3 6 690-16,-2 7-370 0,0-6-181 0,0 5-135 15,0-4-86-15,-4-5 0 0,1 6 0 0,-1-3 0 16,1-1 0-16,2-3 0 0,1-1-354 0,0-6-1 16,0-4 208-16,0-2 89 0,6-6-456 0,5-5 123 15,10-5 184-15,0-5 16 0</inkml:trace>
  <inkml:trace contextRef="#ctx0" brushRef="#br0" timeOffset="177070.83">28633 5305 3129 0,'10'-2'0'0,"2"2"0"0,-1 6 0 0,-2 7 0 0,-2 8 0 0,-4 6 0 0,1 2 0 0,-2 7 0 0,-2 2 0 0,0 7 0 0,0-4 527 0,-6-6-252 0,1 5-275 0,0-3 0 16,0-1 0-16,3-4-30 15,0-4 6-15,2-7-304 0,0 0 180 0,0-4 95 0,0-8 46 16,2-2-849-16,1-5 346 0,6-2 258 16,-4 0-570-16</inkml:trace>
  <inkml:trace contextRef="#ctx0" brushRef="#br0" timeOffset="177412.61">28583 5302 2532 0,'-5'-31'0'0,"5"12"0"0,0-1 0 0,7 1 0 0,9 3 0 0,7 3 0 0,1 3 0 0,6 2 0 0,2 6 0 0,3 0 0 0,1 2 103 16,-1 0-31-16,-3 6 0 0,-2 5-31 0,-8 2 195 16,3 6-102-16,-12-2-46 0,-3 5-1 0,-10 5-111 15,0-1 32-15,-4 2 11 0,-15-2-33 0,-1-1 27 16,-5-3 1-16,0-3 27 0,5-5 45 16,3-2-34-16,0-2-29 0,9-2 15 0,-1-5 76 0,6 3-38 15,3-3-8-15,0 3-16 0,7 0-52 0,13 0 0 16,3 2 0-16,3 2 0 15,0 2 0-15,-3-1 0 0,4 6 0 0,-3-2 0 16,-10 1 0-16,0 3 0 0,-7 2 0 0,-6 0 0 16,-1 5 0-16,-3-3 0 0,-16-3 0 0,-4 2 0 15,-2-3 0-15,-5-4 0 0,-2-1 0 0,2-4 0 16,-3-3 0-16,3-3 0 0,0-2 0 0,7 0 0 16,1-2 0-16,2 0 0 0,7-2 0 15,1-8 0-15,11-7-258 0,1-8-187 0,5-9 202 0,21-4 101 16,15-15-785-16,2 2 443 0</inkml:trace>
  <inkml:trace contextRef="#ctx0" brushRef="#br0" timeOffset="177531.94">29047 5345 2793 0,'12'-6'0'0,"0"4"0"16,-1 2 0-16,-2 0 0 0,0 4 0 0,-1 5 0 0,5 4 0 0,-3-2 0 0,2 4 0 0,1 3 0 0,-1-2 211 0,1 3 180 0,0 0-175 0,-4-1-88 0,1 1-43 0,1 1-546 15,-2-6 261-15,4 2 115 0,0-5 64 0,5-4-986 16,3-2 512-16</inkml:trace>
  <inkml:trace contextRef="#ctx0" brushRef="#br0" timeOffset="177734.67">29481 5160 2889 0,'0'-7'-1'0,"0"3"1"0,2 3 0 0,1 1 0 0,0 0 0 0,-3 18 0 0,0 8 0 16,-3 8 0-16,-12 13 0 0,-7 11 0 0,-4-2 509 0,2 6-234 0,-6 0-16 0,0-3-259 15,-5 12 0-15,3-5 0 0,0-1 0 16,2 1 0-16,3-1 0 0,0-9 0 0,-3 8 0 16,5-6 0-16,5-9 0 0,0 3 0 0,2-5 0 15,9-11 0-15,0-4 0 0,7-11-322 0,2-1-77 16,0-8 176-16,11-5-862 0</inkml:trace>
  <inkml:trace contextRef="#ctx0" brushRef="#br0" timeOffset="177904.67">29511 5709 3672 0,'7'-9'0'0,"-2"2"0"0,-2 6 0 0,-1-1 0 0,-1 2 0 0,-1 0 0 0,0 13 0 0,0 4 0 0,0 10 0 0,0-2 0 0,0 6 156 16,-1 1-53-16,-6 1-103 0,-3-1 0 0,5-1 0 16,2-2 0-16,1-8 0 0,2 2 0 0,0-6-18 15,0-3-306-15,0-2 182 0,5-5 91 0,7-2-1024 16,9-5 410-16</inkml:trace>
  <inkml:trace contextRef="#ctx0" brushRef="#br0" timeOffset="178076.64">29684 5602 2898 0,'5'-16'0'0,"6"9"0"0,3 3 0 0,3-1 0 0,3 0 0 0,7-1 0 0,-1 0 0 16,6 1 0-16,6 0 0 0,1 4 0 0,-6-1 293 0,6 0-126 0,-2 2-64 0,-3 0-98 15,-4 0 35-15,-2 0-1 0,-2 0 1 0,-7 0-495 16,-2 4 247-16,-6-3 134 0,-2 4-635 0,-3-3 375 16,-4 1 131-16,-2-3 112 0</inkml:trace>
  <inkml:trace contextRef="#ctx0" brushRef="#br0" timeOffset="178256.94">29989 5215 2730 0,'-4'-11'0'0,"-2"7"0"0,3 1 0 0,3 1 0 0,-2 2 0 0,2 2 0 0,0 14 0 0,0 8 0 0,2 12 0 0,0 0 0 0,-2 12 401 0,0 4-181 16,0-2 149-16,-14 2-165 0,5 2-197 0,5-10-7 15,-8 13 0-15,-1-8 0 0,5-1 0 0,8 0 0 16,-4-6-360-16,4 8 93 0,0-13 154 0,0 1-783 16,10-5 455-16,9-6 89 0,7-11 149 0</inkml:trace>
  <inkml:trace contextRef="#ctx0" brushRef="#br0" timeOffset="178503.61">30817 5347 2184 0,'1'-32'0'0,"1"8"0"0,-2 6 0 0,0 1 0 0,-3 2 0 0,-14 6 0 0,-6 3 0 0,-1 6 0 0,-6 0 0 0,-6 9 0 0,0 12 409 0,2 4-184 0,4 6-93 16,7 2-36-16,-2 9 274 0,6 0-165 0,8 3-83 15,1 2-40-15,8 0 24 16,2-6-106-16,0 8 0 0,2-7 0 0,14-3 0 16,1-7 0-16,3 0 0 0,5-4 0 0,3-6 0 15,2-3 0-15,5-6-102 0,-1-5-139 0,1-4 92 16,3-4 93-16,7 0-769 0,-5 0 393 0,-5-2 196 16,2-4 98-16,2-5 49 0</inkml:trace>
  <inkml:trace contextRef="#ctx0" brushRef="#br0" timeOffset="178839.31">31035 5382 2438 0,'-2'-12'0'0,"0"3"0"0,-2 4 0 0,4-3 0 0,0 1 0 0,0 2 0 0,4-3 0 0,10 1 0 0,6-2 0 0,10 6 0 0,3-1 169 0,2 2 146 0,9 1-138 15,-1 1-68-15,-5 0-25 16,1 0 63-16,-2 0-54 0,-4 7-26 0,-3 2 5 16,-10 4 0-16,-1 3-22 0,-10 2-9 0,-7 6-17 15,-2 4 16-15,-11 4-7 0,-13 1-33 0,-5-5 0 16,-6 8 0-16,3-5 0 0,6-6 0 0,-4 3 0 16,5-4 0-16,8-5 0 0,2 0 0 15,4-4 0-15,7-4 0 0,2 1 0 0,2-3 0 0,0-1 0 16,2-3 0-16,10 0 0 0,8-2 0 0,4-2 0 15,2-1 0-15,-3 0 0 16,7 0 0-16,-3 0 0 0,-1 0-210 0,-7 0-228 16,1-1 200-16,-8-2 88 0,2 1-678 0,-8 1 393 15,0-5 198-15</inkml:trace>
  <inkml:trace contextRef="#ctx0" brushRef="#br0" timeOffset="178994.74">31079 5510 2081 0,'-7'0'0'0,"3"0"0"0,4 0 0 0,0-2 0 0,0-2 0 0,7-2 0 0,9 3 0 0,2-1 0 0,6 4 0 0,1 0 0 0,2 0 649 0,3 0-310 0,1 7-149 15,1 3-24-15,-2 2-63 0,-3-1-31 0,2 1 10 16,0 2-615-16,-4 0 286 0,0 1 144 16,-2 3-887-16</inkml:trace>
  <inkml:trace contextRef="#ctx0" brushRef="#br0" timeOffset="179177.22">31583 5747 2237 0,'0'0'0'0,"0"0"0"0,2 5 0 0,-1 0 0 0,3 4 0 0,-3-3 0 0,1 6 0 0,3 0 0 0,-5 3 0 0,2 1 0 0,1 3 785 0,-3 0-373 16,0 1-176-16,0 0-103 0,0 0-5 0,0-2-128 15,0-1 0-15,-3-2 0 0,1-1-133 0,2-3-51 16,0 0 113-16,0 1-645 0,0-5 378 0,0 2 184 15,0-3 105-15,0 1-834 16</inkml:trace>
  <inkml:trace contextRef="#ctx0" brushRef="#br0" timeOffset="179595.97">31808 5442 2718 0,'-5'-7'0'0,"5"4"0"0,-2 0 0 0,2-1 0 0,-2 2 0 0,2-1 0 0,0 1 0 0,0-2 0 16,4 0 0-16,8 3 0 0,7-1 274 0,2-1-121 0,7 2-57 0,0 0-27 0,2-2 88 0,2 1-59 15,3 0-18-15,-2 2-10 0,5 0-118 0,-6 0 44 16,0 0 0-16,-6 0-390 0,-4 0 228 16,-4 2 99-16,-1 5 53 0,-4 1-799 0,-6 2 392 15,-5 3 164-15,-2-2-248 0</inkml:trace>
  <inkml:trace contextRef="#ctx0" brushRef="#br0" timeOffset="179777.02">31756 5726 3109 0,'0'-3'0'0,"4"3"0"0,17 0 0 0,1 0 0 0,0 0 0 0,4 0 0 0,1 0 0 0,3 0 0 0,7 0 0 0,-2 0 0 0,4 0 236 0,-4 0-98 16,0 0 91-16,-3 0-95 0,-4 0-49 0,-4 0-525 16,-2 0 234-16,-1-1 123 0,-5 1 62 0,-2 0-320 15,-5 0 190-15,0-2 106 0,-2 2 38 0,0-2-911 16</inkml:trace>
  <inkml:trace contextRef="#ctx0" brushRef="#br0" timeOffset="179977.57">32288 5594 2685 0,'11'-5'-18'0,"5"2"5"0,7 2 4 0,-2-3 3 0,-2 2 1 0,6 0 3 0,0 0 0 0,5 1 1 0,0-2 1 0,-1 2-7 0,1 1 700 0,2 0-329 0,-2 0-112 0,0 0-252 16,0 0 0-16,-11 0 0 0,4 0 0 0,-5 0-20 16,-1 0-11-16,-4 0 37 0,-5 0-644 0,-2 0 339 15,0 0 182-15,-4 0 73 0,8 0-956 0,-4 0 479 16</inkml:trace>
  <inkml:trace contextRef="#ctx0" brushRef="#br0" timeOffset="180213.21">32957 5334 2507 0,'0'-6'0'0,"0"2"0"0,0 1 0 0,0-2 0 0,0 4 0 0,0-2 0 0,0 3 0 0,2 0 0 0,-2 14 0 0,0 10 0 0,0 4 725 16,0 4-341-16,0 10-171 0,0-6-111 0,0 10-102 16,2-5 0-16,0 1 0 0,1-7 0 0,3 3 0 15,-1-2 0-15,0-2 0 0,-3-6 0 16,0-4 0-16,-1-1 0 0,1-6 0 15,-2-4 0-15,0-4 0 0,0-1 0 0,0-6-431 16,0-1 205-16,0-1 2 0,0 0 81 0,0-1-273 16,0-11 187-16,-2-5 94 0,-6-6 46 0,-1 0-444 15,3-8 235-15</inkml:trace>
  <inkml:trace contextRef="#ctx0" brushRef="#br0" timeOffset="180447.37">32887 5247 2837 0,'7'-19'0'0,"2"6"0"0,4 2 0 0,0-1 0 0,0 4 0 0,2 1 0 0,5 4 0 0,3 0 0 0,3 3 0 0,4 0 0 0,3 10 374 16,5 9-166-16,-5 4 304 0,1 4-512 0,-6 2 0 15,4 13 0-15,-8-6 0 0,-3 6 0 0,-5-1 0 16,-9 1 0-16,-5-6 0 0,-2 11 0 0,-9-8 0 16,-16 0 0-16,-6-3 0 0,-3 0 0 0,4-6 0 15,-10 3 0-15,1-4 0 0,0-5 0 0,-1-3 0 16,1-5 0-16,4-6 0 0,-2-3 0 15,5-4 0-15,9-3 0 0,-1 0 0 16,4 0 0-16,8 0 0 0,-1-6 0 0,7-2 0 16,4-1-944-16</inkml:trace>
  <inkml:trace contextRef="#ctx0" brushRef="#br0" timeOffset="181569.05">25772 11071 2040 0,'-6'-10'0'0,"0"4"0"0,4 5 0 0,-1-4 0 0,2 4 0 0,-1 1 0 0,-1 0 0 0,1 0 0 0,2 10 0 15,0 5 0-15,0-1 123 0,0 3 243 0,0 0-168 0,2 2-79 0,0 1-39 0,5 5 188 0,-1-3-114 16,0 3-46-16,-1 3-39 0,1 3 89 0,-3 2-59 15,-1 3-29-15,0 7 9 0,0-5-79 16,-2 13 0-16,0-1 0 0,0-1 0 0,0 2 0 16,0-1 0-16,0 1 0 0,0 2 0 0,0-5 0 15,0 1 0-15,0-4 0 0,0-1 0 0,0-9 0 16,0 1 0-16,0-2 0 0,0-5 0 0,0-4 0 16,0-2 0-16,0-3 0 15,-4-3 0-15,2-6 0 0,-1 1 0 0,0-4 0 0,2-5 0 0,-1-1 0 16,0 0 0-16,2-2 0 15,0 0 0-15,0 0 0 0,0 0 0 0,0 0 0 16,2 0 0-16,13 0-566 0,19 0 138 0</inkml:trace>
  <inkml:trace contextRef="#ctx0" brushRef="#br0" timeOffset="182656.11">32381 11115 805 0,'10'-11'0'0,"-5"1"0"0,2 2 0 0,1-2 0 0,2 1 0 0,0-1 0 0,0 1 0 0,-4 2 0 0,-1 1 0 0,1 0 0 0,-3 1 108 0,0 1-24 0,-1 2 166 0,0-2-106 16,1 2-52-16,-3 0-26 0,2 0 174 0,-2 2-90 16,0 0-61-16,4 0 91 0,-2 0-70 0,0 0-36 15,1 0 1-15,-1 0 30 0,3 0-38 0,-2 2 1 16,2 4-29-16,-1 0 99 15,2 0-50-15,-4 1-14 0,1 1 61 0,-1 1-47 16,-1 0-1-16,1 3-48 0,0-2 61 0,1 1-21 16,-3 3-9-16,0 1 13 0,2-2-1 0,-2 0-43 15,0 3 0-15,0-3 5 0,0 2-44 0,0-3 0 16,0 4 0-16,0-3 0 0,0 2 0 16,0-3 0-16,0 3 0 0,0 1 0 0,-2-1 0 0,2 0 0 15,-3 2 0-15,-1-2 0 0,1 2 0 16,1-1 0-16,1 4 0 0,-1-4 0 15,0 2 0-15,-2-2 0 0,4 0 0 0,-2 3 0 16,2-2 0-16,-2-3 0 0,-1 2 0 0,3-1 0 16,-2 0 0-16,1-1 0 0,1 1 0 0,0-3 0 15,0 1 0-15,0-1 0 0,0 0 0 0,0 0 0 16,0-2 0-16,0 3 0 0,0-3 0 0,0 3 0 16,0 0 0-16,0 1 0 0,0 1 0 0,0 0 0 15,0-1 0-15,0 2 0 0,0-1 0 0,0 0 0 16,0 0 0-16,0 1 0 15,0-2 0-15,0 2 0 0,0-2 0 0,0 1 0 16,0-2 0-16,0 0 0 0,0 0 0 16,0 0 0-16,0 1 0 0,1-1 0 0,1-2 0 0,-2 2 0 15,0-2 0-15,0 3 0 0,0-1 0 0,0-2 0 16,0 2 0-16,0-1 0 16,0-2 0-16,0 5 0 0,0-5 0 0,0 1 0 15,-2 2 0-15,2-1 0 0,0-1 0 0,0 2 0 0,0-1 0 0,0-1 0 16,0 2 0-16,0-1 0 15,0-4 0-15,0 4 0 0,0-3 0 0,0 1 0 16,0-1 0-16,0-2 0 0,0 3 0 0,0-3 0 16,0-1 0-16,0-1 0 0,0 1 0 0,0-2 0 15,0-2 0-15,0 1 0 0,0-3 0 0,0 2 0 16,0-2 0-16,0 0 0 0,0 0 0 0,0 0 0 16,0 0 0-16,0 0 0 0,0 0 0 0,0 0 0 15,0 0 0-15,0 0 0 0,-1 0 0 0,-1 0 0 16,2 0-143-16</inkml:trace>
  <inkml:trace contextRef="#ctx0" brushRef="#br0" timeOffset="184483.09">26408 11269 2747 0,'0'0'0'0,"0"0"0"0,-5 4 0 0,2 14 0 0,1 5 0 0,-1 2 0 0,1 5 0 0,0 6 0 0,-1 7 0 0,-1-2 0 0,-1 2 131 0,-2 3 222 16,1-7-147-16,-4 12-88 0,2-5 45 0,-3-2-62 15,0 0-31-15,-2 0-28 0,5-7-116 0,-5 3 38 16,1-2 37-16,-2-3-385 0,0-1 211 0,3-4 117 16,-4-3 42-16,5-7-289 0,0-3 91 0,5-6 101 15,2-3-506-15,1-5 278 0,2-3 156 0,0 0 71 16,0-20-424-16</inkml:trace>
  <inkml:trace contextRef="#ctx0" brushRef="#br0" timeOffset="184682.59">26288 11331 3147 0,'2'-9'0'0,"0"7"0"0,2 2 0 0,3 0 0 0,0 9 0 0,3 9 0 0,5 0 0 0,6 13 0 0,0 4 0 0,4 5 0 0,-1 7 251 0,3 2-111 0,-2 4 253 16,-3 2-393-16,-1-2 0 0,0-1 0 0,-3-3 0 16,1-2 0-16,-4-4 0 0,-2-9 0 15,-2 2 0-15,0-4 0 0,-3-6 0 16,0-2 0-16,-5-1 0 0,0-6-44 0,0-4 6 15,-3-2-987-15,0-3 483 0,0-1 257 0,-3-3-458 16,-5-2 353-16</inkml:trace>
  <inkml:trace contextRef="#ctx0" brushRef="#br0" timeOffset="184825.66">26271 11898 2832 0,'-21'-9'0'0,"2"3"0"0,6 1 0 0,0 1 0 0,4 1 0 0,5-2 0 0,0 4 0 0,4 0 0 0,0-2 0 0,0 1 0 0,8 0 202 0,9 0-81 15,5-1-41-15,-1-2 10 0,11 2-324 0,-2-3 137 16,6 0 58-16,-2 0-693 0,3-3 384 0,-2 1 201 16,-1 0 87-16</inkml:trace>
  <inkml:trace contextRef="#ctx0" brushRef="#br0" timeOffset="185034.91">26604 11605 2756 0,'-8'-12'0'0,"4"6"0"0,0-2 0 0,4 3 0 0,0 0 0 0,0 4 0 0,10 0 0 0,14 1 0 0,4 0 0 0,3 2 0 0,4 8 333 0,7 7-146 0,-12-2-74 16,3 3 293-16,-3 2-270 0,-3 0-136 0,-9 5 0 16,-2-3 0-16,-9 5 0 0,-5-1 0 0,-2 2 0 15,-9-2 0-15,-11 0 0 0,-4-4 0 0,-2-4 0 16,-2-3 0-16,0-2 0 0,1-7 0 0,-3 0 0 16,9-5 0-16,0-1-88 0,3 0-630 0,3-1 332 15,6-13 163-15,7-8 97 16,2-7-244-16,3-12 165 0,17-2 83 0</inkml:trace>
  <inkml:trace contextRef="#ctx0" brushRef="#br0" timeOffset="185424.6">26974 11342 2565 0,'14'-16'0'0,"-5"10"0"0,1 3 0 0,-4 1 0 0,-5 2 0 0,-1 0 0 0,0 20 0 0,-1 9 0 0,-8 8 0 0,-4 10 0 0,5 2 139 0,-3 3 664 0,0 4-382 15,4-1-418-15,4-1-3 0,3-6 0 16,0-1 0-16,2-13 0 0,11 1 0 0,4-9 0 15,2-7 0-15,5-3 0 0,-6-8 0 0,7-6 0 16,2-2 0-16,-7-2 0 0,-2-12 0 0,4-4 0 16,-6-3 0-16,-4 5-142 0,-2-3-68 0,0 3 85 15,-6 5 34-15,0-1 167 0,-2 2-57 0,0 7-29 16,-2 1 426-16,0-1-349 0,0 3-67 0,0 5 0 16,0 16 0-16,-4-2 0 0,4 6 0 0,0-3 0 15,0 7 0-15,0-10 0 0,0 3 0 16,2-3 0-16,5-3 0 0,3-5 0 15,1-2 0-15,-1-5 0 0,4-2 0 0,0-2 0 16,0 0 0-16,-1-2 0 0,-1-10 0 0,-3 0 0 16,-1 0 0-16,-2-3 0 0,-4-3 0 0,-1 0 0 15,-1-3 0-15,0-1 0 0,-8 1 0 0,-5 1 0 16,1 5 0-16,-4-2 0 0,-3 6 0 0,-1 1 0 16,-1 4 0-16,2 3 0 0,1 0 0 15,1 3 0-15,4 0 0 0,3 0 0 16,5 0 0-16,1 0 0 0,4 5-38 0,0-1-70 15,6-1-986-15,17-3 527 0,-3 0 264 0</inkml:trace>
  <inkml:trace contextRef="#ctx0" brushRef="#br0" timeOffset="185588.05">27381 11623 3181 0,'0'-6'0'0,"0"4"0"0,0 1 0 0,2-2 0 0,-1 2 0 0,4-2 0 0,8 1 0 0,3 1 0 0,8-1 0 0,3 2 0 0,3 0 211 0,3 0-86 0,2 0 289 0,-1 0-414 15,1 0 0-15,-2 0 0 0,-3 0 0 0,0 2 0 16,-2 1-17-16,-6 1-757 0,-1 0 401 0,-4 1 207 16,-7-2 102-16,-3 0-818 0,-4 0 393 0,-1-3 215 15</inkml:trace>
  <inkml:trace contextRef="#ctx0" brushRef="#br0" timeOffset="185758.67">27650 11329 2202 0,'-14'-15'0'0,"7"5"0"0,0 4 0 0,5 2 0 0,0 2 0 0,2 2 0 0,0 7 0 0,2 14 0 0,3 7 0 0,4 10 0 0,1 9 229 0,-2 3-95 0,-5 6-48 16,-1 3 665-16,0 8-356 0,-2-12-261 0,0 11-134 15,0-15 0-15,-2 3 0 0,-3-6 0 0,5-2 0 16,-2-10 0-16,2 0 0 0,0-6 0 0,0-8-490 16,2-2 57-16,5-3 236 0,8-7-1030 15</inkml:trace>
  <inkml:trace contextRef="#ctx0" brushRef="#br0" timeOffset="186258.34">27933 11465 3241 0,'0'-1'0'0,"0"1"0"0,4 0 0 0,1 0 0 0,-3 9 0 0,0 10 0 0,-2 1 0 0,0 4 0 0,0 2 0 0,0 3 0 0,-4 5 403 0,-1 1-188 0,-2-1-143 0,5-4-72 16,2-6 0-16,-3 1 0 0,3-6-466 0,0-4 170 15,0-6 168-15,0-2 83 0,0-1-665 0,0-3 373 16,-1-3 28-16,-6 0 145 0,0-3-155 0,0-6 140 16,-2-12 71-16,-1-2-114 0,1-5 82 0,2-4 56 15,-3-9 85-15,4 0 0 0,4 1-40 0,2 7 1 16,0 4 152-16,0-6-71 0,0 14-41 0,7 2 0 16,5 3 388-16,1 4-209 0,5 5-38 0,7 3-72 15,1 2 267-15,0 0-150 16,3 2-75-16,-1 0 158 0,-2 0-106 0,4 2-68 15,-8 4-30-15,1 3 58 0,-8 1-44 0,0-2 0 16,-8 2-48-16,-2 3 5 0,-5 1 1 0,0 1-1 16,-5-1 55-16,-14 3-27 0,2-2 9 0,-7 2 86 15,1 1-61-15,-2-4-31 0,9 0 0 16,-3-1 66-16,5-2-53 0,6-3 0 0,2 0-52 0,4 4-30 16,2-3 0-16,0 3 0 15,2-1 0-15,10 0 0 0,5 0 0 0,3 2 0 16,3 1 0-16,-9-1 0 0,5 0 0 0,-6 2 0 15,0-2 0-15,-5 2-4 0,-4 1-35 0,-3-3-33 16,-1 1 0-16,-1-2 33 0,-13 1-28 0,-4-2 46 16,-4-4-36-16,2 1 22 0,-2-4-44 0,1-2 24 15,1-2-9-15,3 0 32 0,1 0-288 16,7 0 130-16,-1-9 81 0,6-5-461 0,4-8 266 16,0-1 132-16,1-7 67 0,7-2-530 15,6-9 303-15</inkml:trace>
  <inkml:trace contextRef="#ctx0" brushRef="#br0" timeOffset="186378.24">28096 11547 2678 0,'16'-17'0'0,"-1"5"0"0,3 3 0 0,-3 3 0 0,0 1 0 0,0 4 0 0,0 1 0 0,2 0 0 0,0 0 0 0,4 7 0 0,-2 3 552 0,2 2-261 0,0 4-126 15,-3 1-64-15,1 0-31 0,-2 0 0 0,0 0-66 16,-1 2-348-16,1-4 169 0,-2 1 107 0,2-3 53 16,-1-3-870-16,-1-1 443 0</inkml:trace>
  <inkml:trace contextRef="#ctx0" brushRef="#br0" timeOffset="186583.77">28638 11198 3577 0,'7'-9'0'15,"2"3"0"-15,-2 3 0 0,0 3 0 0,-2 3 0 0,-3 18 0 0,0 9 0 0,-2 15 0 0,-2 2 0 0,-13 13 0 0,-7 11 150 0,1-2 54 0,-6 4-204 0,-3 1 0 16,-5 13 0-16,5-15 0 0,-10 17 0 0,3-11 0 0,2-8 0 0,-1 5 0 15,3-3 0-15,7-10 0 0,-4 11 0 0,10-10 0 16,2-11 0-16,5 2-119 16,4-12-418-16,5-13 270 0,4 0 12 0,0-13-835 15</inkml:trace>
  <inkml:trace contextRef="#ctx0" brushRef="#br0" timeOffset="186857.58">28678 11974 2549 0,'2'-8'0'0,"0"6"0"0,0 2 0 0,-1 0 0 0,5 0 0 0,-6 4 0 0,2 7 0 0,1 3 0 0,-1 1 0 0,1 3 0 0,3 0 577 0,-1 0-270 15,4 0-135-15,2-2 14 0,-1-3-74 0,4-4-84 16,2-3-28-16,2-4-75 0,2-2-10 0,-2 0 62 16,2-4 31-16,-5-7-246 0,-3-1 134 0,-4 0 71 15,-3-4-63-15,-2 4 67 16,-3-4-48-16,0 2-85 0,0 0 68 0,-11 3 11 0,-3 0 0 0,-2 1 165 15,-1 3-61-15,2 0-38 0,0 6 9 0,3-1 163 16,2 2-89-16,-3 0-18 16,7 0-31-16,0 0-58 0,3 8 1 0,1 0 71 15,2 1-24-15,0 2-245 0,0-2 118 0,9-1 53 16,4-2-666-16,9-5 347 0</inkml:trace>
  <inkml:trace contextRef="#ctx0" brushRef="#br0" timeOffset="187029.68">29008 11593 2475 0,'-2'-8'0'0,"2"5"0"0,0 0 0 0,3 2 0 0,10-1 0 0,6-2 0 0,4 1 0 0,2 2 0 0,7 0 0 0,1 1 0 0,3-3 224 0,3 3-93 16,-3 0-38-16,1-2-32 0,-2 2-223 0,-5 0 100 15,-9 0 50-15,2 0-625 0,-8 0 347 0,-2 0 159 16,-6 2 84-16</inkml:trace>
  <inkml:trace contextRef="#ctx0" brushRef="#br0" timeOffset="187211.42">29259 11249 2401 0,'-3'-15'0'0,"1"6"0"0,2 3 0 0,-3 2 0 0,3 4 0 0,0 0 0 0,0 13 0 16,0 15 0-16,0 12 0 0,0 3 0 0,0 5 212 0,0 8-91 0,-3 2 443 0,-5 0-263 0,-1 0-132 0,-1 0-66 15,-1 0-43-15,2-1-60 0,2-3 0 0,-1-1 0 16,3-4 0-16,2-4 0 0,3-10 0 16,0 1-930-16,0-6 331 0,5-8 315 15</inkml:trace>
  <inkml:trace contextRef="#ctx0" brushRef="#br0" timeOffset="187433.92">29846 11324 3092 0,'-9'-15'0'0,"3"10"0"0,-4 5 0 0,-3 0 0 0,-9 5 0 0,0 12 0 16,-3 5 0-16,0 9 0 0,2 4 0 0,6-1 0 0,-3 11 99 0,10-2 641 0,4 0-740 0,6 3 0 0,0-6 0 0,2-1 0 16,14 4 0-16,-1-11 0 0,7-1 0 0,3-4 0 15,3-5 0-15,0-5 0 0,2-6 0 0,0-1 0 16,0-9 0-16,0-1-265 0,-2 0-21 0,-4 0 144 15,6-4-94-15,-5-8-601 0,0-3 400 16,-4 1 200-16</inkml:trace>
  <inkml:trace contextRef="#ctx0" brushRef="#br0" timeOffset="187705.66">30041 11348 2119 0,'-5'-11'0'0,"5"5"0"0,0 1 0 0,0 1 0 0,9-3 0 15,7 3 0-15,9 0 0 0,-1 2 0 0,6 1 0 0,2 1 0 0,3 0 350 0,2 0-160 0,0 3-76 0,-4 5-38 16,-1 1 62-16,-11 2-50 0,-1 4-15 16,-8 4 24-16,-4 8-30 0,-8 0 1 15,-6 9-30-15,-19-1 149 0,-5 5-65 0,-4 0-47 16,-1 0 1-16,0-1-23 0,5-1-53 0,2-3 0 0,11-5 0 16,-1-2 0-16,8 0 0 0,2-7 0 0,6 1 0 15,2-5 0-15,0 0 0 0,8-3 0 0,6-3 0 16,7-2 0-16,3-3 0 15,4-5 0-15,2-1 0 0,2 0 0 0,0 0 0 16,-1-1 0-16,-3-3-436 0,-6-2 183 0,-1-1-667 16,-4-2 445-16,-7-3 219 0</inkml:trace>
  <inkml:trace contextRef="#ctx0" brushRef="#br0" timeOffset="187853.57">30184 11559 2720 0,'-15'-12'0'16,"5"9"0"-16,2 1 0 0,3-1 0 0,1 3 0 0,4 0 0 0,0 0 0 0,7 0 0 0,14 0 0 0,3 0 0 0,4 0 184 0,6 0-72 0,4 3 255 0,7 1-169 16,-12-3-80-16,8 3-39 0,-7-2-194 0,3 2 77 15,-11 0 47-15,6 2-695 0,-10 1 362 0,1 2 181 16,-6 2 91-16</inkml:trace>
  <inkml:trace contextRef="#ctx0" brushRef="#br0" timeOffset="188117.55">30615 11724 2217 0,'-8'9'0'0,"6"5"0"0,0 4 0 0,2-3 0 0,0 2 0 0,0 0 0 0,0 1 0 0,7-1 0 0,4 0 0 0,3 0 0 0,5-2 593 0,4-1-278 0,-5-5-138 15,4-1 130-15,1-5-140 0,4-3-64 0,-2 0-51 16,0 0-88-16,-7-2 28 0,2-5 10 0,-3-4 36 16,-4 0-113-16,-3-3 56 0,-6 1 29 0,-3-2-174 15,-1-1 111-15,-3-5 40 0,-12 1-21 0,-5 2-143 16,-2-1 27-16,0 2 66 0,-1 4 18 0,-5 0 33 15,3 5-22-15,6 3 17 0,-4 1 216 0,5 3-101 16,8 1-43-16,-2 0-23 0,4 0 62 16,3 7-38-16,3 2 8 0,2 4-227 15,0-2 102-15,0 3 41 0,9-3 22 0,5-1-631 16,2-3 306-16,4-1 152 0,1-6-559 0,-1 0 361 16</inkml:trace>
  <inkml:trace contextRef="#ctx0" brushRef="#br0" timeOffset="188273.6">30869 11650 2828 0,'0'-12'0'0,"0"6"0"0,6-1 0 0,4 1 0 0,5 1 0 0,7-2 0 0,8 4 0 0,7-2 0 0,7 0 0 0,2 2 0 0,5 1 377 15,5-2-174-15,0 2 257 0,1 1-397 0,-3 1-63 16,-1 0 0-16,-11 0 0 0,10 0 0 0,-19 0 0 16,2 0-181-16,-13 0-76 0,-4 0 148 0,-8 0 83 15,-2 0-869-15,-6 1 457 0,-2 3 85 0</inkml:trace>
  <inkml:trace contextRef="#ctx0" brushRef="#br0" timeOffset="188450.64">31212 11296 2927 0,'-2'-7'0'0,"2"4"0"0,0 3 0 0,6 0 0 0,3 0 0 15,3 19 0-15,-1 7 0 0,1 14 0 0,-3 1 0 0,-4 8 0 0,2 2 950 0,-7 5-896 0,2-1-54 0,-2-2 0 0,0 3 0 16,0-4 0-16,-2-1 0 0,-5-4 0 0,2-12 0 15,-4 5 0-15,7-6 0 0,-1-10 0 16,3 1-119-16,0-5-12 0,0-3 84 16,0-2-1221-16,5-6 612 0</inkml:trace>
  <inkml:trace contextRef="#ctx0" brushRef="#br0" timeOffset="188850.77">31528 11446 3510 0,'5'-9'0'0,"2"5"0"0,6 4 0 0,-3 8 0 0,2 8 0 0,-1 8 0 0,-1 13 0 0,1 2 0 0,-6 2 0 0,3 11 0 0,-2 3 255 16,-2-2-109-16,-3 1-126 0,3-11-20 0,-1 3 0 15,1-5 0-15,2-1 0 0,-3-18 0 0,-1-7 0 16,1-2 0-16,1-5 0 0,-3-5 0 0,3-3 0 16,-2 0 0-16,-1-9-241 0,-1-10-58 0,0-5 8 15,0-3-365-15,0-4 308 0,-5-8 155 16,-5-2 78-16,0 2-117 0,-3-11 101 0,1 2 47 0,1 1 0 15,2 1-97-15,4 10 72 0,0-2 25 16,5 7 219-16,0 6-87 0,0 3-43 16,5 0 628-16,12 8-336 0,3 2-175 0,6 7-75 15,4 3 816-15,4 2-412 0,6 0-206 0,3 13-104 16,-3 10-80-16,4 5-61 0,-2 6 0 0,0 5 0 16,3 7 0-16,-5 2 0 0,-10-4 0 0,-3 8 0 15,-12 2 0-15,-10-2 0 0,-5 0 0 16,-5 0 0-16,-25-1 0 0,-12-1 0 0,-6-8 0 0,-1-5 0 15,-4-5 0-15,-5-7 0 0,9-8 0 16,-9-6 0-16,0-5 0 0,8-6 0 16,3 0 0-16,16-2 0 0,4-11 0 0,4-5 0 15,9-2 0-15,8-7 0 0,6 3-259 0,10-2-314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27:09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18669 5574 2025 0,'-30'3'3'0,"0"4"0"0,4-5 1 0,4 1 0 0,-3 0 0 0,4-3 0 0,7 0 1 0,4 0-1 0,1 0 1 0,5 0-1 0,0 0 184 0,4 0-69 16,0 0-35-16,0-1 108 0,2-1-72 0,6-1-23 16,5 2 122-16,2 0-85 0,0-2-43 0,2 3 0 15,2 0 108-15,1 0-64 0,1 0-49 0,5 0 25 16,-1 3-111-16,1-1 0 0,3 1 0 0,-2 0 0 15,3-3 0-15,2 2 0 0,3-2 0 16,0 0 0-16,1 0 0 0,3 0 0 16,6-5 0-16,-2-3 0 0,0 1 0 0,4-2 0 15,3 1 0-15,-2 0 0 0,3 1 0 0,4 1 0 16,-3 1 0-16,2 1 0 0,1-2 0 0,1 5 0 16,2-1 0-16,0-1 0 0,6 1 0 0,-6 0 0 15,-5 2 0-15,7 0 0 0,-3 0 0 16,-1 0 0-16,-2 0 0 0,1 0 0 0,-1 0 0 0,-1 0 0 15,-1 0 0-15,3 0 0 16,0 2 0-16,-1 0 0 0,5 1 0 0,-4-1 0 16,2 1 0-16,-3 1 0 0,-1 1 0 0,1-1 0 15,-1 2 0-15,-2 0 0 0,-1-1 0 0,3-1 0 16,-2 1 0-16,2-2 0 0,0 0 0 0,2-3 0 16,0 2 0-16,0-2 0 0,-4 0 0 15,1 0 0-15,0 0 0 0,-2 0 0 0,3 0 0 0,2 0 0 16,0 0 0-16,9 0 0 0,-11 0 0 0,16-2 0 15,-6 0 0-15,1 1 0 16,4-2 0-16,1 1 0 0,-5 1 0 0,19-1 0 16,7 0 0-16,-17 0 0 0,8 2 0 0,-1-3 0 15,1 3 0-15,0 0 0 0,-1 0 0 0,13 0 0 16,-5 0 0-16,0 0 0 0,-8 0 0 0,17 0 0 16,-5 0 0-16,0 0 0 0,6 0 0 0,1 0 0 15,-11 0 0-15,22 7 0 0,-13-5 0 0,1 4 0 16,3-3 0-16,3 0 0 15,-17 1 0-15,25-2 0 0,-15 2 0 0,-3-1 0 16,2-2 0-16,2 3 0 0,-10-2 0 0,17-2 0 16,-7 1 0-16,-1-1 0 0,7 0 0 0,3 0 0 15,-11 0 0-15,17 0 0 0,-9 0 0 0,-3-1 0 16,5-4 0-16,-2 3 0 0,-14-5 0 16,17 1 0-16,-15 1 0 0,-18 1 0 0,13-1 0 0,4-2 0 15,-15 6 0-15,3-2 0 16,-7-1 0-16,-1 0 0 0,-1 0 0 0,-5 1 0 0,-5 0 0 0,12 0 0 15,-7-1 0-15,4 3 0 0,-7-4 0 0,-13 1 0 16,8 3 0-16,-6-1 0 16,-6-1 0-16,-8 3 0 0,-2 0 0 0,-1 0 0 15,-11 0 0-15,2 0 0 0,-2 0 0 0,-7 0 0 16,1 0 0-16,-7 0 0 0,3 0 0 0,-4 0 0 16,-3 0 0-16,-1 0 0 0,-3 3 0 0,0-3 0 15,1 0 0-15,-2 0 0 0,-1 0 0 16,0 0 0-16,0 0 0 0,0-4 0 15,-6-5 0-15,-11-1 0 0,-7 1 0 0,-13 0 0 16,-11 5 0-16</inkml:trace>
  <inkml:trace contextRef="#ctx0" brushRef="#br0" timeOffset="18793">13614 1476 3096 0,'-2'0'0'0,"-2"-2"0"0,4 1 0 0,0-2 0 0,6 2 0 0,11-4 0 0,9 1 0 0,0 2 0 0,4-3 0 0,4 1 0 0,4 3 222 15,5-3-92-15,-2 2 136 16,-4 0-114-16,7 0-87 0,-10 1-65 0,5-1 0 0,1 2 0 15,-4-2 0-15,-3 2 0 0,-1 0 0 16,-5 0 0-16,-3 0 0 0,-2 0-11 0,-4 0-215 16,-8 0 131-16,1 0-773 0,-4 0 405 0,-5 2 218 15,-1 1 104-15,-1-1-445 0,-1 2 275 0,-17 4 136 16,2-5 60-16,-9-3-251 0</inkml:trace>
  <inkml:trace contextRef="#ctx0" brushRef="#br0" timeOffset="18973.64">14087 1458 2023 0,'-22'0'0'0,"1"0"0"0,4 0 0 0,2 0 0 0,4 2 0 0,-1 7 0 0,5 0 0 0,2-2 0 0,-1 5 0 0,4-1 0 0,2 4 107 0,-3 1 442 16,3 2-256-16,-1 5-128 0,-3 1-63 0,-1 2 305 0,-3 0-174 0,-3 1-181 15,-2 2-52-15,-5 7 0 0,-3-1 0 0,-4 4 0 16,2-3 0-16,-7 4 0 0,4-3 0 0,-2-1-130 16,2-3 0-16,1-7 84 0,4-5 51 0,1-2-557 15,3-7 272-15,6-4 46 0,1-4-353 0,4-4 275 16,6 0 128-16,0-12 78 0,8-8-212 0,16-10 140 15</inkml:trace>
  <inkml:trace contextRef="#ctx0" brushRef="#br0" timeOffset="19141.62">13833 1812 3270 0,'14'-14'0'0,"-1"3"0"0,-2 6 0 0,1 1 0 0,-1 3 0 0,-2 1 0 0,3 0 0 0,-1 5 0 0,0 11 0 0,2 6 0 0,-4-2 265 0,1 0 131 15,-2 8-396-15,-3-1 0 0,0 3 0 0,-3-1 0 0,2 2 0 0,-2 1 0 16,1 1 0-16,0-5 0 0,1 0 0 0,-1-2 0 15,3-5 0-15,-2-1 0 0,-1-3-100 0,1-7-12 16,0 0-847-16,0-5 410 16,0-5 256-16,1 0-189 0,1-13 227 15,-1-14 109-15</inkml:trace>
  <inkml:trace contextRef="#ctx0" brushRef="#br0" timeOffset="19290.93">14111 1840 3043 0,'4'-13'0'0,"3"6"0"0,-2 4 0 0,0 2 0 0,1 1 0 0,1 0 0 0,0 9 0 0,-2 6 0 0,0 0 0 0,1 4 0 0,-1 2 225 0,-1 1-85 0,0 0-55 16,-2 3 285-16,0-2-302 0,0 0-68 16,0 1 0-16,0-3 0 0,0-3-121 0,-1-2 68 15,1-5-684-15,2-1 387 0,-2-2 194 0,5-6-751 16,1-2 411-16</inkml:trace>
  <inkml:trace contextRef="#ctx0" brushRef="#br0" timeOffset="19456.12">14313 1574 3378 0,'0'-11'0'0,"0"1"0"0,0 1 0 0,4 0 0 0,6 0 0 0,8 2 0 0,2 0 0 0,8-2 0 0,4 1 0 0,3 1 0 0,0-1 144 0,1 2-44 0,-1 2 209 16,1 3-309-16,-1-1 0 0,-1-1 0 0,-2 3 0 16,-6 0 0-16,4 0-503 0,-9 5 97 0,0 2 222 15,-6 2 111-15,-4 3-894 0,-5 1 409 0</inkml:trace>
  <inkml:trace contextRef="#ctx0" brushRef="#br0" timeOffset="19606.53">14442 1630 2885 0,'-30'10'0'0,"6"2"0"0,9 0 0 0,-1-3 0 0,9 1 0 0,2 1 0 0,5-2 0 15,0 3 0-15,2-1 0 0,8 0 0 0,6 3 210 0,0-3 89 0,2 0-130 0,2-1-66 0,-1 2-24 0,2-3-704 16,-3-1 332-16,1 2 165 0,-1-5 82 0,-4-2-861 15,-3-2 451-15</inkml:trace>
  <inkml:trace contextRef="#ctx0" brushRef="#br0" timeOffset="19870.59">14692 1724 2355 0,'4'-3'0'0,"-1"2"0"0,-1 1 0 0,-2 0 0 0,0 0 0 0,-5 4 0 0,-6 2 0 0,-1 2 0 16,-3 2 0-16,-4 4 0 0,1-3 107 0,-9 3 34 0,-1 1-51 0,-2-1-27 0,-4 0-50 0,-1-4-1 15,-2 2 35-15,0-4-74 0,3 2 32 0,2-2 0 16,4-1 33-16,8-1 93 16,5 1-37-16,4-4-10 0,3 0-46 0,6 1 239 15,2 0-119-15,10-1-61 0,14-1-20 0,8-2 49 16,11 0-126-16,0 0 0 0,6 0 0 0,2 0 0 16,-8-2 0-16,12-1 0 0,-7-3 0 0,-4 3 0 15,-7 1 0-15,0-1 0 0,-3 3 0 0,-9-3 0 16,-1 3 0-16,-4 0-667 0,-10 0 261 0,0 0 134 15,-5 0 122-15,-3 0-532 16,-2 0 322-16,0 0 161 0,-6 0-306 0</inkml:trace>
  <inkml:trace contextRef="#ctx0" brushRef="#br0" timeOffset="20057.98">14579 1630 2577 0,'-15'-8'0'0,"4"6"0"0,1 1 0 15,3-1 0-15,2 2 0 0,3 0 0 0,2 9 0 0,0 6 0 0,2 9 0 0,5 7 0 0,4 4 791 0,1 11-382 0,-1 0-255 16,-2 5-154-16,-1 1 0 0,-3 0 0 0,1-10 0 16,-1 15 0-16,1-9 0 0,0-2 0 0,0-1 0 15,-3-1 0-15,1-3 0 0,-2 3 0 0,0-11-4 16,-2 2-218-16,0-13 130 0,1-1-38 0,1-11 74 16,0-6-208-16</inkml:trace>
  <inkml:trace contextRef="#ctx0" brushRef="#br0" timeOffset="20224.89">14975 1484 3931 0,'14'-15'0'0,"-1"9"0"0,-6 3 0 0,0 2 0 0,-4 1 0 0,-1 0 0 0,-2 11 0 0,0 7 0 0,0 6 0 0,-8-1 0 0,-3 8 0 0,-2 1 0 0,1 2 0 0,1-1 0 15,0 2 0-15,1-4 0 0,1 0-268 0,4-6 127 16,-1-5 90-16,3 0-474 0,3-7 281 15,0-4 151-15</inkml:trace>
  <inkml:trace contextRef="#ctx0" brushRef="#br0" timeOffset="20382.53">15175 1530 3931 0,'9'-4'0'0,"0"4"0"0,1 0 0 0,-4 4 0 0,-3 7 0 0,-1 3 0 0,-2 2 0 0,0 3 0 0,0 6 0 0,-5 1 0 0,-9 3 0 0,1 1 0 0,-2 1 0 0,0 3 0 15,-2-1 0-15,0-4 0 16,-2 2 0-16,1-6-314 0,3-4-59 0,-2-2 200 16,4-3 106-16,5-6-471 0</inkml:trace>
  <inkml:trace contextRef="#ctx0" brushRef="#br0" timeOffset="20543.03">15131 1786 3811 0,'4'0'0'0,"2"0"0"0,2 0 0 0,-3 6 0 0,0 6 0 0,-1 6 0 0,0 4 0 0,0 4 0 0,-2 5 0 0,-2 3 0 0,0 2 120 0,-2 7-120 0,-6-8 0 0,-1 8 0 16,2-8 0-16,-2 1 0 0,0-4 0 0,0-1 0 15,2-9-11-15,-1 0-88 0,0-3-926 0,3-7 532 16,0-3 265-16,1-6-474 0</inkml:trace>
  <inkml:trace contextRef="#ctx0" brushRef="#br0" timeOffset="20709.02">15235 1625 3518 0,'22'-20'0'0,"3"5"0"0,3 3 0 0,2-3 0 0,2 1 0 0,2 0 0 0,1 4 0 0,2 0 0 0,-2 1 0 0,2 4 0 0,-1-2 413 0,-2 4-413 0,1 1 0 16,-3 1 0-16,-4 1-28 0,-5 0-38 0,-2 0-861 15,-4 3 477-15,-6 9 244 0,-5-1 122 0,-6 5-419 16</inkml:trace>
  <inkml:trace contextRef="#ctx0" brushRef="#br0" timeOffset="21064.25">15325 1775 2328 0,'-12'2'0'0,"7"2"0"0,3-3 0 0,2-1 0 0,2 0 0 0,14 0 0 0,5 0 0 0,4-4 0 0,0-1 0 0,7-3 0 0,-1 1 173 0,-1 1-76 0,1 0-30 16,-9 2 0-16,0 0-20 0,-1 3-515 0,-5-1 253 15,-5 2 126-15,-2 0-440 16,-4 0 262-16,-3 0 131 0,-2 3 66 0,0 4-84 16,-13-1 27-16,1 0 44 0,-2-1 1 0,-1 0 208 15,2-1-77-15,0 2-43 0,-1-1 422 0,5 2-232 16,0 3-117-16,3 3 552 0,2 2-262 0,2 6-169 16,2 4-63-16,0 3 512 0,0 4-306 0,2 6-184 15,10 5-159-15,-3-2 0 0,3-2 0 0,-3-6 0 16,2 11 0-16,-2-9 0 0,-1 3 0 0,-1-2 0 15,-3-4 0-15,-2-2 0 16,-2-2 0-16,0-5 0 0,0-3 0 0,-11-3 0 16,-3-2 0-16,0-5 0 0,-6-5 0 0,0-1 0 15,-6-4 0-15,1 0 0 0,-3 0-290 0,2-9 104 16,1-8 74-16,3-8-217 0,-1-10 150 0,10-10 71 16,4-14-534-16,7-9 302 0,2-8 143 0</inkml:trace>
  <inkml:trace contextRef="#ctx0" brushRef="#br0" timeOffset="21740.69">16003 1291 3058 0,'50'-14'0'0,"-9"7"0"0,0 2 0 0,-6 3 0 0,-7 2 0 0,-7 0 0 0,-2 0 0 16,-6 7 0-16,-4 5 0 0,-3 3 0 0,-4 0 112 0,-2 8-20 0,-6 1-27 0,-10 1 0 0,-5 1-18 0,-2-1-440 15,-2 0 215-15,-5 0 108 0,-5 2 54 0,-1-5-202 16,3-3 138-16,-1-2-415 0,4-4 245 15,9-4 28-15,3-1 93 0,6-3 135 16,4-3-9-16,3 0-34 0,5-2-1 0,0 0 241 16,13 0-121-16,8 0-60 0,0 0-39 0,9-2 312 15,-3-1-160-15,3 1-17 0,-7 0 33 0,2 2-7 16,-4 0-50-16,-5 0-46 0,-2 0-10 0,-7 5 0 16,-2 7-1-16,-3-1-130 0,-2 2 75 0,-7 6 23 15,-9-2 0-15,-2 0-62 0,-3-1 43 0,-2 1-2 16,5-3 5-16,-3 2 99 0,2-4-37 0,1 1-30 15,4-3 159-15,1-1-80 0,8-2-34 0,0 1 30 16,3-2-33-16,2-1 1 16,0 1 0-16,0-1-14 0,5 1-3 0,6-2-9 15,3 0-1-15,-2-3 3 0,1 1-3 0,1 2 1 16,-3-3 9-16,4 2-66 0,-4-2 28 0,-2 2 1 16,1 0-72-16,-2 1 38 0,-1 0 34 0,0 1-85 15,-3 1 47-15,2 0 11 0,-4 2 0 0,0-3-44 16,0 0 21-16,0 3-1 15,-2-3 40-15,0 1 30 0,0 1-35 0,-2 2-15 16,-7-2 1-16,-1 1 139 0,1 3-61 0,-2-2-26 16,1 2 77-16,2-3-40 0,-1 3-17 0,4-4 40 15,-2 3-27-15,4-3 1 0,-1 1-55 0,2-1-11 16,2 1 0-16,0-1 0 0,0-1 0 0,0 1 0 16,0-2 0-16,0 0 0 0,0 1 0 0,0-1 0 15,-2 1 0-15,2-1 0 0,-1 1 0 0,-1 1 0 16,0-5 0-16,-2 4 0 0,1-1 0 0,0-1 0 15,-3-1 0-15,3 0 0 0,-3 0 0 0,1-3 0 16,-2 0 0-16,-3 0 0 16,0 0-15-16,0-3-49 0,-2-4-5 0,-1-3-141 15,-3-3 75-15,4 1 50 0,-4-2-50 0,2 2 40 16,0-1 33-16,1 6 105 0,4 3-41 0,-1 0 1 16,3 3-41-16,1 1 207 0,3 0-98 0,3 0-53 15,0 5-13-15,0 6 1 0,0-1 14 0,0-1-50 16,1 5 70-16,3-4 0 15,5 1 10-15,3-1-37 0,3-3-929 0,0 0 430 16,3-4 226-16</inkml:trace>
  <inkml:trace contextRef="#ctx0" brushRef="#br0" timeOffset="21883.26">16213 1980 3662 0,'0'3'0'0,"3"4"0"0,-1 1 0 0,-1-2 0 0,1-3 0 0,0 4 0 0,2-1 0 0,1 0 0 0,1 0 0 0,-1 1 0 0,1 0 138 0,0 3-207 0,-1-2 53 0,1-2 36 16,-3-1-10-16,6 0-388 0,-4-5 207 0,2 0 104 16,-1 0-1074-16</inkml:trace>
  <inkml:trace contextRef="#ctx0" brushRef="#br0" timeOffset="22059.26">16301 1737 3839 0,'0'-10'0'0,"0"7"0"0,10-3 0 0,10-2 0 0,5 4 0 0,12-2 0 0,2 2 0 0,11-1 0 0,1-3 0 0,4 1 0 0,-2 1 92 0,0 0-92 16,-10 2 0-16,8 0 0 0,-15 3 0 0,-1-2 0 15,0 3 0-15,-13 0 0 0,0 0-418 0,-9 0 194 16,-3 0 131-16,-8 0-925 0,-2 0 505 0,-2 3 168 16,-19 0 144-16</inkml:trace>
  <inkml:trace contextRef="#ctx0" brushRef="#br0" timeOffset="22207.7">16613 1521 3055 0,'-9'-7'0'0,"5"5"0"16,4 2 0-16,0 0 0 0,0 9 0 0,0 8 0 0,0 9 0 0,2 5 0 0,-2 6 0 0,0 2 0 0,0 2 424 0,-9-1-183 16,-7 7-126-16,2-6-39 0,-2-7-56 0,0 2-20 0,1-2-499 0,5-9 231 0,0-4 148 0,1-2 79 0,7-8-429 31,2-3 253-31,0-8 128 0</inkml:trace>
  <inkml:trace contextRef="#ctx0" brushRef="#br0" timeOffset="22392.2">16650 1726 3931 0,'1'-2'0'0,"3"2"0"0,-2 6 0 0,-2 15 0 0,0 5 0 0,2 5 0 0,1 10 0 0,3-1 0 0,1 1 0 0,1 0 0 0,1-2 0 0,2 11 0 15,3-9 0-15,-1-9 0 0,4 2 0 0,1-8 0 0,0-9 0 16,6 4 0-16,-2-11 0 0,3-9 0 15,-1-1 0-15,1-1-198 0,-9-10 82 0,7-11-367 16,-7-3 247-16,-4-1-19 0,-3-13 108 0,-4-2-519 16,-2-8 306-16,-1-5 166 0,-2-17 78 0</inkml:trace>
  <inkml:trace contextRef="#ctx0" brushRef="#br0" timeOffset="22502.05">16947 1342 3453 0,'-1'-20'0'0,"-3"10"0"0,4 1 0 0,0 8 0 0,0-1 0 0,0 2 0 0,0 2 0 0,0 11 0 0,4 2 0 0,3 1 0 15,3 9 408-15,-3-4-338 0,0-1-70 0,3 5 0 0,-3-4 0 16,1 1 0-16,-1-3-580 0,3 1 104 0,-3 2 265 16</inkml:trace>
  <inkml:trace contextRef="#ctx0" brushRef="#br0" timeOffset="22686.55">17159 1651 3931 0,'20'-7'0'0,"11"4"0"0,3-1 0 0,2-1 0 0,1-1 0 0,3 0 0 0,5 1 0 0,4-1 0 0,-1-1 0 0,7 0 0 0,-2 1 0 16,-5 2 0-16,-2 0 0 0,-13 3 0 0,1 1 0 15,-9 0-159-15,-1 0 74 0,-7 0 56 0,-8 0-796 16,-6 0 430-16,-3 1 214 0,0 3 108 0,-14-4-720 16,-13 0 384-16,-3 0 186 0</inkml:trace>
  <inkml:trace contextRef="#ctx0" brushRef="#br0" timeOffset="22856.71">17528 1320 2792 0,'-10'-18'0'0,"5"7"0"0,3 5 0 0,-2 2 0 0,4 1 0 0,0 3 0 0,0 13 0 0,10 11 0 0,2 12 0 0,0 5 0 0,1 11 160 0,0 14-66 0,0 0 659 0,-3 4-621 16,-5 0-132-16,0 0 0 0,-2-8 0 0,-1 13 0 16,0-18 0-16,0 2 0 0,-2-2 0 15,0-1 0-15,0-13 0 0,0 0 0 0,0-8 0 0,0-13 0 16,-4-7-804-16,-1-2 166 0,0-6 292 15,-4-7 159-15,2-2-302 0</inkml:trace>
  <inkml:trace contextRef="#ctx0" brushRef="#br0" timeOffset="22985.7">17479 1786 3060 0,'-10'-3'0'16,"-1"3"0"-16,2 0 0 0,-3 9 0 0,-2 7 0 0,-4 6 0 0,4 1 0 0,-3 4 0 0,-2 1 0 0,-2 2 0 0,0 2 130 0,0 0 107 0,7-4-100 0,5-9-51 15,0 2-15-15,8-6-738 0,1-6 352 0,0 0 175 16</inkml:trace>
  <inkml:trace contextRef="#ctx0" brushRef="#br0" timeOffset="23140.84">17685 1781 3931 0,'16'-3'0'0,"-2"3"0"0,2 0 0 0,-3 0 0 0,0 5 0 0,2 7 0 0,0-3 0 0,0 4 0 0,0 1 0 0,2 1 0 0,-5-1 0 0,2 2 0 0,-5-1 0 0,-1-2 0 16,0 0 0-16,-3-4 0 0,1-2 0 0,1-1-466 16,3-4-23-16,-3-2 262 0,4 0-987 0</inkml:trace>
  <inkml:trace contextRef="#ctx0" brushRef="#br0" timeOffset="23559.55">18027 1692 2869 0,'0'-11'0'0,"0"6"0"0,2 0 0 0,0 5 0 0,2 0 0 0,0 10 0 0,3 12 0 0,-1 5 0 0,-1 1 0 0,3 6 0 0,0 11 841 0,-3-4-620 16,-1 2-221-16,-3-4 0 0,-1 8 0 0,0-10 0 16,0-1 0-16,0-4 0 0,2-9 0 0,0-2 0 15,0-10 0-15,0 0 0 0,1-6 0 0,-2-5 0 16,1 0 0-16,0 0-60 0,-2-10-314 0,0-12 190 16,0-4-635-16,0-13 391 0,0-3 197 0,0-8-315 15,-5-5 259-15,-7-11 126 0,1 0 63 16,-3-6-171-16,5-1 116 0,0 11 50 15,1-3 38-15,2 10-12 0,2 6 1 0,4 10 76 16,0 5 0-16,0 7 278 0,2-1-175 0,8 10-70 16,5 3 696-16,2 2-381 0,5 1-89 0,1 4 570 15,9 3-400-15,-2 1-197 0,2 2-98 0,1 0 334 16,3 2-379-16,1 0-89 0,-4 0 0 0,1 4 0 16,-2 4 0-16,-2 5 0 0,-4 0 0 0,-2 3 0 15,-3 8 0-15,-2 4 0 0,-3 9 0 0,-5 3 0 16,-6 1 0-16,-1-1 0 0,-3 13 0 0,-1 2 0 15,0 1 0-15,0 1 0 16,0-1 0-16,0 2 0 0,0-1 0 0,0-2 0 16,0-3 0-16,0-5 0 0,0-10 0 0,2-7 0 15,0 0 0-15,-2-6 0 0,0-12 0 16,0 2 0-16,0-7 0 0,0-4-1084 0,-9-3 236 0,-5 0 406 16,-4-1 203-16,-6-11-262 0</inkml:trace>
  <inkml:trace contextRef="#ctx0" brushRef="#br0" timeOffset="23893.08">18168 1795 2791 0,'-5'-13'0'0,"1"2"0"0,4 3 0 0,0 3 0 0,2-1 0 0,9 0 0 0,4 2 0 0,4 0 0 0,5 3 0 0,-1-1 0 0,1 2 222 16,2 0-93-16,-5 0-69 0,2 0-24 0,-5 3 0 16,-1 4 0-16,-9 0-168 0,-1 3 85 0,-5 3 50 0,-2 1-391 15,-6 5 212-15,-12 0 106 0,-1 0 53 16,-2-2-262-16,6-2 133 0,-2-1-11 0,3-2 60 0,6-4 217 15,2-3-78-15,0-1-39 16,6 0-9-16,0-3 203 0,0-1-116 0,2 0-55 16,12 0 121-16,-1 0-33 0,0 0-60 0,2 2 197 15,-2 0-108-15,0 3-50 0,-4 1-28 0,-1 1 53 16,-2 2-32-16,-4 3-9 0,-2 0-41 0,0 3 65 16,-2-1-32-16,-10 2 0 0,-2-1 13 0,-2 0-45 15,2-1-1-15,0-4 0 0,1 0-81 0,6-4 40 16,-1-1 10-16,4-3-60 0,0 1 46 0,3-3 23 15,1 0-1-15,0 0-277 16,0 0 141-16,0-5 38 0,7-6 44 0,7-2-490 16,2-5 248-16,5-6 123 0,-2-1-545 0,9-9 339 15</inkml:trace>
  <inkml:trace contextRef="#ctx0" brushRef="#br0" timeOffset="24161.81">19139 1042 2850 0,'13'-3'0'0,"4"3"0"0,0 0 0 0,-4 1 0 0,-7 5 0 0,0 2 0 0,-4 1 0 0,-1 4 0 0,-1 1 0 0,0 2 0 0,-1 8 73 0,-13-3-70 0,-2 4 0 0,-7-4 42 16,-9 6-504-16,-2-2 248 0,-5-3 123 0,-3 1 62 16,3-2-495-16,9-6 256 0,0-1 130 15,9-1-28-15,-1-5 64 0,8 0 31 16,3-3 1-16,6 0 109 0,5-4-35 0,0-1 0 15,13 0-43-15,13 0 430 0,13 0-214 0,5-1-118 16,1-5-44-16,6-2 716 0,-1-2-325 0,1 2-187 16,-2-2 50-16,-6 2-109 15,8 1-68-15,-16-1-340 0,-1 5 141 0,-9 0 70 0,-7 0 35 0,-6 3-1014 16</inkml:trace>
  <inkml:trace contextRef="#ctx0" brushRef="#br0" timeOffset="24312.14">19070 1453 2907 0,'0'6'0'0,"0"8"0"0,0 2 0 0,0-2 0 0,0 0 0 0,-4 2 0 0,-3-2 0 0,-1 2 0 0,-2 1 0 0,-2-1 0 0,-2 1 110 0,1 2-459 0,2-5 194 0,1 2 95 16,5-7 48-16,-4 0-971 0</inkml:trace>
  <inkml:trace contextRef="#ctx0" brushRef="#br0" timeOffset="24598.77">19267 1455 2767 0,'2'0'0'0,"20"0"0"0,6 3 0 0,-1-2 0 0,-6 3 0 0,-3 0 0 0,1 3 0 0,0-1 0 0,-1-1 0 0,0 4 0 0,-7-2 114 16,-4-2 8-16,1 1-48 0,-6-3 1 0,0 1-725 15,-2 0 342-15,0-1 173 0,-8 1 95 0,-7 0-679 16,-1-3 345-16,-4 2 172 15,1-3 86-15,3 0-197 0,2 0 143 0,-2 0 89 16,6 0 137-16,1 0-46 0,0 0-23 0,1 0-1 16,5 0 245-16,-4 0-129 0,4 9-69 0,1 8 543 15,-2 2-305-15,0 5-45 0,-1 1-110 0,-3 7 563 16,-1 0-321-16,-4 2-161 0,-3-2-81 0,-2-2 281 16,-1 1-172-16,-2-2-98 0,-3-3-346 0,-2-1 128 15,-2-5 64-15,3-4 32 16,2-2-284-16,-5-3 154 0,12-6 81 0,-5-3-826 15,-2-2 440-15</inkml:trace>
  <inkml:trace contextRef="#ctx0" brushRef="#br0" timeOffset="24735.16">19011 1635 3427 0,'10'-3'0'0,"5"3"0"0,9 2 0 0,1 10 0 0,3 6 0 0,4 6 0 0,6 4 0 0,3 7 0 0,10 6 0 0,-3-6 0 0,-3-2 498 0,14 13-492 0,-5-8-6 0,2-1 0 15,-1 1 0-15,-2-1 0 0,-5-1-408 0,12 9-70 16</inkml:trace>
  <inkml:trace contextRef="#ctx0" brushRef="#br0" timeOffset="24864.74">20583 2188 346 0,'-3'-13'0'0,"4"9"0"0,33 0 2004 0,-9-6-997 0,-10 1-508 0,-4 2-1358 0</inkml:trace>
  <inkml:trace contextRef="#ctx0" brushRef="#br0" timeOffset="38259.92">16824 7296 1837 0,'-8'-2'0'0,"3"-1"0"0,-1 2 0 0,0 1 0 0,2-2 0 0,1 2 0 0,1 0 0 16,2 0 0-16,0-2 0 0,0 2 0 0,0 0 259 0,0 0-109 0,0 0-46 0,0 0 70 0,2 0-68 0,-1 0-33 15,5 2 0-15,2 1 163 0,-2 0-88 0,3 1-60 16,-2-3-24-16,1 1 165 0,1 0-95 0,0 1-47 15,2-2 9-15,-2 0-23 16,0 2-73-16,1-1 0 0,-1-1 0 0,2 3 0 0,1-2 0 16,0 0 0-16,-1 2 0 0,5-2 0 15,-2-1 0-15,1 5 0 0,2-5 0 0,0-1 0 16,2 5 0-16,-1-3 0 0,3 0 0 0,-1 2 0 16,3-1 0-16,2 1 0 0,1 4 0 0,1-4 0 15,1 3 0-15,2 0 0 0,4 1 0 0,1-4 0 16,8 1 0-16,-1-3 0 0,3 0 0 0,4-2 0 15,-6 0 0-15,10 0 0 0,-5 0 0 0,-2 0 0 16,-4 0 0-16,-6 0 0 0,2 0 0 0,-2 0 0 16,1 0 0-16,-3 4 0 15,0-1 0-15,1 1 0 0,1 2 0 0,7-2 0 16,-2-1 0-16,1 1 0 0,1 0 0 0,-4-4 0 16,11 1 0-16,-4 1 0 0,0-2 0 0,-2 0 0 15,2 0 0-15,-7 0 0 0,10 0 0 0,-6 0 0 16,-2 0 0-16,5 0 0 0,-4 0 0 0,-4 0 0 15,9 0 0-15,-6 0 0 0,-5 0 0 16,4 0 0-16,-3 0 0 0,-1-2 0 0,-3 1 0 0,-1-2 0 16,-2 2 0-16,-1-3 0 15,-8 2 0-15,0-2 0 0,-5 3 0 0,0-1 0 16,-7 0 0-16,0 0 0 0,-4 2 0 0,-1 0 0 16,0 0 0-16,-2 0 0 0,0 0 0 0,-2 0 0 15,0 0 0-15,0 0 0 0,0 0 0 0,2 0 0 16,-2 0 0-16,0-2 0 0,0 0 0 0,0-1 0 15,0-1 0-15,0 0 0 0,0 2 0 16,-6-1 0-16,-4 0 0 0,-2 3 0 0,-6 3 0 16</inkml:trace>
  <inkml:trace contextRef="#ctx0" brushRef="#br0" timeOffset="46962.57">7064 7793 2866 0,'-20'-3'0'0,"0"-3"0"0,3 6 0 0,-1 0 0 0,1 0 0 0,4 0 0 0,1 0 0 0,4 2 0 0,3 2 0 0,2-2 0 0,3 4 322 0,3 0-142 0,20 0 326 16,9-2-449-16,18-2-57 0,12-2 0 16,7 0 0-16,4-6 0 0,2-5 0 0,2-2 0 15,0-2 0-15,-4-2 0 16,0 2 0-16,-3 0 0 0,-3 4 0 0,-13 1 0 0,1 3 0 16,-7 1 0-16,-13 2 0 0,1 3 0 15,-12-2-120-15,-1 2 50 0,-7-1-942 0,-4 0 486 16,-7 0 244-16,-4 1 121 0,-1-6-526 0</inkml:trace>
  <inkml:trace contextRef="#ctx0" brushRef="#br0" timeOffset="47152.1">7839 7351 2549 0,'-7'-6'0'15,"5"4"0"-15,2 0 0 0,0 2 0 0,4 0 0 0,15 0 0 0,4 2 0 0,7 6 0 0,4-2 0 0,0 5 0 0,-1 1 503 0,3 2-236 0,-4 1-115 16,-4 0-56-16,-3 1-15 0,-6 5 0 0,-6 0-32 15,-3 7-167-15,-10 0 78 0,0 12 40 0,-9-3-450 16,-15 5 245-16,-5 0 131 0,-4 2 52 0,-2-3-615 0,-3-1 255 16,1-5 179-16,-4-1-418 15,8-7 281-15,-10 3 156 0</inkml:trace>
  <inkml:trace contextRef="#ctx0" brushRef="#br0" timeOffset="47460.54">7560 8045 1560 0,'-2'15'0'0,"2"2"0"0,0 2 0 0,0 0 0 0,0 2 0 0,2 4 0 0,3 0 0 0,-2 3 0 0,1 2 0 0,-1 2 0 0,-1 1 114 0,0 1 510 0,-2 0-293 0,0-2-145 16,0-2-75-16,0-5 312 0,-7-1-197 0,1-5-94 15,0-2-47-15,3-9-93 0,-1-1 47 0,3-4 9 16,-2-3-26-16,3 0 16 0,0-15-38 0,3-11-23 16,11-11 11-16,3 1 35 0,7-11-11 15,1 4-66-15,1 0 6 0,1 4 37 0,-2 1-19 16,0 12 0-16,1-1 17 0,-7 12 17 15,1 1-21-15,0 10 216 0,-6 4-199 0,2 0 0 16,-4 14 0-16,0 11 0 0,-3 7 0 0,2 9 0 16,-2 0 0-16,-2-5 0 0,3 13 0 0,-2-15 0 15,4 4 0-15,-1-3 0 0,4-5 0 0,0-2 0 16,0-3 0-16,2-4 0 0,2-3 0 0,-3-4 0 16,2-5 0-16,-2 0 0 0,3-3 0 0,-1-4 0 15,0-2 0-15,6 0 0 0,-1-2-25 16,4-13-465-16</inkml:trace>
  <inkml:trace contextRef="#ctx0" brushRef="#br0" timeOffset="47632.04">8517 7871 3931 0,'-5'-4'0'0,"0"2"0"0,1 2 0 0,0 0 0 0,3 0 0 0,-1 0 0 0,2 0 0 0,0 6 0 0,7-1 0 0,9 4 0 0,5-1 0 0,-1 0 0 0,6 0 0 0,0 0 0 0,3 0 0 15,-2-1 0-15,1 1 0 0,-3-5 0 16,5 4-105-16,-4-3-31 0,-5 2-990 0,-1 0 570 0,-2 2 158 16</inkml:trace>
  <inkml:trace contextRef="#ctx0" brushRef="#br0" timeOffset="47785.94">8611 8181 3931 0,'-25'7'0'0,"7"0"0"16,6-3 0-16,0-2 0 0,5-2 0 0,5 0 0 0,0 0 0 0,2 0 0 0,2 0 0 0,17 0 0 0,6 0 0 0,2 2 0 0,8-2 0 0,0 0 0 0,3 1 0 0,1 2 0 0,0-3 0 16,1 1-195-16,-3-1 86 0,1 2-798 15,-1-2 472-15,1 2 237 0,0-2 30 0,-1 0-716 16</inkml:trace>
  <inkml:trace contextRef="#ctx0" brushRef="#br0" timeOffset="47994.05">9371 7641 3931 0,'-12'-11'0'0,"2"5"0"0,0 4 0 0,-1 1 0 0,0 1 0 0,3 6 0 0,-1 14 0 0,3 8 0 0,1 11 0 0,0 6 0 0,3 8 0 0,0 7 0 0,2 8 0 16,0-4 0-16,0-11 0 0,11 5 0 0,3-2 0 16,3-3 0-16,3-6 0 15,3-4 0-15,2-4 0 0,1-3 0 0,-4-10 0 16,6 1 0-16,-3-7-598 0,1-5 139 0,1-5 149 15,1-5-222-15,2-5 247 0,0 0 113 0,8-10 72 16</inkml:trace>
  <inkml:trace contextRef="#ctx0" brushRef="#br0" timeOffset="48274.24">9875 7628 3250 0,'0'-6'0'0,"0"5"0"0,1 1 0 0,1 0 0 0,-2 0 0 0,0 7 0 0,0 8 0 0,0 6 0 0,0 1 0 0,0 6 0 0,-7 1 220 16,-5 2 241-16,1-2-461 0,-2-1 0 0,0-5 0 16,-6 3 0-16,6-11 0 0,-4-1 0 0,0 1 0 15,3-7 0-15,4-4 0 0,0 0 0 0,2-2 0 16,5-1 0-16,1-1 0 0,0 0 0 0,2 0 0 16,2 0 0-16,15 0 0 15,6 3 0-15,7-2 0 0,2 2 0 0,5-2 0 0,9 2 0 0,-5 1 0 16,2-2 0-16,-1 0 0 15,-5-2 0-15,2 2 0 0,-2-2 0 0,-3 0 0 16,-2 0 0-16,-9 2 0 0,0-2 0 0,-9 0-76 16,-3 0-426-16,-3 0 231 0,-4 0-596 0,-2-2 414 15,-2-12 207-15</inkml:trace>
  <inkml:trace contextRef="#ctx0" brushRef="#br0" timeOffset="48436.25">10089 7495 3014 0,'-16'-15'0'0,"7"7"0"0,2 3 0 0,1 3 0 0,2 2 0 0,4 0 0 0,0 15 0 0,0 13 0 0,2 10 0 0,3 5 0 0,5 7 905 0,-3 14-893 0,-3-11-12 16,0 15 0-16,-2-15 0 0,-1 16 0 0,-1-19 0 15,0 7 0-15,0-6 0 0,0 2 0 0,0-2 0 16,0-2 0-16,0-4 0 0,0-7 0 0,0-3-685 16,2 1 16-16,8-9 336 0</inkml:trace>
  <inkml:trace contextRef="#ctx0" brushRef="#br0" timeOffset="48593.34">10376 8218 3867 0,'0'0'0'0,"2"3"0"0,0 5 0 0,-1 2 0 0,-1 1 0 16,0 4 0-16,0 2 0 0,0 0 0 0,0 2 0 0,-7 5 0 0,-2-3 64 0,-5 5-64 0,3-8 0 0,-1 1 0 0,2-2 0 0,-1-3 0 15,2-7 0-15,0 1-106 0,4-3-226 16,-1-1 184-16,5-4 92 0,1 0-1081 15</inkml:trace>
  <inkml:trace contextRef="#ctx0" brushRef="#br0" timeOffset="48734.71">10528 8001 3385 0,'15'-3'0'0,"6"1"0"0,1 1 0 0,0-4 0 0,1 0 0 0,5-1 0 0,4 2 0 0,2 1 0 0,3-1 0 0,7 2 0 0,-8 0 423 0,1 0-300 15,0 0-123-15,2 2 0 0,-6 0 0 0,3 0-10 16</inkml:trace>
  <inkml:trace contextRef="#ctx0" brushRef="#br0" timeOffset="49077.18">11229 7583 2953 0,'11'-5'0'0,"8"1"0"0,1-2 0 0,3 2 0 16,1 2 0-16,6 2 0 0,4 0 0 0,2 0 0 0,-3 8 0 0,1 3 0 0,-4 3 206 0,-3 0-85 0,-6 1-42 0,-7 0-1 0,-5 4-94 15,-2 0 22-15,-7 6 0 0,0-5 30 0,-18 3-126 16,-4-3 64-16,-2 1 40 16,-1-4-10-16,-1-4 33 0,9-4-1 0,0 1 1 0,8-6 206 0,1-1-94 15,2-1-91-15,6-2-58 16,0 5 0-16,2-4 0 0,19 5 0 0,-3-1 0 15,9 5 0-15,-1 1 0 0,2 3 0 0,3 5 0 16,-5 2 0-16,-1 0 0 0,-4 3 0 0,-3 1 0 16,-7 1 0-16,-5 0 0 0,-4 4 0 0,-2-1 0 15,-12 0 0-15,-13 3 0 0,-2-2 0 16,-8-2 0-16,2-3 0 0,-1-6 0 0,-11 1 0 0,5-6 0 16,7-4 0-16,1-3 0 0,12-3 0 0,2-2 0 15,6-2 0-15,0 0 0 0</inkml:trace>
  <inkml:trace contextRef="#ctx0" brushRef="#br0" timeOffset="49264.12">12056 8009 3931 0,'5'10'0'0,"-3"1"0"0,-2-2 0 16,-12 3 0-16,-8 1 0 0,1 0 0 0,-6 0 0 0,2 6 0 0,0 4 0 0,-2-1 0 0,0 5 0 0,3 0 0 0,3 0 0 0,4 2 0 0,4-8 0 15,4 3 0-15,3-1 0 0,1-4 0 16,3-2 0-16,0-8-129 0,3 3-214 16,6-5 189-16,6-5-1122 0</inkml:trace>
  <inkml:trace contextRef="#ctx0" brushRef="#br0" timeOffset="49452.02">12339 7677 3753 0,'2'-2'0'0,"0"2"0"0,5 0 0 0,0 0 0 0,-1 7 0 0,2 10 0 0,-3 6 0 0,3 6 0 0,-1 12 0 0,-4 2 0 0,0 4 178 0,-3-5-178 0,0 9 0 0,0-5 0 16,0-10 0-16,0 3 0 0,0-3 0 0,-3-5 0 0,3-2 0 16,0-7 0-16,0-3-60 0,0-8-227 15,0 1 161-15,0-4 91 0,3-5-998 0</inkml:trace>
  <inkml:trace contextRef="#ctx0" brushRef="#br0" timeOffset="49474.08">12419 8250 361 0,'12'-30'0'0,"3"-4"0"0</inkml:trace>
  <inkml:trace contextRef="#ctx0" brushRef="#br0" timeOffset="49742.55">12530 7821 2817 0,'6'-26'0'0,"1"8"0"0,1 0 0 0,3 7 0 16,0 2 0-16,3 2 0 0,4 3 0 0,7 2 0 0,-1 0 0 0,4 2 0 0,3 0 131 0,0 9-48 0,1 6 562 0,-3 5-390 0,-1 0-255 0,-6 2 0 15,0 3 0-15,-4 3 0 0,-7-2 0 16,-6 5 0-1,-5-4 0-15,0 3 0 0,-14 4 0 0,-11-2 0 0,-5-4 0 16,-4 0 0-16,-1-5 0 0,3-6 0 0,-4 0 0 16,3-5 0-16,4-5 0 0,8-4 0 0,0-3 0 15,10 0 0-15,0 0 0 0,5 0 0 0,2 0 0 16,4 0 0-16,0 0 0 0,6 0 0 16,17 0 0-16,3 0 0 0,4 0 0 0,2 0 0 15,2 0 0-15,0 0 0 0,1 0 0 0,-1 3 0 16,-2-1 0-16,1-1 0 0,-8 1 0 0,1-2 0 15,-3 0 0-15,-5 0 0 0,-2 0 0 0,-1 0-433 16,-5 0-104-16</inkml:trace>
  <inkml:trace contextRef="#ctx0" brushRef="#br0" timeOffset="49959.16">13281 7502 3931 0,'10'-9'0'0,"5"2"0"0,4 3 0 0,-1 2 0 0,3 2 0 0,6 0 0 0,1 11 0 0,2 8 0 0,2 11 0 0,-2 4 0 0,-4 7 0 0,0 6 0 0,0 13 0 16,-7-4 0-16,-4-5 0 0,-3 5 0 0,-10-1 0 15,-2 0 0-15,0-5 0 0,-18 2 0 0,-5 1 0 16,-10 4 0-16,-1-8 0 0,-14 7 0 0,-3-10 0 16,0-6 0-16,8-10 0 0,-2 0 0 15,11-9-776-15,2-1 85 0,10-6 327 0,3 0-503 16</inkml:trace>
  <inkml:trace contextRef="#ctx0" brushRef="#br0" timeOffset="50112.61">13853 8562 340 0,'-6'-10'0'0,"6"3"0"0,-2-3 1361 0,-8-3-681 0,-2-5-340 0,-4 4-45 0,0 0-122 16,-2 0-73-16,0 6-1146 0</inkml:trace>
  <inkml:trace contextRef="#ctx0" brushRef="#br0" timeOffset="55272.65">8971 9360 1432 0,'0'0'0'0,"0"0"0"0,-2 0 0 0,0 1 0 0,2 4 0 0,0-2 0 0,0 4 0 0,-2-1 0 0,0 4 0 0,0 3 0 0,-1 1 77 15,-3 6-40-15,-3 4 1 0,-3 2 68 0,-5 4-35 16,-1 2 10-16,-9 6 68 0,3-3-56 15,-6 1-28-15,0-1 1 0,-4 0-28 0,6-7 9 16,-10 4-9-16,14-10 0 0,-3-3 483 16,9-6-242-16,0-1-120 15,10-7 83-15,0-1-107 0,5-2-48 0,3-2-25 0,0 0 8 0,7 0-70 16,19 0 0-16,12-2 0 0,3-6 0 0,4 1 0 16,5 0 0-16,5-1 0 0,-2 1 0 0,-1-2 0 15,1 6 0-15,-2 1 0 0,-3 2 0 0,-4 0 0 16,-7 0 0-16,0 4 0 0,-4 3 0 0,-5 3 0 15,-7-5 0-15,-2 1 0 0,-6 0 0 0,-4-2 0 16,-4-3-123-16,0 2-81 0,-3-3 84 0,-2 0-547 16,0 0 305-16,-2-4 167 0,-8-9 78 0,1-8-622 15</inkml:trace>
  <inkml:trace contextRef="#ctx0" brushRef="#br0" timeOffset="55485.12">9036 9340 3514 0,'-13'12'0'0,"4"7"0"0,-1 5 0 0,2-1 0 0,3 6 0 0,-2 9 0 0,7 6 0 0,0-5 0 0,0 14 0 0,0-6 0 16,0 5 270-16,0 1-123 0,2 2-147 0,0-1 0 0,2 0 0 0,1-1 0 0,2-2 0 0,2-6 0 16,-2-7 0-16,2-3 0 0,0-1 0 15,-1-12 0-15,0-1-144 0,-1-10-256 16,-2-2 228-16,4-6-424 0,2-3 215 0,-2-8 172 15,4-23 85-15,2-7 44 0,-3-11-595 16</inkml:trace>
  <inkml:trace contextRef="#ctx0" brushRef="#br0" timeOffset="55691.68">9213 9574 2219 0,'12'-17'0'0,"10"3"0"0,-1 4 0 0,3-1 0 0,3 7 0 0,0 1 0 0,3 3 0 0,0 0 0 0,2 4 0 0,-2 11 0 0,-3 4 666 0,-1 6-314 0,-3 4-148 16,-2 4 286-16,-7 2-490 0,-3 1 0 15,-4 9 0-15,-7-6 0 0,0 1 0 0,-14 8 0 0,-4-5 0 16,-7-1 0-16,1-3 0 0,-6-4 0 16,3-9 0-16,-10 4 0 0,7-11 0 15,-6-3 0-15,2-5 0 0,3-5 0 0,8-4 0 16,1-2 0-16,5 0 0 0,6-13-165 0,11-15 59 16,0-12-777-16,23-6 413 0,16-11 221 0,9 1-634 15</inkml:trace>
  <inkml:trace contextRef="#ctx0" brushRef="#br0" timeOffset="55891.8">9795 9379 3518 0,'9'-16'0'0,"-2"7"0"0,-5 1 0 0,-2 5 0 0,0 0 0 0,-14 3 0 0,-11 10 0 0,3 11 0 0,-8 8 0 0,-1 8 0 0,-1 6 278 0,0 5-143 0,4 2-135 0,1-2 0 16,6 1 0-16,10-7 0 0,2 6 0 0,9-10 0 15,0 5 0-15,7-6 0 0,13-2 0 0,3-6 0 16,9 5 0-16,0-7 0 0,-3-5 0 0,4-3 0 15,-1 0 0-15,-2-6 0 0,-2-4 0 0,-1-1 0 16,-4-5 0-16,-2-1-358 0,0-2 50 0,0 0 140 16,-3 0-725-16,3-2 427 0,2-6 215 0</inkml:trace>
  <inkml:trace contextRef="#ctx0" brushRef="#br0" timeOffset="56089.01">10102 9761 3615 0,'-8'0'0'0,"1"0"0"0,1 0 0 0,2 0 0 0,2 0 0 0,2 0 0 0,0 0 0 0,6 2 0 0,13 0 0 0,4 0 0 0,0 0 316 0,7 0-316 0,5-2 0 0,-1 2 0 15,-1-2 0-15,1 0 0 16,-2 0 0-16,0 0 0 0,-4 0 0 0,-1 0 0 16,-6 0 0-16,0 0 0 0,-5-2 0 0,-2 2 0 15,-4-2-254-15,0 0 79 0,-3 2 109 0,-2-2-1043 16,3 0 536-16,0-1 267 0</inkml:trace>
  <inkml:trace contextRef="#ctx0" brushRef="#br0" timeOffset="56455.42">10716 9419 3104 0,'9'-1'0'0,"5"-4"0"0,2 2 0 0,5 0 0 0,5-1 0 0,3 1 0 0,3 3 0 0,1 0 0 0,-1 0 0 0,0 0 0 0,-2 10 118 0,-2-1-40 0,-1 5 0 15,-5 0-40-15,-7 1 9 0,0-1-10 0,-5 5 1 0,-7-1-1 16,-3 7 1-16,0 0 280 0,-11-3-318 0,-9 3 0 16,-1-3 0-16,-4-1 0 0,0-5 0 0,9-3 0 15,-5-3 0-15,6-1 0 0,8-4 0 0,-1-1 0 16,4-4 0-16,4 1 0 16,0 3 0-16,2 1 0 0,15 1 0 0,3 3 0 15,3 2 0-15,2 4 0 0,3 0 0 0,-1 4 0 16,1 0 0-16,-5 4 0 0,-2 0 0 0,-3-1 0 15,-4 4 0-15,-6 0 0 0,-7 1 0 0,-1 1 0 16,-5 0 0-16,-11 1 0 0,-9-2 0 0,-1-2 0 16,-6-3 0-16,-2-3 0 0,-7 0 0 0,4-8 0 15,-5-1 0-15,8-7 0 16,0 1 0-16,4-4 0 0,11 0 0 0,4 0 0 16,0-5 0-16,9-11 0 0,6-3 0 0,2-4-350 15,23-10 34-15,7 0 130 0,5-3 79 0</inkml:trace>
  <inkml:trace contextRef="#ctx0" brushRef="#br0" timeOffset="56636.42">11488 9525 3676 0,'2'0'-3'0,"-2"0"2"0,0 0 1 0,0 0 0 0,0 0 0 0,1 9 0 0,1 2 0 0,4 7 0 0,6 2 0 0,-2 3 0 0,6 1 259 0,0 3-259 0,3-2 0 16,0 3 0-16,2-3 0 0,1 0 0 0,0-3 0 15,-1 1 0-15,2-4 0 0,-8-4 0 0,4 0 0 16,-2-1 0-16,-2-2-179 16,-3-2 60-16,2-1 78 0,1-3-1244 0</inkml:trace>
  <inkml:trace contextRef="#ctx0" brushRef="#br0" timeOffset="56816.91">12063 9213 3931 0,'0'-3'0'0,"0"0"0"0,0 3 0 0,0 4 0 0,-2 13 0 0,-3 9 0 0,0 14 0 0,-4 9 0 0,-6 16 0 0,-2 7 0 0,-6 20 0 15,3-15 0-15,-8 26 0 0,-4-3 0 0,-6 20 0 16,-2 4 0-16,-2-1 0 0,-2-10 0 0,-10 34 0 16,5-2 0-16,0 5 0 0,-7 22 0 0,9-4 0 15</inkml:trace>
  <inkml:trace contextRef="#ctx0" brushRef="#br0" timeOffset="57466.14">12332 9829 2802 0,'-1'-4'0'0,"1"3"0"0,0-1 0 16,1-2 0-16,11 0 0 0,8 1 0 0,9-1 0 0,4 2 0 0,13 0 0 0,-3 0 0 0,4 2 204 0,4 0 329 0,1 0-238 15,-3 0-198-15,0 0-97 0,-2 6 0 0,-2-1 0 16,-9 2 0-16,2-1 0 0,-3 4 0 0,-7-2 0 16,-5-3 0-16,-1 1 0 0,-7 0-40 0,-5-3 24 15,-3 1 21-15,-4-3-808 0,-3 2 287 0,0-3 241 16,-5 0 110-16,-8 0 55 0</inkml:trace>
  <inkml:trace contextRef="#ctx0" brushRef="#br0" timeOffset="57661.36">12722 9425 2837 0,'-4'-4'0'0,"2"4"0"0,2 0 0 0,0 0 0 0,0 16 0 0,0 9 0 0,2 3 0 0,7 13 0 0,-2 4 0 0,2 3 0 0,-2 16 843 16,-3-12-592-16,-3 19-251 0,1-6 0 0,-2-1 0 15,0 0 0-15,0-2 0 0,-3-10 0 16,-3 4 0-16,2-5 0 0,1-2 0 0,-1-4 0 16,1-8 0-16,0 1 0 0,3-6 0 0,0-7-312 15,0-7 120-15,0-5 108 0,2-5-1096 16,9-8 561-16</inkml:trace>
  <inkml:trace contextRef="#ctx0" brushRef="#br0" timeOffset="57852.36">13257 9529 3931 0,'6'0'0'0,"-1"11"0"0,3 4 0 0,-5 8 0 0,1 1 0 0,-2 14 0 0,0 1 0 0,-2 4 0 0,0-4 0 0,0 16 0 0,-8-4 0 0,1 0 0 16,0-2 0-16,1-8 0 0,2-2 0 0,2-1 0 15,2-5 0-15,0-5 0 0,0-5 0 0,0-6 0 16,0-4-4-16,0-5-367 0,0-7 205 15,4-1-1098-15,6-5 613 0</inkml:trace>
  <inkml:trace contextRef="#ctx0" brushRef="#br0" timeOffset="58160.56">13419 9551 2873 0,'23'-14'0'0,"8"2"0"0,0 0 0 0,2 5 0 0,5 1 0 0,-3 5 0 0,3 1 0 0,-1 0 0 0,-3 14 0 0,-1 4 0 0,-6 6 381 0,-3 4-171 0,-4 4 257 0,-8 6-467 15,-6 4 0-15,-6-5 0 0,0 12 0 0,-18-5 0 16,-11 4 0-16,-3-3 0 0,-11 5 0 0,5-14 0 16,-3 2 0-16,-3-7 0 15,5-4 0-15,6-10 0 0,-3-1 0 0,10-6 0 16,-1-1 0-16,7-5 0 0,7-2 0 0,3-2 0 16,5 0 0-16,3 0 0 0,2 0 0 0,6 0 0 15,20 0 0-15,8 0 0 0,5 0 0 0,-2-2 0 16,13-2 0-16,-4 0 0 0,0 2 0 0,-5 0 0 15,-6 1 0-15,7 1 0 0,-5 0 0 0,1 0 0 16,-5 0 0-16,-2 0 0 0,-3 0 0 16,-7 0 0-16,-1 0-30 0,-3 0-387 15,0 0 188-15,-2-3-863 0,1 0 527 0,-4-5 254 16</inkml:trace>
  <inkml:trace contextRef="#ctx0" brushRef="#br0" timeOffset="58507.75">14296 9456 3402 0,'0'-14'0'0,"0"9"0"0,0 1 0 0,10-4 0 0,2 4 0 0,3 1 0 0,4-2 0 0,2 4 0 0,5-1 0 0,2 2 0 0,5 0 518 0,0 0-507 0,1 0-11 0,-2 2 0 16,0 5 0-16,-9-1 0 0,0 6 0 0,-2-1 0 15,-6 4 0-15,-3 2 0 0,-7 6 0 0,-5 3 0 16,0 3 0-16,-19 9 0 0,-6 0 0 0,-10 3 0 15,-1 2 0-15,-3 0 0 0,0-1 0 0,-3-1 0 16,6-2 0-16,5-1 0 0,6-6 0 16,1 0 0-16,3-2 0 0,6-2 0 0,6-3 0 15,3 0 0-15,6-3 0 0,0 2 0 16,0-5 0-16,9 2 0 0,9-3 0 0,2-1 0 16,1-3 0-16,9 1 0 0,0-4 0 0,2-4 0 15,1-1 0-15,-1-3 0 0,0 0 0 0,-2-3 0 16,-7 0 0-16,0 0 0 0,-5 0 0 0,-2 0 0 15,-7-3 0-15,3-2 0 0,-9-6-59 0,1-3-47 16,-4-4 45-16,0-5-514 0,0-5 261 0,-7-3 144 16</inkml:trace>
  <inkml:trace contextRef="#ctx0" brushRef="#br0" timeOffset="58662.17">14235 9803 2925 0,'-39'-11'0'0,"15"3"0"0,7 3 0 0,2 1 0 0,6 0 0 0,3 2 0 0,6 0 0 0,2 0 0 0,20 2 0 0,8 0 0 0,10 0 757 15,-3 0-508-15,16 6-249 16,-6 4 0-16,4-3 0 0,-1 2 0 0,1 1 0 0,-8-1 0 0,8 0 0 16,-6 1 0-16,-2-1 0 0,-2-1-214 0,-1 1-95 15,-4-2 182-15,7 5 76 16,-4-3-629-16</inkml:trace>
  <inkml:trace contextRef="#ctx0" brushRef="#br0" timeOffset="58845.18">15182 9885 3931 0,'0'-3'0'0,"13"1"0"0,6-2 0 0,0 2 0 0,1 1 0 0,3 1 0 0,5 0 0 0,4 0 0 0,-2 0 0 0,4 0 0 0,3 0 0 0,1 0 0 0,0 0 0 15,-2 0 0-15,-1 0 0 0,-3 0 0 0,0 1 0 16,-4 3 0-16,-5-2 0 0,-3 1-628 0,1 1 73 15</inkml:trace>
  <inkml:trace contextRef="#ctx0" brushRef="#br0" timeOffset="59348.11">16414 9669 1751 0,'0'-14'0'0,"0"12"0"0,0 0 0 0,0 2 0 0,0 0 0 0,0 0 0 0,0 2 0 0,0 13 0 0,0 5 0 0,0 9 0 0,-1 6 108 0,-9 5-34 0,-3 3 950 0,-5 2-493 15,-3 1-238-15,-4 2-143 0,-1 1-150 0,-1-1 0 16,0-2 0-16,0-5 0 0,5-10 0 0,-5 4 0 16,3-9 0-16,-1-3-139 0,3-9-28 0,3-4 102 15,3-7-270-15,0-3 86 0,5-1 122 0,6-18-588 16,5-9 338-16,0-16 170 0,14-6 75 0,13-16-494 15</inkml:trace>
  <inkml:trace contextRef="#ctx0" brushRef="#br0" timeOffset="59545.3">16275 9218 3028 0,'0'-18'0'0,"0"6"0"0,0 3 0 0,0 6 0 0,0 1 0 0,0 2 0 0,0 3 0 0,0 18 0 0,6 7 0 0,9 15 0 0,6 14 211 0,-1 5 481 0,3 10-692 16,1 5 0-16,5 1 0 15,-1-3 0-15,2-2 0 0,2-1 0 0,0-6 0 0,0-5 0 0,-1-2 0 16,-2-9 0-16,1 3 0 16,-2-6 0-16,-1-4 0 0,-4-3 0 0,-5-11 0 15,-1-4 0-15,-3-1 0 0,-1-5 0 0,-1-6-799 16,-1-3 231-16,1-5 265 0,-3-5-676 0</inkml:trace>
  <inkml:trace contextRef="#ctx0" brushRef="#br0" timeOffset="59740.55">17013 9645 3526 0,'-2'-13'0'0,"2"10"0"0,0 0 0 0,0 1 0 0,3 0 0 0,9 1 0 0,5-1 0 0,2 2 0 0,4 0 0 0,1 0 0 0,8 0 405 0,0 0-405 0,4 2 0 15,1 1 0-15,0 2 0 0,-1-4 0 0,2 3 0 16,0-1 0-16,-3 2 0 0,-1-2 0 0,-4-1 0 15,-6 4 0-15,-4-1-77 0,-2 5 50 0,-7 3-1310 16</inkml:trace>
  <inkml:trace contextRef="#ctx0" brushRef="#br0" timeOffset="59930.07">17117 9940 3594 0,'-21'9'0'0,"8"0"0"0,5 0 0 0,4-6 0 0,4 3 0 16,0-1 0-16,5 3 0 0,18 1 0 0,5-1 0 0,10-1 0 0,2-1 337 0,-3-2-337 0,13-1 0 0,-4-3 0 16,-3 0 0-16,-1 0 0 0,1 0 0 0,-8 0 0 15,2 0 0-15,-2 0 0 0,-3-1 0 0,-7-1 0 16,-4 0-281-16,2 2 152 0,-5 0-1081 0,3 0 587 16,-3 0 293-16</inkml:trace>
  <inkml:trace contextRef="#ctx0" brushRef="#br0" timeOffset="60273.03">18103 9737 3902 0,'-6'0'0'0,"3"0"0"0,-6 3 0 0,2 5 0 0,0 4 0 0,3 1 0 0,-1 4 0 0,4 7 0 0,1 1 0 0,0 3 0 0,0 2 29 0,6 2-29 0,7 0 0 0,4-1 0 15,1 0 0-15,5-3 0 0,2-4 0 0,3-1 0 16,2-6 0-16,0-4 0 0,4-6 0 0,0-5 0 15,1-2 0-15,1 0 0 0,-1-11 0 16,-1-8 0-16,-4-2 0 0,-4-3 0 0,-5-2 0 16,-4-4 0-16,-5-2 0 0,-7-4 0 15,-3-5 0-15,-2 1 0 0,0-3 0 0,-11-2 0 16,-5 0 0-16,-5 0 0 0,-4 2 0 0,-3 3 0 16,-4 7 0-16,-2 4 0 0,-1 8 0 0,-9 3 0 15,3 6 0-15,-3 7 0 0,1 5 0 0,-2 0 0 16,7 7 0-16,-3 16 0 0,11-2 0 0,2 5 0 15,5 4 0-15,5 4 0 0,4 4 0 0,7-1 0 16,2 1 0-16,5 1 0 0,0 4 0 16,0-3 0-16,9-5 0 0,6 8-325 15,5-3-181-15,7-1 234 0</inkml:trace>
  <inkml:trace contextRef="#ctx0" brushRef="#br0" timeOffset="60431.14">18887 10007 3931 0,'0'-9'0'0,"0"7"0"0,0 0 0 0,0-2 0 0,-2 3 0 0,-1-3 0 0,-1 2 0 0,-1 0 0 0,-3 0 0 0,0 1 0 0,-1 1 0 0,-2 0 0 16,1 3 0-16</inkml:trace>
  <inkml:trace contextRef="#ctx0" brushRef="#br0" timeOffset="62761.58">20712 8960 3412 0,'0'-2'0'0,"0"0"0"0,0 2 0 0,5-2 0 0,6 0 0 16,0 2 0-16,5 0 0 0,-4 0 0 0,2 4 0 0,-3 9 0 0,-4 6 115 0,-5 9 289 0,-2 10-404 0,0 1 0 0,-16 8 0 0,-11 9 0 0,3-5 0 0,-12 13 0 15,1-4 0-15,-3 2 0 0,-2-2 0 16,-1 0 0-16,4-11 0 0,-4 9 0 0,6-17 0 0,1 3 0 15,2-7 0-15,9-11 0 0,0-5 0 16,2-4-858-16,6-6 345 0,4-5 236 16,3-6 120-16,8 0-634 0</inkml:trace>
  <inkml:trace contextRef="#ctx0" brushRef="#br0" timeOffset="62911.99">20551 9482 3027 0,'12'-2'-2'0,"-1"2"1"0,-2 3 1 0,-1 9 0 0,0 6 0 0,-1 3 0 16,0 9 0-16,2 2 0 0,-4 2 0 0,0 2 0 0,-3 1 561 0,2 0-251 0,-2 2-274 0,0-2-36 0,-1-1 0 16,1-5 0-16,0 1 0 0,1-9 0 0,-1 0-651 15,-1-6 324-15,1-5 179 0,0-4-727 0,-2-2 358 16,0-6 249-16</inkml:trace>
  <inkml:trace contextRef="#ctx0" brushRef="#br0" timeOffset="63193.31">21117 9157 2733 0,'13'0'0'0,"-6"0"0"0,-5 13 0 0,-2 4 0 0,0 7 0 0,-13 1 0 0,-1 5 0 0,-9 5 0 0,2-4 0 0,-5 8 0 0,1-5 82 0,3-4 1 0,-4 0-45 16,-1-2-287-16,1-2 153 15,-4-3 63-15,2-2-68 0,-3-3-4 0,5-5 64 16,8-1 33-16,2-5 39 0,4 1-14 0,4-5 1 0,5 2-111 15,3-4 407-15,0 1-191 0,12-2-67 16,15 0-28-16,5 0 316 0,11 0-125 0,-1 0-90 16,2-2-51-16,-5 1 9 0,11-6-49 0,-9 4-304 15,-8-3 152-15,6 3 76 0,-9-1 39 0,-7 2-641 16,-2 0 299-16,-5 0 170 0,-5 1 25 0,-4 1-299 16,-3 0 204-16,-4-3-384 15</inkml:trace>
  <inkml:trace contextRef="#ctx0" brushRef="#br0" timeOffset="63465.4">21077 9388 2079 0,'-7'-4'0'0,"1"2"0"0,5 1 0 0,-1 1 0 0,2 0 0 0,0 7 0 0,0 5 0 0,7 9 0 0,0 0 0 0,3 9 0 0,-2 3 508 0,-1 0-235 0,-3 3-117 16,-3 0-59-16,-1-1 18 0,0-1-44 0,-1 0 1 15,-10-1-34-15,-3-3 1 0,-1-1 9 0,-2-5-10 16,-1-3 1-16,-1-4-57 0,1-6 29 0,-2 0-1 15,1-3 38-15,8-2 116 16,0-4-63-16,3-2-59 0,5 1-42 0,1-1 0 16,2 0 0-16,0 0 0 0,3 0 0 0,18 0 0 15,4 0 0-15,1-1 0 0,6-5 0 0,0 0 0 16,4 0 0 0,-1 4 0-16,-1-1 0 0,0-1 0 0,-8 2 0 0,6 0 0 0,-9 1 0 0,1-1-655 15,-4-2 134 1,1 0 242-16,0-2-674 0,1-5 462 0</inkml:trace>
  <inkml:trace contextRef="#ctx0" brushRef="#br0" timeOffset="63629.28">21461 9245 3293 0,'0'-6'0'0,"0"3"0"0,7-1 0 0,9 0 0 0,2 0 0 0,5 1 0 0,3-1 0 0,4 2 0 0,0 0 0 0,0 0 0 0,4 2 270 0,-2 0-116 15,0 0-59-15,0 0-587 0,-4 0 259 0,-5 0 136 16,-1 4 66-16,-3 2-840 0,-10-3 446 16,3 3 227-16</inkml:trace>
  <inkml:trace contextRef="#ctx0" brushRef="#br0" timeOffset="63809.8">21658 9164 2771 0,'-11'6'0'0,"2"9"0"0,2 2 0 0,4-1 0 0,1 8 0 0,2 0 0 0,0 4 0 0,0 4 0 0,0 0 0 0,0 3 0 0,0 4 197 0,0-3-70 16,0 2-50-16,0-4 11 0,0-2-25 0,0-2-1 15,-4-8-25-15,2 1-443 0,-1-6 217 0,3-6 113 16,0-4 56-16,0-3-635 0,0-4 346 0,0 0 82 16,9-15-471-16,5-9 330 0</inkml:trace>
  <inkml:trace contextRef="#ctx0" brushRef="#br0" timeOffset="64025.21">21762 9260 3092 0,'1'-9'0'0,"3"0"0"0,0 6 0 0,1 3 0 0,2 4 0 0,0 22 0 0,2 5 0 0,0 12 0 0,0 4 0 0,1 15 0 0,-2-6 459 0,1 19-215 0,-1-5-108 16,-3-3-136-16,3-1 0 0,-1-2 0 0,-2-8 0 16,4 2 0-16,-2-1 0 0,-4-5 0 0,1-2 0 15,-2-6 0-15,-2-8 0 0,0-2 0 0,0-6 0 16,0-8 0-16,-7 0-347 0,-2-6-100 15,0-5 211-15,-3-5 52 0,1-4-385 16,-3 0 265-16,-1-7 134 16,4-15 66-16,0-11-154 0,0-12 116 0,1-4 52 0,2-16 26 0,3-3-285 15,1-5 156-15</inkml:trace>
  <inkml:trace contextRef="#ctx0" brushRef="#br0" timeOffset="64524.77">21750 9604 2063 0,'-2'-26'0'0,"0"6"0"15,2 7 0-15,0 2 0 0,0 5 0 0,0-1 0 0,0 5 0 0,0-2 0 0,0 2 0 0,6 2 0 0,4 0 250 0,-3 0-97 0,2 0 153 0,-2 6-135 0,0 3-66 16,-2-3-118-16,-1 5 26 0,-2 2 9 16,-2 1 15-16,0 1-210 0,-2 4 105 0,-9 1 52 15,-1 1 27-15,-1 0-102 0,-2 3 60 0,0-1 34 16,3-5-44-16,1 1 4 0,0 0-32 0,5-4 32 16,2-6 46-16,1 1 0 0,1-3-53 0,2-1 61 15,0-5 0-15,0 2-13 0,0-3-14 0,7 0-62 16,3-3 38-16,1-4 1 0,0-4 41 0,3-4-106 15,-1 0 42-15,0-2 15 16,2 0-23-16,2-3 0 0,-2 3 16 0,6-5-12 16,0 1 110-16,2-2-46 0,4 0 0 0,5-3 209 15,-2 5-118-15,7-1-43 0,0 1-32 0,-7 8 299 16,2 0-149-16,-2 5-52 0,-7 6-38 0,2 2 63 16,-2 0-53-16,-4 0-27 0,-3 14 39 0,-2 0-32 15,-5 6 9-15,-4 0-42 0,-3 1-32 16,0 1 32-16,-2 1 0 0,-4 2-110 0,-5-9 64 0,-6 3 19 15,-1-6-1-15,-2-2-144 16,-3-3 81-16,1-2 17 0,-1-6 33 0,-2 0-178 16,3 0 90-16,1-2 20 0,0-7 17 0,3-5 6 15,0 0-6-15,5-4 0 0,2 3 89 0,6 0-39 16,1 4 0-16,2-1 244 0,0 5-129 0,0 1-46 16,5 2-36-16,10 3 343 0,6 1-209 0,0 4-162 15,2 9 0-15,2 3 0 0,1 6 0 0,1 3 0 16,1 1 0-16,0 7 0 0,-3-7 0 0,-1 4 0 15,2 0 0-15,0-1 0 0,1-4 0 0,-2 0 0 16,-5-6 0-16,4 1 0 16,-5-7 0-16,1-1-514 0,1-5-36 0,0-4 257 15,1-3 118-15</inkml:trace>
  <inkml:trace contextRef="#ctx0" brushRef="#br0" timeOffset="64696.59">22688 9245 3306 0,'5'-6'0'0,"8"5"0"0,2-1 0 0,2-1 0 0,4 2 0 0,3-1 0 0,3 2 0 0,3 0 0 0,0 0 0 16,2 0 0-16,1 2 90 0,-1 4 257 0,2-2-159 0,-2 1-188 16,-2 1 0-16,-4-1-361 0,-6-1 98 0,0 0 149 0,-8-1-833 0,0 3 481 15,-10-2 238-15</inkml:trace>
  <inkml:trace contextRef="#ctx0" brushRef="#br0" timeOffset="64825.23">22835 9318 2038 0,'-11'0'0'0,"4"1"0"0,3 8 0 0,4-5 0 0,0 1 0 0,0 1 0 0,9 1 0 0,7 3 0 0,0-1 0 0,2 1 0 0,0 1 72 0,1-1-168 0,-3 2 67 0,2-3 42 15,-1 2-9-15</inkml:trace>
  <inkml:trace contextRef="#ctx0" brushRef="#br0" timeOffset="65078.27">23095 9408 2232 0,'2'0'0'0,"-2"0"0"0,0 0 0 0,-9 0 0 0,-9 0 0 0,-5 10 0 0,-2 4 0 0,-3 1 0 0,-4 3 0 0,-6 6 0 0,9-5 189 15,-1 2-75-15,0-2 38 0,3-3-62 0,0 1-26 0,3-2-1 0,3-5 51 16,1-1-38-16,1-2 9 0,8-3-48 15,1-1 38-15,4-2 1 0,3-1-39 16,3 0 201-16,0 0-105 0,12 0-48 0,15 0-24 16,8-1-51-16,4-2-10 0,-4-1 0 0,13 1 0 15,0 1 0-15,-2 0 0 0,0 2 0 0,-2 0 0 16,-7 0-103-16,2 0 60 0,-5 0 40 0,-4 0-680 16,-9 0 303-16,-1 0 178 0,-8 2 40 15,-3 2-233-15,-4-3 178 0,-5 1 89 16</inkml:trace>
  <inkml:trace contextRef="#ctx0" brushRef="#br0" timeOffset="65275.08">23026 9403 2817 0,'-10'-8'0'0,"4"5"0"0,1 1 0 0,1 0 0 0,0 2 0 15,3 4 0-15,1 14 0 0,0 5 0 0,0 6 0 0,1 6 0 0,5 11 184 16,-1 0-74-16,-1 5 456 0,0-1-312 0,-3 3-254 0,-1-1 0 0,0 3 0 0,0 0 0 15,0-5 0-15,0-1 0 0,0-4 0 16,0-8 0-16,0 1-292 0,0-6-24 0,0-7 174 16,0-1 86-16,2-5-856 0,1-8 430 0,1-6 226 15,3-5 110-15</inkml:trace>
  <inkml:trace contextRef="#ctx0" brushRef="#br0" timeOffset="65733.25">23628 9087 2292 0,'19'-5'0'0,"4"3"0"0,-3 2 0 0,-3 0 0 0,-4 0 0 0,-3 0 0 0,-3 9 0 0,-3 4 0 0,-2 4 0 0,0 9 0 0,-2 3 168 0,-8 12-66 0,-9 4 494 16,-8 12-280-16,4-7-132 0,-8 16-78 0,7-6 61 15,1-2-167-15,10-7 0 0,0 2 0 16,2-10 0-16,6 5 0 0,3-12 0 0,0 1 0 15,0-2 0-15,0-6 0 0,3-6 0 16,6-3 0-16,-4-4 0 0,1-7 0 0,-1-2-30 16,1-3-293-16,-3-4 152 0,0 0-452 0,-1 0 294 15,-2-13 146-15,0-4 74 0,0-7-73 0,-10-2 64 16,-1-4 46-16,-5-10 112 0,2-1-34 0,1-2 1 16,-1-4-43-16,7 6 86 0,-2-10-38 0,6 17-24 15,3-3 0-15,0 6 274 0,5 6-143 0,9 3-85 16,11 1 577-16,5 7-288 0,9 1-144 0,2 5-72 15,5 3 150-15,-7 2-103 16,14 3-115-16,-4 0-39 0,-1 0 0 0,0 9 0 16,-2 6 0-16,-8-2 0 0,7 9 0 0,-10 3 0 15,-2 0 0-15,-9 0 0 0,-3 7 0 0,-4 0 0 16,-5 4 0-16,-3-1 0 0,-8 1 0 0,1 0 0 16,-2-3 0-16,0-1 0 0,0 2 0 0,0-2 0 15,-2-4 0-15,1-1 0 0,1-5 0 0,-2 0-66 16,2 1-236-16,0-6 138 15,0-8 57-15,0 2-463 0,0-3 268 0,0 0 124 0</inkml:trace>
  <inkml:trace contextRef="#ctx0" brushRef="#br0" timeOffset="65918.42">23784 9433 3653 0,'-6'0'0'0,"1"9"0"0,5 12 0 0,0 3 0 16,0 2 0-16,0 4 0 0,0 5 0 0,0 6 0 0,2-7 0 0,1 5 0 0,3 1 145 0,-1-5-12 0,4-3-133 0,-2-3 0 0,-2-7 0 0,-1-4 0 15,1-1 0-15,0-5 0 0,-3-4-774 0,1-3 395 16,-1-3 207-16,2-2-866 0</inkml:trace>
  <inkml:trace contextRef="#ctx0" brushRef="#br0" timeOffset="66325.45">23954 9439 2603 0,'7'-6'0'0,"-4"5"0"0,3 1 0 0,-1 0 0 16,0 3 0-16,-2 10 0 0,1 2 0 0,0 2 0 0,-1 3 0 0,3 5 0 0,-5-5 286 0,1 9-130 0,0-9-60 0,-2 5 99 0,0-4-80 0,0-1-39 16,0-2-56-16,0-2-8 0,-4-3 23 15,-3-2 1-15,2-5-221 0,-2 2 110 0,-2-5 65 0,2-1-141 16,2 0 93-16,-2-2 47 0,5 0 24 15,0 0-123-15,0 0 54 0,2 0-30 16,0 0 33-16,0 4 114 0,0-1-41 0,2 3-5 16,5 2 19-16,2-1-11 0,0 5 0 0,1-1 69 15,-1 2-45-15,-3 0 1 0,-1 0 2 0,0 2-73 16,-3 1-1-16,-2-3 52 0,0 1-11 0,-11 0-136 16,-3-2 65-16,-7 1 22 15,-2-3-1-15,-2-1-36 0,-5-3 31 0,0 0 4 16,-2-2 144-16,2-3-63 15,1-1-28-15,7 0-12 0,-1 0 119 0,5 0-64 0,6 0-31 0,3 0 384 16,1 0-193-16,7 0-210 0,1 0-12 0,0 0 0 16,5 0 0-16,18 5 0 0,5-2 0 0,9 3 0 15,3-3 0-15,-3 1 0 0,14 0 0 0,-5-2 0 16,2-1 0-16,-3 1 0 0,0-2 0 0,-6 0 0 16,11 2 0-16,-11-2-660 0,-4 0 189 0,3 0 218 15,2 0 108-15,-1-5-683 0</inkml:trace>
  <inkml:trace contextRef="#ctx0" brushRef="#br0" timeOffset="66631.78">24902 9040 3931 0,'-6'2'0'0,"4"16"0"0,2 9 0 15,0 3 0-15,-2 4 0 0,-3 5 0 0,3 4 0 0,0 8 0 0,-2 2 0 0,2 0 0 0,0-3 0 0,1-1 0 0,1-4 0 0,0-9 0 0,0-2 0 0,0-4 0 16,0-7 0-16,0-1 0 0,0-6-48 0,0-4-2 16,0-2-735-16,0-5 410 0,-4-5 126 0,-4 0-387 15,2 0 301-15,-1-11 141 0,0-6 84 0,2-5 0 16,2 3 38-16,1-4 0 0,2 3 37 0,0 0 202 16,0 2-97-16,5 1-52 0,9 2-27 15,7 3 430-15,3 2-228 0,2 2-123 0,2 4 527 0,4 3-287 16,-2-1-104-16,2 2-53 15,0 0-59-15,-5 0-21 0,3 5-8 0,-9 2-423 16,0 3 197-16,-3-1 98 0,-5 2 49 0,-5-1-365 16,-5 5 203-16</inkml:trace>
  <inkml:trace contextRef="#ctx0" brushRef="#br0" timeOffset="66789.75">24534 9848 3484 0,'-37'8'0'0,"10"3"0"0,4 0 0 0,11-7 0 0,2-1 0 0,8-3 0 0,2 0 0 0,21 0 0 0,14 2 0 0,10-2 0 0,15 0 279 0,2 0-111 0,0 0-168 0,19 0 0 16,-10 0 0-16,3 0 0 0,-3 0 0 0,1 0 0 15,-7 0 0-15,10-2-274 0,-11 0-66 0,-2 1 188 16,0 1 93-16</inkml:trace>
  <inkml:trace contextRef="#ctx0" brushRef="#br0" timeOffset="66973.6">25482 9590 3531 0,'0'-11'0'0,"10"2"0"0,12 2 0 0,4-3 0 0,-1 2 0 0,7 3 0 16,1 2 0-16,11 0 0 0,-3 2 0 0,-5 1 0 0,9 0 400 0,-4 0-400 0,-7 0 0 15,5 4 0-15,-4-1 0 0,1 0-25 0,-6 2 21 0,-1-4 0 16,-7 1 37-16,1 0-33 0,-2-2-1307 15,-1 0 656-15</inkml:trace>
  <inkml:trace contextRef="#ctx0" brushRef="#br0" timeOffset="67285.37">26676 8779 3931 0,'2'0'0'0,"8"8"0"0,3 11 0 0,-6 0 0 0,-1 3 0 0,-4 3 0 0,-2 6 0 0,0 1 0 0,0 4 0 0,-11 1 0 0,0-1 0 0,-2-3 0 0,3 2 0 16,3-5 0-16,-3-4 0 0,2-6 0 0,3 2 0 15,-2-6 0-15,7-4 0 0,-2 0-42 0,2-8-1 16,-3 0-522-16,3-2 300 0,0-2 23 0,0 0 111 16,5-3-77-16,7-11 87 0,4-3 43 0,-2 4 13 15,6-6 57-15,0 4-1 16,0-1-26-16,5 2 315 0,0-1-157 0,-3 6-88 15,8-4-30-15,-4 6 395 0,2-1-132 0,1 4-133 16,-3 0 54-16,-3 2 133 0,-2 0-267 0,1 0-55 16,-5 2 0-16,-6 0 0 0,-1 0 0 0,-4 0-498 15,-3 0 184-15,-3 6 175 0,0 2 83 0,-14 1-597 16</inkml:trace>
  <inkml:trace contextRef="#ctx0" brushRef="#br0" timeOffset="67730.43">26556 9372 2725 0,'0'4'0'0,"0"5"0"0,0 3 0 0,2-6 0 0,2-1 0 0,0-1 0 0,-1 1 0 0,1-3 0 0,-1 0 0 0,0 1 0 0,-1-2 3 0,1-1-10 0,-1 0 43 16,0 0-1-16,-2 0-470 0,0 0 235 0,0 0 127 15,0-6 49-15,-5-1-200 16,-5-2 121-16,-1-2 61 0,0-2-295 0,-1-3 160 15,1 1 40-15,2 0 50 0,2 1 112 0,1 2-30 16,4 2-9-16,2 0 361 0,0 1-191 0,0-1-96 16,8 4-48-16,11 1 540 0,6 1-223 0,5 2-120 15,6 2-87-15,8 0 162 0,-2 0-124 0,4 3-62 16,-9 5 287-16,13 2-179 0,-9 5-154 0,-9-7-52 16,3 7 0-16,-5-3 0 0,-7-1 0 15,-5 0 0-15,-2 3 0 0,-8-3 0 0,-6-1 0 0,-2 1 0 16,0-1 0-16,-19 3 0 15,-4-1 0-15,-7-2 0 0,-2-1 0 0,-2 1 0 16,-2-1 0-16,2-4 0 0,4 1 0 0,10-2 0 16,-3 0 0-16,12-3 0 0,-2 3 0 0,8-4 0 15,2 0 0-15,3 2 0 0,0-2 0 0,0 1 0 16,8 2 0-16,10 1 0 0,-1-2 0 0,4-1 0 16,0 2 0-16,2-1 0 0,-3-1 0 0,1 1 0 15,-5 3 0-15,-5-5 0 0,-1 2 0 0,-3 1 0 16,-5-2 0-16,-2 2-927 15,0 4 322-15,-6-2 285 0,-14 4 143 0</inkml:trace>
  <inkml:trace contextRef="#ctx0" brushRef="#br0" timeOffset="67891.14">26426 9613 3196 0,'-18'2'0'0,"10"0"0"0,3 2 0 0,1-1 0 0,2-1 0 0,2 2 0 0,0 2 0 0,0 0 0 0,0-1 0 0,6 6 0 0,-3-1 631 0,5 4-527 0,-2-2-104 15,0 1 0-15,-3-2 0 0,1-1 0 16,0 1 0-16,-3-2 0 0,3-1 0 0,0-3 0 16,2 1 0-16,1-2-661 0,6-4 124 0</inkml:trace>
  <inkml:trace contextRef="#ctx0" brushRef="#br0" timeOffset="68032.45">26681 9655 3178 0,'0'5'0'0,"0"3"0"0,0-4 0 0,0 3 0 0,0-4 0 0,0 3 0 0,3 0 0 0,0 1 0 0,2 3 0 0,-1 1 0 0,1 0 178 16,-1-4-71-16,-1 3-27 0,0 0-9 0,2-3-393 15,-2 5 179-15,7-3 89 0,2-2 45 0</inkml:trace>
  <inkml:trace contextRef="#ctx0" brushRef="#br0" timeOffset="68169.64">26940 9761 2256 0,'2'2'0'0,"3"2"0"0,1 0 0 0,-1-2 0 0,-3 0 0 0,2-2 0 0,2 1 0 0,-2 2 0 0,-1-1 0 0,3 1 0 0,-3 3 349 0,1-1-161 0,-3 3 165 15,3-3-159-15,-2 3-79 0,3-5-717 0,2 3 328 16,2 0 150-16,7-4 79 0</inkml:trace>
  <inkml:trace contextRef="#ctx0" brushRef="#br0" timeOffset="68299.28">27199 9790 2675 0,'0'3'0'0,"5"3"0"0,3 2 0 0,-3-3 0 0,2 1 0 0,1 0 0 0,2 1 0 0,0 1 0 0,-3-1 0 0,3 3 0 0,1-1 125 15,-6-1-45-15,1-1 519 0,-3 0-282 0,-1-1-182 16,0 0-520-16,-1-2 185 0,4 1 118 0</inkml:trace>
  <inkml:trace contextRef="#ctx0" brushRef="#br0" timeOffset="69020.59">28230 9294 2504 0,'-6'-34'0'0,"4"12"0"0,2 1 0 0,0 4 0 0,2 2 0 0,14 4 0 0,6 3 0 0,4 5 0 0,3 0 0 0,5 3 0 0,-2 0 126 0,-2 12 425 0,-5 4-256 16,-3 3-129-16,-2 4 118 0,-7 1-279 0,-8 4-5 16,-5 3 0-16,0 2 0 0,-16 5 0 15,-9-4 0-15,-5-2 0 0,0-6 0 0,-9 4 0 0,9-8 0 16,-5-5 0-16,4-4 0 15,2-3 0-15,6-4 0 0,3-2 0 0,3-4 0 16,9 0 0-16,-2-2-749 0,10-11 317 0,0-12 188 16,18-7 107-16,18-11-325 0,3-2 213 0,6-6 105 15</inkml:trace>
  <inkml:trace contextRef="#ctx0" brushRef="#br0" timeOffset="69123.75">28585 9029 948 0,'2'-2'0'0,"-2"2"0"0,0 0 0 0,0 0 0 0,-10 0 0 0,3 0 0 0,2 0 0 0,-2 0 0 0,6 0 0 0,-1 0 0 0,2 0-22 0,0 4 30 0,0 0 10 0</inkml:trace>
  <inkml:trace contextRef="#ctx0" brushRef="#br0" timeOffset="69490.33">28298 8866 2204 0,'-12'-21'0'0,"3"4"0"0,0 4 0 0,-2 0 0 0,-3 1 0 0,-1 1 0 0,0 6 0 0,-4 3 0 0,0 2 0 0,-3 4 0 0,-6 18 106 0,6 12 479 0,-5 11-274 0,-1 13-137 15,7-3 377-15,-2 16-551 0,7-5 0 0,4 1 0 16,7-3 0-16,5 0 0 0,0-7 0 0,5 8 0 16,12-16 0-16,3 3 0 0,7-7 0 0,3-1 0 15,-4-12 0-15,13 3 0 16,-4-8 0-16,0-7 0 0,-2-7 0 0,2-1-94 15,1-6-1041-15,0-3 554 0,0-3 272 0,-1 0 137 16,-1-1-587-16</inkml:trace>
  <inkml:trace contextRef="#ctx0" brushRef="#br0" timeOffset="70111.32">28803 9160 2732 0,'-2'-20'0'0,"-2"5"0"0,-2 0 0 0,1-2 0 0,-3 1 0 0,1 4 0 0,-2 3 0 0,-2 1 0 0,-2 2 0 0,1 6 0 0,-7 0 191 0,-3 12-77 0,-2 14 217 0,1 4-147 16,-4 7-73-16,8 1 157 0,-5 10-268 0,9-2 0 16,5-1 0-16,5-2 0 0,5-7 0 0,0 1 0 15,0-1 0-15,9-6 0 16,6-5 0-16,4-5 0 0,-2-7 0 0,7-1 0 15,4-9 0-15,-1-3 0 0,1 0 0 0,-1-1 0 16,-1-11 0-16,-6-1 0 0,5-6 0 0,-7 0 0 16,-6 3 0-16,3-5 0 0,-6-1 0 0,-1 1 0 15,-5 3 0-15,-1-2 0 0,-2 4 0 0,0 1 0 16,0 1 0-16,-4 2 0 0,-4 4 0 0,1 0 0 16,-4 2 0-16,4 3 0 0,-1 1 0 0,3 0 0 15,-1 2 0-15,2 0 0 0,2 0 0 16,2 0 0-16,0 4 0 0,0 3 0 15,0 0 0-15,0 1 0 0,2 1 0 0,2-1 0 16,2 1 0-16,-3-1 0 0,-1 2 0 0,1-3 0 16,0 2 0-16,-1-1 0 0,-2 0 0 0,0 3 0 15,0 2 0-15,0 0 0 0,0 0 0 0,0 2 0 16,5 0 0-16,2 0 0 0,-1-2 0 0,4 3 0 16,2-5 0-16,1-2 0 0,-3 0 0 0,2-3 0 15,3 0 0-15,-2-6 0 16,-1 0 0-16,0 0 0 0,-1 0 0 0,1 0 0 15,-3-8 0-15,-2-1 0 0,-2-4 0 0,-1-1 0 16,-3-2 0-16,1-2 0 0,-2-2 0 0,0-4 0 16,0 0 0-16,-2 0 0 0,-6 1 0 0,-1-1 0 15,0 6 0-15,0-1 0 0,-3 6 0 0,1-1 0 16,0 9 0-16,-2-3 0 0,0 6 0 0,-1 2 0 16,0 0 0-16,4 0 0 15,-1 7 0-15,1 5 0 0,3 4 0 0,4-1 0 0,1 1 0 16,2 2 0-16,0-2-554 0,2 1 123 15,8 1 197-15,10-2 98 0,0-2-679 0,6-5 389 16</inkml:trace>
  <inkml:trace contextRef="#ctx0" brushRef="#br0" timeOffset="70315.23">29284 9405 3397 0,'7'0'0'0,"0"0"0"0,2 0 0 0,-7 0 0 0,5 2 0 0,-5 4 0 0,-1 5 0 0,1 2 0 0,0 2 0 0,-2 1 0 0,0 5 406 0,0-2-278 16,-5 2-128-16,-9 1 0 0,1-1 0 0,0-4 0 16,-4 0 0-16,0-1 0 0,-1-2 0 0,2-3 0 15,0-3 0-15,-2-3 0 0,3 1 0 0,0-4-396 16,4-2 100-16,0 0 66 0,0 0-541 0,6-2 367 16,5-13 184-16,0-7 91 0,5-7-209 0</inkml:trace>
  <inkml:trace contextRef="#ctx0" brushRef="#br0" timeOffset="70477.85">29408 9114 2603 0,'8'-8'0'0,"2"7"0"0,0 1 0 0,-3 0 0 0,1 0 0 0,0 0 0 0,1 5 0 0,-1 2 0 0,7 5 0 0,-5-1 0 0,3 2 737 0,-1 0-350 0,-2 4-183 16,2-2-204-16,-2 2 0 0,1 0 0 0,-2 1 0 15,2-4-261-15,-1 0-41 16,-1-4 169-16,1-1 95 0,1 1-849 0,0-6 459 15,1-2 102-15,2-2-205 0</inkml:trace>
  <inkml:trace contextRef="#ctx0" brushRef="#br0" timeOffset="70765.75">29907 8806 3231 0,'6'-13'0'0,"-3"5"0"0,2 2 0 0,-4 3 0 0,1 1 0 0,-2 0 0 0,0 2 0 0,0 5 0 0,-2 16 0 0,-7 7 0 0,-5 10 453 0,-4 4-209 0,1 6-241 16,-4 3-3-16,-6 11 0 0,-3-4 0 0,0 2 0 16,-3 2 0-16,-2 6 0 0,-4 1 0 0,-2 12 0 15,7-13 0-15,-1 5 0 0,2 0 0 16,6-13 0-16,-3 12 0 0,4-12 0 0,7-10 0 0,0 3 0 16,3-6 0-16,2-10 0 0,3-2 0 15,0-4 0-15,3-11 0 0,1-3 0 16,0-2 0-16,3-5 0 0,-3-3 0 0,3-1 0 15,3-4 0-15,-1 0 0 0,0-2 0 0,2 0 0 16,0 0-148-16,0-11 22 0,4-10-674 0,12-6 381 16,6-9 191-16,6-4 87 0,10-11-665 0</inkml:trace>
  <inkml:trace contextRef="#ctx0" brushRef="#br0" timeOffset="71045">29730 9606 2991 0,'9'-7'0'0,"-9"4"0"0,5 1 0 0,-3 2 0 0,-2 0 0 0,2 0 0 0,-2 0 0 0,1 8 0 0,1 3 0 0,3 5 0 0,3-1 134 0,4 1 549 0,-2 2-560 0,5-4-123 16,-2 0 0-16,4-5 0 0,1-2 0 0,0-3 0 15,7-4 0-15,-6 0 0 0,4 0 0 0,0-9 0 16,-2-5 0-16,-7-1 0 0,-2-2 0 16,1-1 0-16,-8-1 0 0,-3-4 0 0,0 1 0 0,-2-3 0 15,0 3 0-15,-9-1 0 16,-2 4 0-16,-8-1 0 0,6 6 0 0,-6 4 0 15,-2 1 0-15,1 4 0 0,-2 3 0 0,2 2 0 16,-1 0 0-16,4 7 0 0,-1 3 0 16,4 5 0-16,1 2 0 0,3 0 0 0,3 5 0 0,4-5-177 15,3 4-222-15,0 0 180 0,0-2 83 0,12-1-803 16,6-2 451-16,4-5 226 0</inkml:trace>
  <inkml:trace contextRef="#ctx0" brushRef="#br0" timeOffset="71213.14">30260 9604 2934 0,'12'0'0'0,"0"0"0"0,-2 0 0 0,-4 0 0 0,-2 6 0 0,-4 5 0 0,0 0 0 0,0 4 0 0,-4 2 0 0,-10 5 0 0,0-1 237 15,-4 2-100-15,1-1 367 0,2-3-385 0,-1 0-119 16,1-2 0-16,1 0 0 0,4-4 0 0,2-4 0 16,-2-1 0-16,7-2-648 0,-1-3 284 0,2-3 201 15,2 0-767-15,0 0 386 16,0-3 258-16,7-17 125 0</inkml:trace>
  <inkml:trace contextRef="#ctx0" brushRef="#br0" timeOffset="71534.08">30401 9187 2466 0,'14'-23'0'0,"3"6"0"0,6 2 0 0,1-3 0 0,1 3 0 0,3 1 0 0,4 1 0 0,4 4 0 0,6 0 0 0,-2 3 0 0,-5 4 190 16,13 0-81-16,-6 0 357 0,-4 2-215 0,-3 0-107 15,-2 0 161-15,-9 8-305 0,-2 3 0 0,-8 0 0 16,-4 6 0-16,-8 2 0 0,-2 5 0 0,-12 2 0 16,-18 6 0-16,-5 0 0 0,-6 0 0 0,-1 1 0 15,4-1 0 1,8-3 0-16,-10 7 0 0,18-10 0 0,-1 3 0 0,5-5 0 0,9-4 0 0,1 2 0 16,6-2 0-16,2-3 0 15,0-2 0-15,2-2 0 0,10-2 0 0,4-2 0 16,3 0 0-16,6-4 0 0,0-2 0 0,1 0 0 15,1-3 0-15,-7 0 0 0,8 0 0 0,-6 0 0 16,-1 0 0-16,-4-3 0 0,0-2 0 0,-9-1-292 16,6-3 97-16,-8-2 79 0,-3-2-769 0,-1-5 423 15,-2 1 213-15,0-6-531 0,-3-4 376 0</inkml:trace>
  <inkml:trace contextRef="#ctx0" brushRef="#br0" timeOffset="71945.63">30716 9346 2758 0,'-44'-7'0'0,"-2"5"0"0,11 0 0 0,-4 2 0 0,7 0 0 0,11 0 0 0,2 0 0 0,6 0 0 0,8 0 0 0,2 0 0 0,3 0 193 16,5 0-78-16,20 4 458 0,6 0-281 0,10 3-292 16,2 1 0-16,4-3 0 0,4 3 0 0,4-4 0 15,0 2 0-15,0-2 0 0,-4 3 0 16,-3-2 0-16,-2 1-415 0,-13-1 62 16,2 4 204-16,-3-5-815 0,-9 3 442 0,-3-2 242 15,-7-1 122-15,-1-2-224 0,-4-1 163 0,-1 1 96 16,-4-2 43-16,-3 0 67 0,0 0-24 0,0 0 0 15,-3 0 399-15,-4 0-195 0,-1 2-102 0,-4 1-51 16,12 2-26-16,-5 3 1 0,4 0-35 0,1 6 887 16,0 1 91-16,0-2-447 0,6 2-224 0,11 2-113 15,-4-4-46-15,7-2-37 0,-3 1 0 0,3-5 229 16,1-3-294-16,-2 0 0 16,-1-4 0-16,-1 0 0 0,1 0 0 0,-6-3 0 15,1-2 0-15,-6-6 0 0,-4 1 0 0,-1-3 0 16,-2 0 0-16,0-3 0 0,-7 0 0 0,-6 0 0 15,-2 2 0-15,-7-2 0 0,-2 3 0 0,-4-1 0 16,7 5 0-16,-11-2 0 0,12 8 0 0,-8 1 0 16,10 1 0-16,-1 1 0 0,9 0 0 0,-3 0 0 15,7 3 0-15,0 5 0 0,5-1 0 0,1 5 0 16,0-1 0-16,0-2 0 0,7 2 0 16,4-3-18-16,9 1-48 0,0-7-967 0,3 1 498 15,6-3 249-15</inkml:trace>
  <inkml:trace contextRef="#ctx0" brushRef="#br0" timeOffset="72131.52">31612 9033 3187 0,'28'-8'0'15,"2"7"0"-15,0 1 0 0,-2 5 0 0,0 12 0 0,-1 9 0 0,-2 8 0 0,-5 5 0 0,-5 3 0 0,-5 3 0 0,-8 2 306 0,-2 2 132 0,0-1-438 0,-9 0 0 16,-14-1 0-16,-12 4 0 0,-3-7 0 0,1-6 0 15,-9 2 0-15,-1-3 0 0,0-3 0 0,-1-4 0 16,0-2 0-16,2-2 0 0,0-3 0 0,2-1 0 16,-4-1 0-16</inkml:trace>
  <inkml:trace contextRef="#ctx0" brushRef="#br0" timeOffset="84444.66">5693 10703 2594 0,'-5'0'0'0,"1"0"0"0,3 0 0 0,-2 0 0 0,3 0 0 0,0 10 0 0,0 9 0 0,0 4 0 0,3 5 0 0,2 3 0 0,0 2 91 0,3 6 260 0,-1 6-160 16,-3 0-75-16,0 1 205 0,1 6-140 0,-4 12-95 16,1-6-86-16,-2 19 0 0,0-2 0 0,0 0 0 15,0-1 0-15,2-3 0 0,0-10 0 16,1 9 0-16,2-15 0 0,1 1 0 15,0-2 0-15,0-6 0 0,-2-9 0 0,-1 1 0 16,1-6 0-16,-3-5 0 0,1-6 0 0,0-4 0 16,-2-8 0-16,0 0 0 0,0-5 0 0,0-4 0 15,0 0 0-15,0-2 0 0,0 0 0 0,0 0 0 16,-4-2 0-16,3-10-199 0,1-4-189 0,0-7 172 16,0-8 77-16,8-8-355 0,8-7 226 15,11-15 114-15</inkml:trace>
  <inkml:trace contextRef="#ctx0" brushRef="#br0" timeOffset="84771.55">6244 11028 1415 0,'4'-8'0'0,"-1"2"0"15,2 2 0-15,-4 2 0 0,-1 2 0 0,0 0 0 0,0 8 0 0,0 9 0 0,0 7 0 0,-4 6 0 0,-9 8 969 0,-1 4-465 0,-5 2-212 16,-2 1-35-16,-2 4-109 0,-2-2-54 0,1 0-27 15,-6-3 106-15,2-7-161 0,-6 6-12 16,3-12 0-16,6-6 0 0,0-2 0 0,8-6 0 0,-1-4 0 16,8-5 0-16,2-4 0 0,3-1 0 0,1-1 0 15,4-2 0-15,0 0 0 0,6 0 0 0,17 0 0 16,7 0 0-16,11 0 0 16,2 0 0-16,-3 0 0 0,14 0 0 0,-4 0 0 0,0 0 0 0,-3 0 0 15,1 0 0-15,-12 0 0 0,5 0 0 0,-3 1 0 16,-5 2 0-16,-6-2 0 0,-5 2 0 0,-1-3 0 15,-3 0 0 1,-8 0 0-16,-1 0 0 0,-3 0 0 0,-1 0 0 0,-4-3-134 16,-1-7-22-16,0-2-688 0,0-5 399 0,0-9 201 15,0-6 101-15</inkml:trace>
  <inkml:trace contextRef="#ctx0" brushRef="#br0" timeOffset="84951.33">6384 11180 2783 0,'-18'0'0'0,"3"3"0"0,3 8 0 0,-3 6 0 0,7 0 0 0,3 6 0 0,0 7 0 0,3 3 0 0,2 5 0 0,0 3 0 0,0-1 402 16,0 13-186-16,2-7 314 0,3-2-530 0,-5-1 0 15,2 2 0-15,1-8 0 0,-2 5 0 0,1-3 0 16,-2-4 0-16,2 1 0 0,-1-6 0 0,1-4 0 16,0-3 0-16,2-8-77 0,2-3-63 0,1-7-1047 15,6-5 574-15,7-3 277 0</inkml:trace>
  <inkml:trace contextRef="#ctx0" brushRef="#br0" timeOffset="85169.4">6577 11320 3137 0,'10'-5'0'0,"11"4"0"0,-2-4 0 0,5 5 0 0,4 0 0 0,2 0 0 0,0 5 0 0,-1 7 0 0,0 3 0 0,-3 4 0 0,-3 3 202 0,-2 4 277 0,-6 1-366 15,-3 3-113-15,-9-1 0 0,-3 6 0 0,0 3 0 16,-15-1 0-16,-9 2 0 0,-4 1 0 0,-4 1 0 0,-4-5 0 15,-2 0 0-15,-2-4 0 0,0-7 0 16,-2-4 0-16,8-6 0 0,2-3 0 16,8-7 0-16,4-1 0 0,6-4 0 0,5 0 0 15,5 0 0-15,4-13-700 0,8-17 198 0,18-2 232 16,13-16 115-16,9-4-382 0</inkml:trace>
  <inkml:trace contextRef="#ctx0" brushRef="#br0" timeOffset="85573.74">7083 11180 3186 0,'7'-15'0'0,"3"1"0"0,-9 7 0 0,-1 3 0 0,0 2 0 0,0 2 0 0,-16 0 0 15,0 19 0-15,-5 11 0 0,0 8 0 0,-6 13 254 0,5 2-107 0,5-6 197 0,3 3-344 0,2 0 0 0,8-2 0 16,4-4 0-16,0-8 0 0,4 0 0 0,13-7 0 16,3 0 0-16,3-9 0 0,3-5 0 0,-3-7 0 15,7-5 0-15,-2-3 0 0,1 0 0 16,-1-15 0-16,-3-5 0 0,0-3 0 0,-6-1 0 0,-2 2-290 15,-7 2 115-15,-1-1 180 16,-6 11 1-16,-1-3-58 0,1 4 10 0,-3 3 536 16,0 4-440-16,-3 0-54 0,-8 2 0 0,-1 2 0 15,0 15 0-15,1 1 0 0,2 5 0 0,2 2 0 16,5 1 0-16,2-5 0 0,0 6 0 0,2-8 0 16,10 2 0-16,1-4 0 0,1-4 0 0,5-3 0 15,2-5 0-15,2-5 0 0,0 0 0 0,-1-2 0 16,-6-7 0-16,2-5 0 0,-6 0 0 15,0-1 0-15,-2-3 0 0,-7 3 0 0,-1-3 0 16,-2-2 0-16,0 4 0 0,-5-1 0 16,-7 3 0-16,-1 0 0 0,-2 3 0 0,-4 3 0 15,0 3 0-15,2 1 0 0,-4 2 0 0,5 2 0 16,2 0 0-16,5 0 0 0,0 2 0 0,3 4 0 16,4 0 0-16,2 2-275 0,0 2 52 0,12-4 79 15,8 0-507-15,8-6 307 0</inkml:trace>
  <inkml:trace contextRef="#ctx0" brushRef="#br0" timeOffset="85737.65">7554 11380 3812 0,'-2'0'0'0,"-5"0"0"0,4 0 0 0,-1 0 0 0,2 0 0 0,2 0 0 0,0 2 0 0,0-2 0 0,9 5 0 0,11 0 0 0,-1 0 119 0,2-1-119 15,9 2 0-15,-3-1 0 0,1-1 0 16,2-2 0-16,2 0 0 0,0-2-59 0,-2 0-376 0,0 0 236 15,-1 0 120-15,-1 0-480 16,-5-2 181-16</inkml:trace>
  <inkml:trace contextRef="#ctx0" brushRef="#br0" timeOffset="86083.5">7972 11151 2667 0,'0'-5'0'0,"2"-1"0"0,5 0 0 0,5 1 0 0,2-1 0 0,7 1 0 0,6 1 0 0,3 0 0 0,4 2 0 0,3 0 0 0,0 2 407 0,0 0 273 0,-2 0-503 16,-9 0-177-16,6 9 0 0,-11-1 0 0,0 1 0 16,-8 1 0-16,-6-1 0 0,-6 2 0 0,-1 5 0 15,-1 0 0-15,-14 4 0 0,-7-2 0 0,-3 3 0 16,5-6 0-16,-5 6 0 0,9-9 0 0,2 2 0 16,5-7 0-16,2 2 0 0,5-1 0 0,2 1 0 15,0-1 0-15,5 1 0 0,10 1 0 0,8 1 0 16,-3 0 0-16,8 4 0 0,-1-4 0 0,1 3 0 15,-6-2 0-15,-4 3 0 0,-2-3 0 16,-5 4 0-16,-4-4 0 0,-5 3 0 16,-2-2 0-16,-5 4 0 0,-12-2 0 0,-9 3 0 15,0-6 0-15,-3 1 0 0,1-1 0 0,-2-2 0 16,5-5 0-16,-5 1 0 0,10-3 0 16,-1-3 0-16,7 0 0 0,3 0 0 0,4-1 0 0,7-15-88 15,0-11-193-15,16-10 120 0,16-13-871 16,5-5 496-16</inkml:trace>
  <inkml:trace contextRef="#ctx0" brushRef="#br0" timeOffset="86231.87">8509 11132 3075 0,'12'-7'0'0,"2"3"0"0,0 2 0 0,-2 1 0 0,-1 1 0 0,3 0 0 0,-1 5 0 0,6 8 0 0,-3 0 0 0,5 6 0 0,0 0 141 0,-3 1 574 0,5 3-715 16,-2 0 0-16,1 0 0 0,3 0 0 0,-3-2 0 15,1-2 0-15,2-2 0 16,-3-6 0-16,2-3 0 0,-4-1 0 0,2-3-909 0,4-4 394 15,-2 0 124-15,1-11-209 0</inkml:trace>
  <inkml:trace contextRef="#ctx0" brushRef="#br0" timeOffset="86432.9">9202 10849 3558 0,'4'-7'0'0,"-1"3"0"0,1 2 0 0,-1 2 0 0,-3 0 0 0,0 7 0 0,0 14 0 0,-10 7 0 0,-6 11 0 0,-4 10 0 0,-8 12 373 0,0 2-373 0,-2-2 0 0,-6 0 0 15,-6 7 0-15,-1 3 0 16,-7 8 0-16,5-5 0 0,4-10 0 0,-1 4 0 16,8-2 0-16,9-11 0 0,7 3 0 0,1-7 0 15,6-8 0-15,5-9 0 0,3-8 0 0,3-10-142 16,0 0-327-16,2-8 161 0,9-8 135 0,13-2-737 16,10-25 435-16,1-10 208 0</inkml:trace>
  <inkml:trace contextRef="#ctx0" brushRef="#br0" timeOffset="86679.77">9151 11530 2906 0,'14'-6'0'0,"2"5"0"0,-2 1 0 0,-7 0 0 0,-1 3 0 0,-5 13 0 0,1 3 0 0,-2 5 0 0,0 1 0 0,0 0 0 0,0 2 223 0,2-6 541 0,1 10-726 16,3-12-38-16,4-2 0 0,4-3 0 0,-1-5 0 16,4-6 0-16,5-3 0 0,1 0 0 0,-3-11 0 15,1-7 0-15,-4-3 0 0,-7 4 0 0,-2-6 0 16,-4 2 0-16,-2-1 0 0,-2 2 0 0,-2-1 0 15,-10 2 0-15,-8 3 0 16,-3 0 0-16,1 7 0 0,-1 1 0 0,-1 4 0 16,4 3 0-16,1 1 0 0,1 0 0 0,7 0 0 15,1 1 0-15,1 7 0 0,7 0 0 0,1 3 0 16,1 0 0-16,0 3 0 0,10 0 0 0,9 1-70 16,4-1-1153-16</inkml:trace>
  <inkml:trace contextRef="#ctx0" brushRef="#br0" timeOffset="87018.02">9771 11225 2859 0,'-13'-8'0'0,"7"6"0"0,-2 1 0 0,6 1 0 0,2 0 0 0,0 0 0 0,0 0 0 0,12 0 0 0,13 7 0 0,7 0 0 0,9-1 713 0,5 0-354 0,4-3-359 0,2 1 0 15,-1-2 0-15,-10-2 0 0,8 2 0 0,-14 0 0 16,4 1 0-16,-8 1 0 16,-9 0 0-16,-1 1 0 0,-5 1-10 0,-9-2-1062 0,0 0 535 0,-3-2 167 15</inkml:trace>
  <inkml:trace contextRef="#ctx0" brushRef="#br0" timeOffset="87214.57">10079 10882 2978 0,'-11'-6'0'0,"4"5"0"0,3 1 0 0,-1 0 0 0,4 14 0 0,1 4 0 0,0 6 0 0,0 10 0 0,1 15 0 0,4 1 0 0,-1 5 299 0,-3 1 355 15,1 10-654-15,0-11 0 0,0 14 0 0,-2-5 0 16,0-10 0-16,0 1 0 0,0-2 0 0,0-10 0 16,0 9 0-16,0-9 0 0,0-7 0 0,0 0 0 15,0-5 0-15,2-8 0 0,1-4-1232 0,6-4 557 16,3-7 318-16</inkml:trace>
  <inkml:trace contextRef="#ctx0" brushRef="#br0" timeOffset="87401.09">10507 11103 3752 0,'0'-9'0'0,"2"9"0"0,1 0 0 0,1 0 0 0,1 9 0 0,-2 6 0 0,-1 5 0 0,0 4 0 0,-2 10 0 0,0 10 0 0,0 1 179 0,0 5-179 15,-7 1 0-15,0-8 0 0,2 11 0 0,3-8 0 16,0-13 0-16,2 3 0 0,0-8 0 0,0 5 0 16,0-13 0-16,0 0-81 0,2-5-294 0,3-5 206 15,-3-2-2-15,8-7-1000 0</inkml:trace>
  <inkml:trace contextRef="#ctx0" brushRef="#br0" timeOffset="87692.46">10716 11226 2813 0,'16'-15'0'0,"5"6"0"0,7 0 0 0,-1 1 0 0,3 3 0 0,2 4 0 0,3 1 0 0,-1 0 0 0,0 12 0 0,-4 2 0 0,-4 9 328 0,-5 2-146 0,-4 5 205 15,-5 2-166-15,-11 1-221 0,-1 3 0 0,-7 8 0 16,-16-4 0-16,-9 1 0 0,-5-3 0 0,-7 0 0 16,1-4 0-16,0-6 0 0,0-4 0 0,13-9 0 15,2-2 0-15,1-1 0 0,7-7 0 0,8 1 0 16,3-6 0-16,4 2 0 15,3-2 0-15,2 0 0 0,3 0 0 0,17 0 0 16,9 0 0-16,11 0 0 0,-5 0 0 0,14 0 0 16,-2-2 0-16,0-2 0 0,-4 0 0 0,0-1 0 15,-7 1 0-15,2-2 0 0,-2 3 0 0,-5-1 0 16,-2 1 0-16,-3-1 0 0,-6 2-104 0,1-5-54 16,0 2 52-16,-3-4-968 0,1-4 518 0,1-4 259 15</inkml:trace>
  <inkml:trace contextRef="#ctx0" brushRef="#br0" timeOffset="88046.74">11418 11185 3033 0,'-7'-11'0'0,"4"4"0"16,3 0 0-16,0 0 0 0,3 1 0 0,10 1 0 0,10 1 0 0,0 0 0 0,7 0 0 0,7 3 0 0,4-2 222 0,0 3-92 0,3 0 416 0,0 0-546 0,2 0 0 0,-9 0 0 15,10 0 0-15,-14 0 0 0,2 0 0 16,-9 0 0-16,-2 0 0 0,-8 3 0 15,-5 2 0-15,-4 3 0 0,-5 5 0 0,-2 4 0 16,-15 2 0-16,-11 5 0 0,-10 7 0 0,-3-2 0 16,-3 3 0-16,-4 2 0 0,0-3 0 0,0 4 0 15,2-1 0-15,5-4 0 0,5 0 0 0,9-7 0 16,3 6 0-16,7-8 0 0,4 1 0 0,5-3 0 16,4 0 0-16,2-4 0 0,0 0 0 0,12-3 0 15,10 3 0-15,2-7 0 0,3-2 0 0,4-2 0 16,1 1 0-16,4-5 0 0,-2 0 0 0,2 0 0 15,-2 0 0-15,0-3 0 16,-4-1 0-16,-6-2 0 0,2 1 0 0,-4 1 0 16,-2 1 0-16,-6-3 0 0,-2 5 0 0,-1-2-169 15,-7 0-1-15,-1 2 54 0,-1-1-421 0,-2-3 249 16,0-3 125-16,-4-2-678 0,-5 0 405 0</inkml:trace>
  <inkml:trace contextRef="#ctx0" brushRef="#br0" timeOffset="88206.2">11484 11416 2909 0,'-21'-8'0'0,"8"3"0"0,3 1 0 0,5-3 0 0,5 1 0 0,0-4 0 0,3 3 0 0,20 0 0 0,6 1 0 0,6 2 0 0,9 0 118 0,0 3 572 0,4 1-476 0,-2 0-214 16,0 0 0-16,-7 1 0 0,0 7 0 0,-1 3 0 16,-6 1 0-16,-2-1-66 0,-6 0-24 0,3 4-443 15,-8-3 286-15,-1-2 141 0,3 4 72 0</inkml:trace>
  <inkml:trace contextRef="#ctx0" brushRef="#br0" timeOffset="88477.99">12116 11492 2623 0,'0'6'0'0,"0"10"0"0,0-4 0 0,0 0 0 0,0-3 0 0,2 5 0 0,7 1 0 0,3 0 0 0,6 5 0 0,0-2 0 0,5-3 254 0,-4 0 441 0,7-1-336 15,0-2-359-15,-2-5 0 16,5-3 0-16,-3-2 0 0,-1-2 0 0,5 0 0 15,-7 0 0-15,-2-4 0 0,-1-5 0 0,-6-1 0 16,-6 0 0-16,0-2 0 0,-7-1 0 0,-1-1 0 16,0 2 0-16,-13-4 0 0,-5 1 0 0,-5-1 0 15,-4 2 0-15,1 3 0 0,-4-1 0 0,0 6 0 16,4 3 0-16,0 1 0 0,1 1 0 0,6 1 0 16,6 0 0-16,0 0 0 0,5 3 0 0,3 5 0 15,1 1 0-15,4 0 0 16,0 3-97-16,0-3-5 0,7 2-722 0,7-1 398 0,3-3 194 0,5 1 98 15</inkml:trace>
  <inkml:trace contextRef="#ctx0" brushRef="#br0" timeOffset="88686.23">12575 11412 3585 0,'0'0'0'0,"0"0"0"0,4 0 0 0,7 0 0 0,2 0 0 0,3 0 0 0,8 0 0 0,0 0 0 0,6 0 0 0,4 2 0 0,8 0 346 0,-1 2-346 0,0-4 0 16,1 2 0-16,-7-2 0 0,10 0 0 0,-11 0 0 15,4 0 0-15,-3 0 0 0,-3 0 0 0,-5 0 0 16,3 0-185-16,-10 0 97 0,3 0 62 0,-2 1-1112 16,-3 2 550-16,5 0 268 0</inkml:trace>
  <inkml:trace contextRef="#ctx0" brushRef="#br0" timeOffset="88944.68">13563 11104 3829 0,'-6'-5'0'0,"3"3"0"0,-1-1 0 0,0 2 0 0,-1 1 0 0,0 0 0 0,0 8 0 0,1 10 0 0,4 9 0 0,0 2 0 0,0 11 102 15,0-1-102-15,0 5 0 0,0 0 0 0,0-6 0 16,4 13 0-16,1-9 0 0,-2 0 0 0,3-6 0 16,-1 2 0-16,1-4 0 0,1-3 0 0,1 0 0 15,1-7 0-15,-2-1 0 0,2-5 0 0,2-1 0 16,-2-4-549-16,-2-6 43 0,3 2 236 0,-1-8 117 16,0-1-278-16,1 0 189 0,1-13 108 15,0-11-436-15</inkml:trace>
  <inkml:trace contextRef="#ctx0" brushRef="#br0" timeOffset="89147.74">13939 11191 2586 0,'8'-19'0'0,"1"4"0"0,0 2 0 0,-1-1 0 0,-3 7 0 0,-1 3 0 0,-2 0 0 0,1 3 0 16,3 1 0-16,0 0 0 0,0 12 122 0,1 11 744 0,0 3-509 0,1 13-357 0,-4 1 0 0,0 5 0 15,-2 6 0-15,0 2 0 16,-2-1 0-16,0 5 0 0,0-5 0 0,-2-1 0 15,-2-4 0-15,2 0 0 0,0-9 0 0,2 1 0 16,-2 1 0-16,2-2 0 0,0-9 0 0,0-7-120 16,0 1-61-16,0-7 82 0,0-4-866 0,0-4 465 15,0-4 232-15</inkml:trace>
  <inkml:trace contextRef="#ctx0" brushRef="#br0" timeOffset="89467.34">14685 10798 3278 0,'0'-13'0'0,"0"9"0"0,3 2 0 0,1-1 0 0,-2 1 0 0,-2 2 0 0,2 0 0 0,-1 0 0 0,1 0 0 0,0 2 0 0,2 9 285 0,0 4-125 15,2 2-62-15,-1 7 12 0,-1 2-110 0,1 9 0 16,-3 5 0-16,0 8 0 0,-2 3 0 0,0 12 0 16,0-4 0-16,0 16 0 0,-6-6 0 0,1 2 0 15,0 2 0-15,1-2 0 0,2-10 0 0,-2 14 0 16,2-9 0-16,2-5 0 0,0-7 0 0,0-1 0 16,0-1 0-16,0-7 0 0,0-7 0 0,2-2 0 15,2-2 0-15,-2-5 0 0,0 1-40 16,0-4-250-16,-2 2 132 0,-2 9-1083 0</inkml:trace>
  <inkml:trace contextRef="#ctx0" brushRef="#br0" timeOffset="90575.05">5141 12620 1755 0,'-14'-11'1'0,"0"7"-1"0,7 0 1 0,1 0 0 0,4 3-1 0,2-4 1 0,0 2-1 0,0-1 1 0,0-1 0 0,6-1 0 0,7 0 126 0,3-1-49 0,-1 1 157 0,3-1-99 16,1 0-49-16,-1 4 52 0,2-2-42 0,-3 1-35 16,4 0 1-16,1 0 101 0,1 2-62 0,2-1-33 15,-2-2 10-15,8 2 89 0,-1 0-65 0,3 0-34 16,2 2 112-16,0-1-73 0,8 0-26 0,1 0-62 16,-1 2-20-16,2 0 0 0,0 0 0 15,3 0 0-15,-6 0 0 0,11 0 0 0,-2 0 0 16,1 2 0-16,1 2 0 0,-1-3 0 15,-1 3 0-15,0 0 0 0,2-1 0 0,-3 1 0 16,3-2 0-16,2 2 0 0,-3-1 0 0,0 0 0 16,5-2 0-16,1 2 0 0,0 0 0 0,0-3 0 15,2 2 0-15,5 0 0 0,-5-2 0 0,0 0 0 16,-8 0 0-16,16 1 0 0,-14-1 0 0,15 0 0 16,-8 3 0-16,0-2 0 15,-2-1 0-15,6 4 0 0,-8-2 0 0,15-2 0 0,-7 4 0 16,1-3 0-16,5 4 0 0,3-3 0 15,-10 0 0-15,16 1 0 0,-2-1 0 0,-2-2 0 16,3 2 0-16,3-2 0 0,1 0 0 0,11 0 0 16,-18 0 0-16,20 0 0 0,-8 0 0 0,-7 0 0 15,17-2 0-15,-3-2 0 0,-3 1 0 0,2 0 0 16,0-1 0-16,-9 3 0 0,18 0 0 0,-2-2 0 16,-4 3 0-16,2 0 0 0,-3 0 0 0,-8 0 0 15,17 0 0-15,-4 0 0 0,1 0 0 0,-1 0 0 16,-2 0 0-16,4 3 0 15,1-3 0-15,5 0 0 0,-3 1 0 0,-2-1 0 16,2 1 0-16,-1 3 0 0,0-3 0 0,8-1 0 16,-2 0 0-16,-3 0 0 0,5 2 0 0,-1-2 0 15,21 0 0-15,-13 0 0 0,-17 0 0 0,15 0 0 16,1 0 0-16,3 0 0 0,13 0 0 0,-13-2 0 16,0 1 0-16,-4-4 0 0,6-1 0 0,-13 2 0 15,9-3 0-15,-3 2 0 16,-4-2 0-16,-3 4 0 0,-3-1 0 0,-15 1 0 15,15 0 0-15,-17 1 0 0,-12 1 0 0,2-1 0 16,1 2 0-16,-15 0 0 0,9 0 0 0,-19 0 0 16,-1 0 0-16,-8 0 0 0,-10 0 0 0,1 0 0 15,-6 0 0-15,-10 0 0 0,1 0 0 16,-8 2-288-16,-6-1 96 0,-1 1-676 16,-6 2 420-16,-2 0 205 0,-6 0-1287 0,-18 4 1448 0,-12 0 45 15</inkml:trace>
  <inkml:trace contextRef="#ctx0" brushRef="#br0" timeOffset="91465.09">6619 13040 1716 0,'-12'-5'0'0,"2"3"0"0,2-1 0 0,-1 2 0 0,3 0 0 0,0-1 0 0,4 0 0 0,-3 2 0 0,5 0 0 0,0 0 0 0,2-3 126 0,12 3-44 0,7-1 211 0,5-3-129 16,-1 0-53-16,6-2 165 0,0 0-119 0,2 2-60 16,-2-2-29-16,5 1 162 15,-3 2-87-15,4 0-58 0,-1 1-23 0,1 0 29 16,0 2-27-16,2 0 10 0,8 0-4 0,-7 0-48 15,6 4-22-15,0 1 0 0,3 1 0 0,2-3 0 16,2 1 0-16,3-1 0 0,1 0 0 0,8-3 0 16,-5 0 0-16,-5 0 0 0,16 0 0 0,-6 0 0 15,1 0 0-15,1 0 0 0,-3 0 0 0,-4 0 0 16,12 0 0-16,-8 0 0 0,0 0 0 0,2 0 0 16,3 0 0-16,-7 0 0 0,17 0 0 0,-8 0 0 15,0 2 0-15,5-2 0 16,0 1 0-16,2-1 0 0,14 0 0 0,-6 0 0 15,-13 0 0-15,21 0 0 0,-7 0 0 0,-11 0 0 16,11 0 0-16,12 0 0 0,-7 3 0 0,0-1 0 16,5-1 0-16,-9 3 0 0,23-2 0 0,-7 0 0 15,6-1 0-15,1-1 0 0,-1 0 0 0,7 0 0 16,0 0 0-16,19 0 0 0,-14 0 0 0,4 0 0 16,2 0 0-16,-8-1 0 0,29-5 0 0,-13 3 0 15,0-2 0-15,-1 2 0 16,6 0 0-16,-15 0 0 0,23 2 0 0,-16-2 0 15,1 3 0-15,0 0 0 0,-2 0 0 0,-17 0 0 16,23 0 0-16,-10 4 0 0,-6-1 0 0,-15 2 0 16,8-1 0-16,-19-1 0 0,22 3 0 0,-15-3 0 15,-7 2 0-15,-17-3 0 0,1 0 0 0,-14 3 0 16,-2-1 0-16,-10-3 0 0,-14 2 0 0,-4-1 0 16,-12 1 0-16,-9-3-305 0,-6 2 2 15,-7-2 132-15,-2 1 68 0,-26 2-565 16,-13-2 315-16,-6 5 149 0,-19 4-528 0</inkml:trace>
  <inkml:trace contextRef="#ctx0" brushRef="#br0" timeOffset="92114.84">6492 13209 2033 0,'-10'-11'0'0,"4"8"0"0,4 1 0 0,2 2 0 0,0 0 0 0,0 0 0 0,0 13 0 0,0 4 0 0,0 8 0 0,0 12 0 0,7 2 127 0,4 8-45 0,3 15 284 16,-4 0-165-16,1 8-72 0,0 5-50 0,0 3 235 0,-4 1-138 15,-2 0-70-15,0-2-34 0,-3 0 151 16,2-4-200-16,-2-2-23 0,1-5 0 0,-3-9 0 0,0-3 0 16,0-11 0-16,0 0 0 0,-5-4 0 15,-1-10 0-15,-3-10 0 0,-1-2 0 0,-1-7 0 0,-3-5 0 16,-2-5 0-16,0 0 0 0,-5-3 0 0,-2-9 0 16,1-7 0-16,0-6 0 15,-3-1 0-15,2-2 0 0,-3-9 0 0,7 5 0 16,-7-9 0-16,6 3 0 0,5 8 0 0,0 2 0 15,3 7 0-15,5 6 0 0,0 3 0 0,3 3 0 16,-1 6 0-16,5 0 0 0,-2 3 0 0,2 8 0 16,0 13 0-16,0 5 0 0,0 4 0 0,-3 1 0 15,1 2 0-15,0-1 0 0,0-1 0 0,1-2 0 16,-3-1 0-16,2-7 0 0,1 1 0 0,-4-5 0 16,1-2 0-16,2-3 0 0,0-3-247 0,-3-3 76 15,1 0 67-15,-1-5-297 0,3 0 186 16,1-1 89-16,-2 0 45 0,3 0-419 15,0-5 232-15,8-10 106 0,11-7 67 0,12-8-471 16</inkml:trace>
  <inkml:trace contextRef="#ctx0" brushRef="#br0" timeOffset="92443.13">7348 13493 2465 0,'0'-3'0'0,"0"3"0"0,0 0 0 0,0 6 0 0,0 4 0 0,0 5 0 0,-8 4 0 0,1 4 0 0,-2 1 0 0,-5 7 0 0,1 8 476 15,-5-4-218-15,-1 2-111 0,-4-1 105 0,0-4-98 0,-7 8-62 0,2-8-28 16,3-8-41-16,-4 2-23 16,1-6 0-16,4-6 0 0,-1-1 0 0,2-2 0 0,8-5 0 0,5-3 0 15,0 0 0-15,4-1 0 16,4-2 0-16,2 0 0 0,2 0 0 0,24 0 0 15,5 0 0-15,13 0 0 0,6-2 0 0,13-1 0 16,-3-3 0-16,2 3 0 0,-9 2 0 0,7-3 0 16,-6 2 0-16,-1 2 0 0,-4 0 0 0,-3 0 0 15,-11 0 0-15,-2 0 0 16,-3 2 0-16,-5 0 0 0,-4 1 0 0,-5-1 0 0,-4-1-912 0,-3-1 434 16,-3 3 221-16,-5-3 109 0,-1 0-544 15,0-6 327-15</inkml:trace>
  <inkml:trace contextRef="#ctx0" brushRef="#br0" timeOffset="92632.64">7533 13561 2976 0,'-21'-11'0'0,"3"5"0"0,7 6 0 0,0 0 0 0,1 0 0 0,3 17 0 0,4 7 0 0,1 9 0 0,2 7 0 0,0 3 0 0,0 7 485 0,2 2-214 0,1 2-122 16,4 0-99-16,1 1-50 15,-2-2 0-15,-1-2 0 0,1-8 0 0,-1 9 0 16,3-10 0-16,-6-5 0 0,2-1 0 0,0-4 0 15,-2-10 0-15,-1 1 0 0,-1-8-635 0,0-6 193 16,0-1 77-16,0-6-185 0,0-2 246 0,0-5 138 16,2-22 64-16</inkml:trace>
  <inkml:trace contextRef="#ctx0" brushRef="#br0" timeOffset="92898.4">7675 13443 2427 0,'21'-31'0'0,"5"7"0"0,4 5 0 0,0 6 0 0,-1 4 0 0,1 7 0 0,-7 0 0 0,10 2 0 0,-13 0 0 0,3 9 0 0,-7 7 207 0,0 0-74 0,-7 3-53 0,-5 5 27 16,-4 1-34-16,0 3 0 0,-15-2-35 0,-8 0 133 15,-3 1-71-15,-4-3-31 0,-2-5 0 0,2-2 62 16,0-4-46-16,10-5 9 16,-3-3-20-16,9-2-74 0,3 0 0 0,5-3 0 0,1 0 0 0,3 0 0 15,2 0 0-15,4 0 0 16,16 0 0-16,10-6 0 0,9-2 0 0,-6 1 0 15,14-2 0-15,-4 1 0 0,0 2 0 0,0 1 0 16,-5 3 0-16,-2 0 0 0,-2 0 0 0,-2 2 0 16,-2 0 0-16,-2 2 0 0,-4 7-682 0,-5 3 111 15,3 4 272-15</inkml:trace>
  <inkml:trace contextRef="#ctx0" brushRef="#br0" timeOffset="93065.36">8093 13873 2981 0,'-11'2'0'0,"7"1"0"0,3 1 0 0,1 0 0 0,0-4 0 0,5 0 0 0,14 0 0 15,6 0 0-15,7 0 0 0,1 0 0 0,11 0 333 0,-11 0-139 0,14 0-196 0,-6 0 41 0,1 0-1 0,-8 0 0 16,0 0-311-16,-6 0 165 0,-1 0 69 0,-6 0-693 16,-5 0 385-16,-5 1 192 0,-1 2 97 15</inkml:trace>
  <inkml:trace contextRef="#ctx0" brushRef="#br0" timeOffset="93253.58">8379 13530 2816 0,'-11'-9'0'0,"6"6"0"0,0 0 0 0,2 3 0 0,1 0 0 0,2 14 0 0,0 10 0 0,0 6 0 0,0 12 0 0,0 3 0 0,0 5 656 0,0 3-314 0,0 3-225 16,0 2-117-16,-2 1 0 0,-4-4 0 0,4 2 0 0,-3-2 0 15,2-3 0-15,3-3 0 0,0-4 0 0,0-7-700 16,0-1 328-16,0-3 200 0,5-8-856 0,8-9 495 16</inkml:trace>
  <inkml:trace contextRef="#ctx0" brushRef="#br0" timeOffset="93470.34">8903 13495 3931 0,'-2'-8'0'0,"-7"6"0"0,0 2 0 0,-8 0 0 0,-1 10 0 0,2 10 0 0,-1 16 0 15,4 4 0-15,3 6 0 0,1 5 0 0,7 6 0 0,2-1 0 0,0 0 0 0,0-2 0 0,11 0 0 16,6-12 0-16,6 9 0 0,2-12 0 16,2-3 0-16,-4-9 0 0,5-4 0 0,0-3 0 15,0-7 0-15,-8-5-82 0,2-3-13 16,-3-4-156-16,0-1-824 0,-3 0 510 0</inkml:trace>
  <inkml:trace contextRef="#ctx0" brushRef="#br0" timeOffset="93616.43">9054 13921 3797 0,'-10'-3'0'0,"4"-1"0"0,2 0 0 0,1-1 0 0,-1 0 0 0,4 1 0 0,0 1 0 0,0-3 0 0,16 5 0 0,5-3 0 0,4 2 134 16,5 0-134-16,-2 2 0 0,4 0 0 0,2 0 0 15,0 0-96-15,1 0-27 0,0 0 81 0,2-2-508 16,4 1 289-16</inkml:trace>
  <inkml:trace contextRef="#ctx0" brushRef="#br0" timeOffset="93936.99">9557 13643 2801 0,'0'-9'0'0,"0"-3"0"0,0 2 0 0,5-2 0 0,7 4 0 0,4 1 0 0,7 4 0 0,4 0 0 16,-1 1 0-16,0 2 0 0,1 0 428 0,-4 8-195 0,-3 3-88 0,-6 2-58 0,0 4-145 0,-7-2 49 0,-5 4 23 16,-2 0 0-16,-4 2-96 0,-15-1 56 0,-3 1 32 15,-2-3 9-15,-1-3 23 0,-1 0 0 0,8-3 184 16,-3-3-157-16,10-3-65 0,-1 0 0 0,6-4 0 16,4-1 0-16,2 1 0 0,0-2 0 0,11 2 0 15,12-1 0-15,2 3 0 16,1 1 0-16,-1 1 0 0,8 1 0 0,-9 0 0 15,-3 2 0-15,-1 1 0 0,-6 2 0 0,-9-2 0 16,2 4 0-16,-7-2 0 0,0 2 0 0,-14-1 0 16,-7 0 0-16,1-3 0 0,-10 0 0 0,2-1 0 15,-1-4 0-15,-1-1 0 0,2-2 0 0,4-1-208 16,2-1-131-16,4 0 150 0,6 0-645 0,3-9 398 16,9-6 199-16,0-11 90 0</inkml:trace>
  <inkml:trace contextRef="#ctx0" brushRef="#br0" timeOffset="94128.45">9978 13589 3419 0,'35'-4'0'0,"1"4"0"0,-1 0 0 0,-5 0 0 0,0 13 0 0,-3 7 0 16,-3 3 0-16,-1 8 0 0,-5-2 0 0,-2 5 0 0,-9 0 232 0,-3 1-97 0,-4 0 10 16,0-1-145-16,-4-2 0 0,-12 2 0 0,-11 1 0 15,1-5 0-15,-6 0 0 0,-2-4 0 0,-8 1 0 16,7-9 0-16,-12 0 0 0,14-8 0 0,-1-2-299 15,4-6 100-15,2-2-334 0,9 0 197 0,1-6 154 16,5-15 71-16,12-5-566 0,1-12 320 0</inkml:trace>
  <inkml:trace contextRef="#ctx0" brushRef="#br0" timeOffset="94352.08">10330 13435 2622 0,'37'-11'0'0,"4"7"0"0,-4 2 0 0,-5 0 0 0,0 2 0 0,-9 0 0 0,0 6 0 0,-9 5 0 0,0 2 0 0,-9 2 0 0,-5 2 518 0,0 6-239 0,-15-3-112 0,-9 5-69 16,-2-3 149-16,-4-1-247 0,-1-4 0 0,3-4 0 16,5-4 0-16,1-2 0 0,5-5 0 15,5 1 0-15,1-3 0 0,6 0 0 0,1 0 0 0,4 0 0 16,0 0 0-16,4-3 0 0,12 1 0 0,7-3 0 16,5 3 0-16,1-1 0 0,6 0 0 0,-1 2 0 15,10-1 0-15,-5 2 0 16,-4 0-63-16,5 0-89 0,0 0 37 0,-5 0-508 15,1 0 293-15,-3 2 146 0</inkml:trace>
  <inkml:trace contextRef="#ctx0" brushRef="#br0" timeOffset="94523.49">10769 13797 3026 0,'0'0'0'0,"0"0"0"0,14 0 0 0,9 0 0 0,2 0 0 0,7 0 0 0,12-2 0 0,2-2 0 0,4-3 0 0,5 0 0 0,7-1 129 0,-10 1 98 0,7-2-100 16,-6 1-45-16,0 0-23 0,-3 3-578 0,-6-4 278 0,-12 6 147 16,0-1-289-16,-9 1 210 0,-2-2 104 0,-5 2 53 15</inkml:trace>
  <inkml:trace contextRef="#ctx0" brushRef="#br0" timeOffset="94712.55">11295 13287 3803 0,'-6'0'0'0,"1"0"0"0,5 2 0 0,0 12 0 0,0 7 0 0,0 7 0 0,0 10 0 0,2 7 0 0,1 7 0 0,-3 5 0 0,0-1 128 0,0 2-128 0,0-2 0 0,0-1 0 16,0-5 0-16,0-1 0 16,0-6 0-16,0-4 0 0,0 0 0 0,6-2 0 15,4-3 0-15,1-6 0 0,3-1 0 0,1-12-952 16,2 0 347-16,6-4 195 0</inkml:trace>
  <inkml:trace contextRef="#ctx0" brushRef="#br0" timeOffset="94903.75">11723 13493 3931 0,'2'-2'0'0,"12"2"0"0,2 17 0 0,-4 1 0 0,-1 9 0 0,-1 7 0 0,-2 5 0 0,-1 10 0 0,-2 2 0 0,2 0 0 0,-3-1 0 0,-1 1 0 0,-1-3 0 15,2-9 0-15,-1-3 0 0,3 0 0 0,0-5 0 16,0-9 0-16,1-1 0 0,-2-4 0 0,3-6 0 16,-2-2 0-16,-2 1-582 0,1-5-103 0,-3-5 325 15,0 0-548-15,0 0 441 0</inkml:trace>
  <inkml:trace contextRef="#ctx0" brushRef="#br0" timeOffset="95192.73">12047 13598 2901 0,'23'-15'0'0,"5"4"0"0,10 4 0 0,-1 1 0 0,-5 4 0 0,3 2 0 0,0 4 0 0,-3 14 0 0,-2 5 0 0,-4 5 0 0,-4 8 124 0,-4-1-45 15,-7 5 603-15,-10-7-537 0,-1 7-145 0,0-1 0 0,-12 3 0 16,-9-7 0-16,-4 0 0 0,-1-5 0 16,-4-3 0-16,0-2 0 0,-1-4 0 15,8-7 0-15,4-4 0 0,-1-2 0 0,8-5 0 16,1-1 0-16,3-2 0 0,4 0 0 0,2 0 0 15,2 0 0-15,0 0 0 0,7 0 0 0,14 0 0 16,2 0 0-16,2 0 0 0,5 0 0 0,-2 0 0 16,2 0 0-16,0 3 0 0,-1 0 0 0,0 1 0 15,-3-3 0-15,2 1 0 0,-7 0 0 16,0 0 0-16,-6-2 0 0,-2 0 0 0,0 0 0 0,0 0 0 16,-1-2 0-16,-1-10-1074 15,6-4 508-15</inkml:trace>
  <inkml:trace contextRef="#ctx0" brushRef="#br0" timeOffset="95446.52">12750 13407 3545 0,'14'-16'0'0,"13"9"0"0,3 0 0 0,-2-1 3 0,-1 4-1 0,-1 3 0 0,1 1 0 0,1 0-1 0,0 0 1 0,-4 9 1 0,-7 2 329 0,-1 5-293 15,-4 0-39-15,-8 3 0 0,-4 3 0 0,0 3 0 16,-17-3 0-16,-3 3 0 0,-7-3 0 0,1-1 0 15,-1-4 0-15,7-6 0 0,-1 1 0 16,4-5 0-16,8-4 0 0,-2 1 0 0,7-2 0 0,0-2 0 16,4 0 0-16,0 0 0 0,1 0 0 0,15 0 0 15,9 0 0-15,1 0 0 0,4 0 0 0,2 0 0 16,4 0 0-16,-1 0 0 16,2 0 0-16,1 0 0 0,0 2 0 0,0 3-335 15,-3 1-97-15,6 1 189 0</inkml:trace>
  <inkml:trace contextRef="#ctx0" brushRef="#br0" timeOffset="98079.32">19515 10875 1224 0,'0'0'0'0,"0"0"0"0,0 0 0 0,0 0 0 0,0-2 0 0,0 2 0 0,0 0 0 0,0 0 0 0,0 0 0 15,0 0 0-15,0 0 93 0,0 0-16 0,0 0-10 0,0 0 121 0,0 0-74 0,0 0-37 16,0 3 1-16,0 6 116 0,0 2-82 0,0 1-35 16,0 8 45-16,0 2-40 0,0 4 0 0,0 3 108 15,0 3-80-15,0 9-35 0,0 2 1 0,0 4 122 16,0 6-78-16,0 5-29 16,0 11-11-16,0-5 106 0,0 2-72 0,0-2-37 15,2-2-50-15,2-2-27 0,-1 15 0 0,-1-7 0 16,2-3 0-16,-2-11 0 0,-1 5 0 0,1-4 0 15,0-5 0-15,0-7 0 0,1-7 0 0,-3 0 0 16,0-6 0-16,0-6 0 0,0 1 0 0,0-8 0 16,0-6 0-16,0 2 0 0,0-8 0 0,0 0 0 15,0-4 0-15,-5-1 0 0,1 0 0 0,1 0 0 16,-1 0 0-16,2-1 0 16,0-9 0-16,1 2 0 0,1 1 0 0,0 1 0 15,0 2 0-15,0-3-223 0,1 5 83 0</inkml:trace>
  <inkml:trace contextRef="#ctx0" brushRef="#br0" timeOffset="99284.24">20119 11185 2265 0,'0'-2'0'0,"0"-1"0"0,0 2 0 0,0 1 0 0,0 0 0 0,-1 4 0 0,-5 11 0 0,-5 6 0 0,-3 6 0 0,-2 6 0 0,-5 3 178 15,-4 1-68-15,1 3-34 0,0-6 10 0,-6 8 16 16,4-7-30-16,3-9 0 0,2-1-30 0,5-10 143 16,0 1-61-16,9-8-47 0,-1-2 1 15,3-3 167-15,3-3-101 0,2 0-69 16,0 0-75-16,4 0 0 0,14 0 0 0,8 0 0 16,10-3 0-16,6-2 0 0,-5 2 0 0,16-5 0 15,-5 3 0-15,4-1 0 0,-1-2 0 16,-5 3 0-16,-7 0 0 0,5 4 0 0,-5-1 0 0,-5 2 0 15,-4 0 0-15,-7 0 0 0,-2 0 0 16,-5 0 0-16,-7 2 0 0,-1 2-229 0,-2-2-144 0,-4 0 166 16,0-2 72-16,-2 0-252 0,0 0 173 0,0 0 86 15,-10 0 43-15,0 0-531 0,1-7 276 16</inkml:trace>
  <inkml:trace contextRef="#ctx0" brushRef="#br0" timeOffset="99471.61">20279 11172 2400 0,'-9'-5'0'0,"1"5"0"0,3 0 0 0,1 8 0 0,3 8 0 0,-1 4 0 0,2 7 0 0,0 3 0 0,0 6 0 0,2 7 0 0,-1 0 341 15,1 2-149-15,0 3 455 0,-2 3-303 0,0-2-337 0,0 0-7 16,-4-2 0-16,-2-4 0 0,4-5 0 16,-2-1 0-16,3-8 0 0,-1 4 0 0,2-12 0 15,0-3-115-15,0-6-163 0,0-3 161 0,2-7 89 16,11-2-996-16,2-6 493 0,4-18 234 0,1-12-353 15</inkml:trace>
  <inkml:trace contextRef="#ctx0" brushRef="#br0" timeOffset="100088.82">20447 11431 2270 0,'14'-24'0'0,"3"9"0"0,6 3 0 0,-1 4 0 0,8 5 0 0,2 3 0 0,0 0 0 0,3 3 0 0,-2 12 0 0,-3 5 0 15,-1 2 107-15,-4 4 324 0,-4 5-195 0,-4 1-98 0,-6 1-47 0,-5 1 252 16,-6 0-155-16,0 7-74 0,-13-3-101 0,-12-1-13 15,-5-1 0-15,-5 0 0 0,-7-2 0 0,-5-1 0 16,-4-4 0-16,1-6 0 0,1-2 0 0,8-6 0 16,-3 1 0-16,7-7 0 0,7-2 0 15,9-5 0-15,8-2 0 0,2 0-218 16,11-17-125-16,2-11 103 0,25-8-604 0,14-14 402 16,5-5 200-16,7-3 90 0,2-2-216 0,10-9 163 15,-7 5 82-15,-3-1-265 0,-7 8 184 0,7-8 97 16,-4 7 52-16,-6 2 55 0,-11 12 0 0,-1 2 0 15,-10 14 0-15,-6 7 323 0,-6 8-203 0,-3 6-80 16,-5 5 682-16,-3 2-327 0,0 22-204 0,-5 10 26 16,-12 13 261-16,2 6-219 15,-3 13-109-15,0-3 525 0,1 0-317 0,4-6-355 16,-1 14-3-16,4-7 0 0,6-12 0 0,2 5 0 16,2-14 0-16,0 2 0 0,7-9 0 0,11-4 0 15,-2-9 0-15,2-8 0 0,2-4 0 0,2-7 0 16,3-2 0-16,-2-4 0 0,-2-15 0 0,-1-5 0 15,1-4 0-15,-5-2 0 0,0 0 0 0,-4 2 0 16,-3 5 0-16,-4-1 0 0,-3 11 0 0,0-2 0 16,-2 5 0-16,0 5 0 0,0 2 0 15,-8 3 0-15,-2 4 0 0,-2 16 0 16,4 2 0-16,3 3 0 0,0 3 0 0,5 0 0 16,0-6 0-16,2 10 0 0,10-7 0 0,4-5 0 15,7-2 0-15,0-8 0 0,0-4 0 0,9-5 0 16,-4-1 0-16,-1-1 0 0,-4-12 0 0,0-5 0 15,-9 2 0-15,2-3 0 0,-7 1 0 0,-5-3 0 16,-3 0 0-16,-1 2 0 0,0-1 0 0,-14 1 0 16,-2 0 0-16,-4 4 0 0,-2 0 0 0,-3 5 0 15,2 1 0-15,1 4 0 16,-1 2 0-16,2 3 0 0,3 0 0 0,3 0 0 16,6 3 0-16,0 4 0 0,4 3 0 0,5 1 0 15,0 0 0-15,5-2-485 0,11 1-51 0,9-4 253 16,1-5 121-16,4-1-409 0</inkml:trace>
  <inkml:trace contextRef="#ctx0" brushRef="#br0" timeOffset="100244.26">21466 11441 3240 0,'-3'0'0'0,"-1"0"0"0,2 0 0 0,2 0 0 0,0 0 0 0,0 0 0 0,11 0 0 0,8-3 0 0,8 3 0 0,-2 0 0 0,5 0 467 0,2 0-243 0,3 0-224 0,0 0-376 15,3 0 115-15,-1 0 151 16,0 0 75-16,2 0-935 0,-4 0 504 0</inkml:trace>
  <inkml:trace contextRef="#ctx0" brushRef="#br0" timeOffset="100567.67">21957 11219 2209 0,'-9'-14'0'0,"5"7"0"0,1 2 0 0,3-1 0 0,0-2 0 0,0 4 0 0,16 1 0 0,6-1 0 0,7 3 0 0,3 1 0 0,3 0 78 0,1 1 297 16,-1 10-168-16,1 3-83 0,-6-2-92 0,-4 6 8 0,-7-3 1 16,-4 3-1-16,-8 2 43 15,-5 8-42-15,-2-6 9 0,-9 4-9 0,-11 1 106 16,-5-3-53-16,-3 1-26 0,0-4 89 0,7-2-53 16,-2-1-104-16,7-6 0 0,8 0 0 0,0-1 0 15,6-2 0-15,2 0 0 0,2 1 0 0,14 2 0 16,6-4 0-16,0 5 0 0,1-2 0 0,-4 0 0 15,-2 2 0-15,-2 4 0 0,-6-1 0 0,-5 3 0 16,-2 4 0-16,-2-1 0 16,-13 0 0-16,-8 2 0 0,-4-4 0 0,-3 1 0 0,-2-5 0 15,3 0 0-15,-2-5 0 0,7-3 0 16,-1-3 0-16,5-1 0 0,4-4 0 0,7 0-4 16,1 0-110-16,6-2-735 0,2-19 404 0,16-10 201 15,14-12-706-15</inkml:trace>
  <inkml:trace contextRef="#ctx0" brushRef="#br0" timeOffset="100727.1">22378 11292 3931 0,'11'-19'0'0,"-2"12"0"0,6 1 0 0,-2 4 0 0,-1 0 0 0,1 2 0 0,1 0 0 0,5 4 0 16,2 12 0-16,-1 2 0 0,1 3 0 0,0 3 0 0,-3 1 0 0,2 1 0 0,-1 2 0 16,-5-3 0-16,4-3 0 0,-4-6 0 0,4 1 0 15,-2-3 0-15,-1-5-39 0,2-4-6 0,0-2-973 16,0-3 517-16,4 0 89 0,-1-14-464 0</inkml:trace>
  <inkml:trace contextRef="#ctx0" brushRef="#br0" timeOffset="100911.25">23038 10937 3333 0,'4'-17'0'0,"0"5"0"0,-3 8 0 0,1 4 0 0,-2 0 0 0,-2 24 0 16,-14 12 0-16,-5 7 0 0,-7 17 0 0,-6 9 0 0,-7 20 144 0,2 0-52 0,-3 0-27 0,-3 5 1 0,-4 0 165 0,-2 1-231 0,1 3 0 15,-1-2 0-15,6-8 0 0,12-16 0 0,3-3 0 16,12-14 0-16,5-3 0 0,10-13 0 0,3-3 0 16,0-12 0-16,0-4 0 15,3-9 0-15,16-7-660 0,5-4 203 0,5-12 207 16,1-18 106-16</inkml:trace>
  <inkml:trace contextRef="#ctx0" brushRef="#br0" timeOffset="101160.92">22877 11792 2522 0,'7'-12'0'16,"2"7"0"-16,0 3 0 0,-6 2 0 0,-1 0 0 0,-2 11 0 0,0 12 0 0,0-1 0 0,0 10 0 0,2 0 0 0,0-2 638 0,5 0-300 0,0-4-150 15,5-7 57-15,3 0-245 0,2-6 0 0,1-8 0 16,1-2 0-16,2-3 0 0,3-3 0 0,-7-9 0 16,-4-3 0-16,-1-6 0 0,-3 0 0 0,-5-1 0 15,-2-1 0-15,-2-5 0 0,0 6 0 0,-4-3 0 16,-7 2 0-16,-1 7 0 0,-1-4 0 0,-1 4 0 15,-3 5 0-15,-1 1 0 0,2 4 0 0,0 5 0 16,2-1 0-16,3 2 0 0,1 0 0 0,1 6 0 16,5 1 0-16,0 3-343 0,4 1-47 0,0-2 178 15,8-1 79-15,9-4-352 16,7-4 223-16</inkml:trace>
  <inkml:trace contextRef="#ctx0" brushRef="#br0" timeOffset="101328.05">23268 11429 3723 0,'7'0'0'0,"6"4"0"0,1-2 0 0,0-2 0 0,4 0 0 0,4 0 0 0,0 3 0 0,10 2 0 0,0 0 0 0,2 0 0 0,3 3 208 16,5-2-208-16,-6-1 0 0,1 1 0 0,-3-1 0 16,-2 1 0-16,-8-2-332 0,1 0 1 0,-6-3 194 15,-6 4 83-15,-1-4-407 0,-5-1 250 0</inkml:trace>
  <inkml:trace contextRef="#ctx0" brushRef="#br0" timeOffset="101512.57">23642 11064 2805 0,'0'-3'0'0,"2"3"0"0,1 6 0 0,1 14 0 0,-2 8 0 0,1 8 0 0,-1 9 0 0,0 8 0 0,0 12 0 0,-2-7 0 0,0 5 800 16,0-9-474-16,-6 16-326 0,-1-10 0 0,2-8 0 15,-1 3 0-15,1-2 0 0,2-10 0 0,1 2 0 16,0-9 0-16,2-3-148 0,0-3-277 0,0-9 231 16,0 0 126-16</inkml:trace>
  <inkml:trace contextRef="#ctx0" brushRef="#br0" timeOffset="101716.71">24023 11165 3931 0,'0'0'0'0,"0"14"0"0,5 14 0 0,1 3 0 0,-2 6 0 0,-2 8 0 0,-2 4 0 0,0 0 0 0,0 6 0 16,0 4 0-16,0-4 0 0,0 0 0 0,0-5 0 0,0-6 0 0,2-9 0 0,1 1 0 0,1-11 0 0,3-4 0 15,-1-3 0-15,-3-9-250 0,4-2 118 0,-3-3 85 16,-1-4-1169-16,4 0 594 0</inkml:trace>
  <inkml:trace contextRef="#ctx0" brushRef="#br0" timeOffset="101989.71">24209 11281 2393 0,'15'-8'0'0,"7"6"0"0,4-1 0 0,3 1 0 0,1 0 0 0,2 2 0 0,3 0 0 0,1 5 0 0,-3 11 0 0,0 4 0 0,-6 1 564 16,-2 9-253-16,-5 1-142 0,-6 2 173 0,-8 2-190 15,-6 3-152-15,0-1 0 0,-20 7 0 0,-7-7 0 16,-9 2 0-16,-1-3 0 0,-3 0 0 0,7-10 0 16,0 1 0-16,5-5 0 15,10-7 0-15,0-4 0 0,9-2 0 0,3-4 0 16,5-4 0-16,1 2 0 0,4-3 0 0,19 0 0 16,10 0 0-16,5 0 0 0,10-8 0 0,3-3 0 15,2-2 0-15,3-3 0 0,-2-1 0 0,2-1 0 16,-1 1 0-16,-2 0 0 0,-7 0 0 0,0 1 0 15,-13 0-512-15,2 0-137 0,-5-5 311 0,-6-6 150 16</inkml:trace>
  <inkml:trace contextRef="#ctx0" brushRef="#br0" timeOffset="102294.52">24979 11086 3248 0,'7'-10'0'0,"10"2"0"0,8 1 0 0,3 0 0 0,-1-3 0 0,8 3 0 0,7 3 0 0,2 0 0 0,1 0 0 0,3 3 0 0,5 1 356 0,2 0-150 16,0 0-89-16,-5 0-113 0,-4 1-4 0,-14 9 0 0,1 1 0 16,-14 0 0-16,-2 6 0 0,-10 6 0 15,-7 3 0-15,-4 9 0 0,-19 1 0 0,-7 6 0 16,-9 7 0-16,-2-5 0 0,0 2 0 0,5-9 0 16,-2 6 0-16,8-9 0 0,-2 7 0 0,11-10 0 15,3-1 0-15,4-4 0 0,7-5 0 16,4 1 0-16,1-6 0 0,2-1 0 0,0-5 0 0,3 0 0 15,11-3 0-15,1-1 0 0,8-2 0 0,0-4 0 16,4 0 0-16,-1 0 0 0,2 0 0 0,-3-2 0 16,5-4 0-16,-6 0 0 0,-5-3-368 15,-2 2 151-15,-6 0 81 0,-1-2-801 16,-7-4 450-16,-3 1 225 0,0-7-450 0</inkml:trace>
  <inkml:trace contextRef="#ctx0" brushRef="#br0" timeOffset="102680.89">25279 11354 2141 0,'-22'-7'0'0,"1"4"0"0,10 1 0 0,2 1 0 0,1 1 0 0,6 0 0 0,2 0 0 0,0 0 0 0,11 0 0 0,8 3 0 0,5 5 102 0,4 2 582 0,4-1-313 0,8 4-172 16,0-5-81-16,-7-1 43 0,4-1-62 0,1-1-43 16,-2 1-56-16,-2-4-260 0,-2 0 104 0,-5 0 96 15,-4-1-738-15,0 4 417 0,-11 0 172 0,4 0 112 16,-8 1-634-16,-3 2 347 0,-1-1 174 0,-2 1 37 15,-2 1 59-15,0 1 43 0,0-3 0 0,0 3 271 16,-5 1-118-16,4-1-60 16,-1 4-39-16,2-3 9 0,0 4-29 0,0 0 0 15,8 0 1559-15,2 2-742 0,4-2-362 0,2 1-195 16,2-4 344-16,2 3-567 0,0-5 0 0,5 0 0 16,-5-7 0-16,10 1 0 0,-2-4 0 0,0 0 0 15,-1-2 0-15,-3-7 0 0,-7-1 0 0,-3-3 0 16,-2 1 0-16,-8-3 0 0,-3 0 0 0,-1 0 0 15,-1-1 0 1,-16-1 0-16,-4-1 0 0,-1 3 0 0,-3 2 0 0,-2 2 0 0,8 5 0 0,-9-5 0 16,6 7 0-16,-1 2 0 0,5-1 0 0,3 1 0 15,3 2 0-15,0 0 0 16,2 0 0-16,1 7 0 0,0 5-597 0,1 0 160 16,2 2 190-16,-1 3 110 0</inkml:trace>
  <inkml:trace contextRef="#ctx0" brushRef="#br0" timeOffset="103278.93">26106 11273 3305 0,'-14'-7'0'0,"5"2"0"0,4 4 0 0,3 1 0 0,0 0 0 0,2 0 0 0,0 0 0 0,7 0 0 0,16 0 0 0,7-2 0 0,11 0 267 0,6 0-113 0,6-3 51 16,10 2-205-16,-3-2 0 0,-8 4 0 0,6-3 0 15,0 2 0-15,-2 2 0 0,-5 0 0 16,-6 0 0-16,-9 0 0 0,-2 2 0 0,-12 3-558 16,-3 1 248-16,-7 0 173 0,-4 1-29 15,-6-1-720-15,-2-1 429 0,0 3 208 0</inkml:trace>
  <inkml:trace contextRef="#ctx0" brushRef="#br0" timeOffset="103524.07">27020 10950 3889 0,'-6'0'0'0,"1"0"0"0,3 0 0 0,-1 4 0 0,3 6 0 0,-2 2 0 15,2 8 0-15,0 2 0 0,0 6 0 0,0 5 0 0,0 11 42 0,2-2-42 0,-2-3 0 0,5 10 0 0,-1-6 0 0,-1-2 0 16,-1-3 0-16,0-1 0 0,-1 0 0 0,-1 0 0 15,0-5 0-15,0-3 0 0,0-4 0 0,0-3 0 16,-1-5-402-16,-1-5 9 16,-2-3 84-16,4-3 136 0,-1-4-487 0,1-2 301 15,0 0 164-15,1-17-415 0</inkml:trace>
  <inkml:trace contextRef="#ctx0" brushRef="#br0" timeOffset="103861.99">27224 10858 2394 0,'0'-16'0'0,"0"4"0"0,0 3 0 0,0-1 0 0,14-1 0 0,3 0 0 16,5 1 0-16,5 3 0 0,3 2 0 0,1 0 0 0,4 4 560 0,1-2-261 0,-1 3-130 0,1 0-65 0,-4 0 161 16,-2 3-125-16,3 3-140 0,-4-1 0 0,-8 1 0 15,0 1 0-15,-5-1 0 0,-6-3 0 0,3 3 0 0,-6-1 0 0,-4 0 0 0,1-4 0 16,-3 3 0-16,-1-2 0 0,0 2 0 0,0 1 0 15,0 3 0-15,-5 1 0 0,-3 6 0 0,-1 2 0 16,-4 8 0-16,3 3 0 0,1 4 0 16,-3 9 0-16,3 4 0 0,1 2 0 0,2 2 0 15,0 3 0-15,3 1 0 0,-1 1 0 16,4-1 0-16,0-8 0 0,0 8 0 0,0-8 0 16,0-10 0-16,0 1 0 0,0-2 0 0,0-10 0 15,2-1 0-15,0-4 0 0,0-4 0 0,-2-4 0 16,0-4 0-16,1-1-217 0,-1-2-343 0,0-1 259 15,0-3 131-15,0 0-302 0,-3 0 217 0</inkml:trace>
  <inkml:trace contextRef="#ctx0" brushRef="#br0" timeOffset="104049.52">27221 11298 3417 0,'-28'-12'0'0,"11"2"0"0,4 3 0 0,4 2 0 0,1-3 0 0,6 1 0 0,2-1 0 0,12 3 0 0,16 1 0 0,15 2 0 0,6-2 405 0,15 3-296 16,-9 1-109-16,16 0 0 0,-8 0 0 0,0 0 0 16,0 0 0-16,-10 0 0 0,4 0 0 0,-2 0 0 15,-6 0 0-15,-6 0 0 0,-8 0 0 0,1 0 0 16,-6 0-336-16,0 0-210 0,-6 0 273 0,3 0-771 16</inkml:trace>
  <inkml:trace contextRef="#ctx0" brushRef="#br0" timeOffset="104253.07">28392 10699 3747 0,'-2'-6'0'0,"-2"4"0"0,1 0 0 0,3 0 0 0,-2 2 0 0,2 0 0 0,0 9 0 0,0 11 0 0,0 7 0 0,0 15 0 0,2 7 184 0,-2 8-184 15,0 10 0-15,0-1 0 0,0 3 0 0,-9 3 0 0,2 3 0 16,2-11 0-16,-5 11 0 0,2-8 0 0,1-4 0 15,0-11 0-15,0 6 0 16,-1-6 0-16,3 1 0 0,0 2-222 0,0-2-307 0,-5 1 164 16</inkml:trace>
  <inkml:trace contextRef="#ctx0" brushRef="#br0" timeOffset="105142.6">19310 12509 2133 0,'-11'-9'0'0,"-1"1"0"16,3-1 0-16,2 1 0 0,-1 0 0 0,0 1 0 0,5 1 0 0,1 3 0 0,2-1 0 0,0-2 0 0,0 4 184 0,5-1-62 0,9 1-45 0,2 0 173 0,9 2-104 0,0 0-53 16,5 0 80-16,4 0-56 0,8 7-43 0,2 1 0 15,4-1 151-15,7 1-93 0,2-1-34 0,10 1-65 16,-3 0-33-16,1-3 0 0,7 1 0 0,1-1 0 16,4-1 0-16,0 0 0 0,4-1 0 0,1 0 0 15,1-2 0-15,11-1 0 0,-14 0 0 0,13 0 0 16,-16 0 0-16,17 0 0 0,-8 0 0 0,1 0 0 15,-9 0 0-15,24 0 0 0,-8 0 0 16,0 0 0-16,7 0 0 0,4 0 0 16,8-1 0-16,20-7 0 0,-11 2 0 0,7-1 0 15,2 0 0-15,9-1 0 0,-11 0 0 0,29 3 0 16,-14 1 0-16,2 1 0 0,-1 1 0 0,-5 2 0 16,-17 0 0-16,25 3 0 0,-8 6 0 0,-4 4 0 15,2-3 0-15,2 2 0 0,9-4 0 0,1 4 0 16,4-3 0-16,-2 1 0 0,8-3 0 0,-2 2 0 15,3-3 0-15,-5 0 0 0,26 2 0 0,-35-5 0 16,12 3 0-16,-3 2 0 0,8-4 0 0,-8 1 0 16,-2-1 0-16,-4 1 0 15,5-3 0-15,-6 0 0 0,-17-2 0 0,20 0 0 16,-12 0 0-16,-7 0 0 0,-6 0 0 0,-24 0 0 16,7 0 0-16,-3-2 0 0,-10 0 0 0,-23 0 0 15,2 1 0-15,-21 1 0 0,-9-2 0 0,-4 2 0 16,-16 0 0-16,-5 0 0 0,-10 0 0 0,-5 0 0 15,-4 0 0-15,-2 0 0 0,-5-3 0 0,-11 2 0 16,-11-1-200-16,1 0 70 16,-6 1-647-16,-3-2 373 0,-8 2 183 0,-1 1 90 15</inkml:trace>
  <inkml:trace contextRef="#ctx0" brushRef="#br0" timeOffset="105978.43">19924 13061 2389 0,'-7'-7'0'0,"2"-1"0"0,0 2 0 0,3 1 0 0,2 0 0 0,0 4 0 0,8 0 0 0,11-1 0 0,7 0 0 0,6 2 0 0,11-3 108 0,2 3-32 0,5 0 106 0,3-1-75 16,13-1-33-16,-1 0 134 0,2 0-83 0,4-1-41 15,7 1 9-15,0-1 33 0,1 3-42 0,1 0 0 16,3 0-43-16,11 0 27 0,-16 0 11 15,23 5-76-15,-5-4-3 0,1 3 0 0,4-2 0 16,5 0 0-16,1-2 0 0,18 0 0 16,-21 0 0-16,12 0 0 0,2 0 0 0,15 0 0 15,-23 0 0-15,26 0 0 0,-30 0 0 0,27 0 0 16,-11 0 0-16,9 0 0 0,-15 0 0 0,27 0 0 16,-14 0 0-16,5 0 0 0,8 0 0 0,-2 0 0 15,-11 0 0-15,29 0 0 0,-8 0 0 0,-1 0 0 16,-4 0 0-16,2 0 0 0,4-2 0 0,-1 0 0 15,-3-2 0-15,-7-2 0 0,5 3 0 16,-6-3 0-16,-21 5 0 0,23-4 0 16,-19 2 0-16,-1-1 0 0,-17 2 0 0,2 0 0 31,-17 1 0-31,0-1 0 0,-9 2 0 0,-6 0 0 0,-8 0 0 0,-16 0 0 0,-4 0 0 0,-7 0 0 16,-7 0-31-16,-9 0-22 15,-8 2-2-15,-2-1-331 0,-8 1 162 0,-3-2 97 0,-2 2 43 0,-2 2-488 16,-18-1 265-16,-9 6 134 0,-8-3-413 0,-15 4 279 15,-9 3 132-15</inkml:trace>
  <inkml:trace contextRef="#ctx0" brushRef="#br0" timeOffset="106750.14">19666 13248 1257 0,'-9'-16'0'0,"4"5"0"0,-1-1 0 0,3 1 0 0,-1 1 0 0,2 1 0 0,1 2 0 0,-1 1 0 0,2 2 0 0,0 3 0 0,0 1 94 0,0 0-28 0,2 4 147 0,3 10-87 16,4 9-43-16,-2 2 9 0,2 6 205 0,-2 9-129 15,0-1-65-15,0 6 90 0,-3 2-77 0,2 4-29 0,-2 5-10 16,0 0 155-16,-2 3-96 16,-1-3-49-16,1 1 101 0,-2-5-64 0,0 0-48 15,0-6 0-15,0-9-36 0,0 1-40 0,-7-2 0 16,1-9 0-16,-5 3 0 0,3-9 0 0,-3-2 0 16,-1-5 0-16,0-3 0 0,-2-6 0 0,1-4 0 15,-2-1 0-15,0 0 0 0,0-2 0 16,-2-13 0-16,5-3 0 0,-4-3 0 0,2 0 0 15,-2-3 0-15,1 1 0 0,0 0 0 16,2 3 0-16,-2-1 0 0,2 4 0 0,-1 3 0 16,5 6 0-16,0 3 0 0,4 2 0 0,-2 0 0 15,2 3 0-15,-1 3 0 0,3 12 0 0,-1 3 0 16,2 3 0-16,-1 7 0 0,-2-2 0 0,1 2 0 16,-1 4 0-16,-1-3 0 0,-3 1 0 0,-1-2-233 15,1-3 62-15,2-4 70 0,-3 0-347 0,1-2 204 16,3-5 93-16,1-3 61 0,1-4-361 0,1-3 206 15,3-2 103-15,0-2-131 0,0 0 108 0,14-7 68 16,9-13 29-16,9-6-311 0</inkml:trace>
  <inkml:trace contextRef="#ctx0" brushRef="#br0" timeOffset="107025.77">20247 13445 2338 0,'0'-6'0'0,"0"6"0"0,0 0 0 0,0 0 0 0,-6 7 0 0,-3 4 0 0,-2 4 0 0,-6 6 0 0,3 0 0 0,-6-1 0 0,1 3 150 0,5-4 91 0,-4 1-105 0,4-1-49 15,0-4 0-15,5-4 118 0,4-4-83 0,1-1-32 16,2 0-9-16,2-2-43 0,0-2 1 0,7 0 0 16,14-2 239-16,-1 0-278 0,9 0 0 0,3 0 0 15,-1-2 0-15,5-2 0 0,2-1 0 0,0 0 0 16,-5 1 0-16,1 3 0 15,-2-1 0-15,-4 2 0 0,-7 0 0 0,1 0 0 0,-5 3 0 0,-4 6 0 16,-3-4-368-16,-3 3 129 16,-3-3-590-16,0-1 385 0,-2 0 208 0,-2-2-412 15,0-2 305-15,0 0 152 0</inkml:trace>
  <inkml:trace contextRef="#ctx0" brushRef="#br0" timeOffset="107198.9">20411 13401 1918 0,'-19'-24'0'0,"6"9"0"0,-2 1 0 0,2 9 0 0,1 1 0 0,3 4 0 0,0 0 0 0,3 13 0 0,3 14 0 0,0 4 0 0,3 12 74 0,0 4-1 16,0 0-34-16,0 6 1242 0,0 1-735 0,0-1-546 0,0-1 0 0,3-2 0 15,2-4 0-15,2-10 0 0,3-1 0 0,0-6 0 16,2 2 0-16,-3-10 0 0,3-2-251 0,-3-4 100 16,-1-4 95-16,-1-3-959 0,3-4 492 0,-1-4 243 15,0 0 120-15,5-6-489 0</inkml:trace>
  <inkml:trace contextRef="#ctx0" brushRef="#br0" timeOffset="107461.23">20550 13290 2299 0,'15'-26'0'0,"0"5"0"0,4 6 0 0,5 5 0 0,0 0 0 0,4 4 0 0,-1 2 0 0,1 4 0 0,-5 0 0 0,7 4 0 0,-7 9 99 15,-3 2 169-15,-7 2-115 0,-2 2-57 0,-3 4-19 0,-7-3-73 16,-1 4 35-16,-3-1 0 0,-14-2-1 0,-5-1 52 15,2-3-16-15,-8-1-10 16,6-1 170-16,3-7-97 0,3 0-50 0,4-1-23 16,1-6 5-16,6 1-69 0,0-2 0 0,3 0 0 15,2 0 0-15,2 0 0 0,12 0 0 0,10-2 0 16,3-2 0-16,5-4 0 0,-1 3 0 0,5 1 0 16,1 1 0-16,-1 1 0 0,-1-1-110 0,-1 3-319 15,-4 0 214-15,0 0 32 0,-7 8-787 0,4 6 470 16</inkml:trace>
  <inkml:trace contextRef="#ctx0" brushRef="#br0" timeOffset="107641.49">21042 13728 2785 0,'-8'1'0'0,"3"3"0"0,5 0 0 0,0-2 0 0,2-2 0 16,16 0 0-16,10 0 0 0,12 0 0 0,1-2 0 0,7-3 0 0,2-1 401 0,3 0-185 0,1 0 83 0,-2 3-129 15,-2-1-110-15,-6 0-60 0,-7 2-344 0,0 2 129 16,-7 0 127-16,-10 0-278 0,1 0 203 0,-10 2 100 16,-3 3 61-16,-4 3-813 0,-4-4 328 0,0 2 223 15</inkml:trace>
  <inkml:trace contextRef="#ctx0" brushRef="#br0" timeOffset="107819.9">21502 13418 2525 0,'-11'-11'0'0,"4"4"0"0,-2 2 0 0,6 3 0 0,-1 2 0 0,2 0 0 0,2 12 0 0,0 8 0 0,0 7 0 0,0 5 0 0,2 3 133 16,0 11 565-16,-2-2-330 0,0 4-165 0,0-2-199 15,0-1-4-15,0-5 0 0,0 9 0 16,0-13-8-16,0 1-237 0,0-3 141 0,0-6 71 0,2-4-370 16,5-1 216-16,3-5 112 0,3-4-964 0,8-5 500 15</inkml:trace>
  <inkml:trace contextRef="#ctx0" brushRef="#br0" timeOffset="108021.43">21992 13319 3931 0,'2'-7'0'0,"0"6"0"0,-2 1 0 0,0 5 0 0,-11 18 0 0,-5 3 0 0,0 14 0 0,0 7 0 0,6 5 0 0,-6 12 0 0,7-2 0 0,3-7 0 0,3 5 0 0,3-2 0 16,0-8 0-16,5-3 0 15,11-6 0-15,0-10 0 0,7-3 0 0,2-6 0 16,-2-7 0-16,4-5 0 0,-1-5-26 0,-5-3-87 16,2-2 70-16,-3 0-1047 0,1 0 526 0,0-2 262 15,1-9 132-15</inkml:trace>
  <inkml:trace contextRef="#ctx0" brushRef="#br0" timeOffset="108181.88">22227 13713 3227 0,'-15'-2'0'0,"8"-1"0"0,-1 3 0 0,1 0 0 0,2 0 0 0,5 0 0 0,0-1 0 0,5 1 0 0,15 0 0 0,8 0 0 0,4-2 172 16,12 2 360-16,1 0-532 0,2 0 0 0,-2-2 0 15,-6 0 0-15,12 1 0 0,-10-3 0 0,3 0 0 16,-11 0-403-16,3 1 217 0,-2-2 122 0,-4 2-1143 16,-8-2 592-16</inkml:trace>
  <inkml:trace contextRef="#ctx0" brushRef="#br0" timeOffset="108484.3">22815 13493 2925 0,'-4'-8'0'0,"3"3"0"0,1 0 0 0,0-2 0 0,0 1 0 0,3 1 0 0,14 3 0 0,5 0 0 0,3 2 0 0,3 0 0 0,1 6 368 0,1 7-165 16,-5 2-82-16,-4 2 14 0,-5-2-38 0,-5 2-34 16,-6 2-44-16,-5 2-34 0,0 1 4 0,-15 1 26 15,-9-3-4-15,-4 1-11 0,-1 0 0 0,3-4 0 16,8-4 0-16,-1-3 0 0,9-1 0 0,0-2 0 15,5-1 0-15,5 0 0 16,0-1 0-16,5 1 0 0,15 0 0 0,6 0 0 16,2 2 0-16,-1 1 0 0,1 3 0 0,-4-1 0 15,-3 2 0-15,-4 0 0 0,-4 0 0 0,-6 3 0 16,-5-3 0-16,-2 0 0 0,-2 0 0 0,-16-2 0 16,-5-1 0-16,-2-3 0 0,4-3 0 0,-2 0-16 15,2-4-173-15,0 0 80 0,4 0 35 0,4 0-611 16,4-5 323-16,1-8 161 0,6-2 72 0,2-5-581 15,0-6 336-15,13-12 168 0</inkml:trace>
  <inkml:trace contextRef="#ctx0" brushRef="#br0" timeOffset="108658.52">23037 13592 2882 0,'22'-27'0'0,"3"0"0"0,2 10 0 0,2 6 0 0,-3 3 0 0,2 7 0 0,2 1 0 0,-1 1 0 0,4 22 0 15,-4 5 0-15,-5 8 506 0,-4 7-233 0,-4 2-117 0,-4 4-42 0,-5-1-114 0,-4 2 0 0,-3-4 0 0,0-5 0 16,0-4 0-16,-10-2 0 0,-2-2 0 0,-4-1 0 15,-2-4 0-15,-7-3 0 16,1-3 0-16,-6 0 0 0,-2-7 0 0,2-1-685 16,1-6 151-16,1-2 247 0,10-6 125 0,-3 0-502 15,3-14 318-15,8-13 154 0,6-15-358 0</inkml:trace>
  <inkml:trace contextRef="#ctx0" brushRef="#br0" timeOffset="108882.16">23610 13410 2960 0,'34'-17'0'0,"3"10"0"0,-2 5 0 0,-3 2 0 0,-5 0 0 0,-6 2 0 0,-5 9 0 0,-4 4 0 0,-5-2 0 0,-5 7 0 0,-2-3 115 0,-5 6 190 0,-15-2-132 0,-2-1-58 15,-5 0-43-15,0-3-65 0,1-4 32 0,5-6 0 16,0 1-1-16,8-4 6 0,0-3-20 0,5-1-24 16,4 0 0-16,2 0 0 0,2 0 0 0,8 0 0 15,16-1 0-15,5-3 0 0,2 0 0 0,3 2 0 16,3 0 0-16,5 1 0 0,5-2 0 0,-5 3 0 15,-1 0 0-15,-6 0 0 16,1 0 0-16,-2 6 0 0,-4 1 0 0,-4 5 0 16,-3 2-1076-16,-9-6 349 0</inkml:trace>
  <inkml:trace contextRef="#ctx0" brushRef="#br0" timeOffset="109068">24030 13825 3571 0,'10'0'0'0,"8"-1"0"0,10 1 0 0,8-2 0 0,6-1 0 0,1 0 0 0,4 0 0 0,10-1 0 0,4-4 0 15,-1 2 0-15,-4 0 265 0,4-1-170 0,-1 4-95 0,-8-2 0 0,-7 4-7 0,-8-1-81 16,-8 2 72-16,1 0-699 0,-7 0 377 0,-3 0 187 16,-4 0 95-16,-6 0-875 0,-5 0 447 0,-4-3 194 15</inkml:trace>
  <inkml:trace contextRef="#ctx0" brushRef="#br0" timeOffset="109257.58">24609 13332 3018 0,'-11'-14'0'0,"5"8"0"0,2 5 0 0,0-1 0 0,4 2 0 0,0 3 0 0,0 17 0 0,0 10 0 0,0 9 0 0,0 8 0 0,0 6 881 0,0 12-849 0,0-9-32 15,0 12 0-15,0-13 0 0,0 3 0 0,0-6 0 0,-2-3 0 16,2-9 0-16,0-1 0 0,0-1 0 15,0-8 0-15,0-5 0 0,2-4 0 16,3-3-999-16,4-5 410 0,0-5 288 0,3-7 65 16,2-1-686-16</inkml:trace>
  <inkml:trace contextRef="#ctx0" brushRef="#br0" timeOffset="109441.76">25016 13424 3931 0,'5'-2'0'0,"13"2"0"0,-1 17 0 0,-4 3 0 0,-6 5 0 0,-3 6 0 0,-2 7 0 0,-1 4 0 0,-1 0 0 0,0 8 0 0,-7-2 0 16,-2-1 0-16,2-7 0 0,-3 1 0 0,4-8 0 15,1-3 0-15,3-8 0 0,0-5 0 0,2-6 0 16,0-1 0-16,0-4-968 0,0-2 392 0,0-4 286 16,0 0 47-16,-2 0-284 0,-1-17 249 0,-1-14 120 15</inkml:trace>
  <inkml:trace contextRef="#ctx0" brushRef="#br0" timeOffset="109718.03">25150 13553 2561 0,'16'-13'0'0,"8"5"0"0,2 1 0 0,-5 3 0 0,8 1 0 0,1 3 0 0,2 0 0 0,2 7 0 0,4 9 0 0,-10 6 0 0,6 4 645 0,-4 4-304 0,-8 3-151 0,-5-2-76 16,-4 4-34-16,-7 0-80 15,-6 0 0-15,0-1 0 0,-19 1 0 0,-8-5 0 0,-3-2 0 0,0-4 0 16,-11 0 0-16,11-8 0 15,-2-3 0-15,10-4 0 0,-3-3 0 0,10-1 0 16,2-3 0-16,4-2 0 0,2 0 0 0,6 0 0 16,1 0 0-16,0 0 0 0,6 0 0 0,17 0 0 15,1 0 0-15,6-2 0 0,4-1 0 0,2 3 0 16,-1 0 0-16,2 0 0 0,-1 0 0 0,-4 0 0 16,-2 0 0-16,-7 0 0 0,-2 0 0 0,-5 0 0 15,-4 0 0-15,-1 0 0 0,-1-3-980 0,3-7 401 16,-4-10 276-16,-2-8-712 0</inkml:trace>
  <inkml:trace contextRef="#ctx0" brushRef="#br0" timeOffset="109991.11">25835 13359 3517 0,'13'-11'0'0,"7"6"0"0,4 1 0 0,2-1 0 0,0 4 0 0,5 1 0 0,5 0 0 0,-1 0 0 0,0 10 0 0,-3 5 0 0,-5 0 134 0,-3 2 146 15,-9 0-280-15,-4 1 0 0,-7 2 0 0,-4 0 0 16,-2 2 0-16,-19 1 0 0,-5-3 0 0,-2 0 0 16,-4-5 0-16,4-1 0 0,5-4 0 0,3-3 0 15,6-3 0-15,1 0 0 0,6-1 0 0,2-3 0 16,4 0 0-16,1 0 0 0,0 0 0 0,17 0 0 16,8 0 0-16,3 0 0 0,6 0 0 0,1 0 0 15,1 0 0-15,-2 0 0 0,3 2 0 16,-4 2 0-16,0 2 0 0,-2 1 0 15,-6 1 0-15,-4 1-46 0,0 2-372 0,-5 3 183 16,2-9-1365-16</inkml:trace>
  <inkml:trace contextRef="#ctx0" brushRef="#br0" timeOffset="110119.97">26834 13782 2857 0,'2'-9'0'0,"-2"7"0"0,0 0 0 0,0-3 0 0,-2 0 0 0,-5 2 0 0,1 0 0 0,3 2 0 0,-1 1 0 0,0 0 0 0,-13 0-199 0</inkml:trace>
  <inkml:trace contextRef="#ctx0" brushRef="#br0" timeOffset="114893.97">16319 12186 2198 0,'-14'-4'0'0,"1"2"0"0,2 2 0 0,-1 0 0 0,3 0 0 0,0 0 0 0,4 0 0 0,0 0 0 0,3 0 0 0,2 0 0 0,0 0 498 0,0 0-229 16,0 0-105-16,4 0-67 0,8 0 297 16,1 0-177-16,2 0-123 0,0 0-94 0,2-1 0 0,-1 1 0 15,2-2 0-15,-4 2 0 0,2-2 0 16,-2 2 0-16,2 0 0 0,-3 0 0 0,2 0 0 15,2 0 0-15,0 0 0 0,1 0 0 0,5 0 0 16,2 0 0-16,1 0 0 0,2 0 0 0,2 0 0 16,2-4 0-16,2-2 0 15,0 1 0-15,-4-1 0 0,0 0 0 0,-4 1 0 0,-4 1 0 0,1 0 0 16,-4 2 0-16,-3 1 0 0,-4-2 0 16,-3 2 0-16,0-1 0 0,-2 0 0 0,-3 2 0 0,-3-2 0 15,1 0 0-15,-2 2 0 16,2-2 0-16,-2 0 0 0,0 0 0 0,0-3 0 15,0 1 0-15,0 0 0 0,0 1 0 0,0-1 0 16,0 2 0-16,0 0 0 0,-4 1 0 0,1 1-837 16,-6 0 332-16,0 12 238 0,-2 7 114 0,-4 5-658 15</inkml:trace>
  <inkml:trace contextRef="#ctx0" brushRef="#br0" timeOffset="115457.31">16390 12665 2004 0,'-8'0'0'0,"3"0"0"0,0 0 0 0,0 0 0 0,1 0 0 0,1 0 0 0,1-3 0 0,0 0 0 0,0 1 0 0,2-1 0 0,0 0 524 0,0 0-242 0,0 1-111 16,0 0-70-16,0-2 392 0,0 3-226 0,0-2-178 15,0 2-89-15,0 1 0 0,2-2 0 0,0 2 0 16,3-1 0-16,2 1 0 0,0-3 0 0,0 2 0 16,2-1 0-16,0 0 0 0,0-1 0 15,0 2 0-15,-2-1 0 0,1-2 0 16,0 2 0-16,-1-1 0 0,-2 0 0 0,2 2 0 15,-2-3 0-15,3 3 0 0,-3-2 0 0,0 2 0 16,4-2 0-16,0 1 0 0,2 1 0 0,2-1 0 16,2-1 0-16,2 2 0 0,1-1 0 0,2 0 0 15,1 1 0-15,0-1 0 0,2 0 0 16,0 0 0-16,0 0 0 0,-1 0 0 0,1 2 0 0,-3 0 0 16,2 0 0-16,1 0 0 15,4 0 0-15,-3 0 0 0,3 0 0 0,-4 0 0 16,7 0 0-16,-2 0 0 0,-1 0 0 0,-1 0 0 15,-5 0 0-15,-1 0 0 0,1 0 0 0,-4 0 0 16,-2 0 0-16,-4 0 0 0,-3 0 0 0,-3 0 0 16,-3 0 0-16,0 0 0 0,0 0 0 0,-2 0 0 15,0 0 0-15,0 0 0 0,0 0 0 0,0 0 0 16,-2 0 0-16,-2 0 0 0,-1-2 0 16,-1 0 0-16,0 1 0 0,-1 1 0 15,0 0 0-15,-5 0 0 0,-3 13 0 0,-2 10 0 16</inkml:trace>
  <inkml:trace contextRef="#ctx0" brushRef="#br0" timeOffset="118028.72">3807 12817 1974 0,'-11'-6'0'0,"2"4"0"0,1-1 0 0,-3-1 0 0,2 0 0 0,-1-1 0 0,-3 0 0 0,3 0 0 0,3 1 0 0,-8-2 0 0,5 0 45 15,-2 0 0-15,1-2 282 0,-1-2-141 0,1 1-60 16,0-4 142-16,1 0-112 0,1-1-56 0,2-2 1 16,0-3 147-16,0 0-90 0,4-3-62 0,3 1 0 15,0-5-91-15,0 2-5 0,0-1 0 0,0 3 0 16,0-7 0-16,3 2 0 15,6 2 0-15,-3-1 0 0,4-1 0 0,-3 7 0 0,5-9 0 16,-3 12 0-16,2-5 0 0,2 1 0 16,2 3 0-16,-2 1 0 0,2 2 0 0,4-2 0 15,0 4 0-15,3 1 0 0,-1 0 0 0,2 3 0 16,7-2 0-16,-2 4 0 0,2-1 0 0,2 1 0 16,3 1 0-16,-1 2 0 15,5 2 0-15,-4 1 0 0,3-1 0 0,2 2 0 0,-8 0 0 0,3 0 0 16,-4 5 0-16,-2 8 0 0,-3-3 0 15,-2 2 0-15,-3 2 0 0,1 5 0 0,-2 0 0 16,-2 2 0-16,-5 2 0 0,0 0 0 16,-1-1 0-16,-3 5 0 0,-2 1 0 0,-2 2 0 15,-5 1 0-15,3 3 0 0,-3 3 0 0,0-1 0 16,-8 7 0-16,-3-4 0 0,-6 5 0 0,-1-1 0 16,-5 2 0-16,-2 3 0 0,-3 1 0 0,-7 7 0 15,2-4 0-15,-4 0 0 0,3-9 0 0,-10 8 0 16,7-14 0-16,-3 3 0 0,-3-8 0 0,3-4 0 15,5-7 0-15,-9-1 0 16,12-10 0-16,1 1 0 0,-3-3 0 0,8-5 0 16,3 1 0-16,0-4 0 0,1 0 0 0,7 0 0 15,-1 0 0-15,9 0 0 0,0 0 0 0,2 0 0 16,5 0 0-16,0 0 0 0,0 0 0 0,0 0 0 16,0 0 0-16,13 0 0 0,9 0 0 0,1 0 0 15,7 0 0-15,3 0 0 16,6-1 0-16,12-4 0 0,-2 0 0 0,4-3 0 0,2 5 0 0,12-3 0 15,-9 0 0-15,14 4 0 16,-9 0 0-16,2 1 0 0,-1 1 0 0,-1 0 0 16,-10 0 0-16,8 0 0 0,3 0 0 0,-9 0 0 15,-1 1 0-15,-3 1 0 0,-10-2 0 0,1 2 0 16,-7-2 0-16,-2 0 0 0,-8 0 0 0,-3 0 0 16,-7 0 0-16,-2 0 0 0,-5 0 0 0,-4-2 0 15,-1 0 0-15,-1 1 0 0,-2-1 0 0,0-1 0 16,0 0 0-16,0-1 0 15,0 1 0-15,-2-3 0 0,-1-1 0 0,-1 3 0 0,-1-1 0 16,2 2 0-16,-2 1 0 0,1 0 0 16,2 1 0-16,-2 1 0 0,2 0 0 0,-1 11 0 15,-3 13 0-15,-1 10 0 0,-3 14-476 0</inkml:trace>
  <inkml:trace contextRef="#ctx0" brushRef="#br0" timeOffset="123654.46">23647 7807 2005 0,'0'-19'0'0,"-3"14"0"16,1 2 0-16,-2 1 0 0,4-1 0 0,-3 2 0 0,1-2 0 0,2 1 0 0,0 1 0 0,0 1 0 0,0 0 96 0,0 0 142 0,0 3-98 0,0 9-49 0,2 3 57 15,1 3-43-15,-3 6-37 16,0 3 69-16,-8 2-47 0,-9 10-1 0,-5-6-47 15,1-5 39-15,-8 9-10 0,4-2-29 0,2-11 0 16,-5 4 94-16,1-3-47 0,1-5 11 0,8-7-58 16,-1-1 37-16,8-4-79 0,0-3 0 0,6-1 0 15,2-4 0-15,3 0 0 0,0 0 0 16,7 0 0-16,19-3 0 0,8-3 0 0,0-4 0 0,15 0 0 16,-3 0 0-16,4 1 0 0,1 2 0 0,-3 1 0 15,-6 3 0-15,6-1 0 16,-7 1 0-16,-6 2 0 0,0 1 0 0,-4 0 0 15,-10 0 0-15,2 0 0 0,-6 1 0 0,-6 5 0 16,-4-3 0-16,2 0 0 0,-7 1-294 0,0-2-118 16,-1 0 186-16,-1-1 91 0,0-1-614 0,0 0 354 15,0 0 165-15,-7-7 100 0</inkml:trace>
  <inkml:trace contextRef="#ctx0" brushRef="#br0" timeOffset="123825.76">23812 7743 2828 0,'-13'0'0'0,"1"0"0"0,3 2 0 0,2 9 0 0,2 8 0 0,-2 7 0 0,5 4 0 0,2 10 0 0,0 1 0 0,0 5 0 0,0 3 208 16,0 4 491-16,0 0-503 0,0-1-196 0,0-1 0 15,0-8 0-15,0 10 0 0,0-15 0 16,2 1 0-16,1-6 0 0,2-1 0 0,1-7 0 16,-1-5 0-16,3-2-527 0,4-8 152 0,-2-5 209 15,3-5-900-15,5-3 518 0</inkml:trace>
  <inkml:trace contextRef="#ctx0" brushRef="#br0" timeOffset="124036.75">23918 8021 2428 0,'4'-19'0'16,"3"10"0"-16,4-1 0 0,3 6 0 0,10 2 0 0,-1 2 0 0,6 0 0 0,1 4 0 0,2 10 0 0,0 4 0 0,-2 5 571 0,-4 1-265 0,-1 4-132 0,-6 4-66 15,-4 0 121-15,-6 2-114 0,-7-2-115 0,-2 1 0 16,0 1 0-16,-19-4 0 0,-3 1 0 0,-7-7 0 15,-1-1 0-15,-4-7 0 0,1-3 0 0,1-4 0 16,0-7 0-16,6 1 0 0,1-3 0 16,3 0-133-16,7-3 26 0,6-9-2 0,5-11-656 0,4-5 351 15,14-10 192-15,18-10 90 0,5-1-293 16,6 0 191-16</inkml:trace>
  <inkml:trace contextRef="#ctx0" brushRef="#br0" timeOffset="124437.79">24394 7775 2919 0,'5'-6'0'0,"0"5"0"0,-4-2 0 0,-1 3 0 0,-7 10 0 0,-7 10 0 0,-7 12 0 0,-2 2 0 0,-1 6 0 0,-2 5 0 0,1 4 212 16,-1 1 545-16,6 1-714 0,6-2-43 0,5-10 0 15,1 10 0-15,8-13 0 0,0-1 0 0,1-4 0 16,11-6 0-16,3-5 0 0,8-4 0 16,1-5 0-16,3-9 0 0,1-2 0 15,2 0 0-15,0-13 0 0,2-8 0 0,-4 0 0 16,0-1-15-16,-6-2-409 0,-1 3 191 15,-8 5 85-15,1-4 59 0,-9 9 0 0,-1 0 48 0,-2 3-1 16,-2 5-23-16,0 1 23 0,-2 2 1 0,-11 0 0 16,-2 17 853-16,2 4-413 0,3-1-340 0,1 8-59 15,5-1 0-15,4-2 0 0,0 2 0 0,0-2 0 16,9-5 0-16,8 1 0 0,-2-6 0 0,4-1 0 16,4-8 0-16,2-1 0 15,-4-5 0-15,6 0 0 0,-4-2 0 0,-7-7 0 16,3-5 0-16,-4-1 0 0,-3-1 0 0,-5-2 0 15,-2 0 0-15,-3-3 0 0,-2 0 0 0,0 0 0 16,-5 1 0-16,-6 1 0 0,-3 2 0 0,-2 2 0 16,-2 4 0-16,2 3 0 0,-1 5 0 0,2 0 0 15,0 2 0-15,7 1 0 16,-1 0 0-16,3 0 0 0,2 5-1 0,4 6-891 0,0-1 425 0,6 0 213 16,11-4-348-16,8 2 280 0</inkml:trace>
  <inkml:trace contextRef="#ctx0" brushRef="#br0" timeOffset="124603.89">24836 8152 2919 0,'-11'-17'0'0,"7"14"0"16,4 0 0-16,0-2 0 0,0 0 0 0,0 1 0 0,6 0 0 0,11 0 0 0,1 0 0 0,7 0 0 0,1 1 214 0,6 1-88 0,0 0 288 0,3 0-188 0,-1 2-194 0,2 0-273 15,-2 0 85-15,-2 0 97 16,0 0-734-16,-4 0 416 0,-2 0 217 0,4 0 95 15,-4 0-425-15,-3 0 139 0</inkml:trace>
  <inkml:trace contextRef="#ctx0" brushRef="#br0" timeOffset="124938.21">25368 7889 1982 0,'-12'-13'0'0,"3"6"0"0,3-1 0 0,5 3 0 0,1-2 0 0,0-2 0 0,7 4 0 0,12-1 0 0,8 2 0 0,1 0 0 0,4 3 130 0,3 1-46 16,0 0 303-16,-1 4-165 0,-3 3-96 0,-1 4-37 15,-2 3-25-15,-12-1 0 0,-2 3-121 0,-5 3 58 16,-7 1-10-16,-2 3 48 0,-9 0-68 0,-14 2 33 16,-4-3 1-16,-1-1 44 0,-2-2 33 0,2-1 1 15,8-7-45-15,-1 2-50 0,12-5 275 0,-3 0-114 16,7-3-61-16,5 1 1 0,0 0-89 16,3 1 0-16,12 0 0 0,6 3 0 0,3-1 0 0,-1 4 0 15,-1 2 0-15,-5-1 0 16,0 3 0-16,-4-1 0 0,-3 3 0 0,-6-2 0 15,-4 2 0-15,0-2 0 0,-4 0 0 0,-13-3 0 16,-6 3 0-16,-1-3 0 0,-2-3 0 16,-2-3 0-16,1-3 0 0,5-1 0 0,-7 0 0 0,6-4 0 15,4 0 0-15,-1 0-255 0,9 0 83 0,2 0 39 16,3-6-531-16,6-9 312 0,0-10 157 0,21-6 78 16,4-6-326-16</inkml:trace>
  <inkml:trace contextRef="#ctx0" brushRef="#br0" timeOffset="125098.25">25711 7904 2729 0,'17'-9'0'0,"-4"6"0"0,6 3 0 0,-4-3 0 0,-2 3 0 0,1 0 0 0,0 0 0 0,2 3 0 0,0 6 0 0,4 5 0 0,0 2 381 0,0 0-171 0,1 1 349 0,-2 2-507 16,1 4-52-16,-1-5 0 0,-6 0 0 0,3 0 0 16,-4-1 0-16,-2 0 0 0,1-7-527 15,-2 3 180-15,2-8 193 0,3-1 97 16,-1-4-884-16,2 0 456 0,2-2 223 0,0-15-130 15</inkml:trace>
  <inkml:trace contextRef="#ctx0" brushRef="#br0" timeOffset="125298.31">26317 7667 2198 0,'3'-18'0'0,"1"8"0"0,-2 1 0 0,-2 6 0 0,3 0 0 0,-3 3 0 0,0 8 0 0,0 13 0 0,0 8 0 0,-5 11 0 0,-11 3 105 16,0 8 655-16,-7 9-360 0,0-7-171 0,-10 16-100 0,3-5-19 0,-2 1-110 15,-6 6 0-15,1 0 0 0,-3 0 0 0,1-4 0 16,3-3 0-16,6-3 0 0,11-12 0 0,1 1 0 16,4-9 0-16,5 7 0 0,3-17 0 0,6 1 0 15,0-11-30-15,0-4-434 0,8-8 104 0,13-7 169 16,0-2-830-16,12-15 491 0</inkml:trace>
  <inkml:trace contextRef="#ctx0" brushRef="#br0" timeOffset="125555.12">26265 8331 3022 0,'4'-4'0'0,"2"2"0"0,-3 2 0 0,1 0 0 0,-3 0 0 0,-1 10 0 0,3 2 0 0,3 4 0 0,1 1 0 0,0 1 0 0,5 1 367 0,-1-3-163 0,2 2-74 0,1-5-50 16,3-5 0-16,3 1-41 0,-1-5-30 0,1-4-9 16,1 0 0-16,0 0 0 15,-4-9 0-15,0-5 0 0,-4-1 0 0,-4 0 0 16,-3-4 0-16,-4 1 0 0,-1-2 0 0,-1-1 0 15,0 4 0-15,-11-2 0 0,-1 1 0 0,0 5 0 16,-3 3 0-16,-2 2 0 0,1 4 0 0,4 3 0 16,-2 1 0-16,5 0 0 0,2 0 0 0,-1 1 0 15,4 6 0-15,2 5 0 0,2 0-155 0,0 0 56 16,0-2 47-16,6-1-796 0,7 1 404 16,6-7 194-16</inkml:trace>
  <inkml:trace contextRef="#ctx0" brushRef="#br0" timeOffset="125721.78">26710 8097 2775 0,'0'-11'0'0,"0"7"0"0,1 1 0 0,14-1 0 0,-1-1 0 0,4 3 0 0,4 1 0 0,8-4 0 0,4 3 0 0,6 0 0 0,2 1 186 0,2 1-74 0,-7 0 127 16,4 0-106-16,-2 0-47 0,-4 0-25 15,-1 0-621-15,-4 1 299 0,-5 1 158 16,-4 2-641-16,-3-1 390 0,-9-3 196 0,-4 3-24 15</inkml:trace>
  <inkml:trace contextRef="#ctx0" brushRef="#br0" timeOffset="125908.36">27074 7763 2242 0,'-8'-7'0'0,"2"4"0"0,3 1 0 0,-3 2 0 0,3 0 0 0,1 10 0 0,2 13 0 0,0 5 0 0,0 6 0 0,0 5 0 0,0 12 73 0,0-4-1 0,-3 3-34 0,1-1 1067 15,-2 1-704-15,3-7-401 0,-3 9 0 0,2-8 0 16,-1-7 0-16,3 2 0 16,0-3 0-16,0-10 0 0,0 1 0 0,0-5 0 0,5-3-769 0,4-8 343 15,0-2 134-15,7-5 146 0,2-4-449 0</inkml:trace>
  <inkml:trace contextRef="#ctx0" brushRef="#br0" timeOffset="126079.54">27395 7876 3342 0,'0'1'0'0,"11"14"0"0,-3 1 0 0,2 1 0 16,-2 4 0-16,-3 3 0 0,-1 2 0 0,-3 0 0 0,2 9 0 0,-3-2 0 0,0 3 222 0,0-3-92 0,0 0 24 0,0-4-71 0,0-4-83 0,0-4-530 16,0-3 239-16,4-4 165 0,5-5 81 15,2-3-408-15,-1-5 255 0,5-1 113 16</inkml:trace>
  <inkml:trace contextRef="#ctx0" brushRef="#br0" timeOffset="126357.25">27574 7947 1989 0,'10'-15'0'0,"3"7"0"0,5-1 0 0,5 3 0 0,1 3 0 0,3 3 0 0,1 0 0 0,2 0 0 0,2 3 0 0,-2 12 0 0,0-1 139 0,-4 6-51 0,-5 3 314 15,-2 2-183-15,-7 2-81 0,-4 4-55 16,-5 1 106-16,-3-2-76 0,-4 1-37 0,-15 2-1 15,-4-5-29-15,-2-2-8 0,-2-3 83 0,1-5-42 16,4-7 0-16,0 1-42 0,7-5-17 0,-1-1-20 16,8-3 0-16,2-2 0 0,3-1 0 15,3 0 0-15,0 0 0 0,2 0 0 0,16 0 0 0,6 0 0 16,7-1 0-16,9-5 0 0,-7 2 0 0,12-2 0 16,-11 2 0-16,4 0 0 15,0 0 0-15,-1 1 0 0,-4-1 0 0,-1 0 0 16,0-1 0-16,-4 1-67 0,0-1-750 0,-3-1 380 15,2-3 205-15,-7-3-547 0,-1-1 371 0</inkml:trace>
  <inkml:trace contextRef="#ctx0" brushRef="#br0" timeOffset="126653.22">28322 7899 2744 0,'-5'-7'0'0,"3"0"0"0,2-1 0 0,0-2 0 0,13 0 0 0,10-1 0 0,0 1 0 0,7 3 0 0,4 2 0 0,3 0 0 0,0 2 314 0,-1 1-138 0,4 2-60 15,-3 0 174-15,-1 0-127 0,-6 0-63 0,-2 6-72 16,-10 3-28-16,-1 1 0 0,-6 3 0 0,-5 2 0 16,-5 2 0-16,-1 3 0 0,-5 3 0 0,-14 0 0 15,-5 2 0-15,-9 4 0 0,3-1 0 16,5-3 0-16,-3-1 0 0,-2 2 0 0,10-4 0 0,5-3 0 16,2 1 0-16,3-2 0 15,7-1 0-15,3-2 0 0,0-2 0 0,1 0 0 16,9-3 0-16,8 0 0 0,-2-3 0 0,5-2 0 15,-1 1 0-15,2-3 0 0,0-1 0 16,-1 0 0-16,0 1 0 0,-5 0 0 0,0-2 0 0,-4 3-325 16,-3-2 128-16,2 2 71 0,-6-2-778 0,0-2 424 15,-1 0 227-15,0 0-221 0</inkml:trace>
  <inkml:trace contextRef="#ctx0" brushRef="#br0" timeOffset="126825.83">28450 8057 2933 0,'-17'-3'0'0,"7"2"0"0,3-1 0 0,4 0 0 15,3 0 0-15,0 0 0 0,0 0 0 0,14 1 0 0,11 1 0 0,3 0 0 0,2 5 213 0,2 5-92 0,3 0 151 0,1 0-118 0,-1-1-58 16,1 2-30-16,-1 1-504 0,-1-2 233 0,-1-2 121 16,-3 1-718-16,0 1 419 0,-3 0 210 15,-7-1 62-15,1 1-378 0,-2-1 194 0</inkml:trace>
  <inkml:trace contextRef="#ctx0" brushRef="#br0" timeOffset="127073.58">29001 8249 1718 0,'0'2'0'0,"-1"4"0"0,0 4 0 0,1-3 0 0,-3 4 0 0,3-1 0 0,0 1 0 0,3 3 0 0,6-3 0 0,3 1 0 16,4-1 87-16,7 3 397 0,-4-2-223 0,4-5-103 0,4 1-65 16,-2-3 197-16,-5-5-126 0,3 0-63 15,0 0-32-15,-2 0 37 0,0-2-38 0,-4-6-1 0,-2-1-98 16,-6-2 34-16,-3-2 0 0,-5-1 43 0,-1 0-69 15,0-3 30-15,-7 1 0 0,-9-3 6 0,-4 3 25 16,2 4 8-16,-11-6-9 0,5 7 28 0,-3 3-37 16,7 3-28-16,-4 2 22 0,3 2-18 0,4 1-4 15,2 0 0-15,3 0 0 0,3 7 0 0,2 4 0 16,4 4-261-16,1 3 33 0,2 0 118 0,0 2 58 16,0 0-384-16,7-1 204 15,7 0 60-15,2 1 72 0,3-3-698 0</inkml:trace>
  <inkml:trace contextRef="#ctx0" brushRef="#br0" timeOffset="127296.32">29723 8094 2912 0,'0'-19'0'0,"0"12"0"0,0 6 0 0,7-2 0 0,7-1 0 0,-2 2 0 0,8 1 0 0,-2-2 0 0,4 3 0 0,5 0 0 0,3 0 557 0,1 0-260 0,6 0-132 0,-2 4-165 16,0 0 0-16,1 1 0 0,-3-2 0 0,-1 1-221 15,-4 1-44-15,1-2 152 0,-9 3-842 16,3 0 487-16,-6 1 238 0,-9-1-14 0</inkml:trace>
  <inkml:trace contextRef="#ctx0" brushRef="#br0" timeOffset="127437.36">29877 8274 2291 0,'-23'8'0'0,"6"2"0"0,11-3 0 0,-1-4 0 0,4 3 0 0,3-2 0 0,5 2 0 0,13-3 0 0,11 1 0 0,1-2 0 0,4 0 120 0,2-2 442 0,8 2-263 0,-7-2-121 16,2 0-75-16,2 0-409 16,2 0 172-16,-1 0 85 0,-2 0-751 0,-7-2 427 15</inkml:trace>
  <inkml:trace contextRef="#ctx0" brushRef="#br0" timeOffset="127659.92">30899 8013 2771 0,'0'0'0'0,"1"-2"0"0,-1 2 0 0,0 0 0 0,0 0 0 0,0 2 0 0,-5 9 0 0,-8 3 0 0,-4 2 0 0,-3 7 0 0,-3 1 452 0,0 1-207 16,-1 3 218-16,2 1-463 0,-3-2 0 0,1-2 0 15,-1 1 0-15,2-3 0 0,0-1 0 0,-3-1 0 16,4-2 0-16,-1-2 0 0,1-3 0 16,2-2-290-16,2-1 153 0,0-4 82 0,1-1-852 0,4-2 434 15,1-4 218-15,1 0 109 0,2 0-474 16</inkml:trace>
  <inkml:trace contextRef="#ctx0" brushRef="#br0" timeOffset="127873.13">30705 7490 3555 0,'4'-4'0'0,"-3"4"0"0,6 5 0 0,1 10 0 0,2 8 0 0,4 9 0 0,2 3 0 0,6 16 0 0,0 11 0 0,-1-2 0 0,2 6 164 0,-1 0-64 0,-7-7 12 0,7 14-112 15,-7-9 0-15,-2-4 0 0,-1-7 0 0,2 4 0 16,2-4 0-16,-3-5 0 0,2-3 0 0,0-4 0 15,2-7 0-15,4 0 0 0,1-2 0 0,2-5 0 16,2-1 0-16,9 4-1157 0,0-2 403 0</inkml:trace>
  <inkml:trace contextRef="#ctx0" brushRef="#br0" timeOffset="128017.46">31876 8627 3673 0,'-5'0'0'16,"2"0"0"-16,3 0 0 0,0 0 0 0,-2 0 0 0,-1 0 0 0,1 2 0 0,-4 2 0 0,4 2 0 0,-3-2 0 0,3 3-413 0,-3 4 221 0,0 10 114 0</inkml:trace>
  <inkml:trace contextRef="#ctx0" brushRef="#br0" timeOffset="131074.43">8409 15681 2409 0,'-9'-15'0'0,"-1"-2"0"0,3 0 0 0,3-2 0 0,3-1 0 0,-1-1 0 0,2 0 0 0,0 1 0 0,2-4 0 0,3 3 0 0,10-4 140 0,2 4-49 0,4 1 81 16,1 0-66-16,2 1-32 0,3 1 11 0,1 4 54 15,0 2-48-15,-2 5 0 0,3 3 32 0,-1 2-41 0,-5 2 22 16,2 0-11-16,-4 4-52 0,4 9 1 15,-11 2 6-15,4 6-48 16,-7-1 0-16,-4 10 0 0,-2 1 0 0,-5 2 0 0,0 7 0 16,-11-5 0-16,-9 11 0 0,-4-8 0 15,-4 2 0-15,-4-4 0 0,-4-1 0 16,2-6 0-16,-8 1 0 0,2-8 0 0,-1-5 0 0,-1-4 0 16,6-5 0-16,1-5 0 0,4 0 0 0,11-3 0 0,1 0 0 15,8 0 0-15,1 0 0 0,8 0 0 0,2-3 0 16,0 0 0-16,10-5 0 0,14 1 0 0,10-1 0 15,3 1 0-15,11-1 0 0,-2 3 0 0,2 1 0 16,-4 0 0-16,2 2 0 0,-7 1 0 0,0 1 0 16,1 0 0-16,-4 0 0 15,-4 0 0-15,-4 0 0 0,-5 0 0 16,-1 3 0-16,-3 1 0 0,0 1 0 0,-5 1-237 0,-1-2 98 16,-1 0-709-16,1 0 409 15,-1-4 199-15,-1 0-477 0</inkml:trace>
  <inkml:trace contextRef="#ctx0" brushRef="#br0" timeOffset="131275.34">9100 14936 2840 0,'0'-16'0'0,"0"11"0"0,0 3 0 0,0 0 0 0,0 2 0 0,0 4 0 0,0 18 0 0,0 6 0 0,4 12 0 0,-3 9 0 0,0 4 737 0,1 9-383 15,0 1-354-15,0-1 0 0,-2-7 0 0,2 12 0 16,0-15 0-16,-1 5 0 0,3-3 0 0,0 1 0 15,-1-3 0-15,-1-2 0 0,2-2 0 0,-3-3 0 16,0-9-98-16,1 0-99 0,0-14 106 0,0-7-129 16,2-2-698-16,3-6 438 0,5-7 220 15,4-10 109-15,9-25-428 0</inkml:trace>
  <inkml:trace contextRef="#ctx0" brushRef="#br0" timeOffset="131442.31">9466 15360 2718 0,'16'-26'0'0,"-2"8"0"0,0 9 0 0,-5 6 0 0,-2 0 0 0,2 3 0 0,-4 8 0 0,1 15 0 0,-5 3 0 0,-1 5 0 0,0 13 409 0,0-5-173 0,-5 12-102 0,-6-6 300 16,-3 2-434-16,2-2 0 0,-4-1 0 15,3-9 0-15,-2 2 0 0,0-2 0 0,-2-6 0 16,1-2 0-16,-4-5 0 0,8-7 0 16,-6-3-36-16,4-5-247 0,0-5 163 0,3-2 28 15,-1-2-758-15</inkml:trace>
  <inkml:trace contextRef="#ctx0" brushRef="#br0" timeOffset="131475.26">9298 15829 415 0,'0'-57'0'0,"0"-4"0"0</inkml:trace>
  <inkml:trace contextRef="#ctx0" brushRef="#br0" timeOffset="131656.75">9389 15008 3518 0,'8'-36'0'0,"-4"15"0"0,1 0 0 0,0 9 0 0,-3 5 0 16,1 5 0-16,5 2 0 0,1 0 0 0,4 17 0 0,0 8 0 0,4 10 229 0,-2 5-94 0,2 5-86 0,0 3-49 15,-2-1 0-15,2 3 0 0,0 2 0 0,1-1 0 16,-1-4 0-16,3 3 0 0,-2-3 0 0,-1-8 0 15,1 8 0-15,0-7 0 0,-2-6 0 0,1-2 0 16,3-3 0-16,-6-7 0 0,7 3 0 0,-6-7 0 16,2-2-858-16,-2-1 319 0,0-1 248 0,1-3 114 15,2 2-258-15,1-4 196 16</inkml:trace>
  <inkml:trace contextRef="#ctx0" brushRef="#br0" timeOffset="132025.25">10143 15461 3620 0,'-17'0'0'0,"5"0"0"0,5 0 0 0,2-2 0 0,3 1 0 0,0-3 0 0,2 2 0 0,0-6 0 16,4 1 0-16,17-3 0 0,2-1 289 0,11 2-267 0,2-3-22 0,-4 3 0 0,4 0 0 0,-1 1 0 0,1 0 0 0,-4 3 0 15,0 1 0-15,-4 3 0 0,-2-1 0 0,-5-1 0 16,1 3 0-16,-3 0 0 0,-3 0 0 0,-3 0 0 16,-2 5-451-16,-3 2-100 0,1 0 212 15,-2 0 154-15,7 0-661 0</inkml:trace>
  <inkml:trace contextRef="#ctx0" brushRef="#br0" timeOffset="132261.59">10863 15037 3057 0,'0'3'0'0,"1"1"0"0,1 2 0 0,0-1 0 0,2 3 0 0,-1 3 0 0,3 2 0 0,-1 4 0 0,2 8 0 0,0 0 0 0,-3 4 97 16,1 3 680-16,0 2-777 0,0 1 0 0,-1 2 0 16,-2 0 0-16,1 0 0 0,-1-1 0 0,0-2 0 15,0-2 0-15,-1 0 0 0,-1-4 0 0,0-2 0 16,0-5 0-16,0 1 0 0,0-3 0 0,0-2 0 15,0-6 0-15,0-1 0 0,0-3 0 0,0-2-510 16,0-2 228-16,0-3 121 0,2 0-837 0,7-15 478 16,3-12 240-16</inkml:trace>
  <inkml:trace contextRef="#ctx0" brushRef="#br0" timeOffset="132499.91">11217 15001 3423 0,'4'0'0'0,"2"0"0"0,-4 0 0 16,0 0 0-16,1 1 0 0,-1 5 0 0,4 4 0 0,1 3 0 0,5 6 0 0,-3 5 0 0,-2 4 148 0,2 3 212 0,1 4-360 15,-4 1 0-15,1 7 0 0,0-4 0 0,-2-4 0 16,0 5 0-16,-1-1 0 0,0-5 0 0,-2 0 0 16,1-3 0-16,-1-7 0 0,0 1 0 0,0-5 0 15,-2-5 0-15,1-4 0 0,-1-1 0 0,0-2 0 16,0-4-20-16,0 0-395 0,0 1 192 0,0-5 91 15,0 0 46-15,0 0 0 0,0 0 45 0,0 0-720 16,0-13 365-16,0-9 178 0</inkml:trace>
  <inkml:trace contextRef="#ctx0" brushRef="#br0" timeOffset="132759.25">11719 14640 3399 0,'-3'-13'0'0,"2"5"0"0,1 5 0 0,0 0 0 0,0 1 0 0,0-1 0 0,0 3 0 0,0 0 0 0,0 5 0 0,4 15 0 0,2 5 107 0,1 11 318 16,-3 3-425-16,-1 11 0 0,-1 5 0 0,0 1 0 0,-2 12 0 16,0-7 0-16,0-3 0 0,0 12 0 15,0-5 0-15,-2 2 0 0,2 1 0 0,0-3 0 16,0-8 0-16,0 3 0 0,2-6 0 0,1-3 0 15,6-5 0-15,-2-10 0 0,0 2 0 0,-1-5 0 16,0-2 0-16,-2 1 0 0,-2 1 0 16,-1 7 0-16</inkml:trace>
  <inkml:trace contextRef="#ctx0" brushRef="#br0" timeOffset="133290.79">12295 15139 2047 0,'-7'-12'0'0,"5"10"0"0,2 0 0 0,0 2 0 0,0 0 0 0,7 0 0 0,9 0 0 0,2 0 0 0,8 0 0 0,14 0 0 0,-2-2 270 0,12-3-120 0,-1-3 253 16,0 2-182-16,0 1-89 0,0 1-47 16,-12 2-96-16,3 2 20 0,-5 0 1 15,-5 3-570-15,-7 5 300 0,-2 3 151 0,-3 3 84 16,-4 1-828-16,-3 3 414 0</inkml:trace>
  <inkml:trace contextRef="#ctx0" brushRef="#br0" timeOffset="133459.99">12589 15363 2775 0,'-20'0'0'0,"10"0"0"0,-2 2 0 0,4-2 0 0,3 0 0 0,3 0 0 0,2 0 0 0,0 0 0 0,15 0 0 0,9 0 0 0,6 1 536 0,4-1-253 16,2 3-121-16,2 0-61 0,-1-3-125 0,1 3 32 16,-3 3 10-16,1-3 23 0,0 2-628 0,-4 3 314 15,0-3 156-15,-2 1-744 0,-4 1 383 0,4 0 237 16,1-6 20-16</inkml:trace>
  <inkml:trace contextRef="#ctx0" brushRef="#br0" timeOffset="133692.31">13371 14733 3349 0,'0'-15'0'0,"0"11"0"0,0 4 0 0,0 0 0 0,0 0 0 0,0 13 0 0,2 10 0 0,0 4 0 0,2 11 0 0,-1 8 0 15,0 4 153-15,-1 5 276 0,0 2-429 16,0 2 0-16,-1-2 0 0,1-1 0 0,2-2 0 0,0-3 0 0,1-2 0 16,-1-3 0-16,0-3 0 15,-2-7 0-15,0 3 0 0,-2-3 0 0,0-3 0 16,0-3 0-16,0-8-221 0,0 0-112 0,2-3-650 16,-1-6 462-16,5-1 245 0,5-11 117 0,8-1-470 15</inkml:trace>
  <inkml:trace contextRef="#ctx0" brushRef="#br0" timeOffset="133879.34">13956 15059 3127 0,'10'-11'0'0,"-1"6"0"0,-2 2 0 0,-2 3 0 0,-3 0 0 0,0 0 0 0,0 8 0 0,-2 5 0 0,0 4 0 0,0 4 0 0,-11 7 248 0,0 0-103 0,-4 1 266 0,2 6-411 15,-3 0 0-15,2-5 0 0,-2 6 0 0,0-2 0 16,0-2 0-16,0 0 0 0,-1-3-110 0,0 0-1 15,0-3-711-15,2-3 373 0,2-4 230 0,2 0-27 16,-3-5-196-16,5-2 191 0,4-2 110 16</inkml:trace>
  <inkml:trace contextRef="#ctx0" brushRef="#br0" timeOffset="134132.78">13839 14503 3772 0,'-7'-13'0'0,"5"10"0"0,2 3 0 0,0 0 0 0,0 0 0 0,0 0 0 0,0 7 0 0,2 14 0 0,11 9 0 0,2 11 0 0,8 17 159 0,-3 6-159 0,3 5 0 0,-1 5 0 15,3 2 0-15,-3-1 0 0,4 1 0 0,1-6 0 16,1-3 0-16,0-3 0 0,2-2 0 0,-2-10 0 15,6 9 0-15,-7-18 0 0,5 2 0 16,-1-4 0-16,1-5 0 0,-5-5-283 0,3 3-438 0,0-2 340 16</inkml:trace>
  <inkml:trace contextRef="#ctx0" brushRef="#br0" timeOffset="134795.87">14481 15229 2675 0,'-7'0'0'0,"4"1"0"0,-1 1 0 0,2 0 0 0,2 0 0 0,0 0 0 0,7-1 0 0,16-1 0 0,7 0 0 0,8 0 0 0,3 0 118 0,-6 0-29 15,16-5 323-15,-8 0-186 0,-5 1-92 0,0-2-46 16,-5 2 101-16,-8 2-189 0,1 1 0 0,-6 1 0 15,-6 0 0-15,-1 0 0 0,-6 0 0 16,0 0 0-16,-6 0 0 0,1 0 0 0,0 0 0 0,-2 0-221 16,0 3 89-16,0 1 20 15,0 2-262-15,-2-1 108 0,0 3 114 0,1-3 45 16,-2 2-546-16,3 1 296 0,0-2 163 0</inkml:trace>
  <inkml:trace contextRef="#ctx0" brushRef="#br0" timeOffset="135032.31">15255 14896 2935 0,'0'0'0'0,"-2"0"0"0,2 0 0 0,-1 9 0 0,-1 4 0 0,0 5 0 0,0 4 0 0,0 6 0 0,0 4 0 0,2 4 0 0,0 7 151 16,0-2 555-16,0 3-567 0,0-1-139 0,0 0 0 0,0-6 0 0,2 10 0 0,0-12 0 15,0 4 0-15,0-4 0 0,0-2 0 16,-2-5 0-16,0 1 0 0,0-8 0 0,0-3 0 16,0-4 0-16,0-3-452 0,-2-3 80 15,2-6 113-15,-2-1 109 0,2-1-201 0,0-1 155 16</inkml:trace>
  <inkml:trace contextRef="#ctx0" brushRef="#br0" timeOffset="135365.74">15513 14766 2430 0,'2'-15'0'0,"0"3"0"0,3 6 0 0,1-4 0 0,4 2 0 16,1 1 0-16,3 3 0 0,4 0 0 0,1 2 0 0,3 2 0 0,4 0 104 0,-3 0 239 0,7 0-156 0,-4 2-73 0,1 5 126 16,-5-5-99-16,0 3-50 0,-2-1 10 0,-4-2 20 15,-4 1-62-15,-1 1-59 0,-4-2 0 0,-3 0 0 16,-1 0 0-16,-1 2 0 0,0-2 0 0,-2 1 0 15,0 3 0-15,0 3 0 0,0 0 0 0,0 6 0 16,-4 6 0-16,-1 3 0 16,-1 6 0-16,3 2 0 0,-3 6 0 15,1 7 0-15,2-4 0 0,1 5 0 0,2-2 0 0,0 2 0 16,0-5 0-16,0 9 0 0,0-3 0 0,2-1 0 16,4-3 0-16,0-7 0 0,-1-1 0 0,1-5 0 15,-1-5 0-15,2-3 0 0,-2-3 0 0,-1-4-194 16,-1-4 50-16,-1 0-590 0,0-3 346 0,0-2 174 15,-2-2-236-15,0-2 205 16,0-2 91-16,-9 0 62 0</inkml:trace>
  <inkml:trace contextRef="#ctx0" brushRef="#br0" timeOffset="135564.79">15508 15195 3366 0,'-20'-5'0'0,"7"2"0"0,4 0 0 0,1 1 0 0,7-5 0 0,1 0 0 0,7-2 0 0,17 4 0 0,8-1 0 0,9 0 0 0,-2 2 227 16,14 0 111-16,0 3-338 0,-2 1 0 0,-2 0 0 16,-4 0 0-16,-7 0 0 0,1 0 0 0,-4 4 0 15,-1 1 0-15,-6 2 0 16,-5-1 0-16,-2 3 0 0,-3-1-414 0,-2-1 35 0,-5 1 201 0,-1-2-766 16,-1 1 452-16,2-5 214 0,4 0 124 15</inkml:trace>
  <inkml:trace contextRef="#ctx0" brushRef="#br0" timeOffset="135836.24">16414 14702 2940 0,'4'-20'0'0,"-2"3"0"0,1 0 0 0,-1 3 0 0,0 1 0 0,0 6 0 0,-2 0 0 0,0 4 0 0,0-3 0 0,3 5 0 0,-1 1 405 0,-1 1-171 16,3 17-102-16,-2 6 88 0,0 6-220 0,-1 9 0 15,1 6 0-15,-2 1 0 0,0 5 0 0,0 3 0 16,0 1 0-16,0 1 0 0,0-1 0 0,-2-1 0 16,-1 0 0-16,-1-1 0 15,2-1 0-15,-1 0 0 0,-2-2 0 0,3-9 0 16,0 4 0-16,-1-8 0 0,1-2 0 0,2-5 0 16,-2-10 0-16,0 5 0 0,2-5 0 0,-1-1-102 15,-1 0-745-15,0 2 402 0,0-3 192 0,-2 3 111 16,4 5-361-16</inkml:trace>
  <inkml:trace contextRef="#ctx0" brushRef="#br0" timeOffset="136017.31">16972 15756 3931 0,'-4'-28'0'0,"1"16"0"0,1 11 0 0,0-3 0 0,-1-2 0 0,-4 5 0 0,2-3 0 0,1-1 0 0,0 3 0 0,1-1 0 0,3 1 0 0,0 0-713 0,0 2 89 15</inkml:trace>
  <inkml:trace contextRef="#ctx0" brushRef="#br0" timeOffset="139043.65">20080 15236 1824 0,'-7'-7'0'0,"1"-2"0"0,2 1 0 0,0-5 0 0,4-2 0 0,0 0 0 0,0 0 0 0,0-5 0 0,0 2 0 0,2 1 0 0,3 0 138 0,0 0-49 15,4 2 1-15,-2 1 125 16,4-4-76-16,-1 5-55 0,0 0 1 0,3 3-5 0,-2 0 0 0,2 3-39 15,2 0 139-15,0 3-74 16,4 1-33-16,0 0 0 0,1 3 74 0,-1 0-43 16,4 0-37-16,-3 6 41 0,-1 3-33 0,4 6-1 15,-6 2-33-15,-4 0-23 0,4 7-18 0,-5-1 0 16,-3 5 0-16,-4 3 0 0,-1 0 0 0,-2 3 0 16,-2-1 0-16,0 1 0 0,-2-1 0 0,-7 3 0 15,-5-3 0-15,-2 1 0 0,-4-4 0 0,-1-2 0 16,-2 0 0-16,-2-7 0 0,-3-2 0 15,0-6 0-15,-2-1 0 0,0-5 0 16,-1-2 0-16,3 0 0 0,3-5 0 0,4 1 0 16,0-1 0-16,3 0 0 0,2 0 0 0,7 0 0 15,4 0 0-15,0 0 0 0,3 0 0 0,2 0 0 16,2 0 0-16,17 5 0 0,4-1 0 0,5-2 0 16,4 0 0-16,2-2 0 0,1 1 0 0,3-1 0 15,-1 0 0-15,-1 0 0 0,0 0 0 0,-4 0 0 16,-2 0 0-16,-7-1 0 0,0-1 0 0,-2 0 0 15,-1 1 0-15,-4 1 0 0,-1-3 0 16,-4 3 0-16,0 0 0 0,1 0 0 16,-3 0 0-16,0 0 0 0,1 0 0 0,0 0 0 15,-3 0 0-15,2 0 0 0,3 0 0 0,-1 0-564 16,4 0 240-16,0-1 141 0</inkml:trace>
  <inkml:trace contextRef="#ctx0" brushRef="#br0" timeOffset="139265.7">20978 15179 2820 0,'2'-7'0'0,"1"4"0"0,-1 2 0 0,-2-1 0 0,0 2 0 0,2 0 0 0,1 0 0 0,-1 9 0 0,-1 5 0 0,1 1 0 0,0 4 615 0,-2 7-287 0,0-4-160 0,0 8-168 16,-7 3 0-16,-7-2 0 0,-1 1 0 0,0 2 0 15,-3-2 0-15,-3-1 0 0,0-2 0 0,1-3 0 16,-3-1 0-16,0-5 0 0,4-5-189 15,-5 2-35-15,3-5 54 0,0-5 92 0,3-2-645 16,1-5 341-16,4 0 160 0,1 0 96 16,7-11-456-16,5-12 271 0</inkml:trace>
  <inkml:trace contextRef="#ctx0" brushRef="#br0" timeOffset="139475.81">20843 14727 3564 0,'2'-19'-4'0,"1"8"2"0,-1 3 1 0,0 5 0 0,0-1 1 0,2 4 0 0,1 0 0 0,5 4 0 0,6 12 0 0,0 9 0 0,4 5 139 16,3 13 97-16,-2 4-236 0,0 6 0 0,-1 1 0 0,-1 0 0 15,-3 4 0-15,2 7 0 0,-6-7 0 0,2 2 0 16,-1 0 0-16,-1-9 0 0,0 7 0 0,3-4 0 16,2-7 0-16,1-3 0 0,-2-5 0 0,1-9 0 15,-2-4 0-15,6-1 0 0,-7-10 0 0,6-4 0 16,-1-1-221-16,-3-7-513 0,1 0 336 15,0-2 184-15</inkml:trace>
  <inkml:trace contextRef="#ctx0" brushRef="#br0" timeOffset="139675.29">21393 15349 3931 0,'-6'-10'0'0,"2"7"0"0,1-1 0 0,3 0 0 0,0 0 0 0,0 1 0 0,5 2 0 0,14 0 0 0,4-2 0 0,4 3 0 0,-2 0 0 16,5 0 0-16,2 0 0 0,3 0 0 0,-5 0 0 16,0 0 0-16,-3 0 0 0,1 3 0 0,-5-2 0 15,0 3 0-15,-3-2-95 0,-1 2-33 0,-3-2-886 16,-4 2 495-16,1-3 187 0,1 1 151 16,-5-2-541-16</inkml:trace>
  <inkml:trace contextRef="#ctx0" brushRef="#br0" timeOffset="140507.66">22141 15177 1833 0,'-4'0'0'0,"-1"0"0"0,-2 0 0 0,4 0 0 0,-3-2 0 0,1-4 0 0,1 1 0 0,0-4 0 0,1 2 0 0,-2-2 0 0,3 1 89 0,0-2 165 16,-1-2-107-16,1 4-53 0,0-2 198 0,0 1-131 15,2 0-60-15,-1-1-31 0,1 1 232 0,0-1-131 16,0 2-56-16,0-5-42 0,0 5 156 0,5-2-229 16,2-2 0-16,5 3 0 0,-1-3 0 0,3 3 0 15,2-2 0-15,2 2 0 0,0 2 0 0,1-2 0 16,2 3 0-16,-1 3 0 0,3 1 0 15,3 1 0-15,-1 1 0 0,-2 0 0 16,0 0 0-16,4 9 0 0,-3 3 0 0,-4 0 0 16,1 3 0-16,-2 3 0 0,-6-2 0 0,1 3 0 15,-1 5 0-15,-8-5 0 0,0 8 0 0,-5-4 0 16,0 6 0-16,-1 1 0 0,-16 2 0 0,-6 4 0 16,-1 1 0-16,-6-1 0 0,-2 1 0 0,-2 1 0 15,-1-4 0-15,-1-2 0 16,4-4 0-16,4-7 0 0,-4-1 0 0,4-2 0 0,3-7 0 0,6-4 0 15,1-2 0-15,2-2 0 16,7-2 0-16,2-1 0 0,1 0 0 0,5 0 0 16,-1 0 0-16,2 0 0 0,0 0 0 0,9 0 0 15,5 0 0-15,6-1 0 0,4-2 0 0,-4 3 0 16,10 0 0-16,-3 0 0 16,-1 0 0-16,2 0 0 0,-1 0 0 0,-2 0 0 0,3 0 0 0,-5 0 0 15,0 3 0-15,0-2 0 16,-3 3 0-16,-1 0 0 0,-1-1 0 0,-4 1 0 15,2 0 0-15,-5 0 0 0,1-1 0 0,2 0 0 16,-1-3-51-16,4 0-21 0,3 0-1738 0,-6-4 886 16,0-17 443-16</inkml:trace>
  <inkml:trace contextRef="#ctx0" brushRef="#br0" timeOffset="140842.07">22798 15050 3420 0,'2'-14'0'0,"6"1"0"0,1 1 0 0,4 1 0 0,0-2 0 0,6 7 0 0,7-3 0 0,0 8 0 0,6-1 0 16,2 2 0-16,0 0 400 0,-1 9-289 0,1 10-111 0,-1 2 0 0,-6 4 0 0,-2 3 0 0,-2 2 0 15,-4 0 0-15,-5 2 0 0,-4 2 0 16,-4-2 0-16,-4 3 0 0,-2 1 0 0,-7 3 0 16,-13-3 0-16,-2-4 0 0,-12 5 0 0,0-5 0 15,-3-4 0-15,-2-5 0 0,-2-4 0 0,8-6 0 16,-6-4 0-16,2-3 0 0,8-5 0 15,1-1 0-15,7 0 0 0,0 0 0 16,10 0 0-16,0 0 0 0,5 0 0 0,2 0 0 16,4 0 0-16,0 0 0 0,15 0 0 0,12 0 0 15,3 0 0-15,9 0 0 0,2 0 0 0,-2 0 0 16,14 4 0-16,-5 1 0 0,-2 1 0 0,0-2 0 16,-7 1 0-16,7 0 0 0,-4 0 0 0,-8-1 0 15,3 2 0-15,-5 0 0 0,-5 3-293 0,3 2-268 16,-8 2 262-16,0 4-414 0</inkml:trace>
  <inkml:trace contextRef="#ctx0" brushRef="#br0" timeOffset="141460.93">23863 15015 3125 0,'-12'-13'0'0,"7"12"0"0,1 0 0 0,4 1 0 0,0 0 0 0,0 0 0 0,0 0 0 0,12 0 0 0,8 0 0 0,7 0 0 15,4-3 222-15,12-1 362 0,-8-2-584 0,11 1 0 0,-6 0 0 16,3-1 0-16,-2 1 0 0,-5 4 0 0,2-1 0 16,-2 1 0-16,-6 1 0 0,-2 0 0 0,-8 0-192 15,1 0-175-15,-5 9 212 0,-2 2 91 0,-5 4-1160 16</inkml:trace>
  <inkml:trace contextRef="#ctx0" brushRef="#br0" timeOffset="141644.24">24040 15290 3225 0,'-30'8'0'0,"9"3"0"0,0-1 0 0,7-1 0 16,3-3 0-16,4-1 0 0,5-1 0 0,2 2 0 0,6-1 0 0,15 1 0 0,9-3 369 0,3-3-166 0,8 0-83 0,3 0-106 15,-1 0-14-15,-3 0 0 0,7 0 0 0,-12-2 0 16,2 1 0-16,-5 1 0 0,-2 0-360 0,-5 0-29 16,0 0 208-16,-2 0 110 0,-3 0-940 0,4 1 472 15</inkml:trace>
  <inkml:trace contextRef="#ctx0" brushRef="#br0" timeOffset="141854.13">24812 15149 3056 0,'0'-11'0'0,"0"6"0"0,2 3 0 0,14-4 0 0,3 0 0 0,6 0 0 0,5 2 0 0,4 2 0 0,10-4 0 0,6 4 0 0,0 0 827 0,4-1-779 0,-1 3-48 16,-2 0 0-16,-3 0 0 0,-4 5 0 0,4 3 0 16,-10-6 0-16,0 5 0 0,-6-2 0 0,-8 1 0 15,-3-2-357-15,-10 2 8 0,-2-4 184 0,-3 3-411 16,-4-3 211-16,-2 1 163 15,-2-3-459-15,-12 0 317 0</inkml:trace>
  <inkml:trace contextRef="#ctx0" brushRef="#br0" timeOffset="142202.51">25338 14665 3583 0,'-14'-4'0'0,"7"2"0"0,-2 2 0 0,0 0 0 0,4 2 0 0,1 11 0 0,4 4 0 0,0 7 0 0,0 3 0 0,0 6 0 0,4 11 348 0,1-1-348 0,4 2 0 16,-2 2 0-16,0 0 0 0,0-5 0 16,4 8 0-16,-6-5 0 0,0-4 0 0,1 0 0 0,-4-5 0 15,0 3 0-15,-2 0 0 0,0-1-150 0,-8-5-259 16,-6-1 145-16,-2-6 139 0,0-6-816 0,-9 1 456 16,2-6 224-16,-1-5-122 0,-2-2 173 0,4-6 76 15,-7-2 53-15,3 0 85 0,5 0-42 0,-1 0 0 16,1 0 553-16,4-1-285 15,6 0-130-15,0-3-69 0,7 0 914 0,0 2-350 16,4 0-283-16,0 0-99 0,17 2 361 0,8 0-574 16,10 0 0-16,4 0 0 0,7 2 0 0,0 2 0 15,5 1 0-15,3-1 0 0,1 0 0 0,-3 0 0 16,1-1 0-16,-13-1 0 0,3 2 0 0,-3 0 0 16,-5 1 0-16,-5 0 0 0,-1 0-70 0,-9 0-1159 15,-1-1 601-15,0 2 295 0</inkml:trace>
  <inkml:trace contextRef="#ctx0" brushRef="#br0" timeOffset="142407.34">26186 14702 3931 0,'-7'-16'0'0,"-1"10"0"0,-3 4 0 0,-2 2 0 0,-6 0 0 0,-3 8 0 0,-1 13 0 0,0 9 0 0,3 8 0 0,-1 6 0 0,4 8 0 0,4 13 0 0,4-1 0 0,3 2 0 16,4 2 0-16,2-3 0 0,0 15 0 0,15-8 0 16,9-3 0-16,9-7 0 0,6-6 0 0,-1-12 0 15,16 4 0-15,1-6 0 0,5-5-68 0</inkml:trace>
  <inkml:trace contextRef="#ctx0" brushRef="#br0" timeOffset="142868.67">26746 15074 2171 0,'0'-11'0'0,"0"7"0"0,0 3 0 0,0 1 0 0,0 0 0 0,0 5 0 0,0 10 0 0,0 4 0 0,0 5 0 0,-6 6 0 0,-8 6 232 0,-2 0-87 0,-6 11 29 0,0-2-68 16,-5 0-34-16,-1-3 0 0,1 0-169 0,3-8 78 15,0 0 23-15,0-7-134 16,-2-6 85-16,8-6 41 0,0-3 0 0,-2-6-370 0,6-6 199 15,1 0 30-15,5-9 76 0,6-15-447 0,2-7 239 16,2-7 110-16,9-13-263 0</inkml:trace>
  <inkml:trace contextRef="#ctx0" brushRef="#br0" timeOffset="143066.76">26568 14689 2773 0,'1'-34'0'0,"2"18"0"0,-3 3 0 0,0 5 0 0,0 4 0 0,0 3 0 0,0 1 0 0,1 18 0 0,9 10 0 0,3 13 0 0,7 18 366 0,1 5-165 15,6 7-81-15,1 4 351 0,4 4-471 0,0-4 0 16,1-1 0-16,1-6 0 0,2 3 0 0,-3-7 0 16,-1-3 0-16,-5-10 0 0,-4 0 0 0,0-2 0 15,-4-6 0-15,-5-12 0 0,-1 2 0 0,-2-9-111 16,-1-6-286-16,-3 0 89 16,-4-10 143-16,2-1 10 0,-3-4 58 0,1-3 21 0,0 0-890 0,-3-2 464 15</inkml:trace>
  <inkml:trace contextRef="#ctx0" brushRef="#br0" timeOffset="143248.26">27157 15395 2898 0,'-5'-9'0'0,"2"4"0"0,-2 1 0 0,3-1 0 0,2-4 0 0,0 4 0 0,0-2 0 0,14-1 0 0,10 2 0 15,2 3 0-15,4-1 702 0,2 2-371 0,3 0-331 0,-2 2 0 0,-2 0 0 16,2 0 0-16,-6 0 0 0,6 8-158 0,-6-1-119 15,-2-2 158-15,0 3 78 0,-5-4 40 0,1 1 9 16,0-3 30-16,-5-1-438 0,1-1 215 0</inkml:trace>
  <inkml:trace contextRef="#ctx0" brushRef="#br0" timeOffset="143455.38">27852 14932 2983 0,'0'-11'0'0,"0"10"0"0,0-1 0 0,0 0 0 0,0 2 0 0,0 0 0 0,0 16 0 0,0 6 0 0,0 8 0 0,0 9 0 0,2 1 898 0,1 5-848 0,-2 1-50 0,1 2 0 16,-2 4 0-16,0-5 0 0,0 3 0 0,2-4 0 15,0-3 0-15,-1-9 0 0,2-4 0 0,-2 4 0 16,0-13 0-16,1 2 0 16,1-8 0-16,-1-5-189 0,-2 2-8 0,3-6 105 0,-1-1-829 0,0-3 442 15,0-2 220-15,0 0 111 16,4-3-462-16</inkml:trace>
  <inkml:trace contextRef="#ctx0" brushRef="#br0" timeOffset="143777.29">28080 14881 2789 0,'2'-11'0'0,"1"5"0"0,2 3 0 0,5-3 0 0,2-1 0 0,1 4 0 0,11-1 0 0,0 2 0 0,5 1 0 0,2 1 0 0,4 0 227 0,2 0-86 16,0 0-55-16,9 0 5 0,-7 0-27 15,-6 0 0-15,2 0-26 0,-5 0 55 0,-4 0-55 16,-4 0 0-16,-5 0 156 0,-6 0-126 0,-4 0-68 16,-2 0 0-16,-1 0 0 0,-3 0 0 0,-1 0 0 15,0 7 0-15,0 3 0 0,-7 3 0 0,-1 5 0 16,-1 5 0-16,0 4 0 0,1 3 0 0,-1 6 0 16,1 2 0-16,1 9 0 0,1-1 0 0,2 0 0 15,1 1 0-15,1 3 0 0,0-7 0 16,2 10 0-16,0-9 0 0,0-1 0 15,0-9 0-15,0-4 0 0,0 4 0 0,2-12 0 16,0-1 0-16,0-5 0 0,-1 0 0 0,-1-5 0 16,3 0-541-16,-3-7 43 0,0 2 229 0,0-4-517 15,-4-2 373-15,-6 0 179 0</inkml:trace>
  <inkml:trace contextRef="#ctx0" brushRef="#br0" timeOffset="143955.34">28120 15305 3090 0,'-15'-11'0'0,"2"3"0"0,6 5 0 0,4-3 0 0,3-1 0 0,0-1 0 0,21 2 0 0,8 4 0 0,14-3 0 15,4 3 0-15,4 0 363 0,4 2-163 0,10 0-81 0,-12 0-31 0,7 2-17 0,-4 5-71 16,-1-3 0-16,-6 2 0 0,-3 0 0 0,-7 0 0 16,-2 1 0-16,-4-2 0 0,-3 2 0 15,-6-1 0-15,-3 0 0 0,-1 0-1602 16</inkml:trace>
  <inkml:trace contextRef="#ctx0" brushRef="#br0" timeOffset="144314.43">29040 14894 2227 0,'0'-8'0'0,"0"-1"0"0,1 2 0 0,3-2 0 0,-1-1 0 0,1 0 0 0,-3 1 0 0,5 2 0 0,-4-2 0 0,1 7 0 0,-1-2 230 0,0-1-87 0,0 4-57 16,-2-1 27-16,0 2-37 0,0 0 0 0,1 0 27 15,1 0-23-15,-2 0-10 0,2 0-32 0,-1 0 43 16,1 0 1-16,1 0-44 0,-2 3 151 0,3 2-80 16,1-1-36-16,0 1 0 15,2 1-29-15,2 3-44 0,2 0 0 0,1 3 0 16,6 4 0-16,2 3 0 0,1 2 0 0,1 5 0 15,0 3 0-15,6 7 0 0,-5 0 0 0,2 4 0 16,-6 0 0-16,1 1 0 0,-6-1 0 0,-2 6 0 16,-5-1 0-16,-5 1 0 0,-2-1 0 0,-7 1 0 15,-16 0 0-15,-7-3 0 0,-5 0 0 0,-12 0 0 16,-1-4 0-16,-4-1 0 0,2-4 0 0,-17 5 0 16,8-4 0-16,-3 2 0 15,-1-2-362-15</inkml:trace>
  <inkml:trace contextRef="#ctx0" brushRef="#br0" timeOffset="146060.34">12217 16552 2176 0,'0'-11'0'0,"0"10"0"0,0 1 0 0,0 0 0 0,0 0 0 0,3 0 0 0,3 3 0 0,-1 4 0 0,3 3 0 0,-2 0 0 0,1 8 130 0,-1-1-47 0,-4 3 182 16,-1 6-119-16,-1 2-54 0,0 0-28 0,-5 5 121 15,-8-1-74-15,-4 2-28 16,-2 0-9-16,1-1 57 0,-3-1-47 0,-2-2-24 0,1 0 1 16,-1-5-82-16,0-3 24 0,1-4 1 0,2 0-133 15,0-8 84-15,2-1 40 16,1-3-495-16,1-6 254 0,5 0 83 0,2 0 79 0,2-6-573 16,2-17 310-16,5-5 146 0</inkml:trace>
  <inkml:trace contextRef="#ctx0" brushRef="#br0" timeOffset="146290.56">12029 16218 2252 0,'-5'-16'0'0,"4"9"0"16,-3 3 0-16,2 3 0 0,0-1 0 0,2 2 0 0,0 0 0 0,9 0 0 0,12 14 0 0,2 6 0 0,6 8 652 0,1 6-307 0,0 5-146 0,-2 6 188 15,0 6-291-15,2 7-96 0,-6-1 0 0,-3-7 0 16,0 7 0-16,-1-1 0 0,1-4 0 0,-2 1 0 15,-3-7 0-15,2-6 0 0,0 7 0 0,-3-14 0 16,2-2 0-16,-3-5 0 0,-2-7 0 0,2-2 0 16,-3-4-152-16,-2-3-302 0,1-4 209 0,-1-3 104 15,-2-3-282-15,1 0 185 0,2 0 104 0,1-12 49 16</inkml:trace>
  <inkml:trace contextRef="#ctx0" brushRef="#br0" timeOffset="146457.71">12624 16523 3086 0,'-5'-14'0'0,"3"7"0"0,0-1 0 0,2 1 0 0,0-3 0 0,2 2 0 0,12 1 0 0,7 1 0 0,4 1 0 0,0 1 0 0,4-2 237 0,3 5 172 0,-2-1-210 16,2 2-199-16,2 0 0 0,-2 0-132 0,0 0-25 16,-2 2 92-16,-3 3 51 0,-2 4-398 0,-6 4 224 15,-2-1 112-15,-4 4-895 16,-2 9 482-16</inkml:trace>
  <inkml:trace contextRef="#ctx0" brushRef="#br0" timeOffset="146633.19">12859 16732 2997 0,'-17'0'0'0,"4"5"0"0,1-2 0 0,3-3 0 0,4 0 0 0,1 0 0 15,4 0 0-15,0 0 0 0,0 0 0 0,11 0 0 0,8 0 308 0,5 0-136 0,0 0-67 0,1 0 178 0,-2 0-217 16,1 0-66-16,0 0 0 0,-1 2 0 0,0 2-73 15,-3-1 49-15,-1 0 26 0,-2 2-314 0,-2-1 175 16,0 0 87-16,0-1-784 0,-1-1 307 0,2-2 249 16,3 0-431-16</inkml:trace>
  <inkml:trace contextRef="#ctx0" brushRef="#br0" timeOffset="146998.81">13394 16358 2491 0,'8'-14'0'0,"1"2"0"0,1 5 0 0,-1-1 0 0,0 4 0 0,1 3 0 0,1 1 0 0,-4 0 0 0,5 0 0 0,-3 8 0 0,-3 4 186 0,-1 3 303 16,-1 6-226-16,-3 4-113 0,-1-3-57 0,0 3 136 15,-1-5-199-15,-8 0-30 0,-1-1 0 0,3-4 0 16,-1-5 0-16,2 0 0 0,1-4 0 16,1-5 0-16,3 1 0 0,1-2 0 15,0 0 0-15,0 0 0 0,0 0 0 0,5 0 0 16,10-2 0-16,6 1 0 0,0-2 0 0,3 0 0 15,0 3 0-15,8 0 0 0,-2 6 0 0,0 3 0 16,-2 3 0-16,-1 3 0 0,-5 0 0 0,3 6 0 16,-7 0 0-16,-2 2 0 0,-5 0 0 0,-8-1 0 15,-1 0 0-15,-2 4 0 0,-2-2 0 0,-12 0 0 16,-4-1 0-16,-2-2 0 0,-6 2 0 0,-1-4 0 16,-3 0 0-16,-2-2 0 15,1-2 0-15,-3 0 0 0,-2-5 0 0,2 0 0 16,2-5 0-16,0 1 0 0,2-3 0 0,4-3 0 15,4 0 0-15,1 0 0 0,2-6 0 0,6-8 0 16,2-6-40-16,5-6-1213 0,6-8 600 0</inkml:trace>
  <inkml:trace contextRef="#ctx0" brushRef="#br0" timeOffset="147158.84">13501 16381 3028 0,'6'-11'0'0,"3"2"0"0,2 0 0 0,-2 3 0 0,-2-2 0 0,4 2 0 0,2-1 0 0,7 2 0 0,5-2 0 0,3 4 0 0,2-3 142 16,4 4 531-16,0 1-585 0,0-1-88 0,3 2 0 16,-1 0 0-16,2 0 0 0,-5 3 0 0,1 2-627 15,-2 4 195-15,-2-3 234 0,4 1 117 0</inkml:trace>
  <inkml:trace contextRef="#ctx0" brushRef="#br0" timeOffset="147362.31">14318 16272 3220 0,'-9'6'0'0,"6"0"0"0,3 1 0 0,0-1 0 0,0-4 0 0,9 0 0 0,9-2 0 0,8 0 0 0,3 0 0 0,4 0 0 0,11 0 270 0,-5 0-117 0,-5 0 135 0,5 0-288 0,-2 0 0 16,-4 0 0-16,-3-2 0 15,-2 2 0-15,-6 0 0 0,-1 0 0 0,-4 0-258 16,-7 0 143-16,-3 0 76 0,-5 7-357 0,-2 4 226 15,0 3 99-15,-7 1-165 0,-12 6-620 0,-4-9 409 16</inkml:trace>
  <inkml:trace contextRef="#ctx0" brushRef="#br0" timeOffset="147630.79">14290 16523 2240 0,'-4'0'0'0,"1"0"0"0,3 7 0 0,-4 0 0 0,2 0 0 0,1 1 0 0,-2 1 0 16,-1-1 0-16,2-1 0 0,-1 0 0 0,-1 0 138 0,2-2-51 0,-1-2-25 15,1-2 28-15,-2-1-10 0,0 0-44 0,2 0 1 0,0-5 97 0,2-6-48 16,0-3-16-16,0 0-9 16,6 2 82-16,5-1-53 0,0 0-27 0,3 3 1 15,0 1 96-15,0 1-66 0,1 5-29 0,-2-1-62 16,0 1 34-16,0 3-1 0,-3 0 10 0,-1 0-234 15,-2 8 112-15,-1 3 56 0,-4 1-651 0,0 2 334 16,-2 2 121-16,0 3 102 0,0 5-620 0,-6 2 349 16</inkml:trace>
  <inkml:trace contextRef="#ctx0" brushRef="#br0" timeOffset="148124.31">14245 16969 1600 0,'0'0'0'0,"0"0"0"0,0 0 0 0,0-1 0 0,2-13 0 0,4-3 0 0,5-3 0 0,1-1 0 0,0-6 0 0,3 3 0 0,-1-4 67 16,0 2-175-16,0-4 72 15,-2 0 46-15,0-2-9 0,-1-4-298 0,-3 0 156 0,1-7 78 16,-1 0 39-16,-3 1-173 0,1-12 94 0,-1 2 45 16,1-10 103-16,0 3-48 0,0-2-29 15,-1 10-33-15,-1-2 346 0,-2 14-153 0,-1 3-76 16,-1 11 287-16,0 5-168 0,0 9-40 0,0 3 7 15,0 4 385-15,0 4-242 0,2 9-123 0,2 20-51 16,6 14 290-16,3 12-179 0,2 3-91 0,2 10 157 16,0 1-284-16,-1 4 0 0,3 3 0 15,2 0 0-15,-1 2 0 0,1-4 0 0,0-4 0 0,-2-10 0 16,5 10 0-16,-7-18 0 0,2 1 0 0,0-6 0 16,-6-11 0-16,2-3 0 0,-2-10 0 0,-2-4 0 15,2-7 0-15,-3-4 0 16,0-4 0-16,-3-4-104 0,2 0 19 0,-2-19-408 15,2-9 229-15,-4-10 113 0,-1-6-320 0,-3-3 209 16,-1-6 117-16,0 0 54 0,0 0-30 0,0 9 42 16,-3 8 0-16,-4-2 33 0,-4 11 259 15,2 5-125-15,-2 6-62 0,0 5 735 0,-2 6-399 0,-3 4-204 16,2 1-92-16,-2 3 637 16,-2 14-689-16,-1 6-14 0,0 5 0 0,1 2 0 15,-7 7 0-15,2-2 0 0,1 0 0 0,-2 1 0 16,-1-5 0-16,2-2 0 0,0-2 0 0,2-2 0 15,3-6 0-15,4-3 0 0,6-7-301 0,0-4 59 16,5-1 118-16,3-4-986 0</inkml:trace>
  <inkml:trace contextRef="#ctx0" brushRef="#br0" timeOffset="148284.28">14823 15927 3931 0,'4'-28'0'0,"4"9"0"0,5 7 0 0,-2 3 0 0,-1 0 0 0,-1 5 0 0,-2 2 0 0,3 2 0 0,-3 0 0 0,3 6 0 0,0 12 0 0,-3 7 0 0,-2 7 0 0,3 10 0 16,-3-5 0-16,3 11 0 0,0 0 0 0,1-2 0 15,-2-1-279-15,1 2 155 0,3 1-1160 16</inkml:trace>
  <inkml:trace contextRef="#ctx0" brushRef="#br0" timeOffset="148523.46">15511 16227 3931 0,'-8'-3'0'0,"6"3"0"0,2 2 0 0,-2 13 0 0,-3 7 0 0,-2 10 0 0,1 4 0 0,0 0 0 0,0 6 0 0,1 3 0 0,1 3 0 0,2-1 0 0,2 2 0 16,0-11 0-16,0 6 0 0,0-7 0 0,0-3 0 15,4-4 0-15,0-7 0 0,1-3 0 0,-3 1 0 16,0-4 0-16,-2-4-254 0,0 0-71 0,0-5 157 16,0-5-715-16,0-3 427 0,-2 0 210 15,0-12 104-15</inkml:trace>
  <inkml:trace contextRef="#ctx0" brushRef="#br0" timeOffset="148898.17">15667 16143 3080 0,'16'-21'0'16,"7"6"0"-16,2 1 0 0,3 0 0 0,0 3 0 0,3 3 0 0,2 7 0 0,1 1 0 0,0 0 0 0,-4 5 0 0,0 11 470 0,-6 8-208 0,-5 2-143 0,-4 2-119 0,-6 2 0 15,-7 2 0-15,-2-1 0 0,0 5 0 0,-21 2 0 16,-4-5 0-16,-5 0 0 16,-7-2 0-16,7-8 0 0,-4 0 0 0,2-7 0 15,4-5 0-15,8-4 0 0,-1-4 0 0,8-3 0 16,1 0 0-16,5 0 0 0,4-1 0 0,3-13 0 15,1 3 0-15,17 0 0 0,9-3 0 0,10 5 0 16,0 2 0-16,2 5 0 0,4-1 0 0,-7 3 0 16,3 3 0-16,-1 12 0 0,-6 3 0 0,-2 6 0 15,-4 0 0-15,-5 3 0 0,-8 4 0 0,-4 0 0 16,-7 1 0-16,-2 2 0 16,0-2 0-16,-16 1 0 0,-7-3 0 0,-2-4 0 15,-9 1 0-15,1-4 0 0,-5-2 0 0,1-4 0 16,-12 0 0-16,6-6 0 0,-1-3 0 0,9-6 0 15,-1-2 0-15,8 0 0 0,-4-2 0 0,11-6 0 16,3-5 0-16,4-2 0 0,5-2 0 0,7-4 0 16,2 1-215-16,0-5-244 0,7 0 211 0,14 1 105 15</inkml:trace>
  <inkml:trace contextRef="#ctx0" brushRef="#br0" timeOffset="149072.22">16627 16841 3582 0,'-9'-24'0'0,"9"22"0"0,3 2 0 0,-1 0 0 0,-2 0 0 0,0-2 0 0,0 1 0 0,-7-1 0 0,-1-1 0 0,-2 2 0 0,-9 1-387 0</inkml:trace>
  <inkml:trace contextRef="#ctx0" brushRef="#br0" timeOffset="153332.28">22821 5418 1972 0,'0'0'0'0,"0"-1"0"0,0-2 0 0,0 1 0 0,0-1 0 0,1-3 0 0,1 2 0 0,2 0 0 0,-1 2 0 0,-1 1 0 0,0-2 178 0,1 1-63 0,-1 2 0 16,0 0-63-16,-1 0 34 0,3 0 14 0,1 0-48 0,3 5 75 15,4 0 42-15,0 2-58 0,4-1 0 0,2 2 125 16,5-1-98-16,2-1-43 16,5-2 179-16,3-1-274 0,8-1 0 0,5-2 0 15,4 0 0-15,14 0 0 0,1 0 0 0,13 0 0 16,16 0 0-16,9-3 0 0,22-7 0 0,-4 3 0 16,6-3 0-16,7 3 0 0,3 1 0 0,-19 1 0 15,24-1 0-15,-39 4 0 0,8 0 0 0,-7 2 0 16,-9 0 0-16,-14 0 0 0,-3 0 0 0,-2 0 0 15,-8 0 0-15,-1 2 0 16,-11 0 0-16,11-2 0 0,-14 0 0 0,2 0 0 0,-8 0 0 16,-10 0 0-16,-5-2 0 0,-2 0 0 0,-7-2 0 15,-4-1 0-15,-8 2 0 0,-3-2 0 16,1 1 0-16,-5 0 0 0,-2 1 0 0,-1-1 0 16,-1-1 0-16,0-1 0 0,0 1 0 0,-5-1 0 15,-9 4 0-15,-10 2 0 0,-12 0 0 0,-18 24-319 16,-19 15-93-16</inkml:trace>
  <inkml:trace contextRef="#ctx0" brushRef="#br0" timeOffset="157306.38">15283 17330 3527 0,'-7'0'0'0,"2"0"0"0,1 0 0 0,2-2 0 0,0 0 0 0,2 0 0 0,0-2 0 0,0 2 0 0,0-1 0 0,0 1 0 0,0 0 203 0,0 0-79 0,2 2-47 16,2 0-77-16,1 0 0 0,1 0 0 15,1 0 0-15,3 2 0 0,1 4 0 16,2 0 0-16,0-1 0 0,2 0 0 16,4-1 0-16,0 2 0 0,5-2 0 0,-1-3 0 15,3 1 0-15,2-2 0 0,3 0 0 0,2 0 0 16,8 0 0-16,1 0 0 0,5 0 0 16,2 0 0-16,6 0 0 0,0 0 0 0,14 4 0 0,-9 1 0 15,3-1 0-15,-2 2 0 0,12-1 0 0,-6-2 0 16,2-3 0-16,0 0 0 0,-7 0 0 0,-11 0 0 15,4-7 0-15,-4-4 0 0,-6 2 0 16,-10-1 0-16,-1-2 0 0,-7 2 0 0,-6 1 0 0,-4-1 0 16,-8 4 0-16,0 1 0 15,-5 0 0-15,-3-3 0 0,1 0 0 0,-2-1 0 16,0 0 0-16,0 1 0 0,0 0 0 0,0 5 0 16,-2 1 0-16,1 2 0 0</inkml:trace>
  <inkml:trace contextRef="#ctx0" brushRef="#br0" timeOffset="159028.34">13114 17192 3899 0,'-22'12'0'0,"1"6"0"0,-1 12 0 0,3 6 0 0,-2 9 0 0,-1 15 0 0,5 2 0 0,4-3 0 0,-1 18 0 0,7-10 0 0,5-1 32 0,2-13-32 0,0 3 0 16,9-10 0-16,12 2 0 0,0-12 0 0,1-8 0 0,2-3 0 15,5-1 0-15,-3-6 0 0,1-4 0 16,-1-3 0-16,-2-4 0 0,-3-5-84 16,2 0-59-16,-4-2 1 0,1 0-470 0,-1-4 284 15,-1-7 141-15,-4-3-606 0,0-10 363 0</inkml:trace>
  <inkml:trace contextRef="#ctx0" brushRef="#br0" timeOffset="159237.12">13413 17081 3435 0,'0'-21'0'0,"0"4"0"0,0 4 0 0,0 3 0 0,0 6 0 0,0 3 0 0,-6 1 0 0,-1 0 0 0,-2 14 0 0,-3 8 0 0,-5 14 410 0,-2 6-324 0,-3 4-86 16,-4 15 0-16,5-14 0 0,-4 5 0 0,2 1 0 16,5-12 0-16,-4 10 0 0,1-11 0 0,6-6 0 15,-2-1 0-15,2-5 0 0,2-7 0 0,3-4 0 16,5-5 0-16,1-7 0 0,2-3-541 0,2-2-343 15,2-2 409-15,11-23-423 16</inkml:trace>
  <inkml:trace contextRef="#ctx0" brushRef="#br0" timeOffset="159391.24">13300 17281 3037 0,'9'-14'0'0,"1"5"0"0,1 2 0 16,-1 5 0-16,0 2 0 0,2 0 0 0,1 5 0 0,-1 10 0 0,4 6 0 0,2 0 0 0,-2 1 256 0,3 3 382 15,0 0-638-15,1 1 0 0,0 0 0 0,1-2 0 0,0-2 0 0,0 2 0 0,-3-9 0 0,3 3 0 0,-3-5 0 16,-4 1 0-16,0-5-451 0,-7-2 45 16,1 3 236-16,-7-5-862 0,-1 3 490 0,0-1 249 15</inkml:trace>
  <inkml:trace contextRef="#ctx0" brushRef="#br0" timeOffset="159566.72">13249 17469 2405 0,'-11'0'0'0,"2"0"0"0,3 0 0 0,0 0 0 0,5 0 0 0,1 0 0 0,0 0 0 0,5 0 0 0,12 0 0 0,6-3 0 0,1 2 92 0,0-1-48 0,3 2 0 15,1 0 967-15,-3 0-676 0,5 0-335 0,-4 0 0 16,-8 0 0-16,3 0 0 0,-4 0 0 0,-5 6-789 16,0 4 395-16,-6-1 220 0,-1 3-840 0,-4 3 482 15</inkml:trace>
  <inkml:trace contextRef="#ctx0" brushRef="#br0" timeOffset="159739.19">13270 17688 2520 0,'-11'2'0'0,"1"1"0"0,5 0 0 0,1-3 0 0,4 0 0 0,0 0 0 0,7 0 0 0,16-6 0 0,0-1 0 0,-1-3 0 0,10-1 174 15,-6 4-65-15,1-3 228 0,-6 5-146 0,0-2-73 0,0 4-349 0,-3 1 132 16,-5 2 71-16,-3 0-600 0,-1 0 336 15,-4 0 180-15,1 3 83 0,-5 3-740 0,-1-1 363 0,0 0 181 16</inkml:trace>
  <inkml:trace contextRef="#ctx0" brushRef="#br0" timeOffset="160068.01">13421 17562 1617 0,'-8'-3'0'0,"0"0"0"0,3 2 0 0,1 1 0 0,0 0 0 0,1 6 0 0,1 7 0 0,2 0 0 0,0 6 0 0,0-1 0 0,0 7 42 0,0-1 1 0,0 3 345 0,0-1-173 0,0-1-75 0,0 5 125 15,0-3-112 1,0-8-58-16,0 2-53 0,-5-4 1 0,0-3 10 0,1-3-98 16,-1-4 43-16,-1-4 1 0,3 0 43 15,-3-3-76-15,2 0 49 0,2-3-11 0,2-7 18 0,0-1 21 16,0-3-66-16,8 2 48 0,5-3 65 16,2 4-38-16,2 0-11 0,4 4-23 0,-3 1 172 15,3 2-78-15,0 3 110 0,-3 1-158 16,-1 0-64-16,-2 5 0 0,-3 6 0 0,-3 2 0 0,-4 2 0 15,-3 2 0-15,-2 3 0 16,0-5 0-16,-2 3 0 0,-9-3 0 0,-2-2 0 16,-4-2 0-16,0-3 0 0,1-1 0 0,-2-4 0 15,4-2 0-15,0-1 0 0,-1 0 0 16,2 0 0-16,4-5 0 0,3-9-585 0,4-2 189 0,2-5 166 16,0-9-1298-16,0-1 1442 0,10-10-1 0,1-1 45 15,4-1-1-15</inkml:trace>
  <inkml:trace contextRef="#ctx0" brushRef="#br0" timeOffset="160271.15">13755 17120 3409 0,'24'-21'-3'0,"-1"3"1"0,-2 10 1 0,1 0 1 0,2 6 0 0,1 2 0 16,3 2 0-16,2 17 0 0,2 11 0 0,0 5 0 0,-2 11 242 0,-4 4-89 0,-5 4-20 0,-3 14-133 0,-10-6 0 15,-2 0 0-15,-6 2 0 0,0-6 0 0,-2 12 0 16,-10-11 0-16,2-8 0 0,-6 0 0 0,0-4 0 0,-2-8 0 15,-4 3 0-15,1-12 0 0,-1 3 0 0,-3-8 0 16,3 2 0-16,-2-3 0 0,3-2-349 16,2 3-246-16,0 1 277 15,8 4-884-15</inkml:trace>
  <inkml:trace contextRef="#ctx0" brushRef="#br0" timeOffset="160405.74">14529 17906 393 0,'-34'-3'0'0,"11"5"0"0,8 20 0 0,-3-8 439 0,-2 0-191 0,4 1-109 0</inkml:trace>
  <inkml:trace contextRef="#ctx0" brushRef="#br0" timeOffset="183931.29">12442 5555 2060 0,'-11'-12'0'0,"-5"12"0"0,2 0 0 0,0 0 0 0,5 0 0 0,4 0 0 0,-4 0 0 0,4 3 0 0,-1-3 0 0,3 0 0 0,-3 0 144 0,5 0 135 0,1 0-114 16,-2 0-56-16,2 0-1 0,0 2 241 0,0 0-136 15,11 5-87-15,8-2-37 0,7 3 140 0,12-1-169 16,6 0-60-16,11-6 0 0,20 0 0 0,13-1 0 16,2 0 0-16,14-1 0 0,24-10 0 0,-18 2 0 15,37-7 0-15,-18 7 0 0,5 1 0 0,-4-1 0 16,-3 4 0-16,-17 0 0 0,2 3 0 0,-8 2 0 16,-9 0 0-16,-16 0 0 0,0 0 0 15,-14 2 0-15,-1 5 0 0,-9-2 0 0,-14 1 0 0,-6-3 0 16,-8 1 0-16,-4 0 0 15,-9-3 0-15,-4 2 0 0,-4-3 0 0,-4 0 0 16,-1 0 0-16,-1 0 0 0,0 0 0 0,0 0 0 16,0-3 0-16,0 0 0 0,-1-5 0 0,-3 3 0 15,2-1 0-15,0 3 0 0,0 0 0 0,2 1 0 16,0 2 0-16,0 5 0 0,6 17-325 0,12 12-580 16</inkml:trace>
  <inkml:trace contextRef="#ctx0" brushRef="#br0" timeOffset="184623.55">23389 3959 1614 0,'-44'-30'0'0,"-4"22"0"0,2 6 0 0,14 2 0 0,5 0 0 0,11 0 0 0,4 0 0 0,7 0 0 0,1 0 0 0,4 6 0 0,0 0 150 0,6 5-52 0,24 3-1 0,9-2-39 16,21 5 278-16,21 1-145 15,13-4-73-15,30 1-35 0,3-8 339 0,1-1-176 16,43-2-106-16,17-4 141 0,-13 0-184 0,-1 0-97 16,1 0 0-16,-21 0 0 0,4-3 0 0,-8 2 0 15,-6-5 0-15,-10 1 0 0,-27 2 0 0,-11-5 0 16,9 2 0-16,-30-2 0 0,1 2 0 16,-11-1 0-16,-15-1 0 0,-8 1 0 0,-7 0 0 0,-10 1 0 15,-4-1 0-15,-8-1 0 0,-4 3 0 16,-5-2 0-16,-2 1 0 0,0-2 0 15,-2 2 0-15,0 1 0 0,-6 1 0 0,-9 4 0 16,-9 0 0-16,-12 15 0 0,-14 22 0 0</inkml:trace>
  <inkml:trace contextRef="#ctx0" brushRef="#br0" timeOffset="189853.91">19455 17025 1780 0,'0'0'0'0,"-2"0"0"0,0 0 0 0,2 0 0 0,-1 0 0 0,-2 0 0 0,1 5 0 0,-3 8 0 0,-1 2 0 0,-3 7 0 0,-5 3 69 0,0 5 66 16,-5 5-49-16,-4-1-25 0,3-6 10 0,-3 4 52 15,-2-3-43-15,1-2 0 0,2-3 91 0,-3-3-67 16,6-3-24-16,-1-3-10 0,-1-4 40 0,2-2-37 0,4-3 0 16,4-1 158-16,1-3-88 0,5 0-57 15,1-2-25-15,2 0 183 0,2 0-244 16,0 0 0-16,6 0 0 0,15 0 0 0,4 0 0 15,5 0 0-15,9 0 0 0,-4 0 0 0,12-2 0 16,-2-4 0-16,0 0 0 0,1 1 0 0,-2-1 0 16,-5-1 0-16,7-1 0 0,-10 3 0 0,1 0 0 15,-2 1 0-15,-5-2 0 0,-5 2 0 0,0 2 0 16,-4-2 0-16,-3 3 0 16,-3-2 0-16,-5 2 0 0,-3-2 0 0,-1 3 0 0,-2-1 0 15,-2 1-144-15,-1 0-156 0,-1-2 132 16,0 0-207-16,0-1 173 0,0-4 83 0,0-3 41 15,-3-2-600-15,-3-4 320 0</inkml:trace>
  <inkml:trace contextRef="#ctx0" brushRef="#br0" timeOffset="190065.49">19594 16888 2741 0,'-11'0'0'0,"2"2"0"0,0 6 0 0,2 3 0 0,-2 3 0 0,3 0 0 0,-4 8 0 0,7 5 0 0,-1 5 0 0,2 4 0 0,0 5 621 15,1-1-291-15,1 2-147 0,-2 0-127 0,2 11-56 16,-2-5 0-16,2-3 0 0,-2-1 0 0,0-7 0 16,2 2 0-16,0-4 0 0,0 0 0 0,0-3 0 15,0-8 0-15,0-2-296 0,0-2 51 16,0-11 71-16,2-1 94 0,5-8-818 0,3 0 431 0,7-12 215 16,-1-22-491-16,0-10 357 15</inkml:trace>
  <inkml:trace contextRef="#ctx0" brushRef="#br0" timeOffset="190285.65">19751 17108 3401 0,'16'-13'0'0,"0"2"0"0,5 2 0 0,0 4 0 0,4 0 0 0,2 3 0 0,3 2 0 0,5 0 0 0,-2 7 0 0,1 7 0 0,-2 4 190 0,0 3-76 0,-4 5 112 0,-4 2-226 16,-1 3 0-16,-6 1 0 0,-6-3 0 0,-6 4 0 0,-5 9 0 15,0-2 0-15,-18 1 0 0,-3-5 0 16,-13 8 0-16,1-8 0 0,-5-1 0 0,-4-5 0 15,0-5 0-15,6-5 0 0,-10-1 0 0,13-10 0 16,-3 0 0-16,4-5 0 0,10-4 0 0,-1 0 0 16,8 0 0-16,8-5-159 0,7-15-24 15,2-7-500-15,24-7 324 0,12-7 151 0,10-12-637 0,6 4 403 16</inkml:trace>
  <inkml:trace contextRef="#ctx0" brushRef="#br0" timeOffset="190481.76">20365 16940 3645 0,'2'-10'0'0,"-2"4"0"0,0 5 0 0,-14 1 0 0,-11 0 0 0,4 14 0 0,-7 12 0 0,4 6 0 0,-2 6 0 0,-1 9 0 0,5 2 144 0,2 2-2 0,4-3-142 15,7 3 0-15,3-10 0 0,6 12 0 0,0-10 0 16,2-4 0-16,16-1 0 0,5-4 0 16,0-7 0-16,7-1 0 0,0-2 0 15,2-6 0-15,2 0 0 0,-2-7 0 0,-6-4 0 16,6-4 0-16,-2-3 0 0,-2 0-727 0,2-6 233 15,1-12 228-15,-1-3-637 0,1 1 438 0</inkml:trace>
  <inkml:trace contextRef="#ctx0" brushRef="#br0" timeOffset="190656.23">20691 17279 3752 0,'-14'-2'0'0,"5"0"0"0,-4 2 0 0,3 0 0 0,3 0 0 0,0 0 0 0,3 0 0 0,4 0 0 0,0 2 0 0,0 6 0 0,13-3 179 0,6 1-179 0,4 0 0 15,-3 0 0-15,8-1 0 0,-3-3 0 0,3 1 0 16,-2-3 0-16,1 0 0 0,-5 0 0 16,6 0-268-16,-4 0-141 0,1-1 223 0,0-8 112 0,0-1-1022 15,2-1 520-15</inkml:trace>
  <inkml:trace contextRef="#ctx0" brushRef="#br0" timeOffset="190977.9">21119 17018 3180 0,'-5'-6'0'0,"3"2"0"0,2-3 0 0,0 4 0 0,0-3 0 0,9 2 0 0,14 2 0 0,0 1 0 0,6-1 0 0,3 2 0 0,1 0 208 0,9 0-85 15,-10 0 171-15,4 3-168 0,-3 5-126 0,-4 3 0 0,-8-1 0 0,-3 4 0 16,-6 1 0-16,-7 2-28 16,-5 2 4-16,0 6 27 0,-14 1 46 0,-6-1-49 15,-4 0 0-15,-1 0 0 0,4-7 0 0,1 1 0 16,3-4 0-16,10-6 0 0,-1 1 0 0,5-2 0 15,3-3 0-15,0 1 0 0,5 0 0 0,13 0 0 16,5 1 0-16,-2 1 0 0,-3 2 0 0,1 4 0 16,-1 2 0-16,-5 4 0 0,-3 2 0 0,-6 0 0 15,-4-3 0-15,0 8 0 0,-5-1 0 0,-12 2 0 16,-4-1 0-16,-3-1 0 0,-3 0 0 0,2-4 0 16,-5 1 0-16,0-2 0 15,-2-5 0-15,0-2 0 0,2-5 0 0,3-2 0 16,8-5 0-16,0-2-324 0,8 0 133 0,7-8 56 15,4-17-936-15,9-13 517 0</inkml:trace>
  <inkml:trace contextRef="#ctx0" brushRef="#br0" timeOffset="191131.05">21641 17120 3566 0,'24'-3'0'0,"-1"3"0"0,-2 0 0 0,-2 3 0 0,-1 8 0 0,1 4 0 0,1 4 0 0,3-1 0 0,-2 5 0 0,-1-1 0 0,1 2 365 0,-2 3-365 0,-1-1 0 0,-4-3 0 15,4 4 0-15,-2-2 0 0,-2-4-154 0,0-4-184 16,-1-4 188-16,1-4 103 0,0-5-952 0,2-4 506 16,4 0 110-16</inkml:trace>
  <inkml:trace contextRef="#ctx0" brushRef="#br0" timeOffset="191325.94">22263 16707 3931 0,'0'-5'0'0,"0"4"0"0,0 1 0 0,0 13 0 0,-2 10 0 0,-5 8 0 0,-5 14 0 0,-3 15 0 0,-4 2 0 0,-4 11 0 16,-2 16 0-16,-2 4 0 0,-3 4 0 0,-2 3 0 0,-3 1 0 0,-2 2 0 15,0 2 0-15,0 2 0 0,1-2 0 16,1-2 0-16,3-1 0 0,2 4 0 0,3 4 0 0,6 1 0 16,5-6 0-16,8-31-27 15,6-20-120-15,2-19-657 0,0-10 389 0</inkml:trace>
  <inkml:trace contextRef="#ctx0" brushRef="#br0" timeOffset="191532.43">22311 17362 3931 0,'0'-12'0'0,"0"6"0"0,12 3 0 0,4-1 0 0,4 2 0 0,4-1 0 0,6 1 0 0,4 0 0 0,9 0 0 0,4-1 0 0,1-2 0 0,5 2 0 0,0-3 0 16,-1-1 0-16,-3 3 0 0,-3-1 0 0,-9 2 0 16,1 0 0-16,-8 1 0 0,-9 0 0 0,-7 0 0 15,-5 0 0-15,-7 0-1423 16,-2 0 550-16</inkml:trace>
  <inkml:trace contextRef="#ctx0" brushRef="#br0" timeOffset="191706.78">22753 16934 2962 0,'-12'-17'0'0,"3"9"0"0,6 3 0 0,-1 3 0 0,0 2 0 0,2 0 0 0,1 11 0 0,1 16 0 0,0 7 0 0,0 8 0 0,0 7 82 0,0 6-36 0,0 2 758 15,0 13-767-15,0-6-37 0,0-1 0 0,0-2 0 16,0-8 0-16,-2 4 0 0,-3-1 0 16,2-4 0-16,1-3 0 0,2 0 0 15,0-10-157-15,0-3-248 0,0-14 220 0,5-3-6 16,7-7-989-16</inkml:trace>
  <inkml:trace contextRef="#ctx0" brushRef="#br0" timeOffset="191899.62">23242 16881 3931 0,'1'9'0'0,"7"16"0"0,-3 4 0 0,-3 6 0 0,-2-2 0 0,0 5 0 0,0 2 0 0,-4 1 0 0,-3 2 0 0,-5 7 0 0,-1 1 0 0,3 0 0 0,-2-3 0 15,3-3 0-15,1-9 0 0,3 2 0 0,-3-4 0 16,4-6 0-16,-1-3 0 0,1-7-35 16,2-6-345-16,0-3 207 0,0-6 112 0,2-3-1061 0,0 0 543 15,0-21 270-15</inkml:trace>
  <inkml:trace contextRef="#ctx0" brushRef="#br0" timeOffset="192174.26">23437 16881 3269 0,'33'-12'0'0,"-1"7"0"0,7 2 0 0,0 0 0 0,0 3 0 0,-4 0 0 0,11 6 0 0,-12 5 0 0,-1 7 0 0,-4 2 0 0,-6 7 534 0,-5 1-406 0,-9 5-128 15,-6 2 0-15,-3 8 0 0,-1-2 0 0,-19 1 0 0,-10 4 0 16,-4-2 0-16,-4-3 0 0,-2-1 0 0,1-6 0 16,0-3 0-16,9-10 0 15,-2 0 0-15,9-6 0 0,4-1 0 0,8-8 0 16,2 0 0-16,3-2 0 0,6 1 0 0,0-4 0 15,12 1 0-15,16 0 0 0,9-2 0 0,-1 0 0 16,12 0 0-16,-1-4 0 0,4-6 0 0,-1-1 0 16,3-1 0-16,-3 0 0 0,-4-1 0 0,0-1 0 15,-5 3 0-15,-8 1 0 0,5-1-25 16,-6-3-411-16,-1-1 203 0,-4-2 98 16,-4 0-956-16</inkml:trace>
  <inkml:trace contextRef="#ctx0" brushRef="#br0" timeOffset="192455.08">24175 16873 3381 0,'0'-11'0'0,"5"3"0"0,16-1 0 0,2 0 0 16,3-1 0-16,5 1 0 0,4 2 0 0,8 1 0 0,-3 3 0 0,1-1 0 0,-2 2 355 0,6 0-163 0,-10 2-189 0,2 0-3 0,-5 0 0 0,-12 8 0 16,-1 4 0-16,-6 5 0 15,-8 5 0-15,-5 7 0 0,-7 7 0 0,-20 2 0 16,-6 6 0-16,-8 7 0 0,0-4 0 0,-1 3 0 15,1-2 0-15,7-7 0 0,6-5 0 0,-2 9 0 16,15-15 0-16,1 2 0 0,9-3 0 0,5-8 0 16,0-1 0-16,2 0 0 0,11-5 0 0,8 0 0 15,5-8 0-15,4 1 0 0,4-7 0 0,1 2 0 16,1-3 0-16,-1 0 0 0,0 0 0 16,-5 0 0-16,-6-3 0 0,-1 2 0 15,-4-1-785-15,-10 2 199 0,0-2 275 0,-4 0 136 16</inkml:trace>
  <inkml:trace contextRef="#ctx0" brushRef="#br0" timeOffset="192616.09">24168 17123 3791 0,'-18'-7'0'0,"9"3"0"0,2 2 0 0,5 2 0 0,2 0 0 0,2 0 0 0,23 0 0 0,15 6 0 0,3 1 0 16,7 1 0-16,4-1 122 0,4 1-104 0,2-3-18 0,-2-1 0 0,8 2 0 0,-15-5 0 15,14 2 0-15,-10-1 0 0,5 1-524 0,-4-1 43 16,-3 3 259-16</inkml:trace>
  <inkml:trace contextRef="#ctx0" brushRef="#br0" timeOffset="192797.93">25148 17243 3849 0,'0'-3'0'0,"11"0"0"0,5 2 0 0,7-2 0 0,2 2 0 0,5-1 0 0,5 0 0 0,9 0 0 0,-1 0 0 0,2 2 0 16,-2-2 82-16,-7 2-82 0,5 0 0 0,-1 0 0 0,-4 0 0 0,-4 6 0 15,-2-1 0-15,-6 3-107 0,-2 0 3 0,1 1-1084 16,2 0 613-16,-1 1 305 0</inkml:trace>
  <inkml:trace contextRef="#ctx0" brushRef="#br0" timeOffset="192998.07">26068 16915 3924 0,'-2'-10'0'0,"-1"7"0"0,3 0 0 0,0 3 0 0,0 0 0 0,0 0 0 0,0 12 0 0,0 11 0 0,0 2 0 0,0 15 0 0,0-3 7 0,0 2-7 0,3 17 0 15,-1-6 0-15,1-1 0 0,4 0 0 0,-4-2 0 0,1-6 0 16,1 8 0-16,-3-12 0 0,2 0 0 0,2-4 0 15,-2 0 0-15,1-2 0 0,1-2 0 0,0 0 0 16,3-9 0-16,-1-2-1136 0,1 1 218 0</inkml:trace>
  <inkml:trace contextRef="#ctx0" brushRef="#br0" timeOffset="193408.23">26459 16867 3681 0,'0'-19'0'0,"15"12"0"0,7-1 0 0,3 1 0 0,3 0 0 0,2 1 0 0,4 5 0 0,1-1 0 0,9 2 0 0,-3 0 0 0,-4 3 196 0,7 10-142 0,-10-1-54 16,0 4 0-16,-3 2 0 0,-7 3 0 0,-7-1 0 16,-1 7 0-16,-12-4 0 0,-4 6 0 15,0-1 0-15,-21 6-10 0,-4-8 20 16,-11 4-10-16,3-5 0 0,1-9 0 0,-4 1 0 0,3-4 0 15,4-4 0-15,1-2 0 0,5-6 0 0,7 2 0 16,5-3 0-16,5 0 0 0,2 0 0 0,4 0 0 16,0 0 0-16,10 0 0 0,17 1 0 0,3 5 0 15,6 3 0-15,6 2 0 0,-4 2 0 0,2 4 0 16,-2 4 0-16,0-1 0 0,-6 1 0 16,0 2 0-16,-2 1 0 0,-7 1 0 15,-6-1 0-15,-7-4 0 0,-2 3 0 0,-6-1 0 16,-2-3 0-16,-7 1 0 0,-16 0 0 0,-11-4 0 15,-1-5 0-15,-16-1 0 0,1-6 0 0,-2-4 0 16,1 0 0-16,1-4 0 0,15-11 0 0,-2-2 0 16,9-3 0-16,9-3 0 0,8 0 0 0,7-1 0 15,4 2 0-15,11-6 0 0,21 0-228 0</inkml:trace>
  <inkml:trace contextRef="#ctx0" brushRef="#br0" timeOffset="193807.69">27615 16937 3697 0,'-20'-18'0'0,"9"7"0"0,9 8 0 0,2 2 0 0,0 1 0 0,0-2 0 0,3 2 0 0,13 0 0 0,8 0 0 0,10-3 0 0,4 2 234 0,10-1-234 0,5 0 0 16,-1 1 0-16,1-2 0 0,-2 1 0 15,-4 1 0-15,-12-1 0 0,5 2 0 0,-6 0 0 0,-4 0 0 16,-10 0 0-16,0 0-334 0,-3 0-159 16,-5 2 254-16,-6 4 1 0,-3 9-444 0</inkml:trace>
  <inkml:trace contextRef="#ctx0" brushRef="#br0" timeOffset="193979.31">27632 17302 3625 0,'-10'0'0'0,"10"0"0"0,0 9 0 0,0-3 0 0,0 0 0 0,10-3 0 0,8 1 0 0,1-1 0 0,11 1 0 0,11-4 0 0,0 0 306 0,6 0-306 15,-6 0 0-15,12 0 0 0,-8 0 0 0,-1 0 0 16,-9 0-143-16,3 0-238 0,-5 0 217 0,-5 0 97 15,0 0-469-15,-1 0 287 0</inkml:trace>
  <inkml:trace contextRef="#ctx0" brushRef="#br0" timeOffset="194381.94">28661 16959 3931 0,'-1'-9'0'0,"0"6"0"0,-4 0 0 0,1 2 0 0,1-1 0 0,-1 2 0 0,-3 0 0 0,0 0 0 16,-2 8 0-16,2 8 0 0,2 7 0 0,3 1 0 0,2 7 0 15,0 7 0-15,2-2 0 0,12 9 0 0,2-1 0 0,7-3 0 0,5 0 0 16,2-3 0-16,-1-10 0 0,11 5 0 16,-1-11 0-16,4-4 0 0,3-3 0 0,6-4 0 15,0-9 0-15,3-2 0 0,0 0 0 0,-4-1 0 16,-6-13 0-16,-1-6 0 0,-12 5 0 0,-1-7 0 15,-6-3 0-15,-4-5 0 0,-7-5 0 0,-1-6 0 16,-10 1 0-16,-1-13 0 0,-2 0 0 0,-5-2 0 16,-15 2 0-16,-6 2 0 15,-6 2 0-15,-7 3 0 0,-12 6 0 0,-1 8 0 0,-6 4 0 16,3 13 0-16,-14 0 0 0,18 7 0 16,-7 6 0-16,3 2 0 0,6 0 0 0,11 8 0 15,-3 7 0-15,9 7 0 0,6 2 0 0,1 12 0 16,4-1 0-16,7 0 0 0,1 8 0 0,2 0 0 15,3 2 0-15,4-2 0 0,4 2 0 0,0-5 0 16,0 11 0-16,10-8 0 0,5-2 0 0,2-2-43 16,3-1-347-16</inkml:trace>
  <inkml:trace contextRef="#ctx0" brushRef="#br0" timeOffset="194556.59">29491 17429 3135 0,'-12'-20'0'0,"12"16"0"0,0 2 0 0,0 0 0 0,0-1 0 0,0 0 0 0,0 1 0 0,0 2 0 0,-10 0 0 0,3 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13:30:35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3514 8582 2149 0,'-5'-4'0'0,"3"3"0"15,1-1 0-15,-1-1 0 0,2 2 0 0,-2 1 0 0,2 0 0 0,0-2 0 0,0 2 0 0,0 0 0 0,0 0 138 0,0 0-43 0,0 0-1 0,0 0-31 0,0 0 193 16,0 0-102-16,0 0-53 0,0 0 140 15,0-2-96-15,2 0-34 0,5 2-13 0,0-2 96 16,5 1-102-16,-1-1-92 0,1 2 0 0,0-3 0 16,4 3 0-16,-3 0 0 0,-1-1 0 0,0 1 0 15,1 0 0-15,-2-2 0 0,-1 2 0 0,2-2 0 16,-4 0 0-16,2 2 0 0,-1-2 0 0,-1 1 0 16,-1-1 0-16,1 2 0 0,-2-2 0 15,1 2 0-15,0 0 0 0,0 0 0 16,2 0 0-16,0 0 0 0,3 0 0 0,-1 0 0 15,-1 0 0-15,2 2 0 16,3 0 0-16,-1-1 0 0,2 3 0 0,-2-4 0 0,4 2 0 16,1-2 0-16,-3 0 0 0,3 0 0 0,-2 0 0 0,3 0 0 15,-2 0 0-15,1 0 0 0,-1 0 0 0,-1 2 0 16,4-2 0-16,-2 0 0 0,1 0 0 0,1 0 0 16,1 1 0-16,2-1 0 0,-3 0 0 0,0 0 0 15,3 0 0-15,-2 0 0 0,3 0 0 0,-4 0 0 16,2 0 0-16,3 0 0 15,-5 0 0-15,6 0 0 0,-1 0 0 0,-2 0 0 16,1 0 0-16,0 0 0 0,-2 0 0 0,4 0 0 16,-1 0 0-16,-2 0 0 0,2 0 0 0,3 0 0 15,-1 0 0-15,4 0 0 0,-1 0 0 0,5 0 0 16,-2-1 0-16,3-3 0 0,-1 0 0 0,0-2 0 16,2-1 0-16,5 1 0 0,-6 1 0 0,3 0 0 15,-5 3 0-15,11-4 0 16,-11 5 0-16,9-2 0 0,-3 0 0 0,3 2 0 0,2-1 0 15,-1 0 0-15,5 0 0 0,-3-1 0 0,6-4 0 16,0 1 0-16,-1-3 0 0,5 3 0 16,6-6 0-16,-12 4 0 0,15-5 0 0,-3 2 0 15,-11 2 0-15,9-2 0 0,-7 2 0 0,-1-1 0 16,2 2 0-16,-4 1 0 0,-1 2 0 0,2-1 0 16,-2 2 0-16,-3 1 0 0,4-1 0 15,-2 0 0-15,-6 2 0 0,7-1 0 0,-4-2 0 0,-2 2 0 16,4-1 0-16,-5-1 0 15,-1 0 0-15,2-1 0 0,-3 3 0 0,-4-3 0 16,1 2 0-16,-3 0 0 0,-4-1 0 0,-1 3 0 16,1-1 0-16,-10 1 0 0,0-1 0 0,-2 2 0 15,-2-1 0-15,-2 0 0 0,-6 1 0 0,2-1 0 16,-6 2 0-16,0-2 0 0,-3 2 0 0,1-2 0 16,-2 1 0-16,-1-2 0 0,0 1 0 0,0-1 0 15,0-2 0-15,0 0 0 0,0 1 0 0,0 2 0 16,0 1 0-16,0 1 0 15,-6 0-57-15,-3 28-437 0</inkml:trace>
  <inkml:trace contextRef="#ctx0" brushRef="#br0" timeOffset="1044.48">3618 10523 2975 0,'-4'-5'0'0,"1"0"0"0,1 0 0 0,-1 4 0 0,3-1 0 0,0 2 0 0,0 0 0 0,0 0 0 0,0 0 0 0,0 0 0 0,5 0 246 0,4 0-97 0,2 0-49 16,0 3 12-16,6 2 170 0,-4-1-215 0,4-3-67 16,-2 4 0-16,2-4 0 0,0 3 0 0,0-3 0 15,-1 1 0-15,2 0 0 16,0 0 0-16,-3 0 0 0,3-1 0 0,1 4 0 15,-1-2 0-15,3 1 0 0,0-1 0 0,4 2 0 16,-2-1 0-16,4-1 0 0,-1 1 0 0,3 0 0 16,1-1 0-16,0 0 0 0,2-2 0 0,4 1 0 15,-1-1 0-15,0-1 0 0,2 0 0 0,-2 0 0 16,0 0 0-16,1 0 0 0,1 0 0 0,-2 0 0 16,0 0 0-16,0 0 0 0,5 0 0 0,-2 0 0 15,5 0 0-15,-2 0 0 0,2-1 0 0,2-1 0 16,-4-2 0-16,8 1 0 15,-1-3 0-15,-3 1 0 0,3-1 0 0,-5 0 0 16,-1 2 0-16,7 1 0 0,-3-2 0 0,-2 4 0 16,2-1 0-16,2 0 0 0,4 0 0 0,-3 2 0 15,4 0 0-15,-2 0 0 0,4 0 0 0,-1 0 0 16,2 0 0-16,8 0 0 0,-4 0 0 0,3 0 0 16,2-2 0-16,-4 1 0 0,16-4 0 0,-11-1 0 15,3 0 0-15,-6 2 0 16,2 1 0-16,-8-1 0 0,10 0 0 0,-4 2 0 15,3 0 0-15,-4 0 0 0,1-2 0 0,-11 3 0 16,19-2 0-16,-9 0 0 0,-2-1 0 0,-1 0 0 16,5 0 0-16,-12 0 0 0,15-1 0 0,-17 1 0 15,3-1 0-15,-7 2 0 0,2-1 0 0,-11 2 0 16,2 0 0-16,-3 0 0 0,-4 0 0 0,-4 1 0 16,-1-2 0-16,-7 3 0 0,0 0 0 0,-4-2 0 15,-2 2 0-15,-3 0 0 0,-2-2 0 0,-2 2 0 16,-1-1 0-16,-2-2 0 15,0 3 0-15,-2-1 0 0,0-1 0 0,-1 0 0 16,-1 0 0-16,0 0 0 0,0 0 0 0,0 1 0 16,0-2 0-16,0 3 0 0,0 0 0 0,-1 12 0 15,-19 32 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5AC0E-DC9C-4C0A-A40B-A2331465BEE6}" type="datetimeFigureOut">
              <a:rPr lang="zh-CN" altLang="en-US" smtClean="0"/>
              <a:t>2021/12/8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3F28-4B63-4EED-8D95-F4A3C09F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0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7238" y="2328863"/>
            <a:ext cx="10677524" cy="985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16931" y="910683"/>
            <a:ext cx="7958138" cy="7609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57238" y="3314701"/>
            <a:ext cx="10677524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657725" y="4530394"/>
            <a:ext cx="2876550" cy="3929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9" name="直接连接符 79"/>
          <p:cNvCxnSpPr/>
          <p:nvPr/>
        </p:nvCxnSpPr>
        <p:spPr>
          <a:xfrm>
            <a:off x="1764181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0"/>
          <p:cNvCxnSpPr/>
          <p:nvPr/>
        </p:nvCxnSpPr>
        <p:spPr>
          <a:xfrm>
            <a:off x="7637986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sp>
        <p:nvSpPr>
          <p:cNvPr id="13" name="任意多边形 29"/>
          <p:cNvSpPr/>
          <p:nvPr userDrawn="1"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57238" y="6062403"/>
            <a:ext cx="10677524" cy="4098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609727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940846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4271964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104902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43602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3767139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8" y="50982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94774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204311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313849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423386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532924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76200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16973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263271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356806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450342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6449767" y="543878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7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  <a:ln>
            <a:noFill/>
          </a:ln>
        </p:spPr>
      </p:pic>
      <p:sp>
        <p:nvSpPr>
          <p:cNvPr id="3" name="任意多边形 5"/>
          <p:cNvSpPr/>
          <p:nvPr userDrawn="1"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1" name="组 70"/>
          <p:cNvGrpSpPr/>
          <p:nvPr userDrawn="1"/>
        </p:nvGrpSpPr>
        <p:grpSpPr>
          <a:xfrm>
            <a:off x="3685541" y="345797"/>
            <a:ext cx="4820918" cy="4822970"/>
            <a:chOff x="3683902" y="345797"/>
            <a:chExt cx="4820918" cy="4822970"/>
          </a:xfrm>
        </p:grpSpPr>
        <p:grpSp>
          <p:nvGrpSpPr>
            <p:cNvPr id="17" name="组合 11"/>
            <p:cNvGrpSpPr/>
            <p:nvPr/>
          </p:nvGrpSpPr>
          <p:grpSpPr>
            <a:xfrm>
              <a:off x="3812098" y="462897"/>
              <a:ext cx="4568634" cy="4568633"/>
              <a:chOff x="3651549" y="975481"/>
              <a:chExt cx="2929467" cy="2929467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856282" y="1186757"/>
                <a:ext cx="2520000" cy="2519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30"/>
            <p:cNvCxnSpPr>
              <a:cxnSpLocks/>
            </p:cNvCxnSpPr>
            <p:nvPr/>
          </p:nvCxnSpPr>
          <p:spPr>
            <a:xfrm rot="16200000" flipH="1">
              <a:off x="3751182" y="250933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>
              <a:cxnSpLocks/>
            </p:cNvCxnSpPr>
            <p:nvPr/>
          </p:nvCxnSpPr>
          <p:spPr>
            <a:xfrm rot="16623528" flipH="1">
              <a:off x="3767588" y="2243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2"/>
            <p:cNvCxnSpPr>
              <a:cxnSpLocks/>
            </p:cNvCxnSpPr>
            <p:nvPr/>
          </p:nvCxnSpPr>
          <p:spPr>
            <a:xfrm rot="17047059" flipH="1">
              <a:off x="3816559" y="1981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"/>
            <p:cNvCxnSpPr>
              <a:cxnSpLocks/>
            </p:cNvCxnSpPr>
            <p:nvPr/>
          </p:nvCxnSpPr>
          <p:spPr>
            <a:xfrm rot="17470587" flipH="1">
              <a:off x="3897350" y="172740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"/>
            <p:cNvCxnSpPr>
              <a:cxnSpLocks/>
            </p:cNvCxnSpPr>
            <p:nvPr/>
          </p:nvCxnSpPr>
          <p:spPr>
            <a:xfrm rot="17894117" flipH="1">
              <a:off x="4008739" y="148529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35"/>
            <p:cNvCxnSpPr>
              <a:cxnSpLocks/>
            </p:cNvCxnSpPr>
            <p:nvPr/>
          </p:nvCxnSpPr>
          <p:spPr>
            <a:xfrm rot="18317648" flipH="1">
              <a:off x="4149036" y="12587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36"/>
            <p:cNvCxnSpPr>
              <a:cxnSpLocks/>
            </p:cNvCxnSpPr>
            <p:nvPr/>
          </p:nvCxnSpPr>
          <p:spPr>
            <a:xfrm rot="18741176" flipH="1">
              <a:off x="4316115" y="105107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37"/>
            <p:cNvCxnSpPr>
              <a:cxnSpLocks/>
            </p:cNvCxnSpPr>
            <p:nvPr/>
          </p:nvCxnSpPr>
          <p:spPr>
            <a:xfrm rot="19164706" flipH="1">
              <a:off x="4507442" y="86555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8"/>
            <p:cNvCxnSpPr>
              <a:cxnSpLocks/>
            </p:cNvCxnSpPr>
            <p:nvPr/>
          </p:nvCxnSpPr>
          <p:spPr>
            <a:xfrm rot="19588235" flipH="1">
              <a:off x="4720118" y="70495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9"/>
            <p:cNvCxnSpPr>
              <a:cxnSpLocks/>
            </p:cNvCxnSpPr>
            <p:nvPr/>
          </p:nvCxnSpPr>
          <p:spPr>
            <a:xfrm rot="20011765" flipH="1">
              <a:off x="4950919" y="5716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0"/>
            <p:cNvCxnSpPr>
              <a:cxnSpLocks/>
            </p:cNvCxnSpPr>
            <p:nvPr/>
          </p:nvCxnSpPr>
          <p:spPr>
            <a:xfrm rot="20435294" flipH="1">
              <a:off x="5196345" y="46781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1"/>
            <p:cNvCxnSpPr>
              <a:cxnSpLocks/>
            </p:cNvCxnSpPr>
            <p:nvPr/>
          </p:nvCxnSpPr>
          <p:spPr>
            <a:xfrm rot="20858824" flipH="1">
              <a:off x="5452677" y="39488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42"/>
            <p:cNvCxnSpPr>
              <a:cxnSpLocks/>
            </p:cNvCxnSpPr>
            <p:nvPr/>
          </p:nvCxnSpPr>
          <p:spPr>
            <a:xfrm rot="21282352" flipH="1">
              <a:off x="5716029" y="35400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43"/>
            <p:cNvCxnSpPr>
              <a:cxnSpLocks/>
            </p:cNvCxnSpPr>
            <p:nvPr/>
          </p:nvCxnSpPr>
          <p:spPr>
            <a:xfrm rot="105883" flipH="1">
              <a:off x="5982408" y="3457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44"/>
            <p:cNvCxnSpPr>
              <a:cxnSpLocks/>
            </p:cNvCxnSpPr>
            <p:nvPr/>
          </p:nvCxnSpPr>
          <p:spPr>
            <a:xfrm rot="529412" flipH="1">
              <a:off x="6247777" y="37038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45"/>
            <p:cNvCxnSpPr>
              <a:cxnSpLocks/>
            </p:cNvCxnSpPr>
            <p:nvPr/>
          </p:nvCxnSpPr>
          <p:spPr>
            <a:xfrm rot="952941" flipH="1">
              <a:off x="6508112" y="42740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6"/>
            <p:cNvCxnSpPr>
              <a:cxnSpLocks/>
            </p:cNvCxnSpPr>
            <p:nvPr/>
          </p:nvCxnSpPr>
          <p:spPr>
            <a:xfrm rot="1376471" flipH="1">
              <a:off x="6759468" y="515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7"/>
            <p:cNvCxnSpPr>
              <a:cxnSpLocks/>
            </p:cNvCxnSpPr>
            <p:nvPr/>
          </p:nvCxnSpPr>
          <p:spPr>
            <a:xfrm rot="1800000" flipH="1">
              <a:off x="6998034" y="63476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48"/>
            <p:cNvCxnSpPr>
              <a:cxnSpLocks/>
            </p:cNvCxnSpPr>
            <p:nvPr/>
          </p:nvCxnSpPr>
          <p:spPr>
            <a:xfrm rot="2223529" flipH="1">
              <a:off x="7220194" y="781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9"/>
            <p:cNvCxnSpPr>
              <a:cxnSpLocks/>
            </p:cNvCxnSpPr>
            <p:nvPr/>
          </p:nvCxnSpPr>
          <p:spPr>
            <a:xfrm rot="2647059" flipH="1">
              <a:off x="7422579" y="955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50"/>
            <p:cNvCxnSpPr>
              <a:cxnSpLocks/>
            </p:cNvCxnSpPr>
            <p:nvPr/>
          </p:nvCxnSpPr>
          <p:spPr>
            <a:xfrm rot="3070588" flipH="1">
              <a:off x="7602123" y="115231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1"/>
            <p:cNvCxnSpPr>
              <a:cxnSpLocks/>
            </p:cNvCxnSpPr>
            <p:nvPr/>
          </p:nvCxnSpPr>
          <p:spPr>
            <a:xfrm rot="3494117" flipH="1">
              <a:off x="7756103" y="136984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52"/>
            <p:cNvCxnSpPr>
              <a:cxnSpLocks/>
            </p:cNvCxnSpPr>
            <p:nvPr/>
          </p:nvCxnSpPr>
          <p:spPr>
            <a:xfrm rot="3917647" flipH="1">
              <a:off x="7882185" y="160463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53"/>
            <p:cNvCxnSpPr>
              <a:cxnSpLocks/>
            </p:cNvCxnSpPr>
            <p:nvPr/>
          </p:nvCxnSpPr>
          <p:spPr>
            <a:xfrm rot="4341176" flipH="1">
              <a:off x="7978457" y="185314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4"/>
            <p:cNvCxnSpPr>
              <a:cxnSpLocks/>
            </p:cNvCxnSpPr>
            <p:nvPr/>
          </p:nvCxnSpPr>
          <p:spPr>
            <a:xfrm rot="4764706" flipH="1">
              <a:off x="8043462" y="211160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55"/>
            <p:cNvCxnSpPr>
              <a:cxnSpLocks/>
            </p:cNvCxnSpPr>
            <p:nvPr/>
          </p:nvCxnSpPr>
          <p:spPr>
            <a:xfrm rot="5188236" flipH="1">
              <a:off x="8076213" y="237608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56"/>
            <p:cNvCxnSpPr>
              <a:cxnSpLocks/>
            </p:cNvCxnSpPr>
            <p:nvPr/>
          </p:nvCxnSpPr>
          <p:spPr>
            <a:xfrm rot="5611765" flipH="1">
              <a:off x="8076213" y="26425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57"/>
            <p:cNvCxnSpPr>
              <a:cxnSpLocks/>
            </p:cNvCxnSpPr>
            <p:nvPr/>
          </p:nvCxnSpPr>
          <p:spPr>
            <a:xfrm rot="6035294" flipH="1">
              <a:off x="8043462" y="290707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8"/>
            <p:cNvCxnSpPr>
              <a:cxnSpLocks/>
            </p:cNvCxnSpPr>
            <p:nvPr/>
          </p:nvCxnSpPr>
          <p:spPr>
            <a:xfrm rot="6458824" flipH="1">
              <a:off x="7978457" y="316553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9"/>
            <p:cNvCxnSpPr>
              <a:cxnSpLocks/>
            </p:cNvCxnSpPr>
            <p:nvPr/>
          </p:nvCxnSpPr>
          <p:spPr>
            <a:xfrm rot="6882353" flipH="1">
              <a:off x="7882185" y="341404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60"/>
            <p:cNvCxnSpPr>
              <a:cxnSpLocks/>
            </p:cNvCxnSpPr>
            <p:nvPr/>
          </p:nvCxnSpPr>
          <p:spPr>
            <a:xfrm rot="7305883" flipH="1">
              <a:off x="7756103" y="364883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61"/>
            <p:cNvCxnSpPr>
              <a:cxnSpLocks/>
            </p:cNvCxnSpPr>
            <p:nvPr/>
          </p:nvCxnSpPr>
          <p:spPr>
            <a:xfrm rot="7729412" flipH="1">
              <a:off x="7602123" y="386635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62"/>
            <p:cNvCxnSpPr>
              <a:cxnSpLocks/>
            </p:cNvCxnSpPr>
            <p:nvPr/>
          </p:nvCxnSpPr>
          <p:spPr>
            <a:xfrm rot="8152941" flipH="1">
              <a:off x="7422579" y="40633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63"/>
            <p:cNvCxnSpPr>
              <a:cxnSpLocks/>
            </p:cNvCxnSpPr>
            <p:nvPr/>
          </p:nvCxnSpPr>
          <p:spPr>
            <a:xfrm rot="8576471" flipH="1">
              <a:off x="7220194" y="4236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64"/>
            <p:cNvCxnSpPr>
              <a:cxnSpLocks/>
            </p:cNvCxnSpPr>
            <p:nvPr/>
          </p:nvCxnSpPr>
          <p:spPr>
            <a:xfrm rot="9000000" flipH="1">
              <a:off x="6998034" y="438390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65"/>
            <p:cNvCxnSpPr>
              <a:cxnSpLocks/>
            </p:cNvCxnSpPr>
            <p:nvPr/>
          </p:nvCxnSpPr>
          <p:spPr>
            <a:xfrm rot="9423529" flipH="1">
              <a:off x="6759468" y="4502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66"/>
            <p:cNvCxnSpPr>
              <a:cxnSpLocks/>
            </p:cNvCxnSpPr>
            <p:nvPr/>
          </p:nvCxnSpPr>
          <p:spPr>
            <a:xfrm rot="9847059" flipH="1">
              <a:off x="6508111" y="459127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67"/>
            <p:cNvCxnSpPr>
              <a:cxnSpLocks/>
            </p:cNvCxnSpPr>
            <p:nvPr/>
          </p:nvCxnSpPr>
          <p:spPr>
            <a:xfrm rot="10270589" flipH="1">
              <a:off x="6247777" y="46482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68"/>
            <p:cNvCxnSpPr>
              <a:cxnSpLocks/>
            </p:cNvCxnSpPr>
            <p:nvPr/>
          </p:nvCxnSpPr>
          <p:spPr>
            <a:xfrm rot="10694117" flipH="1">
              <a:off x="5982408" y="46728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69"/>
            <p:cNvCxnSpPr>
              <a:cxnSpLocks/>
            </p:cNvCxnSpPr>
            <p:nvPr/>
          </p:nvCxnSpPr>
          <p:spPr>
            <a:xfrm rot="11117648" flipH="1">
              <a:off x="5716029" y="466467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70"/>
            <p:cNvCxnSpPr>
              <a:cxnSpLocks/>
            </p:cNvCxnSpPr>
            <p:nvPr/>
          </p:nvCxnSpPr>
          <p:spPr>
            <a:xfrm rot="11541176" flipH="1">
              <a:off x="5452677" y="462379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71"/>
            <p:cNvCxnSpPr>
              <a:cxnSpLocks/>
            </p:cNvCxnSpPr>
            <p:nvPr/>
          </p:nvCxnSpPr>
          <p:spPr>
            <a:xfrm rot="11964706" flipH="1">
              <a:off x="5196345" y="455086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72"/>
            <p:cNvCxnSpPr>
              <a:cxnSpLocks/>
            </p:cNvCxnSpPr>
            <p:nvPr/>
          </p:nvCxnSpPr>
          <p:spPr>
            <a:xfrm rot="12388235" flipH="1">
              <a:off x="4950919" y="44469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73"/>
            <p:cNvCxnSpPr>
              <a:cxnSpLocks/>
            </p:cNvCxnSpPr>
            <p:nvPr/>
          </p:nvCxnSpPr>
          <p:spPr>
            <a:xfrm rot="12811765" flipH="1">
              <a:off x="4720118" y="431372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74"/>
            <p:cNvCxnSpPr>
              <a:cxnSpLocks/>
            </p:cNvCxnSpPr>
            <p:nvPr/>
          </p:nvCxnSpPr>
          <p:spPr>
            <a:xfrm rot="13235294" flipH="1">
              <a:off x="4507443" y="415312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75"/>
            <p:cNvCxnSpPr>
              <a:cxnSpLocks/>
            </p:cNvCxnSpPr>
            <p:nvPr/>
          </p:nvCxnSpPr>
          <p:spPr>
            <a:xfrm rot="13658824" flipH="1">
              <a:off x="4316115" y="396759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76"/>
            <p:cNvCxnSpPr>
              <a:cxnSpLocks/>
            </p:cNvCxnSpPr>
            <p:nvPr/>
          </p:nvCxnSpPr>
          <p:spPr>
            <a:xfrm rot="14082352" flipH="1">
              <a:off x="4149036" y="375997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77"/>
            <p:cNvCxnSpPr>
              <a:cxnSpLocks/>
            </p:cNvCxnSpPr>
            <p:nvPr/>
          </p:nvCxnSpPr>
          <p:spPr>
            <a:xfrm rot="14505883" flipH="1">
              <a:off x="4008739" y="353338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8"/>
            <p:cNvCxnSpPr>
              <a:cxnSpLocks/>
            </p:cNvCxnSpPr>
            <p:nvPr/>
          </p:nvCxnSpPr>
          <p:spPr>
            <a:xfrm rot="14929413" flipH="1">
              <a:off x="3897350" y="32912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79"/>
            <p:cNvCxnSpPr>
              <a:cxnSpLocks/>
            </p:cNvCxnSpPr>
            <p:nvPr/>
          </p:nvCxnSpPr>
          <p:spPr>
            <a:xfrm rot="15352941" flipH="1">
              <a:off x="3816559" y="303730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80"/>
            <p:cNvCxnSpPr>
              <a:cxnSpLocks/>
            </p:cNvCxnSpPr>
            <p:nvPr/>
          </p:nvCxnSpPr>
          <p:spPr>
            <a:xfrm rot="15776472" flipH="1">
              <a:off x="3767588" y="2775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132"/>
          <p:cNvCxnSpPr/>
          <p:nvPr userDrawn="1"/>
        </p:nvCxnSpPr>
        <p:spPr>
          <a:xfrm>
            <a:off x="4840431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34"/>
          <p:cNvCxnSpPr/>
          <p:nvPr userDrawn="1"/>
        </p:nvCxnSpPr>
        <p:spPr>
          <a:xfrm>
            <a:off x="6218348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 userDrawn="1"/>
        </p:nvSpPr>
        <p:spPr>
          <a:xfrm>
            <a:off x="5996400" y="2094038"/>
            <a:ext cx="199137" cy="199137"/>
          </a:xfrm>
          <a:prstGeom prst="ellipse">
            <a:avLst/>
          </a:prstGeom>
          <a:noFill/>
          <a:ln>
            <a:solidFill>
              <a:srgbClr val="F5F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7016" y="1471967"/>
            <a:ext cx="2517968" cy="590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7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382780" y="2477356"/>
            <a:ext cx="3415788" cy="7156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83931" y="176048"/>
            <a:ext cx="11824138" cy="65059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五边形 4"/>
          <p:cNvSpPr/>
          <p:nvPr userDrawn="1"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588" y="0"/>
            <a:ext cx="587830" cy="74623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208707" cy="46442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24C36-A057-41D2-8CF8-43459F331E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129916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62" r:id="rId7"/>
    <p:sldLayoutId id="2147483686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9.png"/><Relationship Id="rId5" Type="http://schemas.openxmlformats.org/officeDocument/2006/relationships/image" Target="../media/image77.png"/><Relationship Id="rId10" Type="http://schemas.openxmlformats.org/officeDocument/2006/relationships/customXml" Target="../ink/ink1.xml"/><Relationship Id="rId4" Type="http://schemas.openxmlformats.org/officeDocument/2006/relationships/image" Target="../media/image76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customXml" Target="../ink/ink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customXml" Target="../ink/ink4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customXml" Target="../ink/ink12.xml"/><Relationship Id="rId4" Type="http://schemas.openxmlformats.org/officeDocument/2006/relationships/image" Target="../media/image10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customXml" Target="../ink/ink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38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.xml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customXml" Target="../ink/ink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customXml" Target="../ink/ink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customXml" Target="../ink/ink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customXml" Target="../ink/ink22.xml"/><Relationship Id="rId4" Type="http://schemas.openxmlformats.org/officeDocument/2006/relationships/image" Target="../media/image28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customXml" Target="../ink/ink23.xml"/><Relationship Id="rId4" Type="http://schemas.openxmlformats.org/officeDocument/2006/relationships/image" Target="../media/image3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customXml" Target="../ink/ink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customXml" Target="../ink/ink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customXml" Target="../ink/ink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customXml" Target="../ink/ink2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77671"/>
                </a:solidFill>
              </a:rPr>
              <a:t>向量代数与</a:t>
            </a:r>
            <a:endParaRPr lang="en-US" altLang="zh-CN" dirty="0">
              <a:solidFill>
                <a:srgbClr val="777671"/>
              </a:solidFill>
            </a:endParaRPr>
          </a:p>
          <a:p>
            <a:r>
              <a:rPr lang="zh-CN" altLang="en-US" dirty="0">
                <a:solidFill>
                  <a:srgbClr val="777671"/>
                </a:solidFill>
              </a:rPr>
              <a:t>空间解析几何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微积分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                                  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373696" y="4530394"/>
            <a:ext cx="3444608" cy="392907"/>
          </a:xfrm>
        </p:spPr>
        <p:txBody>
          <a:bodyPr/>
          <a:lstStyle/>
          <a:p>
            <a:r>
              <a:rPr lang="zh-CN" altLang="en-US" sz="2000" b="1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理学院数学系 王玉超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A8D7E-40D9-4A09-87C5-5F56A419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13" y="2128838"/>
            <a:ext cx="3695749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06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772350"/>
            <a:ext cx="11007703" cy="265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向量的模、方向角、投影；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两向量的数量积；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两向量的向量积；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向量的混合积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046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42" name="Line 22">
            <a:extLst>
              <a:ext uri="{FF2B5EF4-FFF2-40B4-BE49-F238E27FC236}">
                <a16:creationId xmlns:a16="http://schemas.microsoft.com/office/drawing/2014/main" id="{73736E80-9E8D-4172-B285-7A6113134F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54963" y="1697039"/>
            <a:ext cx="0" cy="1709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7543" name="Group 23">
            <a:extLst>
              <a:ext uri="{FF2B5EF4-FFF2-40B4-BE49-F238E27FC236}">
                <a16:creationId xmlns:a16="http://schemas.microsoft.com/office/drawing/2014/main" id="{5F141E31-F991-4E42-8134-A7D9E6A96C33}"/>
              </a:ext>
            </a:extLst>
          </p:cNvPr>
          <p:cNvGrpSpPr>
            <a:grpSpLocks/>
          </p:cNvGrpSpPr>
          <p:nvPr/>
        </p:nvGrpSpPr>
        <p:grpSpPr bwMode="auto">
          <a:xfrm>
            <a:off x="7954964" y="2417764"/>
            <a:ext cx="2408237" cy="1544637"/>
            <a:chOff x="3829" y="1680"/>
            <a:chExt cx="1872" cy="1200"/>
          </a:xfrm>
        </p:grpSpPr>
        <p:sp>
          <p:nvSpPr>
            <p:cNvPr id="15464" name="Line 24">
              <a:extLst>
                <a:ext uri="{FF2B5EF4-FFF2-40B4-BE49-F238E27FC236}">
                  <a16:creationId xmlns:a16="http://schemas.microsoft.com/office/drawing/2014/main" id="{AD7EEB88-8034-422D-ACBC-062C37D29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1" y="1680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" name="Line 25">
              <a:extLst>
                <a:ext uri="{FF2B5EF4-FFF2-40B4-BE49-F238E27FC236}">
                  <a16:creationId xmlns:a16="http://schemas.microsoft.com/office/drawing/2014/main" id="{AF9E0BBE-2A79-4735-BED6-24BCED059B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1" y="2448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66" name="Group 26">
              <a:extLst>
                <a:ext uri="{FF2B5EF4-FFF2-40B4-BE49-F238E27FC236}">
                  <a16:creationId xmlns:a16="http://schemas.microsoft.com/office/drawing/2014/main" id="{D80FB5EF-8486-4FF3-BD39-64EE4745E6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9" y="1680"/>
              <a:ext cx="1872" cy="1200"/>
              <a:chOff x="3829" y="1680"/>
              <a:chExt cx="1872" cy="1200"/>
            </a:xfrm>
          </p:grpSpPr>
          <p:grpSp>
            <p:nvGrpSpPr>
              <p:cNvPr id="15467" name="Group 27">
                <a:extLst>
                  <a:ext uri="{FF2B5EF4-FFF2-40B4-BE49-F238E27FC236}">
                    <a16:creationId xmlns:a16="http://schemas.microsoft.com/office/drawing/2014/main" id="{E71E5BDC-B866-4453-90C8-91BDA7A180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29" y="1680"/>
                <a:ext cx="1872" cy="1200"/>
                <a:chOff x="3829" y="1680"/>
                <a:chExt cx="1872" cy="1200"/>
              </a:xfrm>
            </p:grpSpPr>
            <p:sp>
              <p:nvSpPr>
                <p:cNvPr id="15469" name="Line 28">
                  <a:extLst>
                    <a:ext uri="{FF2B5EF4-FFF2-40B4-BE49-F238E27FC236}">
                      <a16:creationId xmlns:a16="http://schemas.microsoft.com/office/drawing/2014/main" id="{CB72F73E-0DB0-416F-825D-AD0CB1EECC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29" y="1680"/>
                  <a:ext cx="432" cy="768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0" name="Line 29">
                  <a:extLst>
                    <a:ext uri="{FF2B5EF4-FFF2-40B4-BE49-F238E27FC236}">
                      <a16:creationId xmlns:a16="http://schemas.microsoft.com/office/drawing/2014/main" id="{20B7544E-D4AF-4547-BE98-CB036B3484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29" y="2448"/>
                  <a:ext cx="1152" cy="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prstDash val="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1" name="Line 30">
                  <a:extLst>
                    <a:ext uri="{FF2B5EF4-FFF2-40B4-BE49-F238E27FC236}">
                      <a16:creationId xmlns:a16="http://schemas.microsoft.com/office/drawing/2014/main" id="{D2ED8FA2-8D37-4ACD-821A-52626CB9BC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61" y="168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2" name="Line 31">
                  <a:extLst>
                    <a:ext uri="{FF2B5EF4-FFF2-40B4-BE49-F238E27FC236}">
                      <a16:creationId xmlns:a16="http://schemas.microsoft.com/office/drawing/2014/main" id="{DFC863BB-00B8-481D-BA3A-4784B4ED36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17" y="288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3" name="Line 32">
                  <a:extLst>
                    <a:ext uri="{FF2B5EF4-FFF2-40B4-BE49-F238E27FC236}">
                      <a16:creationId xmlns:a16="http://schemas.microsoft.com/office/drawing/2014/main" id="{6B5F1864-EEDC-4CB1-B825-AAA4185804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49" y="2112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4" name="Line 33">
                  <a:extLst>
                    <a:ext uri="{FF2B5EF4-FFF2-40B4-BE49-F238E27FC236}">
                      <a16:creationId xmlns:a16="http://schemas.microsoft.com/office/drawing/2014/main" id="{D8727309-1A75-4F14-B6E0-6C4FD2D453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29" y="2448"/>
                  <a:ext cx="288" cy="432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5" name="Line 34">
                  <a:extLst>
                    <a:ext uri="{FF2B5EF4-FFF2-40B4-BE49-F238E27FC236}">
                      <a16:creationId xmlns:a16="http://schemas.microsoft.com/office/drawing/2014/main" id="{46E69914-D22E-45FB-B594-A9FAFF586D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17" y="2112"/>
                  <a:ext cx="432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6" name="Line 35">
                  <a:extLst>
                    <a:ext uri="{FF2B5EF4-FFF2-40B4-BE49-F238E27FC236}">
                      <a16:creationId xmlns:a16="http://schemas.microsoft.com/office/drawing/2014/main" id="{EBFF9D71-377E-473F-8E75-B9DCF2B928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269" y="2112"/>
                  <a:ext cx="432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7" name="Line 36">
                  <a:extLst>
                    <a:ext uri="{FF2B5EF4-FFF2-40B4-BE49-F238E27FC236}">
                      <a16:creationId xmlns:a16="http://schemas.microsoft.com/office/drawing/2014/main" id="{2F289F1F-B948-4607-8E8B-F5F334D273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13" y="1680"/>
                  <a:ext cx="288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468" name="Line 37">
                <a:extLst>
                  <a:ext uri="{FF2B5EF4-FFF2-40B4-BE49-F238E27FC236}">
                    <a16:creationId xmlns:a16="http://schemas.microsoft.com/office/drawing/2014/main" id="{0D4605F0-6A61-4A5E-B9BC-6351D22C81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81" y="1680"/>
                <a:ext cx="432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0" name="文本占位符 49">
            <a:extLst>
              <a:ext uri="{FF2B5EF4-FFF2-40B4-BE49-F238E27FC236}">
                <a16:creationId xmlns:a16="http://schemas.microsoft.com/office/drawing/2014/main" id="{C1A745C2-0965-484A-9D7A-D3F14EB74D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1" name="文本占位符 50">
            <a:extLst>
              <a:ext uri="{FF2B5EF4-FFF2-40B4-BE49-F238E27FC236}">
                <a16:creationId xmlns:a16="http://schemas.microsoft.com/office/drawing/2014/main" id="{9C7C05B8-2572-4927-BE6C-DB244A1BD4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0382" cy="464425"/>
          </a:xfrm>
        </p:spPr>
        <p:txBody>
          <a:bodyPr/>
          <a:lstStyle/>
          <a:p>
            <a:r>
              <a:rPr kumimoji="1" lang="zh-CN" altLang="en-US" dirty="0"/>
              <a:t>向量的数量积、向量积、混合积</a:t>
            </a:r>
            <a:endParaRPr kumimoji="1"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67" name="Object 47">
                <a:extLst>
                  <a:ext uri="{FF2B5EF4-FFF2-40B4-BE49-F238E27FC236}">
                    <a16:creationId xmlns:a16="http://schemas.microsoft.com/office/drawing/2014/main" id="{6EDEA52A-4690-4891-A9D1-B5D3A35B6127}"/>
                  </a:ext>
                </a:extLst>
              </p:cNvPr>
              <p:cNvSpPr txBox="1"/>
              <p:nvPr/>
            </p:nvSpPr>
            <p:spPr bwMode="auto">
              <a:xfrm>
                <a:off x="7887192" y="2447776"/>
                <a:ext cx="669070" cy="6279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</m:oMath>
                  </m:oMathPara>
                </a14:m>
                <a:endParaRPr lang="zh-CN" altLang="en-US" sz="3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7567" name="Object 47">
                <a:extLst>
                  <a:ext uri="{FF2B5EF4-FFF2-40B4-BE49-F238E27FC236}">
                    <a16:creationId xmlns:a16="http://schemas.microsoft.com/office/drawing/2014/main" id="{6EDEA52A-4690-4891-A9D1-B5D3A35B6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87192" y="2447776"/>
                <a:ext cx="669070" cy="6279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523" name="Freeform 3">
            <a:extLst>
              <a:ext uri="{FF2B5EF4-FFF2-40B4-BE49-F238E27FC236}">
                <a16:creationId xmlns:a16="http://schemas.microsoft.com/office/drawing/2014/main" id="{E00F8920-A214-4CFD-BAAA-586DB3684691}"/>
              </a:ext>
            </a:extLst>
          </p:cNvPr>
          <p:cNvSpPr>
            <a:spLocks/>
          </p:cNvSpPr>
          <p:nvPr/>
        </p:nvSpPr>
        <p:spPr bwMode="auto">
          <a:xfrm>
            <a:off x="7954963" y="3406776"/>
            <a:ext cx="1852612" cy="555625"/>
          </a:xfrm>
          <a:custGeom>
            <a:avLst/>
            <a:gdLst>
              <a:gd name="T0" fmla="*/ 0 w 1440"/>
              <a:gd name="T1" fmla="*/ 0 h 432"/>
              <a:gd name="T2" fmla="*/ 1482090 w 1440"/>
              <a:gd name="T3" fmla="*/ 0 h 432"/>
              <a:gd name="T4" fmla="*/ 1852612 w 1440"/>
              <a:gd name="T5" fmla="*/ 555625 h 432"/>
              <a:gd name="T6" fmla="*/ 370522 w 1440"/>
              <a:gd name="T7" fmla="*/ 555625 h 432"/>
              <a:gd name="T8" fmla="*/ 0 w 1440"/>
              <a:gd name="T9" fmla="*/ 0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0" h="432">
                <a:moveTo>
                  <a:pt x="0" y="0"/>
                </a:moveTo>
                <a:lnTo>
                  <a:pt x="1152" y="0"/>
                </a:lnTo>
                <a:lnTo>
                  <a:pt x="1440" y="432"/>
                </a:lnTo>
                <a:lnTo>
                  <a:pt x="288" y="432"/>
                </a:lnTo>
                <a:lnTo>
                  <a:pt x="0" y="0"/>
                </a:lnTo>
                <a:close/>
              </a:path>
            </a:pathLst>
          </a:cu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65" name="Line 45">
            <a:extLst>
              <a:ext uri="{FF2B5EF4-FFF2-40B4-BE49-F238E27FC236}">
                <a16:creationId xmlns:a16="http://schemas.microsoft.com/office/drawing/2014/main" id="{B3E1124A-DCBE-4232-A3E4-2FA5C42CC8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01000" y="2154239"/>
            <a:ext cx="509588" cy="263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66" name="Line 46">
            <a:extLst>
              <a:ext uri="{FF2B5EF4-FFF2-40B4-BE49-F238E27FC236}">
                <a16:creationId xmlns:a16="http://schemas.microsoft.com/office/drawing/2014/main" id="{50140EFF-CD6A-48B7-8C03-CCF349C71C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54963" y="2154239"/>
            <a:ext cx="0" cy="1252537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07568" name="Arc 48">
            <a:extLst>
              <a:ext uri="{FF2B5EF4-FFF2-40B4-BE49-F238E27FC236}">
                <a16:creationId xmlns:a16="http://schemas.microsoft.com/office/drawing/2014/main" id="{EF536E9B-B309-490C-95C0-CFD62D9249B6}"/>
              </a:ext>
            </a:extLst>
          </p:cNvPr>
          <p:cNvSpPr>
            <a:spLocks/>
          </p:cNvSpPr>
          <p:nvPr/>
        </p:nvSpPr>
        <p:spPr bwMode="auto">
          <a:xfrm>
            <a:off x="7954964" y="3108325"/>
            <a:ext cx="142875" cy="298450"/>
          </a:xfrm>
          <a:custGeom>
            <a:avLst/>
            <a:gdLst>
              <a:gd name="T0" fmla="*/ 0 w 10468"/>
              <a:gd name="T1" fmla="*/ 0 h 21600"/>
              <a:gd name="T2" fmla="*/ 142875 w 10468"/>
              <a:gd name="T3" fmla="*/ 37389 h 21600"/>
              <a:gd name="T4" fmla="*/ 0 w 10468"/>
              <a:gd name="T5" fmla="*/ 29845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468" h="21600" fill="none" extrusionOk="0">
                <a:moveTo>
                  <a:pt x="-1" y="0"/>
                </a:moveTo>
                <a:cubicBezTo>
                  <a:pt x="3662" y="0"/>
                  <a:pt x="7264" y="931"/>
                  <a:pt x="10467" y="2706"/>
                </a:cubicBezTo>
              </a:path>
              <a:path w="10468" h="21600" stroke="0" extrusionOk="0">
                <a:moveTo>
                  <a:pt x="-1" y="0"/>
                </a:moveTo>
                <a:cubicBezTo>
                  <a:pt x="3662" y="0"/>
                  <a:pt x="7264" y="931"/>
                  <a:pt x="10467" y="270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66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13" name="Object 61">
                <a:extLst>
                  <a:ext uri="{FF2B5EF4-FFF2-40B4-BE49-F238E27FC236}">
                    <a16:creationId xmlns:a16="http://schemas.microsoft.com/office/drawing/2014/main" id="{4CBEDA87-3231-497D-A92E-2460C63CC0D4}"/>
                  </a:ext>
                </a:extLst>
              </p:cNvPr>
              <p:cNvSpPr txBox="1"/>
              <p:nvPr/>
            </p:nvSpPr>
            <p:spPr bwMode="auto">
              <a:xfrm>
                <a:off x="8026773" y="1227139"/>
                <a:ext cx="1481979" cy="8155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acc>
                      <m:r>
                        <a:rPr lang="en-US" altLang="zh-CN" sz="3200" b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acc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5413" name="Object 61">
                <a:extLst>
                  <a:ext uri="{FF2B5EF4-FFF2-40B4-BE49-F238E27FC236}">
                    <a16:creationId xmlns:a16="http://schemas.microsoft.com/office/drawing/2014/main" id="{4CBEDA87-3231-497D-A92E-2460C63CC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26773" y="1227139"/>
                <a:ext cx="1481979" cy="8155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11" name="Object 40">
                <a:extLst>
                  <a:ext uri="{FF2B5EF4-FFF2-40B4-BE49-F238E27FC236}">
                    <a16:creationId xmlns:a16="http://schemas.microsoft.com/office/drawing/2014/main" id="{A8D87A2B-CEA7-4B00-B508-3F7168A17FCF}"/>
                  </a:ext>
                </a:extLst>
              </p:cNvPr>
              <p:cNvSpPr txBox="1"/>
              <p:nvPr/>
            </p:nvSpPr>
            <p:spPr bwMode="auto">
              <a:xfrm>
                <a:off x="8319050" y="2543750"/>
                <a:ext cx="669071" cy="605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e>
                      </m:acc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5411" name="Object 40">
                <a:extLst>
                  <a:ext uri="{FF2B5EF4-FFF2-40B4-BE49-F238E27FC236}">
                    <a16:creationId xmlns:a16="http://schemas.microsoft.com/office/drawing/2014/main" id="{A8D87A2B-CEA7-4B00-B508-3F7168A17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19050" y="2543750"/>
                <a:ext cx="669071" cy="6052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09" name="Object 39">
                <a:extLst>
                  <a:ext uri="{FF2B5EF4-FFF2-40B4-BE49-F238E27FC236}">
                    <a16:creationId xmlns:a16="http://schemas.microsoft.com/office/drawing/2014/main" id="{79AA0FFF-8092-4973-8B4A-173D9FB6C825}"/>
                  </a:ext>
                </a:extLst>
              </p:cNvPr>
              <p:cNvSpPr txBox="1"/>
              <p:nvPr/>
            </p:nvSpPr>
            <p:spPr bwMode="auto">
              <a:xfrm>
                <a:off x="8767763" y="2973389"/>
                <a:ext cx="669072" cy="6964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acc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5409" name="Object 39">
                <a:extLst>
                  <a:ext uri="{FF2B5EF4-FFF2-40B4-BE49-F238E27FC236}">
                    <a16:creationId xmlns:a16="http://schemas.microsoft.com/office/drawing/2014/main" id="{79AA0FFF-8092-4973-8B4A-173D9FB6C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67763" y="2973389"/>
                <a:ext cx="669072" cy="6964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07" name="Object 38">
                <a:extLst>
                  <a:ext uri="{FF2B5EF4-FFF2-40B4-BE49-F238E27FC236}">
                    <a16:creationId xmlns:a16="http://schemas.microsoft.com/office/drawing/2014/main" id="{B582B1DA-AB15-4BAF-822E-779E36F68584}"/>
                  </a:ext>
                </a:extLst>
              </p:cNvPr>
              <p:cNvSpPr txBox="1"/>
              <p:nvPr/>
            </p:nvSpPr>
            <p:spPr bwMode="auto">
              <a:xfrm>
                <a:off x="7686553" y="3610553"/>
                <a:ext cx="555747" cy="5953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acc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5407" name="Object 38">
                <a:extLst>
                  <a:ext uri="{FF2B5EF4-FFF2-40B4-BE49-F238E27FC236}">
                    <a16:creationId xmlns:a16="http://schemas.microsoft.com/office/drawing/2014/main" id="{B582B1DA-AB15-4BAF-822E-779E36F68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86553" y="3610553"/>
                <a:ext cx="555747" cy="5953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矩形 167">
            <a:extLst>
              <a:ext uri="{FF2B5EF4-FFF2-40B4-BE49-F238E27FC236}">
                <a16:creationId xmlns:a16="http://schemas.microsoft.com/office/drawing/2014/main" id="{E2CA16B9-66F6-4EF5-9C7B-831EAE7BA6CB}"/>
              </a:ext>
            </a:extLst>
          </p:cNvPr>
          <p:cNvSpPr/>
          <p:nvPr/>
        </p:nvSpPr>
        <p:spPr>
          <a:xfrm>
            <a:off x="877503" y="959881"/>
            <a:ext cx="10980160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混合积的几何意义：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A4360D92-F62D-42A0-AE6F-1EB1C58079C2}"/>
                  </a:ext>
                </a:extLst>
              </p:cNvPr>
              <p:cNvSpPr/>
              <p:nvPr/>
            </p:nvSpPr>
            <p:spPr>
              <a:xfrm>
                <a:off x="806482" y="2883166"/>
                <a:ext cx="10980160" cy="11020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注意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</m:e>
                    </m:d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</m:acc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×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e>
                                </m:acc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𝒄</m:t>
                                    </m:r>
                                  </m:e>
                                </m:acc>
                              </m:e>
                            </m:acc>
                          </m:e>
                        </m:d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9" name="矩形 16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4360D92-F62D-42A0-AE6F-1EB1C58079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82" y="2883166"/>
                <a:ext cx="10980160" cy="1102097"/>
              </a:xfrm>
              <a:prstGeom prst="rect">
                <a:avLst/>
              </a:prstGeom>
              <a:blipFill rotWithShape="1">
                <a:blip r:embed="rId7"/>
                <a:stretch>
                  <a:fillRect l="-1387" b="-1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7880245D-C525-47F6-A91A-13CA05050C22}"/>
                  </a:ext>
                </a:extLst>
              </p:cNvPr>
              <p:cNvSpPr/>
              <p:nvPr/>
            </p:nvSpPr>
            <p:spPr>
              <a:xfrm>
                <a:off x="877503" y="4740692"/>
                <a:ext cx="10980160" cy="14569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 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𝒃</m:t>
                                </m:r>
                              </m:e>
                            </m:acc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 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𝒄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是以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为同顶点三条棱的平行六面体的体积，即混合积的绝对值为平行六面体的体积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7880245D-C525-47F6-A91A-13CA05050C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4740692"/>
                <a:ext cx="10980160" cy="1456937"/>
              </a:xfrm>
              <a:prstGeom prst="rect">
                <a:avLst/>
              </a:prstGeom>
              <a:blipFill>
                <a:blip r:embed="rId8"/>
                <a:stretch>
                  <a:fillRect l="-1444" b="-12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1746880"/>
                <a:ext cx="10730306" cy="11020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</m:e>
                    </m:d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</m:acc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×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e>
                                </m:acc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𝒄</m:t>
                                    </m:r>
                                  </m:e>
                                </m:acc>
                              </m:e>
                            </m:acc>
                          </m:e>
                        </m:d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746880"/>
                <a:ext cx="10730306" cy="110209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4363716-1D74-4B2A-BC22-B6B203C3C76A}"/>
                  </a:ext>
                </a:extLst>
              </p14:cNvPr>
              <p14:cNvContentPartPr/>
              <p14:nvPr/>
            </p14:nvContentPartPr>
            <p14:xfrm>
              <a:off x="968760" y="2216520"/>
              <a:ext cx="10449360" cy="4128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4363716-1D74-4B2A-BC22-B6B203C3C76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9400" y="2207160"/>
                <a:ext cx="10468080" cy="414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618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0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0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7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7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67" grpId="0"/>
      <p:bldP spid="15413" grpId="0"/>
      <p:bldP spid="15411" grpId="0"/>
      <p:bldP spid="15409" grpId="0"/>
      <p:bldP spid="15407" grpId="0"/>
      <p:bldP spid="168" grpId="0"/>
      <p:bldP spid="169" grpId="0"/>
      <p:bldP spid="170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476347" cy="464425"/>
          </a:xfrm>
        </p:spPr>
        <p:txBody>
          <a:bodyPr/>
          <a:lstStyle/>
          <a:p>
            <a:r>
              <a:rPr kumimoji="1" lang="zh-CN" altLang="en-US" dirty="0"/>
              <a:t>向量的数量积、向量积、混合积</a:t>
            </a:r>
            <a:endParaRPr kumimoji="1"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/>
              <p:nvPr/>
            </p:nvSpPr>
            <p:spPr>
              <a:xfrm>
                <a:off x="877503" y="862085"/>
                <a:ext cx="10980160" cy="52324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𝟑𝟑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𝟏𝟏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𝟏𝟏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862085"/>
                <a:ext cx="10980160" cy="52324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88861F0-D154-454C-AADA-6494B60F1182}"/>
                  </a:ext>
                </a:extLst>
              </p14:cNvPr>
              <p14:cNvContentPartPr/>
              <p14:nvPr/>
            </p14:nvContentPartPr>
            <p14:xfrm>
              <a:off x="2250360" y="887040"/>
              <a:ext cx="9088560" cy="56066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88861F0-D154-454C-AADA-6494B60F11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1000" y="877680"/>
                <a:ext cx="9107280" cy="562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643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向量的数量积、向量积、混合积</a:t>
            </a:r>
            <a:endParaRPr kumimoji="1"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：判别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𝑪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是否共面？若不共面，求以这四点为顶点的四面体的体积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310295"/>
              </a:xfrm>
              <a:prstGeom prst="rect">
                <a:avLst/>
              </a:prstGeom>
              <a:blipFill>
                <a:blip r:embed="rId2"/>
                <a:stretch>
                  <a:fillRect l="-1461" t="-1860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/>
              <p:nvPr/>
            </p:nvSpPr>
            <p:spPr>
              <a:xfrm>
                <a:off x="877502" y="5383939"/>
                <a:ext cx="10980160" cy="998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不共面；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𝟕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383939"/>
                <a:ext cx="10980160" cy="998863"/>
              </a:xfrm>
              <a:prstGeom prst="rect">
                <a:avLst/>
              </a:prstGeom>
              <a:blipFill>
                <a:blip r:embed="rId3"/>
                <a:stretch>
                  <a:fillRect l="-1444" b="-4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2ADDFC7-D084-4598-82ED-4C22BA844BCE}"/>
                  </a:ext>
                </a:extLst>
              </p:cNvPr>
              <p:cNvSpPr/>
              <p:nvPr/>
            </p:nvSpPr>
            <p:spPr>
              <a:xfrm>
                <a:off x="877502" y="3793676"/>
                <a:ext cx="10980160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平移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𝒌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𝒌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个向量，使它们的起点相同，如果此时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𝒌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个向量的终点与公共起点位于同一个平面，则称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𝒌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个向量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共面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2ADDFC7-D084-4598-82ED-4C22BA844B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793676"/>
                <a:ext cx="10980160" cy="1372683"/>
              </a:xfrm>
              <a:prstGeom prst="rect">
                <a:avLst/>
              </a:prstGeom>
              <a:blipFill>
                <a:blip r:embed="rId4"/>
                <a:stretch>
                  <a:fillRect l="-1444" t="-1778" r="-1388"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CDE1397-C007-4EDE-A0E0-A812E015CC7F}"/>
                  </a:ext>
                </a:extLst>
              </p14:cNvPr>
              <p14:cNvContentPartPr/>
              <p14:nvPr/>
            </p14:nvContentPartPr>
            <p14:xfrm>
              <a:off x="1217160" y="1886400"/>
              <a:ext cx="10809000" cy="47246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CDE1397-C007-4EDE-A0E0-A812E015CC7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07800" y="1877040"/>
                <a:ext cx="10827720" cy="474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656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向量的数量积、向量积、混合积</a:t>
            </a:r>
            <a:endParaRPr kumimoji="1"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950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是异面直线，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，方向与向量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平行，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，方向与向量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平行，求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之间的距离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950470"/>
              </a:xfrm>
              <a:prstGeom prst="rect">
                <a:avLst/>
              </a:prstGeom>
              <a:blipFill>
                <a:blip r:embed="rId2"/>
                <a:stretch>
                  <a:fillRect l="-1461" t="-1250"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/>
              <p:nvPr/>
            </p:nvSpPr>
            <p:spPr>
              <a:xfrm>
                <a:off x="877502" y="5085457"/>
                <a:ext cx="10980160" cy="11468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∙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085457"/>
                <a:ext cx="10980160" cy="1146852"/>
              </a:xfrm>
              <a:prstGeom prst="rect">
                <a:avLst/>
              </a:prstGeom>
              <a:blipFill>
                <a:blip r:embed="rId3"/>
                <a:stretch>
                  <a:fillRect l="-1444"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图片包含 游戏机, 体育&#10;&#10;描述已自动生成">
            <a:extLst>
              <a:ext uri="{FF2B5EF4-FFF2-40B4-BE49-F238E27FC236}">
                <a16:creationId xmlns:a16="http://schemas.microsoft.com/office/drawing/2014/main" id="{85937881-61AB-4865-A269-1E0F53F2F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836" y="2342999"/>
            <a:ext cx="3488215" cy="27424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AED9CA9-419F-42DD-8D91-DD00542225C1}"/>
                  </a:ext>
                </a:extLst>
              </p14:cNvPr>
              <p14:cNvContentPartPr/>
              <p14:nvPr/>
            </p14:nvContentPartPr>
            <p14:xfrm>
              <a:off x="251640" y="892080"/>
              <a:ext cx="11690640" cy="41637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AED9CA9-419F-42DD-8D91-DD00542225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2280" y="882720"/>
                <a:ext cx="11709360" cy="418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091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向量的数量积、向量积、混合积</a:t>
            </a:r>
            <a:endParaRPr kumimoji="1"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5999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𝟓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599990"/>
              </a:xfrm>
              <a:prstGeom prst="rect">
                <a:avLst/>
              </a:prstGeom>
              <a:blipFill>
                <a:blip r:embed="rId2"/>
                <a:stretch>
                  <a:fillRect l="-1461" b="-95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/>
              <p:nvPr/>
            </p:nvSpPr>
            <p:spPr>
              <a:xfrm>
                <a:off x="877502" y="5383939"/>
                <a:ext cx="10980160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𝟑𝟔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383939"/>
                <a:ext cx="10980160" cy="664797"/>
              </a:xfrm>
              <a:prstGeom prst="rect">
                <a:avLst/>
              </a:prstGeom>
              <a:blipFill>
                <a:blip r:embed="rId3"/>
                <a:stretch>
                  <a:fillRect l="-1444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5D57F68-BBF4-4B39-BA7A-A4F3CB7523DA}"/>
                  </a:ext>
                </a:extLst>
              </p14:cNvPr>
              <p14:cNvContentPartPr/>
              <p14:nvPr/>
            </p14:nvContentPartPr>
            <p14:xfrm>
              <a:off x="862200" y="1214280"/>
              <a:ext cx="10905840" cy="46260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5D57F68-BBF4-4B39-BA7A-A4F3CB7523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2840" y="1204920"/>
                <a:ext cx="10924560" cy="464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006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向量的数量积、向量积、混合积</a:t>
            </a:r>
            <a:endParaRPr kumimoji="1"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730910" cy="39662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𝒌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𝒌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垂直，则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    ）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  <a:p>
                <a:pPr marL="514350" indent="-514350">
                  <a:lnSpc>
                    <a:spcPct val="130000"/>
                  </a:lnSpc>
                  <a:buAutoNum type="alphaUcPeriod"/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30000"/>
                  </a:lnSpc>
                  <a:buAutoNum type="alphaUcPeriod"/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30000"/>
                  </a:lnSpc>
                  <a:buAutoNum type="alphaUcPeriod"/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30000"/>
                  </a:lnSpc>
                  <a:buFontTx/>
                  <a:buAutoNum type="alphaUcPeriod"/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730910" cy="3966279"/>
              </a:xfrm>
              <a:prstGeom prst="rect">
                <a:avLst/>
              </a:prstGeom>
              <a:blipFill>
                <a:blip r:embed="rId2"/>
                <a:stretch>
                  <a:fillRect l="-1705" b="-5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3C5AAABE-D506-4010-B70D-8F67AF02C7A1}"/>
              </a:ext>
            </a:extLst>
          </p:cNvPr>
          <p:cNvSpPr/>
          <p:nvPr/>
        </p:nvSpPr>
        <p:spPr>
          <a:xfrm>
            <a:off x="877502" y="5706224"/>
            <a:ext cx="10730910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C6A0A25-3C0B-4094-B5D8-0EFEF4C103A7}"/>
                  </a:ext>
                </a:extLst>
              </p14:cNvPr>
              <p14:cNvContentPartPr/>
              <p14:nvPr/>
            </p14:nvContentPartPr>
            <p14:xfrm>
              <a:off x="823320" y="1439280"/>
              <a:ext cx="8710200" cy="2067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C6A0A25-3C0B-4094-B5D8-0EFEF4C103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3960" y="1429920"/>
                <a:ext cx="8728920" cy="208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625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向量的数量积、向量积、混合积</a:t>
            </a:r>
            <a:endParaRPr kumimoji="1"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730910" cy="43540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满足关系式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，则必有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    ）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  <a:p>
                <a:pPr marL="514350" indent="-514350">
                  <a:lnSpc>
                    <a:spcPct val="130000"/>
                  </a:lnSpc>
                  <a:buAutoNum type="alphaUcPeriod"/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30000"/>
                  </a:lnSpc>
                  <a:buAutoNum type="alphaUcPeriod"/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30000"/>
                  </a:lnSpc>
                  <a:buAutoNum type="alphaUcPeriod"/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30000"/>
                  </a:lnSpc>
                  <a:buFontTx/>
                  <a:buAutoNum type="alphaUcPeriod"/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730910" cy="4354012"/>
              </a:xfrm>
              <a:prstGeom prst="rect">
                <a:avLst/>
              </a:prstGeom>
              <a:blipFill>
                <a:blip r:embed="rId2"/>
                <a:stretch>
                  <a:fillRect l="-1705" b="-40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3C5AAABE-D506-4010-B70D-8F67AF02C7A1}"/>
              </a:ext>
            </a:extLst>
          </p:cNvPr>
          <p:cNvSpPr/>
          <p:nvPr/>
        </p:nvSpPr>
        <p:spPr>
          <a:xfrm>
            <a:off x="877502" y="5706224"/>
            <a:ext cx="10730910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E8C466C-F136-49C9-88C3-17AAB45415DE}"/>
                  </a:ext>
                </a:extLst>
              </p14:cNvPr>
              <p14:cNvContentPartPr/>
              <p14:nvPr/>
            </p14:nvContentPartPr>
            <p14:xfrm>
              <a:off x="808200" y="1567800"/>
              <a:ext cx="10319040" cy="34506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E8C466C-F136-49C9-88C3-17AAB45415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8840" y="1558440"/>
                <a:ext cx="10337760" cy="346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33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向量的数量积、向量积、混合积</a:t>
            </a:r>
            <a:endParaRPr kumimoji="1"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579392" cy="8787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：求曲线段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func>
                              <m:func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b="0" i="0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𝒕</m:t>
                                </m:r>
                              </m:e>
                            </m:func>
                          </m:e>
                        </m:rad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𝒅𝒕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的全长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579392" cy="878702"/>
              </a:xfrm>
              <a:prstGeom prst="rect">
                <a:avLst/>
              </a:prstGeom>
              <a:blipFill>
                <a:blip r:embed="rId2"/>
                <a:stretch>
                  <a:fillRect l="-1499" b="-11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223349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223349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9BFFF11-28F4-4069-91ED-AA7662C2D717}"/>
                  </a:ext>
                </a:extLst>
              </p14:cNvPr>
              <p14:cNvContentPartPr/>
              <p14:nvPr/>
            </p14:nvContentPartPr>
            <p14:xfrm>
              <a:off x="408600" y="345240"/>
              <a:ext cx="11742480" cy="4138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9BFFF11-28F4-4069-91ED-AA7662C2D7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9240" y="335880"/>
                <a:ext cx="11761200" cy="415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654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向量的数量积、向量积、混合积</a:t>
            </a:r>
            <a:endParaRPr kumimoji="1"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579392" cy="41669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：在曲线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上某点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处作切线，使之与曲线及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轴所围平面图形的面积为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𝟏𝟐</m:t>
                        </m:r>
                      </m:den>
                    </m:f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切点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的坐标；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过切点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的切线方程；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由上述所围的平面图形绕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轴旋转一周所得的旋转体的体积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579392" cy="4166975"/>
              </a:xfrm>
              <a:prstGeom prst="rect">
                <a:avLst/>
              </a:prstGeom>
              <a:blipFill>
                <a:blip r:embed="rId2"/>
                <a:stretch>
                  <a:fillRect l="-1499" t="-292" r="-1268" b="-3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223349"/>
                <a:ext cx="10730306" cy="8940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e>
                    </m:d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  <m:f>
                      <m:f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𝟑𝟎</m:t>
                        </m:r>
                      </m:den>
                    </m:f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223349"/>
                <a:ext cx="10730306" cy="894091"/>
              </a:xfrm>
              <a:prstGeom prst="rect">
                <a:avLst/>
              </a:prstGeom>
              <a:blipFill>
                <a:blip r:embed="rId3"/>
                <a:stretch>
                  <a:fillRect l="-1477" b="-5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A158EE4-BD3E-4CD0-A1C3-8E0A2A2259AD}"/>
                  </a:ext>
                </a:extLst>
              </p14:cNvPr>
              <p14:cNvContentPartPr/>
              <p14:nvPr/>
            </p14:nvContentPartPr>
            <p14:xfrm>
              <a:off x="595800" y="128160"/>
              <a:ext cx="11394720" cy="66283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A158EE4-BD3E-4CD0-A1C3-8E0A2A2259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6440" y="118800"/>
                <a:ext cx="11413440" cy="664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3839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第三节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平面及其</a:t>
            </a:r>
            <a:endParaRPr kumimoji="1" lang="en-US" altLang="zh-CN" dirty="0"/>
          </a:p>
          <a:p>
            <a:r>
              <a:rPr kumimoji="1" lang="zh-CN" altLang="en-US" dirty="0"/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1881244088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124451" cy="464425"/>
          </a:xfrm>
        </p:spPr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503" y="95210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提要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503" y="1896256"/>
            <a:ext cx="9508562" cy="1950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平面的方程；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平面与平面之间的关系；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点到平面的距离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37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1514654"/>
            <a:ext cx="9508562" cy="672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i="1" kern="0" dirty="0">
                <a:solidFill>
                  <a:srgbClr val="67666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If we blow up six points on the plane,…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386338"/>
              </p:ext>
            </p:extLst>
          </p:nvPr>
        </p:nvGraphicFramePr>
        <p:xfrm>
          <a:off x="1171418" y="2853266"/>
          <a:ext cx="9866630" cy="260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9245">
                <a:tc>
                  <a:txBody>
                    <a:bodyPr/>
                    <a:lstStyle/>
                    <a:p>
                      <a:pPr algn="ctr"/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blow up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point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plane</a:t>
                      </a:r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2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数学中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代数几何术语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2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生活中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地方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飞机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17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4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151465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：平面有哪些特点？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2732061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：平面的特点如何反映到定义它的方程上？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0" y="4218409"/>
                <a:ext cx="10783789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定义平面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的方程是一个三元一次（线性）方程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𝒛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4218409"/>
                <a:ext cx="10783789" cy="1372683"/>
              </a:xfrm>
              <a:prstGeom prst="rect">
                <a:avLst/>
              </a:prstGeom>
              <a:blipFill rotWithShape="1">
                <a:blip r:embed="rId2"/>
                <a:stretch>
                  <a:fillRect l="-14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E1B363E-F7C3-4B7E-9B46-21BBAC6384CE}"/>
                  </a:ext>
                </a:extLst>
              </p14:cNvPr>
              <p14:cNvContentPartPr/>
              <p14:nvPr/>
            </p14:nvContentPartPr>
            <p14:xfrm>
              <a:off x="2136240" y="2160000"/>
              <a:ext cx="9115200" cy="4128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E1B363E-F7C3-4B7E-9B46-21BBAC6384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6880" y="2150640"/>
                <a:ext cx="9133920" cy="414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79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1849714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：确定一个平面？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0" y="4218409"/>
            <a:ext cx="10783789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一个平面被其所过点及与其垂直的非零向量唯一确定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499" y="2877569"/>
            <a:ext cx="10783789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三个不共线的点、两条相交直线等等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295F619-764C-42D9-9BBF-EB6B47365954}"/>
                  </a:ext>
                </a:extLst>
              </p14:cNvPr>
              <p14:cNvContentPartPr/>
              <p14:nvPr/>
            </p14:nvContentPartPr>
            <p14:xfrm>
              <a:off x="4036680" y="357120"/>
              <a:ext cx="1911240" cy="1465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295F619-764C-42D9-9BBF-EB6B473659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7320" y="347760"/>
                <a:ext cx="1929960" cy="148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72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1483060"/>
                <a:ext cx="10980160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是平面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上一点，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法向量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𝒏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𝑪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83060"/>
                <a:ext cx="10980160" cy="732508"/>
              </a:xfrm>
              <a:prstGeom prst="rect">
                <a:avLst/>
              </a:prstGeom>
              <a:blipFill rotWithShape="1">
                <a:blip r:embed="rId2"/>
                <a:stretch>
                  <a:fillRect l="-1444"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一、平面的点法式方程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2461006"/>
                <a:ext cx="10980160" cy="28865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𝑴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𝒙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𝒚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𝒛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)∈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𝜫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⟺</m:t>
                      </m:r>
                      <m:acc>
                        <m:accPr>
                          <m:chr m:val="⃗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𝑴</m:t>
                          </m:r>
                        </m:e>
                      </m:ac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⊥</m:t>
                      </m:r>
                      <m:acc>
                        <m:accPr>
                          <m:chr m:val="⃗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𝒏</m:t>
                          </m:r>
                        </m:e>
                      </m:acc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⟺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𝑴</m:t>
                          </m:r>
                        </m:e>
                      </m:ac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𝒏</m:t>
                          </m:r>
                        </m:e>
                      </m:ac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𝟎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⟺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𝑨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𝑩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𝒚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𝑪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𝒛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𝟎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461006"/>
                <a:ext cx="10980160" cy="288655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5637304"/>
                <a:ext cx="10980160" cy="730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这就是平面</a:t>
                </a:r>
                <a14:m>
                  <m:oMath xmlns:m="http://schemas.openxmlformats.org/officeDocument/2006/math">
                    <m:r>
                      <a:rPr lang="en-US" altLang="zh-CN" sz="3200" b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点法式方程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𝒏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𝑶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𝑶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𝑴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)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5637304"/>
                <a:ext cx="10980160" cy="730521"/>
              </a:xfrm>
              <a:prstGeom prst="rect">
                <a:avLst/>
              </a:prstGeom>
              <a:blipFill rotWithShape="1">
                <a:blip r:embed="rId4"/>
                <a:stretch>
                  <a:fillRect l="-1444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614D96A-A614-4328-93F0-E851DC4C7698}"/>
                  </a:ext>
                </a:extLst>
              </p14:cNvPr>
              <p14:cNvContentPartPr/>
              <p14:nvPr/>
            </p14:nvContentPartPr>
            <p14:xfrm>
              <a:off x="2163240" y="222480"/>
              <a:ext cx="9592560" cy="6224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614D96A-A614-4328-93F0-E851DC4C76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53880" y="213120"/>
                <a:ext cx="9611280" cy="624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100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：已知平面上三点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𝒄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𝒂𝒃𝒄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，求平面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的方程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372683"/>
              </a:xfrm>
              <a:prstGeom prst="rect">
                <a:avLst/>
              </a:prstGeom>
              <a:blipFill rotWithShape="1">
                <a:blip r:embed="rId2"/>
                <a:stretch>
                  <a:fillRect l="-1461" t="-1778"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4285722"/>
                <a:ext cx="10730306" cy="9461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𝒄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285722"/>
                <a:ext cx="10730306" cy="946156"/>
              </a:xfrm>
              <a:prstGeom prst="rect">
                <a:avLst/>
              </a:prstGeom>
              <a:blipFill rotWithShape="1">
                <a:blip r:embed="rId3"/>
                <a:stretch>
                  <a:fillRect l="-1477" b="-3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7502" y="5503129"/>
            <a:ext cx="10730306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称为平面的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截距式方程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378B597-60DE-4131-A717-544F8AC13660}"/>
                  </a:ext>
                </a:extLst>
              </p14:cNvPr>
              <p14:cNvContentPartPr/>
              <p14:nvPr/>
            </p14:nvContentPartPr>
            <p14:xfrm>
              <a:off x="878400" y="1307520"/>
              <a:ext cx="11030400" cy="50058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378B597-60DE-4131-A717-544F8AC136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040" y="1298160"/>
                <a:ext cx="11049120" cy="502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466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3185067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：三元一次方程是否都定义了一个平面？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1013815"/>
                <a:ext cx="10783789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定义平面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的方程是一个三元一次（线性）方程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𝒛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013815"/>
                <a:ext cx="10783789" cy="1372683"/>
              </a:xfrm>
              <a:prstGeom prst="rect">
                <a:avLst/>
              </a:prstGeom>
              <a:blipFill rotWithShape="1">
                <a:blip r:embed="rId2"/>
                <a:stretch>
                  <a:fillRect l="-14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2604728-4435-4976-8E28-72399EFD61EE}"/>
                  </a:ext>
                </a:extLst>
              </p14:cNvPr>
              <p14:cNvContentPartPr/>
              <p14:nvPr/>
            </p14:nvContentPartPr>
            <p14:xfrm>
              <a:off x="5805720" y="777600"/>
              <a:ext cx="3350160" cy="536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2604728-4435-4976-8E28-72399EFD61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96360" y="768240"/>
                <a:ext cx="3368880" cy="55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762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1483060"/>
                <a:ext cx="10980160" cy="13871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𝑨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𝑩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𝑪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给定一个三元一次方程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𝑨𝒙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𝑩𝒚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𝑪𝒛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𝑫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             (∗)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83060"/>
                <a:ext cx="10980160" cy="1387175"/>
              </a:xfrm>
              <a:prstGeom prst="rect">
                <a:avLst/>
              </a:prstGeom>
              <a:blipFill rotWithShape="1">
                <a:blip r:embed="rId2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二、平面的一般式方程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3242241"/>
                <a:ext cx="10980160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满足该方程，则 </a:t>
                </a:r>
                <a:endParaRPr lang="en-US" altLang="zh-CN" sz="3200" b="1" i="1" kern="0" dirty="0">
                  <a:solidFill>
                    <a:srgbClr val="676661"/>
                  </a:solidFill>
                  <a:latin typeface="Cambria Math"/>
                  <a:ea typeface="Cambria Math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𝑨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𝑩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𝒚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𝑪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𝒛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242241"/>
                <a:ext cx="10980160" cy="1372683"/>
              </a:xfrm>
              <a:prstGeom prst="rect">
                <a:avLst/>
              </a:prstGeom>
              <a:blipFill rotWithShape="1">
                <a:blip r:embed="rId3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4835746"/>
                <a:ext cx="10980160" cy="6701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(∗)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与点法式方程等价，通常称为平面的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一般式方程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835746"/>
                <a:ext cx="10980160" cy="670120"/>
              </a:xfrm>
              <a:prstGeom prst="rect">
                <a:avLst/>
              </a:prstGeom>
              <a:blipFill rotWithShape="1">
                <a:blip r:embed="rId4"/>
                <a:stretch>
                  <a:fillRect b="-2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5858157"/>
                <a:ext cx="10980160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此平面的法向量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𝒏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𝑪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5858157"/>
                <a:ext cx="10980160" cy="732508"/>
              </a:xfrm>
              <a:prstGeom prst="rect">
                <a:avLst/>
              </a:prstGeom>
              <a:blipFill rotWithShape="1">
                <a:blip r:embed="rId5"/>
                <a:stretch>
                  <a:fillRect l="-1444" t="-3333"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076B8F3-C4BF-4E53-941B-AFC02FB4DA58}"/>
                  </a:ext>
                </a:extLst>
              </p14:cNvPr>
              <p14:cNvContentPartPr/>
              <p14:nvPr/>
            </p14:nvContentPartPr>
            <p14:xfrm>
              <a:off x="1649520" y="2807280"/>
              <a:ext cx="9837720" cy="3751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076B8F3-C4BF-4E53-941B-AFC02FB4DA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0160" y="2797920"/>
                <a:ext cx="9856440" cy="377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742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1813260"/>
                <a:ext cx="10980160" cy="26530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特殊情形：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𝑩𝒚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𝑪𝒛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，平面过原点；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𝑩𝒚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𝑪𝒛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，平面平行于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轴；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𝑪𝒛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，平面平行于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𝑶𝒚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平面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813260"/>
                <a:ext cx="10980160" cy="2653034"/>
              </a:xfrm>
              <a:prstGeom prst="rect">
                <a:avLst/>
              </a:prstGeom>
              <a:blipFill rotWithShape="1">
                <a:blip r:embed="rId2"/>
                <a:stretch>
                  <a:fillRect l="-1444" b="-4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757137"/>
                <a:ext cx="9508562" cy="74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𝑨𝒙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𝑩𝒚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𝑪𝒛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𝑫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 (</m:t>
                      </m:r>
                      <m:sSup>
                        <m:sSup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𝑨</m:t>
                          </m:r>
                        </m:e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𝑩</m:t>
                          </m:r>
                        </m:e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𝑪</m:t>
                          </m:r>
                        </m:e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≠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=""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757137"/>
                <a:ext cx="9508562" cy="7469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CBC3F77-B8BC-43D6-970A-FBEC1EAAF4E5}"/>
                  </a:ext>
                </a:extLst>
              </p14:cNvPr>
              <p14:cNvContentPartPr/>
              <p14:nvPr/>
            </p14:nvContentPartPr>
            <p14:xfrm>
              <a:off x="3380040" y="1132560"/>
              <a:ext cx="7590240" cy="3537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CBC3F77-B8BC-43D6-970A-FBEC1EAAF4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0680" y="1123200"/>
                <a:ext cx="7608960" cy="355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20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：已知平面上三点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𝒄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𝒂𝒃𝒄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，求平面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的方程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372683"/>
              </a:xfrm>
              <a:prstGeom prst="rect">
                <a:avLst/>
              </a:prstGeom>
              <a:blipFill rotWithShape="1">
                <a:blip r:embed="rId2"/>
                <a:stretch>
                  <a:fillRect l="-1461" t="-1778"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7502" y="4474847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利用平面的一般式方程求解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93159DE-E229-49B6-9CC1-9EFB0FCBD7DA}"/>
                  </a:ext>
                </a:extLst>
              </p:cNvPr>
              <p:cNvSpPr/>
              <p:nvPr/>
            </p:nvSpPr>
            <p:spPr>
              <a:xfrm>
                <a:off x="877502" y="5521777"/>
                <a:ext cx="10730306" cy="896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93159DE-E229-49B6-9CC1-9EFB0FCBD7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521777"/>
                <a:ext cx="10730306" cy="896912"/>
              </a:xfrm>
              <a:prstGeom prst="rect">
                <a:avLst/>
              </a:prstGeom>
              <a:blipFill>
                <a:blip r:embed="rId3"/>
                <a:stretch>
                  <a:fillRect l="-1477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1FB7BE6-B211-43CC-BA5B-56EA4E9917E4}"/>
                  </a:ext>
                </a:extLst>
              </p14:cNvPr>
              <p14:cNvContentPartPr/>
              <p14:nvPr/>
            </p14:nvContentPartPr>
            <p14:xfrm>
              <a:off x="1959840" y="1313640"/>
              <a:ext cx="8790840" cy="5038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1FB7BE6-B211-43CC-BA5B-56EA4E9917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0480" y="1304280"/>
                <a:ext cx="8809560" cy="505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645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1041997"/>
                <a:ext cx="10980160" cy="32606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设平面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过点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，且平行于两个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不共线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，则平面方程为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𝟎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𝟎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041997"/>
                <a:ext cx="10980160" cy="3260636"/>
              </a:xfrm>
              <a:prstGeom prst="rect">
                <a:avLst/>
              </a:prstGeom>
              <a:blipFill rotWithShape="1">
                <a:blip r:embed="rId2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7502" y="5503129"/>
            <a:ext cx="10730306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称为平面的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标准式方程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3B8A5AE-626E-42BD-AAEE-A8049DA8CFB7}"/>
                  </a:ext>
                </a:extLst>
              </p14:cNvPr>
              <p14:cNvContentPartPr/>
              <p14:nvPr/>
            </p14:nvContentPartPr>
            <p14:xfrm>
              <a:off x="1074960" y="2338920"/>
              <a:ext cx="10015200" cy="32320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3B8A5AE-626E-42BD-AAEE-A8049DA8CF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5600" y="2329560"/>
                <a:ext cx="10033920" cy="325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249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1171418" y="2380884"/>
                <a:ext cx="3253435" cy="2280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一个点加上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/>
                          <m:e/>
                          <m:e/>
                          <m:e/>
                        </m:eqArr>
                      </m:e>
                    </m:d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418" y="2380884"/>
                <a:ext cx="3253435" cy="2280176"/>
              </a:xfrm>
              <a:prstGeom prst="rect">
                <a:avLst/>
              </a:prstGeom>
              <a:blipFill rotWithShape="1">
                <a:blip r:embed="rId2"/>
                <a:stretch>
                  <a:fillRect l="-46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1013815"/>
            <a:ext cx="10783789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确定一个平面方程，需要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A643D9-B798-4D6E-94AE-AC835F8CDF6F}"/>
              </a:ext>
            </a:extLst>
          </p:cNvPr>
          <p:cNvSpPr/>
          <p:nvPr/>
        </p:nvSpPr>
        <p:spPr>
          <a:xfrm>
            <a:off x="3804029" y="3186177"/>
            <a:ext cx="7216553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一个法向量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两个平行于平面的不共线向量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5326C18-EA72-4FAD-A435-34CCBDFBB582}"/>
                  </a:ext>
                </a:extLst>
              </p14:cNvPr>
              <p14:cNvContentPartPr/>
              <p14:nvPr/>
            </p14:nvContentPartPr>
            <p14:xfrm>
              <a:off x="3961800" y="5228640"/>
              <a:ext cx="5786280" cy="1170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5326C18-EA72-4FAD-A435-34CCBDFBB5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52440" y="5219280"/>
                <a:ext cx="5805000" cy="13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388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1041997"/>
                <a:ext cx="10980160" cy="31561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设平面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过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不共线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的三点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 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，则平面方程为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041997"/>
                <a:ext cx="10980160" cy="3156185"/>
              </a:xfrm>
              <a:prstGeom prst="rect">
                <a:avLst/>
              </a:prstGeom>
              <a:blipFill rotWithShape="1">
                <a:blip r:embed="rId2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7502" y="5503129"/>
            <a:ext cx="10730306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称为平面的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三点式方程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D9C5E08-CCE3-4CE8-B88B-DFD021CC05DD}"/>
                  </a:ext>
                </a:extLst>
              </p14:cNvPr>
              <p14:cNvContentPartPr/>
              <p14:nvPr/>
            </p14:nvContentPartPr>
            <p14:xfrm>
              <a:off x="2027880" y="3267360"/>
              <a:ext cx="6660720" cy="35532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D9C5E08-CCE3-4CE8-B88B-DFD021CC05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8520" y="3258000"/>
                <a:ext cx="6679440" cy="357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52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946198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：求过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轴和点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的平面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946198" cy="732508"/>
              </a:xfrm>
              <a:prstGeom prst="rect">
                <a:avLst/>
              </a:prstGeom>
              <a:blipFill rotWithShape="1">
                <a:blip r:embed="rId2"/>
                <a:stretch>
                  <a:fillRect l="-1448" t="-3333"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350729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350729"/>
                <a:ext cx="10730306" cy="664797"/>
              </a:xfrm>
              <a:prstGeom prst="rect">
                <a:avLst/>
              </a:prstGeom>
              <a:blipFill rotWithShape="1"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3423F6C-0661-4C11-B75C-FD1DA9116295}"/>
                  </a:ext>
                </a:extLst>
              </p14:cNvPr>
              <p14:cNvContentPartPr/>
              <p14:nvPr/>
            </p14:nvContentPartPr>
            <p14:xfrm>
              <a:off x="2230560" y="1359360"/>
              <a:ext cx="5220360" cy="4779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3423F6C-0661-4C11-B75C-FD1DA91162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21200" y="1350000"/>
                <a:ext cx="5239080" cy="479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496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1483060"/>
                <a:ext cx="10980160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两平面的法向量的夹角（通常指锐角，包括零度角与直角）称为平面的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夹角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83060"/>
                <a:ext cx="10980160" cy="1372683"/>
              </a:xfrm>
              <a:prstGeom prst="rect">
                <a:avLst/>
              </a:prstGeom>
              <a:blipFill rotWithShape="1">
                <a:blip r:embed="rId2"/>
                <a:stretch>
                  <a:fillRect l="-1444"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三、平面的夹角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2870690"/>
                <a:ext cx="10980160" cy="15141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法向量分别为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𝑩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，则两平面的夹角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𝜽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min</m:t>
                        </m:r>
                      </m:fName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(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𝒏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𝒏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acc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𝒏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𝒏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acc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870690"/>
                <a:ext cx="10980160" cy="1514132"/>
              </a:xfrm>
              <a:prstGeom prst="rect">
                <a:avLst/>
              </a:prstGeom>
              <a:blipFill rotWithShape="1">
                <a:blip r:embed="rId3"/>
                <a:stretch>
                  <a:fillRect l="-1444" r="-5108" b="-6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4411900"/>
                <a:ext cx="10980160" cy="20914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b="0" i="0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3200" b="0" i="1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𝜽</m:t>
                          </m:r>
                        </m:e>
                      </m:func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3200" b="1" i="1" kern="0" dirty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3200" b="0" i="0" kern="0" dirty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zh-CN" sz="3200" b="1" i="1" kern="0">
                                              <a:solidFill>
                                                <a:srgbClr val="67666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3200" b="1" i="1" kern="0">
                                                  <a:solidFill>
                                                    <a:srgbClr val="67666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3200" b="1" i="1" kern="0">
                                                  <a:solidFill>
                                                    <a:srgbClr val="676661"/>
                                                  </a:solidFill>
                                                  <a:latin typeface="Cambria Math"/>
                                                  <a:ea typeface="微软雅黑" panose="020B0503020204020204" pitchFamily="34" charset="-122"/>
                                                </a:rPr>
                                                <m:t>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1" i="1" kern="0">
                                                  <a:solidFill>
                                                    <a:srgbClr val="676661"/>
                                                  </a:solidFill>
                                                  <a:latin typeface="Cambria Math"/>
                                                  <a:ea typeface="微软雅黑" panose="020B0503020204020204" pitchFamily="34" charset="-122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zh-CN" sz="3200" b="1" i="1" kern="0">
                                              <a:solidFill>
                                                <a:srgbClr val="67666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3200" b="1" i="1" kern="0">
                                                  <a:solidFill>
                                                    <a:srgbClr val="67666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3200" b="1" i="1" kern="0">
                                                  <a:solidFill>
                                                    <a:srgbClr val="676661"/>
                                                  </a:solidFill>
                                                  <a:latin typeface="Cambria Math"/>
                                                  <a:ea typeface="微软雅黑" panose="020B0503020204020204" pitchFamily="34" charset="-122"/>
                                                </a:rPr>
                                                <m:t>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200" b="1" i="1" kern="0">
                                                  <a:solidFill>
                                                    <a:srgbClr val="676661"/>
                                                  </a:solidFill>
                                                  <a:latin typeface="Cambria Math"/>
                                                  <a:ea typeface="微软雅黑" panose="020B0503020204020204" pitchFamily="34" charset="-122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acc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200" b="1" i="1" kern="0" dirty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rad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en-US" altLang="zh-CN" sz="3200" b="1" i="1" kern="0" dirty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411900"/>
                <a:ext cx="10980160" cy="209140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5D6E407-8A70-4E3B-A208-E3A5432F0673}"/>
                  </a:ext>
                </a:extLst>
              </p14:cNvPr>
              <p14:cNvContentPartPr/>
              <p14:nvPr/>
            </p14:nvContentPartPr>
            <p14:xfrm>
              <a:off x="2866680" y="154800"/>
              <a:ext cx="6850440" cy="57150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5D6E407-8A70-4E3B-A208-E3A5432F06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57320" y="145440"/>
                <a:ext cx="6869160" cy="57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559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836895"/>
                <a:ext cx="9508562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两平面垂直的充要条件是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⊥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;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36895"/>
                <a:ext cx="9508562" cy="1372683"/>
              </a:xfrm>
              <a:prstGeom prst="rect">
                <a:avLst/>
              </a:prstGeom>
              <a:blipFill rotWithShape="1">
                <a:blip r:embed="rId2"/>
                <a:stretch>
                  <a:fillRect l="-1667" t="-1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2275786"/>
                <a:ext cx="9508562" cy="20951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两平面平行的充要条件是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与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平行，即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;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xmlns="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275786"/>
                <a:ext cx="9508562" cy="2095125"/>
              </a:xfrm>
              <a:prstGeom prst="rect">
                <a:avLst/>
              </a:prstGeom>
              <a:blipFill rotWithShape="1">
                <a:blip r:embed="rId3"/>
                <a:stretch>
                  <a:fillRect l="-1667" t="-1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4554598"/>
                <a:ext cx="9508562" cy="20951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两平面重合的充要条件是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xmlns="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554598"/>
                <a:ext cx="9508562" cy="2095125"/>
              </a:xfrm>
              <a:prstGeom prst="rect">
                <a:avLst/>
              </a:prstGeom>
              <a:blipFill rotWithShape="1">
                <a:blip r:embed="rId4"/>
                <a:stretch>
                  <a:fillRect l="-1667" t="-1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2B33AF5-8269-4AFA-9974-8C6FAB681D83}"/>
                  </a:ext>
                </a:extLst>
              </p14:cNvPr>
              <p14:cNvContentPartPr/>
              <p14:nvPr/>
            </p14:nvContentPartPr>
            <p14:xfrm>
              <a:off x="3252240" y="549000"/>
              <a:ext cx="4929120" cy="6118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2B33AF5-8269-4AFA-9974-8C6FAB681D8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42880" y="539640"/>
                <a:ext cx="4947840" cy="613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646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4679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：设平面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的方程为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，平面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与向量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平行，求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与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的夹角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467966"/>
              </a:xfrm>
              <a:prstGeom prst="rect">
                <a:avLst/>
              </a:prstGeom>
              <a:blipFill rotWithShape="1">
                <a:blip r:embed="rId2"/>
                <a:stretch>
                  <a:fillRect l="-1461" t="-1660" b="-7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037669"/>
                <a:ext cx="10730306" cy="8912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037669"/>
                <a:ext cx="10730306" cy="891206"/>
              </a:xfrm>
              <a:prstGeom prst="rect">
                <a:avLst/>
              </a:prstGeom>
              <a:blipFill>
                <a:blip r:embed="rId3"/>
                <a:stretch>
                  <a:fillRect l="-1477" b="-5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AA32494-3DF2-4A3A-A5E8-EB4AB08942B7}"/>
                  </a:ext>
                </a:extLst>
              </p14:cNvPr>
              <p14:cNvContentPartPr/>
              <p14:nvPr/>
            </p14:nvContentPartPr>
            <p14:xfrm>
              <a:off x="1114560" y="2106000"/>
              <a:ext cx="10091880" cy="34225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AA32494-3DF2-4A3A-A5E8-EB4AB08942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5200" y="2096640"/>
                <a:ext cx="10110600" cy="344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563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946198" cy="2012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：求下列平面的方程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1)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过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𝑩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且垂直于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𝟒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的平面；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平行于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平面，过点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𝟓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的平面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946198" cy="2012859"/>
              </a:xfrm>
              <a:prstGeom prst="rect">
                <a:avLst/>
              </a:prstGeom>
              <a:blipFill>
                <a:blip r:embed="rId2"/>
                <a:stretch>
                  <a:fillRect l="-1448" t="-1212"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350729"/>
                <a:ext cx="10730306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350729"/>
                <a:ext cx="10730306" cy="732508"/>
              </a:xfrm>
              <a:prstGeom prst="rect">
                <a:avLst/>
              </a:prstGeom>
              <a:blipFill rotWithShape="1">
                <a:blip r:embed="rId3"/>
                <a:stretch>
                  <a:fillRect l="-1477" t="-3333"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7947994-EF9B-4685-ADD3-F763966D0F55}"/>
                  </a:ext>
                </a:extLst>
              </p14:cNvPr>
              <p14:cNvContentPartPr/>
              <p14:nvPr/>
            </p14:nvContentPartPr>
            <p14:xfrm>
              <a:off x="880920" y="1244520"/>
              <a:ext cx="11094480" cy="54957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7947994-EF9B-4685-ADD3-F763966D0F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560" y="1235160"/>
                <a:ext cx="11113200" cy="551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744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1483060"/>
                <a:ext cx="10980160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设平面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的方程为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𝑩𝒚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𝑪𝒛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是平面外一点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的距离为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83060"/>
                <a:ext cx="10980160" cy="1372683"/>
              </a:xfrm>
              <a:prstGeom prst="rect">
                <a:avLst/>
              </a:prstGeom>
              <a:blipFill rotWithShape="1">
                <a:blip r:embed="rId2"/>
                <a:stretch>
                  <a:fillRect l="-1444"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四、点到平面的距离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3551289"/>
                <a:ext cx="10980160" cy="16190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</m:t>
                      </m:r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𝑨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𝑩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𝑪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𝑫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|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200" b="1" i="1" kern="0" dirty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𝑨</m:t>
                                  </m:r>
                                </m:e>
                                <m:sub/>
                                <m:sup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𝑩</m:t>
                                  </m:r>
                                </m:e>
                                <m:sub/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𝑪</m:t>
                                  </m:r>
                                </m:e>
                                <m:sub/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551289"/>
                <a:ext cx="10980160" cy="161909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D18B547-60BB-4DEF-A6A9-BCE5E7C58717}"/>
                  </a:ext>
                </a:extLst>
              </p14:cNvPr>
              <p14:cNvContentPartPr/>
              <p14:nvPr/>
            </p14:nvContentPartPr>
            <p14:xfrm>
              <a:off x="1194840" y="162720"/>
              <a:ext cx="10802160" cy="5770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D18B547-60BB-4DEF-A6A9-BCE5E7C587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85480" y="153360"/>
                <a:ext cx="10820880" cy="578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936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2012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：两平行平面为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𝟏𝟕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求位于两个平面之间到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的距离之比为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的平面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2012859"/>
              </a:xfrm>
              <a:prstGeom prst="rect">
                <a:avLst/>
              </a:prstGeom>
              <a:blipFill rotWithShape="1">
                <a:blip r:embed="rId2"/>
                <a:stretch>
                  <a:fillRect l="-1461" t="-1212"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037669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037669"/>
                <a:ext cx="10730306" cy="664797"/>
              </a:xfrm>
              <a:prstGeom prst="rect">
                <a:avLst/>
              </a:prstGeom>
              <a:blipFill rotWithShape="1"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5222708-2D0A-471B-B92C-CEE95B35E52F}"/>
                  </a:ext>
                </a:extLst>
              </p14:cNvPr>
              <p14:cNvContentPartPr/>
              <p14:nvPr/>
            </p14:nvContentPartPr>
            <p14:xfrm>
              <a:off x="1293840" y="374040"/>
              <a:ext cx="10181880" cy="63702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5222708-2D0A-471B-B92C-CEE95B35E5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4480" y="364680"/>
                <a:ext cx="10200600" cy="638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084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/>
              <p:nvPr/>
            </p:nvSpPr>
            <p:spPr>
              <a:xfrm>
                <a:off x="877503" y="1772350"/>
                <a:ext cx="11007703" cy="41470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平面的方程：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点法式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𝑨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𝑩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𝑪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)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一般式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𝑨𝒙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𝒃𝒚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𝑪𝒛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截距式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𝒄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标准式；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三点式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8281A77-A911-4B1D-9A1B-B6760FE63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772350"/>
                <a:ext cx="11007703" cy="4147033"/>
              </a:xfrm>
              <a:prstGeom prst="rect">
                <a:avLst/>
              </a:prstGeom>
              <a:blipFill rotWithShape="1">
                <a:blip r:embed="rId2"/>
                <a:stretch>
                  <a:fillRect l="-1440"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521E0CE-BB0F-4D9A-8A06-52BF735F4ABE}"/>
                  </a:ext>
                </a:extLst>
              </p14:cNvPr>
              <p14:cNvContentPartPr/>
              <p14:nvPr/>
            </p14:nvContentPartPr>
            <p14:xfrm>
              <a:off x="1260720" y="2966040"/>
              <a:ext cx="1522800" cy="8442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521E0CE-BB0F-4D9A-8A06-52BF735F4A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1360" y="2956680"/>
                <a:ext cx="1541520" cy="86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723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/>
              <p:nvPr/>
            </p:nvSpPr>
            <p:spPr>
              <a:xfrm>
                <a:off x="877503" y="984950"/>
                <a:ext cx="11007703" cy="51388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平面与平面之间的关系：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垂直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⟺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𝑩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𝑩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平行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⟺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夹角公式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∙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</m:num>
                      <m:den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</m:den>
                    </m:f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点到平面的距离：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𝑨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𝑩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𝑪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𝑫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</m:e>
                              <m:sub/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𝑩</m:t>
                                </m:r>
                              </m:e>
                              <m:sub/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𝑪</m:t>
                                </m:r>
                              </m:e>
                              <m:sub/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bSup>
                          </m:e>
                        </m:rad>
                      </m:den>
                    </m:f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id="{48281A77-A911-4B1D-9A1B-B6760FE63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984950"/>
                <a:ext cx="11007703" cy="5138843"/>
              </a:xfrm>
              <a:prstGeom prst="rect">
                <a:avLst/>
              </a:prstGeom>
              <a:blipFill rotWithShape="1">
                <a:blip r:embed="rId2"/>
                <a:stretch>
                  <a:fillRect l="-1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828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平面及其方程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7" y="924232"/>
            <a:ext cx="10493714" cy="1372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P28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6-3(A) 2(2)(5),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6(2), 7(2), 11(2).</a:t>
            </a: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6-3(B) 1(2), 3.</a:t>
            </a:r>
          </a:p>
        </p:txBody>
      </p:sp>
    </p:spTree>
    <p:extLst>
      <p:ext uri="{BB962C8B-B14F-4D97-AF65-F5344CB8AC3E}">
        <p14:creationId xmlns:p14="http://schemas.microsoft.com/office/powerpoint/2010/main" val="29747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模板页面">
  <a:themeElements>
    <a:clrScheme name="自定义 99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78A4B1"/>
      </a:accent1>
      <a:accent2>
        <a:srgbClr val="CDCAC2"/>
      </a:accent2>
      <a:accent3>
        <a:srgbClr val="456D79"/>
      </a:accent3>
      <a:accent4>
        <a:srgbClr val="F4EFE9"/>
      </a:accent4>
      <a:accent5>
        <a:srgbClr val="5C91A1"/>
      </a:accent5>
      <a:accent6>
        <a:srgbClr val="666560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000000"/>
    </a:dk2>
    <a:lt2>
      <a:srgbClr val="FFFDFD"/>
    </a:lt2>
    <a:accent1>
      <a:srgbClr val="78A4B1"/>
    </a:accent1>
    <a:accent2>
      <a:srgbClr val="CDCAC2"/>
    </a:accent2>
    <a:accent3>
      <a:srgbClr val="456D79"/>
    </a:accent3>
    <a:accent4>
      <a:srgbClr val="F4EFE9"/>
    </a:accent4>
    <a:accent5>
      <a:srgbClr val="5C91A1"/>
    </a:accent5>
    <a:accent6>
      <a:srgbClr val="66656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15356</TotalTime>
  <Words>1896</Words>
  <Application>Microsoft Macintosh PowerPoint</Application>
  <PresentationFormat>宽屏</PresentationFormat>
  <Paragraphs>218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微软雅黑</vt:lpstr>
      <vt:lpstr>Arial Unicode MS</vt:lpstr>
      <vt:lpstr>Arial</vt:lpstr>
      <vt:lpstr>Calibri</vt:lpstr>
      <vt:lpstr>Cambria Math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Wang Yuchao</cp:lastModifiedBy>
  <cp:revision>967</cp:revision>
  <dcterms:created xsi:type="dcterms:W3CDTF">2015-08-18T02:51:41Z</dcterms:created>
  <dcterms:modified xsi:type="dcterms:W3CDTF">2021-12-08T04:45:27Z</dcterms:modified>
</cp:coreProperties>
</file>