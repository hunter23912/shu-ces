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7" r:id="rId3"/>
    <p:sldId id="264" r:id="rId4"/>
    <p:sldId id="257" r:id="rId5"/>
    <p:sldId id="263" r:id="rId6"/>
    <p:sldId id="258" r:id="rId7"/>
    <p:sldId id="260" r:id="rId8"/>
    <p:sldId id="261" r:id="rId9"/>
    <p:sldId id="262" r:id="rId10"/>
    <p:sldId id="265" r:id="rId11"/>
    <p:sldId id="259" r:id="rId12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63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slide" Target="slide10.xml"/><Relationship Id="rId7" Type="http://schemas.openxmlformats.org/officeDocument/2006/relationships/slide" Target="slide9.xml"/><Relationship Id="rId6" Type="http://schemas.openxmlformats.org/officeDocument/2006/relationships/slide" Target="slide8.xml"/><Relationship Id="rId5" Type="http://schemas.openxmlformats.org/officeDocument/2006/relationships/slide" Target="slide7.xml"/><Relationship Id="rId4" Type="http://schemas.openxmlformats.org/officeDocument/2006/relationships/slide" Target="slide3.xml"/><Relationship Id="rId3" Type="http://schemas.openxmlformats.org/officeDocument/2006/relationships/slide" Target="slide2.xml"/><Relationship Id="rId2" Type="http://schemas.openxmlformats.org/officeDocument/2006/relationships/slide" Target="slide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slide" Target="slide10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slide" Target="slide6.xml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" Target="slide5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slide" Target="slide7.xml"/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jpeg"/><Relationship Id="rId1" Type="http://schemas.openxmlformats.org/officeDocument/2006/relationships/image" Target="../media/image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0"/>
          <p:cNvSpPr>
            <a:spLocks noChangeArrowheads="1"/>
          </p:cNvSpPr>
          <p:nvPr/>
        </p:nvSpPr>
        <p:spPr bwMode="auto">
          <a:xfrm>
            <a:off x="4656138" y="3502026"/>
            <a:ext cx="792162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5400" b="1">
              <a:solidFill>
                <a:srgbClr val="FF0000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>
            <a:hlinkClick r:id="" action="ppaction://noaction"/>
          </p:cNvPr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524001" y="-65088"/>
            <a:ext cx="9377363" cy="7023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076" name="AutoShape 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3503613" y="4652963"/>
            <a:ext cx="233362" cy="233362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0000"/>
          </a:solidFill>
          <a:ln w="9525" cmpd="sng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077" name="Text Box 5"/>
          <p:cNvSpPr txBox="1">
            <a:spLocks noChangeArrowheads="1"/>
          </p:cNvSpPr>
          <p:nvPr/>
        </p:nvSpPr>
        <p:spPr bwMode="auto">
          <a:xfrm>
            <a:off x="4945063" y="3573463"/>
            <a:ext cx="6207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rgbClr val="FF0000"/>
                </a:solidFill>
                <a:latin typeface="Arial" panose="020B0604020202020204" pitchFamily="34" charset="0"/>
              </a:rPr>
              <a:t>32</a:t>
            </a:r>
            <a:endParaRPr lang="zh-CN" altLang="en-US" sz="1800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078" name="AutoShape 6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4800601" y="3644901"/>
            <a:ext cx="233363" cy="2333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0000"/>
          </a:solidFill>
          <a:ln w="9525" cap="flat" cmpd="sng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079" name="Text Box 7"/>
          <p:cNvSpPr txBox="1">
            <a:spLocks noChangeArrowheads="1"/>
          </p:cNvSpPr>
          <p:nvPr/>
        </p:nvSpPr>
        <p:spPr bwMode="auto">
          <a:xfrm>
            <a:off x="3708400" y="4576763"/>
            <a:ext cx="6604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rgbClr val="FF0000"/>
                </a:solidFill>
                <a:latin typeface="Arial" panose="020B0604020202020204" pitchFamily="34" charset="0"/>
              </a:rPr>
              <a:t>39</a:t>
            </a:r>
            <a:endParaRPr lang="zh-CN" altLang="en-US" sz="1800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080" name="AutoShape 8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4295776" y="4581526"/>
            <a:ext cx="233363" cy="2333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0000"/>
          </a:solidFill>
          <a:ln w="9525" cap="flat" cmpd="sng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081" name="Text Box 9"/>
          <p:cNvSpPr txBox="1">
            <a:spLocks noChangeArrowheads="1"/>
          </p:cNvSpPr>
          <p:nvPr/>
        </p:nvSpPr>
        <p:spPr bwMode="auto">
          <a:xfrm>
            <a:off x="4543426" y="4522788"/>
            <a:ext cx="6889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rgbClr val="FF0000"/>
                </a:solidFill>
                <a:latin typeface="Arial" panose="020B0604020202020204" pitchFamily="34" charset="0"/>
              </a:rPr>
              <a:t>36</a:t>
            </a:r>
            <a:endParaRPr lang="zh-CN" altLang="en-US" sz="1800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082" name="AutoShape 10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4511676" y="4941888"/>
            <a:ext cx="233363" cy="233362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0000"/>
          </a:solidFill>
          <a:ln w="9525" cap="flat" cmpd="sng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083" name="Text Box 11"/>
          <p:cNvSpPr txBox="1">
            <a:spLocks noChangeArrowheads="1"/>
          </p:cNvSpPr>
          <p:nvPr/>
        </p:nvSpPr>
        <p:spPr bwMode="auto">
          <a:xfrm>
            <a:off x="4656138" y="4868863"/>
            <a:ext cx="736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rgbClr val="FF0000"/>
                </a:solidFill>
                <a:latin typeface="Arial" panose="020B0604020202020204" pitchFamily="34" charset="0"/>
              </a:rPr>
              <a:t>40</a:t>
            </a:r>
            <a:endParaRPr lang="zh-CN" altLang="en-US" sz="1800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084" name="AutoShape 12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4008438" y="5661025"/>
            <a:ext cx="233362" cy="23495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0000"/>
          </a:solidFill>
          <a:ln w="9525" cap="flat" cmpd="sng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085" name="Text Box 13"/>
          <p:cNvSpPr txBox="1">
            <a:spLocks noChangeArrowheads="1"/>
          </p:cNvSpPr>
          <p:nvPr/>
        </p:nvSpPr>
        <p:spPr bwMode="auto">
          <a:xfrm>
            <a:off x="4251326" y="5624513"/>
            <a:ext cx="76517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rgbClr val="FF0000"/>
                </a:solidFill>
                <a:latin typeface="Arial" panose="020B0604020202020204" pitchFamily="34" charset="0"/>
              </a:rPr>
              <a:t>33</a:t>
            </a:r>
            <a:endParaRPr lang="zh-CN" altLang="en-US" sz="1800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086" name="AutoShape 14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4584701" y="6092825"/>
            <a:ext cx="233363" cy="23495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0000"/>
          </a:solidFill>
          <a:ln w="9525" cap="flat" cmpd="sng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087" name="Text Box 15"/>
          <p:cNvSpPr txBox="1">
            <a:spLocks noChangeArrowheads="1"/>
          </p:cNvSpPr>
          <p:nvPr/>
        </p:nvSpPr>
        <p:spPr bwMode="auto">
          <a:xfrm>
            <a:off x="4822825" y="6048375"/>
            <a:ext cx="5524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rgbClr val="FF0000"/>
                </a:solidFill>
                <a:latin typeface="Arial" panose="020B0604020202020204" pitchFamily="34" charset="0"/>
              </a:rPr>
              <a:t>51</a:t>
            </a:r>
            <a:endParaRPr lang="zh-CN" altLang="en-US" sz="1800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088" name="AutoShape 16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6527800" y="6021388"/>
            <a:ext cx="234950" cy="233362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0000"/>
          </a:solidFill>
          <a:ln w="9525" cap="flat" cmpd="sng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089" name="Text Box 17"/>
          <p:cNvSpPr txBox="1">
            <a:spLocks noChangeArrowheads="1"/>
          </p:cNvSpPr>
          <p:nvPr/>
        </p:nvSpPr>
        <p:spPr bwMode="auto">
          <a:xfrm>
            <a:off x="6767514" y="5926138"/>
            <a:ext cx="5603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rgbClr val="FF0000"/>
                </a:solidFill>
                <a:latin typeface="Arial" panose="020B0604020202020204" pitchFamily="34" charset="0"/>
              </a:rPr>
              <a:t>42</a:t>
            </a:r>
            <a:endParaRPr lang="zh-CN" altLang="en-US" sz="1800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090" name="AutoShape 18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8328025" y="6092825"/>
            <a:ext cx="234950" cy="23495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0000"/>
          </a:solidFill>
          <a:ln w="9525" cap="flat" cmpd="sng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091" name="Text Box 19"/>
          <p:cNvSpPr txBox="1">
            <a:spLocks noChangeArrowheads="1"/>
          </p:cNvSpPr>
          <p:nvPr/>
        </p:nvSpPr>
        <p:spPr bwMode="auto">
          <a:xfrm>
            <a:off x="8602664" y="6089650"/>
            <a:ext cx="6619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rgbClr val="FF0000"/>
                </a:solidFill>
                <a:latin typeface="Arial" panose="020B0604020202020204" pitchFamily="34" charset="0"/>
              </a:rPr>
              <a:t>44</a:t>
            </a:r>
            <a:endParaRPr lang="zh-CN" altLang="en-US" sz="1800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092" name="AutoShape 20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9264651" y="5805488"/>
            <a:ext cx="233363" cy="233362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0000"/>
          </a:solidFill>
          <a:ln w="9525" cap="flat" cmpd="sng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093" name="Text Box 21"/>
          <p:cNvSpPr txBox="1">
            <a:spLocks noChangeArrowheads="1"/>
          </p:cNvSpPr>
          <p:nvPr/>
        </p:nvSpPr>
        <p:spPr bwMode="auto">
          <a:xfrm>
            <a:off x="9504364" y="5743575"/>
            <a:ext cx="6238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rgbClr val="FF0000"/>
                </a:solidFill>
                <a:latin typeface="Arial" panose="020B0604020202020204" pitchFamily="34" charset="0"/>
              </a:rPr>
              <a:t>46</a:t>
            </a:r>
            <a:endParaRPr lang="zh-CN" altLang="en-US" sz="1800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094" name="AutoShape 22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6600826" y="4508500"/>
            <a:ext cx="233363" cy="23495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0000"/>
          </a:solidFill>
          <a:ln w="9525" cap="flat" cmpd="sng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095" name="Text Box 23"/>
          <p:cNvSpPr txBox="1">
            <a:spLocks noChangeArrowheads="1"/>
          </p:cNvSpPr>
          <p:nvPr/>
        </p:nvSpPr>
        <p:spPr bwMode="auto">
          <a:xfrm>
            <a:off x="6826251" y="4470400"/>
            <a:ext cx="70961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rgbClr val="FF0000"/>
                </a:solidFill>
                <a:latin typeface="Arial" panose="020B0604020202020204" pitchFamily="34" charset="0"/>
              </a:rPr>
              <a:t>38</a:t>
            </a:r>
            <a:endParaRPr lang="zh-CN" altLang="en-US" sz="1800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096" name="Text Box 24"/>
          <p:cNvSpPr txBox="1">
            <a:spLocks noChangeArrowheads="1"/>
          </p:cNvSpPr>
          <p:nvPr/>
        </p:nvSpPr>
        <p:spPr bwMode="auto">
          <a:xfrm>
            <a:off x="3163889" y="5332413"/>
            <a:ext cx="4841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latin typeface="Arial" panose="020B0604020202020204" pitchFamily="34" charset="0"/>
            </a:endParaRPr>
          </a:p>
        </p:txBody>
      </p:sp>
      <p:sp>
        <p:nvSpPr>
          <p:cNvPr id="3097" name="AutoShape 25"/>
          <p:cNvSpPr>
            <a:spLocks noChangeArrowheads="1"/>
          </p:cNvSpPr>
          <p:nvPr/>
        </p:nvSpPr>
        <p:spPr bwMode="auto">
          <a:xfrm>
            <a:off x="3287714" y="5302250"/>
            <a:ext cx="287337" cy="215900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098" name="AutoShape 26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5880101" y="6165851"/>
            <a:ext cx="233363" cy="2333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0000"/>
          </a:solidFill>
          <a:ln w="9525" cap="flat" cmpd="sng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099" name="Text Box 27"/>
          <p:cNvSpPr txBox="1">
            <a:spLocks noChangeArrowheads="1"/>
          </p:cNvSpPr>
          <p:nvPr/>
        </p:nvSpPr>
        <p:spPr bwMode="auto">
          <a:xfrm>
            <a:off x="5880100" y="6308726"/>
            <a:ext cx="5715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rgbClr val="FF0000"/>
                </a:solidFill>
                <a:latin typeface="Arial" panose="020B0604020202020204" pitchFamily="34" charset="0"/>
              </a:rPr>
              <a:t>50</a:t>
            </a:r>
            <a:endParaRPr lang="zh-CN" altLang="en-US" sz="1800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100" name="AutoShape 28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5232401" y="5084763"/>
            <a:ext cx="233363" cy="233362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0000"/>
          </a:solidFill>
          <a:ln w="9525" cap="flat" cmpd="sng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101" name="Text Box 29"/>
          <p:cNvSpPr txBox="1">
            <a:spLocks noChangeArrowheads="1"/>
          </p:cNvSpPr>
          <p:nvPr/>
        </p:nvSpPr>
        <p:spPr bwMode="auto">
          <a:xfrm>
            <a:off x="5445126" y="5092701"/>
            <a:ext cx="5064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rgbClr val="FF0000"/>
                </a:solidFill>
                <a:latin typeface="Arial" panose="020B0604020202020204" pitchFamily="34" charset="0"/>
              </a:rPr>
              <a:t>31</a:t>
            </a:r>
            <a:endParaRPr lang="zh-CN" altLang="en-US" sz="1800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102" name="AutoShape 30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4943475" y="6381751"/>
            <a:ext cx="234950" cy="233363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0000"/>
          </a:solidFill>
          <a:ln w="9525" cap="flat" cmpd="sng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103" name="Text Box 31"/>
          <p:cNvSpPr txBox="1">
            <a:spLocks noChangeArrowheads="1"/>
          </p:cNvSpPr>
          <p:nvPr/>
        </p:nvSpPr>
        <p:spPr bwMode="auto">
          <a:xfrm>
            <a:off x="5194301" y="6367463"/>
            <a:ext cx="61436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rgbClr val="FF0000"/>
                </a:solidFill>
                <a:latin typeface="Arial" panose="020B0604020202020204" pitchFamily="34" charset="0"/>
              </a:rPr>
              <a:t>47</a:t>
            </a:r>
            <a:endParaRPr lang="zh-CN" altLang="en-US" sz="1800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104" name="AutoShape 22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7164388" y="5462588"/>
            <a:ext cx="233362" cy="23495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0000"/>
          </a:solidFill>
          <a:ln w="9525" cap="flat" cmpd="sng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105" name="Text Box 23"/>
          <p:cNvSpPr txBox="1">
            <a:spLocks noChangeArrowheads="1"/>
          </p:cNvSpPr>
          <p:nvPr/>
        </p:nvSpPr>
        <p:spPr bwMode="auto">
          <a:xfrm>
            <a:off x="7397751" y="5373689"/>
            <a:ext cx="709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1800" b="1">
                <a:solidFill>
                  <a:srgbClr val="FF0000"/>
                </a:solidFill>
                <a:latin typeface="Arial" panose="020B0604020202020204" pitchFamily="34" charset="0"/>
              </a:rPr>
              <a:t>35</a:t>
            </a:r>
            <a:endParaRPr lang="zh-CN" altLang="en-US" sz="1800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3106" name="AutoShape 16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6273800" y="5856288"/>
            <a:ext cx="234950" cy="233362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solidFill>
            <a:srgbClr val="FF0000"/>
          </a:solidFill>
          <a:ln w="9525" cap="flat" cmpd="sng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107" name="Text Box 17"/>
          <p:cNvSpPr txBox="1">
            <a:spLocks noChangeArrowheads="1"/>
          </p:cNvSpPr>
          <p:nvPr/>
        </p:nvSpPr>
        <p:spPr bwMode="auto">
          <a:xfrm>
            <a:off x="6419850" y="5651500"/>
            <a:ext cx="5603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rgbClr val="FF0000"/>
                </a:solidFill>
                <a:latin typeface="Arial" panose="020B0604020202020204" pitchFamily="34" charset="0"/>
              </a:rPr>
              <a:t>4</a:t>
            </a:r>
            <a:r>
              <a:rPr lang="en-US" altLang="zh-CN" sz="1800" b="1">
                <a:solidFill>
                  <a:srgbClr val="FF0000"/>
                </a:solidFill>
                <a:latin typeface="Arial" panose="020B0604020202020204" pitchFamily="34" charset="0"/>
              </a:rPr>
              <a:t>9</a:t>
            </a:r>
            <a:endParaRPr lang="zh-CN" altLang="en-US" sz="1800" b="1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Text Box 2"/>
          <p:cNvSpPr txBox="1">
            <a:spLocks noChangeArrowheads="1"/>
          </p:cNvSpPr>
          <p:nvPr/>
        </p:nvSpPr>
        <p:spPr bwMode="auto">
          <a:xfrm>
            <a:off x="1797051" y="225426"/>
            <a:ext cx="22828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000" b="1" i="1">
                <a:latin typeface="Arial" panose="020B0604020202020204" pitchFamily="34" charset="0"/>
              </a:rPr>
              <a:t>31号点</a:t>
            </a:r>
            <a:endParaRPr lang="zh-CN" altLang="en-US" sz="4000" b="1" i="1">
              <a:latin typeface="Arial" panose="020B0604020202020204" pitchFamily="34" charset="0"/>
            </a:endParaRPr>
          </a:p>
        </p:txBody>
      </p:sp>
      <p:pic>
        <p:nvPicPr>
          <p:cNvPr id="18436" name="Picture 3" descr="团会IMG_20140912_100703"/>
          <p:cNvPicPr>
            <a:picLocks noChangeAspect="1" noChangeArrowheads="1"/>
          </p:cNvPicPr>
          <p:nvPr/>
        </p:nvPicPr>
        <p:blipFill>
          <a:blip r:embed="rId1" cstate="screen"/>
          <a:srcRect/>
          <a:stretch>
            <a:fillRect/>
          </a:stretch>
        </p:blipFill>
        <p:spPr bwMode="auto">
          <a:xfrm>
            <a:off x="1704975" y="838201"/>
            <a:ext cx="6656388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4" descr="团会IMG_20140912_100648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032626" y="188914"/>
            <a:ext cx="3522663" cy="626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8" name="Text Box 5"/>
          <p:cNvSpPr txBox="1">
            <a:spLocks noChangeArrowheads="1"/>
          </p:cNvSpPr>
          <p:nvPr/>
        </p:nvSpPr>
        <p:spPr bwMode="auto">
          <a:xfrm>
            <a:off x="1703389" y="4581526"/>
            <a:ext cx="5184775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i="1">
                <a:latin typeface="Arial" panose="020B0604020202020204" pitchFamily="34" charset="0"/>
                <a:ea typeface="黑体" panose="02010609060101010101" pitchFamily="49" charset="-122"/>
              </a:rPr>
              <a:t>地点：没错最坑爹的点来了，他就是31号点，放点的老师你出来，我保证不打死你。它在36,39所在那个草丛东南方的矮灌木丛里藏着。真是“藏”着。</a:t>
            </a:r>
            <a:endParaRPr lang="zh-CN" altLang="en-US" sz="2800" b="1" i="1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8439" name="Text Box 6"/>
          <p:cNvSpPr txBox="1">
            <a:spLocks noChangeArrowheads="1"/>
          </p:cNvSpPr>
          <p:nvPr/>
        </p:nvSpPr>
        <p:spPr bwMode="auto">
          <a:xfrm>
            <a:off x="9731375" y="6286501"/>
            <a:ext cx="7572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rgbClr val="F4F0E2"/>
                </a:solidFill>
                <a:latin typeface="宋体" panose="02010600030101010101" pitchFamily="2" charset="-122"/>
                <a:sym typeface="宋体" panose="02010600030101010101" pitchFamily="2" charset="-122"/>
                <a:hlinkClick r:id="rId3" action="ppaction://hlinksldjump"/>
              </a:rPr>
              <a:t>返回</a:t>
            </a:r>
            <a:endParaRPr lang="zh-CN" altLang="en-US" sz="1800" b="1">
              <a:solidFill>
                <a:srgbClr val="F4F0E2"/>
              </a:solidFill>
              <a:latin typeface="宋体" panose="02010600030101010101" pitchFamily="2" charset="-122"/>
              <a:sym typeface="宋体" panose="02010600030101010101" pitchFamily="2" charset="-122"/>
              <a:hlinkClick r:id="rId3" action="ppaction://hlinksldjump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774825" y="1125538"/>
            <a:ext cx="7175500" cy="403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 descr="C:\Users\Mengxue\Documents\Tencent Files\547390814\Image\C2C\8672151DF12954CCA90DABE1158AC57A.jpg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537451" y="1549400"/>
            <a:ext cx="2898775" cy="515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8" name="矩形 3"/>
          <p:cNvSpPr>
            <a:spLocks noChangeArrowheads="1"/>
          </p:cNvSpPr>
          <p:nvPr/>
        </p:nvSpPr>
        <p:spPr bwMode="auto">
          <a:xfrm>
            <a:off x="2667000" y="5500688"/>
            <a:ext cx="277495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5400" b="1">
              <a:solidFill>
                <a:srgbClr val="000000"/>
              </a:solidFill>
              <a:sym typeface="宋体" panose="02010600030101010101" pitchFamily="2" charset="-122"/>
            </a:endParaRPr>
          </a:p>
        </p:txBody>
      </p:sp>
      <p:sp>
        <p:nvSpPr>
          <p:cNvPr id="6149" name="Text Box 6"/>
          <p:cNvSpPr txBox="1">
            <a:spLocks noChangeArrowheads="1"/>
          </p:cNvSpPr>
          <p:nvPr/>
        </p:nvSpPr>
        <p:spPr bwMode="auto">
          <a:xfrm>
            <a:off x="1744664" y="146051"/>
            <a:ext cx="29114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000" b="1" i="1">
                <a:latin typeface="Arial" panose="020B0604020202020204" pitchFamily="34" charset="0"/>
              </a:rPr>
              <a:t>33号点</a:t>
            </a:r>
            <a:endParaRPr lang="zh-CN" altLang="en-US" sz="4000" b="1" i="1">
              <a:latin typeface="Arial" panose="020B0604020202020204" pitchFamily="34" charset="0"/>
            </a:endParaRPr>
          </a:p>
        </p:txBody>
      </p:sp>
      <p:sp>
        <p:nvSpPr>
          <p:cNvPr id="6150" name="Text Box 7"/>
          <p:cNvSpPr txBox="1">
            <a:spLocks noChangeArrowheads="1"/>
          </p:cNvSpPr>
          <p:nvPr/>
        </p:nvSpPr>
        <p:spPr bwMode="auto">
          <a:xfrm>
            <a:off x="1851026" y="5319713"/>
            <a:ext cx="532447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i="1">
                <a:latin typeface="Arial" panose="020B0604020202020204" pitchFamily="34" charset="0"/>
                <a:ea typeface="黑体" panose="02010609060101010101" pitchFamily="49" charset="-122"/>
              </a:rPr>
              <a:t>地点：去定向越野起点体育场那条路的尽头有个花坛，在电线杆上。</a:t>
            </a:r>
            <a:endParaRPr lang="zh-CN" altLang="en-US" sz="2800" b="1" i="1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6151" name="动作按钮: 影片 1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7907338" y="146051"/>
            <a:ext cx="709612" cy="474663"/>
          </a:xfrm>
          <a:prstGeom prst="actionButtonMovi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Text Box 2"/>
          <p:cNvSpPr txBox="1">
            <a:spLocks noChangeArrowheads="1"/>
          </p:cNvSpPr>
          <p:nvPr/>
        </p:nvSpPr>
        <p:spPr bwMode="auto">
          <a:xfrm>
            <a:off x="1824038" y="265114"/>
            <a:ext cx="2184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000" b="1" i="1">
                <a:latin typeface="Arial" panose="020B0604020202020204" pitchFamily="34" charset="0"/>
              </a:rPr>
              <a:t>38号点</a:t>
            </a:r>
            <a:endParaRPr lang="zh-CN" altLang="en-US" sz="4000" b="1" i="1">
              <a:latin typeface="Arial" panose="020B0604020202020204" pitchFamily="34" charset="0"/>
            </a:endParaRPr>
          </a:p>
        </p:txBody>
      </p:sp>
      <p:pic>
        <p:nvPicPr>
          <p:cNvPr id="16388" name="Picture 3" descr="团会IMG_20140912_100930"/>
          <p:cNvPicPr>
            <a:picLocks noChangeAspect="1" noChangeArrowheads="1"/>
          </p:cNvPicPr>
          <p:nvPr/>
        </p:nvPicPr>
        <p:blipFill>
          <a:blip r:embed="rId1" cstate="screen"/>
          <a:srcRect/>
          <a:stretch>
            <a:fillRect/>
          </a:stretch>
        </p:blipFill>
        <p:spPr bwMode="auto">
          <a:xfrm>
            <a:off x="1992314" y="1052513"/>
            <a:ext cx="4137025" cy="551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9" name="Text Box 4"/>
          <p:cNvSpPr txBox="1">
            <a:spLocks noChangeArrowheads="1"/>
          </p:cNvSpPr>
          <p:nvPr/>
        </p:nvSpPr>
        <p:spPr bwMode="auto">
          <a:xfrm>
            <a:off x="7319963" y="1196975"/>
            <a:ext cx="1871662" cy="5213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i="1">
                <a:latin typeface="Arial" panose="020B0604020202020204" pitchFamily="34" charset="0"/>
                <a:ea typeface="黑体" panose="02010609060101010101" pitchFamily="49" charset="-122"/>
              </a:rPr>
              <a:t>地点：D楼对面湖岸边</a:t>
            </a:r>
            <a:endParaRPr lang="zh-CN" altLang="en-US" sz="2800" b="1" i="1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i="1">
                <a:latin typeface="Arial" panose="020B0604020202020204" pitchFamily="34" charset="0"/>
                <a:ea typeface="黑体" panose="02010609060101010101" pitchFamily="49" charset="-122"/>
              </a:rPr>
              <a:t>从D楼对面那条小路进去，很明显。不过要把地图看清，白色块是草坪，灰色块是湖。</a:t>
            </a:r>
            <a:endParaRPr lang="zh-CN" altLang="en-US" sz="2800" b="1" i="1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16390" name="Text Box 5"/>
          <p:cNvSpPr txBox="1">
            <a:spLocks noChangeArrowheads="1"/>
          </p:cNvSpPr>
          <p:nvPr/>
        </p:nvSpPr>
        <p:spPr bwMode="auto">
          <a:xfrm>
            <a:off x="9412289" y="6115050"/>
            <a:ext cx="10048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rgbClr val="F4F0E2"/>
                </a:solidFill>
                <a:latin typeface="宋体" panose="02010600030101010101" pitchFamily="2" charset="-122"/>
                <a:sym typeface="宋体" panose="02010600030101010101" pitchFamily="2" charset="-122"/>
                <a:hlinkClick r:id="rId2" action="ppaction://hlinksldjump"/>
              </a:rPr>
              <a:t>返回</a:t>
            </a:r>
            <a:endParaRPr lang="zh-CN" altLang="en-US" sz="1800" b="1">
              <a:solidFill>
                <a:srgbClr val="F4F0E2"/>
              </a:solidFill>
              <a:latin typeface="宋体" panose="02010600030101010101" pitchFamily="2" charset="-122"/>
              <a:sym typeface="宋体" panose="02010600030101010101" pitchFamily="2" charset="-122"/>
              <a:hlinkClick r:id="rId2" action="ppaction://hlinksldjump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1"/>
          <p:cNvSpPr>
            <a:spLocks noChangeArrowheads="1"/>
          </p:cNvSpPr>
          <p:nvPr/>
        </p:nvSpPr>
        <p:spPr bwMode="auto">
          <a:xfrm>
            <a:off x="2667000" y="5500688"/>
            <a:ext cx="277495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5400" b="1">
              <a:solidFill>
                <a:srgbClr val="000000"/>
              </a:solidFill>
              <a:sym typeface="宋体" panose="02010600030101010101" pitchFamily="2" charset="-122"/>
            </a:endParaRPr>
          </a:p>
        </p:txBody>
      </p:sp>
      <p:sp>
        <p:nvSpPr>
          <p:cNvPr id="5123" name="矩形 2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9810750" y="6286500"/>
            <a:ext cx="649288" cy="369888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rgbClr val="F4F0E2"/>
                </a:solidFill>
                <a:latin typeface="宋体" panose="02010600030101010101" pitchFamily="2" charset="-122"/>
                <a:sym typeface="宋体" panose="02010600030101010101" pitchFamily="2" charset="-122"/>
                <a:hlinkClick r:id="" action="ppaction://noaction"/>
              </a:rPr>
              <a:t>返回</a:t>
            </a:r>
            <a:endParaRPr lang="zh-CN" altLang="en-US" sz="1800" b="1">
              <a:solidFill>
                <a:srgbClr val="F4F0E2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1811339" y="252413"/>
            <a:ext cx="248443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000" b="1" i="1">
                <a:latin typeface="Arial" panose="020B0604020202020204" pitchFamily="34" charset="0"/>
              </a:rPr>
              <a:t>39号点</a:t>
            </a:r>
            <a:endParaRPr lang="zh-CN" altLang="en-US" sz="4000" b="1" i="1">
              <a:latin typeface="Arial" panose="020B0604020202020204" pitchFamily="34" charset="0"/>
            </a:endParaRPr>
          </a:p>
        </p:txBody>
      </p:sp>
      <p:pic>
        <p:nvPicPr>
          <p:cNvPr id="5125" name="Picture 5" descr="团会IMG_20140912_095401"/>
          <p:cNvPicPr>
            <a:picLocks noChangeAspect="1" noChangeArrowheads="1"/>
          </p:cNvPicPr>
          <p:nvPr/>
        </p:nvPicPr>
        <p:blipFill>
          <a:blip r:embed="rId1" cstate="screen"/>
          <a:srcRect/>
          <a:stretch>
            <a:fillRect/>
          </a:stretch>
        </p:blipFill>
        <p:spPr bwMode="auto">
          <a:xfrm>
            <a:off x="5808664" y="282576"/>
            <a:ext cx="3513137" cy="624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5764213" y="4376738"/>
            <a:ext cx="3198812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i="1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地点：这个点很好找的，一般是第二或第三号点。忘了拍全景。在草丛边上。</a:t>
            </a:r>
            <a:endParaRPr lang="zh-CN" altLang="en-US" sz="2800" b="1" i="1">
              <a:solidFill>
                <a:schemeClr val="bg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pic>
        <p:nvPicPr>
          <p:cNvPr id="5127" name="图片 12"/>
          <p:cNvPicPr>
            <a:picLocks noChangeAspect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1524001" y="1773238"/>
            <a:ext cx="4240213" cy="508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5530851" y="814389"/>
            <a:ext cx="4068763" cy="558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矩形 1"/>
          <p:cNvSpPr>
            <a:spLocks noChangeArrowheads="1"/>
          </p:cNvSpPr>
          <p:nvPr/>
        </p:nvSpPr>
        <p:spPr bwMode="auto">
          <a:xfrm>
            <a:off x="2667000" y="5500688"/>
            <a:ext cx="277495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5400" b="1">
              <a:solidFill>
                <a:srgbClr val="000000"/>
              </a:solidFill>
              <a:sym typeface="宋体" panose="02010600030101010101" pitchFamily="2" charset="-122"/>
            </a:endParaRPr>
          </a:p>
        </p:txBody>
      </p:sp>
      <p:sp>
        <p:nvSpPr>
          <p:cNvPr id="10243" name="矩形 2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9810750" y="6286500"/>
            <a:ext cx="649288" cy="369888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rgbClr val="F4F0E2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返回</a:t>
            </a:r>
            <a:endParaRPr lang="zh-CN" altLang="en-US" sz="1800" b="1">
              <a:solidFill>
                <a:srgbClr val="F4F0E2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1731963" y="158751"/>
            <a:ext cx="213201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000" b="1" i="1">
                <a:latin typeface="Arial" panose="020B0604020202020204" pitchFamily="34" charset="0"/>
              </a:rPr>
              <a:t>42号点</a:t>
            </a:r>
            <a:endParaRPr lang="zh-CN" altLang="en-US" sz="4000" b="1" i="1">
              <a:latin typeface="Arial" panose="020B0604020202020204" pitchFamily="34" charset="0"/>
            </a:endParaRPr>
          </a:p>
        </p:txBody>
      </p:sp>
      <p:pic>
        <p:nvPicPr>
          <p:cNvPr id="10245" name="Picture 5" descr="团会IMG_20140912_102005"/>
          <p:cNvPicPr>
            <a:picLocks noChangeAspect="1" noChangeArrowheads="1"/>
          </p:cNvPicPr>
          <p:nvPr/>
        </p:nvPicPr>
        <p:blipFill>
          <a:blip r:embed="rId1" cstate="screen"/>
          <a:srcRect/>
          <a:stretch>
            <a:fillRect/>
          </a:stretch>
        </p:blipFill>
        <p:spPr bwMode="auto">
          <a:xfrm>
            <a:off x="1703389" y="765175"/>
            <a:ext cx="6492875" cy="365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6" descr="团会IMG_20140912_102028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391401" y="1412876"/>
            <a:ext cx="2881313" cy="512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1863726" y="4775201"/>
            <a:ext cx="531177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i="1">
                <a:latin typeface="Arial" panose="020B0604020202020204" pitchFamily="34" charset="0"/>
                <a:ea typeface="黑体" panose="02010609060101010101" pitchFamily="49" charset="-122"/>
              </a:rPr>
              <a:t>地点：这个我就不说话只上图了。大家懂的。</a:t>
            </a:r>
            <a:endParaRPr lang="zh-CN" altLang="en-US" sz="2800" b="1" i="1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矩形 1"/>
          <p:cNvSpPr>
            <a:spLocks noChangeArrowheads="1"/>
          </p:cNvSpPr>
          <p:nvPr/>
        </p:nvSpPr>
        <p:spPr bwMode="auto">
          <a:xfrm>
            <a:off x="2667000" y="5500688"/>
            <a:ext cx="277495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5400" b="1">
              <a:solidFill>
                <a:srgbClr val="000000"/>
              </a:solidFill>
              <a:sym typeface="宋体" panose="02010600030101010101" pitchFamily="2" charset="-122"/>
            </a:endParaRPr>
          </a:p>
        </p:txBody>
      </p:sp>
      <p:sp>
        <p:nvSpPr>
          <p:cNvPr id="11267" name="Text Box 4"/>
          <p:cNvSpPr txBox="1">
            <a:spLocks noChangeArrowheads="1"/>
          </p:cNvSpPr>
          <p:nvPr/>
        </p:nvSpPr>
        <p:spPr bwMode="auto">
          <a:xfrm>
            <a:off x="1797050" y="185738"/>
            <a:ext cx="300355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000" b="1" i="1">
                <a:latin typeface="Arial" panose="020B0604020202020204" pitchFamily="34" charset="0"/>
              </a:rPr>
              <a:t>44号点</a:t>
            </a:r>
            <a:endParaRPr lang="zh-CN" altLang="en-US" sz="4000" b="1" i="1">
              <a:latin typeface="Arial" panose="020B0604020202020204" pitchFamily="34" charset="0"/>
            </a:endParaRPr>
          </a:p>
        </p:txBody>
      </p:sp>
      <p:pic>
        <p:nvPicPr>
          <p:cNvPr id="11268" name="Picture 5" descr="团会IMG_20140912_101712"/>
          <p:cNvPicPr>
            <a:picLocks noChangeAspect="1" noChangeArrowheads="1"/>
          </p:cNvPicPr>
          <p:nvPr/>
        </p:nvPicPr>
        <p:blipFill>
          <a:blip r:embed="rId1" cstate="screen"/>
          <a:srcRect/>
          <a:stretch>
            <a:fillRect/>
          </a:stretch>
        </p:blipFill>
        <p:spPr bwMode="auto">
          <a:xfrm>
            <a:off x="1703389" y="838200"/>
            <a:ext cx="6911975" cy="3887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6" descr="团会IMG_20140912_101723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7608888" y="1628775"/>
            <a:ext cx="2736850" cy="486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0" name="Text Box 7"/>
          <p:cNvSpPr txBox="1">
            <a:spLocks noChangeArrowheads="1"/>
          </p:cNvSpPr>
          <p:nvPr/>
        </p:nvSpPr>
        <p:spPr bwMode="auto">
          <a:xfrm>
            <a:off x="1890713" y="4921250"/>
            <a:ext cx="5357812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i="1">
                <a:latin typeface="Arial" panose="020B0604020202020204" pitchFamily="34" charset="0"/>
                <a:ea typeface="黑体" panose="02010609060101010101" pitchFamily="49" charset="-122"/>
              </a:rPr>
              <a:t>地点：这也是个很明显的点，就在我们学校南门，也就是正门，也就是A楼正对的那个门的旁边。</a:t>
            </a:r>
            <a:endParaRPr lang="zh-CN" altLang="en-US" sz="2800" b="1" i="1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矩形 1"/>
          <p:cNvSpPr>
            <a:spLocks noChangeArrowheads="1"/>
          </p:cNvSpPr>
          <p:nvPr/>
        </p:nvSpPr>
        <p:spPr bwMode="auto">
          <a:xfrm>
            <a:off x="2667000" y="5500688"/>
            <a:ext cx="277495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5400" b="1">
              <a:solidFill>
                <a:srgbClr val="000000"/>
              </a:solidFill>
              <a:sym typeface="宋体" panose="02010600030101010101" pitchFamily="2" charset="-122"/>
            </a:endParaRPr>
          </a:p>
        </p:txBody>
      </p:sp>
      <p:sp>
        <p:nvSpPr>
          <p:cNvPr id="12291" name="矩形 2">
            <a:hlinkClick r:id="rId1" action="ppaction://hlinksldjump"/>
          </p:cNvPr>
          <p:cNvSpPr>
            <a:spLocks noChangeArrowheads="1"/>
          </p:cNvSpPr>
          <p:nvPr/>
        </p:nvSpPr>
        <p:spPr bwMode="auto">
          <a:xfrm>
            <a:off x="9810750" y="6286500"/>
            <a:ext cx="649288" cy="369888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rgbClr val="F4F0E2"/>
                </a:solidFill>
                <a:latin typeface="宋体" panose="02010600030101010101" pitchFamily="2" charset="-122"/>
                <a:sym typeface="宋体" panose="02010600030101010101" pitchFamily="2" charset="-122"/>
                <a:hlinkClick r:id="rId1" action="ppaction://hlinksldjump"/>
              </a:rPr>
              <a:t>返回</a:t>
            </a:r>
            <a:endParaRPr lang="zh-CN" altLang="en-US" sz="1800" b="1">
              <a:solidFill>
                <a:srgbClr val="F4F0E2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1878013" y="212725"/>
            <a:ext cx="241776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000" b="1" i="1">
                <a:latin typeface="Arial" panose="020B0604020202020204" pitchFamily="34" charset="0"/>
              </a:rPr>
              <a:t>46号点</a:t>
            </a:r>
            <a:endParaRPr lang="zh-CN" altLang="en-US" sz="4000" b="1" i="1">
              <a:latin typeface="Arial" panose="020B0604020202020204" pitchFamily="34" charset="0"/>
            </a:endParaRPr>
          </a:p>
        </p:txBody>
      </p:sp>
      <p:pic>
        <p:nvPicPr>
          <p:cNvPr id="12293" name="Picture 5" descr="团会IMG_20140912_101602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3935413" y="260350"/>
            <a:ext cx="64008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6" descr="团会IMG_20140912_101537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1703388" y="1125538"/>
            <a:ext cx="2957512" cy="525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4902200" y="4124325"/>
            <a:ext cx="5441950" cy="179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i="1">
                <a:latin typeface="Arial" panose="020B0604020202020204" pitchFamily="34" charset="0"/>
                <a:ea typeface="黑体" panose="02010609060101010101" pitchFamily="49" charset="-122"/>
              </a:rPr>
              <a:t>地点：南门左侧（你的脸朝着南门）花坛里。这是个坑爹的点，我们在往东走的时候很容易把它忽略，而且还藏在灌木里。</a:t>
            </a:r>
            <a:endParaRPr lang="zh-CN" altLang="en-US" sz="2800" b="1" i="1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1865313" y="185738"/>
            <a:ext cx="243046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000" b="1" i="1">
                <a:latin typeface="Arial" panose="020B0604020202020204" pitchFamily="34" charset="0"/>
              </a:rPr>
              <a:t>49号点</a:t>
            </a:r>
            <a:endParaRPr lang="zh-CN" altLang="en-US" sz="4000" b="1" i="1">
              <a:latin typeface="Arial" panose="020B0604020202020204" pitchFamily="34" charset="0"/>
            </a:endParaRPr>
          </a:p>
        </p:txBody>
      </p:sp>
      <p:pic>
        <p:nvPicPr>
          <p:cNvPr id="20483" name="Picture 3" descr="生科导IMG_20140917_082530"/>
          <p:cNvPicPr>
            <a:picLocks noChangeAspect="1" noChangeArrowheads="1"/>
          </p:cNvPicPr>
          <p:nvPr/>
        </p:nvPicPr>
        <p:blipFill>
          <a:blip r:embed="rId1" cstate="screen"/>
          <a:srcRect/>
          <a:stretch>
            <a:fillRect/>
          </a:stretch>
        </p:blipFill>
        <p:spPr bwMode="auto">
          <a:xfrm>
            <a:off x="1776413" y="836614"/>
            <a:ext cx="2303462" cy="307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Picture 4" descr="生科导IMG_20140917_082548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1631951" y="4005264"/>
            <a:ext cx="3743325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Picture 5" descr="生科导IMG_20140917_082554"/>
          <p:cNvPicPr>
            <a:picLocks noChangeAspect="1" noChangeArrowheads="1"/>
          </p:cNvPicPr>
          <p:nvPr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5087939" y="117475"/>
            <a:ext cx="3024187" cy="4033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7751764" y="3933826"/>
            <a:ext cx="2098675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i="1">
                <a:latin typeface="Arial" panose="020B0604020202020204" pitchFamily="34" charset="0"/>
                <a:ea typeface="黑体" panose="02010609060101010101" pitchFamily="49" charset="-122"/>
              </a:rPr>
              <a:t>地点：美院对面草丛深处，靠近南边围栏，在50号南边。</a:t>
            </a:r>
            <a:endParaRPr lang="zh-CN" altLang="en-US" sz="2800" b="1" i="1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9107488" y="6102350"/>
            <a:ext cx="12366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zh-CN" sz="1800">
              <a:latin typeface="Arial" panose="020B0604020202020204" pitchFamily="34" charset="0"/>
            </a:endParaRPr>
          </a:p>
        </p:txBody>
      </p:sp>
      <p:sp>
        <p:nvSpPr>
          <p:cNvPr id="20488" name="Text Box 8"/>
          <p:cNvSpPr txBox="1">
            <a:spLocks noChangeArrowheads="1"/>
          </p:cNvSpPr>
          <p:nvPr/>
        </p:nvSpPr>
        <p:spPr bwMode="auto">
          <a:xfrm>
            <a:off x="9332914" y="6221413"/>
            <a:ext cx="122713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zh-CN" sz="1800" b="1">
                <a:solidFill>
                  <a:srgbClr val="F4F0E2"/>
                </a:solidFill>
                <a:latin typeface="宋体" panose="02010600030101010101" pitchFamily="2" charset="-122"/>
                <a:sym typeface="宋体" panose="02010600030101010101" pitchFamily="2" charset="-122"/>
                <a:hlinkClick r:id="rId4" action="ppaction://hlinksldjump"/>
              </a:rPr>
              <a:t>返回</a:t>
            </a:r>
            <a:endParaRPr lang="zh-CN" altLang="zh-CN" sz="1800" b="1">
              <a:solidFill>
                <a:srgbClr val="F4F0E2"/>
              </a:solidFill>
              <a:latin typeface="宋体" panose="02010600030101010101" pitchFamily="2" charset="-122"/>
              <a:sym typeface="宋体" panose="02010600030101010101" pitchFamily="2" charset="-122"/>
              <a:hlinkClick r:id="rId4" action="ppaction://hlinksldjump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2667000" y="5500688"/>
            <a:ext cx="277495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5400" b="1">
              <a:solidFill>
                <a:srgbClr val="000000"/>
              </a:solidFill>
              <a:sym typeface="宋体" panose="02010600030101010101" pitchFamily="2" charset="-122"/>
            </a:endParaRPr>
          </a:p>
        </p:txBody>
      </p:sp>
      <p:sp>
        <p:nvSpPr>
          <p:cNvPr id="7171" name="矩形 2">
            <a:hlinkClick r:id="" action="ppaction://noaction"/>
          </p:cNvPr>
          <p:cNvSpPr>
            <a:spLocks noChangeArrowheads="1"/>
          </p:cNvSpPr>
          <p:nvPr/>
        </p:nvSpPr>
        <p:spPr bwMode="auto">
          <a:xfrm>
            <a:off x="9810750" y="6286500"/>
            <a:ext cx="649288" cy="369888"/>
          </a:xfrm>
          <a:prstGeom prst="rect">
            <a:avLst/>
          </a:prstGeom>
          <a:solidFill>
            <a:srgbClr val="FFFFFF"/>
          </a:solidFill>
          <a:ln w="25400">
            <a:solidFill>
              <a:schemeClr val="accent1"/>
            </a:solidFill>
            <a:miter lim="800000"/>
          </a:ln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1800" b="1">
                <a:solidFill>
                  <a:srgbClr val="F4F0E2"/>
                </a:solidFill>
                <a:latin typeface="宋体" panose="02010600030101010101" pitchFamily="2" charset="-122"/>
                <a:sym typeface="宋体" panose="02010600030101010101" pitchFamily="2" charset="-122"/>
                <a:hlinkClick r:id="" action="ppaction://noaction"/>
              </a:rPr>
              <a:t>返回</a:t>
            </a:r>
            <a:endParaRPr lang="zh-CN" altLang="en-US" sz="1800" b="1">
              <a:solidFill>
                <a:srgbClr val="F4F0E2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1824038" y="225426"/>
            <a:ext cx="21844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4000" b="1" i="1">
                <a:latin typeface="Arial" panose="020B0604020202020204" pitchFamily="34" charset="0"/>
              </a:rPr>
              <a:t>51号点</a:t>
            </a:r>
            <a:endParaRPr lang="zh-CN" altLang="en-US" sz="4000" b="1" i="1">
              <a:latin typeface="Arial" panose="020B0604020202020204" pitchFamily="34" charset="0"/>
            </a:endParaRPr>
          </a:p>
        </p:txBody>
      </p:sp>
      <p:pic>
        <p:nvPicPr>
          <p:cNvPr id="7173" name="Picture 5" descr="团会IMG_20140912_102358"/>
          <p:cNvPicPr>
            <a:picLocks noChangeAspect="1" noChangeArrowheads="1"/>
          </p:cNvPicPr>
          <p:nvPr/>
        </p:nvPicPr>
        <p:blipFill>
          <a:blip r:embed="rId1" cstate="screen"/>
          <a:srcRect/>
          <a:stretch>
            <a:fillRect/>
          </a:stretch>
        </p:blipFill>
        <p:spPr bwMode="auto">
          <a:xfrm>
            <a:off x="1703388" y="836613"/>
            <a:ext cx="3198812" cy="568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Picture 6" descr="团会IMG_20140912_102418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4943475" y="836613"/>
            <a:ext cx="3200400" cy="568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5" name="Text Box 7"/>
          <p:cNvSpPr txBox="1">
            <a:spLocks noChangeArrowheads="1"/>
          </p:cNvSpPr>
          <p:nvPr/>
        </p:nvSpPr>
        <p:spPr bwMode="auto">
          <a:xfrm>
            <a:off x="8270876" y="225426"/>
            <a:ext cx="2289175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  <a:sym typeface="Calibri" panose="020F0502020204030204" charset="0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i="1">
                <a:latin typeface="Arial" panose="020B0604020202020204" pitchFamily="34" charset="0"/>
                <a:ea typeface="黑体" panose="02010609060101010101" pitchFamily="49" charset="-122"/>
              </a:rPr>
              <a:t>地点：33号花坛南面树丛中，很里面的一个点，小土丘上，比较明显，一般以4号点出现。</a:t>
            </a:r>
            <a:endParaRPr lang="zh-CN" altLang="en-US" sz="2800" b="1" i="1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zh-CN" altLang="en-US" sz="2800" b="1" i="1">
                <a:latin typeface="Arial" panose="020B0604020202020204" pitchFamily="34" charset="0"/>
                <a:ea typeface="黑体" panose="02010609060101010101" pitchFamily="49" charset="-122"/>
              </a:rPr>
              <a:t>ps：有条小路可以进去，不要在外面作死的找。</a:t>
            </a:r>
            <a:endParaRPr lang="zh-CN" altLang="en-US" sz="2800" b="1" i="1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COMMONDATA" val="eyJoZGlkIjoiYzNlYmZkOTdmOTNjMDQ4YjE3MzVmYzljMTc2ODg4YjA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468</Words>
  <Application>WPS 演示</Application>
  <PresentationFormat>宽屏</PresentationFormat>
  <Paragraphs>82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黑体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winner</cp:lastModifiedBy>
  <cp:revision>173</cp:revision>
  <dcterms:created xsi:type="dcterms:W3CDTF">2019-06-19T02:08:00Z</dcterms:created>
  <dcterms:modified xsi:type="dcterms:W3CDTF">2022-09-21T14:20:05Z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2052-11.1.0.12358</vt:lpwstr>
  </property>
  <property fmtid="{D5CDD505-2E9C-101B-9397-08002B2CF9AE}" pid="3" name="ICV">
    <vt:lpwstr>07B7062489AE4B16892950DFA0ED1779</vt:lpwstr>
  </property>
</Properties>
</file>